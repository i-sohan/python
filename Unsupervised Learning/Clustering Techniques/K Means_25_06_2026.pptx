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ppt/ink/ink2494.xml" ContentType="application/inkml+xml"/>
  <Override PartName="/ppt/ink/ink2495.xml" ContentType="application/inkml+xml"/>
  <Override PartName="/ppt/ink/ink2496.xml" ContentType="application/inkml+xml"/>
  <Override PartName="/ppt/ink/ink2497.xml" ContentType="application/inkml+xml"/>
  <Override PartName="/ppt/ink/ink2498.xml" ContentType="application/inkml+xml"/>
  <Override PartName="/ppt/ink/ink2499.xml" ContentType="application/inkml+xml"/>
  <Override PartName="/ppt/ink/ink2500.xml" ContentType="application/inkml+xml"/>
  <Override PartName="/ppt/ink/ink2501.xml" ContentType="application/inkml+xml"/>
  <Override PartName="/ppt/ink/ink2502.xml" ContentType="application/inkml+xml"/>
  <Override PartName="/ppt/ink/ink2503.xml" ContentType="application/inkml+xml"/>
  <Override PartName="/ppt/ink/ink2504.xml" ContentType="application/inkml+xml"/>
  <Override PartName="/ppt/ink/ink2505.xml" ContentType="application/inkml+xml"/>
  <Override PartName="/ppt/ink/ink2506.xml" ContentType="application/inkml+xml"/>
  <Override PartName="/ppt/ink/ink2507.xml" ContentType="application/inkml+xml"/>
  <Override PartName="/ppt/ink/ink2508.xml" ContentType="application/inkml+xml"/>
  <Override PartName="/ppt/ink/ink2509.xml" ContentType="application/inkml+xml"/>
  <Override PartName="/ppt/ink/ink2510.xml" ContentType="application/inkml+xml"/>
  <Override PartName="/ppt/ink/ink2511.xml" ContentType="application/inkml+xml"/>
  <Override PartName="/ppt/ink/ink2512.xml" ContentType="application/inkml+xml"/>
  <Override PartName="/ppt/ink/ink2513.xml" ContentType="application/inkml+xml"/>
  <Override PartName="/ppt/ink/ink2514.xml" ContentType="application/inkml+xml"/>
  <Override PartName="/ppt/ink/ink2515.xml" ContentType="application/inkml+xml"/>
  <Override PartName="/ppt/ink/ink2516.xml" ContentType="application/inkml+xml"/>
  <Override PartName="/ppt/ink/ink2517.xml" ContentType="application/inkml+xml"/>
  <Override PartName="/ppt/ink/ink2518.xml" ContentType="application/inkml+xml"/>
  <Override PartName="/ppt/ink/ink2519.xml" ContentType="application/inkml+xml"/>
  <Override PartName="/ppt/ink/ink2520.xml" ContentType="application/inkml+xml"/>
  <Override PartName="/ppt/ink/ink2521.xml" ContentType="application/inkml+xml"/>
  <Override PartName="/ppt/ink/ink2522.xml" ContentType="application/inkml+xml"/>
  <Override PartName="/ppt/ink/ink2523.xml" ContentType="application/inkml+xml"/>
  <Override PartName="/ppt/ink/ink2524.xml" ContentType="application/inkml+xml"/>
  <Override PartName="/ppt/ink/ink2525.xml" ContentType="application/inkml+xml"/>
  <Override PartName="/ppt/ink/ink2526.xml" ContentType="application/inkml+xml"/>
  <Override PartName="/ppt/ink/ink2527.xml" ContentType="application/inkml+xml"/>
  <Override PartName="/ppt/ink/ink2528.xml" ContentType="application/inkml+xml"/>
  <Override PartName="/ppt/ink/ink2529.xml" ContentType="application/inkml+xml"/>
  <Override PartName="/ppt/ink/ink2530.xml" ContentType="application/inkml+xml"/>
  <Override PartName="/ppt/ink/ink2531.xml" ContentType="application/inkml+xml"/>
  <Override PartName="/ppt/ink/ink2532.xml" ContentType="application/inkml+xml"/>
  <Override PartName="/ppt/ink/ink2533.xml" ContentType="application/inkml+xml"/>
  <Override PartName="/ppt/ink/ink2534.xml" ContentType="application/inkml+xml"/>
  <Override PartName="/ppt/ink/ink2535.xml" ContentType="application/inkml+xml"/>
  <Override PartName="/ppt/ink/ink2536.xml" ContentType="application/inkml+xml"/>
  <Override PartName="/ppt/ink/ink2537.xml" ContentType="application/inkml+xml"/>
  <Override PartName="/ppt/ink/ink2538.xml" ContentType="application/inkml+xml"/>
  <Override PartName="/ppt/ink/ink2539.xml" ContentType="application/inkml+xml"/>
  <Override PartName="/ppt/ink/ink2540.xml" ContentType="application/inkml+xml"/>
  <Override PartName="/ppt/ink/ink2541.xml" ContentType="application/inkml+xml"/>
  <Override PartName="/ppt/ink/ink2542.xml" ContentType="application/inkml+xml"/>
  <Override PartName="/ppt/ink/ink2543.xml" ContentType="application/inkml+xml"/>
  <Override PartName="/ppt/ink/ink2544.xml" ContentType="application/inkml+xml"/>
  <Override PartName="/ppt/ink/ink2545.xml" ContentType="application/inkml+xml"/>
  <Override PartName="/ppt/ink/ink2546.xml" ContentType="application/inkml+xml"/>
  <Override PartName="/ppt/ink/ink2547.xml" ContentType="application/inkml+xml"/>
  <Override PartName="/ppt/ink/ink2548.xml" ContentType="application/inkml+xml"/>
  <Override PartName="/ppt/ink/ink2549.xml" ContentType="application/inkml+xml"/>
  <Override PartName="/ppt/ink/ink2550.xml" ContentType="application/inkml+xml"/>
  <Override PartName="/ppt/ink/ink2551.xml" ContentType="application/inkml+xml"/>
  <Override PartName="/ppt/ink/ink2552.xml" ContentType="application/inkml+xml"/>
  <Override PartName="/ppt/ink/ink2553.xml" ContentType="application/inkml+xml"/>
  <Override PartName="/ppt/ink/ink2554.xml" ContentType="application/inkml+xml"/>
  <Override PartName="/ppt/ink/ink2555.xml" ContentType="application/inkml+xml"/>
  <Override PartName="/ppt/ink/ink2556.xml" ContentType="application/inkml+xml"/>
  <Override PartName="/ppt/ink/ink2557.xml" ContentType="application/inkml+xml"/>
  <Override PartName="/ppt/ink/ink2558.xml" ContentType="application/inkml+xml"/>
  <Override PartName="/ppt/ink/ink2559.xml" ContentType="application/inkml+xml"/>
  <Override PartName="/ppt/ink/ink2560.xml" ContentType="application/inkml+xml"/>
  <Override PartName="/ppt/ink/ink2561.xml" ContentType="application/inkml+xml"/>
  <Override PartName="/ppt/ink/ink2562.xml" ContentType="application/inkml+xml"/>
  <Override PartName="/ppt/ink/ink2563.xml" ContentType="application/inkml+xml"/>
  <Override PartName="/ppt/ink/ink2564.xml" ContentType="application/inkml+xml"/>
  <Override PartName="/ppt/ink/ink2565.xml" ContentType="application/inkml+xml"/>
  <Override PartName="/ppt/ink/ink2566.xml" ContentType="application/inkml+xml"/>
  <Override PartName="/ppt/ink/ink2567.xml" ContentType="application/inkml+xml"/>
  <Override PartName="/ppt/ink/ink2568.xml" ContentType="application/inkml+xml"/>
  <Override PartName="/ppt/ink/ink2569.xml" ContentType="application/inkml+xml"/>
  <Override PartName="/ppt/ink/ink2570.xml" ContentType="application/inkml+xml"/>
  <Override PartName="/ppt/ink/ink2571.xml" ContentType="application/inkml+xml"/>
  <Override PartName="/ppt/ink/ink2572.xml" ContentType="application/inkml+xml"/>
  <Override PartName="/ppt/ink/ink2573.xml" ContentType="application/inkml+xml"/>
  <Override PartName="/ppt/ink/ink2574.xml" ContentType="application/inkml+xml"/>
  <Override PartName="/ppt/ink/ink2575.xml" ContentType="application/inkml+xml"/>
  <Override PartName="/ppt/ink/ink2576.xml" ContentType="application/inkml+xml"/>
  <Override PartName="/ppt/ink/ink2577.xml" ContentType="application/inkml+xml"/>
  <Override PartName="/ppt/ink/ink2578.xml" ContentType="application/inkml+xml"/>
  <Override PartName="/ppt/ink/ink2579.xml" ContentType="application/inkml+xml"/>
  <Override PartName="/ppt/ink/ink2580.xml" ContentType="application/inkml+xml"/>
  <Override PartName="/ppt/ink/ink2581.xml" ContentType="application/inkml+xml"/>
  <Override PartName="/ppt/ink/ink2582.xml" ContentType="application/inkml+xml"/>
  <Override PartName="/ppt/ink/ink2583.xml" ContentType="application/inkml+xml"/>
  <Override PartName="/ppt/ink/ink2584.xml" ContentType="application/inkml+xml"/>
  <Override PartName="/ppt/ink/ink2585.xml" ContentType="application/inkml+xml"/>
  <Override PartName="/ppt/ink/ink2586.xml" ContentType="application/inkml+xml"/>
  <Override PartName="/ppt/ink/ink2587.xml" ContentType="application/inkml+xml"/>
  <Override PartName="/ppt/ink/ink2588.xml" ContentType="application/inkml+xml"/>
  <Override PartName="/ppt/ink/ink2589.xml" ContentType="application/inkml+xml"/>
  <Override PartName="/ppt/ink/ink2590.xml" ContentType="application/inkml+xml"/>
  <Override PartName="/ppt/ink/ink2591.xml" ContentType="application/inkml+xml"/>
  <Override PartName="/ppt/ink/ink2592.xml" ContentType="application/inkml+xml"/>
  <Override PartName="/ppt/ink/ink2593.xml" ContentType="application/inkml+xml"/>
  <Override PartName="/ppt/ink/ink2594.xml" ContentType="application/inkml+xml"/>
  <Override PartName="/ppt/ink/ink2595.xml" ContentType="application/inkml+xml"/>
  <Override PartName="/ppt/ink/ink2596.xml" ContentType="application/inkml+xml"/>
  <Override PartName="/ppt/ink/ink2597.xml" ContentType="application/inkml+xml"/>
  <Override PartName="/ppt/ink/ink2598.xml" ContentType="application/inkml+xml"/>
  <Override PartName="/ppt/ink/ink2599.xml" ContentType="application/inkml+xml"/>
  <Override PartName="/ppt/ink/ink2600.xml" ContentType="application/inkml+xml"/>
  <Override PartName="/ppt/ink/ink2601.xml" ContentType="application/inkml+xml"/>
  <Override PartName="/ppt/ink/ink2602.xml" ContentType="application/inkml+xml"/>
  <Override PartName="/ppt/ink/ink2603.xml" ContentType="application/inkml+xml"/>
  <Override PartName="/ppt/ink/ink2604.xml" ContentType="application/inkml+xml"/>
  <Override PartName="/ppt/ink/ink2605.xml" ContentType="application/inkml+xml"/>
  <Override PartName="/ppt/ink/ink2606.xml" ContentType="application/inkml+xml"/>
  <Override PartName="/ppt/ink/ink2607.xml" ContentType="application/inkml+xml"/>
  <Override PartName="/ppt/ink/ink2608.xml" ContentType="application/inkml+xml"/>
  <Override PartName="/ppt/ink/ink2609.xml" ContentType="application/inkml+xml"/>
  <Override PartName="/ppt/ink/ink2610.xml" ContentType="application/inkml+xml"/>
  <Override PartName="/ppt/ink/ink2611.xml" ContentType="application/inkml+xml"/>
  <Override PartName="/ppt/ink/ink2612.xml" ContentType="application/inkml+xml"/>
  <Override PartName="/ppt/ink/ink2613.xml" ContentType="application/inkml+xml"/>
  <Override PartName="/ppt/ink/ink2614.xml" ContentType="application/inkml+xml"/>
  <Override PartName="/ppt/ink/ink2615.xml" ContentType="application/inkml+xml"/>
  <Override PartName="/ppt/ink/ink2616.xml" ContentType="application/inkml+xml"/>
  <Override PartName="/ppt/ink/ink2617.xml" ContentType="application/inkml+xml"/>
  <Override PartName="/ppt/ink/ink2618.xml" ContentType="application/inkml+xml"/>
  <Override PartName="/ppt/ink/ink2619.xml" ContentType="application/inkml+xml"/>
  <Override PartName="/ppt/ink/ink2620.xml" ContentType="application/inkml+xml"/>
  <Override PartName="/ppt/ink/ink2621.xml" ContentType="application/inkml+xml"/>
  <Override PartName="/ppt/ink/ink2622.xml" ContentType="application/inkml+xml"/>
  <Override PartName="/ppt/ink/ink2623.xml" ContentType="application/inkml+xml"/>
  <Override PartName="/ppt/ink/ink2624.xml" ContentType="application/inkml+xml"/>
  <Override PartName="/ppt/ink/ink2625.xml" ContentType="application/inkml+xml"/>
  <Override PartName="/ppt/ink/ink2626.xml" ContentType="application/inkml+xml"/>
  <Override PartName="/ppt/ink/ink2627.xml" ContentType="application/inkml+xml"/>
  <Override PartName="/ppt/ink/ink2628.xml" ContentType="application/inkml+xml"/>
  <Override PartName="/ppt/ink/ink2629.xml" ContentType="application/inkml+xml"/>
  <Override PartName="/ppt/ink/ink2630.xml" ContentType="application/inkml+xml"/>
  <Override PartName="/ppt/ink/ink2631.xml" ContentType="application/inkml+xml"/>
  <Override PartName="/ppt/ink/ink2632.xml" ContentType="application/inkml+xml"/>
  <Override PartName="/ppt/ink/ink2633.xml" ContentType="application/inkml+xml"/>
  <Override PartName="/ppt/ink/ink2634.xml" ContentType="application/inkml+xml"/>
  <Override PartName="/ppt/ink/ink2635.xml" ContentType="application/inkml+xml"/>
  <Override PartName="/ppt/ink/ink2636.xml" ContentType="application/inkml+xml"/>
  <Override PartName="/ppt/ink/ink2637.xml" ContentType="application/inkml+xml"/>
  <Override PartName="/ppt/ink/ink2638.xml" ContentType="application/inkml+xml"/>
  <Override PartName="/ppt/ink/ink2639.xml" ContentType="application/inkml+xml"/>
  <Override PartName="/ppt/ink/ink2640.xml" ContentType="application/inkml+xml"/>
  <Override PartName="/ppt/ink/ink2641.xml" ContentType="application/inkml+xml"/>
  <Override PartName="/ppt/ink/ink2642.xml" ContentType="application/inkml+xml"/>
  <Override PartName="/ppt/ink/ink2643.xml" ContentType="application/inkml+xml"/>
  <Override PartName="/ppt/ink/ink2644.xml" ContentType="application/inkml+xml"/>
  <Override PartName="/ppt/ink/ink2645.xml" ContentType="application/inkml+xml"/>
  <Override PartName="/ppt/ink/ink2646.xml" ContentType="application/inkml+xml"/>
  <Override PartName="/ppt/ink/ink2647.xml" ContentType="application/inkml+xml"/>
  <Override PartName="/ppt/ink/ink2648.xml" ContentType="application/inkml+xml"/>
  <Override PartName="/ppt/ink/ink2649.xml" ContentType="application/inkml+xml"/>
  <Override PartName="/ppt/ink/ink2650.xml" ContentType="application/inkml+xml"/>
  <Override PartName="/ppt/ink/ink2651.xml" ContentType="application/inkml+xml"/>
  <Override PartName="/ppt/ink/ink2652.xml" ContentType="application/inkml+xml"/>
  <Override PartName="/ppt/ink/ink2653.xml" ContentType="application/inkml+xml"/>
  <Override PartName="/ppt/ink/ink2654.xml" ContentType="application/inkml+xml"/>
  <Override PartName="/ppt/ink/ink2655.xml" ContentType="application/inkml+xml"/>
  <Override PartName="/ppt/ink/ink2656.xml" ContentType="application/inkml+xml"/>
  <Override PartName="/ppt/ink/ink2657.xml" ContentType="application/inkml+xml"/>
  <Override PartName="/ppt/ink/ink2658.xml" ContentType="application/inkml+xml"/>
  <Override PartName="/ppt/ink/ink2659.xml" ContentType="application/inkml+xml"/>
  <Override PartName="/ppt/ink/ink2660.xml" ContentType="application/inkml+xml"/>
  <Override PartName="/ppt/ink/ink2661.xml" ContentType="application/inkml+xml"/>
  <Override PartName="/ppt/ink/ink2662.xml" ContentType="application/inkml+xml"/>
  <Override PartName="/ppt/ink/ink2663.xml" ContentType="application/inkml+xml"/>
  <Override PartName="/ppt/ink/ink2664.xml" ContentType="application/inkml+xml"/>
  <Override PartName="/ppt/ink/ink2665.xml" ContentType="application/inkml+xml"/>
  <Override PartName="/ppt/ink/ink2666.xml" ContentType="application/inkml+xml"/>
  <Override PartName="/ppt/ink/ink2667.xml" ContentType="application/inkml+xml"/>
  <Override PartName="/ppt/ink/ink2668.xml" ContentType="application/inkml+xml"/>
  <Override PartName="/ppt/ink/ink2669.xml" ContentType="application/inkml+xml"/>
  <Override PartName="/ppt/ink/ink2670.xml" ContentType="application/inkml+xml"/>
  <Override PartName="/ppt/ink/ink2671.xml" ContentType="application/inkml+xml"/>
  <Override PartName="/ppt/ink/ink2672.xml" ContentType="application/inkml+xml"/>
  <Override PartName="/ppt/ink/ink2673.xml" ContentType="application/inkml+xml"/>
  <Override PartName="/ppt/ink/ink2674.xml" ContentType="application/inkml+xml"/>
  <Override PartName="/ppt/ink/ink2675.xml" ContentType="application/inkml+xml"/>
  <Override PartName="/ppt/ink/ink2676.xml" ContentType="application/inkml+xml"/>
  <Override PartName="/ppt/ink/ink2677.xml" ContentType="application/inkml+xml"/>
  <Override PartName="/ppt/ink/ink2678.xml" ContentType="application/inkml+xml"/>
  <Override PartName="/ppt/ink/ink2679.xml" ContentType="application/inkml+xml"/>
  <Override PartName="/ppt/ink/ink2680.xml" ContentType="application/inkml+xml"/>
  <Override PartName="/ppt/ink/ink2681.xml" ContentType="application/inkml+xml"/>
  <Override PartName="/ppt/ink/ink2682.xml" ContentType="application/inkml+xml"/>
  <Override PartName="/ppt/ink/ink2683.xml" ContentType="application/inkml+xml"/>
  <Override PartName="/ppt/ink/ink2684.xml" ContentType="application/inkml+xml"/>
  <Override PartName="/ppt/ink/ink2685.xml" ContentType="application/inkml+xml"/>
  <Override PartName="/ppt/ink/ink2686.xml" ContentType="application/inkml+xml"/>
  <Override PartName="/ppt/ink/ink2687.xml" ContentType="application/inkml+xml"/>
  <Override PartName="/ppt/ink/ink2688.xml" ContentType="application/inkml+xml"/>
  <Override PartName="/ppt/ink/ink2689.xml" ContentType="application/inkml+xml"/>
  <Override PartName="/ppt/ink/ink2690.xml" ContentType="application/inkml+xml"/>
  <Override PartName="/ppt/ink/ink2691.xml" ContentType="application/inkml+xml"/>
  <Override PartName="/ppt/ink/ink2692.xml" ContentType="application/inkml+xml"/>
  <Override PartName="/ppt/ink/ink2693.xml" ContentType="application/inkml+xml"/>
  <Override PartName="/ppt/ink/ink2694.xml" ContentType="application/inkml+xml"/>
  <Override PartName="/ppt/ink/ink2695.xml" ContentType="application/inkml+xml"/>
  <Override PartName="/ppt/ink/ink2696.xml" ContentType="application/inkml+xml"/>
  <Override PartName="/ppt/ink/ink2697.xml" ContentType="application/inkml+xml"/>
  <Override PartName="/ppt/ink/ink2698.xml" ContentType="application/inkml+xml"/>
  <Override PartName="/ppt/ink/ink2699.xml" ContentType="application/inkml+xml"/>
  <Override PartName="/ppt/ink/ink2700.xml" ContentType="application/inkml+xml"/>
  <Override PartName="/ppt/ink/ink2701.xml" ContentType="application/inkml+xml"/>
  <Override PartName="/ppt/ink/ink2702.xml" ContentType="application/inkml+xml"/>
  <Override PartName="/ppt/ink/ink2703.xml" ContentType="application/inkml+xml"/>
  <Override PartName="/ppt/ink/ink2704.xml" ContentType="application/inkml+xml"/>
  <Override PartName="/ppt/ink/ink2705.xml" ContentType="application/inkml+xml"/>
  <Override PartName="/ppt/ink/ink2706.xml" ContentType="application/inkml+xml"/>
  <Override PartName="/ppt/ink/ink2707.xml" ContentType="application/inkml+xml"/>
  <Override PartName="/ppt/ink/ink2708.xml" ContentType="application/inkml+xml"/>
  <Override PartName="/ppt/ink/ink2709.xml" ContentType="application/inkml+xml"/>
  <Override PartName="/ppt/ink/ink2710.xml" ContentType="application/inkml+xml"/>
  <Override PartName="/ppt/ink/ink2711.xml" ContentType="application/inkml+xml"/>
  <Override PartName="/ppt/ink/ink2712.xml" ContentType="application/inkml+xml"/>
  <Override PartName="/ppt/ink/ink2713.xml" ContentType="application/inkml+xml"/>
  <Override PartName="/ppt/ink/ink2714.xml" ContentType="application/inkml+xml"/>
  <Override PartName="/ppt/ink/ink2715.xml" ContentType="application/inkml+xml"/>
  <Override PartName="/ppt/ink/ink2716.xml" ContentType="application/inkml+xml"/>
  <Override PartName="/ppt/ink/ink2717.xml" ContentType="application/inkml+xml"/>
  <Override PartName="/ppt/ink/ink2718.xml" ContentType="application/inkml+xml"/>
  <Override PartName="/ppt/ink/ink2719.xml" ContentType="application/inkml+xml"/>
  <Override PartName="/ppt/ink/ink2720.xml" ContentType="application/inkml+xml"/>
  <Override PartName="/ppt/ink/ink2721.xml" ContentType="application/inkml+xml"/>
  <Override PartName="/ppt/ink/ink2722.xml" ContentType="application/inkml+xml"/>
  <Override PartName="/ppt/ink/ink2723.xml" ContentType="application/inkml+xml"/>
  <Override PartName="/ppt/ink/ink2724.xml" ContentType="application/inkml+xml"/>
  <Override PartName="/ppt/ink/ink2725.xml" ContentType="application/inkml+xml"/>
  <Override PartName="/ppt/ink/ink2726.xml" ContentType="application/inkml+xml"/>
  <Override PartName="/ppt/ink/ink2727.xml" ContentType="application/inkml+xml"/>
  <Override PartName="/ppt/ink/ink2728.xml" ContentType="application/inkml+xml"/>
  <Override PartName="/ppt/ink/ink2729.xml" ContentType="application/inkml+xml"/>
  <Override PartName="/ppt/ink/ink2730.xml" ContentType="application/inkml+xml"/>
  <Override PartName="/ppt/ink/ink2731.xml" ContentType="application/inkml+xml"/>
  <Override PartName="/ppt/ink/ink2732.xml" ContentType="application/inkml+xml"/>
  <Override PartName="/ppt/ink/ink2733.xml" ContentType="application/inkml+xml"/>
  <Override PartName="/ppt/ink/ink2734.xml" ContentType="application/inkml+xml"/>
  <Override PartName="/ppt/ink/ink2735.xml" ContentType="application/inkml+xml"/>
  <Override PartName="/ppt/ink/ink2736.xml" ContentType="application/inkml+xml"/>
  <Override PartName="/ppt/ink/ink2737.xml" ContentType="application/inkml+xml"/>
  <Override PartName="/ppt/ink/ink2738.xml" ContentType="application/inkml+xml"/>
  <Override PartName="/ppt/ink/ink2739.xml" ContentType="application/inkml+xml"/>
  <Override PartName="/ppt/ink/ink2740.xml" ContentType="application/inkml+xml"/>
  <Override PartName="/ppt/ink/ink2741.xml" ContentType="application/inkml+xml"/>
  <Override PartName="/ppt/ink/ink2742.xml" ContentType="application/inkml+xml"/>
  <Override PartName="/ppt/ink/ink2743.xml" ContentType="application/inkml+xml"/>
  <Override PartName="/ppt/ink/ink2744.xml" ContentType="application/inkml+xml"/>
  <Override PartName="/ppt/ink/ink2745.xml" ContentType="application/inkml+xml"/>
  <Override PartName="/ppt/ink/ink2746.xml" ContentType="application/inkml+xml"/>
  <Override PartName="/ppt/ink/ink2747.xml" ContentType="application/inkml+xml"/>
  <Override PartName="/ppt/ink/ink2748.xml" ContentType="application/inkml+xml"/>
  <Override PartName="/ppt/ink/ink2749.xml" ContentType="application/inkml+xml"/>
  <Override PartName="/ppt/ink/ink2750.xml" ContentType="application/inkml+xml"/>
  <Override PartName="/ppt/ink/ink2751.xml" ContentType="application/inkml+xml"/>
  <Override PartName="/ppt/ink/ink2752.xml" ContentType="application/inkml+xml"/>
  <Override PartName="/ppt/ink/ink2753.xml" ContentType="application/inkml+xml"/>
  <Override PartName="/ppt/ink/ink2754.xml" ContentType="application/inkml+xml"/>
  <Override PartName="/ppt/ink/ink2755.xml" ContentType="application/inkml+xml"/>
  <Override PartName="/ppt/ink/ink2756.xml" ContentType="application/inkml+xml"/>
  <Override PartName="/ppt/ink/ink2757.xml" ContentType="application/inkml+xml"/>
  <Override PartName="/ppt/ink/ink2758.xml" ContentType="application/inkml+xml"/>
  <Override PartName="/ppt/ink/ink2759.xml" ContentType="application/inkml+xml"/>
  <Override PartName="/ppt/ink/ink2760.xml" ContentType="application/inkml+xml"/>
  <Override PartName="/ppt/ink/ink2761.xml" ContentType="application/inkml+xml"/>
  <Override PartName="/ppt/ink/ink2762.xml" ContentType="application/inkml+xml"/>
  <Override PartName="/ppt/ink/ink2763.xml" ContentType="application/inkml+xml"/>
  <Override PartName="/ppt/ink/ink2764.xml" ContentType="application/inkml+xml"/>
  <Override PartName="/ppt/ink/ink2765.xml" ContentType="application/inkml+xml"/>
  <Override PartName="/ppt/ink/ink2766.xml" ContentType="application/inkml+xml"/>
  <Override PartName="/ppt/ink/ink2767.xml" ContentType="application/inkml+xml"/>
  <Override PartName="/ppt/ink/ink2768.xml" ContentType="application/inkml+xml"/>
  <Override PartName="/ppt/ink/ink2769.xml" ContentType="application/inkml+xml"/>
  <Override PartName="/ppt/ink/ink2770.xml" ContentType="application/inkml+xml"/>
  <Override PartName="/ppt/ink/ink2771.xml" ContentType="application/inkml+xml"/>
  <Override PartName="/ppt/ink/ink2772.xml" ContentType="application/inkml+xml"/>
  <Override PartName="/ppt/ink/ink2773.xml" ContentType="application/inkml+xml"/>
  <Override PartName="/ppt/ink/ink2774.xml" ContentType="application/inkml+xml"/>
  <Override PartName="/ppt/ink/ink2775.xml" ContentType="application/inkml+xml"/>
  <Override PartName="/ppt/ink/ink2776.xml" ContentType="application/inkml+xml"/>
  <Override PartName="/ppt/ink/ink2777.xml" ContentType="application/inkml+xml"/>
  <Override PartName="/ppt/ink/ink2778.xml" ContentType="application/inkml+xml"/>
  <Override PartName="/ppt/ink/ink2779.xml" ContentType="application/inkml+xml"/>
  <Override PartName="/ppt/ink/ink2780.xml" ContentType="application/inkml+xml"/>
  <Override PartName="/ppt/ink/ink2781.xml" ContentType="application/inkml+xml"/>
  <Override PartName="/ppt/ink/ink2782.xml" ContentType="application/inkml+xml"/>
  <Override PartName="/ppt/ink/ink2783.xml" ContentType="application/inkml+xml"/>
  <Override PartName="/ppt/ink/ink2784.xml" ContentType="application/inkml+xml"/>
  <Override PartName="/ppt/ink/ink2785.xml" ContentType="application/inkml+xml"/>
  <Override PartName="/ppt/ink/ink2786.xml" ContentType="application/inkml+xml"/>
  <Override PartName="/ppt/ink/ink2787.xml" ContentType="application/inkml+xml"/>
  <Override PartName="/ppt/ink/ink2788.xml" ContentType="application/inkml+xml"/>
  <Override PartName="/ppt/ink/ink2789.xml" ContentType="application/inkml+xml"/>
  <Override PartName="/ppt/ink/ink2790.xml" ContentType="application/inkml+xml"/>
  <Override PartName="/ppt/ink/ink2791.xml" ContentType="application/inkml+xml"/>
  <Override PartName="/ppt/ink/ink2792.xml" ContentType="application/inkml+xml"/>
  <Override PartName="/ppt/ink/ink2793.xml" ContentType="application/inkml+xml"/>
  <Override PartName="/ppt/ink/ink2794.xml" ContentType="application/inkml+xml"/>
  <Override PartName="/ppt/ink/ink2795.xml" ContentType="application/inkml+xml"/>
  <Override PartName="/ppt/ink/ink2796.xml" ContentType="application/inkml+xml"/>
  <Override PartName="/ppt/ink/ink2797.xml" ContentType="application/inkml+xml"/>
  <Override PartName="/ppt/ink/ink2798.xml" ContentType="application/inkml+xml"/>
  <Override PartName="/ppt/ink/ink2799.xml" ContentType="application/inkml+xml"/>
  <Override PartName="/ppt/ink/ink2800.xml" ContentType="application/inkml+xml"/>
  <Override PartName="/ppt/ink/ink2801.xml" ContentType="application/inkml+xml"/>
  <Override PartName="/ppt/ink/ink2802.xml" ContentType="application/inkml+xml"/>
  <Override PartName="/ppt/ink/ink2803.xml" ContentType="application/inkml+xml"/>
  <Override PartName="/ppt/ink/ink2804.xml" ContentType="application/inkml+xml"/>
  <Override PartName="/ppt/ink/ink2805.xml" ContentType="application/inkml+xml"/>
  <Override PartName="/ppt/ink/ink2806.xml" ContentType="application/inkml+xml"/>
  <Override PartName="/ppt/ink/ink2807.xml" ContentType="application/inkml+xml"/>
  <Override PartName="/ppt/ink/ink2808.xml" ContentType="application/inkml+xml"/>
  <Override PartName="/ppt/ink/ink2809.xml" ContentType="application/inkml+xml"/>
  <Override PartName="/ppt/ink/ink2810.xml" ContentType="application/inkml+xml"/>
  <Override PartName="/ppt/ink/ink2811.xml" ContentType="application/inkml+xml"/>
  <Override PartName="/ppt/ink/ink2812.xml" ContentType="application/inkml+xml"/>
  <Override PartName="/ppt/ink/ink2813.xml" ContentType="application/inkml+xml"/>
  <Override PartName="/ppt/ink/ink2814.xml" ContentType="application/inkml+xml"/>
  <Override PartName="/ppt/ink/ink2815.xml" ContentType="application/inkml+xml"/>
  <Override PartName="/ppt/ink/ink2816.xml" ContentType="application/inkml+xml"/>
  <Override PartName="/ppt/ink/ink2817.xml" ContentType="application/inkml+xml"/>
  <Override PartName="/ppt/ink/ink2818.xml" ContentType="application/inkml+xml"/>
  <Override PartName="/ppt/ink/ink2819.xml" ContentType="application/inkml+xml"/>
  <Override PartName="/ppt/ink/ink2820.xml" ContentType="application/inkml+xml"/>
  <Override PartName="/ppt/ink/ink2821.xml" ContentType="application/inkml+xml"/>
  <Override PartName="/ppt/ink/ink2822.xml" ContentType="application/inkml+xml"/>
  <Override PartName="/ppt/ink/ink2823.xml" ContentType="application/inkml+xml"/>
  <Override PartName="/ppt/ink/ink2824.xml" ContentType="application/inkml+xml"/>
  <Override PartName="/ppt/ink/ink2825.xml" ContentType="application/inkml+xml"/>
  <Override PartName="/ppt/ink/ink2826.xml" ContentType="application/inkml+xml"/>
  <Override PartName="/ppt/ink/ink2827.xml" ContentType="application/inkml+xml"/>
  <Override PartName="/ppt/ink/ink2828.xml" ContentType="application/inkml+xml"/>
  <Override PartName="/ppt/ink/ink2829.xml" ContentType="application/inkml+xml"/>
  <Override PartName="/ppt/ink/ink2830.xml" ContentType="application/inkml+xml"/>
  <Override PartName="/ppt/ink/ink2831.xml" ContentType="application/inkml+xml"/>
  <Override PartName="/ppt/ink/ink2832.xml" ContentType="application/inkml+xml"/>
  <Override PartName="/ppt/ink/ink2833.xml" ContentType="application/inkml+xml"/>
  <Override PartName="/ppt/ink/ink2834.xml" ContentType="application/inkml+xml"/>
  <Override PartName="/ppt/ink/ink2835.xml" ContentType="application/inkml+xml"/>
  <Override PartName="/ppt/ink/ink2836.xml" ContentType="application/inkml+xml"/>
  <Override PartName="/ppt/ink/ink2837.xml" ContentType="application/inkml+xml"/>
  <Override PartName="/ppt/ink/ink2838.xml" ContentType="application/inkml+xml"/>
  <Override PartName="/ppt/ink/ink2839.xml" ContentType="application/inkml+xml"/>
  <Override PartName="/ppt/ink/ink2840.xml" ContentType="application/inkml+xml"/>
  <Override PartName="/ppt/ink/ink2841.xml" ContentType="application/inkml+xml"/>
  <Override PartName="/ppt/ink/ink2842.xml" ContentType="application/inkml+xml"/>
  <Override PartName="/ppt/ink/ink2843.xml" ContentType="application/inkml+xml"/>
  <Override PartName="/ppt/ink/ink2844.xml" ContentType="application/inkml+xml"/>
  <Override PartName="/ppt/ink/ink2845.xml" ContentType="application/inkml+xml"/>
  <Override PartName="/ppt/ink/ink2846.xml" ContentType="application/inkml+xml"/>
  <Override PartName="/ppt/ink/ink2847.xml" ContentType="application/inkml+xml"/>
  <Override PartName="/ppt/ink/ink2848.xml" ContentType="application/inkml+xml"/>
  <Override PartName="/ppt/ink/ink2849.xml" ContentType="application/inkml+xml"/>
  <Override PartName="/ppt/ink/ink2850.xml" ContentType="application/inkml+xml"/>
  <Override PartName="/ppt/ink/ink2851.xml" ContentType="application/inkml+xml"/>
  <Override PartName="/ppt/ink/ink2852.xml" ContentType="application/inkml+xml"/>
  <Override PartName="/ppt/ink/ink2853.xml" ContentType="application/inkml+xml"/>
  <Override PartName="/ppt/ink/ink2854.xml" ContentType="application/inkml+xml"/>
  <Override PartName="/ppt/ink/ink2855.xml" ContentType="application/inkml+xml"/>
  <Override PartName="/ppt/ink/ink2856.xml" ContentType="application/inkml+xml"/>
  <Override PartName="/ppt/ink/ink2857.xml" ContentType="application/inkml+xml"/>
  <Override PartName="/ppt/ink/ink2858.xml" ContentType="application/inkml+xml"/>
  <Override PartName="/ppt/ink/ink2859.xml" ContentType="application/inkml+xml"/>
  <Override PartName="/ppt/ink/ink2860.xml" ContentType="application/inkml+xml"/>
  <Override PartName="/ppt/ink/ink2861.xml" ContentType="application/inkml+xml"/>
  <Override PartName="/ppt/ink/ink2862.xml" ContentType="application/inkml+xml"/>
  <Override PartName="/ppt/ink/ink2863.xml" ContentType="application/inkml+xml"/>
  <Override PartName="/ppt/ink/ink2864.xml" ContentType="application/inkml+xml"/>
  <Override PartName="/ppt/ink/ink2865.xml" ContentType="application/inkml+xml"/>
  <Override PartName="/ppt/ink/ink2866.xml" ContentType="application/inkml+xml"/>
  <Override PartName="/ppt/ink/ink2867.xml" ContentType="application/inkml+xml"/>
  <Override PartName="/ppt/ink/ink2868.xml" ContentType="application/inkml+xml"/>
  <Override PartName="/ppt/ink/ink2869.xml" ContentType="application/inkml+xml"/>
  <Override PartName="/ppt/ink/ink2870.xml" ContentType="application/inkml+xml"/>
  <Override PartName="/ppt/ink/ink2871.xml" ContentType="application/inkml+xml"/>
  <Override PartName="/ppt/ink/ink2872.xml" ContentType="application/inkml+xml"/>
  <Override PartName="/ppt/ink/ink2873.xml" ContentType="application/inkml+xml"/>
  <Override PartName="/ppt/ink/ink2874.xml" ContentType="application/inkml+xml"/>
  <Override PartName="/ppt/ink/ink2875.xml" ContentType="application/inkml+xml"/>
  <Override PartName="/ppt/ink/ink2876.xml" ContentType="application/inkml+xml"/>
  <Override PartName="/ppt/ink/ink2877.xml" ContentType="application/inkml+xml"/>
  <Override PartName="/ppt/ink/ink2878.xml" ContentType="application/inkml+xml"/>
  <Override PartName="/ppt/ink/ink2879.xml" ContentType="application/inkml+xml"/>
  <Override PartName="/ppt/ink/ink2880.xml" ContentType="application/inkml+xml"/>
  <Override PartName="/ppt/ink/ink2881.xml" ContentType="application/inkml+xml"/>
  <Override PartName="/ppt/ink/ink2882.xml" ContentType="application/inkml+xml"/>
  <Override PartName="/ppt/ink/ink2883.xml" ContentType="application/inkml+xml"/>
  <Override PartName="/ppt/ink/ink2884.xml" ContentType="application/inkml+xml"/>
  <Override PartName="/ppt/ink/ink2885.xml" ContentType="application/inkml+xml"/>
  <Override PartName="/ppt/ink/ink2886.xml" ContentType="application/inkml+xml"/>
  <Override PartName="/ppt/ink/ink2887.xml" ContentType="application/inkml+xml"/>
  <Override PartName="/ppt/ink/ink2888.xml" ContentType="application/inkml+xml"/>
  <Override PartName="/ppt/ink/ink2889.xml" ContentType="application/inkml+xml"/>
  <Override PartName="/ppt/ink/ink2890.xml" ContentType="application/inkml+xml"/>
  <Override PartName="/ppt/ink/ink2891.xml" ContentType="application/inkml+xml"/>
  <Override PartName="/ppt/ink/ink2892.xml" ContentType="application/inkml+xml"/>
  <Override PartName="/ppt/ink/ink2893.xml" ContentType="application/inkml+xml"/>
  <Override PartName="/ppt/ink/ink2894.xml" ContentType="application/inkml+xml"/>
  <Override PartName="/ppt/ink/ink2895.xml" ContentType="application/inkml+xml"/>
  <Override PartName="/ppt/ink/ink2896.xml" ContentType="application/inkml+xml"/>
  <Override PartName="/ppt/ink/ink2897.xml" ContentType="application/inkml+xml"/>
  <Override PartName="/ppt/ink/ink2898.xml" ContentType="application/inkml+xml"/>
  <Override PartName="/ppt/ink/ink2899.xml" ContentType="application/inkml+xml"/>
  <Override PartName="/ppt/ink/ink2900.xml" ContentType="application/inkml+xml"/>
  <Override PartName="/ppt/ink/ink2901.xml" ContentType="application/inkml+xml"/>
  <Override PartName="/ppt/ink/ink2902.xml" ContentType="application/inkml+xml"/>
  <Override PartName="/ppt/ink/ink2903.xml" ContentType="application/inkml+xml"/>
  <Override PartName="/ppt/ink/ink2904.xml" ContentType="application/inkml+xml"/>
  <Override PartName="/ppt/ink/ink2905.xml" ContentType="application/inkml+xml"/>
  <Override PartName="/ppt/ink/ink2906.xml" ContentType="application/inkml+xml"/>
  <Override PartName="/ppt/ink/ink2907.xml" ContentType="application/inkml+xml"/>
  <Override PartName="/ppt/ink/ink2908.xml" ContentType="application/inkml+xml"/>
  <Override PartName="/ppt/ink/ink2909.xml" ContentType="application/inkml+xml"/>
  <Override PartName="/ppt/ink/ink2910.xml" ContentType="application/inkml+xml"/>
  <Override PartName="/ppt/ink/ink2911.xml" ContentType="application/inkml+xml"/>
  <Override PartName="/ppt/ink/ink2912.xml" ContentType="application/inkml+xml"/>
  <Override PartName="/ppt/ink/ink2913.xml" ContentType="application/inkml+xml"/>
  <Override PartName="/ppt/ink/ink2914.xml" ContentType="application/inkml+xml"/>
  <Override PartName="/ppt/ink/ink2915.xml" ContentType="application/inkml+xml"/>
  <Override PartName="/ppt/ink/ink2916.xml" ContentType="application/inkml+xml"/>
  <Override PartName="/ppt/ink/ink2917.xml" ContentType="application/inkml+xml"/>
  <Override PartName="/ppt/ink/ink2918.xml" ContentType="application/inkml+xml"/>
  <Override PartName="/ppt/ink/ink2919.xml" ContentType="application/inkml+xml"/>
  <Override PartName="/ppt/ink/ink2920.xml" ContentType="application/inkml+xml"/>
  <Override PartName="/ppt/ink/ink2921.xml" ContentType="application/inkml+xml"/>
  <Override PartName="/ppt/ink/ink2922.xml" ContentType="application/inkml+xml"/>
  <Override PartName="/ppt/ink/ink2923.xml" ContentType="application/inkml+xml"/>
  <Override PartName="/ppt/ink/ink2924.xml" ContentType="application/inkml+xml"/>
  <Override PartName="/ppt/ink/ink2925.xml" ContentType="application/inkml+xml"/>
  <Override PartName="/ppt/ink/ink2926.xml" ContentType="application/inkml+xml"/>
  <Override PartName="/ppt/ink/ink2927.xml" ContentType="application/inkml+xml"/>
  <Override PartName="/ppt/ink/ink2928.xml" ContentType="application/inkml+xml"/>
  <Override PartName="/ppt/ink/ink2929.xml" ContentType="application/inkml+xml"/>
  <Override PartName="/ppt/ink/ink2930.xml" ContentType="application/inkml+xml"/>
  <Override PartName="/ppt/ink/ink2931.xml" ContentType="application/inkml+xml"/>
  <Override PartName="/ppt/ink/ink2932.xml" ContentType="application/inkml+xml"/>
  <Override PartName="/ppt/ink/ink2933.xml" ContentType="application/inkml+xml"/>
  <Override PartName="/ppt/ink/ink2934.xml" ContentType="application/inkml+xml"/>
  <Override PartName="/ppt/ink/ink2935.xml" ContentType="application/inkml+xml"/>
  <Override PartName="/ppt/ink/ink2936.xml" ContentType="application/inkml+xml"/>
  <Override PartName="/ppt/ink/ink2937.xml" ContentType="application/inkml+xml"/>
  <Override PartName="/ppt/ink/ink2938.xml" ContentType="application/inkml+xml"/>
  <Override PartName="/ppt/ink/ink2939.xml" ContentType="application/inkml+xml"/>
  <Override PartName="/ppt/ink/ink2940.xml" ContentType="application/inkml+xml"/>
  <Override PartName="/ppt/ink/ink2941.xml" ContentType="application/inkml+xml"/>
  <Override PartName="/ppt/ink/ink2942.xml" ContentType="application/inkml+xml"/>
  <Override PartName="/ppt/ink/ink2943.xml" ContentType="application/inkml+xml"/>
  <Override PartName="/ppt/ink/ink2944.xml" ContentType="application/inkml+xml"/>
  <Override PartName="/ppt/ink/ink2945.xml" ContentType="application/inkml+xml"/>
  <Override PartName="/ppt/ink/ink2946.xml" ContentType="application/inkml+xml"/>
  <Override PartName="/ppt/ink/ink2947.xml" ContentType="application/inkml+xml"/>
  <Override PartName="/ppt/ink/ink2948.xml" ContentType="application/inkml+xml"/>
  <Override PartName="/ppt/ink/ink2949.xml" ContentType="application/inkml+xml"/>
  <Override PartName="/ppt/ink/ink2950.xml" ContentType="application/inkml+xml"/>
  <Override PartName="/ppt/ink/ink2951.xml" ContentType="application/inkml+xml"/>
  <Override PartName="/ppt/ink/ink2952.xml" ContentType="application/inkml+xml"/>
  <Override PartName="/ppt/ink/ink2953.xml" ContentType="application/inkml+xml"/>
  <Override PartName="/ppt/ink/ink2954.xml" ContentType="application/inkml+xml"/>
  <Override PartName="/ppt/ink/ink2955.xml" ContentType="application/inkml+xml"/>
  <Override PartName="/ppt/ink/ink2956.xml" ContentType="application/inkml+xml"/>
  <Override PartName="/ppt/ink/ink2957.xml" ContentType="application/inkml+xml"/>
  <Override PartName="/ppt/ink/ink2958.xml" ContentType="application/inkml+xml"/>
  <Override PartName="/ppt/ink/ink2959.xml" ContentType="application/inkml+xml"/>
  <Override PartName="/ppt/ink/ink2960.xml" ContentType="application/inkml+xml"/>
  <Override PartName="/ppt/ink/ink2961.xml" ContentType="application/inkml+xml"/>
  <Override PartName="/ppt/ink/ink2962.xml" ContentType="application/inkml+xml"/>
  <Override PartName="/ppt/ink/ink2963.xml" ContentType="application/inkml+xml"/>
  <Override PartName="/ppt/ink/ink2964.xml" ContentType="application/inkml+xml"/>
  <Override PartName="/ppt/ink/ink2965.xml" ContentType="application/inkml+xml"/>
  <Override PartName="/ppt/ink/ink2966.xml" ContentType="application/inkml+xml"/>
  <Override PartName="/ppt/ink/ink2967.xml" ContentType="application/inkml+xml"/>
  <Override PartName="/ppt/ink/ink2968.xml" ContentType="application/inkml+xml"/>
  <Override PartName="/ppt/ink/ink2969.xml" ContentType="application/inkml+xml"/>
  <Override PartName="/ppt/ink/ink2970.xml" ContentType="application/inkml+xml"/>
  <Override PartName="/ppt/ink/ink2971.xml" ContentType="application/inkml+xml"/>
  <Override PartName="/ppt/ink/ink2972.xml" ContentType="application/inkml+xml"/>
  <Override PartName="/ppt/ink/ink2973.xml" ContentType="application/inkml+xml"/>
  <Override PartName="/ppt/ink/ink2974.xml" ContentType="application/inkml+xml"/>
  <Override PartName="/ppt/ink/ink2975.xml" ContentType="application/inkml+xml"/>
  <Override PartName="/ppt/ink/ink2976.xml" ContentType="application/inkml+xml"/>
  <Override PartName="/ppt/ink/ink2977.xml" ContentType="application/inkml+xml"/>
  <Override PartName="/ppt/ink/ink2978.xml" ContentType="application/inkml+xml"/>
  <Override PartName="/ppt/ink/ink2979.xml" ContentType="application/inkml+xml"/>
  <Override PartName="/ppt/ink/ink2980.xml" ContentType="application/inkml+xml"/>
  <Override PartName="/ppt/ink/ink2981.xml" ContentType="application/inkml+xml"/>
  <Override PartName="/ppt/ink/ink2982.xml" ContentType="application/inkml+xml"/>
  <Override PartName="/ppt/ink/ink2983.xml" ContentType="application/inkml+xml"/>
  <Override PartName="/ppt/ink/ink2984.xml" ContentType="application/inkml+xml"/>
  <Override PartName="/ppt/ink/ink2985.xml" ContentType="application/inkml+xml"/>
  <Override PartName="/ppt/ink/ink2986.xml" ContentType="application/inkml+xml"/>
  <Override PartName="/ppt/ink/ink2987.xml" ContentType="application/inkml+xml"/>
  <Override PartName="/ppt/ink/ink2988.xml" ContentType="application/inkml+xml"/>
  <Override PartName="/ppt/ink/ink2989.xml" ContentType="application/inkml+xml"/>
  <Override PartName="/ppt/ink/ink2990.xml" ContentType="application/inkml+xml"/>
  <Override PartName="/ppt/ink/ink2991.xml" ContentType="application/inkml+xml"/>
  <Override PartName="/ppt/ink/ink2992.xml" ContentType="application/inkml+xml"/>
  <Override PartName="/ppt/ink/ink2993.xml" ContentType="application/inkml+xml"/>
  <Override PartName="/ppt/ink/ink2994.xml" ContentType="application/inkml+xml"/>
  <Override PartName="/ppt/ink/ink2995.xml" ContentType="application/inkml+xml"/>
  <Override PartName="/ppt/ink/ink2996.xml" ContentType="application/inkml+xml"/>
  <Override PartName="/ppt/ink/ink2997.xml" ContentType="application/inkml+xml"/>
  <Override PartName="/ppt/ink/ink2998.xml" ContentType="application/inkml+xml"/>
  <Override PartName="/ppt/ink/ink2999.xml" ContentType="application/inkml+xml"/>
  <Override PartName="/ppt/ink/ink3000.xml" ContentType="application/inkml+xml"/>
  <Override PartName="/ppt/ink/ink3001.xml" ContentType="application/inkml+xml"/>
  <Override PartName="/ppt/ink/ink3002.xml" ContentType="application/inkml+xml"/>
  <Override PartName="/ppt/ink/ink3003.xml" ContentType="application/inkml+xml"/>
  <Override PartName="/ppt/ink/ink3004.xml" ContentType="application/inkml+xml"/>
  <Override PartName="/ppt/ink/ink3005.xml" ContentType="application/inkml+xml"/>
  <Override PartName="/ppt/ink/ink3006.xml" ContentType="application/inkml+xml"/>
  <Override PartName="/ppt/ink/ink3007.xml" ContentType="application/inkml+xml"/>
  <Override PartName="/ppt/ink/ink3008.xml" ContentType="application/inkml+xml"/>
  <Override PartName="/ppt/ink/ink3009.xml" ContentType="application/inkml+xml"/>
  <Override PartName="/ppt/ink/ink3010.xml" ContentType="application/inkml+xml"/>
  <Override PartName="/ppt/ink/ink3011.xml" ContentType="application/inkml+xml"/>
  <Override PartName="/ppt/ink/ink3012.xml" ContentType="application/inkml+xml"/>
  <Override PartName="/ppt/ink/ink3013.xml" ContentType="application/inkml+xml"/>
  <Override PartName="/ppt/ink/ink3014.xml" ContentType="application/inkml+xml"/>
  <Override PartName="/ppt/ink/ink3015.xml" ContentType="application/inkml+xml"/>
  <Override PartName="/ppt/ink/ink3016.xml" ContentType="application/inkml+xml"/>
  <Override PartName="/ppt/ink/ink3017.xml" ContentType="application/inkml+xml"/>
  <Override PartName="/ppt/ink/ink3018.xml" ContentType="application/inkml+xml"/>
  <Override PartName="/ppt/ink/ink3019.xml" ContentType="application/inkml+xml"/>
  <Override PartName="/ppt/ink/ink3020.xml" ContentType="application/inkml+xml"/>
  <Override PartName="/ppt/ink/ink3021.xml" ContentType="application/inkml+xml"/>
  <Override PartName="/ppt/ink/ink3022.xml" ContentType="application/inkml+xml"/>
  <Override PartName="/ppt/ink/ink3023.xml" ContentType="application/inkml+xml"/>
  <Override PartName="/ppt/ink/ink3024.xml" ContentType="application/inkml+xml"/>
  <Override PartName="/ppt/ink/ink3025.xml" ContentType="application/inkml+xml"/>
  <Override PartName="/ppt/ink/ink3026.xml" ContentType="application/inkml+xml"/>
  <Override PartName="/ppt/ink/ink3027.xml" ContentType="application/inkml+xml"/>
  <Override PartName="/ppt/ink/ink3028.xml" ContentType="application/inkml+xml"/>
  <Override PartName="/ppt/ink/ink3029.xml" ContentType="application/inkml+xml"/>
  <Override PartName="/ppt/ink/ink3030.xml" ContentType="application/inkml+xml"/>
  <Override PartName="/ppt/ink/ink3031.xml" ContentType="application/inkml+xml"/>
  <Override PartName="/ppt/ink/ink3032.xml" ContentType="application/inkml+xml"/>
  <Override PartName="/ppt/ink/ink3033.xml" ContentType="application/inkml+xml"/>
  <Override PartName="/ppt/ink/ink3034.xml" ContentType="application/inkml+xml"/>
  <Override PartName="/ppt/ink/ink3035.xml" ContentType="application/inkml+xml"/>
  <Override PartName="/ppt/ink/ink3036.xml" ContentType="application/inkml+xml"/>
  <Override PartName="/ppt/ink/ink3037.xml" ContentType="application/inkml+xml"/>
  <Override PartName="/ppt/ink/ink3038.xml" ContentType="application/inkml+xml"/>
  <Override PartName="/ppt/ink/ink3039.xml" ContentType="application/inkml+xml"/>
  <Override PartName="/ppt/ink/ink3040.xml" ContentType="application/inkml+xml"/>
  <Override PartName="/ppt/ink/ink3041.xml" ContentType="application/inkml+xml"/>
  <Override PartName="/ppt/ink/ink3042.xml" ContentType="application/inkml+xml"/>
  <Override PartName="/ppt/ink/ink3043.xml" ContentType="application/inkml+xml"/>
  <Override PartName="/ppt/ink/ink3044.xml" ContentType="application/inkml+xml"/>
  <Override PartName="/ppt/ink/ink3045.xml" ContentType="application/inkml+xml"/>
  <Override PartName="/ppt/ink/ink3046.xml" ContentType="application/inkml+xml"/>
  <Override PartName="/ppt/ink/ink3047.xml" ContentType="application/inkml+xml"/>
  <Override PartName="/ppt/ink/ink3048.xml" ContentType="application/inkml+xml"/>
  <Override PartName="/ppt/ink/ink3049.xml" ContentType="application/inkml+xml"/>
  <Override PartName="/ppt/ink/ink3050.xml" ContentType="application/inkml+xml"/>
  <Override PartName="/ppt/ink/ink3051.xml" ContentType="application/inkml+xml"/>
  <Override PartName="/ppt/ink/ink3052.xml" ContentType="application/inkml+xml"/>
  <Override PartName="/ppt/ink/ink3053.xml" ContentType="application/inkml+xml"/>
  <Override PartName="/ppt/ink/ink3054.xml" ContentType="application/inkml+xml"/>
  <Override PartName="/ppt/ink/ink3055.xml" ContentType="application/inkml+xml"/>
  <Override PartName="/ppt/ink/ink3056.xml" ContentType="application/inkml+xml"/>
  <Override PartName="/ppt/ink/ink3057.xml" ContentType="application/inkml+xml"/>
  <Override PartName="/ppt/ink/ink3058.xml" ContentType="application/inkml+xml"/>
  <Override PartName="/ppt/ink/ink3059.xml" ContentType="application/inkml+xml"/>
  <Override PartName="/ppt/ink/ink3060.xml" ContentType="application/inkml+xml"/>
  <Override PartName="/ppt/ink/ink3061.xml" ContentType="application/inkml+xml"/>
  <Override PartName="/ppt/ink/ink3062.xml" ContentType="application/inkml+xml"/>
  <Override PartName="/ppt/ink/ink3063.xml" ContentType="application/inkml+xml"/>
  <Override PartName="/ppt/ink/ink3064.xml" ContentType="application/inkml+xml"/>
  <Override PartName="/ppt/ink/ink3065.xml" ContentType="application/inkml+xml"/>
  <Override PartName="/ppt/ink/ink3066.xml" ContentType="application/inkml+xml"/>
  <Override PartName="/ppt/ink/ink3067.xml" ContentType="application/inkml+xml"/>
  <Override PartName="/ppt/ink/ink3068.xml" ContentType="application/inkml+xml"/>
  <Override PartName="/ppt/ink/ink3069.xml" ContentType="application/inkml+xml"/>
  <Override PartName="/ppt/ink/ink3070.xml" ContentType="application/inkml+xml"/>
  <Override PartName="/ppt/ink/ink3071.xml" ContentType="application/inkml+xml"/>
  <Override PartName="/ppt/ink/ink3072.xml" ContentType="application/inkml+xml"/>
  <Override PartName="/ppt/ink/ink3073.xml" ContentType="application/inkml+xml"/>
  <Override PartName="/ppt/ink/ink3074.xml" ContentType="application/inkml+xml"/>
  <Override PartName="/ppt/ink/ink3075.xml" ContentType="application/inkml+xml"/>
  <Override PartName="/ppt/ink/ink3076.xml" ContentType="application/inkml+xml"/>
  <Override PartName="/ppt/ink/ink3077.xml" ContentType="application/inkml+xml"/>
  <Override PartName="/ppt/ink/ink3078.xml" ContentType="application/inkml+xml"/>
  <Override PartName="/ppt/ink/ink3079.xml" ContentType="application/inkml+xml"/>
  <Override PartName="/ppt/ink/ink3080.xml" ContentType="application/inkml+xml"/>
  <Override PartName="/ppt/ink/ink3081.xml" ContentType="application/inkml+xml"/>
  <Override PartName="/ppt/ink/ink3082.xml" ContentType="application/inkml+xml"/>
  <Override PartName="/ppt/ink/ink3083.xml" ContentType="application/inkml+xml"/>
  <Override PartName="/ppt/ink/ink3084.xml" ContentType="application/inkml+xml"/>
  <Override PartName="/ppt/ink/ink3085.xml" ContentType="application/inkml+xml"/>
  <Override PartName="/ppt/ink/ink3086.xml" ContentType="application/inkml+xml"/>
  <Override PartName="/ppt/ink/ink3087.xml" ContentType="application/inkml+xml"/>
  <Override PartName="/ppt/ink/ink3088.xml" ContentType="application/inkml+xml"/>
  <Override PartName="/ppt/ink/ink3089.xml" ContentType="application/inkml+xml"/>
  <Override PartName="/ppt/ink/ink3090.xml" ContentType="application/inkml+xml"/>
  <Override PartName="/ppt/ink/ink3091.xml" ContentType="application/inkml+xml"/>
  <Override PartName="/ppt/ink/ink3092.xml" ContentType="application/inkml+xml"/>
  <Override PartName="/ppt/ink/ink3093.xml" ContentType="application/inkml+xml"/>
  <Override PartName="/ppt/ink/ink3094.xml" ContentType="application/inkml+xml"/>
  <Override PartName="/ppt/ink/ink3095.xml" ContentType="application/inkml+xml"/>
  <Override PartName="/ppt/ink/ink3096.xml" ContentType="application/inkml+xml"/>
  <Override PartName="/ppt/ink/ink3097.xml" ContentType="application/inkml+xml"/>
  <Override PartName="/ppt/ink/ink3098.xml" ContentType="application/inkml+xml"/>
  <Override PartName="/ppt/ink/ink3099.xml" ContentType="application/inkml+xml"/>
  <Override PartName="/ppt/ink/ink3100.xml" ContentType="application/inkml+xml"/>
  <Override PartName="/ppt/ink/ink3101.xml" ContentType="application/inkml+xml"/>
  <Override PartName="/ppt/ink/ink3102.xml" ContentType="application/inkml+xml"/>
  <Override PartName="/ppt/ink/ink3103.xml" ContentType="application/inkml+xml"/>
  <Override PartName="/ppt/ink/ink3104.xml" ContentType="application/inkml+xml"/>
  <Override PartName="/ppt/ink/ink3105.xml" ContentType="application/inkml+xml"/>
  <Override PartName="/ppt/ink/ink3106.xml" ContentType="application/inkml+xml"/>
  <Override PartName="/ppt/ink/ink3107.xml" ContentType="application/inkml+xml"/>
  <Override PartName="/ppt/ink/ink3108.xml" ContentType="application/inkml+xml"/>
  <Override PartName="/ppt/ink/ink3109.xml" ContentType="application/inkml+xml"/>
  <Override PartName="/ppt/ink/ink3110.xml" ContentType="application/inkml+xml"/>
  <Override PartName="/ppt/ink/ink3111.xml" ContentType="application/inkml+xml"/>
  <Override PartName="/ppt/ink/ink3112.xml" ContentType="application/inkml+xml"/>
  <Override PartName="/ppt/ink/ink3113.xml" ContentType="application/inkml+xml"/>
  <Override PartName="/ppt/ink/ink3114.xml" ContentType="application/inkml+xml"/>
  <Override PartName="/ppt/ink/ink3115.xml" ContentType="application/inkml+xml"/>
  <Override PartName="/ppt/ink/ink3116.xml" ContentType="application/inkml+xml"/>
  <Override PartName="/ppt/ink/ink3117.xml" ContentType="application/inkml+xml"/>
  <Override PartName="/ppt/ink/ink3118.xml" ContentType="application/inkml+xml"/>
  <Override PartName="/ppt/ink/ink3119.xml" ContentType="application/inkml+xml"/>
  <Override PartName="/ppt/ink/ink3120.xml" ContentType="application/inkml+xml"/>
  <Override PartName="/ppt/ink/ink3121.xml" ContentType="application/inkml+xml"/>
  <Override PartName="/ppt/ink/ink3122.xml" ContentType="application/inkml+xml"/>
  <Override PartName="/ppt/ink/ink3123.xml" ContentType="application/inkml+xml"/>
  <Override PartName="/ppt/ink/ink3124.xml" ContentType="application/inkml+xml"/>
  <Override PartName="/ppt/ink/ink3125.xml" ContentType="application/inkml+xml"/>
  <Override PartName="/ppt/ink/ink3126.xml" ContentType="application/inkml+xml"/>
  <Override PartName="/ppt/ink/ink3127.xml" ContentType="application/inkml+xml"/>
  <Override PartName="/ppt/ink/ink3128.xml" ContentType="application/inkml+xml"/>
  <Override PartName="/ppt/ink/ink3129.xml" ContentType="application/inkml+xml"/>
  <Override PartName="/ppt/ink/ink3130.xml" ContentType="application/inkml+xml"/>
  <Override PartName="/ppt/ink/ink3131.xml" ContentType="application/inkml+xml"/>
  <Override PartName="/ppt/ink/ink3132.xml" ContentType="application/inkml+xml"/>
  <Override PartName="/ppt/ink/ink3133.xml" ContentType="application/inkml+xml"/>
  <Override PartName="/ppt/ink/ink3134.xml" ContentType="application/inkml+xml"/>
  <Override PartName="/ppt/ink/ink3135.xml" ContentType="application/inkml+xml"/>
  <Override PartName="/ppt/ink/ink3136.xml" ContentType="application/inkml+xml"/>
  <Override PartName="/ppt/ink/ink3137.xml" ContentType="application/inkml+xml"/>
  <Override PartName="/ppt/ink/ink3138.xml" ContentType="application/inkml+xml"/>
  <Override PartName="/ppt/ink/ink3139.xml" ContentType="application/inkml+xml"/>
  <Override PartName="/ppt/ink/ink3140.xml" ContentType="application/inkml+xml"/>
  <Override PartName="/ppt/ink/ink3141.xml" ContentType="application/inkml+xml"/>
  <Override PartName="/ppt/ink/ink3142.xml" ContentType="application/inkml+xml"/>
  <Override PartName="/ppt/ink/ink3143.xml" ContentType="application/inkml+xml"/>
  <Override PartName="/ppt/ink/ink3144.xml" ContentType="application/inkml+xml"/>
  <Override PartName="/ppt/ink/ink3145.xml" ContentType="application/inkml+xml"/>
  <Override PartName="/ppt/ink/ink3146.xml" ContentType="application/inkml+xml"/>
  <Override PartName="/ppt/ink/ink3147.xml" ContentType="application/inkml+xml"/>
  <Override PartName="/ppt/ink/ink3148.xml" ContentType="application/inkml+xml"/>
  <Override PartName="/ppt/ink/ink3149.xml" ContentType="application/inkml+xml"/>
  <Override PartName="/ppt/ink/ink3150.xml" ContentType="application/inkml+xml"/>
  <Override PartName="/ppt/ink/ink3151.xml" ContentType="application/inkml+xml"/>
  <Override PartName="/ppt/ink/ink3152.xml" ContentType="application/inkml+xml"/>
  <Override PartName="/ppt/ink/ink3153.xml" ContentType="application/inkml+xml"/>
  <Override PartName="/ppt/ink/ink3154.xml" ContentType="application/inkml+xml"/>
  <Override PartName="/ppt/ink/ink3155.xml" ContentType="application/inkml+xml"/>
  <Override PartName="/ppt/ink/ink3156.xml" ContentType="application/inkml+xml"/>
  <Override PartName="/ppt/ink/ink3157.xml" ContentType="application/inkml+xml"/>
  <Override PartName="/ppt/ink/ink3158.xml" ContentType="application/inkml+xml"/>
  <Override PartName="/ppt/ink/ink3159.xml" ContentType="application/inkml+xml"/>
  <Override PartName="/ppt/ink/ink3160.xml" ContentType="application/inkml+xml"/>
  <Override PartName="/ppt/ink/ink3161.xml" ContentType="application/inkml+xml"/>
  <Override PartName="/ppt/ink/ink3162.xml" ContentType="application/inkml+xml"/>
  <Override PartName="/ppt/ink/ink3163.xml" ContentType="application/inkml+xml"/>
  <Override PartName="/ppt/ink/ink3164.xml" ContentType="application/inkml+xml"/>
  <Override PartName="/ppt/ink/ink3165.xml" ContentType="application/inkml+xml"/>
  <Override PartName="/ppt/ink/ink3166.xml" ContentType="application/inkml+xml"/>
  <Override PartName="/ppt/ink/ink3167.xml" ContentType="application/inkml+xml"/>
  <Override PartName="/ppt/ink/ink3168.xml" ContentType="application/inkml+xml"/>
  <Override PartName="/ppt/ink/ink3169.xml" ContentType="application/inkml+xml"/>
  <Override PartName="/ppt/ink/ink3170.xml" ContentType="application/inkml+xml"/>
  <Override PartName="/ppt/ink/ink3171.xml" ContentType="application/inkml+xml"/>
  <Override PartName="/ppt/ink/ink3172.xml" ContentType="application/inkml+xml"/>
  <Override PartName="/ppt/ink/ink3173.xml" ContentType="application/inkml+xml"/>
  <Override PartName="/ppt/ink/ink3174.xml" ContentType="application/inkml+xml"/>
  <Override PartName="/ppt/ink/ink3175.xml" ContentType="application/inkml+xml"/>
  <Override PartName="/ppt/ink/ink3176.xml" ContentType="application/inkml+xml"/>
  <Override PartName="/ppt/ink/ink3177.xml" ContentType="application/inkml+xml"/>
  <Override PartName="/ppt/ink/ink3178.xml" ContentType="application/inkml+xml"/>
  <Override PartName="/ppt/ink/ink3179.xml" ContentType="application/inkml+xml"/>
  <Override PartName="/ppt/ink/ink3180.xml" ContentType="application/inkml+xml"/>
  <Override PartName="/ppt/ink/ink3181.xml" ContentType="application/inkml+xml"/>
  <Override PartName="/ppt/ink/ink3182.xml" ContentType="application/inkml+xml"/>
  <Override PartName="/ppt/ink/ink3183.xml" ContentType="application/inkml+xml"/>
  <Override PartName="/ppt/ink/ink3184.xml" ContentType="application/inkml+xml"/>
  <Override PartName="/ppt/ink/ink3185.xml" ContentType="application/inkml+xml"/>
  <Override PartName="/ppt/ink/ink3186.xml" ContentType="application/inkml+xml"/>
  <Override PartName="/ppt/ink/ink3187.xml" ContentType="application/inkml+xml"/>
  <Override PartName="/ppt/ink/ink3188.xml" ContentType="application/inkml+xml"/>
  <Override PartName="/ppt/ink/ink3189.xml" ContentType="application/inkml+xml"/>
  <Override PartName="/ppt/ink/ink3190.xml" ContentType="application/inkml+xml"/>
  <Override PartName="/ppt/ink/ink3191.xml" ContentType="application/inkml+xml"/>
  <Override PartName="/ppt/ink/ink3192.xml" ContentType="application/inkml+xml"/>
  <Override PartName="/ppt/ink/ink3193.xml" ContentType="application/inkml+xml"/>
  <Override PartName="/ppt/ink/ink3194.xml" ContentType="application/inkml+xml"/>
  <Override PartName="/ppt/ink/ink3195.xml" ContentType="application/inkml+xml"/>
  <Override PartName="/ppt/ink/ink3196.xml" ContentType="application/inkml+xml"/>
  <Override PartName="/ppt/ink/ink3197.xml" ContentType="application/inkml+xml"/>
  <Override PartName="/ppt/ink/ink3198.xml" ContentType="application/inkml+xml"/>
  <Override PartName="/ppt/ink/ink3199.xml" ContentType="application/inkml+xml"/>
  <Override PartName="/ppt/ink/ink3200.xml" ContentType="application/inkml+xml"/>
  <Override PartName="/ppt/ink/ink3201.xml" ContentType="application/inkml+xml"/>
  <Override PartName="/ppt/ink/ink3202.xml" ContentType="application/inkml+xml"/>
  <Override PartName="/ppt/ink/ink3203.xml" ContentType="application/inkml+xml"/>
  <Override PartName="/ppt/ink/ink3204.xml" ContentType="application/inkml+xml"/>
  <Override PartName="/ppt/ink/ink3205.xml" ContentType="application/inkml+xml"/>
  <Override PartName="/ppt/ink/ink3206.xml" ContentType="application/inkml+xml"/>
  <Override PartName="/ppt/ink/ink3207.xml" ContentType="application/inkml+xml"/>
  <Override PartName="/ppt/ink/ink3208.xml" ContentType="application/inkml+xml"/>
  <Override PartName="/ppt/ink/ink3209.xml" ContentType="application/inkml+xml"/>
  <Override PartName="/ppt/ink/ink3210.xml" ContentType="application/inkml+xml"/>
  <Override PartName="/ppt/ink/ink3211.xml" ContentType="application/inkml+xml"/>
  <Override PartName="/ppt/ink/ink3212.xml" ContentType="application/inkml+xml"/>
  <Override PartName="/ppt/ink/ink3213.xml" ContentType="application/inkml+xml"/>
  <Override PartName="/ppt/ink/ink3214.xml" ContentType="application/inkml+xml"/>
  <Override PartName="/ppt/ink/ink3215.xml" ContentType="application/inkml+xml"/>
  <Override PartName="/ppt/ink/ink3216.xml" ContentType="application/inkml+xml"/>
  <Override PartName="/ppt/ink/ink3217.xml" ContentType="application/inkml+xml"/>
  <Override PartName="/ppt/ink/ink3218.xml" ContentType="application/inkml+xml"/>
  <Override PartName="/ppt/ink/ink3219.xml" ContentType="application/inkml+xml"/>
  <Override PartName="/ppt/ink/ink3220.xml" ContentType="application/inkml+xml"/>
  <Override PartName="/ppt/ink/ink3221.xml" ContentType="application/inkml+xml"/>
  <Override PartName="/ppt/ink/ink3222.xml" ContentType="application/inkml+xml"/>
  <Override PartName="/ppt/ink/ink3223.xml" ContentType="application/inkml+xml"/>
  <Override PartName="/ppt/ink/ink3224.xml" ContentType="application/inkml+xml"/>
  <Override PartName="/ppt/ink/ink3225.xml" ContentType="application/inkml+xml"/>
  <Override PartName="/ppt/ink/ink3226.xml" ContentType="application/inkml+xml"/>
  <Override PartName="/ppt/ink/ink3227.xml" ContentType="application/inkml+xml"/>
  <Override PartName="/ppt/ink/ink3228.xml" ContentType="application/inkml+xml"/>
  <Override PartName="/ppt/ink/ink3229.xml" ContentType="application/inkml+xml"/>
  <Override PartName="/ppt/ink/ink3230.xml" ContentType="application/inkml+xml"/>
  <Override PartName="/ppt/ink/ink3231.xml" ContentType="application/inkml+xml"/>
  <Override PartName="/ppt/ink/ink3232.xml" ContentType="application/inkml+xml"/>
  <Override PartName="/ppt/ink/ink3233.xml" ContentType="application/inkml+xml"/>
  <Override PartName="/ppt/ink/ink3234.xml" ContentType="application/inkml+xml"/>
  <Override PartName="/ppt/ink/ink3235.xml" ContentType="application/inkml+xml"/>
  <Override PartName="/ppt/ink/ink3236.xml" ContentType="application/inkml+xml"/>
  <Override PartName="/ppt/ink/ink3237.xml" ContentType="application/inkml+xml"/>
  <Override PartName="/ppt/ink/ink3238.xml" ContentType="application/inkml+xml"/>
  <Override PartName="/ppt/ink/ink3239.xml" ContentType="application/inkml+xml"/>
  <Override PartName="/ppt/ink/ink3240.xml" ContentType="application/inkml+xml"/>
  <Override PartName="/ppt/ink/ink3241.xml" ContentType="application/inkml+xml"/>
  <Override PartName="/ppt/ink/ink3242.xml" ContentType="application/inkml+xml"/>
  <Override PartName="/ppt/ink/ink3243.xml" ContentType="application/inkml+xml"/>
  <Override PartName="/ppt/ink/ink3244.xml" ContentType="application/inkml+xml"/>
  <Override PartName="/ppt/ink/ink3245.xml" ContentType="application/inkml+xml"/>
  <Override PartName="/ppt/ink/ink3246.xml" ContentType="application/inkml+xml"/>
  <Override PartName="/ppt/ink/ink3247.xml" ContentType="application/inkml+xml"/>
  <Override PartName="/ppt/ink/ink3248.xml" ContentType="application/inkml+xml"/>
  <Override PartName="/ppt/ink/ink3249.xml" ContentType="application/inkml+xml"/>
  <Override PartName="/ppt/ink/ink3250.xml" ContentType="application/inkml+xml"/>
  <Override PartName="/ppt/ink/ink3251.xml" ContentType="application/inkml+xml"/>
  <Override PartName="/ppt/ink/ink3252.xml" ContentType="application/inkml+xml"/>
  <Override PartName="/ppt/ink/ink3253.xml" ContentType="application/inkml+xml"/>
  <Override PartName="/ppt/ink/ink3254.xml" ContentType="application/inkml+xml"/>
  <Override PartName="/ppt/ink/ink3255.xml" ContentType="application/inkml+xml"/>
  <Override PartName="/ppt/ink/ink3256.xml" ContentType="application/inkml+xml"/>
  <Override PartName="/ppt/ink/ink3257.xml" ContentType="application/inkml+xml"/>
  <Override PartName="/ppt/ink/ink3258.xml" ContentType="application/inkml+xml"/>
  <Override PartName="/ppt/ink/ink3259.xml" ContentType="application/inkml+xml"/>
  <Override PartName="/ppt/ink/ink3260.xml" ContentType="application/inkml+xml"/>
  <Override PartName="/ppt/ink/ink3261.xml" ContentType="application/inkml+xml"/>
  <Override PartName="/ppt/ink/ink3262.xml" ContentType="application/inkml+xml"/>
  <Override PartName="/ppt/ink/ink3263.xml" ContentType="application/inkml+xml"/>
  <Override PartName="/ppt/ink/ink3264.xml" ContentType="application/inkml+xml"/>
  <Override PartName="/ppt/ink/ink3265.xml" ContentType="application/inkml+xml"/>
  <Override PartName="/ppt/ink/ink3266.xml" ContentType="application/inkml+xml"/>
  <Override PartName="/ppt/ink/ink3267.xml" ContentType="application/inkml+xml"/>
  <Override PartName="/ppt/ink/ink3268.xml" ContentType="application/inkml+xml"/>
  <Override PartName="/ppt/ink/ink3269.xml" ContentType="application/inkml+xml"/>
  <Override PartName="/ppt/ink/ink3270.xml" ContentType="application/inkml+xml"/>
  <Override PartName="/ppt/ink/ink3271.xml" ContentType="application/inkml+xml"/>
  <Override PartName="/ppt/ink/ink3272.xml" ContentType="application/inkml+xml"/>
  <Override PartName="/ppt/ink/ink3273.xml" ContentType="application/inkml+xml"/>
  <Override PartName="/ppt/ink/ink3274.xml" ContentType="application/inkml+xml"/>
  <Override PartName="/ppt/ink/ink3275.xml" ContentType="application/inkml+xml"/>
  <Override PartName="/ppt/ink/ink3276.xml" ContentType="application/inkml+xml"/>
  <Override PartName="/ppt/ink/ink3277.xml" ContentType="application/inkml+xml"/>
  <Override PartName="/ppt/ink/ink3278.xml" ContentType="application/inkml+xml"/>
  <Override PartName="/ppt/ink/ink3279.xml" ContentType="application/inkml+xml"/>
  <Override PartName="/ppt/ink/ink3280.xml" ContentType="application/inkml+xml"/>
  <Override PartName="/ppt/ink/ink3281.xml" ContentType="application/inkml+xml"/>
  <Override PartName="/ppt/ink/ink3282.xml" ContentType="application/inkml+xml"/>
  <Override PartName="/ppt/ink/ink3283.xml" ContentType="application/inkml+xml"/>
  <Override PartName="/ppt/ink/ink3284.xml" ContentType="application/inkml+xml"/>
  <Override PartName="/ppt/ink/ink3285.xml" ContentType="application/inkml+xml"/>
  <Override PartName="/ppt/ink/ink3286.xml" ContentType="application/inkml+xml"/>
  <Override PartName="/ppt/ink/ink3287.xml" ContentType="application/inkml+xml"/>
  <Override PartName="/ppt/ink/ink3288.xml" ContentType="application/inkml+xml"/>
  <Override PartName="/ppt/ink/ink3289.xml" ContentType="application/inkml+xml"/>
  <Override PartName="/ppt/ink/ink3290.xml" ContentType="application/inkml+xml"/>
  <Override PartName="/ppt/ink/ink3291.xml" ContentType="application/inkml+xml"/>
  <Override PartName="/ppt/ink/ink3292.xml" ContentType="application/inkml+xml"/>
  <Override PartName="/ppt/ink/ink3293.xml" ContentType="application/inkml+xml"/>
  <Override PartName="/ppt/ink/ink3294.xml" ContentType="application/inkml+xml"/>
  <Override PartName="/ppt/ink/ink3295.xml" ContentType="application/inkml+xml"/>
  <Override PartName="/ppt/ink/ink3296.xml" ContentType="application/inkml+xml"/>
  <Override PartName="/ppt/ink/ink3297.xml" ContentType="application/inkml+xml"/>
  <Override PartName="/ppt/ink/ink3298.xml" ContentType="application/inkml+xml"/>
  <Override PartName="/ppt/ink/ink3299.xml" ContentType="application/inkml+xml"/>
  <Override PartName="/ppt/ink/ink3300.xml" ContentType="application/inkml+xml"/>
  <Override PartName="/ppt/ink/ink3301.xml" ContentType="application/inkml+xml"/>
  <Override PartName="/ppt/ink/ink3302.xml" ContentType="application/inkml+xml"/>
  <Override PartName="/ppt/ink/ink3303.xml" ContentType="application/inkml+xml"/>
  <Override PartName="/ppt/ink/ink3304.xml" ContentType="application/inkml+xml"/>
  <Override PartName="/ppt/ink/ink3305.xml" ContentType="application/inkml+xml"/>
  <Override PartName="/ppt/ink/ink3306.xml" ContentType="application/inkml+xml"/>
  <Override PartName="/ppt/ink/ink3307.xml" ContentType="application/inkml+xml"/>
  <Override PartName="/ppt/ink/ink3308.xml" ContentType="application/inkml+xml"/>
  <Override PartName="/ppt/ink/ink3309.xml" ContentType="application/inkml+xml"/>
  <Override PartName="/ppt/ink/ink3310.xml" ContentType="application/inkml+xml"/>
  <Override PartName="/ppt/ink/ink3311.xml" ContentType="application/inkml+xml"/>
  <Override PartName="/ppt/ink/ink3312.xml" ContentType="application/inkml+xml"/>
  <Override PartName="/ppt/ink/ink3313.xml" ContentType="application/inkml+xml"/>
  <Override PartName="/ppt/ink/ink3314.xml" ContentType="application/inkml+xml"/>
  <Override PartName="/ppt/ink/ink3315.xml" ContentType="application/inkml+xml"/>
  <Override PartName="/ppt/ink/ink3316.xml" ContentType="application/inkml+xml"/>
  <Override PartName="/ppt/ink/ink3317.xml" ContentType="application/inkml+xml"/>
  <Override PartName="/ppt/ink/ink3318.xml" ContentType="application/inkml+xml"/>
  <Override PartName="/ppt/ink/ink3319.xml" ContentType="application/inkml+xml"/>
  <Override PartName="/ppt/ink/ink3320.xml" ContentType="application/inkml+xml"/>
  <Override PartName="/ppt/ink/ink3321.xml" ContentType="application/inkml+xml"/>
  <Override PartName="/ppt/ink/ink3322.xml" ContentType="application/inkml+xml"/>
  <Override PartName="/ppt/ink/ink3323.xml" ContentType="application/inkml+xml"/>
  <Override PartName="/ppt/ink/ink3324.xml" ContentType="application/inkml+xml"/>
  <Override PartName="/ppt/ink/ink3325.xml" ContentType="application/inkml+xml"/>
  <Override PartName="/ppt/ink/ink3326.xml" ContentType="application/inkml+xml"/>
  <Override PartName="/ppt/ink/ink3327.xml" ContentType="application/inkml+xml"/>
  <Override PartName="/ppt/ink/ink3328.xml" ContentType="application/inkml+xml"/>
  <Override PartName="/ppt/ink/ink3329.xml" ContentType="application/inkml+xml"/>
  <Override PartName="/ppt/ink/ink3330.xml" ContentType="application/inkml+xml"/>
  <Override PartName="/ppt/ink/ink3331.xml" ContentType="application/inkml+xml"/>
  <Override PartName="/ppt/ink/ink3332.xml" ContentType="application/inkml+xml"/>
  <Override PartName="/ppt/ink/ink3333.xml" ContentType="application/inkml+xml"/>
  <Override PartName="/ppt/ink/ink3334.xml" ContentType="application/inkml+xml"/>
  <Override PartName="/ppt/ink/ink3335.xml" ContentType="application/inkml+xml"/>
  <Override PartName="/ppt/ink/ink3336.xml" ContentType="application/inkml+xml"/>
  <Override PartName="/ppt/ink/ink3337.xml" ContentType="application/inkml+xml"/>
  <Override PartName="/ppt/ink/ink3338.xml" ContentType="application/inkml+xml"/>
  <Override PartName="/ppt/ink/ink3339.xml" ContentType="application/inkml+xml"/>
  <Override PartName="/ppt/ink/ink3340.xml" ContentType="application/inkml+xml"/>
  <Override PartName="/ppt/ink/ink3341.xml" ContentType="application/inkml+xml"/>
  <Override PartName="/ppt/ink/ink3342.xml" ContentType="application/inkml+xml"/>
  <Override PartName="/ppt/ink/ink3343.xml" ContentType="application/inkml+xml"/>
  <Override PartName="/ppt/ink/ink3344.xml" ContentType="application/inkml+xml"/>
  <Override PartName="/ppt/ink/ink3345.xml" ContentType="application/inkml+xml"/>
  <Override PartName="/ppt/ink/ink3346.xml" ContentType="application/inkml+xml"/>
  <Override PartName="/ppt/ink/ink3347.xml" ContentType="application/inkml+xml"/>
  <Override PartName="/ppt/ink/ink3348.xml" ContentType="application/inkml+xml"/>
  <Override PartName="/ppt/ink/ink3349.xml" ContentType="application/inkml+xml"/>
  <Override PartName="/ppt/ink/ink3350.xml" ContentType="application/inkml+xml"/>
  <Override PartName="/ppt/ink/ink3351.xml" ContentType="application/inkml+xml"/>
  <Override PartName="/ppt/ink/ink3352.xml" ContentType="application/inkml+xml"/>
  <Override PartName="/ppt/ink/ink3353.xml" ContentType="application/inkml+xml"/>
  <Override PartName="/ppt/ink/ink3354.xml" ContentType="application/inkml+xml"/>
  <Override PartName="/ppt/ink/ink3355.xml" ContentType="application/inkml+xml"/>
  <Override PartName="/ppt/ink/ink3356.xml" ContentType="application/inkml+xml"/>
  <Override PartName="/ppt/ink/ink3357.xml" ContentType="application/inkml+xml"/>
  <Override PartName="/ppt/ink/ink3358.xml" ContentType="application/inkml+xml"/>
  <Override PartName="/ppt/ink/ink3359.xml" ContentType="application/inkml+xml"/>
  <Override PartName="/ppt/ink/ink3360.xml" ContentType="application/inkml+xml"/>
  <Override PartName="/ppt/ink/ink3361.xml" ContentType="application/inkml+xml"/>
  <Override PartName="/ppt/ink/ink3362.xml" ContentType="application/inkml+xml"/>
  <Override PartName="/ppt/ink/ink3363.xml" ContentType="application/inkml+xml"/>
  <Override PartName="/ppt/ink/ink3364.xml" ContentType="application/inkml+xml"/>
  <Override PartName="/ppt/ink/ink3365.xml" ContentType="application/inkml+xml"/>
  <Override PartName="/ppt/ink/ink3366.xml" ContentType="application/inkml+xml"/>
  <Override PartName="/ppt/ink/ink3367.xml" ContentType="application/inkml+xml"/>
  <Override PartName="/ppt/ink/ink3368.xml" ContentType="application/inkml+xml"/>
  <Override PartName="/ppt/ink/ink3369.xml" ContentType="application/inkml+xml"/>
  <Override PartName="/ppt/ink/ink3370.xml" ContentType="application/inkml+xml"/>
  <Override PartName="/ppt/ink/ink3371.xml" ContentType="application/inkml+xml"/>
  <Override PartName="/ppt/ink/ink3372.xml" ContentType="application/inkml+xml"/>
  <Override PartName="/ppt/ink/ink3373.xml" ContentType="application/inkml+xml"/>
  <Override PartName="/ppt/ink/ink3374.xml" ContentType="application/inkml+xml"/>
  <Override PartName="/ppt/ink/ink3375.xml" ContentType="application/inkml+xml"/>
  <Override PartName="/ppt/ink/ink3376.xml" ContentType="application/inkml+xml"/>
  <Override PartName="/ppt/ink/ink3377.xml" ContentType="application/inkml+xml"/>
  <Override PartName="/ppt/ink/ink3378.xml" ContentType="application/inkml+xml"/>
  <Override PartName="/ppt/ink/ink3379.xml" ContentType="application/inkml+xml"/>
  <Override PartName="/ppt/ink/ink3380.xml" ContentType="application/inkml+xml"/>
  <Override PartName="/ppt/ink/ink3381.xml" ContentType="application/inkml+xml"/>
  <Override PartName="/ppt/ink/ink3382.xml" ContentType="application/inkml+xml"/>
  <Override PartName="/ppt/ink/ink3383.xml" ContentType="application/inkml+xml"/>
  <Override PartName="/ppt/ink/ink3384.xml" ContentType="application/inkml+xml"/>
  <Override PartName="/ppt/ink/ink3385.xml" ContentType="application/inkml+xml"/>
  <Override PartName="/ppt/ink/ink3386.xml" ContentType="application/inkml+xml"/>
  <Override PartName="/ppt/ink/ink3387.xml" ContentType="application/inkml+xml"/>
  <Override PartName="/ppt/ink/ink3388.xml" ContentType="application/inkml+xml"/>
  <Override PartName="/ppt/ink/ink3389.xml" ContentType="application/inkml+xml"/>
  <Override PartName="/ppt/ink/ink3390.xml" ContentType="application/inkml+xml"/>
  <Override PartName="/ppt/ink/ink3391.xml" ContentType="application/inkml+xml"/>
  <Override PartName="/ppt/ink/ink3392.xml" ContentType="application/inkml+xml"/>
  <Override PartName="/ppt/ink/ink3393.xml" ContentType="application/inkml+xml"/>
  <Override PartName="/ppt/ink/ink3394.xml" ContentType="application/inkml+xml"/>
  <Override PartName="/ppt/ink/ink3395.xml" ContentType="application/inkml+xml"/>
  <Override PartName="/ppt/ink/ink3396.xml" ContentType="application/inkml+xml"/>
  <Override PartName="/ppt/ink/ink3397.xml" ContentType="application/inkml+xml"/>
  <Override PartName="/ppt/ink/ink3398.xml" ContentType="application/inkml+xml"/>
  <Override PartName="/ppt/ink/ink3399.xml" ContentType="application/inkml+xml"/>
  <Override PartName="/ppt/ink/ink3400.xml" ContentType="application/inkml+xml"/>
  <Override PartName="/ppt/ink/ink3401.xml" ContentType="application/inkml+xml"/>
  <Override PartName="/ppt/ink/ink3402.xml" ContentType="application/inkml+xml"/>
  <Override PartName="/ppt/ink/ink3403.xml" ContentType="application/inkml+xml"/>
  <Override PartName="/ppt/ink/ink3404.xml" ContentType="application/inkml+xml"/>
  <Override PartName="/ppt/ink/ink3405.xml" ContentType="application/inkml+xml"/>
  <Override PartName="/ppt/ink/ink3406.xml" ContentType="application/inkml+xml"/>
  <Override PartName="/ppt/ink/ink3407.xml" ContentType="application/inkml+xml"/>
  <Override PartName="/ppt/ink/ink3408.xml" ContentType="application/inkml+xml"/>
  <Override PartName="/ppt/ink/ink3409.xml" ContentType="application/inkml+xml"/>
  <Override PartName="/ppt/ink/ink3410.xml" ContentType="application/inkml+xml"/>
  <Override PartName="/ppt/ink/ink3411.xml" ContentType="application/inkml+xml"/>
  <Override PartName="/ppt/ink/ink3412.xml" ContentType="application/inkml+xml"/>
  <Override PartName="/ppt/ink/ink3413.xml" ContentType="application/inkml+xml"/>
  <Override PartName="/ppt/ink/ink3414.xml" ContentType="application/inkml+xml"/>
  <Override PartName="/ppt/ink/ink3415.xml" ContentType="application/inkml+xml"/>
  <Override PartName="/ppt/ink/ink3416.xml" ContentType="application/inkml+xml"/>
  <Override PartName="/ppt/ink/ink3417.xml" ContentType="application/inkml+xml"/>
  <Override PartName="/ppt/ink/ink3418.xml" ContentType="application/inkml+xml"/>
  <Override PartName="/ppt/ink/ink3419.xml" ContentType="application/inkml+xml"/>
  <Override PartName="/ppt/ink/ink3420.xml" ContentType="application/inkml+xml"/>
  <Override PartName="/ppt/ink/ink3421.xml" ContentType="application/inkml+xml"/>
  <Override PartName="/ppt/ink/ink3422.xml" ContentType="application/inkml+xml"/>
  <Override PartName="/ppt/ink/ink3423.xml" ContentType="application/inkml+xml"/>
  <Override PartName="/ppt/ink/ink3424.xml" ContentType="application/inkml+xml"/>
  <Override PartName="/ppt/ink/ink3425.xml" ContentType="application/inkml+xml"/>
  <Override PartName="/ppt/ink/ink3426.xml" ContentType="application/inkml+xml"/>
  <Override PartName="/ppt/ink/ink3427.xml" ContentType="application/inkml+xml"/>
  <Override PartName="/ppt/ink/ink3428.xml" ContentType="application/inkml+xml"/>
  <Override PartName="/ppt/ink/ink3429.xml" ContentType="application/inkml+xml"/>
  <Override PartName="/ppt/ink/ink3430.xml" ContentType="application/inkml+xml"/>
  <Override PartName="/ppt/ink/ink3431.xml" ContentType="application/inkml+xml"/>
  <Override PartName="/ppt/ink/ink3432.xml" ContentType="application/inkml+xml"/>
  <Override PartName="/ppt/ink/ink3433.xml" ContentType="application/inkml+xml"/>
  <Override PartName="/ppt/ink/ink3434.xml" ContentType="application/inkml+xml"/>
  <Override PartName="/ppt/ink/ink3435.xml" ContentType="application/inkml+xml"/>
  <Override PartName="/ppt/ink/ink3436.xml" ContentType="application/inkml+xml"/>
  <Override PartName="/ppt/ink/ink3437.xml" ContentType="application/inkml+xml"/>
  <Override PartName="/ppt/ink/ink3438.xml" ContentType="application/inkml+xml"/>
  <Override PartName="/ppt/ink/ink3439.xml" ContentType="application/inkml+xml"/>
  <Override PartName="/ppt/ink/ink3440.xml" ContentType="application/inkml+xml"/>
  <Override PartName="/ppt/ink/ink3441.xml" ContentType="application/inkml+xml"/>
  <Override PartName="/ppt/ink/ink3442.xml" ContentType="application/inkml+xml"/>
  <Override PartName="/ppt/ink/ink3443.xml" ContentType="application/inkml+xml"/>
  <Override PartName="/ppt/ink/ink3444.xml" ContentType="application/inkml+xml"/>
  <Override PartName="/ppt/ink/ink3445.xml" ContentType="application/inkml+xml"/>
  <Override PartName="/ppt/ink/ink3446.xml" ContentType="application/inkml+xml"/>
  <Override PartName="/ppt/ink/ink3447.xml" ContentType="application/inkml+xml"/>
  <Override PartName="/ppt/ink/ink3448.xml" ContentType="application/inkml+xml"/>
  <Override PartName="/ppt/ink/ink3449.xml" ContentType="application/inkml+xml"/>
  <Override PartName="/ppt/ink/ink3450.xml" ContentType="application/inkml+xml"/>
  <Override PartName="/ppt/ink/ink3451.xml" ContentType="application/inkml+xml"/>
  <Override PartName="/ppt/ink/ink3452.xml" ContentType="application/inkml+xml"/>
  <Override PartName="/ppt/ink/ink3453.xml" ContentType="application/inkml+xml"/>
  <Override PartName="/ppt/ink/ink3454.xml" ContentType="application/inkml+xml"/>
  <Override PartName="/ppt/ink/ink3455.xml" ContentType="application/inkml+xml"/>
  <Override PartName="/ppt/ink/ink3456.xml" ContentType="application/inkml+xml"/>
  <Override PartName="/ppt/ink/ink3457.xml" ContentType="application/inkml+xml"/>
  <Override PartName="/ppt/ink/ink3458.xml" ContentType="application/inkml+xml"/>
  <Override PartName="/ppt/ink/ink3459.xml" ContentType="application/inkml+xml"/>
  <Override PartName="/ppt/ink/ink3460.xml" ContentType="application/inkml+xml"/>
  <Override PartName="/ppt/ink/ink3461.xml" ContentType="application/inkml+xml"/>
  <Override PartName="/ppt/ink/ink3462.xml" ContentType="application/inkml+xml"/>
  <Override PartName="/ppt/ink/ink3463.xml" ContentType="application/inkml+xml"/>
  <Override PartName="/ppt/ink/ink3464.xml" ContentType="application/inkml+xml"/>
  <Override PartName="/ppt/ink/ink3465.xml" ContentType="application/inkml+xml"/>
  <Override PartName="/ppt/ink/ink3466.xml" ContentType="application/inkml+xml"/>
  <Override PartName="/ppt/ink/ink3467.xml" ContentType="application/inkml+xml"/>
  <Override PartName="/ppt/ink/ink3468.xml" ContentType="application/inkml+xml"/>
  <Override PartName="/ppt/ink/ink3469.xml" ContentType="application/inkml+xml"/>
  <Override PartName="/ppt/ink/ink3470.xml" ContentType="application/inkml+xml"/>
  <Override PartName="/ppt/ink/ink3471.xml" ContentType="application/inkml+xml"/>
  <Override PartName="/ppt/ink/ink3472.xml" ContentType="application/inkml+xml"/>
  <Override PartName="/ppt/ink/ink3473.xml" ContentType="application/inkml+xml"/>
  <Override PartName="/ppt/ink/ink3474.xml" ContentType="application/inkml+xml"/>
  <Override PartName="/ppt/ink/ink3475.xml" ContentType="application/inkml+xml"/>
  <Override PartName="/ppt/ink/ink3476.xml" ContentType="application/inkml+xml"/>
  <Override PartName="/ppt/ink/ink3477.xml" ContentType="application/inkml+xml"/>
  <Override PartName="/ppt/ink/ink3478.xml" ContentType="application/inkml+xml"/>
  <Override PartName="/ppt/ink/ink3479.xml" ContentType="application/inkml+xml"/>
  <Override PartName="/ppt/ink/ink3480.xml" ContentType="application/inkml+xml"/>
  <Override PartName="/ppt/ink/ink3481.xml" ContentType="application/inkml+xml"/>
  <Override PartName="/ppt/ink/ink3482.xml" ContentType="application/inkml+xml"/>
  <Override PartName="/ppt/ink/ink3483.xml" ContentType="application/inkml+xml"/>
  <Override PartName="/ppt/ink/ink3484.xml" ContentType="application/inkml+xml"/>
  <Override PartName="/ppt/ink/ink3485.xml" ContentType="application/inkml+xml"/>
  <Override PartName="/ppt/ink/ink3486.xml" ContentType="application/inkml+xml"/>
  <Override PartName="/ppt/ink/ink3487.xml" ContentType="application/inkml+xml"/>
  <Override PartName="/ppt/ink/ink3488.xml" ContentType="application/inkml+xml"/>
  <Override PartName="/ppt/ink/ink3489.xml" ContentType="application/inkml+xml"/>
  <Override PartName="/ppt/ink/ink3490.xml" ContentType="application/inkml+xml"/>
  <Override PartName="/ppt/ink/ink3491.xml" ContentType="application/inkml+xml"/>
  <Override PartName="/ppt/ink/ink3492.xml" ContentType="application/inkml+xml"/>
  <Override PartName="/ppt/ink/ink3493.xml" ContentType="application/inkml+xml"/>
  <Override PartName="/ppt/ink/ink3494.xml" ContentType="application/inkml+xml"/>
  <Override PartName="/ppt/ink/ink3495.xml" ContentType="application/inkml+xml"/>
  <Override PartName="/ppt/ink/ink3496.xml" ContentType="application/inkml+xml"/>
  <Override PartName="/ppt/ink/ink3497.xml" ContentType="application/inkml+xml"/>
  <Override PartName="/ppt/ink/ink3498.xml" ContentType="application/inkml+xml"/>
  <Override PartName="/ppt/ink/ink3499.xml" ContentType="application/inkml+xml"/>
  <Override PartName="/ppt/ink/ink3500.xml" ContentType="application/inkml+xml"/>
  <Override PartName="/ppt/ink/ink3501.xml" ContentType="application/inkml+xml"/>
  <Override PartName="/ppt/ink/ink3502.xml" ContentType="application/inkml+xml"/>
  <Override PartName="/ppt/ink/ink3503.xml" ContentType="application/inkml+xml"/>
  <Override PartName="/ppt/ink/ink3504.xml" ContentType="application/inkml+xml"/>
  <Override PartName="/ppt/ink/ink3505.xml" ContentType="application/inkml+xml"/>
  <Override PartName="/ppt/ink/ink3506.xml" ContentType="application/inkml+xml"/>
  <Override PartName="/ppt/ink/ink3507.xml" ContentType="application/inkml+xml"/>
  <Override PartName="/ppt/ink/ink3508.xml" ContentType="application/inkml+xml"/>
  <Override PartName="/ppt/ink/ink3509.xml" ContentType="application/inkml+xml"/>
  <Override PartName="/ppt/ink/ink3510.xml" ContentType="application/inkml+xml"/>
  <Override PartName="/ppt/ink/ink3511.xml" ContentType="application/inkml+xml"/>
  <Override PartName="/ppt/ink/ink3512.xml" ContentType="application/inkml+xml"/>
  <Override PartName="/ppt/ink/ink3513.xml" ContentType="application/inkml+xml"/>
  <Override PartName="/ppt/ink/ink3514.xml" ContentType="application/inkml+xml"/>
  <Override PartName="/ppt/ink/ink3515.xml" ContentType="application/inkml+xml"/>
  <Override PartName="/ppt/ink/ink3516.xml" ContentType="application/inkml+xml"/>
  <Override PartName="/ppt/ink/ink3517.xml" ContentType="application/inkml+xml"/>
  <Override PartName="/ppt/ink/ink3518.xml" ContentType="application/inkml+xml"/>
  <Override PartName="/ppt/ink/ink3519.xml" ContentType="application/inkml+xml"/>
  <Override PartName="/ppt/ink/ink3520.xml" ContentType="application/inkml+xml"/>
  <Override PartName="/ppt/ink/ink3521.xml" ContentType="application/inkml+xml"/>
  <Override PartName="/ppt/ink/ink3522.xml" ContentType="application/inkml+xml"/>
  <Override PartName="/ppt/ink/ink3523.xml" ContentType="application/inkml+xml"/>
  <Override PartName="/ppt/ink/ink3524.xml" ContentType="application/inkml+xml"/>
  <Override PartName="/ppt/ink/ink3525.xml" ContentType="application/inkml+xml"/>
  <Override PartName="/ppt/ink/ink3526.xml" ContentType="application/inkml+xml"/>
  <Override PartName="/ppt/ink/ink3527.xml" ContentType="application/inkml+xml"/>
  <Override PartName="/ppt/ink/ink3528.xml" ContentType="application/inkml+xml"/>
  <Override PartName="/ppt/ink/ink3529.xml" ContentType="application/inkml+xml"/>
  <Override PartName="/ppt/ink/ink3530.xml" ContentType="application/inkml+xml"/>
  <Override PartName="/ppt/ink/ink3531.xml" ContentType="application/inkml+xml"/>
  <Override PartName="/ppt/ink/ink3532.xml" ContentType="application/inkml+xml"/>
  <Override PartName="/ppt/ink/ink3533.xml" ContentType="application/inkml+xml"/>
  <Override PartName="/ppt/ink/ink3534.xml" ContentType="application/inkml+xml"/>
  <Override PartName="/ppt/ink/ink3535.xml" ContentType="application/inkml+xml"/>
  <Override PartName="/ppt/ink/ink3536.xml" ContentType="application/inkml+xml"/>
  <Override PartName="/ppt/ink/ink3537.xml" ContentType="application/inkml+xml"/>
  <Override PartName="/ppt/ink/ink3538.xml" ContentType="application/inkml+xml"/>
  <Override PartName="/ppt/ink/ink3539.xml" ContentType="application/inkml+xml"/>
  <Override PartName="/ppt/ink/ink3540.xml" ContentType="application/inkml+xml"/>
  <Override PartName="/ppt/ink/ink3541.xml" ContentType="application/inkml+xml"/>
  <Override PartName="/ppt/ink/ink3542.xml" ContentType="application/inkml+xml"/>
  <Override PartName="/ppt/ink/ink3543.xml" ContentType="application/inkml+xml"/>
  <Override PartName="/ppt/ink/ink3544.xml" ContentType="application/inkml+xml"/>
  <Override PartName="/ppt/ink/ink3545.xml" ContentType="application/inkml+xml"/>
  <Override PartName="/ppt/ink/ink3546.xml" ContentType="application/inkml+xml"/>
  <Override PartName="/ppt/ink/ink3547.xml" ContentType="application/inkml+xml"/>
  <Override PartName="/ppt/ink/ink3548.xml" ContentType="application/inkml+xml"/>
  <Override PartName="/ppt/ink/ink3549.xml" ContentType="application/inkml+xml"/>
  <Override PartName="/ppt/ink/ink3550.xml" ContentType="application/inkml+xml"/>
  <Override PartName="/ppt/ink/ink3551.xml" ContentType="application/inkml+xml"/>
  <Override PartName="/ppt/ink/ink3552.xml" ContentType="application/inkml+xml"/>
  <Override PartName="/ppt/ink/ink3553.xml" ContentType="application/inkml+xml"/>
  <Override PartName="/ppt/ink/ink3554.xml" ContentType="application/inkml+xml"/>
  <Override PartName="/ppt/ink/ink3555.xml" ContentType="application/inkml+xml"/>
  <Override PartName="/ppt/ink/ink3556.xml" ContentType="application/inkml+xml"/>
  <Override PartName="/ppt/ink/ink3557.xml" ContentType="application/inkml+xml"/>
  <Override PartName="/ppt/ink/ink3558.xml" ContentType="application/inkml+xml"/>
  <Override PartName="/ppt/ink/ink3559.xml" ContentType="application/inkml+xml"/>
  <Override PartName="/ppt/ink/ink3560.xml" ContentType="application/inkml+xml"/>
  <Override PartName="/ppt/ink/ink3561.xml" ContentType="application/inkml+xml"/>
  <Override PartName="/ppt/ink/ink3562.xml" ContentType="application/inkml+xml"/>
  <Override PartName="/ppt/ink/ink3563.xml" ContentType="application/inkml+xml"/>
  <Override PartName="/ppt/ink/ink3564.xml" ContentType="application/inkml+xml"/>
  <Override PartName="/ppt/ink/ink3565.xml" ContentType="application/inkml+xml"/>
  <Override PartName="/ppt/ink/ink3566.xml" ContentType="application/inkml+xml"/>
  <Override PartName="/ppt/ink/ink3567.xml" ContentType="application/inkml+xml"/>
  <Override PartName="/ppt/ink/ink3568.xml" ContentType="application/inkml+xml"/>
  <Override PartName="/ppt/ink/ink3569.xml" ContentType="application/inkml+xml"/>
  <Override PartName="/ppt/ink/ink3570.xml" ContentType="application/inkml+xml"/>
  <Override PartName="/ppt/ink/ink3571.xml" ContentType="application/inkml+xml"/>
  <Override PartName="/ppt/ink/ink3572.xml" ContentType="application/inkml+xml"/>
  <Override PartName="/ppt/ink/ink3573.xml" ContentType="application/inkml+xml"/>
  <Override PartName="/ppt/ink/ink3574.xml" ContentType="application/inkml+xml"/>
  <Override PartName="/ppt/ink/ink3575.xml" ContentType="application/inkml+xml"/>
  <Override PartName="/ppt/ink/ink3576.xml" ContentType="application/inkml+xml"/>
  <Override PartName="/ppt/ink/ink3577.xml" ContentType="application/inkml+xml"/>
  <Override PartName="/ppt/ink/ink3578.xml" ContentType="application/inkml+xml"/>
  <Override PartName="/ppt/ink/ink3579.xml" ContentType="application/inkml+xml"/>
  <Override PartName="/ppt/ink/ink3580.xml" ContentType="application/inkml+xml"/>
  <Override PartName="/ppt/ink/ink3581.xml" ContentType="application/inkml+xml"/>
  <Override PartName="/ppt/ink/ink3582.xml" ContentType="application/inkml+xml"/>
  <Override PartName="/ppt/ink/ink3583.xml" ContentType="application/inkml+xml"/>
  <Override PartName="/ppt/ink/ink3584.xml" ContentType="application/inkml+xml"/>
  <Override PartName="/ppt/ink/ink3585.xml" ContentType="application/inkml+xml"/>
  <Override PartName="/ppt/ink/ink3586.xml" ContentType="application/inkml+xml"/>
  <Override PartName="/ppt/ink/ink3587.xml" ContentType="application/inkml+xml"/>
  <Override PartName="/ppt/ink/ink3588.xml" ContentType="application/inkml+xml"/>
  <Override PartName="/ppt/ink/ink3589.xml" ContentType="application/inkml+xml"/>
  <Override PartName="/ppt/ink/ink3590.xml" ContentType="application/inkml+xml"/>
  <Override PartName="/ppt/ink/ink3591.xml" ContentType="application/inkml+xml"/>
  <Override PartName="/ppt/ink/ink3592.xml" ContentType="application/inkml+xml"/>
  <Override PartName="/ppt/ink/ink3593.xml" ContentType="application/inkml+xml"/>
  <Override PartName="/ppt/ink/ink3594.xml" ContentType="application/inkml+xml"/>
  <Override PartName="/ppt/ink/ink3595.xml" ContentType="application/inkml+xml"/>
  <Override PartName="/ppt/ink/ink3596.xml" ContentType="application/inkml+xml"/>
  <Override PartName="/ppt/ink/ink3597.xml" ContentType="application/inkml+xml"/>
  <Override PartName="/ppt/ink/ink3598.xml" ContentType="application/inkml+xml"/>
  <Override PartName="/ppt/ink/ink3599.xml" ContentType="application/inkml+xml"/>
  <Override PartName="/ppt/ink/ink3600.xml" ContentType="application/inkml+xml"/>
  <Override PartName="/ppt/ink/ink3601.xml" ContentType="application/inkml+xml"/>
  <Override PartName="/ppt/ink/ink3602.xml" ContentType="application/inkml+xml"/>
  <Override PartName="/ppt/ink/ink3603.xml" ContentType="application/inkml+xml"/>
  <Override PartName="/ppt/ink/ink3604.xml" ContentType="application/inkml+xml"/>
  <Override PartName="/ppt/ink/ink3605.xml" ContentType="application/inkml+xml"/>
  <Override PartName="/ppt/ink/ink3606.xml" ContentType="application/inkml+xml"/>
  <Override PartName="/ppt/ink/ink3607.xml" ContentType="application/inkml+xml"/>
  <Override PartName="/ppt/ink/ink3608.xml" ContentType="application/inkml+xml"/>
  <Override PartName="/ppt/ink/ink3609.xml" ContentType="application/inkml+xml"/>
  <Override PartName="/ppt/ink/ink3610.xml" ContentType="application/inkml+xml"/>
  <Override PartName="/ppt/ink/ink3611.xml" ContentType="application/inkml+xml"/>
  <Override PartName="/ppt/ink/ink3612.xml" ContentType="application/inkml+xml"/>
  <Override PartName="/ppt/ink/ink3613.xml" ContentType="application/inkml+xml"/>
  <Override PartName="/ppt/ink/ink3614.xml" ContentType="application/inkml+xml"/>
  <Override PartName="/ppt/ink/ink3615.xml" ContentType="application/inkml+xml"/>
  <Override PartName="/ppt/ink/ink3616.xml" ContentType="application/inkml+xml"/>
  <Override PartName="/ppt/ink/ink3617.xml" ContentType="application/inkml+xml"/>
  <Override PartName="/ppt/ink/ink3618.xml" ContentType="application/inkml+xml"/>
  <Override PartName="/ppt/ink/ink3619.xml" ContentType="application/inkml+xml"/>
  <Override PartName="/ppt/ink/ink3620.xml" ContentType="application/inkml+xml"/>
  <Override PartName="/ppt/ink/ink3621.xml" ContentType="application/inkml+xml"/>
  <Override PartName="/ppt/ink/ink3622.xml" ContentType="application/inkml+xml"/>
  <Override PartName="/ppt/ink/ink3623.xml" ContentType="application/inkml+xml"/>
  <Override PartName="/ppt/ink/ink3624.xml" ContentType="application/inkml+xml"/>
  <Override PartName="/ppt/ink/ink3625.xml" ContentType="application/inkml+xml"/>
  <Override PartName="/ppt/ink/ink3626.xml" ContentType="application/inkml+xml"/>
  <Override PartName="/ppt/ink/ink3627.xml" ContentType="application/inkml+xml"/>
  <Override PartName="/ppt/ink/ink3628.xml" ContentType="application/inkml+xml"/>
  <Override PartName="/ppt/ink/ink3629.xml" ContentType="application/inkml+xml"/>
  <Override PartName="/ppt/ink/ink3630.xml" ContentType="application/inkml+xml"/>
  <Override PartName="/ppt/ink/ink3631.xml" ContentType="application/inkml+xml"/>
  <Override PartName="/ppt/ink/ink3632.xml" ContentType="application/inkml+xml"/>
  <Override PartName="/ppt/ink/ink3633.xml" ContentType="application/inkml+xml"/>
  <Override PartName="/ppt/ink/ink3634.xml" ContentType="application/inkml+xml"/>
  <Override PartName="/ppt/ink/ink3635.xml" ContentType="application/inkml+xml"/>
  <Override PartName="/ppt/ink/ink3636.xml" ContentType="application/inkml+xml"/>
  <Override PartName="/ppt/ink/ink3637.xml" ContentType="application/inkml+xml"/>
  <Override PartName="/ppt/ink/ink3638.xml" ContentType="application/inkml+xml"/>
  <Override PartName="/ppt/ink/ink3639.xml" ContentType="application/inkml+xml"/>
  <Override PartName="/ppt/ink/ink3640.xml" ContentType="application/inkml+xml"/>
  <Override PartName="/ppt/ink/ink3641.xml" ContentType="application/inkml+xml"/>
  <Override PartName="/ppt/ink/ink3642.xml" ContentType="application/inkml+xml"/>
  <Override PartName="/ppt/ink/ink3643.xml" ContentType="application/inkml+xml"/>
  <Override PartName="/ppt/ink/ink3644.xml" ContentType="application/inkml+xml"/>
  <Override PartName="/ppt/ink/ink3645.xml" ContentType="application/inkml+xml"/>
  <Override PartName="/ppt/ink/ink3646.xml" ContentType="application/inkml+xml"/>
  <Override PartName="/ppt/ink/ink3647.xml" ContentType="application/inkml+xml"/>
  <Override PartName="/ppt/ink/ink3648.xml" ContentType="application/inkml+xml"/>
  <Override PartName="/ppt/ink/ink3649.xml" ContentType="application/inkml+xml"/>
  <Override PartName="/ppt/ink/ink3650.xml" ContentType="application/inkml+xml"/>
  <Override PartName="/ppt/ink/ink3651.xml" ContentType="application/inkml+xml"/>
  <Override PartName="/ppt/ink/ink3652.xml" ContentType="application/inkml+xml"/>
  <Override PartName="/ppt/ink/ink3653.xml" ContentType="application/inkml+xml"/>
  <Override PartName="/ppt/ink/ink3654.xml" ContentType="application/inkml+xml"/>
  <Override PartName="/ppt/ink/ink3655.xml" ContentType="application/inkml+xml"/>
  <Override PartName="/ppt/ink/ink3656.xml" ContentType="application/inkml+xml"/>
  <Override PartName="/ppt/ink/ink3657.xml" ContentType="application/inkml+xml"/>
  <Override PartName="/ppt/ink/ink3658.xml" ContentType="application/inkml+xml"/>
  <Override PartName="/ppt/ink/ink3659.xml" ContentType="application/inkml+xml"/>
  <Override PartName="/ppt/ink/ink3660.xml" ContentType="application/inkml+xml"/>
  <Override PartName="/ppt/ink/ink3661.xml" ContentType="application/inkml+xml"/>
  <Override PartName="/ppt/ink/ink3662.xml" ContentType="application/inkml+xml"/>
  <Override PartName="/ppt/ink/ink3663.xml" ContentType="application/inkml+xml"/>
  <Override PartName="/ppt/ink/ink3664.xml" ContentType="application/inkml+xml"/>
  <Override PartName="/ppt/ink/ink3665.xml" ContentType="application/inkml+xml"/>
  <Override PartName="/ppt/ink/ink3666.xml" ContentType="application/inkml+xml"/>
  <Override PartName="/ppt/ink/ink3667.xml" ContentType="application/inkml+xml"/>
  <Override PartName="/ppt/ink/ink3668.xml" ContentType="application/inkml+xml"/>
  <Override PartName="/ppt/ink/ink3669.xml" ContentType="application/inkml+xml"/>
  <Override PartName="/ppt/ink/ink3670.xml" ContentType="application/inkml+xml"/>
  <Override PartName="/ppt/ink/ink3671.xml" ContentType="application/inkml+xml"/>
  <Override PartName="/ppt/ink/ink3672.xml" ContentType="application/inkml+xml"/>
  <Override PartName="/ppt/ink/ink3673.xml" ContentType="application/inkml+xml"/>
  <Override PartName="/ppt/ink/ink3674.xml" ContentType="application/inkml+xml"/>
  <Override PartName="/ppt/ink/ink3675.xml" ContentType="application/inkml+xml"/>
  <Override PartName="/ppt/ink/ink3676.xml" ContentType="application/inkml+xml"/>
  <Override PartName="/ppt/ink/ink3677.xml" ContentType="application/inkml+xml"/>
  <Override PartName="/ppt/ink/ink3678.xml" ContentType="application/inkml+xml"/>
  <Override PartName="/ppt/ink/ink3679.xml" ContentType="application/inkml+xml"/>
  <Override PartName="/ppt/ink/ink3680.xml" ContentType="application/inkml+xml"/>
  <Override PartName="/ppt/ink/ink3681.xml" ContentType="application/inkml+xml"/>
  <Override PartName="/ppt/ink/ink3682.xml" ContentType="application/inkml+xml"/>
  <Override PartName="/ppt/ink/ink3683.xml" ContentType="application/inkml+xml"/>
  <Override PartName="/ppt/ink/ink3684.xml" ContentType="application/inkml+xml"/>
  <Override PartName="/ppt/ink/ink3685.xml" ContentType="application/inkml+xml"/>
  <Override PartName="/ppt/ink/ink3686.xml" ContentType="application/inkml+xml"/>
  <Override PartName="/ppt/ink/ink3687.xml" ContentType="application/inkml+xml"/>
  <Override PartName="/ppt/ink/ink3688.xml" ContentType="application/inkml+xml"/>
  <Override PartName="/ppt/ink/ink3689.xml" ContentType="application/inkml+xml"/>
  <Override PartName="/ppt/ink/ink3690.xml" ContentType="application/inkml+xml"/>
  <Override PartName="/ppt/ink/ink3691.xml" ContentType="application/inkml+xml"/>
  <Override PartName="/ppt/ink/ink3692.xml" ContentType="application/inkml+xml"/>
  <Override PartName="/ppt/ink/ink3693.xml" ContentType="application/inkml+xml"/>
  <Override PartName="/ppt/ink/ink3694.xml" ContentType="application/inkml+xml"/>
  <Override PartName="/ppt/ink/ink3695.xml" ContentType="application/inkml+xml"/>
  <Override PartName="/ppt/ink/ink3696.xml" ContentType="application/inkml+xml"/>
  <Override PartName="/ppt/ink/ink3697.xml" ContentType="application/inkml+xml"/>
  <Override PartName="/ppt/ink/ink3698.xml" ContentType="application/inkml+xml"/>
  <Override PartName="/ppt/ink/ink3699.xml" ContentType="application/inkml+xml"/>
  <Override PartName="/ppt/ink/ink3700.xml" ContentType="application/inkml+xml"/>
  <Override PartName="/ppt/ink/ink3701.xml" ContentType="application/inkml+xml"/>
  <Override PartName="/ppt/ink/ink3702.xml" ContentType="application/inkml+xml"/>
  <Override PartName="/ppt/ink/ink3703.xml" ContentType="application/inkml+xml"/>
  <Override PartName="/ppt/ink/ink3704.xml" ContentType="application/inkml+xml"/>
  <Override PartName="/ppt/ink/ink3705.xml" ContentType="application/inkml+xml"/>
  <Override PartName="/ppt/ink/ink3706.xml" ContentType="application/inkml+xml"/>
  <Override PartName="/ppt/ink/ink3707.xml" ContentType="application/inkml+xml"/>
  <Override PartName="/ppt/ink/ink3708.xml" ContentType="application/inkml+xml"/>
  <Override PartName="/ppt/ink/ink3709.xml" ContentType="application/inkml+xml"/>
  <Override PartName="/ppt/ink/ink3710.xml" ContentType="application/inkml+xml"/>
  <Override PartName="/ppt/ink/ink3711.xml" ContentType="application/inkml+xml"/>
  <Override PartName="/ppt/ink/ink3712.xml" ContentType="application/inkml+xml"/>
  <Override PartName="/ppt/ink/ink3713.xml" ContentType="application/inkml+xml"/>
  <Override PartName="/ppt/ink/ink3714.xml" ContentType="application/inkml+xml"/>
  <Override PartName="/ppt/ink/ink3715.xml" ContentType="application/inkml+xml"/>
  <Override PartName="/ppt/ink/ink3716.xml" ContentType="application/inkml+xml"/>
  <Override PartName="/ppt/ink/ink3717.xml" ContentType="application/inkml+xml"/>
  <Override PartName="/ppt/ink/ink3718.xml" ContentType="application/inkml+xml"/>
  <Override PartName="/ppt/ink/ink3719.xml" ContentType="application/inkml+xml"/>
  <Override PartName="/ppt/ink/ink3720.xml" ContentType="application/inkml+xml"/>
  <Override PartName="/ppt/ink/ink3721.xml" ContentType="application/inkml+xml"/>
  <Override PartName="/ppt/ink/ink3722.xml" ContentType="application/inkml+xml"/>
  <Override PartName="/ppt/ink/ink3723.xml" ContentType="application/inkml+xml"/>
  <Override PartName="/ppt/ink/ink3724.xml" ContentType="application/inkml+xml"/>
  <Override PartName="/ppt/ink/ink3725.xml" ContentType="application/inkml+xml"/>
  <Override PartName="/ppt/ink/ink3726.xml" ContentType="application/inkml+xml"/>
  <Override PartName="/ppt/ink/ink3727.xml" ContentType="application/inkml+xml"/>
  <Override PartName="/ppt/ink/ink3728.xml" ContentType="application/inkml+xml"/>
  <Override PartName="/ppt/ink/ink3729.xml" ContentType="application/inkml+xml"/>
  <Override PartName="/ppt/ink/ink3730.xml" ContentType="application/inkml+xml"/>
  <Override PartName="/ppt/ink/ink3731.xml" ContentType="application/inkml+xml"/>
  <Override PartName="/ppt/ink/ink3732.xml" ContentType="application/inkml+xml"/>
  <Override PartName="/ppt/ink/ink3733.xml" ContentType="application/inkml+xml"/>
  <Override PartName="/ppt/ink/ink3734.xml" ContentType="application/inkml+xml"/>
  <Override PartName="/ppt/ink/ink3735.xml" ContentType="application/inkml+xml"/>
  <Override PartName="/ppt/ink/ink3736.xml" ContentType="application/inkml+xml"/>
  <Override PartName="/ppt/ink/ink3737.xml" ContentType="application/inkml+xml"/>
  <Override PartName="/ppt/ink/ink3738.xml" ContentType="application/inkml+xml"/>
  <Override PartName="/ppt/ink/ink3739.xml" ContentType="application/inkml+xml"/>
  <Override PartName="/ppt/ink/ink3740.xml" ContentType="application/inkml+xml"/>
  <Override PartName="/ppt/ink/ink3741.xml" ContentType="application/inkml+xml"/>
  <Override PartName="/ppt/ink/ink3742.xml" ContentType="application/inkml+xml"/>
  <Override PartName="/ppt/ink/ink3743.xml" ContentType="application/inkml+xml"/>
  <Override PartName="/ppt/ink/ink3744.xml" ContentType="application/inkml+xml"/>
  <Override PartName="/ppt/ink/ink3745.xml" ContentType="application/inkml+xml"/>
  <Override PartName="/ppt/ink/ink3746.xml" ContentType="application/inkml+xml"/>
  <Override PartName="/ppt/ink/ink3747.xml" ContentType="application/inkml+xml"/>
  <Override PartName="/ppt/ink/ink3748.xml" ContentType="application/inkml+xml"/>
  <Override PartName="/ppt/ink/ink3749.xml" ContentType="application/inkml+xml"/>
  <Override PartName="/ppt/ink/ink3750.xml" ContentType="application/inkml+xml"/>
  <Override PartName="/ppt/ink/ink3751.xml" ContentType="application/inkml+xml"/>
  <Override PartName="/ppt/ink/ink3752.xml" ContentType="application/inkml+xml"/>
  <Override PartName="/ppt/ink/ink3753.xml" ContentType="application/inkml+xml"/>
  <Override PartName="/ppt/ink/ink3754.xml" ContentType="application/inkml+xml"/>
  <Override PartName="/ppt/ink/ink3755.xml" ContentType="application/inkml+xml"/>
  <Override PartName="/ppt/ink/ink3756.xml" ContentType="application/inkml+xml"/>
  <Override PartName="/ppt/ink/ink3757.xml" ContentType="application/inkml+xml"/>
  <Override PartName="/ppt/ink/ink3758.xml" ContentType="application/inkml+xml"/>
  <Override PartName="/ppt/ink/ink3759.xml" ContentType="application/inkml+xml"/>
  <Override PartName="/ppt/ink/ink3760.xml" ContentType="application/inkml+xml"/>
  <Override PartName="/ppt/ink/ink3761.xml" ContentType="application/inkml+xml"/>
  <Override PartName="/ppt/ink/ink3762.xml" ContentType="application/inkml+xml"/>
  <Override PartName="/ppt/ink/ink3763.xml" ContentType="application/inkml+xml"/>
  <Override PartName="/ppt/ink/ink3764.xml" ContentType="application/inkml+xml"/>
  <Override PartName="/ppt/ink/ink3765.xml" ContentType="application/inkml+xml"/>
  <Override PartName="/ppt/ink/ink3766.xml" ContentType="application/inkml+xml"/>
  <Override PartName="/ppt/ink/ink3767.xml" ContentType="application/inkml+xml"/>
  <Override PartName="/ppt/ink/ink3768.xml" ContentType="application/inkml+xml"/>
  <Override PartName="/ppt/ink/ink3769.xml" ContentType="application/inkml+xml"/>
  <Override PartName="/ppt/ink/ink3770.xml" ContentType="application/inkml+xml"/>
  <Override PartName="/ppt/ink/ink3771.xml" ContentType="application/inkml+xml"/>
  <Override PartName="/ppt/ink/ink3772.xml" ContentType="application/inkml+xml"/>
  <Override PartName="/ppt/ink/ink3773.xml" ContentType="application/inkml+xml"/>
  <Override PartName="/ppt/ink/ink3774.xml" ContentType="application/inkml+xml"/>
  <Override PartName="/ppt/ink/ink3775.xml" ContentType="application/inkml+xml"/>
  <Override PartName="/ppt/ink/ink3776.xml" ContentType="application/inkml+xml"/>
  <Override PartName="/ppt/ink/ink3777.xml" ContentType="application/inkml+xml"/>
  <Override PartName="/ppt/ink/ink3778.xml" ContentType="application/inkml+xml"/>
  <Override PartName="/ppt/ink/ink3779.xml" ContentType="application/inkml+xml"/>
  <Override PartName="/ppt/ink/ink3780.xml" ContentType="application/inkml+xml"/>
  <Override PartName="/ppt/ink/ink3781.xml" ContentType="application/inkml+xml"/>
  <Override PartName="/ppt/ink/ink3782.xml" ContentType="application/inkml+xml"/>
  <Override PartName="/ppt/ink/ink3783.xml" ContentType="application/inkml+xml"/>
  <Override PartName="/ppt/ink/ink3784.xml" ContentType="application/inkml+xml"/>
  <Override PartName="/ppt/ink/ink3785.xml" ContentType="application/inkml+xml"/>
  <Override PartName="/ppt/ink/ink3786.xml" ContentType="application/inkml+xml"/>
  <Override PartName="/ppt/ink/ink3787.xml" ContentType="application/inkml+xml"/>
  <Override PartName="/ppt/ink/ink3788.xml" ContentType="application/inkml+xml"/>
  <Override PartName="/ppt/ink/ink3789.xml" ContentType="application/inkml+xml"/>
  <Override PartName="/ppt/ink/ink3790.xml" ContentType="application/inkml+xml"/>
  <Override PartName="/ppt/ink/ink3791.xml" ContentType="application/inkml+xml"/>
  <Override PartName="/ppt/ink/ink3792.xml" ContentType="application/inkml+xml"/>
  <Override PartName="/ppt/ink/ink3793.xml" ContentType="application/inkml+xml"/>
  <Override PartName="/ppt/ink/ink3794.xml" ContentType="application/inkml+xml"/>
  <Override PartName="/ppt/ink/ink3795.xml" ContentType="application/inkml+xml"/>
  <Override PartName="/ppt/ink/ink3796.xml" ContentType="application/inkml+xml"/>
  <Override PartName="/ppt/ink/ink3797.xml" ContentType="application/inkml+xml"/>
  <Override PartName="/ppt/ink/ink3798.xml" ContentType="application/inkml+xml"/>
  <Override PartName="/ppt/ink/ink3799.xml" ContentType="application/inkml+xml"/>
  <Override PartName="/ppt/ink/ink3800.xml" ContentType="application/inkml+xml"/>
  <Override PartName="/ppt/ink/ink3801.xml" ContentType="application/inkml+xml"/>
  <Override PartName="/ppt/ink/ink3802.xml" ContentType="application/inkml+xml"/>
  <Override PartName="/ppt/ink/ink3803.xml" ContentType="application/inkml+xml"/>
  <Override PartName="/ppt/ink/ink3804.xml" ContentType="application/inkml+xml"/>
  <Override PartName="/ppt/ink/ink3805.xml" ContentType="application/inkml+xml"/>
  <Override PartName="/ppt/ink/ink3806.xml" ContentType="application/inkml+xml"/>
  <Override PartName="/ppt/ink/ink3807.xml" ContentType="application/inkml+xml"/>
  <Override PartName="/ppt/ink/ink3808.xml" ContentType="application/inkml+xml"/>
  <Override PartName="/ppt/ink/ink3809.xml" ContentType="application/inkml+xml"/>
  <Override PartName="/ppt/ink/ink3810.xml" ContentType="application/inkml+xml"/>
  <Override PartName="/ppt/ink/ink3811.xml" ContentType="application/inkml+xml"/>
  <Override PartName="/ppt/ink/ink3812.xml" ContentType="application/inkml+xml"/>
  <Override PartName="/ppt/ink/ink3813.xml" ContentType="application/inkml+xml"/>
  <Override PartName="/ppt/ink/ink3814.xml" ContentType="application/inkml+xml"/>
  <Override PartName="/ppt/ink/ink3815.xml" ContentType="application/inkml+xml"/>
  <Override PartName="/ppt/ink/ink3816.xml" ContentType="application/inkml+xml"/>
  <Override PartName="/ppt/ink/ink3817.xml" ContentType="application/inkml+xml"/>
  <Override PartName="/ppt/ink/ink3818.xml" ContentType="application/inkml+xml"/>
  <Override PartName="/ppt/ink/ink3819.xml" ContentType="application/inkml+xml"/>
  <Override PartName="/ppt/ink/ink3820.xml" ContentType="application/inkml+xml"/>
  <Override PartName="/ppt/ink/ink3821.xml" ContentType="application/inkml+xml"/>
  <Override PartName="/ppt/ink/ink3822.xml" ContentType="application/inkml+xml"/>
  <Override PartName="/ppt/ink/ink3823.xml" ContentType="application/inkml+xml"/>
  <Override PartName="/ppt/ink/ink3824.xml" ContentType="application/inkml+xml"/>
  <Override PartName="/ppt/ink/ink3825.xml" ContentType="application/inkml+xml"/>
  <Override PartName="/ppt/ink/ink3826.xml" ContentType="application/inkml+xml"/>
  <Override PartName="/ppt/ink/ink3827.xml" ContentType="application/inkml+xml"/>
  <Override PartName="/ppt/ink/ink3828.xml" ContentType="application/inkml+xml"/>
  <Override PartName="/ppt/ink/ink3829.xml" ContentType="application/inkml+xml"/>
  <Override PartName="/ppt/ink/ink3830.xml" ContentType="application/inkml+xml"/>
  <Override PartName="/ppt/ink/ink3831.xml" ContentType="application/inkml+xml"/>
  <Override PartName="/ppt/ink/ink3832.xml" ContentType="application/inkml+xml"/>
  <Override PartName="/ppt/ink/ink3833.xml" ContentType="application/inkml+xml"/>
  <Override PartName="/ppt/ink/ink3834.xml" ContentType="application/inkml+xml"/>
  <Override PartName="/ppt/ink/ink3835.xml" ContentType="application/inkml+xml"/>
  <Override PartName="/ppt/ink/ink3836.xml" ContentType="application/inkml+xml"/>
  <Override PartName="/ppt/ink/ink3837.xml" ContentType="application/inkml+xml"/>
  <Override PartName="/ppt/ink/ink3838.xml" ContentType="application/inkml+xml"/>
  <Override PartName="/ppt/ink/ink3839.xml" ContentType="application/inkml+xml"/>
  <Override PartName="/ppt/ink/ink3840.xml" ContentType="application/inkml+xml"/>
  <Override PartName="/ppt/ink/ink3841.xml" ContentType="application/inkml+xml"/>
  <Override PartName="/ppt/ink/ink3842.xml" ContentType="application/inkml+xml"/>
  <Override PartName="/ppt/ink/ink3843.xml" ContentType="application/inkml+xml"/>
  <Override PartName="/ppt/ink/ink3844.xml" ContentType="application/inkml+xml"/>
  <Override PartName="/ppt/ink/ink3845.xml" ContentType="application/inkml+xml"/>
  <Override PartName="/ppt/ink/ink3846.xml" ContentType="application/inkml+xml"/>
  <Override PartName="/ppt/ink/ink3847.xml" ContentType="application/inkml+xml"/>
  <Override PartName="/ppt/ink/ink3848.xml" ContentType="application/inkml+xml"/>
  <Override PartName="/ppt/ink/ink3849.xml" ContentType="application/inkml+xml"/>
  <Override PartName="/ppt/ink/ink3850.xml" ContentType="application/inkml+xml"/>
  <Override PartName="/ppt/ink/ink3851.xml" ContentType="application/inkml+xml"/>
  <Override PartName="/ppt/ink/ink3852.xml" ContentType="application/inkml+xml"/>
  <Override PartName="/ppt/ink/ink3853.xml" ContentType="application/inkml+xml"/>
  <Override PartName="/ppt/ink/ink3854.xml" ContentType="application/inkml+xml"/>
  <Override PartName="/ppt/ink/ink3855.xml" ContentType="application/inkml+xml"/>
  <Override PartName="/ppt/ink/ink3856.xml" ContentType="application/inkml+xml"/>
  <Override PartName="/ppt/ink/ink3857.xml" ContentType="application/inkml+xml"/>
  <Override PartName="/ppt/ink/ink3858.xml" ContentType="application/inkml+xml"/>
  <Override PartName="/ppt/ink/ink3859.xml" ContentType="application/inkml+xml"/>
  <Override PartName="/ppt/ink/ink3860.xml" ContentType="application/inkml+xml"/>
  <Override PartName="/ppt/ink/ink3861.xml" ContentType="application/inkml+xml"/>
  <Override PartName="/ppt/ink/ink3862.xml" ContentType="application/inkml+xml"/>
  <Override PartName="/ppt/ink/ink3863.xml" ContentType="application/inkml+xml"/>
  <Override PartName="/ppt/ink/ink3864.xml" ContentType="application/inkml+xml"/>
  <Override PartName="/ppt/ink/ink3865.xml" ContentType="application/inkml+xml"/>
  <Override PartName="/ppt/ink/ink3866.xml" ContentType="application/inkml+xml"/>
  <Override PartName="/ppt/ink/ink3867.xml" ContentType="application/inkml+xml"/>
  <Override PartName="/ppt/ink/ink3868.xml" ContentType="application/inkml+xml"/>
  <Override PartName="/ppt/ink/ink3869.xml" ContentType="application/inkml+xml"/>
  <Override PartName="/ppt/ink/ink3870.xml" ContentType="application/inkml+xml"/>
  <Override PartName="/ppt/ink/ink3871.xml" ContentType="application/inkml+xml"/>
  <Override PartName="/ppt/ink/ink3872.xml" ContentType="application/inkml+xml"/>
  <Override PartName="/ppt/ink/ink3873.xml" ContentType="application/inkml+xml"/>
  <Override PartName="/ppt/ink/ink3874.xml" ContentType="application/inkml+xml"/>
  <Override PartName="/ppt/ink/ink3875.xml" ContentType="application/inkml+xml"/>
  <Override PartName="/ppt/ink/ink3876.xml" ContentType="application/inkml+xml"/>
  <Override PartName="/ppt/ink/ink3877.xml" ContentType="application/inkml+xml"/>
  <Override PartName="/ppt/ink/ink3878.xml" ContentType="application/inkml+xml"/>
  <Override PartName="/ppt/ink/ink3879.xml" ContentType="application/inkml+xml"/>
  <Override PartName="/ppt/ink/ink3880.xml" ContentType="application/inkml+xml"/>
  <Override PartName="/ppt/ink/ink3881.xml" ContentType="application/inkml+xml"/>
  <Override PartName="/ppt/ink/ink3882.xml" ContentType="application/inkml+xml"/>
  <Override PartName="/ppt/ink/ink3883.xml" ContentType="application/inkml+xml"/>
  <Override PartName="/ppt/ink/ink3884.xml" ContentType="application/inkml+xml"/>
  <Override PartName="/ppt/ink/ink3885.xml" ContentType="application/inkml+xml"/>
  <Override PartName="/ppt/ink/ink3886.xml" ContentType="application/inkml+xml"/>
  <Override PartName="/ppt/ink/ink3887.xml" ContentType="application/inkml+xml"/>
  <Override PartName="/ppt/ink/ink3888.xml" ContentType="application/inkml+xml"/>
  <Override PartName="/ppt/ink/ink3889.xml" ContentType="application/inkml+xml"/>
  <Override PartName="/ppt/ink/ink3890.xml" ContentType="application/inkml+xml"/>
  <Override PartName="/ppt/ink/ink3891.xml" ContentType="application/inkml+xml"/>
  <Override PartName="/ppt/ink/ink3892.xml" ContentType="application/inkml+xml"/>
  <Override PartName="/ppt/ink/ink3893.xml" ContentType="application/inkml+xml"/>
  <Override PartName="/ppt/ink/ink3894.xml" ContentType="application/inkml+xml"/>
  <Override PartName="/ppt/ink/ink3895.xml" ContentType="application/inkml+xml"/>
  <Override PartName="/ppt/ink/ink3896.xml" ContentType="application/inkml+xml"/>
  <Override PartName="/ppt/ink/ink3897.xml" ContentType="application/inkml+xml"/>
  <Override PartName="/ppt/ink/ink3898.xml" ContentType="application/inkml+xml"/>
  <Override PartName="/ppt/ink/ink3899.xml" ContentType="application/inkml+xml"/>
  <Override PartName="/ppt/ink/ink3900.xml" ContentType="application/inkml+xml"/>
  <Override PartName="/ppt/ink/ink3901.xml" ContentType="application/inkml+xml"/>
  <Override PartName="/ppt/ink/ink3902.xml" ContentType="application/inkml+xml"/>
  <Override PartName="/ppt/ink/ink3903.xml" ContentType="application/inkml+xml"/>
  <Override PartName="/ppt/ink/ink3904.xml" ContentType="application/inkml+xml"/>
  <Override PartName="/ppt/ink/ink3905.xml" ContentType="application/inkml+xml"/>
  <Override PartName="/ppt/ink/ink3906.xml" ContentType="application/inkml+xml"/>
  <Override PartName="/ppt/ink/ink3907.xml" ContentType="application/inkml+xml"/>
  <Override PartName="/ppt/ink/ink3908.xml" ContentType="application/inkml+xml"/>
  <Override PartName="/ppt/ink/ink3909.xml" ContentType="application/inkml+xml"/>
  <Override PartName="/ppt/ink/ink3910.xml" ContentType="application/inkml+xml"/>
  <Override PartName="/ppt/ink/ink3911.xml" ContentType="application/inkml+xml"/>
  <Override PartName="/ppt/ink/ink3912.xml" ContentType="application/inkml+xml"/>
  <Override PartName="/ppt/ink/ink3913.xml" ContentType="application/inkml+xml"/>
  <Override PartName="/ppt/ink/ink3914.xml" ContentType="application/inkml+xml"/>
  <Override PartName="/ppt/ink/ink3915.xml" ContentType="application/inkml+xml"/>
  <Override PartName="/ppt/ink/ink3916.xml" ContentType="application/inkml+xml"/>
  <Override PartName="/ppt/ink/ink3917.xml" ContentType="application/inkml+xml"/>
  <Override PartName="/ppt/ink/ink3918.xml" ContentType="application/inkml+xml"/>
  <Override PartName="/ppt/ink/ink3919.xml" ContentType="application/inkml+xml"/>
  <Override PartName="/ppt/ink/ink3920.xml" ContentType="application/inkml+xml"/>
  <Override PartName="/ppt/ink/ink3921.xml" ContentType="application/inkml+xml"/>
  <Override PartName="/ppt/ink/ink3922.xml" ContentType="application/inkml+xml"/>
  <Override PartName="/ppt/ink/ink3923.xml" ContentType="application/inkml+xml"/>
  <Override PartName="/ppt/ink/ink3924.xml" ContentType="application/inkml+xml"/>
  <Override PartName="/ppt/ink/ink3925.xml" ContentType="application/inkml+xml"/>
  <Override PartName="/ppt/ink/ink3926.xml" ContentType="application/inkml+xml"/>
  <Override PartName="/ppt/ink/ink3927.xml" ContentType="application/inkml+xml"/>
  <Override PartName="/ppt/ink/ink3928.xml" ContentType="application/inkml+xml"/>
  <Override PartName="/ppt/ink/ink3929.xml" ContentType="application/inkml+xml"/>
  <Override PartName="/ppt/ink/ink3930.xml" ContentType="application/inkml+xml"/>
  <Override PartName="/ppt/ink/ink3931.xml" ContentType="application/inkml+xml"/>
  <Override PartName="/ppt/ink/ink3932.xml" ContentType="application/inkml+xml"/>
  <Override PartName="/ppt/ink/ink3933.xml" ContentType="application/inkml+xml"/>
  <Override PartName="/ppt/ink/ink3934.xml" ContentType="application/inkml+xml"/>
  <Override PartName="/ppt/ink/ink3935.xml" ContentType="application/inkml+xml"/>
  <Override PartName="/ppt/ink/ink3936.xml" ContentType="application/inkml+xml"/>
  <Override PartName="/ppt/ink/ink3937.xml" ContentType="application/inkml+xml"/>
  <Override PartName="/ppt/ink/ink3938.xml" ContentType="application/inkml+xml"/>
  <Override PartName="/ppt/ink/ink3939.xml" ContentType="application/inkml+xml"/>
  <Override PartName="/ppt/ink/ink3940.xml" ContentType="application/inkml+xml"/>
  <Override PartName="/ppt/ink/ink3941.xml" ContentType="application/inkml+xml"/>
  <Override PartName="/ppt/ink/ink3942.xml" ContentType="application/inkml+xml"/>
  <Override PartName="/ppt/ink/ink3943.xml" ContentType="application/inkml+xml"/>
  <Override PartName="/ppt/ink/ink3944.xml" ContentType="application/inkml+xml"/>
  <Override PartName="/ppt/ink/ink3945.xml" ContentType="application/inkml+xml"/>
  <Override PartName="/ppt/ink/ink3946.xml" ContentType="application/inkml+xml"/>
  <Override PartName="/ppt/ink/ink3947.xml" ContentType="application/inkml+xml"/>
  <Override PartName="/ppt/ink/ink3948.xml" ContentType="application/inkml+xml"/>
  <Override PartName="/ppt/ink/ink3949.xml" ContentType="application/inkml+xml"/>
  <Override PartName="/ppt/ink/ink3950.xml" ContentType="application/inkml+xml"/>
  <Override PartName="/ppt/ink/ink3951.xml" ContentType="application/inkml+xml"/>
  <Override PartName="/ppt/ink/ink3952.xml" ContentType="application/inkml+xml"/>
  <Override PartName="/ppt/ink/ink3953.xml" ContentType="application/inkml+xml"/>
  <Override PartName="/ppt/ink/ink3954.xml" ContentType="application/inkml+xml"/>
  <Override PartName="/ppt/ink/ink3955.xml" ContentType="application/inkml+xml"/>
  <Override PartName="/ppt/ink/ink3956.xml" ContentType="application/inkml+xml"/>
  <Override PartName="/ppt/ink/ink3957.xml" ContentType="application/inkml+xml"/>
  <Override PartName="/ppt/ink/ink3958.xml" ContentType="application/inkml+xml"/>
  <Override PartName="/ppt/ink/ink3959.xml" ContentType="application/inkml+xml"/>
  <Override PartName="/ppt/ink/ink3960.xml" ContentType="application/inkml+xml"/>
  <Override PartName="/ppt/ink/ink3961.xml" ContentType="application/inkml+xml"/>
  <Override PartName="/ppt/ink/ink3962.xml" ContentType="application/inkml+xml"/>
  <Override PartName="/ppt/ink/ink3963.xml" ContentType="application/inkml+xml"/>
  <Override PartName="/ppt/ink/ink3964.xml" ContentType="application/inkml+xml"/>
  <Override PartName="/ppt/ink/ink3965.xml" ContentType="application/inkml+xml"/>
  <Override PartName="/ppt/ink/ink3966.xml" ContentType="application/inkml+xml"/>
  <Override PartName="/ppt/ink/ink3967.xml" ContentType="application/inkml+xml"/>
  <Override PartName="/ppt/ink/ink3968.xml" ContentType="application/inkml+xml"/>
  <Override PartName="/ppt/ink/ink3969.xml" ContentType="application/inkml+xml"/>
  <Override PartName="/ppt/ink/ink3970.xml" ContentType="application/inkml+xml"/>
  <Override PartName="/ppt/ink/ink3971.xml" ContentType="application/inkml+xml"/>
  <Override PartName="/ppt/ink/ink3972.xml" ContentType="application/inkml+xml"/>
  <Override PartName="/ppt/ink/ink3973.xml" ContentType="application/inkml+xml"/>
  <Override PartName="/ppt/ink/ink3974.xml" ContentType="application/inkml+xml"/>
  <Override PartName="/ppt/ink/ink3975.xml" ContentType="application/inkml+xml"/>
  <Override PartName="/ppt/ink/ink3976.xml" ContentType="application/inkml+xml"/>
  <Override PartName="/ppt/ink/ink3977.xml" ContentType="application/inkml+xml"/>
  <Override PartName="/ppt/ink/ink3978.xml" ContentType="application/inkml+xml"/>
  <Override PartName="/ppt/ink/ink3979.xml" ContentType="application/inkml+xml"/>
  <Override PartName="/ppt/ink/ink3980.xml" ContentType="application/inkml+xml"/>
  <Override PartName="/ppt/ink/ink3981.xml" ContentType="application/inkml+xml"/>
  <Override PartName="/ppt/ink/ink3982.xml" ContentType="application/inkml+xml"/>
  <Override PartName="/ppt/ink/ink3983.xml" ContentType="application/inkml+xml"/>
  <Override PartName="/ppt/ink/ink3984.xml" ContentType="application/inkml+xml"/>
  <Override PartName="/ppt/ink/ink3985.xml" ContentType="application/inkml+xml"/>
  <Override PartName="/ppt/ink/ink3986.xml" ContentType="application/inkml+xml"/>
  <Override PartName="/ppt/ink/ink3987.xml" ContentType="application/inkml+xml"/>
  <Override PartName="/ppt/ink/ink3988.xml" ContentType="application/inkml+xml"/>
  <Override PartName="/ppt/ink/ink3989.xml" ContentType="application/inkml+xml"/>
  <Override PartName="/ppt/ink/ink3990.xml" ContentType="application/inkml+xml"/>
  <Override PartName="/ppt/ink/ink3991.xml" ContentType="application/inkml+xml"/>
  <Override PartName="/ppt/ink/ink3992.xml" ContentType="application/inkml+xml"/>
  <Override PartName="/ppt/ink/ink3993.xml" ContentType="application/inkml+xml"/>
  <Override PartName="/ppt/ink/ink3994.xml" ContentType="application/inkml+xml"/>
  <Override PartName="/ppt/ink/ink3995.xml" ContentType="application/inkml+xml"/>
  <Override PartName="/ppt/ink/ink3996.xml" ContentType="application/inkml+xml"/>
  <Override PartName="/ppt/ink/ink3997.xml" ContentType="application/inkml+xml"/>
  <Override PartName="/ppt/ink/ink3998.xml" ContentType="application/inkml+xml"/>
  <Override PartName="/ppt/ink/ink3999.xml" ContentType="application/inkml+xml"/>
  <Override PartName="/ppt/ink/ink4000.xml" ContentType="application/inkml+xml"/>
  <Override PartName="/ppt/ink/ink4001.xml" ContentType="application/inkml+xml"/>
  <Override PartName="/ppt/ink/ink4002.xml" ContentType="application/inkml+xml"/>
  <Override PartName="/ppt/ink/ink4003.xml" ContentType="application/inkml+xml"/>
  <Override PartName="/ppt/ink/ink4004.xml" ContentType="application/inkml+xml"/>
  <Override PartName="/ppt/ink/ink4005.xml" ContentType="application/inkml+xml"/>
  <Override PartName="/ppt/ink/ink4006.xml" ContentType="application/inkml+xml"/>
  <Override PartName="/ppt/ink/ink4007.xml" ContentType="application/inkml+xml"/>
  <Override PartName="/ppt/ink/ink4008.xml" ContentType="application/inkml+xml"/>
  <Override PartName="/ppt/ink/ink4009.xml" ContentType="application/inkml+xml"/>
  <Override PartName="/ppt/ink/ink4010.xml" ContentType="application/inkml+xml"/>
  <Override PartName="/ppt/ink/ink4011.xml" ContentType="application/inkml+xml"/>
  <Override PartName="/ppt/ink/ink4012.xml" ContentType="application/inkml+xml"/>
  <Override PartName="/ppt/ink/ink4013.xml" ContentType="application/inkml+xml"/>
  <Override PartName="/ppt/ink/ink4014.xml" ContentType="application/inkml+xml"/>
  <Override PartName="/ppt/ink/ink4015.xml" ContentType="application/inkml+xml"/>
  <Override PartName="/ppt/ink/ink4016.xml" ContentType="application/inkml+xml"/>
  <Override PartName="/ppt/ink/ink4017.xml" ContentType="application/inkml+xml"/>
  <Override PartName="/ppt/ink/ink4018.xml" ContentType="application/inkml+xml"/>
  <Override PartName="/ppt/ink/ink4019.xml" ContentType="application/inkml+xml"/>
  <Override PartName="/ppt/ink/ink4020.xml" ContentType="application/inkml+xml"/>
  <Override PartName="/ppt/ink/ink4021.xml" ContentType="application/inkml+xml"/>
  <Override PartName="/ppt/ink/ink4022.xml" ContentType="application/inkml+xml"/>
  <Override PartName="/ppt/ink/ink4023.xml" ContentType="application/inkml+xml"/>
  <Override PartName="/ppt/ink/ink4024.xml" ContentType="application/inkml+xml"/>
  <Override PartName="/ppt/ink/ink4025.xml" ContentType="application/inkml+xml"/>
  <Override PartName="/ppt/ink/ink4026.xml" ContentType="application/inkml+xml"/>
  <Override PartName="/ppt/ink/ink4027.xml" ContentType="application/inkml+xml"/>
  <Override PartName="/ppt/ink/ink4028.xml" ContentType="application/inkml+xml"/>
  <Override PartName="/ppt/ink/ink4029.xml" ContentType="application/inkml+xml"/>
  <Override PartName="/ppt/ink/ink4030.xml" ContentType="application/inkml+xml"/>
  <Override PartName="/ppt/ink/ink4031.xml" ContentType="application/inkml+xml"/>
  <Override PartName="/ppt/ink/ink4032.xml" ContentType="application/inkml+xml"/>
  <Override PartName="/ppt/ink/ink4033.xml" ContentType="application/inkml+xml"/>
  <Override PartName="/ppt/ink/ink4034.xml" ContentType="application/inkml+xml"/>
  <Override PartName="/ppt/ink/ink4035.xml" ContentType="application/inkml+xml"/>
  <Override PartName="/ppt/ink/ink4036.xml" ContentType="application/inkml+xml"/>
  <Override PartName="/ppt/ink/ink4037.xml" ContentType="application/inkml+xml"/>
  <Override PartName="/ppt/ink/ink4038.xml" ContentType="application/inkml+xml"/>
  <Override PartName="/ppt/ink/ink4039.xml" ContentType="application/inkml+xml"/>
  <Override PartName="/ppt/ink/ink4040.xml" ContentType="application/inkml+xml"/>
  <Override PartName="/ppt/ink/ink4041.xml" ContentType="application/inkml+xml"/>
  <Override PartName="/ppt/ink/ink4042.xml" ContentType="application/inkml+xml"/>
  <Override PartName="/ppt/ink/ink4043.xml" ContentType="application/inkml+xml"/>
  <Override PartName="/ppt/ink/ink4044.xml" ContentType="application/inkml+xml"/>
  <Override PartName="/ppt/ink/ink4045.xml" ContentType="application/inkml+xml"/>
  <Override PartName="/ppt/ink/ink4046.xml" ContentType="application/inkml+xml"/>
  <Override PartName="/ppt/ink/ink4047.xml" ContentType="application/inkml+xml"/>
  <Override PartName="/ppt/ink/ink4048.xml" ContentType="application/inkml+xml"/>
  <Override PartName="/ppt/ink/ink4049.xml" ContentType="application/inkml+xml"/>
  <Override PartName="/ppt/ink/ink4050.xml" ContentType="application/inkml+xml"/>
  <Override PartName="/ppt/ink/ink4051.xml" ContentType="application/inkml+xml"/>
  <Override PartName="/ppt/ink/ink4052.xml" ContentType="application/inkml+xml"/>
  <Override PartName="/ppt/ink/ink4053.xml" ContentType="application/inkml+xml"/>
  <Override PartName="/ppt/ink/ink4054.xml" ContentType="application/inkml+xml"/>
  <Override PartName="/ppt/ink/ink4055.xml" ContentType="application/inkml+xml"/>
  <Override PartName="/ppt/ink/ink4056.xml" ContentType="application/inkml+xml"/>
  <Override PartName="/ppt/ink/ink4057.xml" ContentType="application/inkml+xml"/>
  <Override PartName="/ppt/ink/ink4058.xml" ContentType="application/inkml+xml"/>
  <Override PartName="/ppt/ink/ink4059.xml" ContentType="application/inkml+xml"/>
  <Override PartName="/ppt/ink/ink4060.xml" ContentType="application/inkml+xml"/>
  <Override PartName="/ppt/ink/ink4061.xml" ContentType="application/inkml+xml"/>
  <Override PartName="/ppt/ink/ink4062.xml" ContentType="application/inkml+xml"/>
  <Override PartName="/ppt/ink/ink4063.xml" ContentType="application/inkml+xml"/>
  <Override PartName="/ppt/ink/ink4064.xml" ContentType="application/inkml+xml"/>
  <Override PartName="/ppt/ink/ink4065.xml" ContentType="application/inkml+xml"/>
  <Override PartName="/ppt/ink/ink4066.xml" ContentType="application/inkml+xml"/>
  <Override PartName="/ppt/ink/ink4067.xml" ContentType="application/inkml+xml"/>
  <Override PartName="/ppt/ink/ink4068.xml" ContentType="application/inkml+xml"/>
  <Override PartName="/ppt/ink/ink4069.xml" ContentType="application/inkml+xml"/>
  <Override PartName="/ppt/ink/ink4070.xml" ContentType="application/inkml+xml"/>
  <Override PartName="/ppt/ink/ink4071.xml" ContentType="application/inkml+xml"/>
  <Override PartName="/ppt/ink/ink4072.xml" ContentType="application/inkml+xml"/>
  <Override PartName="/ppt/ink/ink4073.xml" ContentType="application/inkml+xml"/>
  <Override PartName="/ppt/ink/ink4074.xml" ContentType="application/inkml+xml"/>
  <Override PartName="/ppt/ink/ink4075.xml" ContentType="application/inkml+xml"/>
  <Override PartName="/ppt/ink/ink4076.xml" ContentType="application/inkml+xml"/>
  <Override PartName="/ppt/ink/ink4077.xml" ContentType="application/inkml+xml"/>
  <Override PartName="/ppt/ink/ink4078.xml" ContentType="application/inkml+xml"/>
  <Override PartName="/ppt/ink/ink4079.xml" ContentType="application/inkml+xml"/>
  <Override PartName="/ppt/ink/ink4080.xml" ContentType="application/inkml+xml"/>
  <Override PartName="/ppt/ink/ink4081.xml" ContentType="application/inkml+xml"/>
  <Override PartName="/ppt/ink/ink4082.xml" ContentType="application/inkml+xml"/>
  <Override PartName="/ppt/ink/ink4083.xml" ContentType="application/inkml+xml"/>
  <Override PartName="/ppt/ink/ink4084.xml" ContentType="application/inkml+xml"/>
  <Override PartName="/ppt/ink/ink4085.xml" ContentType="application/inkml+xml"/>
  <Override PartName="/ppt/ink/ink4086.xml" ContentType="application/inkml+xml"/>
  <Override PartName="/ppt/ink/ink4087.xml" ContentType="application/inkml+xml"/>
  <Override PartName="/ppt/ink/ink4088.xml" ContentType="application/inkml+xml"/>
  <Override PartName="/ppt/ink/ink4089.xml" ContentType="application/inkml+xml"/>
  <Override PartName="/ppt/ink/ink4090.xml" ContentType="application/inkml+xml"/>
  <Override PartName="/ppt/ink/ink4091.xml" ContentType="application/inkml+xml"/>
  <Override PartName="/ppt/ink/ink4092.xml" ContentType="application/inkml+xml"/>
  <Override PartName="/ppt/ink/ink4093.xml" ContentType="application/inkml+xml"/>
  <Override PartName="/ppt/ink/ink4094.xml" ContentType="application/inkml+xml"/>
  <Override PartName="/ppt/ink/ink4095.xml" ContentType="application/inkml+xml"/>
  <Override PartName="/ppt/ink/ink4096.xml" ContentType="application/inkml+xml"/>
  <Override PartName="/ppt/ink/ink4097.xml" ContentType="application/inkml+xml"/>
  <Override PartName="/ppt/ink/ink4098.xml" ContentType="application/inkml+xml"/>
  <Override PartName="/ppt/ink/ink4099.xml" ContentType="application/inkml+xml"/>
  <Override PartName="/ppt/ink/ink4100.xml" ContentType="application/inkml+xml"/>
  <Override PartName="/ppt/ink/ink4101.xml" ContentType="application/inkml+xml"/>
  <Override PartName="/ppt/ink/ink4102.xml" ContentType="application/inkml+xml"/>
  <Override PartName="/ppt/ink/ink4103.xml" ContentType="application/inkml+xml"/>
  <Override PartName="/ppt/ink/ink4104.xml" ContentType="application/inkml+xml"/>
  <Override PartName="/ppt/ink/ink4105.xml" ContentType="application/inkml+xml"/>
  <Override PartName="/ppt/ink/ink4106.xml" ContentType="application/inkml+xml"/>
  <Override PartName="/ppt/ink/ink4107.xml" ContentType="application/inkml+xml"/>
  <Override PartName="/ppt/ink/ink4108.xml" ContentType="application/inkml+xml"/>
  <Override PartName="/ppt/ink/ink4109.xml" ContentType="application/inkml+xml"/>
  <Override PartName="/ppt/ink/ink4110.xml" ContentType="application/inkml+xml"/>
  <Override PartName="/ppt/ink/ink4111.xml" ContentType="application/inkml+xml"/>
  <Override PartName="/ppt/ink/ink4112.xml" ContentType="application/inkml+xml"/>
  <Override PartName="/ppt/ink/ink4113.xml" ContentType="application/inkml+xml"/>
  <Override PartName="/ppt/ink/ink4114.xml" ContentType="application/inkml+xml"/>
  <Override PartName="/ppt/ink/ink4115.xml" ContentType="application/inkml+xml"/>
  <Override PartName="/ppt/ink/ink4116.xml" ContentType="application/inkml+xml"/>
  <Override PartName="/ppt/ink/ink4117.xml" ContentType="application/inkml+xml"/>
  <Override PartName="/ppt/ink/ink4118.xml" ContentType="application/inkml+xml"/>
  <Override PartName="/ppt/ink/ink4119.xml" ContentType="application/inkml+xml"/>
  <Override PartName="/ppt/ink/ink4120.xml" ContentType="application/inkml+xml"/>
  <Override PartName="/ppt/ink/ink4121.xml" ContentType="application/inkml+xml"/>
  <Override PartName="/ppt/ink/ink4122.xml" ContentType="application/inkml+xml"/>
  <Override PartName="/ppt/ink/ink4123.xml" ContentType="application/inkml+xml"/>
  <Override PartName="/ppt/ink/ink4124.xml" ContentType="application/inkml+xml"/>
  <Override PartName="/ppt/ink/ink4125.xml" ContentType="application/inkml+xml"/>
  <Override PartName="/ppt/ink/ink4126.xml" ContentType="application/inkml+xml"/>
  <Override PartName="/ppt/ink/ink4127.xml" ContentType="application/inkml+xml"/>
  <Override PartName="/ppt/ink/ink4128.xml" ContentType="application/inkml+xml"/>
  <Override PartName="/ppt/ink/ink4129.xml" ContentType="application/inkml+xml"/>
  <Override PartName="/ppt/ink/ink4130.xml" ContentType="application/inkml+xml"/>
  <Override PartName="/ppt/ink/ink4131.xml" ContentType="application/inkml+xml"/>
  <Override PartName="/ppt/ink/ink4132.xml" ContentType="application/inkml+xml"/>
  <Override PartName="/ppt/ink/ink4133.xml" ContentType="application/inkml+xml"/>
  <Override PartName="/ppt/ink/ink4134.xml" ContentType="application/inkml+xml"/>
  <Override PartName="/ppt/ink/ink4135.xml" ContentType="application/inkml+xml"/>
  <Override PartName="/ppt/ink/ink4136.xml" ContentType="application/inkml+xml"/>
  <Override PartName="/ppt/ink/ink4137.xml" ContentType="application/inkml+xml"/>
  <Override PartName="/ppt/ink/ink4138.xml" ContentType="application/inkml+xml"/>
  <Override PartName="/ppt/ink/ink4139.xml" ContentType="application/inkml+xml"/>
  <Override PartName="/ppt/ink/ink4140.xml" ContentType="application/inkml+xml"/>
  <Override PartName="/ppt/ink/ink4141.xml" ContentType="application/inkml+xml"/>
  <Override PartName="/ppt/ink/ink4142.xml" ContentType="application/inkml+xml"/>
  <Override PartName="/ppt/ink/ink4143.xml" ContentType="application/inkml+xml"/>
  <Override PartName="/ppt/ink/ink4144.xml" ContentType="application/inkml+xml"/>
  <Override PartName="/ppt/ink/ink4145.xml" ContentType="application/inkml+xml"/>
  <Override PartName="/ppt/ink/ink4146.xml" ContentType="application/inkml+xml"/>
  <Override PartName="/ppt/ink/ink4147.xml" ContentType="application/inkml+xml"/>
  <Override PartName="/ppt/ink/ink4148.xml" ContentType="application/inkml+xml"/>
  <Override PartName="/ppt/ink/ink4149.xml" ContentType="application/inkml+xml"/>
  <Override PartName="/ppt/ink/ink4150.xml" ContentType="application/inkml+xml"/>
  <Override PartName="/ppt/ink/ink4151.xml" ContentType="application/inkml+xml"/>
  <Override PartName="/ppt/ink/ink4152.xml" ContentType="application/inkml+xml"/>
  <Override PartName="/ppt/ink/ink4153.xml" ContentType="application/inkml+xml"/>
  <Override PartName="/ppt/ink/ink4154.xml" ContentType="application/inkml+xml"/>
  <Override PartName="/ppt/ink/ink4155.xml" ContentType="application/inkml+xml"/>
  <Override PartName="/ppt/ink/ink4156.xml" ContentType="application/inkml+xml"/>
  <Override PartName="/ppt/ink/ink4157.xml" ContentType="application/inkml+xml"/>
  <Override PartName="/ppt/ink/ink4158.xml" ContentType="application/inkml+xml"/>
  <Override PartName="/ppt/ink/ink4159.xml" ContentType="application/inkml+xml"/>
  <Override PartName="/ppt/ink/ink4160.xml" ContentType="application/inkml+xml"/>
  <Override PartName="/ppt/ink/ink4161.xml" ContentType="application/inkml+xml"/>
  <Override PartName="/ppt/ink/ink4162.xml" ContentType="application/inkml+xml"/>
  <Override PartName="/ppt/ink/ink4163.xml" ContentType="application/inkml+xml"/>
  <Override PartName="/ppt/ink/ink4164.xml" ContentType="application/inkml+xml"/>
  <Override PartName="/ppt/ink/ink4165.xml" ContentType="application/inkml+xml"/>
  <Override PartName="/ppt/ink/ink4166.xml" ContentType="application/inkml+xml"/>
  <Override PartName="/ppt/ink/ink4167.xml" ContentType="application/inkml+xml"/>
  <Override PartName="/ppt/ink/ink4168.xml" ContentType="application/inkml+xml"/>
  <Override PartName="/ppt/ink/ink4169.xml" ContentType="application/inkml+xml"/>
  <Override PartName="/ppt/ink/ink4170.xml" ContentType="application/inkml+xml"/>
  <Override PartName="/ppt/ink/ink4171.xml" ContentType="application/inkml+xml"/>
  <Override PartName="/ppt/ink/ink4172.xml" ContentType="application/inkml+xml"/>
  <Override PartName="/ppt/ink/ink4173.xml" ContentType="application/inkml+xml"/>
  <Override PartName="/ppt/ink/ink4174.xml" ContentType="application/inkml+xml"/>
  <Override PartName="/ppt/ink/ink4175.xml" ContentType="application/inkml+xml"/>
  <Override PartName="/ppt/ink/ink4176.xml" ContentType="application/inkml+xml"/>
  <Override PartName="/ppt/ink/ink4177.xml" ContentType="application/inkml+xml"/>
  <Override PartName="/ppt/ink/ink4178.xml" ContentType="application/inkml+xml"/>
  <Override PartName="/ppt/ink/ink4179.xml" ContentType="application/inkml+xml"/>
  <Override PartName="/ppt/ink/ink4180.xml" ContentType="application/inkml+xml"/>
  <Override PartName="/ppt/ink/ink4181.xml" ContentType="application/inkml+xml"/>
  <Override PartName="/ppt/ink/ink4182.xml" ContentType="application/inkml+xml"/>
  <Override PartName="/ppt/ink/ink4183.xml" ContentType="application/inkml+xml"/>
  <Override PartName="/ppt/ink/ink4184.xml" ContentType="application/inkml+xml"/>
  <Override PartName="/ppt/ink/ink4185.xml" ContentType="application/inkml+xml"/>
  <Override PartName="/ppt/ink/ink4186.xml" ContentType="application/inkml+xml"/>
  <Override PartName="/ppt/ink/ink4187.xml" ContentType="application/inkml+xml"/>
  <Override PartName="/ppt/ink/ink4188.xml" ContentType="application/inkml+xml"/>
  <Override PartName="/ppt/ink/ink4189.xml" ContentType="application/inkml+xml"/>
  <Override PartName="/ppt/ink/ink4190.xml" ContentType="application/inkml+xml"/>
  <Override PartName="/ppt/ink/ink4191.xml" ContentType="application/inkml+xml"/>
  <Override PartName="/ppt/ink/ink4192.xml" ContentType="application/inkml+xml"/>
  <Override PartName="/ppt/ink/ink4193.xml" ContentType="application/inkml+xml"/>
  <Override PartName="/ppt/ink/ink4194.xml" ContentType="application/inkml+xml"/>
  <Override PartName="/ppt/ink/ink4195.xml" ContentType="application/inkml+xml"/>
  <Override PartName="/ppt/ink/ink4196.xml" ContentType="application/inkml+xml"/>
  <Override PartName="/ppt/ink/ink4197.xml" ContentType="application/inkml+xml"/>
  <Override PartName="/ppt/ink/ink4198.xml" ContentType="application/inkml+xml"/>
  <Override PartName="/ppt/ink/ink4199.xml" ContentType="application/inkml+xml"/>
  <Override PartName="/ppt/ink/ink4200.xml" ContentType="application/inkml+xml"/>
  <Override PartName="/ppt/ink/ink4201.xml" ContentType="application/inkml+xml"/>
  <Override PartName="/ppt/ink/ink4202.xml" ContentType="application/inkml+xml"/>
  <Override PartName="/ppt/ink/ink4203.xml" ContentType="application/inkml+xml"/>
  <Override PartName="/ppt/ink/ink4204.xml" ContentType="application/inkml+xml"/>
  <Override PartName="/ppt/ink/ink4205.xml" ContentType="application/inkml+xml"/>
  <Override PartName="/ppt/ink/ink4206.xml" ContentType="application/inkml+xml"/>
  <Override PartName="/ppt/ink/ink4207.xml" ContentType="application/inkml+xml"/>
  <Override PartName="/ppt/ink/ink4208.xml" ContentType="application/inkml+xml"/>
  <Override PartName="/ppt/ink/ink4209.xml" ContentType="application/inkml+xml"/>
  <Override PartName="/ppt/ink/ink4210.xml" ContentType="application/inkml+xml"/>
  <Override PartName="/ppt/ink/ink4211.xml" ContentType="application/inkml+xml"/>
  <Override PartName="/ppt/ink/ink4212.xml" ContentType="application/inkml+xml"/>
  <Override PartName="/ppt/ink/ink4213.xml" ContentType="application/inkml+xml"/>
  <Override PartName="/ppt/ink/ink4214.xml" ContentType="application/inkml+xml"/>
  <Override PartName="/ppt/ink/ink4215.xml" ContentType="application/inkml+xml"/>
  <Override PartName="/ppt/ink/ink4216.xml" ContentType="application/inkml+xml"/>
  <Override PartName="/ppt/ink/ink4217.xml" ContentType="application/inkml+xml"/>
  <Override PartName="/ppt/ink/ink4218.xml" ContentType="application/inkml+xml"/>
  <Override PartName="/ppt/ink/ink4219.xml" ContentType="application/inkml+xml"/>
  <Override PartName="/ppt/ink/ink4220.xml" ContentType="application/inkml+xml"/>
  <Override PartName="/ppt/ink/ink4221.xml" ContentType="application/inkml+xml"/>
  <Override PartName="/ppt/ink/ink4222.xml" ContentType="application/inkml+xml"/>
  <Override PartName="/ppt/ink/ink4223.xml" ContentType="application/inkml+xml"/>
  <Override PartName="/ppt/ink/ink4224.xml" ContentType="application/inkml+xml"/>
  <Override PartName="/ppt/ink/ink4225.xml" ContentType="application/inkml+xml"/>
  <Override PartName="/ppt/ink/ink4226.xml" ContentType="application/inkml+xml"/>
  <Override PartName="/ppt/ink/ink4227.xml" ContentType="application/inkml+xml"/>
  <Override PartName="/ppt/ink/ink4228.xml" ContentType="application/inkml+xml"/>
  <Override PartName="/ppt/ink/ink4229.xml" ContentType="application/inkml+xml"/>
  <Override PartName="/ppt/ink/ink4230.xml" ContentType="application/inkml+xml"/>
  <Override PartName="/ppt/ink/ink4231.xml" ContentType="application/inkml+xml"/>
  <Override PartName="/ppt/ink/ink4232.xml" ContentType="application/inkml+xml"/>
  <Override PartName="/ppt/ink/ink4233.xml" ContentType="application/inkml+xml"/>
  <Override PartName="/ppt/ink/ink4234.xml" ContentType="application/inkml+xml"/>
  <Override PartName="/ppt/ink/ink4235.xml" ContentType="application/inkml+xml"/>
  <Override PartName="/ppt/ink/ink4236.xml" ContentType="application/inkml+xml"/>
  <Override PartName="/ppt/ink/ink4237.xml" ContentType="application/inkml+xml"/>
  <Override PartName="/ppt/ink/ink4238.xml" ContentType="application/inkml+xml"/>
  <Override PartName="/ppt/ink/ink4239.xml" ContentType="application/inkml+xml"/>
  <Override PartName="/ppt/ink/ink4240.xml" ContentType="application/inkml+xml"/>
  <Override PartName="/ppt/ink/ink4241.xml" ContentType="application/inkml+xml"/>
  <Override PartName="/ppt/ink/ink4242.xml" ContentType="application/inkml+xml"/>
  <Override PartName="/ppt/ink/ink4243.xml" ContentType="application/inkml+xml"/>
  <Override PartName="/ppt/ink/ink4244.xml" ContentType="application/inkml+xml"/>
  <Override PartName="/ppt/ink/ink4245.xml" ContentType="application/inkml+xml"/>
  <Override PartName="/ppt/ink/ink4246.xml" ContentType="application/inkml+xml"/>
  <Override PartName="/ppt/ink/ink4247.xml" ContentType="application/inkml+xml"/>
  <Override PartName="/ppt/ink/ink4248.xml" ContentType="application/inkml+xml"/>
  <Override PartName="/ppt/ink/ink4249.xml" ContentType="application/inkml+xml"/>
  <Override PartName="/ppt/ink/ink4250.xml" ContentType="application/inkml+xml"/>
  <Override PartName="/ppt/ink/ink4251.xml" ContentType="application/inkml+xml"/>
  <Override PartName="/ppt/ink/ink4252.xml" ContentType="application/inkml+xml"/>
  <Override PartName="/ppt/ink/ink4253.xml" ContentType="application/inkml+xml"/>
  <Override PartName="/ppt/ink/ink4254.xml" ContentType="application/inkml+xml"/>
  <Override PartName="/ppt/ink/ink4255.xml" ContentType="application/inkml+xml"/>
  <Override PartName="/ppt/ink/ink4256.xml" ContentType="application/inkml+xml"/>
  <Override PartName="/ppt/ink/ink4257.xml" ContentType="application/inkml+xml"/>
  <Override PartName="/ppt/ink/ink4258.xml" ContentType="application/inkml+xml"/>
  <Override PartName="/ppt/ink/ink4259.xml" ContentType="application/inkml+xml"/>
  <Override PartName="/ppt/ink/ink4260.xml" ContentType="application/inkml+xml"/>
  <Override PartName="/ppt/ink/ink4261.xml" ContentType="application/inkml+xml"/>
  <Override PartName="/ppt/ink/ink4262.xml" ContentType="application/inkml+xml"/>
  <Override PartName="/ppt/ink/ink4263.xml" ContentType="application/inkml+xml"/>
  <Override PartName="/ppt/ink/ink4264.xml" ContentType="application/inkml+xml"/>
  <Override PartName="/ppt/ink/ink4265.xml" ContentType="application/inkml+xml"/>
  <Override PartName="/ppt/ink/ink4266.xml" ContentType="application/inkml+xml"/>
  <Override PartName="/ppt/ink/ink4267.xml" ContentType="application/inkml+xml"/>
  <Override PartName="/ppt/ink/ink4268.xml" ContentType="application/inkml+xml"/>
  <Override PartName="/ppt/ink/ink4269.xml" ContentType="application/inkml+xml"/>
  <Override PartName="/ppt/ink/ink4270.xml" ContentType="application/inkml+xml"/>
  <Override PartName="/ppt/ink/ink4271.xml" ContentType="application/inkml+xml"/>
  <Override PartName="/ppt/ink/ink4272.xml" ContentType="application/inkml+xml"/>
  <Override PartName="/ppt/ink/ink4273.xml" ContentType="application/inkml+xml"/>
  <Override PartName="/ppt/ink/ink4274.xml" ContentType="application/inkml+xml"/>
  <Override PartName="/ppt/ink/ink4275.xml" ContentType="application/inkml+xml"/>
  <Override PartName="/ppt/ink/ink4276.xml" ContentType="application/inkml+xml"/>
  <Override PartName="/ppt/ink/ink4277.xml" ContentType="application/inkml+xml"/>
  <Override PartName="/ppt/ink/ink4278.xml" ContentType="application/inkml+xml"/>
  <Override PartName="/ppt/ink/ink4279.xml" ContentType="application/inkml+xml"/>
  <Override PartName="/ppt/ink/ink4280.xml" ContentType="application/inkml+xml"/>
  <Override PartName="/ppt/ink/ink4281.xml" ContentType="application/inkml+xml"/>
  <Override PartName="/ppt/ink/ink4282.xml" ContentType="application/inkml+xml"/>
  <Override PartName="/ppt/ink/ink4283.xml" ContentType="application/inkml+xml"/>
  <Override PartName="/ppt/ink/ink4284.xml" ContentType="application/inkml+xml"/>
  <Override PartName="/ppt/ink/ink4285.xml" ContentType="application/inkml+xml"/>
  <Override PartName="/ppt/ink/ink4286.xml" ContentType="application/inkml+xml"/>
  <Override PartName="/ppt/ink/ink4287.xml" ContentType="application/inkml+xml"/>
  <Override PartName="/ppt/ink/ink4288.xml" ContentType="application/inkml+xml"/>
  <Override PartName="/ppt/ink/ink4289.xml" ContentType="application/inkml+xml"/>
  <Override PartName="/ppt/ink/ink4290.xml" ContentType="application/inkml+xml"/>
  <Override PartName="/ppt/ink/ink4291.xml" ContentType="application/inkml+xml"/>
  <Override PartName="/ppt/ink/ink4292.xml" ContentType="application/inkml+xml"/>
  <Override PartName="/ppt/ink/ink4293.xml" ContentType="application/inkml+xml"/>
  <Override PartName="/ppt/ink/ink4294.xml" ContentType="application/inkml+xml"/>
  <Override PartName="/ppt/ink/ink4295.xml" ContentType="application/inkml+xml"/>
  <Override PartName="/ppt/ink/ink4296.xml" ContentType="application/inkml+xml"/>
  <Override PartName="/ppt/ink/ink4297.xml" ContentType="application/inkml+xml"/>
  <Override PartName="/ppt/ink/ink4298.xml" ContentType="application/inkml+xml"/>
  <Override PartName="/ppt/ink/ink4299.xml" ContentType="application/inkml+xml"/>
  <Override PartName="/ppt/ink/ink4300.xml" ContentType="application/inkml+xml"/>
  <Override PartName="/ppt/ink/ink4301.xml" ContentType="application/inkml+xml"/>
  <Override PartName="/ppt/ink/ink4302.xml" ContentType="application/inkml+xml"/>
  <Override PartName="/ppt/ink/ink4303.xml" ContentType="application/inkml+xml"/>
  <Override PartName="/ppt/ink/ink4304.xml" ContentType="application/inkml+xml"/>
  <Override PartName="/ppt/ink/ink4305.xml" ContentType="application/inkml+xml"/>
  <Override PartName="/ppt/ink/ink4306.xml" ContentType="application/inkml+xml"/>
  <Override PartName="/ppt/ink/ink4307.xml" ContentType="application/inkml+xml"/>
  <Override PartName="/ppt/ink/ink4308.xml" ContentType="application/inkml+xml"/>
  <Override PartName="/ppt/ink/ink4309.xml" ContentType="application/inkml+xml"/>
  <Override PartName="/ppt/ink/ink4310.xml" ContentType="application/inkml+xml"/>
  <Override PartName="/ppt/ink/ink4311.xml" ContentType="application/inkml+xml"/>
  <Override PartName="/ppt/ink/ink4312.xml" ContentType="application/inkml+xml"/>
  <Override PartName="/ppt/ink/ink4313.xml" ContentType="application/inkml+xml"/>
  <Override PartName="/ppt/ink/ink4314.xml" ContentType="application/inkml+xml"/>
  <Override PartName="/ppt/ink/ink4315.xml" ContentType="application/inkml+xml"/>
  <Override PartName="/ppt/ink/ink4316.xml" ContentType="application/inkml+xml"/>
  <Override PartName="/ppt/ink/ink4317.xml" ContentType="application/inkml+xml"/>
  <Override PartName="/ppt/ink/ink4318.xml" ContentType="application/inkml+xml"/>
  <Override PartName="/ppt/ink/ink4319.xml" ContentType="application/inkml+xml"/>
  <Override PartName="/ppt/ink/ink4320.xml" ContentType="application/inkml+xml"/>
  <Override PartName="/ppt/ink/ink4321.xml" ContentType="application/inkml+xml"/>
  <Override PartName="/ppt/ink/ink4322.xml" ContentType="application/inkml+xml"/>
  <Override PartName="/ppt/ink/ink4323.xml" ContentType="application/inkml+xml"/>
  <Override PartName="/ppt/ink/ink4324.xml" ContentType="application/inkml+xml"/>
  <Override PartName="/ppt/ink/ink4325.xml" ContentType="application/inkml+xml"/>
  <Override PartName="/ppt/ink/ink4326.xml" ContentType="application/inkml+xml"/>
  <Override PartName="/ppt/ink/ink4327.xml" ContentType="application/inkml+xml"/>
  <Override PartName="/ppt/ink/ink4328.xml" ContentType="application/inkml+xml"/>
  <Override PartName="/ppt/ink/ink4329.xml" ContentType="application/inkml+xml"/>
  <Override PartName="/ppt/ink/ink4330.xml" ContentType="application/inkml+xml"/>
  <Override PartName="/ppt/ink/ink4331.xml" ContentType="application/inkml+xml"/>
  <Override PartName="/ppt/ink/ink4332.xml" ContentType="application/inkml+xml"/>
  <Override PartName="/ppt/ink/ink4333.xml" ContentType="application/inkml+xml"/>
  <Override PartName="/ppt/ink/ink4334.xml" ContentType="application/inkml+xml"/>
  <Override PartName="/ppt/ink/ink4335.xml" ContentType="application/inkml+xml"/>
  <Override PartName="/ppt/ink/ink4336.xml" ContentType="application/inkml+xml"/>
  <Override PartName="/ppt/ink/ink4337.xml" ContentType="application/inkml+xml"/>
  <Override PartName="/ppt/ink/ink4338.xml" ContentType="application/inkml+xml"/>
  <Override PartName="/ppt/ink/ink4339.xml" ContentType="application/inkml+xml"/>
  <Override PartName="/ppt/ink/ink4340.xml" ContentType="application/inkml+xml"/>
  <Override PartName="/ppt/ink/ink4341.xml" ContentType="application/inkml+xml"/>
  <Override PartName="/ppt/ink/ink4342.xml" ContentType="application/inkml+xml"/>
  <Override PartName="/ppt/ink/ink4343.xml" ContentType="application/inkml+xml"/>
  <Override PartName="/ppt/ink/ink4344.xml" ContentType="application/inkml+xml"/>
  <Override PartName="/ppt/ink/ink4345.xml" ContentType="application/inkml+xml"/>
  <Override PartName="/ppt/ink/ink4346.xml" ContentType="application/inkml+xml"/>
  <Override PartName="/ppt/ink/ink4347.xml" ContentType="application/inkml+xml"/>
  <Override PartName="/ppt/ink/ink4348.xml" ContentType="application/inkml+xml"/>
  <Override PartName="/ppt/ink/ink4349.xml" ContentType="application/inkml+xml"/>
  <Override PartName="/ppt/ink/ink4350.xml" ContentType="application/inkml+xml"/>
  <Override PartName="/ppt/ink/ink4351.xml" ContentType="application/inkml+xml"/>
  <Override PartName="/ppt/ink/ink4352.xml" ContentType="application/inkml+xml"/>
  <Override PartName="/ppt/ink/ink4353.xml" ContentType="application/inkml+xml"/>
  <Override PartName="/ppt/ink/ink4354.xml" ContentType="application/inkml+xml"/>
  <Override PartName="/ppt/ink/ink4355.xml" ContentType="application/inkml+xml"/>
  <Override PartName="/ppt/ink/ink4356.xml" ContentType="application/inkml+xml"/>
  <Override PartName="/ppt/ink/ink4357.xml" ContentType="application/inkml+xml"/>
  <Override PartName="/ppt/ink/ink4358.xml" ContentType="application/inkml+xml"/>
  <Override PartName="/ppt/ink/ink4359.xml" ContentType="application/inkml+xml"/>
  <Override PartName="/ppt/ink/ink4360.xml" ContentType="application/inkml+xml"/>
  <Override PartName="/ppt/ink/ink4361.xml" ContentType="application/inkml+xml"/>
  <Override PartName="/ppt/ink/ink4362.xml" ContentType="application/inkml+xml"/>
  <Override PartName="/ppt/ink/ink4363.xml" ContentType="application/inkml+xml"/>
  <Override PartName="/ppt/ink/ink4364.xml" ContentType="application/inkml+xml"/>
  <Override PartName="/ppt/ink/ink4365.xml" ContentType="application/inkml+xml"/>
  <Override PartName="/ppt/ink/ink4366.xml" ContentType="application/inkml+xml"/>
  <Override PartName="/ppt/ink/ink4367.xml" ContentType="application/inkml+xml"/>
  <Override PartName="/ppt/ink/ink4368.xml" ContentType="application/inkml+xml"/>
  <Override PartName="/ppt/ink/ink4369.xml" ContentType="application/inkml+xml"/>
  <Override PartName="/ppt/ink/ink4370.xml" ContentType="application/inkml+xml"/>
  <Override PartName="/ppt/ink/ink4371.xml" ContentType="application/inkml+xml"/>
  <Override PartName="/ppt/ink/ink4372.xml" ContentType="application/inkml+xml"/>
  <Override PartName="/ppt/ink/ink4373.xml" ContentType="application/inkml+xml"/>
  <Override PartName="/ppt/ink/ink4374.xml" ContentType="application/inkml+xml"/>
  <Override PartName="/ppt/ink/ink4375.xml" ContentType="application/inkml+xml"/>
  <Override PartName="/ppt/ink/ink4376.xml" ContentType="application/inkml+xml"/>
  <Override PartName="/ppt/ink/ink4377.xml" ContentType="application/inkml+xml"/>
  <Override PartName="/ppt/ink/ink4378.xml" ContentType="application/inkml+xml"/>
  <Override PartName="/ppt/ink/ink4379.xml" ContentType="application/inkml+xml"/>
  <Override PartName="/ppt/ink/ink4380.xml" ContentType="application/inkml+xml"/>
  <Override PartName="/ppt/ink/ink4381.xml" ContentType="application/inkml+xml"/>
  <Override PartName="/ppt/ink/ink4382.xml" ContentType="application/inkml+xml"/>
  <Override PartName="/ppt/ink/ink4383.xml" ContentType="application/inkml+xml"/>
  <Override PartName="/ppt/ink/ink4384.xml" ContentType="application/inkml+xml"/>
  <Override PartName="/ppt/ink/ink4385.xml" ContentType="application/inkml+xml"/>
  <Override PartName="/ppt/ink/ink4386.xml" ContentType="application/inkml+xml"/>
  <Override PartName="/ppt/ink/ink4387.xml" ContentType="application/inkml+xml"/>
  <Override PartName="/ppt/ink/ink4388.xml" ContentType="application/inkml+xml"/>
  <Override PartName="/ppt/ink/ink4389.xml" ContentType="application/inkml+xml"/>
  <Override PartName="/ppt/ink/ink4390.xml" ContentType="application/inkml+xml"/>
  <Override PartName="/ppt/ink/ink4391.xml" ContentType="application/inkml+xml"/>
  <Override PartName="/ppt/ink/ink4392.xml" ContentType="application/inkml+xml"/>
  <Override PartName="/ppt/ink/ink4393.xml" ContentType="application/inkml+xml"/>
  <Override PartName="/ppt/ink/ink4394.xml" ContentType="application/inkml+xml"/>
  <Override PartName="/ppt/ink/ink4395.xml" ContentType="application/inkml+xml"/>
  <Override PartName="/ppt/ink/ink4396.xml" ContentType="application/inkml+xml"/>
  <Override PartName="/ppt/ink/ink4397.xml" ContentType="application/inkml+xml"/>
  <Override PartName="/ppt/ink/ink4398.xml" ContentType="application/inkml+xml"/>
  <Override PartName="/ppt/ink/ink4399.xml" ContentType="application/inkml+xml"/>
  <Override PartName="/ppt/ink/ink4400.xml" ContentType="application/inkml+xml"/>
  <Override PartName="/ppt/ink/ink4401.xml" ContentType="application/inkml+xml"/>
  <Override PartName="/ppt/ink/ink4402.xml" ContentType="application/inkml+xml"/>
  <Override PartName="/ppt/ink/ink4403.xml" ContentType="application/inkml+xml"/>
  <Override PartName="/ppt/ink/ink4404.xml" ContentType="application/inkml+xml"/>
  <Override PartName="/ppt/ink/ink4405.xml" ContentType="application/inkml+xml"/>
  <Override PartName="/ppt/ink/ink4406.xml" ContentType="application/inkml+xml"/>
  <Override PartName="/ppt/ink/ink4407.xml" ContentType="application/inkml+xml"/>
  <Override PartName="/ppt/ink/ink4408.xml" ContentType="application/inkml+xml"/>
  <Override PartName="/ppt/ink/ink4409.xml" ContentType="application/inkml+xml"/>
  <Override PartName="/ppt/ink/ink4410.xml" ContentType="application/inkml+xml"/>
  <Override PartName="/ppt/ink/ink4411.xml" ContentType="application/inkml+xml"/>
  <Override PartName="/ppt/ink/ink4412.xml" ContentType="application/inkml+xml"/>
  <Override PartName="/ppt/ink/ink4413.xml" ContentType="application/inkml+xml"/>
  <Override PartName="/ppt/ink/ink4414.xml" ContentType="application/inkml+xml"/>
  <Override PartName="/ppt/ink/ink4415.xml" ContentType="application/inkml+xml"/>
  <Override PartName="/ppt/ink/ink4416.xml" ContentType="application/inkml+xml"/>
  <Override PartName="/ppt/ink/ink4417.xml" ContentType="application/inkml+xml"/>
  <Override PartName="/ppt/ink/ink4418.xml" ContentType="application/inkml+xml"/>
  <Override PartName="/ppt/ink/ink4419.xml" ContentType="application/inkml+xml"/>
  <Override PartName="/ppt/ink/ink4420.xml" ContentType="application/inkml+xml"/>
  <Override PartName="/ppt/ink/ink4421.xml" ContentType="application/inkml+xml"/>
  <Override PartName="/ppt/ink/ink4422.xml" ContentType="application/inkml+xml"/>
  <Override PartName="/ppt/ink/ink4423.xml" ContentType="application/inkml+xml"/>
  <Override PartName="/ppt/ink/ink4424.xml" ContentType="application/inkml+xml"/>
  <Override PartName="/ppt/ink/ink4425.xml" ContentType="application/inkml+xml"/>
  <Override PartName="/ppt/ink/ink4426.xml" ContentType="application/inkml+xml"/>
  <Override PartName="/ppt/ink/ink4427.xml" ContentType="application/inkml+xml"/>
  <Override PartName="/ppt/ink/ink4428.xml" ContentType="application/inkml+xml"/>
  <Override PartName="/ppt/ink/ink4429.xml" ContentType="application/inkml+xml"/>
  <Override PartName="/ppt/ink/ink4430.xml" ContentType="application/inkml+xml"/>
  <Override PartName="/ppt/ink/ink4431.xml" ContentType="application/inkml+xml"/>
  <Override PartName="/ppt/ink/ink4432.xml" ContentType="application/inkml+xml"/>
  <Override PartName="/ppt/ink/ink4433.xml" ContentType="application/inkml+xml"/>
  <Override PartName="/ppt/ink/ink4434.xml" ContentType="application/inkml+xml"/>
  <Override PartName="/ppt/ink/ink4435.xml" ContentType="application/inkml+xml"/>
  <Override PartName="/ppt/ink/ink4436.xml" ContentType="application/inkml+xml"/>
  <Override PartName="/ppt/ink/ink4437.xml" ContentType="application/inkml+xml"/>
  <Override PartName="/ppt/ink/ink4438.xml" ContentType="application/inkml+xml"/>
  <Override PartName="/ppt/ink/ink4439.xml" ContentType="application/inkml+xml"/>
  <Override PartName="/ppt/ink/ink4440.xml" ContentType="application/inkml+xml"/>
  <Override PartName="/ppt/ink/ink4441.xml" ContentType="application/inkml+xml"/>
  <Override PartName="/ppt/ink/ink4442.xml" ContentType="application/inkml+xml"/>
  <Override PartName="/ppt/ink/ink4443.xml" ContentType="application/inkml+xml"/>
  <Override PartName="/ppt/ink/ink4444.xml" ContentType="application/inkml+xml"/>
  <Override PartName="/ppt/ink/ink4445.xml" ContentType="application/inkml+xml"/>
  <Override PartName="/ppt/ink/ink4446.xml" ContentType="application/inkml+xml"/>
  <Override PartName="/ppt/ink/ink4447.xml" ContentType="application/inkml+xml"/>
  <Override PartName="/ppt/ink/ink4448.xml" ContentType="application/inkml+xml"/>
  <Override PartName="/ppt/ink/ink4449.xml" ContentType="application/inkml+xml"/>
  <Override PartName="/ppt/ink/ink4450.xml" ContentType="application/inkml+xml"/>
  <Override PartName="/ppt/ink/ink4451.xml" ContentType="application/inkml+xml"/>
  <Override PartName="/ppt/ink/ink4452.xml" ContentType="application/inkml+xml"/>
  <Override PartName="/ppt/ink/ink4453.xml" ContentType="application/inkml+xml"/>
  <Override PartName="/ppt/ink/ink4454.xml" ContentType="application/inkml+xml"/>
  <Override PartName="/ppt/ink/ink4455.xml" ContentType="application/inkml+xml"/>
  <Override PartName="/ppt/ink/ink4456.xml" ContentType="application/inkml+xml"/>
  <Override PartName="/ppt/ink/ink4457.xml" ContentType="application/inkml+xml"/>
  <Override PartName="/ppt/ink/ink4458.xml" ContentType="application/inkml+xml"/>
  <Override PartName="/ppt/ink/ink4459.xml" ContentType="application/inkml+xml"/>
  <Override PartName="/ppt/ink/ink4460.xml" ContentType="application/inkml+xml"/>
  <Override PartName="/ppt/ink/ink4461.xml" ContentType="application/inkml+xml"/>
  <Override PartName="/ppt/ink/ink4462.xml" ContentType="application/inkml+xml"/>
  <Override PartName="/ppt/ink/ink4463.xml" ContentType="application/inkml+xml"/>
  <Override PartName="/ppt/ink/ink4464.xml" ContentType="application/inkml+xml"/>
  <Override PartName="/ppt/ink/ink4465.xml" ContentType="application/inkml+xml"/>
  <Override PartName="/ppt/ink/ink4466.xml" ContentType="application/inkml+xml"/>
  <Override PartName="/ppt/ink/ink4467.xml" ContentType="application/inkml+xml"/>
  <Override PartName="/ppt/ink/ink4468.xml" ContentType="application/inkml+xml"/>
  <Override PartName="/ppt/ink/ink4469.xml" ContentType="application/inkml+xml"/>
  <Override PartName="/ppt/ink/ink4470.xml" ContentType="application/inkml+xml"/>
  <Override PartName="/ppt/ink/ink4471.xml" ContentType="application/inkml+xml"/>
  <Override PartName="/ppt/ink/ink4472.xml" ContentType="application/inkml+xml"/>
  <Override PartName="/ppt/ink/ink4473.xml" ContentType="application/inkml+xml"/>
  <Override PartName="/ppt/ink/ink4474.xml" ContentType="application/inkml+xml"/>
  <Override PartName="/ppt/ink/ink4475.xml" ContentType="application/inkml+xml"/>
  <Override PartName="/ppt/ink/ink4476.xml" ContentType="application/inkml+xml"/>
  <Override PartName="/ppt/ink/ink4477.xml" ContentType="application/inkml+xml"/>
  <Override PartName="/ppt/ink/ink4478.xml" ContentType="application/inkml+xml"/>
  <Override PartName="/ppt/ink/ink4479.xml" ContentType="application/inkml+xml"/>
  <Override PartName="/ppt/ink/ink4480.xml" ContentType="application/inkml+xml"/>
  <Override PartName="/ppt/ink/ink4481.xml" ContentType="application/inkml+xml"/>
  <Override PartName="/ppt/ink/ink4482.xml" ContentType="application/inkml+xml"/>
  <Override PartName="/ppt/ink/ink4483.xml" ContentType="application/inkml+xml"/>
  <Override PartName="/ppt/ink/ink4484.xml" ContentType="application/inkml+xml"/>
  <Override PartName="/ppt/ink/ink4485.xml" ContentType="application/inkml+xml"/>
  <Override PartName="/ppt/ink/ink4486.xml" ContentType="application/inkml+xml"/>
  <Override PartName="/ppt/ink/ink4487.xml" ContentType="application/inkml+xml"/>
  <Override PartName="/ppt/ink/ink4488.xml" ContentType="application/inkml+xml"/>
  <Override PartName="/ppt/ink/ink4489.xml" ContentType="application/inkml+xml"/>
  <Override PartName="/ppt/ink/ink4490.xml" ContentType="application/inkml+xml"/>
  <Override PartName="/ppt/ink/ink4491.xml" ContentType="application/inkml+xml"/>
  <Override PartName="/ppt/ink/ink4492.xml" ContentType="application/inkml+xml"/>
  <Override PartName="/ppt/ink/ink4493.xml" ContentType="application/inkml+xml"/>
  <Override PartName="/ppt/ink/ink4494.xml" ContentType="application/inkml+xml"/>
  <Override PartName="/ppt/ink/ink4495.xml" ContentType="application/inkml+xml"/>
  <Override PartName="/ppt/ink/ink4496.xml" ContentType="application/inkml+xml"/>
  <Override PartName="/ppt/ink/ink4497.xml" ContentType="application/inkml+xml"/>
  <Override PartName="/ppt/ink/ink4498.xml" ContentType="application/inkml+xml"/>
  <Override PartName="/ppt/ink/ink4499.xml" ContentType="application/inkml+xml"/>
  <Override PartName="/ppt/ink/ink4500.xml" ContentType="application/inkml+xml"/>
  <Override PartName="/ppt/ink/ink4501.xml" ContentType="application/inkml+xml"/>
  <Override PartName="/ppt/ink/ink4502.xml" ContentType="application/inkml+xml"/>
  <Override PartName="/ppt/ink/ink4503.xml" ContentType="application/inkml+xml"/>
  <Override PartName="/ppt/ink/ink4504.xml" ContentType="application/inkml+xml"/>
  <Override PartName="/ppt/ink/ink4505.xml" ContentType="application/inkml+xml"/>
  <Override PartName="/ppt/ink/ink4506.xml" ContentType="application/inkml+xml"/>
  <Override PartName="/ppt/ink/ink4507.xml" ContentType="application/inkml+xml"/>
  <Override PartName="/ppt/ink/ink4508.xml" ContentType="application/inkml+xml"/>
  <Override PartName="/ppt/ink/ink4509.xml" ContentType="application/inkml+xml"/>
  <Override PartName="/ppt/ink/ink4510.xml" ContentType="application/inkml+xml"/>
  <Override PartName="/ppt/ink/ink4511.xml" ContentType="application/inkml+xml"/>
  <Override PartName="/ppt/ink/ink4512.xml" ContentType="application/inkml+xml"/>
  <Override PartName="/ppt/ink/ink4513.xml" ContentType="application/inkml+xml"/>
  <Override PartName="/ppt/ink/ink4514.xml" ContentType="application/inkml+xml"/>
  <Override PartName="/ppt/ink/ink4515.xml" ContentType="application/inkml+xml"/>
  <Override PartName="/ppt/ink/ink4516.xml" ContentType="application/inkml+xml"/>
  <Override PartName="/ppt/ink/ink4517.xml" ContentType="application/inkml+xml"/>
  <Override PartName="/ppt/ink/ink4518.xml" ContentType="application/inkml+xml"/>
  <Override PartName="/ppt/ink/ink4519.xml" ContentType="application/inkml+xml"/>
  <Override PartName="/ppt/ink/ink4520.xml" ContentType="application/inkml+xml"/>
  <Override PartName="/ppt/ink/ink4521.xml" ContentType="application/inkml+xml"/>
  <Override PartName="/ppt/ink/ink4522.xml" ContentType="application/inkml+xml"/>
  <Override PartName="/ppt/ink/ink4523.xml" ContentType="application/inkml+xml"/>
  <Override PartName="/ppt/ink/ink4524.xml" ContentType="application/inkml+xml"/>
  <Override PartName="/ppt/ink/ink4525.xml" ContentType="application/inkml+xml"/>
  <Override PartName="/ppt/ink/ink4526.xml" ContentType="application/inkml+xml"/>
  <Override PartName="/ppt/ink/ink4527.xml" ContentType="application/inkml+xml"/>
  <Override PartName="/ppt/ink/ink4528.xml" ContentType="application/inkml+xml"/>
  <Override PartName="/ppt/ink/ink4529.xml" ContentType="application/inkml+xml"/>
  <Override PartName="/ppt/ink/ink4530.xml" ContentType="application/inkml+xml"/>
  <Override PartName="/ppt/ink/ink4531.xml" ContentType="application/inkml+xml"/>
  <Override PartName="/ppt/ink/ink4532.xml" ContentType="application/inkml+xml"/>
  <Override PartName="/ppt/ink/ink4533.xml" ContentType="application/inkml+xml"/>
  <Override PartName="/ppt/ink/ink4534.xml" ContentType="application/inkml+xml"/>
  <Override PartName="/ppt/ink/ink4535.xml" ContentType="application/inkml+xml"/>
  <Override PartName="/ppt/ink/ink4536.xml" ContentType="application/inkml+xml"/>
  <Override PartName="/ppt/ink/ink4537.xml" ContentType="application/inkml+xml"/>
  <Override PartName="/ppt/ink/ink4538.xml" ContentType="application/inkml+xml"/>
  <Override PartName="/ppt/ink/ink4539.xml" ContentType="application/inkml+xml"/>
  <Override PartName="/ppt/ink/ink4540.xml" ContentType="application/inkml+xml"/>
  <Override PartName="/ppt/ink/ink4541.xml" ContentType="application/inkml+xml"/>
  <Override PartName="/ppt/ink/ink4542.xml" ContentType="application/inkml+xml"/>
  <Override PartName="/ppt/ink/ink4543.xml" ContentType="application/inkml+xml"/>
  <Override PartName="/ppt/ink/ink4544.xml" ContentType="application/inkml+xml"/>
  <Override PartName="/ppt/ink/ink4545.xml" ContentType="application/inkml+xml"/>
  <Override PartName="/ppt/ink/ink4546.xml" ContentType="application/inkml+xml"/>
  <Override PartName="/ppt/ink/ink4547.xml" ContentType="application/inkml+xml"/>
  <Override PartName="/ppt/ink/ink4548.xml" ContentType="application/inkml+xml"/>
  <Override PartName="/ppt/ink/ink4549.xml" ContentType="application/inkml+xml"/>
  <Override PartName="/ppt/ink/ink4550.xml" ContentType="application/inkml+xml"/>
  <Override PartName="/ppt/ink/ink4551.xml" ContentType="application/inkml+xml"/>
  <Override PartName="/ppt/ink/ink4552.xml" ContentType="application/inkml+xml"/>
  <Override PartName="/ppt/ink/ink4553.xml" ContentType="application/inkml+xml"/>
  <Override PartName="/ppt/ink/ink4554.xml" ContentType="application/inkml+xml"/>
  <Override PartName="/ppt/ink/ink4555.xml" ContentType="application/inkml+xml"/>
  <Override PartName="/ppt/ink/ink4556.xml" ContentType="application/inkml+xml"/>
  <Override PartName="/ppt/ink/ink4557.xml" ContentType="application/inkml+xml"/>
  <Override PartName="/ppt/ink/ink4558.xml" ContentType="application/inkml+xml"/>
  <Override PartName="/ppt/ink/ink4559.xml" ContentType="application/inkml+xml"/>
  <Override PartName="/ppt/ink/ink4560.xml" ContentType="application/inkml+xml"/>
  <Override PartName="/ppt/ink/ink4561.xml" ContentType="application/inkml+xml"/>
  <Override PartName="/ppt/ink/ink4562.xml" ContentType="application/inkml+xml"/>
  <Override PartName="/ppt/ink/ink4563.xml" ContentType="application/inkml+xml"/>
  <Override PartName="/ppt/ink/ink4564.xml" ContentType="application/inkml+xml"/>
  <Override PartName="/ppt/ink/ink4565.xml" ContentType="application/inkml+xml"/>
  <Override PartName="/ppt/ink/ink4566.xml" ContentType="application/inkml+xml"/>
  <Override PartName="/ppt/ink/ink4567.xml" ContentType="application/inkml+xml"/>
  <Override PartName="/ppt/ink/ink4568.xml" ContentType="application/inkml+xml"/>
  <Override PartName="/ppt/ink/ink4569.xml" ContentType="application/inkml+xml"/>
  <Override PartName="/ppt/ink/ink4570.xml" ContentType="application/inkml+xml"/>
  <Override PartName="/ppt/ink/ink4571.xml" ContentType="application/inkml+xml"/>
  <Override PartName="/ppt/ink/ink4572.xml" ContentType="application/inkml+xml"/>
  <Override PartName="/ppt/ink/ink4573.xml" ContentType="application/inkml+xml"/>
  <Override PartName="/ppt/ink/ink4574.xml" ContentType="application/inkml+xml"/>
  <Override PartName="/ppt/ink/ink4575.xml" ContentType="application/inkml+xml"/>
  <Override PartName="/ppt/ink/ink4576.xml" ContentType="application/inkml+xml"/>
  <Override PartName="/ppt/ink/ink4577.xml" ContentType="application/inkml+xml"/>
  <Override PartName="/ppt/ink/ink4578.xml" ContentType="application/inkml+xml"/>
  <Override PartName="/ppt/ink/ink4579.xml" ContentType="application/inkml+xml"/>
  <Override PartName="/ppt/ink/ink4580.xml" ContentType="application/inkml+xml"/>
  <Override PartName="/ppt/ink/ink4581.xml" ContentType="application/inkml+xml"/>
  <Override PartName="/ppt/ink/ink4582.xml" ContentType="application/inkml+xml"/>
  <Override PartName="/ppt/ink/ink4583.xml" ContentType="application/inkml+xml"/>
  <Override PartName="/ppt/ink/ink4584.xml" ContentType="application/inkml+xml"/>
  <Override PartName="/ppt/ink/ink4585.xml" ContentType="application/inkml+xml"/>
  <Override PartName="/ppt/ink/ink4586.xml" ContentType="application/inkml+xml"/>
  <Override PartName="/ppt/ink/ink4587.xml" ContentType="application/inkml+xml"/>
  <Override PartName="/ppt/ink/ink4588.xml" ContentType="application/inkml+xml"/>
  <Override PartName="/ppt/ink/ink4589.xml" ContentType="application/inkml+xml"/>
  <Override PartName="/ppt/ink/ink4590.xml" ContentType="application/inkml+xml"/>
  <Override PartName="/ppt/ink/ink4591.xml" ContentType="application/inkml+xml"/>
  <Override PartName="/ppt/ink/ink4592.xml" ContentType="application/inkml+xml"/>
  <Override PartName="/ppt/ink/ink4593.xml" ContentType="application/inkml+xml"/>
  <Override PartName="/ppt/ink/ink4594.xml" ContentType="application/inkml+xml"/>
  <Override PartName="/ppt/ink/ink4595.xml" ContentType="application/inkml+xml"/>
  <Override PartName="/ppt/ink/ink4596.xml" ContentType="application/inkml+xml"/>
  <Override PartName="/ppt/ink/ink4597.xml" ContentType="application/inkml+xml"/>
  <Override PartName="/ppt/ink/ink4598.xml" ContentType="application/inkml+xml"/>
  <Override PartName="/ppt/ink/ink4599.xml" ContentType="application/inkml+xml"/>
  <Override PartName="/ppt/ink/ink4600.xml" ContentType="application/inkml+xml"/>
  <Override PartName="/ppt/ink/ink4601.xml" ContentType="application/inkml+xml"/>
  <Override PartName="/ppt/ink/ink4602.xml" ContentType="application/inkml+xml"/>
  <Override PartName="/ppt/ink/ink4603.xml" ContentType="application/inkml+xml"/>
  <Override PartName="/ppt/ink/ink4604.xml" ContentType="application/inkml+xml"/>
  <Override PartName="/ppt/ink/ink4605.xml" ContentType="application/inkml+xml"/>
  <Override PartName="/ppt/ink/ink4606.xml" ContentType="application/inkml+xml"/>
  <Override PartName="/ppt/ink/ink4607.xml" ContentType="application/inkml+xml"/>
  <Override PartName="/ppt/ink/ink4608.xml" ContentType="application/inkml+xml"/>
  <Override PartName="/ppt/ink/ink4609.xml" ContentType="application/inkml+xml"/>
  <Override PartName="/ppt/ink/ink4610.xml" ContentType="application/inkml+xml"/>
  <Override PartName="/ppt/ink/ink4611.xml" ContentType="application/inkml+xml"/>
  <Override PartName="/ppt/ink/ink4612.xml" ContentType="application/inkml+xml"/>
  <Override PartName="/ppt/ink/ink4613.xml" ContentType="application/inkml+xml"/>
  <Override PartName="/ppt/ink/ink4614.xml" ContentType="application/inkml+xml"/>
  <Override PartName="/ppt/ink/ink4615.xml" ContentType="application/inkml+xml"/>
  <Override PartName="/ppt/ink/ink4616.xml" ContentType="application/inkml+xml"/>
  <Override PartName="/ppt/ink/ink4617.xml" ContentType="application/inkml+xml"/>
  <Override PartName="/ppt/ink/ink4618.xml" ContentType="application/inkml+xml"/>
  <Override PartName="/ppt/ink/ink4619.xml" ContentType="application/inkml+xml"/>
  <Override PartName="/ppt/ink/ink4620.xml" ContentType="application/inkml+xml"/>
  <Override PartName="/ppt/ink/ink4621.xml" ContentType="application/inkml+xml"/>
  <Override PartName="/ppt/ink/ink4622.xml" ContentType="application/inkml+xml"/>
  <Override PartName="/ppt/ink/ink4623.xml" ContentType="application/inkml+xml"/>
  <Override PartName="/ppt/ink/ink4624.xml" ContentType="application/inkml+xml"/>
  <Override PartName="/ppt/ink/ink4625.xml" ContentType="application/inkml+xml"/>
  <Override PartName="/ppt/ink/ink4626.xml" ContentType="application/inkml+xml"/>
  <Override PartName="/ppt/ink/ink4627.xml" ContentType="application/inkml+xml"/>
  <Override PartName="/ppt/ink/ink4628.xml" ContentType="application/inkml+xml"/>
  <Override PartName="/ppt/ink/ink4629.xml" ContentType="application/inkml+xml"/>
  <Override PartName="/ppt/ink/ink4630.xml" ContentType="application/inkml+xml"/>
  <Override PartName="/ppt/ink/ink4631.xml" ContentType="application/inkml+xml"/>
  <Override PartName="/ppt/ink/ink4632.xml" ContentType="application/inkml+xml"/>
  <Override PartName="/ppt/ink/ink4633.xml" ContentType="application/inkml+xml"/>
  <Override PartName="/ppt/ink/ink4634.xml" ContentType="application/inkml+xml"/>
  <Override PartName="/ppt/ink/ink4635.xml" ContentType="application/inkml+xml"/>
  <Override PartName="/ppt/ink/ink4636.xml" ContentType="application/inkml+xml"/>
  <Override PartName="/ppt/ink/ink4637.xml" ContentType="application/inkml+xml"/>
  <Override PartName="/ppt/ink/ink4638.xml" ContentType="application/inkml+xml"/>
  <Override PartName="/ppt/ink/ink4639.xml" ContentType="application/inkml+xml"/>
  <Override PartName="/ppt/ink/ink4640.xml" ContentType="application/inkml+xml"/>
  <Override PartName="/ppt/ink/ink4641.xml" ContentType="application/inkml+xml"/>
  <Override PartName="/ppt/ink/ink4642.xml" ContentType="application/inkml+xml"/>
  <Override PartName="/ppt/ink/ink4643.xml" ContentType="application/inkml+xml"/>
  <Override PartName="/ppt/ink/ink4644.xml" ContentType="application/inkml+xml"/>
  <Override PartName="/ppt/ink/ink4645.xml" ContentType="application/inkml+xml"/>
  <Override PartName="/ppt/ink/ink4646.xml" ContentType="application/inkml+xml"/>
  <Override PartName="/ppt/ink/ink4647.xml" ContentType="application/inkml+xml"/>
  <Override PartName="/ppt/ink/ink4648.xml" ContentType="application/inkml+xml"/>
  <Override PartName="/ppt/ink/ink4649.xml" ContentType="application/inkml+xml"/>
  <Override PartName="/ppt/ink/ink4650.xml" ContentType="application/inkml+xml"/>
  <Override PartName="/ppt/ink/ink4651.xml" ContentType="application/inkml+xml"/>
  <Override PartName="/ppt/ink/ink4652.xml" ContentType="application/inkml+xml"/>
  <Override PartName="/ppt/ink/ink4653.xml" ContentType="application/inkml+xml"/>
  <Override PartName="/ppt/ink/ink4654.xml" ContentType="application/inkml+xml"/>
  <Override PartName="/ppt/ink/ink4655.xml" ContentType="application/inkml+xml"/>
  <Override PartName="/ppt/ink/ink4656.xml" ContentType="application/inkml+xml"/>
  <Override PartName="/ppt/ink/ink4657.xml" ContentType="application/inkml+xml"/>
  <Override PartName="/ppt/ink/ink4658.xml" ContentType="application/inkml+xml"/>
  <Override PartName="/ppt/ink/ink4659.xml" ContentType="application/inkml+xml"/>
  <Override PartName="/ppt/ink/ink4660.xml" ContentType="application/inkml+xml"/>
  <Override PartName="/ppt/ink/ink4661.xml" ContentType="application/inkml+xml"/>
  <Override PartName="/ppt/ink/ink4662.xml" ContentType="application/inkml+xml"/>
  <Override PartName="/ppt/ink/ink4663.xml" ContentType="application/inkml+xml"/>
  <Override PartName="/ppt/ink/ink4664.xml" ContentType="application/inkml+xml"/>
  <Override PartName="/ppt/ink/ink4665.xml" ContentType="application/inkml+xml"/>
  <Override PartName="/ppt/ink/ink4666.xml" ContentType="application/inkml+xml"/>
  <Override PartName="/ppt/ink/ink4667.xml" ContentType="application/inkml+xml"/>
  <Override PartName="/ppt/ink/ink4668.xml" ContentType="application/inkml+xml"/>
  <Override PartName="/ppt/ink/ink4669.xml" ContentType="application/inkml+xml"/>
  <Override PartName="/ppt/ink/ink4670.xml" ContentType="application/inkml+xml"/>
  <Override PartName="/ppt/ink/ink4671.xml" ContentType="application/inkml+xml"/>
  <Override PartName="/ppt/ink/ink4672.xml" ContentType="application/inkml+xml"/>
  <Override PartName="/ppt/ink/ink4673.xml" ContentType="application/inkml+xml"/>
  <Override PartName="/ppt/ink/ink4674.xml" ContentType="application/inkml+xml"/>
  <Override PartName="/ppt/ink/ink4675.xml" ContentType="application/inkml+xml"/>
  <Override PartName="/ppt/ink/ink4676.xml" ContentType="application/inkml+xml"/>
  <Override PartName="/ppt/ink/ink4677.xml" ContentType="application/inkml+xml"/>
  <Override PartName="/ppt/ink/ink4678.xml" ContentType="application/inkml+xml"/>
  <Override PartName="/ppt/ink/ink4679.xml" ContentType="application/inkml+xml"/>
  <Override PartName="/ppt/ink/ink4680.xml" ContentType="application/inkml+xml"/>
  <Override PartName="/ppt/ink/ink4681.xml" ContentType="application/inkml+xml"/>
  <Override PartName="/ppt/ink/ink4682.xml" ContentType="application/inkml+xml"/>
  <Override PartName="/ppt/ink/ink4683.xml" ContentType="application/inkml+xml"/>
  <Override PartName="/ppt/ink/ink4684.xml" ContentType="application/inkml+xml"/>
  <Override PartName="/ppt/ink/ink4685.xml" ContentType="application/inkml+xml"/>
  <Override PartName="/ppt/ink/ink4686.xml" ContentType="application/inkml+xml"/>
  <Override PartName="/ppt/ink/ink4687.xml" ContentType="application/inkml+xml"/>
  <Override PartName="/ppt/ink/ink4688.xml" ContentType="application/inkml+xml"/>
  <Override PartName="/ppt/ink/ink4689.xml" ContentType="application/inkml+xml"/>
  <Override PartName="/ppt/ink/ink4690.xml" ContentType="application/inkml+xml"/>
  <Override PartName="/ppt/ink/ink4691.xml" ContentType="application/inkml+xml"/>
  <Override PartName="/ppt/ink/ink4692.xml" ContentType="application/inkml+xml"/>
  <Override PartName="/ppt/ink/ink4693.xml" ContentType="application/inkml+xml"/>
  <Override PartName="/ppt/ink/ink4694.xml" ContentType="application/inkml+xml"/>
  <Override PartName="/ppt/ink/ink4695.xml" ContentType="application/inkml+xml"/>
  <Override PartName="/ppt/ink/ink4696.xml" ContentType="application/inkml+xml"/>
  <Override PartName="/ppt/ink/ink4697.xml" ContentType="application/inkml+xml"/>
  <Override PartName="/ppt/ink/ink4698.xml" ContentType="application/inkml+xml"/>
  <Override PartName="/ppt/ink/ink4699.xml" ContentType="application/inkml+xml"/>
  <Override PartName="/ppt/ink/ink4700.xml" ContentType="application/inkml+xml"/>
  <Override PartName="/ppt/ink/ink4701.xml" ContentType="application/inkml+xml"/>
  <Override PartName="/ppt/ink/ink4702.xml" ContentType="application/inkml+xml"/>
  <Override PartName="/ppt/ink/ink4703.xml" ContentType="application/inkml+xml"/>
  <Override PartName="/ppt/ink/ink4704.xml" ContentType="application/inkml+xml"/>
  <Override PartName="/ppt/ink/ink4705.xml" ContentType="application/inkml+xml"/>
  <Override PartName="/ppt/ink/ink4706.xml" ContentType="application/inkml+xml"/>
  <Override PartName="/ppt/ink/ink4707.xml" ContentType="application/inkml+xml"/>
  <Override PartName="/ppt/ink/ink4708.xml" ContentType="application/inkml+xml"/>
  <Override PartName="/ppt/ink/ink4709.xml" ContentType="application/inkml+xml"/>
  <Override PartName="/ppt/ink/ink4710.xml" ContentType="application/inkml+xml"/>
  <Override PartName="/ppt/ink/ink4711.xml" ContentType="application/inkml+xml"/>
  <Override PartName="/ppt/ink/ink4712.xml" ContentType="application/inkml+xml"/>
  <Override PartName="/ppt/ink/ink4713.xml" ContentType="application/inkml+xml"/>
  <Override PartName="/ppt/ink/ink4714.xml" ContentType="application/inkml+xml"/>
  <Override PartName="/ppt/ink/ink4715.xml" ContentType="application/inkml+xml"/>
  <Override PartName="/ppt/ink/ink4716.xml" ContentType="application/inkml+xml"/>
  <Override PartName="/ppt/ink/ink4717.xml" ContentType="application/inkml+xml"/>
  <Override PartName="/ppt/ink/ink4718.xml" ContentType="application/inkml+xml"/>
  <Override PartName="/ppt/ink/ink4719.xml" ContentType="application/inkml+xml"/>
  <Override PartName="/ppt/ink/ink4720.xml" ContentType="application/inkml+xml"/>
  <Override PartName="/ppt/ink/ink4721.xml" ContentType="application/inkml+xml"/>
  <Override PartName="/ppt/ink/ink4722.xml" ContentType="application/inkml+xml"/>
  <Override PartName="/ppt/ink/ink4723.xml" ContentType="application/inkml+xml"/>
  <Override PartName="/ppt/ink/ink4724.xml" ContentType="application/inkml+xml"/>
  <Override PartName="/ppt/ink/ink4725.xml" ContentType="application/inkml+xml"/>
  <Override PartName="/ppt/ink/ink4726.xml" ContentType="application/inkml+xml"/>
  <Override PartName="/ppt/ink/ink4727.xml" ContentType="application/inkml+xml"/>
  <Override PartName="/ppt/ink/ink4728.xml" ContentType="application/inkml+xml"/>
  <Override PartName="/ppt/ink/ink4729.xml" ContentType="application/inkml+xml"/>
  <Override PartName="/ppt/ink/ink4730.xml" ContentType="application/inkml+xml"/>
  <Override PartName="/ppt/ink/ink4731.xml" ContentType="application/inkml+xml"/>
  <Override PartName="/ppt/ink/ink4732.xml" ContentType="application/inkml+xml"/>
  <Override PartName="/ppt/ink/ink4733.xml" ContentType="application/inkml+xml"/>
  <Override PartName="/ppt/ink/ink4734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99" r:id="rId2"/>
    <p:sldId id="283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301" r:id="rId11"/>
    <p:sldId id="300" r:id="rId12"/>
    <p:sldId id="298" r:id="rId13"/>
    <p:sldId id="292" r:id="rId14"/>
    <p:sldId id="291" r:id="rId15"/>
    <p:sldId id="293" r:id="rId16"/>
    <p:sldId id="294" r:id="rId17"/>
    <p:sldId id="295" r:id="rId18"/>
    <p:sldId id="296" r:id="rId19"/>
    <p:sldId id="29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77" autoAdjust="0"/>
    <p:restoredTop sz="94660"/>
  </p:normalViewPr>
  <p:slideViewPr>
    <p:cSldViewPr snapToGrid="0">
      <p:cViewPr>
        <p:scale>
          <a:sx n="90" d="100"/>
          <a:sy n="90" d="100"/>
        </p:scale>
        <p:origin x="845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l Wadeda" userId="6e0acf041d715a22" providerId="LiveId" clId="{2D83DE63-8C82-419F-B47C-78449CEE5451}"/>
    <pc:docChg chg="custSel addSld modSld">
      <pc:chgData name="Anil Wadeda" userId="6e0acf041d715a22" providerId="LiveId" clId="{2D83DE63-8C82-419F-B47C-78449CEE5451}" dt="2026-01-05T06:09:57.374" v="17" actId="9405"/>
      <pc:docMkLst>
        <pc:docMk/>
      </pc:docMkLst>
      <pc:sldChg chg="delSp new mod">
        <pc:chgData name="Anil Wadeda" userId="6e0acf041d715a22" providerId="LiveId" clId="{2D83DE63-8C82-419F-B47C-78449CEE5451}" dt="2025-12-29T06:03:38.075" v="2" actId="478"/>
        <pc:sldMkLst>
          <pc:docMk/>
          <pc:sldMk cId="278833960" sldId="256"/>
        </pc:sldMkLst>
      </pc:sldChg>
      <pc:sldChg chg="addSp new">
        <pc:chgData name="Anil Wadeda" userId="6e0acf041d715a22" providerId="LiveId" clId="{2D83DE63-8C82-419F-B47C-78449CEE5451}" dt="2025-12-29T06:34:36.167" v="13"/>
        <pc:sldMkLst>
          <pc:docMk/>
          <pc:sldMk cId="785267006" sldId="257"/>
        </pc:sldMkLst>
        <pc:inkChg chg="add">
          <ac:chgData name="Anil Wadeda" userId="6e0acf041d715a22" providerId="LiveId" clId="{2D83DE63-8C82-419F-B47C-78449CEE5451}" dt="2025-12-29T06:34:36.167" v="13"/>
          <ac:inkMkLst>
            <pc:docMk/>
            <pc:sldMk cId="785267006" sldId="257"/>
            <ac:inkMk id="2" creationId="{32C0545C-AD33-B3E1-F0C5-DA9319FD2D1A}"/>
          </ac:inkMkLst>
        </pc:inkChg>
      </pc:sldChg>
      <pc:sldChg chg="addSp new">
        <pc:chgData name="Anil Wadeda" userId="6e0acf041d715a22" providerId="LiveId" clId="{2D83DE63-8C82-419F-B47C-78449CEE5451}" dt="2025-12-29T06:34:36.167" v="13"/>
        <pc:sldMkLst>
          <pc:docMk/>
          <pc:sldMk cId="2095748824" sldId="258"/>
        </pc:sldMkLst>
        <pc:inkChg chg="add">
          <ac:chgData name="Anil Wadeda" userId="6e0acf041d715a22" providerId="LiveId" clId="{2D83DE63-8C82-419F-B47C-78449CEE5451}" dt="2025-12-29T06:34:36.167" v="13"/>
          <ac:inkMkLst>
            <pc:docMk/>
            <pc:sldMk cId="2095748824" sldId="258"/>
            <ac:inkMk id="2" creationId="{CBCD8C3E-7F27-0177-EDB5-86C7A52D0285}"/>
          </ac:inkMkLst>
        </pc:inkChg>
      </pc:sldChg>
      <pc:sldChg chg="addSp new">
        <pc:chgData name="Anil Wadeda" userId="6e0acf041d715a22" providerId="LiveId" clId="{2D83DE63-8C82-419F-B47C-78449CEE5451}" dt="2025-12-29T06:34:36.167" v="13"/>
        <pc:sldMkLst>
          <pc:docMk/>
          <pc:sldMk cId="2797376913" sldId="259"/>
        </pc:sldMkLst>
        <pc:inkChg chg="add">
          <ac:chgData name="Anil Wadeda" userId="6e0acf041d715a22" providerId="LiveId" clId="{2D83DE63-8C82-419F-B47C-78449CEE5451}" dt="2025-12-29T06:34:36.167" v="13"/>
          <ac:inkMkLst>
            <pc:docMk/>
            <pc:sldMk cId="2797376913" sldId="259"/>
            <ac:inkMk id="2" creationId="{00398873-F0AD-BBC2-D380-C5F25467DE09}"/>
          </ac:inkMkLst>
        </pc:inkChg>
      </pc:sldChg>
      <pc:sldChg chg="addSp new">
        <pc:chgData name="Anil Wadeda" userId="6e0acf041d715a22" providerId="LiveId" clId="{2D83DE63-8C82-419F-B47C-78449CEE5451}" dt="2025-12-29T06:34:36.167" v="13"/>
        <pc:sldMkLst>
          <pc:docMk/>
          <pc:sldMk cId="1801591120" sldId="260"/>
        </pc:sldMkLst>
        <pc:inkChg chg="add">
          <ac:chgData name="Anil Wadeda" userId="6e0acf041d715a22" providerId="LiveId" clId="{2D83DE63-8C82-419F-B47C-78449CEE5451}" dt="2025-12-29T06:34:36.167" v="13"/>
          <ac:inkMkLst>
            <pc:docMk/>
            <pc:sldMk cId="1801591120" sldId="260"/>
            <ac:inkMk id="2" creationId="{1371238E-3C6C-6555-FF95-8EF8C01C85BD}"/>
          </ac:inkMkLst>
        </pc:inkChg>
      </pc:sldChg>
      <pc:sldChg chg="addSp modSp new">
        <pc:chgData name="Anil Wadeda" userId="6e0acf041d715a22" providerId="LiveId" clId="{2D83DE63-8C82-419F-B47C-78449CEE5451}" dt="2025-12-29T06:48:23.967" v="15"/>
        <pc:sldMkLst>
          <pc:docMk/>
          <pc:sldMk cId="3370572799" sldId="261"/>
        </pc:sldMkLst>
        <pc:inkChg chg="add mod">
          <ac:chgData name="Anil Wadeda" userId="6e0acf041d715a22" providerId="LiveId" clId="{2D83DE63-8C82-419F-B47C-78449CEE5451}" dt="2025-12-29T06:34:52.901" v="14"/>
          <ac:inkMkLst>
            <pc:docMk/>
            <pc:sldMk cId="3370572799" sldId="261"/>
            <ac:inkMk id="2" creationId="{E23C3655-F700-CAF9-D0E6-7B84B4991B9F}"/>
          </ac:inkMkLst>
        </pc:inkChg>
        <pc:inkChg chg="add">
          <ac:chgData name="Anil Wadeda" userId="6e0acf041d715a22" providerId="LiveId" clId="{2D83DE63-8C82-419F-B47C-78449CEE5451}" dt="2025-12-29T06:48:23.967" v="15"/>
          <ac:inkMkLst>
            <pc:docMk/>
            <pc:sldMk cId="3370572799" sldId="261"/>
            <ac:inkMk id="3" creationId="{ECC12C2A-B3AA-A2A9-3C67-7D84D7209C98}"/>
          </ac:inkMkLst>
        </pc:inkChg>
      </pc:sldChg>
      <pc:sldChg chg="addSp new">
        <pc:chgData name="Anil Wadeda" userId="6e0acf041d715a22" providerId="LiveId" clId="{2D83DE63-8C82-419F-B47C-78449CEE5451}" dt="2025-12-29T06:48:23.967" v="15"/>
        <pc:sldMkLst>
          <pc:docMk/>
          <pc:sldMk cId="1414473030" sldId="262"/>
        </pc:sldMkLst>
        <pc:inkChg chg="add">
          <ac:chgData name="Anil Wadeda" userId="6e0acf041d715a22" providerId="LiveId" clId="{2D83DE63-8C82-419F-B47C-78449CEE5451}" dt="2025-12-29T06:48:23.967" v="15"/>
          <ac:inkMkLst>
            <pc:docMk/>
            <pc:sldMk cId="1414473030" sldId="262"/>
            <ac:inkMk id="2" creationId="{4BE698D4-43DC-75F5-5B3D-DFD5EA96AEA1}"/>
          </ac:inkMkLst>
        </pc:inkChg>
      </pc:sldChg>
      <pc:sldChg chg="addSp new">
        <pc:chgData name="Anil Wadeda" userId="6e0acf041d715a22" providerId="LiveId" clId="{2D83DE63-8C82-419F-B47C-78449CEE5451}" dt="2025-12-29T07:53:41.044" v="16"/>
        <pc:sldMkLst>
          <pc:docMk/>
          <pc:sldMk cId="3666218078" sldId="263"/>
        </pc:sldMkLst>
        <pc:inkChg chg="add">
          <ac:chgData name="Anil Wadeda" userId="6e0acf041d715a22" providerId="LiveId" clId="{2D83DE63-8C82-419F-B47C-78449CEE5451}" dt="2025-12-29T07:53:41.044" v="16"/>
          <ac:inkMkLst>
            <pc:docMk/>
            <pc:sldMk cId="3666218078" sldId="263"/>
            <ac:inkMk id="2" creationId="{A11DAF4D-29DC-E68A-7F84-ED8695F7D5B1}"/>
          </ac:inkMkLst>
        </pc:inkChg>
      </pc:sldChg>
      <pc:sldChg chg="addSp new mod">
        <pc:chgData name="Anil Wadeda" userId="6e0acf041d715a22" providerId="LiveId" clId="{2D83DE63-8C82-419F-B47C-78449CEE5451}" dt="2026-01-05T06:09:57.374" v="17" actId="9405"/>
        <pc:sldMkLst>
          <pc:docMk/>
          <pc:sldMk cId="3269670171" sldId="264"/>
        </pc:sldMkLst>
        <pc:inkChg chg="add">
          <ac:chgData name="Anil Wadeda" userId="6e0acf041d715a22" providerId="LiveId" clId="{2D83DE63-8C82-419F-B47C-78449CEE5451}" dt="2025-12-29T07:53:41.044" v="16"/>
          <ac:inkMkLst>
            <pc:docMk/>
            <pc:sldMk cId="3269670171" sldId="264"/>
            <ac:inkMk id="2" creationId="{CA52FA6C-B56D-D268-A76B-FB86FB2BEC60}"/>
          </ac:inkMkLst>
        </pc:inkChg>
        <pc:inkChg chg="add">
          <ac:chgData name="Anil Wadeda" userId="6e0acf041d715a22" providerId="LiveId" clId="{2D83DE63-8C82-419F-B47C-78449CEE5451}" dt="2026-01-05T06:09:57.374" v="17" actId="9405"/>
          <ac:inkMkLst>
            <pc:docMk/>
            <pc:sldMk cId="3269670171" sldId="264"/>
            <ac:inkMk id="3" creationId="{65AAD41A-72F2-BC41-AACC-383C4605BAE1}"/>
          </ac:inkMkLst>
        </pc:inkChg>
      </pc:sldChg>
      <pc:sldChg chg="addSp new">
        <pc:chgData name="Anil Wadeda" userId="6e0acf041d715a22" providerId="LiveId" clId="{2D83DE63-8C82-419F-B47C-78449CEE5451}" dt="2025-12-29T07:53:41.044" v="16"/>
        <pc:sldMkLst>
          <pc:docMk/>
          <pc:sldMk cId="3243762219" sldId="265"/>
        </pc:sldMkLst>
        <pc:inkChg chg="add">
          <ac:chgData name="Anil Wadeda" userId="6e0acf041d715a22" providerId="LiveId" clId="{2D83DE63-8C82-419F-B47C-78449CEE5451}" dt="2025-12-29T07:53:41.044" v="16"/>
          <ac:inkMkLst>
            <pc:docMk/>
            <pc:sldMk cId="3243762219" sldId="265"/>
            <ac:inkMk id="2" creationId="{A23AB991-4724-5DCB-19D9-1FB0606AF870}"/>
          </ac:inkMkLst>
        </pc:inkChg>
      </pc:sldChg>
      <pc:sldChg chg="addSp new">
        <pc:chgData name="Anil Wadeda" userId="6e0acf041d715a22" providerId="LiveId" clId="{2D83DE63-8C82-419F-B47C-78449CEE5451}" dt="2025-12-29T07:53:41.044" v="16"/>
        <pc:sldMkLst>
          <pc:docMk/>
          <pc:sldMk cId="740072570" sldId="266"/>
        </pc:sldMkLst>
        <pc:inkChg chg="add">
          <ac:chgData name="Anil Wadeda" userId="6e0acf041d715a22" providerId="LiveId" clId="{2D83DE63-8C82-419F-B47C-78449CEE5451}" dt="2025-12-29T07:53:41.044" v="16"/>
          <ac:inkMkLst>
            <pc:docMk/>
            <pc:sldMk cId="740072570" sldId="266"/>
            <ac:inkMk id="2" creationId="{BBCE0BDA-EEBA-BC4F-7544-9173E560487E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17:40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2588 0 0,'0'0'5009'0'0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05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2668 0 0,'0'0'2642'0'0,"4"0"-2021"0"0,15 3-143 0 0,-14-3 1509 0 0,-1 1-2880 0 0,13 4 191 0 0,-12-4-224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18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46 153 2280 0 0,'0'-5'1378'0'0,"-3"-16"-196"0"0,3 16-183 0 0,-1 0-189 0 0,-3-17-57 0 0,4 16-126 0 0,0 1-64 0 0,-2-53 1817 0 0,2 53-1266 0 0,-1 0-818 0 0,-4-10 129 0 0,-1 28 262 0 0,-2 49-371 0 0,16 345-185 0 0,-2-280-64 0 0,-6 67 119 0 0,-3-24-174 0 0,3-164-14 0 0,0-2 15 0 0,-1 2-117 0 0,1 2 113 0 0,-1 1-5660 0 0,-4-9 4151 0 0,-14-4-1055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0:49.0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436 623 1916 0 0,'0'0'2254'0'0,"-1"-4"-1413"0"0,-21-58 3014 0 0,21 59-3494 0 0,-18-4-266 0 0,15 6-51 0 0,-4 3 2 0 0,-1 1-1 0 0,1 0 1 0 0,0 0-1 0 0,0 1 1 0 0,1 0-1 0 0,-1 0 1 0 0,-11 9-1 0 0,-30 22 91 0 0,38-26-102 0 0,-2 2-3 0 0,0 4 22 0 0,7-9-38 0 0,-3 4 11 0 0,-1 0 0 0 0,2 0-1 0 0,-1 1 1 0 0,2 1 0 0 0,-1-1 0 0 0,-10 24 0 0 0,6 1-12 0 0,11-30-11 0 0,0-2 6 0 0,1 2 1 0 0,0-4-9 0 0,-1 12-25 0 0,2 1 0 0 0,-1-1 0 0 0,2 0 1 0 0,-1 0-1 0 0,2 1 0 0 0,0-1 0 0 0,8 21 0 0 0,-2-5-19 0 0,-8-25 36 0 0,1 0 0 0 0,8 46-137 0 0,-10-46 191 0 0,0 1-60 0 0,-3 16-112 0 0,3-16 128 0 0,-2-1 42 0 0,-13 30 58 0 0,-34 56-1 0 0,29-58-108 0 0,2 2 1 0 0,-23 59-1 0 0,40-90 4 0 0,-11 35-11 0 0,10-21 20 0 0,2-17-3 0 0,-2 11-58 0 0,0 0 0 0 0,1 0 0 0 0,0 0 1 0 0,1 0-1 0 0,1 13 0 0 0,4-2-185 0 0,0-1 1 0 0,14 33-1 0 0,-18-52 155 0 0,-1-2 80 0 0,0 0 0 0 0,0-1 0 0 0,0 1 0 0 0,0-1 0 0 0,0 1 0 0 0,0 0-1 0 0,0-1 1 0 0,0 1 0 0 0,0-1 0 0 0,1 1 0 0 0,-1-1 0 0 0,0 1 0 0 0,0 0-1 0 0,0-1 1 0 0,1 1 0 0 0,-1-1 0 0 0,0 1 0 0 0,1-1 0 0 0,-1 1 0 0 0,0-1-1 0 0,1 1 1 0 0,-1-1 0 0 0,1 0 0 0 0,0 2 0 0 0,-1-2 0 0 0,1 1 1 0 0,0-1-1 0 0,-1 1 1 0 0,1-1-1 0 0,-1 1 0 0 0,1 0 1 0 0,-1-1-1 0 0,0 1 1 0 0,1 0-1 0 0,-1 0 0 0 0,0-1 1 0 0,1 1-1 0 0,-1 0 1 0 0,0 0-1 0 0,0 0 1 0 0,1-1-1 0 0,-1 2 0 0 0,0 0-14 0 0,0-1-1 0 0,0 0 0 0 0,1 1 0 0 0,-1-1 0 0 0,1 0 1 0 0,-1 0-1 0 0,1 1 0 0 0,-1-1 0 0 0,1 0 0 0 0,0 0 0 0 0,0 0 1 0 0,1 2-1 0 0,0 0-15 0 0,0 1-47 0 0,0 0-41 0 0,5 14 95 0 0,-6-14 12 0 0,0 1 28 0 0,-6 49 14 0 0,4-49 19 0 0,-1 0 49 0 0,-21 51 171 0 0,16-41-193 0 0,0 1 0 0 0,1 1 1 0 0,0-1-1 0 0,-3 22 0 0 0,5-27-40 0 0,-3 11 38 0 0,6 44 83 0 0,2-19-109 0 0,-1-39-48 0 0,4 11-2 0 0,6 38 32 0 0,-5-35-2 0 0,-3-18-19 0 0,-1 1-13 0 0,6 16 7 0 0,-5-16 5 0 0,7 12-4 0 0,-8-13-4 0 0,0-3-13 0 0,-1 0 19 0 0,1 1 1 0 0,0-1 0 0 0,-1 0-1 0 0,1 0 1 0 0,0 0 0 0 0,-1 0-1 0 0,1 0 1 0 0,0 0-1 0 0,0 0 1 0 0,0 0 0 0 0,0-1-1 0 0,0 1 1 0 0,0 0 0 0 0,0 0-1 0 0,0-1 1 0 0,0 1 0 0 0,0-1-1 0 0,1 1 1 0 0,-1-1-1 0 0,0 1 1 0 0,0-1 0 0 0,2 1-1 0 0,31 2 93 0 0,-23-2-111 0 0,-6 0 109 0 0,6 16 35 0 0,-8-13-94 0 0,-1 1 10 0 0,64 170 122 0 0,-63-165-168 0 0,0-1-1 0 0,1 0 1 0 0,1 1 0 0 0,-1-2 0 0 0,2 1 0 0 0,-1 0 0 0 0,1-1 0 0 0,0 0 0 0 0,12 11 0 0 0,-15-17-3 0 0,-2-2 5 0 0,1 1 0 0 0,-1-1 1 0 0,1 0-1 0 0,0 1 0 0 0,-1-1 0 0 0,1 1 0 0 0,-1-1 1 0 0,1 1-1 0 0,-1 0 0 0 0,1 0 0 0 0,-1 0 1 0 0,2 1-1 0 0,0 0 0 0 0,2 0-13 0 0,1-1-10 0 0,6-1 7 0 0,-1 0 1 0 0,1 0 0 0 0,-1-1-1 0 0,1-1 1 0 0,-1 0 0 0 0,13-4 0 0 0,98-39 86 0 0,-101 38-56 0 0,-17 6 0 0 0,2-1-11 0 0,16-3-29 0 0,-16 3 12 0 0,-1 2 11 0 0,1 0 63 0 0,0 0 0 0 0,0 1 0 0 0,0-1 0 0 0,0 1 0 0 0,0 1 0 0 0,0-1 0 0 0,-1 1 0 0 0,1 0 1 0 0,0 0-1 0 0,8 6 0 0 0,5 3 258 0 0,30 25 0 0 0,-31-22-274 0 0,1 0 1 0 0,25 13 0 0 0,16 0-61 0 0,-41-18 27 0 0,7-3-19 0 0,-24-6 6 0 0,14 2-22 0 0,1-1 1 0 0,-1 0-1 0 0,1-2 0 0 0,24-2 1 0 0,0-5 12 0 0,-21 3 3 0 0,2-5-16 0 0,169-78-94 0 0,-139 67 1 0 0,-48 20 145 0 0,2 0 34 0 0,46-7 156 0 0,-47 7-248 0 0,0 2 74 0 0,1-1-24 0 0,49 13-73 0 0,-34-7 57 0 0,-16-5 44 0 0,1 0-9 0 0,17 4-9 0 0,-17-4-24 0 0,1 0-24 0 0,64 3-211 0 0,-51-5 139 0 0,-1 0-1 0 0,1-2 1 0 0,-1 0 0 0 0,1-1-1 0 0,-1-1 1 0 0,-1-1-1 0 0,1 0 1 0 0,-1-1 0 0 0,0-2-1 0 0,-1 1 1 0 0,1-2 0 0 0,25-19-1 0 0,-21 9-6 0 0,0 0-1 0 0,-2-2 0 0 0,0-1 0 0 0,-1 0 1 0 0,-1-1-1 0 0,28-53 0 0 0,-44 73 184 0 0,11-17 143 0 0,-10 16-127 0 0,-1 2 5 0 0,5-12-9 0 0,-6 12-10 0 0,1-1-46 0 0,13-23-75 0 0,2 1-1 0 0,0 1 0 0 0,2 1 1 0 0,22-24-1 0 0,-5 5 35 0 0,-1-2 0 0 0,32-54 0 0 0,-50 69 0 0 0,0-1 0 0 0,-2-1 0 0 0,-2 0 1 0 0,14-48-1 0 0,-22 63-215 0 0,-2-14 389 0 0,-3 26-141 0 0,0-3 19 0 0,1 0-1 0 0,-2-1 1 0 0,1 1-1 0 0,-1 0 1 0 0,-1 0-1 0 0,1-1 1 0 0,-1 1 0 0 0,-1 0-1 0 0,1 0 1 0 0,-2 1-1 0 0,1-1 1 0 0,-1 1-1 0 0,0-1 1 0 0,0 1-1 0 0,-1 0 1 0 0,0 1-1 0 0,0-1 1 0 0,-8-6-1 0 0,-42-36 255 0 0,51 46-308 0 0,-4-7-7 0 0,-4 0-40 0 0,10 7 33 0 0,-1-1 0 0 0,1 1-1 0 0,0-1 1 0 0,0 0-1 0 0,0 0 1 0 0,0 0 0 0 0,1 0-1 0 0,0 0 1 0 0,-1 0-1 0 0,2 0 1 0 0,-1-1 0 0 0,0 1-1 0 0,1 0 1 0 0,0-1-1 0 0,0-7 1 0 0,2-1-27 0 0,0 1 0 0 0,0 0 0 0 0,1 0 0 0 0,6-15 0 0 0,7-27 165 0 0,-2 0 1 0 0,-3-1 0 0 0,5-61 0 0 0,-14 101-111 0 0,0-1 114 0 0,-1-7-39 0 0,-2-1 35 0 0,1 15-111 0 0,0-2 7 0 0,0-1 0 0 0,-1 1 0 0 0,0 0 0 0 0,-1-1 1 0 0,0 1-1 0 0,-1 0 0 0 0,0 0 0 0 0,-1 0 0 0 0,-8-17 0 0 0,2 14-48 0 0,0-1 0 0 0,-1 2 0 0 0,0 0 0 0 0,-1 0 0 0 0,-25-21 0 0 0,22 24 26 0 0,-1 1 0 0 0,1 0-1 0 0,-1 1 1 0 0,-1 0 0 0 0,1 2 0 0 0,-1 0-1 0 0,0 1 1 0 0,-1 0 0 0 0,-18-2 0 0 0,28 6-17 0 0,-12-4-27 0 0,15 4-5 0 0,-1 0 8 0 0,-51-7-112 0 0,52 7 96 0 0,1-1-260 0 0,-14-5 260 0 0,14 5 2 0 0,0-7-46 0 0,3 8 96 0 0,1 1 0 0 0,-1-1 0 0 0,1 1 0 0 0,-1-1 0 0 0,1 0 1 0 0,-1 1-1 0 0,1-1 0 0 0,-1 0 0 0 0,1 1 0 0 0,0-1 0 0 0,-1 0 0 0 0,1 1 1 0 0,0-1-1 0 0,0 0 0 0 0,-1 1 0 0 0,1-1 0 0 0,0 0 0 0 0,0 0 1 0 0,0 1-1 0 0,0-1 0 0 0,0 0 0 0 0,0 0 0 0 0,0 0 0 0 0,0 1 1 0 0,1-2-1 0 0,-2-37-57 0 0,0 22 56 0 0,-1 0 0 0 0,-1 0 0 0 0,0 0-1 0 0,-1 1 1 0 0,-1-1 0 0 0,-1 1 0 0 0,-13-27 0 0 0,13 31 6 0 0,-13-24-5 0 0,12 28 1 0 0,-1 0 1 0 0,7 7 4 0 0,-3-5-2 0 0,-1 0 0 0 0,0 1 0 0 0,0 0-1 0 0,0 0 1 0 0,0 0 0 0 0,-1 0 0 0 0,-10-6 0 0 0,11 6 3 0 0,3 3-2 0 0,0 0 1 0 0,0 1 0 0 0,-1-1 0 0 0,1 1-1 0 0,0-1 1 0 0,0 1 0 0 0,-1 0-1 0 0,1-1 1 0 0,-1 1 0 0 0,1 1 0 0 0,-5-2-1 0 0,-27-7-31 0 0,0 1 1 0 0,-1 3-1 0 0,0 0 0 0 0,-45 1 0 0 0,19 3-292 0 0,54 1 255 0 0,1-1-24 0 0,-16-1-31 0 0,16 1-19 0 0,1 0 2 0 0,-3-1 65 0 0,0-1 1 0 0,1 0 0 0 0,-1 0-1 0 0,1 0 1 0 0,-1-1-1 0 0,1-1 1 0 0,-8-5 0 0 0,-46-40-185 0 0,41 32 295 0 0,15 14-34 0 0,-2 0-1 0 0,1 0 0 0 0,0 1 1 0 0,-1 0-1 0 0,0 0 0 0 0,0 0 1 0 0,0 1-1 0 0,0 0 0 0 0,0 1 0 0 0,0-1 1 0 0,0 1-1 0 0,-1 1 0 0 0,1-1 1 0 0,0 1-1 0 0,-1 1 0 0 0,1-1 1 0 0,-9 3-1 0 0,-10 0-28 0 0,0 3 0 0 0,0 0 0 0 0,1 1 0 0 0,0 1 0 0 0,0 2 0 0 0,-38 20 1 0 0,23-7 20 0 0,1 1 0 0 0,1 2-1 0 0,-35 32 1 0 0,70-56-42 0 0,2-2 39 0 0,1 0 1 0 0,-1 1-1 0 0,1-1 1 0 0,-1 0-1 0 0,1 0 0 0 0,-1 0 1 0 0,1 1-1 0 0,-1-1 0 0 0,1 0 1 0 0,0 0-1 0 0,-1 1 0 0 0,1-1 1 0 0,-1 0-1 0 0,1 1 0 0 0,-1-1 1 0 0,1 1-1 0 0,0-1 1 0 0,-1 0-1 0 0,1 1 0 0 0,0-1 1 0 0,0 1-1 0 0,-1-1 0 0 0,1 1 1 0 0,0-1-1 0 0,0 1 0 0 0,-1 0 1 0 0,1 0 2 0 0,0-1 0 0 0,0 1 0 0 0,0-1 0 0 0,0 1 0 0 0,-1-1-1 0 0,1 1 1 0 0,0-1 0 0 0,0 1 0 0 0,-1-1 0 0 0,1 0 0 0 0,0 1 0 0 0,-1-1 0 0 0,1 1 0 0 0,0-1 0 0 0,-1 0 0 0 0,1 1 0 0 0,-1-1 0 0 0,1 0 0 0 0,-1 1 0 0 0,1-1 0 0 0,-1 0 0 0 0,1 0 0 0 0,-1 0 0 0 0,1 1 0 0 0,-1-1-1 0 0,0 0 1 0 0,1 0 4 0 0,-1 0 0 0 0,1 0 0 0 0,-1 0 0 0 0,1 0 0 0 0,0 0 0 0 0,-1 0 0 0 0,1 0 0 0 0,0 0-1 0 0,-1 0 1 0 0,1 1 0 0 0,-1-1 0 0 0,1 0 0 0 0,0 0 0 0 0,-1 0 0 0 0,1 1 0 0 0,0-1 0 0 0,-1 0 0 0 0,1 0-1 0 0,0 1 1 0 0,0-1 0 0 0,-1 0 0 0 0,1 0 0 0 0,0 1 0 0 0,0-1 0 0 0,-1 0 0 0 0,1 1 0 0 0,-1 0-14 0 0,1 0 0 0 0,-1 0 1 0 0,1 0-1 0 0,-1-1 0 0 0,0 1 1 0 0,0 0-1 0 0,1-1 0 0 0,-1 1 1 0 0,0 0-1 0 0,0-1 1 0 0,0 1-1 0 0,1-1 0 0 0,-1 1 1 0 0,0-1-1 0 0,0 0 0 0 0,-1 1 1 0 0,-15 4 18 0 0,13-3-32 0 0,0-3-22 0 0,-13-4 24 0 0,12 4-18 0 0,0 0 32 0 0,-9-3 48 0 0,0 1-1 0 0,1 1 1 0 0,-2 0-1 0 0,1 1 0 0 0,0 0 1 0 0,0 1-1 0 0,0 1 1 0 0,0 0-1 0 0,-21 5 0 0 0,24-3 3 0 0,0 1 0 0 0,0 0 0 0 0,0 1-1 0 0,1 0 1 0 0,0 1 0 0 0,0 0 0 0 0,0 0-1 0 0,1 1 1 0 0,-1 1 0 0 0,2-1 0 0 0,-1 1 0 0 0,1 1-1 0 0,0 0 1 0 0,1 0 0 0 0,-10 16 0 0 0,2-1-83 0 0,2 1 0 0 0,1 1 1 0 0,1-1-1 0 0,1 2 1 0 0,-7 29-1 0 0,-14 95-5093 0 0,30-143 2278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23.7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1 3056 0 0,'0'0'975'0'0,"-1"5"-108"0"0,-4 19 202 0 0,2 17 26 0 0,6 69 179 0 0,-3-97-1157 0 0,5 82 515 0 0,13 400-63 0 0,-15-460-1226 0 0,-2-30 103 0 0,0 1-150 0 0,0 0 369 0 0,1 5 34 0 0,-1 0-3681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24.3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547 1 2752 0 0,'0'0'4734'0'0,"-3"4"-4462"0"0,-12 23-24 0 0,1 0 1 0 0,1 1-1 0 0,-15 46 1 0 0,-4 11 1 0 0,8-28-107 0 0,-52 85 1 0 0,58-113-111 0 0,-2-1-1 0 0,-2-1 1 0 0,0-1 0 0 0,-44 39 0 0 0,55-55-42 0 0,0-2 1 0 0,-1 1 0 0 0,0-2-1 0 0,-1 0 1 0 0,0 0 0 0 0,-19 7-1 0 0,28-13-57 0 0,-1-1-30 0 0,-16 1-11 0 0,16-1-5 0 0,0-2-18 0 0,-14-6 0 0 0,15 5 43 0 0,1 0-4 0 0,-1-4 15 0 0,0 1 0 0 0,0-1-1 0 0,1 0 1 0 0,-4-8 0 0 0,6 10 9 0 0,1-1 8 0 0,0-16-30 0 0,0 17 6 0 0,1 0 22 0 0,3-4 45 0 0,-1 0 1 0 0,1 1 0 0 0,1 0-1 0 0,-1 0 1 0 0,10-11 0 0 0,-11 16-13 0 0,1 0 23 0 0,11-11 26 0 0,-11 10-33 0 0,0 2 21 0 0,14-8-6 0 0,-14 7 0 0 0,1 2-6 0 0,15-3 21 0 0,-15 3 64 0 0,1 3 24 0 0,3 1-33 0 0,1 1 0 0 0,-1 0 0 0 0,-1 0 0 0 0,1 1 0 0 0,-1 1 0 0 0,1-1 0 0 0,-1 1 0 0 0,-1 0 0 0 0,11 11 0 0 0,69 101 438 0 0,-65-86-1191 0 0,1 0 1 0 0,48 50-1 0 0,-66-78 205 0 0,0 0 0 0 0,0 0 0 0 0,0 0-1 0 0,1-1 1 0 0,0 0 0 0 0,-1 0 0 0 0,1 0 0 0 0,12 3-1 0 0,-18-6 471 0 0,5 1-2812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24.5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2 2540 0 0,'0'0'2150'0'0,"-5"0"-1321"0"0,-13 2-157 0 0,13-1 1521 0 0,10 1-2057 0 0,4 1-78 0 0,0-1 1 0 0,0 0-1 0 0,19 0 0 0 0,12-1-155 0 0,97-5-1682 0 0,-73-4-1488 0 0,-33 3-303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25.5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58 3636 0 0,'-6'-26'1236'0'0,"5"21"755"0"0,0 0-1269 0 0,-5-12-109 0 0,4 12 1731 0 0,0 10-2228 0 0,0-1-95 0 0,0 0-1 0 0,0 0 0 0 0,1 0 0 0 0,-1 1 1 0 0,1-1-1 0 0,0 1 0 0 0,0-1 0 0 0,1 1 0 0 0,-1-1 1 0 0,1 1-1 0 0,0-1 0 0 0,1 1 0 0 0,0 4 1 0 0,3 96 96 0 0,4 187-1304 0 0,-8-287 591 0 0,0 1-249 0 0,0 18-219 0 0,0-18-220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25.7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32 2252 0 0,'0'-5'1144'0'0,"2"-16"-156"0"0,-1 16 2375 0 0,5 7-2933 0 0,16 9-46 0 0,-21-10-356 0 0,0 0-1 0 0,1-1 0 0 0,-1 1 0 0 0,0 0 1 0 0,0 0-1 0 0,0-1 0 0 0,1 1 1 0 0,-1 0-1 0 0,0 0 0 0 0,0 0 0 0 0,0 1 1 0 0,-1-1-1 0 0,1 0 0 0 0,0 0 0 0 0,0 0 1 0 0,0 1-1 0 0,-1-1 0 0 0,1 0 0 0 0,0 3 1 0 0,0-1 57 0 0,57 89 693 0 0,-44-67-1085 0 0,1-1 1 0 0,1-1-1 0 0,1 0 0 0 0,0-1 1 0 0,32 28-1 0 0,-44-46-258 0 0,0 0 0 0 0,0 0 0 0 0,1 0 0 0 0,0-1 0 0 0,0 0 0 0 0,7 2-1 0 0,-5-2-436 0 0,-4-1-2130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26.0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279 27 2184 0 0,'0'0'2447'0'0,"-1"-5"-1610"0"0,-4-17 1267 0 0,1 25-1717 0 0,-5 3-254 0 0,0 1 0 0 0,1 0 0 0 0,-1 1-1 0 0,2-1 1 0 0,-1 2 0 0 0,1-1 0 0 0,-7 11 0 0 0,-48 77 320 0 0,43-65-344 0 0,-17 28-150 0 0,-31 73 0 0 0,64-128-118 0 0,-4 15-333 0 0,6-16 380 0 0,-1 2-334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26.3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81 2180 0 0,'26'-57'2998'0'0,"-24"53"-2295"0"0,0 1-136 0 0,-1 2-367 0 0,0 0-68 0 0,0 0-1 0 0,0 0 1 0 0,0 0 0 0 0,0 0-1 0 0,0 0 1 0 0,0 0 0 0 0,-1 0 0 0 0,1 0-1 0 0,0 0 1 0 0,-1 0 0 0 0,1-1-1 0 0,0-1 1 0 0,3 5 242 0 0,0 0-308 0 0,-1 0-1 0 0,1 0 0 0 0,-1 1 1 0 0,0-1-1 0 0,0 1 1 0 0,0 0-1 0 0,0 0 1 0 0,0 0-1 0 0,0 0 0 0 0,-1 0 1 0 0,0 1-1 0 0,0-1 1 0 0,0 1-1 0 0,0-1 1 0 0,0 1-1 0 0,-1 0 0 0 0,1 0 1 0 0,0 4-1 0 0,6 20 165 0 0,7 40-1 0 0,-13-57-254 0 0,27 221 564 0 0,-8-44-3226 0 0,-14-167 896 0 0,-4-17 1336 0 0,-1-1-1760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27.2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39 126 2080 0 0,'0'0'2924'0'0,"-2"3"-2275"0"0,0 0-521 0 0,0 1 0 0 0,0-1 0 0 0,0 0 0 0 0,1 1 0 0 0,0-1 0 0 0,0 1-1 0 0,0-1 1 0 0,0 1 0 0 0,0-1 0 0 0,1 1 0 0 0,-1 0 0 0 0,1-1 0 0 0,0 1 0 0 0,0 0 0 0 0,0-1 0 0 0,1 1-1 0 0,-1 0 1 0 0,1-1 0 0 0,0 1 0 0 0,0 0 0 0 0,0-1 0 0 0,3 6 0 0 0,-2-6-44 0 0,21 7-306 0 0,-17-11 226 0 0,16-2 22 0 0,-17 2-24 0 0,0-1-8 0 0,2-2-42 0 0,-1 0 1 0 0,0 0-1 0 0,0 0 0 0 0,0-1 1 0 0,0 0-1 0 0,-1 0 1 0 0,1-1-1 0 0,-2 1 0 0 0,8-11 1 0 0,16-52-47 0 0,-27 64-64 0 0,-1-2 176 0 0,1-18 60 0 0,0 18-6 0 0,-2 1 1 0 0,-1-2-80 0 0,0 0 0 0 0,0 1 0 0 0,0-1 0 0 0,-1 1 0 0 0,-4-6-1 0 0,5 8 218 0 0,-3 3-100 0 0,1 1-91 0 0,1-1 0 0 0,-1 1 0 0 0,1 0 0 0 0,-1 1 0 0 0,1-1 0 0 0,-1 0 0 0 0,1 1 0 0 0,-1 0 1 0 0,1 0-1 0 0,-1 0 0 0 0,1 0 0 0 0,0 1 0 0 0,0-1 0 0 0,0 1 0 0 0,0 0 0 0 0,0-1 0 0 0,0 2 0 0 0,0-1 0 0 0,0 0 0 0 0,1 0 1 0 0,-1 1-1 0 0,1 0 0 0 0,-3 3 0 0 0,-6 9 35 0 0,0 0-1 0 0,1 1 1 0 0,1 1 0 0 0,1-1-1 0 0,0 1 1 0 0,1 1 0 0 0,1-1-1 0 0,-8 37 1 0 0,14-48-18 0 0,-1 1 0 0 0,1-1-1 0 0,0 0 1 0 0,1 1 0 0 0,0-1 0 0 0,0 0-1 0 0,2 8 1 0 0,-1-7 2 0 0,-1-3-63 0 0,1 0-1 0 0,0 0 1 0 0,-1 0 0 0 0,2 0 0 0 0,-1 0 0 0 0,0-1 0 0 0,1 1 0 0 0,0-1 0 0 0,-1 1 0 0 0,2-1 0 0 0,-1 0 0 0 0,5 4 0 0 0,-5-5 3 0 0,1 2-56 0 0,1 0 1 0 0,-1-1-1 0 0,1 0 0 0 0,0 0 0 0 0,0 0 1 0 0,1 0-1 0 0,-1-1 0 0 0,0 0 0 0 0,12 3 0 0 0,-12-4 9 0 0,3 2-75 0 0,1-1 1 0 0,-1 0 0 0 0,1 0-1 0 0,0-1 1 0 0,14 0-1 0 0,-16 0 147 0 0,1-1-116 0 0,-1 0 1 0 0,1-1 0 0 0,0 1 0 0 0,0-1 0 0 0,-1-1-1 0 0,1 0 1 0 0,9-3 0 0 0,-10 3 84 0 0,14-3-175 0 0,-18 5 190 0 0,0-1 1 0 0,0 0 0 0 0,-1 0 0 0 0,1 0 0 0 0,0 0-1 0 0,-1 0 1 0 0,1 0 0 0 0,-1-1 0 0 0,1 0 0 0 0,3-2 0 0 0,-4 2-6 0 0,14-9 87 0 0,0-1-1 0 0,-1-1 1 0 0,0 0 0 0 0,-1-1 0 0 0,-1-1-1 0 0,0 0 1 0 0,-1-1 0 0 0,0 0-1 0 0,-2-1 1 0 0,0 0 0 0 0,11-27 0 0 0,-19 40 158 0 0,0-1-29 0 0,6-44 333 0 0,-8 44-346 0 0,-3 4-279 0 0,-12-5 165 0 0,11 5 71 0 0,0 3 26 0 0,-7 5-125 0 0,1 1 0 0 0,-1 0-1 0 0,2 0 1 0 0,-1 1 0 0 0,2 0-1 0 0,-1 1 1 0 0,1 0 0 0 0,0 0-1 0 0,1 1 1 0 0,1 0 0 0 0,-8 16-1 0 0,11-22-19 0 0,1 1-1 0 0,0-1 1 0 0,1 1-1 0 0,-1 0 1 0 0,1 0-1 0 0,0-1 1 0 0,1 1-1 0 0,-1 12 1 0 0,1-16-36 0 0,1-1 1 0 0,-1 1-1 0 0,0 0 0 0 0,1-1 1 0 0,-1 1-1 0 0,1 0 1 0 0,-1-1-1 0 0,1 1 1 0 0,0-1-1 0 0,0 1 1 0 0,1 2-1 0 0,0 0 3 0 0,1 1-12 0 0,-3-5 21 0 0,1 0 0 0 0,-1 1 0 0 0,1-1 0 0 0,-1 0 0 0 0,1 1 0 0 0,-1-1 0 0 0,1 0-1 0 0,-1 1 1 0 0,1-1 0 0 0,-1 1 0 0 0,1-1 0 0 0,-1 0 0 0 0,1 1 0 0 0,-1-1 0 0 0,0 1 0 0 0,1-1 0 0 0,-1 1 0 0 0,0 0 0 0 0,0-1 0 0 0,1 2 0 0 0,-1-1-6 0 0,1 0-1 0 0,-1 0 1 0 0,1 0 0 0 0,-1 0-1 0 0,1 0 1 0 0,0 0 0 0 0,-1 0-1 0 0,1 0 1 0 0,0 0 0 0 0,0 0-1 0 0,0 0 1 0 0,0-1 0 0 0,-1 1-1 0 0,1 0 1 0 0,0-1-1 0 0,2 2 1 0 0,13 9-37 0 0,-12-9 1 0 0,1-1-6 0 0,13 2-6 0 0,-13-2 22 0 0,1-2-12 0 0,-1 0 60 0 0,-1 0 1 0 0,1-1 0 0 0,0 0-1 0 0,-1 1 1 0 0,1-2-1 0 0,-1 1 1 0 0,0 0-1 0 0,0-1 1 0 0,0 0 0 0 0,0 0-1 0 0,0 0 1 0 0,0 0-1 0 0,-1-1 1 0 0,1 1-1 0 0,-1-1 1 0 0,0 0 0 0 0,0 0-1 0 0,-1 0 1 0 0,1 0-1 0 0,-1 0 1 0 0,2-6-1 0 0,3-6 41 0 0,-5 12 20 0 0,-1-2-2 0 0,5-17 2 0 0,-4 17 17 0 0,-2 2 11 0 0,4-15 6 0 0,-3 14 103 0 0,0 1-152 0 0,2-12-6 0 0,-2 12 712 0 0,-2 8-693 0 0,-5 39 172 0 0,6-38-227 0 0,1 1-6 0 0,7 43 19 0 0,-6-45-30 0 0,-1 1-37 0 0,18 35-280 0 0,-17-37 104 0 0,1-1-92 0 0,0 0-51 0 0,-1 0-1 0 0,1 0 1 0 0,0 0 0 0 0,0-1-1 0 0,0 1 1 0 0,0-1-1 0 0,0 0 1 0 0,0 0-1 0 0,0 0 1 0 0,0 0 0 0 0,0 0-1 0 0,1-1 1 0 0,-1 1-1 0 0,0-1 1 0 0,0 0 0 0 0,1 0-1 0 0,-1 0 1 0 0,4-1-1 0 0,-2 0-2993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27.7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27 1480 0 0,'1'-5'1047'0'0,"4"-12"-192"0"0,-4 12 2872 0 0,3 8-3397 0 0,-2-1-257 0 0,0 0 1 0 0,0 0 0 0 0,0 0 0 0 0,-1 0-1 0 0,1 0 1 0 0,0 0 0 0 0,-1 1 0 0 0,1-1-1 0 0,-1 1 1 0 0,0-1 0 0 0,0 1 0 0 0,1 4-1 0 0,-1-3 115 0 0,0 2 32 0 0,3 17-104 0 0,-3-17-54 0 0,-1-1-26 0 0,4 18-69 0 0,-3-17 86 0 0,-2-4-34 0 0,1-1-1 0 0,0 1 0 0 0,0 0 0 0 0,0 0 0 0 0,0-1 0 0 0,0 1 0 0 0,0 0 0 0 0,0-1 0 0 0,1 1 0 0 0,-1 0 0 0 0,0-1 0 0 0,2 4 1 0 0,-1-3 15 0 0,-1 4 60 0 0,0 0-56 0 0,-3 51 511 0 0,3-52-382 0 0,-1-2-135 0 0,1-1 1 0 0,0 1-1 0 0,-1-1 1 0 0,0 0-1 0 0,0 1 0 0 0,0-1 1 0 0,0 0-1 0 0,0 0 0 0 0,0 1 1 0 0,-1-1-1 0 0,1 0 1 0 0,0 0-1 0 0,-1-1 0 0 0,0 1 1 0 0,1 0-1 0 0,-4 2 1 0 0,2-2 341 0 0,-18-16-262 0 0,21 8-100 0 0,0-4-26 0 0,1 1 0 0 0,0 0 1 0 0,0-1-1 0 0,0 1 1 0 0,1 0-1 0 0,1 0 0 0 0,0 0 1 0 0,4-10-1 0 0,2 5-7 0 0,0 1 0 0 0,0 0 0 0 0,1 1 0 0 0,1 0-1 0 0,18-16 1 0 0,-25 26 67 0 0,1 0 6 0 0,1 0-59 0 0,1 1 1 0 0,0 0 0 0 0,0 0-1 0 0,0 1 1 0 0,10 0 0 0 0,-8 0 146 0 0,-8 1-132 0 0,1 0 0 0 0,0-1 0 0 0,-1 1 1 0 0,1 0-1 0 0,0 0 0 0 0,-1 1 0 0 0,0-1 0 0 0,1 0 1 0 0,-1 1-1 0 0,1-1 0 0 0,1 3 0 0 0,-3-4 0 0 0,4 5-11 0 0,0-1 1 0 0,-1 1-1 0 0,1-1 1 0 0,-1 1 0 0 0,0 0-1 0 0,0 0 1 0 0,-1 0-1 0 0,1 1 1 0 0,-1-1-1 0 0,-1 1 1 0 0,1-1 0 0 0,-1 1-1 0 0,2 8 1 0 0,-2 40-2 0 0,-1-47-136 0 0,-1-1-47 0 0,-8 49-1256 0 0,8-51 898 0 0,2 1-2721 0 0,3 11 2229 0 0,-3-12-642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28.1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246 21 2820 0 0,'0'0'2051'0'0,"-1"-4"-1239"0"0,0 3-755 0 0,1 0 0 0 0,-1 0 0 0 0,1 0 0 0 0,-1 0 0 0 0,0 0 0 0 0,1 0 0 0 0,-1 0 0 0 0,0 0 0 0 0,0 1 0 0 0,1-1 0 0 0,-1 0 0 0 0,0 0 0 0 0,0 1 0 0 0,0-1 0 0 0,0 0 0 0 0,0 1 0 0 0,0-1 0 0 0,0 1 0 0 0,0 0 0 0 0,0-1 0 0 0,0 1 0 0 0,0 0 0 0 0,-1-1 1 0 0,1 1-1 0 0,0 0 0 0 0,0 0 0 0 0,0 0 0 0 0,0 0 0 0 0,0 0 0 0 0,-1 0 0 0 0,1 0 0 0 0,0 1 0 0 0,0-1 0 0 0,0 0 0 0 0,0 1 0 0 0,0-1 0 0 0,0 1 0 0 0,0-1 0 0 0,0 1 0 0 0,0-1 0 0 0,0 1 0 0 0,0 0 0 0 0,0-1 0 0 0,-1 2 0 0 0,-2 1 38 0 0,-1 0-1 0 0,1 0 0 0 0,0 0 1 0 0,0 0-1 0 0,0 1 0 0 0,1 0 1 0 0,-1 0-1 0 0,1 0 0 0 0,0 0 1 0 0,0 0-1 0 0,1 0 1 0 0,-1 1-1 0 0,1 0 0 0 0,0-1 1 0 0,-3 8-1 0 0,4-8 55 0 0,1 3-23 0 0,-1-1-86 0 0,1 1-1 0 0,1-1 0 0 0,-1 1 0 0 0,1 0 1 0 0,0-1-1 0 0,0 1 0 0 0,1-1 1 0 0,0 1-1 0 0,0-1 0 0 0,1 0 0 0 0,6 11 1 0 0,27 29 121 0 0,-9-16-56 0 0,-15-17-53 0 0,0 1 0 0 0,-1 0 0 0 0,0 0 0 0 0,9 19 0 0 0,-18-30-14 0 0,1 8 23 0 0,-3-10-62 0 0,1-1 0 0 0,-1 1-1 0 0,0-1 1 0 0,1 1 0 0 0,-1 0-1 0 0,0-1 1 0 0,0 1 0 0 0,1 0-1 0 0,-1-1 1 0 0,0 1 0 0 0,0 0 0 0 0,0-1-1 0 0,0 1 1 0 0,0 0 0 0 0,0-1-1 0 0,0 1 1 0 0,0 0 0 0 0,0-1 0 0 0,0 1-1 0 0,-1 0 1 0 0,1-1 0 0 0,0 1-1 0 0,0 0 1 0 0,0-1 0 0 0,-1 1 0 0 0,1-1-1 0 0,0 1 1 0 0,-1 0 0 0 0,-3 5-67 0 0,-1-1 1 0 0,1 1-1 0 0,-1-1 1 0 0,0 0-1 0 0,0-1 0 0 0,-1 1 1 0 0,1-1-1 0 0,-1 0 1 0 0,0-1-1 0 0,0 1 1 0 0,0-1-1 0 0,-1 0 1 0 0,1-1-1 0 0,-1 1 1 0 0,-11 1-1 0 0,-15 4-2256 0 0,-67 6 0 0 0,82-13 1282 0 0,-30 4-3241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30.9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62 0 2420 0 0,'-6'0'1261'0'0,"-16"0"-228"0"0,17 0 801 0 0,0 2-1482 0 0,-14 4-80 0 0,15-4 490 0 0,4 29-482 0 0,17-17-99 0 0,-12-11-157 0 0,0 0 0 0 0,0 0 1 0 0,0 0-1 0 0,0-1 0 0 0,1 1 0 0 0,-1-1 1 0 0,1 0-1 0 0,-1-1 0 0 0,1 0 0 0 0,9 2 1 0 0,54-3 0 0 0,-57 0 21 0 0,20-3 21 0 0,-5-2 2 0 0,106-29 632 0 0,-128 33-570 0 0,-4 1-121 0 0,-1 0-1 0 0,1 0 1 0 0,0 0 0 0 0,0 0-1 0 0,0 0 1 0 0,0 0 0 0 0,-1 0 0 0 0,1 0-1 0 0,0 0 1 0 0,0 0 0 0 0,0-1 0 0 0,-1 1-1 0 0,1 0 1 0 0,0 0 0 0 0,0-1-1 0 0,-1 1 1 0 0,1-1 0 0 0,0 1 0 0 0,0-1-1 0 0,-1 1 1 0 0,2-1 0 0 0,14-8 168 0 0,-10 8-130 0 0,0 0 0 0 0,1 0 0 0 0,-1 1 0 0 0,0 0 0 0 0,7 0 0 0 0,-12 0-47 0 0,0 0 0 0 0,-1 0 0 0 0,1 0 0 0 0,0 0 0 0 0,0 0 0 0 0,-1 0 0 0 0,1 0 0 0 0,0 0 0 0 0,-1 0 0 0 0,1 0 0 0 0,0 0 0 0 0,-1 1 0 0 0,1-1 0 0 0,0 0 0 0 0,-1 1 0 0 0,1-1 0 0 0,0 0 0 0 0,-1 1 0 0 0,1-1 0 0 0,-1 0 0 0 0,1 1 0 0 0,0 0 0 0 0,13 8-77 0 0,7-2 36 0 0,-16-5-94 0 0,1-1-210 0 0,19 2 294 0 0,-19-2 70 0 0,1 0-17 0 0,16 0-8 0 0,0-1 0 0 0,0-1 0 0 0,-1-1 0 0 0,1-1 0 0 0,41-10 0 0 0,21-12 398 0 0,-80 24-391 0 0,0 0 1 0 0,0 1 0 0 0,0-1 0 0 0,0 1-1 0 0,0 0 1 0 0,0 0 0 0 0,6 2 0 0 0,-6-1 52 0 0,7 4-78 0 0,5 4-211 0 0,-2-3 94 0 0,0-1 0 0 0,1 0-1 0 0,0-2 1 0 0,28 4 0 0 0,-39-6 60 0 0,2-1 17 0 0,47 1-17 0 0,-49-1 74 0 0,12-4-22 0 0,12 0 108 0 0,52-16 0 0 0,-77 19 26 0 0,1 0-108 0 0,0 0 18 0 0,1 0-1 0 0,-1 1 0 0 0,1 0 1 0 0,-1 0-1 0 0,1 0 0 0 0,6 2 1 0 0,-8-1-4 0 0,15 10-230 0 0,-14-9 160 0 0,12 6 56 0 0,-13-6-47 0 0,3 0-27 0 0,118 17-160 0 0,-108-19 190 0 0,0 0 1 0 0,0-2 0 0 0,21-4-1 0 0,-10 2 25 0 0,-1-1-1 0 0,29-11 0 0 0,-45 13 46 0 0,-6 1-5 0 0,15-4 31 0 0,-16 4-40 0 0,1 1 60 0 0,0-1-56 0 0,14-3 56 0 0,-15 3 15 0 0,1 3-84 0 0,15 1-25 0 0,-15-1 63 0 0,3 3-45 0 0,6 6 18 0 0,3-3-102 0 0,0 0 0 0 0,1-2 0 0 0,0 0 0 0 0,30 3 0 0 0,-2-3-100 0 0,4-2 97 0 0,5-4 97 0 0,84-7 75 0 0,-7-7 448 0 0,-127 14-383 0 0,0 0-78 0 0,6 1-30 0 0,0 0 0 0 0,0 1 0 0 0,-1 0 1 0 0,1 0-1 0 0,15 5 0 0 0,-22-4-23 0 0,1 0-8 0 0,5 2-9 0 0,1 0-2 0 0,0 0-1 0 0,0-1 1 0 0,0 0-1 0 0,17 1 1 0 0,41 7-60 0 0,6-8 59 0 0,-65-3-3 0 0,13-1 3 0 0,42-6 0 0 0,-56 6-7 0 0,17-2 13 0 0,-7-1-6 0 0,-3 0 1 0 0,111-33 189 0 0,-122 36-88 0 0,-1 0 3 0 0,3-2-47 0 0,0 1 0 0 0,0 0 0 0 0,0 0 0 0 0,0 1 0 0 0,0 0 0 0 0,0 0 0 0 0,9 0 1 0 0,-12 2-63 0 0,1 0 3 0 0,0 1 0 0 0,-1-1 0 0 0,1 1 0 0 0,0 0 0 0 0,-1 0 0 0 0,0 0 0 0 0,1 0 0 0 0,4 4 0 0 0,28 14-210 0 0,24 0 63 0 0,-41-14 50 0 0,-1-2 0 0 0,24 3 0 0 0,-36-6 98 0 0,30 2-12 0 0,-1-2 0 0 0,1-1 0 0 0,44-7-1 0 0,-38 2 243 0 0,-1-2-1 0 0,0-2 1 0 0,76-27-1 0 0,-113 35-103 0 0,0-1-15 0 0,40-15 203 0 0,-41 16-239 0 0,1 1-65 0 0,13 3-25 0 0,-13-3 2 0 0,-1 2-36 0 0,11 7 26 0 0,-11-7 3 0 0,-1 0-14 0 0,17 6 24 0 0,0-1 1 0 0,0-1-1 0 0,1-1 1 0 0,-1-1-1 0 0,33 3 1 0 0,50 0 234 0 0,1-4 1 0 0,0-6-1 0 0,113-16 0 0 0,-194 13-2566 0 0,-18 3 1724 0 0,-1 2-2322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34.5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15 2152 0 0,'0'0'3177'0'0,"5"-2"-2715"0"0,12-4-127 0 0,-12 4-42 0 0,1 2-28 0 0,55 1 431 0 0,31 4-41 0 0,-21-1-297 0 0,-19-2-485 0 0,-30-1 60 0 0,8 1-1045 0 0,0-2 1 0 0,57-6-1 0 0,-41-6-1635 0 0,-42 10 670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34.9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42 1 860 0 0,'0'0'2619'0'0,"-5"0"-2238"0"0,-16 1-29 0 0,16-1 951 0 0,3 4-1191 0 0,0-1-83 0 0,-5 13 150 0 0,8-14-179 0 0,-1-1-1 0 0,1 0 1 0 0,0 1 0 0 0,-1-1-1 0 0,1 0 1 0 0,0 1-1 0 0,0-1 1 0 0,0 0 0 0 0,0 0-1 0 0,0 0 1 0 0,0 0 0 0 0,0 0-1 0 0,0 0 1 0 0,0 0-1 0 0,1 0 1 0 0,-1 0 0 0 0,2 0-1 0 0,15 9-15 0 0,5 0 327 0 0,-20-8-321 0 0,3-1-68 0 0,14 5-4 0 0,-14-5 18 0 0,0 0 11 0 0,17 2 24 0 0,-17-2-10 0 0,-1-1 6 0 0,16 1 2 0 0,-16 0 29 0 0,0-2 17 0 0,13-1 28 0 0,-13 1 300 0 0,0 0-149 0 0,13-2-1 0 0,-13 2 1143 0 0,-6 3-1315 0 0,0 0 1 0 0,-1-1-1 0 0,1 1 0 0 0,0-1 1 0 0,-1 1-1 0 0,1-1 0 0 0,-1 0 1 0 0,1 1-1 0 0,-5 1 0 0 0,3 0 93 0 0,-1 1-21 0 0,-4 6 3 0 0,0 1-1 0 0,1-1 1 0 0,0 1 0 0 0,1 1-1 0 0,0-1 1 0 0,1 1 0 0 0,0 0-1 0 0,1 1 1 0 0,0-1 0 0 0,-3 24-1 0 0,6-31-69 0 0,3 1-32 0 0,-2-5 29 0 0,0 2-129 0 0,1 1 1 0 0,-1-1 0 0 0,1 0 0 0 0,0 0-1 0 0,0 1 1 0 0,0-1 0 0 0,0 0 0 0 0,0 0-1 0 0,1 0 1 0 0,0 0 0 0 0,-1 0 0 0 0,1-1-1 0 0,0 1 1 0 0,0-1 0 0 0,1 1 0 0 0,-1-1-1 0 0,5 4 1 0 0,-4-3-312 0 0,5 1 136 0 0,8-2-3135 0 0,21-1 124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41.3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55 27 3276 0 0,'0'0'1236'0'0,"2"-4"-222"0"0,6-14-240 0 0,-6 14 1771 0 0,-2 11-2347 0 0,0 2-133 0 0,-5 29 221 0 0,-41 196 433 0 0,38-175-505 0 0,3 0 0 0 0,3 61 1 0 0,2-108-310 0 0,2 0 0 0 0,0 1 1 0 0,0-1-1 0 0,1 0 1 0 0,1 0-1 0 0,0 0 1 0 0,10 19-1 0 0,-12-27-220 0 0,0-3 224 0 0,-1 0-1 0 0,1 0 1 0 0,-1 0 0 0 0,1 0-1 0 0,-1 0 1 0 0,0 0-1 0 0,1 0 1 0 0,-1 0 0 0 0,0 1-1 0 0,0-1 1 0 0,1 2-1 0 0,2 0-675 0 0,1-2-1114 0 0,16 1 808 0 0,-16-2-704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41.5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4 3264 0 0,'0'0'1919'0'0,"-4"-1"-1190"0"0,-11-2 208 0 0,25 8 770 0 0,41 6-713 0 0,29-7-1338 0 0,7-3-3206 0 0,111-12 0 0 0,-192 10 1484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42.0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95 104 752 0 0,'0'0'1083'0'0,"-4"2"-625"0"0,-31 23 1367 0 0,32-23-1020 0 0,13 16-716 0 0,-8-14-26 0 0,3-5-127 0 0,16-1-15 0 0,-16 1 5 0 0,-1 0 16 0 0,13-6-6 0 0,-13 6 10 0 0,0-2 16 0 0,14-7 24 0 0,-14 8 29 0 0,0-1 35 0 0,37-30 527 0 0,-37 30-411 0 0,-2-1-17 0 0,7-12 6 0 0,-6 13 38 0 0,-2-2-97 0 0,0 0-15 0 0,-1 1-1 0 0,1-1 1 0 0,-1 0-1 0 0,0 1 1 0 0,0-1-1 0 0,0 0 1 0 0,-2-6-1 0 0,1 7 308 0 0,0 4-376 0 0,1 0 0 0 0,-1 0 0 0 0,1 0 0 0 0,-1 0 1 0 0,1 0-1 0 0,-1 0 0 0 0,0 0 0 0 0,1 0 1 0 0,-1 0-1 0 0,1 0 0 0 0,-1-1 0 0 0,1 1 0 0 0,-1 0 1 0 0,1 0-1 0 0,-1-1 0 0 0,1 1 0 0 0,0 0 0 0 0,-1-1 1 0 0,1 1-1 0 0,-1-1 0 0 0,1 1 0 0 0,-1-1 0 0 0,1 0 3 0 0,-1 1-1 0 0,1-1 0 0 0,-1 1 0 0 0,0-1 0 0 0,1 1 0 0 0,-1-1 1 0 0,1 1-1 0 0,-1 0 0 0 0,0-1 0 0 0,0 1 0 0 0,1 0 0 0 0,-1-1 1 0 0,0 1-1 0 0,1 0 0 0 0,-1 0 0 0 0,0 0 0 0 0,0-1 0 0 0,1 1 1 0 0,-1 0-1 0 0,0 0 0 0 0,0 0 0 0 0,0 0 0 0 0,1 1 0 0 0,-1-1 1 0 0,0 0-1 0 0,0 0 0 0 0,0 1 0 0 0,-7 0 68 0 0,1 1-1 0 0,-1 0 1 0 0,1 0 0 0 0,0 0 0 0 0,0 1-1 0 0,0 1 1 0 0,0-1 0 0 0,1 1-1 0 0,-1 0 1 0 0,-6 6 0 0 0,-28 32 332 0 0,30-28-178 0 0,2-1-154 0 0,1 1 91 0 0,-15 42-66 0 0,21-50-68 0 0,4 25 77 0 0,-2-29-113 0 0,0-1 0 0 0,0 1-1 0 0,0-1 1 0 0,0 0 0 0 0,0 1-1 0 0,0-1 1 0 0,1 0 0 0 0,-1 0-1 0 0,0 1 1 0 0,1-1 0 0 0,-1 0 0 0 0,1 0-1 0 0,0 1 1 0 0,-1-1 0 0 0,1 0-1 0 0,0 0 1 0 0,0 0 0 0 0,1 2-1 0 0,1 0-23 0 0,-2-2-18 0 0,-1 1 1 0 0,1 0-1 0 0,0 0 0 0 0,1 0 0 0 0,-1-1 0 0 0,0 1 0 0 0,0-1 0 0 0,1 1 1 0 0,-1-1-1 0 0,1 1 0 0 0,0-1 0 0 0,2 2 0 0 0,1 1-92 0 0,-4-3 86 0 0,1 1-1 0 0,-1 0 1 0 0,1-1-1 0 0,0 0 1 0 0,0 1-1 0 0,-1-1 0 0 0,1 0 1 0 0,0 0-1 0 0,0 0 1 0 0,0 0-1 0 0,0 0 1 0 0,0 0-1 0 0,0-1 1 0 0,1 1-1 0 0,2 0 1 0 0,1 0-125 0 0,5 3-350 0 0,0 0-1 0 0,0-1 1 0 0,0-1 0 0 0,1 1-1 0 0,18 0 1 0 0,-20-2 222 0 0,8-1-1487 0 0,30-4-1272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42.7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208 249 1724 0 0,'0'0'1023'0'0,"-3"-3"-146"0"0,2 1-686 0 0,0 1 1 0 0,0-1 0 0 0,0 1 0 0 0,0-1 0 0 0,0 1 0 0 0,-1-1-1 0 0,1 1 1 0 0,0 0 0 0 0,-3-2 0 0 0,-3 3-22 0 0,1 0 1 0 0,-1 0-1 0 0,1 1 1 0 0,0 0 0 0 0,-1 0-1 0 0,1 0 1 0 0,0 1-1 0 0,0 0 1 0 0,0 0-1 0 0,0 1 1 0 0,0 0-1 0 0,0 0 1 0 0,1 0 0 0 0,-7 5-1 0 0,3 0-10 0 0,-1 1-1 0 0,1 0 1 0 0,0 1 0 0 0,1 0-1 0 0,0 0 1 0 0,1 1 0 0 0,0 0 0 0 0,0 0-1 0 0,-8 22 1 0 0,13-28-91 0 0,2 1-11 0 0,-1 18-29 0 0,0-18 14 0 0,3-1-30 0 0,-1-2-54 0 0,0 1 1 0 0,0-1-1 0 0,0 0 0 0 0,1 1 1 0 0,-1-1-1 0 0,1 0 0 0 0,0 0 1 0 0,0 0-1 0 0,0 0 1 0 0,0 0-1 0 0,0-1 0 0 0,1 1 1 0 0,0-1-1 0 0,-1 1 0 0 0,1-1 1 0 0,0 0-1 0 0,0 0 0 0 0,0 0 1 0 0,4 2-1 0 0,2-2-244 0 0,1 1-1 0 0,-1-1 1 0 0,0-1 0 0 0,1 0-1 0 0,-1 0 1 0 0,1-1 0 0 0,-1 0-1 0 0,0-1 1 0 0,1 0 0 0 0,-1 0-1 0 0,1-1 1 0 0,-1 0-1 0 0,0-1 1 0 0,0 0 0 0 0,14-7-1 0 0,-10 4 198 0 0,1-1-1 0 0,-1 0 1 0 0,-1-2-1 0 0,0 1 0 0 0,0-1 1 0 0,0-1-1 0 0,-1 0 0 0 0,-1-1 1 0 0,0 0-1 0 0,0 0 1 0 0,-1-1-1 0 0,-1-1 0 0 0,0 1 1 0 0,0-1-1 0 0,5-15 1 0 0,2-10 1009 0 0,-1-1 1 0 0,-2-1 0 0 0,13-80 0 0 0,-25 115-693 0 0,2-18 139 0 0,-2 18 104 0 0,-1 1-334 0 0,-2-12 18 0 0,2 12 346 0 0,-2 7-344 0 0,-3 8-51 0 0,-1 1 0 0 0,2-1 0 0 0,-1 1 0 0 0,2 0 0 0 0,0 0-1 0 0,0 1 1 0 0,1-1 0 0 0,0 1 0 0 0,0 17 0 0 0,-4 22 77 0 0,2-2-54 0 0,2-1-49 0 0,-4 57 55 0 0,7-100-137 0 0,0 0-1 0 0,2 54 137 0 0,-2-54 351 0 0,2-6-491 0 0,0-1-1 0 0,0 1 1 0 0,0 0-1 0 0,0-1 1 0 0,0 1-1 0 0,0-1 1 0 0,0 0-1 0 0,0 0 1 0 0,0 0-1 0 0,0 0 1 0 0,0 0-1 0 0,-1 0 1 0 0,1 0 0 0 0,0 0-1 0 0,-1-1 1 0 0,1 1-1 0 0,2-4 1 0 0,21-33-116 0 0,-6 9 19 0 0,-11 20 79 0 0,0 1 0 0 0,0 1 0 0 0,0-1 0 0 0,1 1 0 0 0,1 1 0 0 0,-1-1 0 0 0,14-5 0 0 0,-19 10 9 0 0,2 3 13 0 0,16 6-1 0 0,-13-1 18 0 0,-5 0-21 0 0,0 1 0 0 0,0 0 0 0 0,-1-1 0 0 0,1 1 0 0 0,-1 1 0 0 0,-1-1 0 0 0,0 0 0 0 0,0 1 1 0 0,2 12-1 0 0,-1 30-12 0 0,-3-45-72 0 0,0 1-75 0 0,0 21-81 0 0,0-21-102 0 0,0-1-125 0 0,1 6 510 0 0,4 25-5657 0 0,-4-32 2088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43.2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 2440 0 0,'0'0'1811'0'0,"4"-2"-1297"0"0,-2 1-413 0 0,0 1 1 0 0,-1-1-1 0 0,1 0 0 0 0,0 1 1 0 0,0 0-1 0 0,0-1 1 0 0,0 1-1 0 0,-1 0 0 0 0,1 0 1 0 0,0 0-1 0 0,0 0 0 0 0,0 0 1 0 0,0 1-1 0 0,0-1 0 0 0,0 0 1 0 0,-1 1-1 0 0,4 1 0 0 0,-1 0 216 0 0,12 16 509 0 0,-14-14-551 0 0,6 13-48 0 0,-6-12-14 0 0,0 0-65 0 0,15 45 316 0 0,-15-45-386 0 0,-2-4-73 0 0,-1-1 0 0 0,1 1 0 0 0,0-1-1 0 0,0 0 1 0 0,0 1 0 0 0,0-1 0 0 0,0 1 0 0 0,-1-1 0 0 0,1 1 0 0 0,0-1 0 0 0,0 1 0 0 0,0-1 0 0 0,0 1-1 0 0,0-1 1 0 0,1 1 0 0 0,-1-1 0 0 0,0 1 0 0 0,0-1 0 0 0,0 0 0 0 0,0 1 0 0 0,0-1 0 0 0,1 1 0 0 0,-1-1-1 0 0,1 1 1 0 0,3 18 283 0 0,-4-16-307 0 0,-1 2 167 0 0,1 1 0 0 0,0-1 0 0 0,-1 0 0 0 0,0 1 0 0 0,-1-1 0 0 0,-2 8 0 0 0,1-15-118 0 0,-11-7 19 0 0,10 7 68 0 0,5 0-111 0 0,-1 1 1 0 0,0 0-1 0 0,0-1 0 0 0,1 1 1 0 0,-1-1-1 0 0,0 1 1 0 0,0 0-1 0 0,-1-1 1 0 0,1 1-1 0 0,0-1 0 0 0,0 1 1 0 0,-2-3-1 0 0,2 2 1 0 0,0-3 3 0 0,1 0 48 0 0,-1 5-57 0 0,2-7 2 0 0,1-1 1 0 0,-1 1-1 0 0,1 0 0 0 0,1 0 0 0 0,0 0 0 0 0,-1 1 0 0 0,2-1 0 0 0,6-7 0 0 0,-3 7-25 0 0,0 0 1 0 0,0 1-1 0 0,1 1 1 0 0,0-1-1 0 0,0 2 1 0 0,0-1-1 0 0,1 1 1 0 0,0 0-1 0 0,-1 1 0 0 0,1 0 1 0 0,12-1-1 0 0,-17 3 14 0 0,1 1-4 0 0,26 3 5 0 0,-28-2 7 0 0,-1 1 1 0 0,1-1-1 0 0,-1 0 1 0 0,1 1-1 0 0,-1 0 1 0 0,1 0-1 0 0,-1 0 1 0 0,0 0-1 0 0,0 0 1 0 0,0 1-1 0 0,0 0 1 0 0,-1-1-1 0 0,1 1 1 0 0,-1 0-1 0 0,1 0 1 0 0,-1 0-1 0 0,0 1 1 0 0,0-1-1 0 0,1 4 1 0 0,-1-2 10 0 0,-2 0 7 0 0,0 16-7 0 0,0-16-32 0 0,-1 0-43 0 0,-5 17-41 0 0,4-17-43 0 0,1 1-105 0 0,-6 14-126 0 0,5-14-146 0 0,1-3-162 0 0,-1 1 293 0 0,-1 4 205 0 0,2-1-4265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43.5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2272 0 0,'0'0'5875'0'0,"2"3"-5613"0"0,7 10-15 0 0,-6-9 0 0 0,-4 0 87 0 0,-2 87 164 0 0,3-85-534 0 0,0 0-23 0 0,6 50-1146 0 0,-5-51 776 0 0,12 13-2710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43.8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149 7 1924 0 0,'0'0'811'0'0,"-5"0"-111"0"0,-15-1-77 0 0,15 1-69 0 0,-1 2-42 0 0,-8 2-169 0 0,1 1 1 0 0,-1 1-1 0 0,1 1 0 0 0,0 0 1 0 0,-12 8-1 0 0,22-12-251 0 0,2-3-78 0 0,-1 1 1 0 0,1 0-1 0 0,0 0 1 0 0,0-1-1 0 0,0 1 1 0 0,0 0-1 0 0,0 0 1 0 0,1 0-1 0 0,-1 0 1 0 0,0 0-1 0 0,0 0 1 0 0,-1 2-1 0 0,1-1 13 0 0,-2 1 127 0 0,4 2-141 0 0,1 16-2 0 0,-1-16-15 0 0,18 2 20 0 0,-16-6 46 0 0,3-2-15 0 0,16-2 77 0 0,-16 2-1 0 0,-3-1 11 0 0,29-25 494 0 0,-29 23-492 0 0,-1 1-9 0 0,8-40 77 0 0,-10 39-194 0 0,0 4-56 0 0,0 0 40 0 0,-1 0 1 0 0,1 0 0 0 0,0 0 0 0 0,-1 0 0 0 0,1 0 0 0 0,0 0-1 0 0,0-1 1 0 0,-1 1 0 0 0,1 0 0 0 0,0 0 0 0 0,-1 0 0 0 0,1 0-1 0 0,0 0 1 0 0,0 0 0 0 0,-1-1 0 0 0,1 1 0 0 0,0 0 0 0 0,0 0-1 0 0,-1 0 1 0 0,1-1 0 0 0,0 1 0 0 0,0 0 0 0 0,0 0-1 0 0,0-1 1 0 0,-1 1 0 0 0,1 0 0 0 0,0-1 0 0 0,0 1 0 0 0,0 0-1 0 0,0 0 1 0 0,0-1 0 0 0,0 1 0 0 0,0-1 0 0 0,-1 0-75 0 0,1 1 0 0 0,0-1 0 0 0,0 1 0 0 0,0-1 0 0 0,-1 0 0 0 0,1 1 0 0 0,0-1 0 0 0,-1 1 0 0 0,1-1 0 0 0,-1 1 0 0 0,1-1 0 0 0,-1 1 0 0 0,1-1 0 0 0,0 1-1 0 0,-1-1 1 0 0,0 1 0 0 0,1-1 0 0 0,-1 1 0 0 0,1 0 0 0 0,-1-1 0 0 0,1 1 0 0 0,-1 0 0 0 0,0 0 0 0 0,1-1 0 0 0,-1 1 0 0 0,0 0 0 0 0,1 0 0 0 0,-1 0 0 0 0,0 0 0 0 0,0 0 0 0 0,-24-3-2335 0 0,19 2-1703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44.9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235 86 2452 0 0,'1'-4'1131'0'0,"4"-44"2270"0"0,-6 42-2936 0 0,-2 3-287 0 0,0 0-101 0 0,0 0 0 0 0,-1 0 0 0 0,1 0 0 0 0,-1 1 0 0 0,0 0 0 0 0,0-1 0 0 0,-6-1 0 0 0,6 3 43 0 0,-1 1 16 0 0,-5 2-87 0 0,1 0-1 0 0,-1 0 1 0 0,0 0 0 0 0,1 1 0 0 0,0 1-1 0 0,-1 0 1 0 0,1 0 0 0 0,1 1 0 0 0,-1 0-1 0 0,1 0 1 0 0,0 1 0 0 0,0 0 0 0 0,0 0-1 0 0,1 1 1 0 0,-11 12 0 0 0,-8 13-20 0 0,22-26-3 0 0,-1 7 107 0 0,3-6-124 0 0,1-1 1 0 0,-1 1-1 0 0,1 0 1 0 0,0 1-1 0 0,1-1 0 0 0,-1 0 1 0 0,2 0-1 0 0,0 7 1 0 0,0-10-9 0 0,-1-2-4 0 0,1-1 0 0 0,-1 1 0 0 0,1-1 0 0 0,0 0 0 0 0,-1 1 0 0 0,1-1 0 0 0,0 0 0 0 0,0 0 0 0 0,0 0 0 0 0,0 1 0 0 0,0-1 0 0 0,0 0 0 0 0,0 0 0 0 0,0 0 0 0 0,1-1 0 0 0,-1 1 1 0 0,2 1-1 0 0,15 7-26 0 0,-14-7 40 0 0,2-2 34 0 0,16-3 21 0 0,-17 3 31 0 0,0-3 1 0 0,2-1 18 0 0,1 0 0 0 0,-1-1 0 0 0,0 0 0 0 0,0 0 0 0 0,0-1 0 0 0,-1 0 0 0 0,9-11 0 0 0,12-21 304 0 0,-25 34-250 0 0,1 0 19 0 0,7-11-12 0 0,-7 11 35 0 0,7-13 80 0 0,-8 13-282 0 0,-2 10-86 0 0,-1 29 77 0 0,-10 68 1 0 0,2-35 69 0 0,-64 480 144 0 0,69-480-67 0 0,4-63 107 0 0,3-10-230 0 0,7-16-47 0 0,-1 0 0 0 0,9-35 0 0 0,-9 27-176 0 0,17-37 0 0 0,-3 23-799 0 0,1 1-1 0 0,2 2 1 0 0,2 1-1 0 0,1 0 0 0 0,63-61 1 0 0,-22 30-2612 0 0,-49 52 878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50.0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 47 3428 0 0,'-3'-25'993'0'0,"2"20"2747"0"0,0 1-3544 0 0,-5-9 872 0 0,-1 26-627 0 0,6-9-239 0 0,0 3-122 0 0,0 18-11 0 0,1-19-14 0 0,0 0 17 0 0,11 78 82 0 0,-10-79-144 0 0,1-1 21 0 0,21 30 51 0 0,-20-31-72 0 0,2-2 7 0 0,13 2-8 0 0,-13-2 44 0 0,-1-3-49 0 0,37-18 46 0 0,-37 17-44 0 0,-3 2-5 0 0,-1-1 0 0 0,1 0-1 0 0,0 1 1 0 0,0-1 0 0 0,0 0-1 0 0,0 1 1 0 0,0-1 0 0 0,0 1-1 0 0,0 0 1 0 0,0-1 0 0 0,1 1-1 0 0,1-2 1 0 0,-2 2 0 0 0,38-68-32 0 0,-36 65 21 0 0,-1 0-3 0 0,6-15-15 0 0,-6 15 24 0 0,8-11 40 0 0,-10 37-32 0 0,0-16 0 0 0,-1-1-11 0 0,-1 1 6 0 0,0 39 31 0 0,2-35-29 0 0,1-1 1 0 0,0 1 0 0 0,1-1-1 0 0,4 15 1 0 0,-5-22-2 0 0,0 4 1 0 0,1-2-13 0 0,6 15 6 0 0,-7-18 6 0 0,-1 1 1 0 0,1-1-1 0 0,-1 0 1 0 0,1 0-1 0 0,0 1 1 0 0,0-1-1 0 0,-1 0 1 0 0,1 0-1 0 0,0 0 1 0 0,0 0-1 0 0,0 0 1 0 0,0 0-1 0 0,2 2 0 0 0,1 0 1 0 0,-1 0-63 0 0,2-1-212 0 0,3 1 3 0 0,0-1 1 0 0,0-1 0 0 0,0 1 0 0 0,9 0 0 0 0,-12-2-195 0 0,0-2-4 0 0,2-1 311 0 0,0 1 4 0 0,0 0-1 0 0,0-1 1 0 0,0 0 0 0 0,0-1-1 0 0,0 1 1 0 0,-1-1 0 0 0,1 0-1 0 0,-1-1 1 0 0,0 0-1 0 0,-1 0 1 0 0,6-6 0 0 0,14-23 0 0 0,-23 30 210 0 0,12-14 579 0 0,-7 2-423 0 0,-5 13 991 0 0,-8 8-1083 0 0,6-5-101 0 0,-1 1 1 0 0,1-1 0 0 0,0 0 0 0 0,-1 0 0 0 0,1 0 0 0 0,-1 0 0 0 0,1 1 0 0 0,0-1 0 0 0,-1 0 0 0 0,1 0 0 0 0,0 1-1 0 0,-1-1 1 0 0,1 0 0 0 0,0 1 0 0 0,-1-1 0 0 0,1 0 0 0 0,0 1 0 0 0,0-1 0 0 0,0 1 0 0 0,-1-1 0 0 0,1 0 0 0 0,0 1-1 0 0,0-1 1 0 0,0 1 0 0 0,0-1 0 0 0,0 1 0 0 0,0-1 0 0 0,0 0 0 0 0,-1 1 0 0 0,1-1 0 0 0,0 1 0 0 0,1-1 0 0 0,-1 1-1 0 0,0 0-16 0 0,1 0 0 0 0,-1-1-1 0 0,1 1 1 0 0,0-1 0 0 0,-1 1-1 0 0,1 0 1 0 0,0-1-1 0 0,-1 1 1 0 0,1-1 0 0 0,0 0-1 0 0,0 1 1 0 0,-1-1-1 0 0,1 0 1 0 0,0 1 0 0 0,0-1-1 0 0,0 0 1 0 0,-1 0 0 0 0,1 1-1 0 0,0-1 1 0 0,0 0-1 0 0,0 0 1 0 0,0 0 0 0 0,0 0-1 0 0,0 0 1 0 0,-1-1-1 0 0,1 1 1 0 0,0 0 0 0 0,0 0-1 0 0,0 0 1 0 0,0-1 0 0 0,-1 1-1 0 0,1 0 1 0 0,0-1-1 0 0,0 1 1 0 0,-1-1 0 0 0,1 1-1 0 0,0-1 1 0 0,0 0-1 0 0,3-1 38 0 0,-1-1-18 0 0,9-5 10 0 0,6-12-31 0 0,-14 16-23 0 0,-2 1 22 0 0,15-38-125 0 0,-15 36 101 0 0,-3 0-11 0 0,0-16 21 0 0,1 16-9 0 0,-2 2-19 0 0,0 2 41 0 0,0 0 1 0 0,0-1-1 0 0,1 1 0 0 0,-1 0 1 0 0,0 0-1 0 0,0 0 1 0 0,0 0-1 0 0,0 0 0 0 0,0 1 1 0 0,0-1-1 0 0,0 1 1 0 0,0-1-1 0 0,-1 1 0 0 0,1 0 1 0 0,0 0-1 0 0,0 0 1 0 0,0 0-1 0 0,-3 0 0 0 0,-1 0 40 0 0,5 2-24 0 0,0-1 1 0 0,0 1-1 0 0,0-1 0 0 0,-1 1 0 0 0,1-1 1 0 0,0 0-1 0 0,-1 0 0 0 0,1 0 1 0 0,-4 2-1 0 0,2 1 34 0 0,-1 0 0 0 0,1-1 0 0 0,0 1 1 0 0,1 0-1 0 0,-1 1 0 0 0,1-1 0 0 0,-1 0 1 0 0,1 1-1 0 0,0-1 0 0 0,1 1 0 0 0,-1 0 0 0 0,0 7 1 0 0,0 2 63 0 0,0 1 1 0 0,2 22 0 0 0,0-27-76 0 0,0-4-15 0 0,0 0 1 0 0,1 0-1 0 0,0 0 0 0 0,1 0 0 0 0,-1-1 0 0 0,1 1 0 0 0,3 8 0 0 0,-3-11-12 0 0,-2-2-6 0 0,1 1 0 0 0,-1-1 0 0 0,1 0 0 0 0,0 1 0 0 0,-1-1 0 0 0,1 0 0 0 0,0 0-1 0 0,0 0 1 0 0,0 0 0 0 0,0 0 0 0 0,0 0 0 0 0,0 0 0 0 0,0 0 0 0 0,0 0 0 0 0,0 0 0 0 0,1-1-1 0 0,1 2 1 0 0,1 0 8 0 0,-1 1-18 0 0,1-1 0 0 0,-1 0 0 0 0,1 0 0 0 0,-1 0 0 0 0,1-1 0 0 0,0 1 0 0 0,0-1 0 0 0,0 0 0 0 0,0 0 0 0 0,0 0 0 0 0,0 0 0 0 0,0-1 0 0 0,8 0 0 0 0,-8 0-19 0 0,11 1-203 0 0,-1-1-1 0 0,1-1 1 0 0,-1 0 0 0 0,1-1 0 0 0,-1-1 0 0 0,0 0-1 0 0,15-6 1 0 0,8-4-2050 0 0,42-23 0 0 0,-39 16-1500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51.8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64 108 2804 0 0,'-31'3'874'0'0,"25"-3"-98"0"0,0 1-60 0 0,-15 5 361 0 0,21-6-1052 0 0,0 0 0 0 0,0 0 0 0 0,0 0 0 0 0,1 0 0 0 0,-1 0 0 0 0,0 0 0 0 0,0 0 0 0 0,0 0 0 0 0,0 0 0 0 0,0 0 0 0 0,0 0 0 0 0,0 0 0 0 0,0 0 0 0 0,0 0-1 0 0,0 0 1 0 0,0 0 0 0 0,0 0 0 0 0,0 0 0 0 0,0 0 0 0 0,1 1 0 0 0,-1-1 0 0 0,0 0 0 0 0,0 0 0 0 0,0 0 0 0 0,0 0 0 0 0,0 0 0 0 0,0 0 0 0 0,0 0 0 0 0,0 0 0 0 0,0 0 0 0 0,0 0 0 0 0,0 0 0 0 0,0 0 0 0 0,0 0 0 0 0,0 1 0 0 0,0-1 0 0 0,0 0 0 0 0,0 0 0 0 0,0 0 0 0 0,0 0 0 0 0,0 0 0 0 0,0 0 0 0 0,0 0 0 0 0,0 0 0 0 0,0 0 0 0 0,0 0-1 0 0,0 0 1 0 0,0 0 0 0 0,0 0 0 0 0,0 1 0 0 0,-1-1 0 0 0,28 0 558 0 0,293-16-210 0 0,992-58-243 0 0,-1057 50-4619 0 0,-191 17 387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0:09.9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440 64 3088 0 0,'-3'-5'1470'0'0,"-25"-32"1428"0"0,26 35-2205 0 0,-3-1-63 0 0,-14-7-90 0 0,15 8-89 0 0,-1 1-83 0 0,-15-2-65 0 0,15 2-24 0 0,-1 3 3 0 0,2-1-201 0 0,2-1-58 0 0,0 0-1 0 0,1 1 1 0 0,-1-1 0 0 0,1 0-1 0 0,-1 1 1 0 0,1 0-1 0 0,-1-1 1 0 0,1 1-1 0 0,-1 0 1 0 0,1-1-1 0 0,-1 1 1 0 0,1 0-1 0 0,0 0 1 0 0,-1 0 0 0 0,1 0-1 0 0,0 0 1 0 0,0 1-1 0 0,-1 0 1 0 0,-14 17 128 0 0,1 0 1 0 0,1 1-1 0 0,1 1 1 0 0,1 0-1 0 0,0 1 1 0 0,-9 26-1 0 0,-47 149 200 0 0,65-189-339 0 0,-38 128 95 0 0,-35 214-1 0 0,67-286-101 0 0,2 0 0 0 0,4 1-1 0 0,2-1 1 0 0,3 1 0 0 0,18 106 0 0 0,-17-156-48 0 0,1 3 33 0 0,2 0-19 0 0,12 51-663 0 0,-10-36-8219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0:10.3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31 2900 0 0,'0'0'3171'0'0,"-2"4"-2758"0"0,-2 14-161 0 0,3-14 270 0 0,2 0-347 0 0,3 13-13 0 0,-2-13-16 0 0,0-1-40 0 0,7 11-32 0 0,-6-10-18 0 0,0-1-4 0 0,35 24 78 0 0,-34-24-151 0 0,0-3 41 0 0,14 4 17 0 0,-14-3-1 0 0,2-2 7 0 0,1 0-24 0 0,1 0 0 0 0,-1 0 1 0 0,1-1-1 0 0,-1 0 0 0 0,0-1 0 0 0,0 1 1 0 0,0-1-1 0 0,0-1 0 0 0,10-6 0 0 0,7-9 73 0 0,32-34-1 0 0,-53 50 17 0 0,0-1 60 0 0,9-13 91 0 0,-9 13-45 0 0,-1 1-40 0 0,-2 3-151 0 0,0-1 1 0 0,1 1 0 0 0,-1-1-1 0 0,0 1 1 0 0,0 0 0 0 0,1-1 0 0 0,-1 1-1 0 0,0-1 1 0 0,0 1 0 0 0,1 0 0 0 0,-1-1-1 0 0,1 1 1 0 0,-1 0 0 0 0,0-1-1 0 0,1 1 1 0 0,-1 0 0 0 0,1 0 0 0 0,-1 0-1 0 0,1-1 1 0 0,-1 1 0 0 0,0 0 0 0 0,1 0-1 0 0,-1 0 1 0 0,1 0 0 0 0,-1 0 0 0 0,1 0-1 0 0,-1 0 1 0 0,1 0 0 0 0,-1 0-1 0 0,2 0 1 0 0,6 13 344 0 0,-7-12-446 0 0,-1 0 73 0 0,1 1-1 0 0,-1-1 1 0 0,1 0 0 0 0,-1 0 0 0 0,0 1-1 0 0,0-1 1 0 0,0 0 0 0 0,1 1-1 0 0,-1-1 1 0 0,0 0 0 0 0,-1 1 0 0 0,1-1-1 0 0,0 0 1 0 0,0 0 0 0 0,0 1-1 0 0,-1-1 1 0 0,1 0 0 0 0,-1 0 0 0 0,1 1-1 0 0,-2 0 1 0 0,1 0-21 0 0,-26 122-3513 0 0,17-82 201 0 0,3-8-205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0:10.9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649 36 2240 0 0,'-11'-6'336'0'0,"-1"1"0"0"0,0 0 1 0 0,0 0-1 0 0,0 2 0 0 0,-1-1 0 0 0,0 2 0 0 0,1 0 0 0 0,-1 0 1 0 0,0 1-1 0 0,0 0 0 0 0,0 2 0 0 0,0-1 0 0 0,0 1 0 0 0,0 1 0 0 0,1 1 1 0 0,-14 3-1 0 0,6 0-86 0 0,1 0-1 0 0,1 2 1 0 0,-1 0 0 0 0,1 1 0 0 0,1 1 0 0 0,0 0 0 0 0,0 2 0 0 0,1-1 0 0 0,-27 28 0 0 0,19-14-75 0 0,2 1 1 0 0,1 1-1 0 0,1 1 1 0 0,2 1 0 0 0,0 0-1 0 0,-16 39 1 0 0,23-41-101 0 0,0 1 1 0 0,2 0-1 0 0,1 1 1 0 0,1 0-1 0 0,1 0 1 0 0,2 1-1 0 0,-1 42 0 0 0,5-59-81 0 0,0 0-1 0 0,1 1 0 0 0,1-1 0 0 0,0 0 1 0 0,1 0-1 0 0,1 0 0 0 0,0-1 0 0 0,0 1 1 0 0,1-1-1 0 0,1 0 0 0 0,0 0 0 0 0,8 11 1 0 0,-8-15-47 0 0,0 0-1 0 0,1 0 1 0 0,0-1 0 0 0,1 0 0 0 0,-1 0 0 0 0,1-1 0 0 0,1 0-1 0 0,-1 0 1 0 0,1-1 0 0 0,0 0 0 0 0,0-1 0 0 0,0 1 0 0 0,1-2 0 0 0,0 0-1 0 0,0 0 1 0 0,11 2 0 0 0,5-2-283 0 0,1-2 1 0 0,0 0-1 0 0,-1-2 1 0 0,1 0-1 0 0,0-2 0 0 0,-1-1 1 0 0,0-2-1 0 0,0 0 1 0 0,0-2-1 0 0,44-19 0 0 0,-38 9-1597 0 0,-31 18 1821 0 0,0-1 0 0 0,0 1-1 0 0,0-1 1 0 0,0 1 0 0 0,0-1 0 0 0,-1 1 0 0 0,1-1 0 0 0,0 0 0 0 0,0 0 0 0 0,0 0-1 0 0,0 1 1 0 0,-1-1 0 0 0,1 0 0 0 0,0 0 0 0 0,-1 0 0 0 0,1 0 0 0 0,-1 0 0 0 0,1-2-1 0 0,1 0-488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0:11.1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65 245 2664 0 0,'-6'0'1560'0'0,"-15"2"-267"0"0,16-1 491 0 0,0-1-1129 0 0,-17-1-124 0 0,16 0 253 0 0,10-1-533 0 0,23-13-105 0 0,1 2-1 0 0,1 1 0 0 0,-1 2 1 0 0,2 1-1 0 0,39-8 0 0 0,-2 0-95 0 0,240-70-1289 0 0,-134 39-3550 0 0,-122 33 413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0:12.2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44 2380 0 0,'0'0'1748'0'0,"-2"3"-1121"0"0,-7 9-85 0 0,7-9 510 0 0,3 2-790 0 0,6 12 199 0 0,0-1-1 0 0,14 26 1 0 0,-19-39-443 0 0,8 16 242 0 0,-1 0 0 0 0,7 22 0 0 0,2 14 218 0 0,-16-49-333 0 0,-2-2 3 0 0,1 15 7 0 0,0-14 171 0 0,-2-1-148 0 0,1-1-104 0 0,-1-1-1 0 0,0 1 1 0 0,1 0-1 0 0,-1-1 1 0 0,0 1 0 0 0,0-1-1 0 0,0 1 1 0 0,-1-1-1 0 0,1 0 1 0 0,-1 1-1 0 0,1-1 1 0 0,-3 2 0 0 0,1-2 48 0 0,3-2-122 0 0,0 0 0 0 0,0-1-1 0 0,0 1 1 0 0,0 0 0 0 0,0-1 0 0 0,0 1-1 0 0,0-1 1 0 0,0 1 0 0 0,0 0-1 0 0,0-1 1 0 0,0 1 0 0 0,-1 0 0 0 0,1-1-1 0 0,0 1 1 0 0,0 0 0 0 0,0-1-1 0 0,-1 1 1 0 0,1 0 0 0 0,0-1 0 0 0,-1 1-1 0 0,1 0 1 0 0,0 0 0 0 0,0-1-1 0 0,-1 1 1 0 0,1 0 0 0 0,0 0-1 0 0,-1 0 1 0 0,0-1 0 0 0,0 1-4 0 0,0-1 0 0 0,0 1 1 0 0,1-1-1 0 0,-1 1 0 0 0,0-1 0 0 0,0 0 1 0 0,0 0-1 0 0,1 1 0 0 0,-1-1 0 0 0,0 0 1 0 0,1 0-1 0 0,-1 0 0 0 0,1 0 0 0 0,-1 0 1 0 0,1 1-1 0 0,-1-1 0 0 0,0-2 0 0 0,-2-8-55 0 0,0 0-1 0 0,0 0 0 0 0,1 0 0 0 0,0 0 0 0 0,0-21 1 0 0,2 21 10 0 0,1 0 1 0 0,0 1-1 0 0,0-1 1 0 0,1 0 0 0 0,1 1-1 0 0,0 0 1 0 0,0-1 0 0 0,1 1-1 0 0,0 1 1 0 0,1-1-1 0 0,10-15 1 0 0,-12 21 40 0 0,0 1-1 0 0,0 0 1 0 0,0 0-1 0 0,0 0 1 0 0,1 0-1 0 0,-1 1 1 0 0,1-1 0 0 0,4-1-1 0 0,-1 0-15 0 0,-3 2-112 0 0,1 1 133 0 0,-1 1 16 0 0,0 0 1 0 0,0 0 0 0 0,0 0 0 0 0,0 0-1 0 0,0 1 1 0 0,0-1 0 0 0,0 1 0 0 0,0 0-1 0 0,-1 1 1 0 0,1-1 0 0 0,0 1 0 0 0,-1-1-1 0 0,1 1 1 0 0,-1 0 0 0 0,1 0 0 0 0,-1 1-1 0 0,0-1 1 0 0,0 1 0 0 0,0-1 0 0 0,3 5-1 0 0,36 54 85 0 0,-39-57-94 0 0,-1 0 19 0 0,8 11 10 0 0,-8-11 27 0 0,0-1-20 0 0,4 8 31 0 0,-8-20 13 0 0,-8-34-199 0 0,9 34 109 0 0,1-1-5 0 0,-1 0-1 0 0,1 0 1 0 0,1 1 0 0 0,0-1 0 0 0,0 0-1 0 0,1 1 1 0 0,5-16 0 0 0,4-1 65 0 0,-9 22-29 0 0,1 1-7 0 0,-3 3-9 0 0,1-2 1 0 0,0 1 1 0 0,0 0-1 0 0,-1 0 1 0 0,1-1-1 0 0,0 1 1 0 0,0 0-1 0 0,1 0 1 0 0,-1 0-1 0 0,0 0 1 0 0,0 0-1 0 0,3-1 1 0 0,21 4 39 0 0,-18 0-43 0 0,-4-1-7 0 0,0 0 1 0 0,1 0-1 0 0,-1 0 0 0 0,1 1 1 0 0,-1-1-1 0 0,0 1 0 0 0,0 0 1 0 0,0 0-1 0 0,0 0 0 0 0,0 0 0 0 0,-1 0 1 0 0,1 1-1 0 0,4 4 0 0 0,-5-4-17 0 0,16 15 58 0 0,-6 0-102 0 0,41 70-319 0 0,-52-84 296 0 0,1 0-112 0 0,5 13 87 0 0,-5-12-45 0 0,3-1-868 0 0,-5-3 954 0 0,0-1 0 0 0,0 1 0 0 0,0-1 0 0 0,1 0 0 0 0,-1 1 1 0 0,0-1-1 0 0,1 1 0 0 0,-1-1 0 0 0,0 0 0 0 0,1 1 0 0 0,-1-1 1 0 0,0 0-1 0 0,1 1 0 0 0,-1-1 0 0 0,1 0 0 0 0,-1 0 0 0 0,0 1 1 0 0,1-1-1 0 0,-1 0 0 0 0,1 0 0 0 0,-1 0 0 0 0,1 0 0 0 0,-1 1 0 0 0,1-1 1 0 0,-1 0-1 0 0,1 0 0 0 0,-1 0 0 0 0,1 0 0 0 0,-1 0 0 0 0,1 0 1 0 0,-1 0-1 0 0,1-1 0 0 0,23-37-2389 0 0,-22 34 1992 0 0,-1-2 205 0 0,3-16 242 0 0,-3 17 186 0 0,1 0 138 0 0,2-16 28 0 0,-3 16 32 0 0,0 1 38 0 0,3-14 45 0 0,-3 14 369 0 0,-1-1-436 0 0,0-21 1100 0 0,-1 21-1146 0 0,-1-12-49 0 0,1 12 2309 0 0,2 12-2319 0 0,32 205 864 0 0,-24-171-1735 0 0,2 0-1 0 0,1 0 1 0 0,19 40 0 0 0,-27-72-2 0 0,0-1 0 0 0,1-1 0 0 0,10 14 0 0 0,-10-14 128 0 0,-2-4-338 0 0,0 0-34 0 0,1 1 504 0 0,8 7-2637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0:12.6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8 130 1780 0 0,'-1'-6'962'0'0,"-4"-16"-167"0"0,4 17-182 0 0,1 0-143 0 0,-1-3-217 0 0,1 1-1 0 0,1-1 0 0 0,-1 1 0 0 0,1 0 0 0 0,0-1 1 0 0,1 1-1 0 0,3-10 0 0 0,-3 14-15 0 0,2 1-51 0 0,11-7-30 0 0,-12 7 32 0 0,2 1-20 0 0,14-4-12 0 0,-15 4-16 0 0,2 2-22 0 0,17 0-4 0 0,-17-1 14 0 0,1 2-57 0 0,2 0-17 0 0,0 2 0 0 0,0-1 0 0 0,0 1 0 0 0,0 0 0 0 0,14 10 0 0 0,-19-11-12 0 0,0 0-1 0 0,0 0 1 0 0,-1 1 0 0 0,1-1-1 0 0,-1 1 1 0 0,0 0-1 0 0,0 0 1 0 0,0 0-1 0 0,-1 1 1 0 0,0-1-1 0 0,1 0 1 0 0,-1 1-1 0 0,-1 0 1 0 0,3 8 0 0 0,-2-5-17 0 0,-1 0 0 0 0,0 0 0 0 0,0 0 1 0 0,-1 0-1 0 0,0 0 0 0 0,0 1 0 0 0,-1-1 1 0 0,0 0-1 0 0,-1 0 0 0 0,1-1 0 0 0,-2 1 1 0 0,1 0-1 0 0,-1 0 0 0 0,0-1 0 0 0,-8 13 1 0 0,9-16-291 0 0,2-3 204 0 0,0 0-1 0 0,-1 1 1 0 0,1-1 0 0 0,-1 0-1 0 0,1 1 1 0 0,-1-1 0 0 0,0 0 0 0 0,0 0-1 0 0,1 0 1 0 0,-1 0 0 0 0,0 0-1 0 0,-2 2 1 0 0,2-1-89 0 0,-2 2-545 0 0,1-2-1085 0 0,-9 8 704 0 0,9-8-715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0:13.5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95 489 2892 0 0,'0'0'1584'0'0,"3"-3"-1020"0"0,13-9 595 0 0,-3-7-669 0 0,-10 15-263 0 0,-2 0 21 0 0,14-47 595 0 0,-14 45-514 0 0,-1-1-109 0 0,0-18-66 0 0,-2-1 0 0 0,-1 1-1 0 0,-1-1 1 0 0,-1 1 0 0 0,-1 0 0 0 0,-1 1 0 0 0,-1-1-1 0 0,-18-36 1 0 0,-33-41 832 0 0,57 99-863 0 0,1 2-60 0 0,1 0-1 0 0,0 0 1 0 0,-1 0-1 0 0,0 0 1 0 0,1 0 0 0 0,-1 0-1 0 0,0 0 1 0 0,1 0-1 0 0,-1 1 1 0 0,0-1 0 0 0,0 0-1 0 0,0 0 1 0 0,0 1-1 0 0,1-1 1 0 0,-1 1 0 0 0,0-1-1 0 0,0 1 1 0 0,-2-1-1 0 0,1 6-14 0 0,0 0 0 0 0,1 0 0 0 0,0 0 0 0 0,0 1 0 0 0,0-1 0 0 0,1 0 0 0 0,0 1 0 0 0,0-1 0 0 0,1 11-1 0 0,1-1 14 0 0,1-1 0 0 0,1 1-1 0 0,6 15 1 0 0,6 12-10 0 0,31 54-1 0 0,-33-70-693 0 0,1-1-1 0 0,1-1 1 0 0,1 0 0 0 0,35 37-1 0 0,-35-49 108 0 0,-13-11 425 0 0,-1 1-269 0 0,1-1-46 0 0,1 0 127 0 0,0 0-1 0 0,0 0 0 0 0,1 0 1 0 0,-1-1-1 0 0,0 0 1 0 0,9-1-1 0 0,-9 0-101 0 0,-4 0 318 0 0,1-1 0 0 0,-1 0 0 0 0,0 1 1 0 0,1 0-1 0 0,-1-1 0 0 0,1 1 0 0 0,0 0 1 0 0,-1 0-1 0 0,4-2 0 0 0,-2-2-6 0 0,1 1-1 0 0,-1-1 1 0 0,0-1-1 0 0,0 1 0 0 0,-1 0 1 0 0,0-1-1 0 0,0 1 1 0 0,0-1-1 0 0,0 0 1 0 0,-1 0-1 0 0,1-11 1 0 0,-1 12 178 0 0,3-14 144 0 0,-3 15 83 0 0,-1-2 95 0 0,1-16 31 0 0,-1 17 447 0 0,0 0-523 0 0,-4-40 1366 0 0,3 41-1000 0 0,-1 7-593 0 0,0 1-90 0 0,0 0 0 0 0,1-1 0 0 0,-1 1 0 0 0,1 0 0 0 0,0 0 1 0 0,0 1-1 0 0,0-1 0 0 0,0 0 0 0 0,1 0 0 0 0,0 0 1 0 0,0 8-1 0 0,7 39 103 0 0,-5-45-124 0 0,0-1-12 0 0,6 16-3 0 0,-6-16-11 0 0,1 0-23 0 0,9 12-16 0 0,-9-13 16 0 0,-3-4 16 0 0,1 0 1 0 0,-1 1-1 0 0,1-1 1 0 0,-1 0-1 0 0,1 0 1 0 0,-1 0-1 0 0,1 0 1 0 0,-1 0 0 0 0,1 0-1 0 0,-1 1 1 0 0,1-1-1 0 0,-1 0 1 0 0,1 0-1 0 0,-1 1 1 0 0,1-1 0 0 0,-1 0-1 0 0,1 1 1 0 0,-1-1-1 0 0,0 1 1 0 0,1-1-1 0 0,-1 0 1 0 0,0 1-1 0 0,1 0 1 0 0,14 10-415 0 0,-9-9 424 0 0,-1-1 0 0 0,1 0 0 0 0,0 0 0 0 0,0 0 0 0 0,0-1 0 0 0,0 0 0 0 0,-1 0 0 0 0,1-1 0 0 0,0 0 0 0 0,7-1 0 0 0,-9 0 92 0 0,-4 2-91 0 0,1 0 0 0 0,-1 0 0 0 0,1 0 1 0 0,-1 0-1 0 0,0 0 0 0 0,1 0 1 0 0,-1 0-1 0 0,1 0 0 0 0,-1-1 1 0 0,0 1-1 0 0,1 0 0 0 0,-1 0 1 0 0,1-1-1 0 0,-1 1 0 0 0,0 0 0 0 0,1 0 1 0 0,-1-1-1 0 0,0 1 0 0 0,0 0 1 0 0,1-1-1 0 0,-1 1 0 0 0,0-1 1 0 0,0 1-1 0 0,1 0 0 0 0,-1-1 1 0 0,0 1-1 0 0,0-1 0 0 0,0 0 2 0 0,1 1-1 0 0,-1-1 1 0 0,0 1 0 0 0,0-1-1 0 0,1 1 1 0 0,-1-1 0 0 0,0 1-1 0 0,0-1 1 0 0,1 1-1 0 0,-1 0 1 0 0,0-1 0 0 0,1 1-1 0 0,-1 0 1 0 0,1-1 0 0 0,-1 1-1 0 0,1 0 1 0 0,-1-1 0 0 0,0 1-1 0 0,1 0 1 0 0,-1 0-1 0 0,1 0 1 0 0,-1-1 0 0 0,1 1-1 0 0,0 0 1 0 0,1-4 141 0 0,6-14-16 0 0,-6 14-6 0 0,-1-2-3 0 0,0-3-61 0 0,-1 1 0 0 0,0-1-1 0 0,0 1 1 0 0,0-1 0 0 0,-1 1 0 0 0,-1-1-1 0 0,1 1 1 0 0,-1-1 0 0 0,-1 1 0 0 0,1 0-1 0 0,-8-14 1 0 0,8 19-41 0 0,1 0 0 0 0,-1 0 0 0 0,0 0 0 0 0,0 1 0 0 0,0-1-1 0 0,0 1 1 0 0,-1-1 0 0 0,1 1 0 0 0,-1 0 0 0 0,1 0 0 0 0,-1 0 0 0 0,0 0 0 0 0,0 0 0 0 0,0 1 0 0 0,-6-3-1 0 0,7 4-26 0 0,-1-1 0 0 0,1 1-1 0 0,-1 0 1 0 0,0 0-1 0 0,1 0 1 0 0,-1 0 0 0 0,0 0-1 0 0,1 0 1 0 0,-1 1-1 0 0,0-1 1 0 0,1 1 0 0 0,-1 0-1 0 0,1 0 1 0 0,-1 0-1 0 0,1 0 1 0 0,-1 0 0 0 0,1 1-1 0 0,0-1 1 0 0,0 1-1 0 0,0-1 1 0 0,0 1 0 0 0,0 0-1 0 0,0 0 1 0 0,-2 2-1 0 0,-24 33-989 0 0,26-33 638 0 0,2 2-565 0 0,0 16 356 0 0,0-17-37 0 0,0-5 560 0 0,1 0 0 0 0,-1 1 1 0 0,1-1-1 0 0,-1 0 1 0 0,1 0-1 0 0,-1 1 0 0 0,1-1 1 0 0,-1 0-1 0 0,0 1 0 0 0,1-1 1 0 0,-1 1-1 0 0,0-1 1 0 0,1 0-1 0 0,-1 1 0 0 0,0-1 1 0 0,1 1-1 0 0,-1-1 1 0 0,0 1-1 0 0,0-1 0 0 0,1 1 1 0 0,-1-1-1 0 0,0 1 0 0 0,0-1 1 0 0,0 1-1 0 0,8 10-1293 0 0,9-1-1402 0 0,-14-8-195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0:14.1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71 2404 0 0,'2'-4'1266'0'0,"4"-12"-218"0"0,-5 12 640 0 0,0 0-973 0 0,2-9 2488 0 0,-10 24-2115 0 0,5-7-1013 0 0,3 0-4 0 0,10 42-48 0 0,-9-40-66 0 0,0-2-67 0 0,6 12 56 0 0,-6-12 4 0 0,-2-4-5 0 0,1 0 53 0 0,-1 0-1 0 0,0 0 1 0 0,1 0 0 0 0,-1 0 0 0 0,0 0-1 0 0,0 1 1 0 0,1-1 0 0 0,-1 0 0 0 0,0 0 0 0 0,1 0-1 0 0,-1 0 1 0 0,0 0 0 0 0,0 1 0 0 0,0-1 0 0 0,1 0-1 0 0,-1 0 1 0 0,0 0 0 0 0,0 1 0 0 0,1-1-1 0 0,-1 0 1 0 0,0 0 0 0 0,0 1 0 0 0,0-1 0 0 0,0 0-1 0 0,0 1 1 0 0,1-1 0 0 0,-1 0 0 0 0,0 0-1 0 0,0 1 1 0 0,0-1 0 0 0,0 1 0 0 0,0-1-9 0 0,0 1 1 0 0,0-1-1 0 0,0 1 1 0 0,1-1-1 0 0,-1 1 1 0 0,0-1-1 0 0,0 1 1 0 0,0-1-1 0 0,1 0 1 0 0,-1 1-1 0 0,0-1 1 0 0,1 1-1 0 0,-1-1 1 0 0,0 0-1 0 0,1 1 1 0 0,-1-1-1 0 0,0 0 1 0 0,1 1-1 0 0,-1-1 1 0 0,1 0-1 0 0,-1 0 1 0 0,1 1-1 0 0,-1-1 1 0 0,0 0-1 0 0,1 0 1 0 0,-1 0-1 0 0,1 0 1 0 0,-1 0-1 0 0,1 0 1 0 0,-1 1-1 0 0,1-1 1 0 0,-1 0-1 0 0,1 0 1 0 0,-1-1-1 0 0,1 1 1 0 0,0 0-1 0 0,20-1-46 0 0,-16 1 29 0 0,-1-3 4 0 0,11-11 196 0 0,0 0 1 0 0,-1 0 0 0 0,0-1-1 0 0,16-25 1 0 0,-28 37-44 0 0,7-13 99 0 0,-7 14-191 0 0,0-2 220 0 0,9-11 843 0 0,-9 33-1009 0 0,-1-14-7 0 0,-1 2 8 0 0,9 50 64 0 0,26 95 0 0 0,-21-103-584 0 0,-3 0 0 0 0,9 95 1 0 0,-19-124 405 0 0,-2 18 108 0 0,1-31-7 0 0,-2-1-4 0 0,1-2-46 0 0,0 1 1 0 0,0-1-1 0 0,0 1 0 0 0,-1-1 1 0 0,0 1-1 0 0,0-1 0 0 0,0 0 1 0 0,0 0-1 0 0,0 0 1 0 0,-1 0-1 0 0,1 0 0 0 0,-1-1 1 0 0,0 1-1 0 0,0-1 0 0 0,0 1 1 0 0,-3 1-1 0 0,1-2-25 0 0,1-2-64 0 0,-14-4 88 0 0,14 3-22 0 0,0-2-24 0 0,0-1-46 0 0,0 0-1 0 0,0 0 1 0 0,0 0-1 0 0,0 0 1 0 0,1-1-1 0 0,0 0 1 0 0,0 0-1 0 0,0 0 1 0 0,0 0-1 0 0,1 0 1 0 0,0 0-1 0 0,0-1 1 0 0,0 1-1 0 0,1-1 1 0 0,0 1-1 0 0,0-1 0 0 0,0 0 1 0 0,1 0-1 0 0,0 1 1 0 0,1-11-1 0 0,2-19-550 0 0,1 0-1 0 0,2 0 0 0 0,2 0 0 0 0,1 1 0 0 0,2 0 0 0 0,1 0 0 0 0,23-45 0 0 0,0 5-3557 0 0,-21 45 1381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0:15.3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23 308 2284 0 0,'0'0'3909'0'0,"-1"3"-3267"0"0,-6 10-93 0 0,5-10 248 0 0,0 1-513 0 0,-8 41 170 0 0,10-44-541 0 0,1 0 59 0 0,-1 0 0 0 0,1-1-1 0 0,0 1 1 0 0,0 0 0 0 0,0 0 0 0 0,0 0 0 0 0,0-1-1 0 0,0 1 1 0 0,0-1 0 0 0,0 1 0 0 0,0-1 0 0 0,0 1-1 0 0,0-1 1 0 0,0 1 0 0 0,1-1 0 0 0,-1 0 0 0 0,0 0-1 0 0,2 1 1 0 0,14-9-49 0 0,-13 6 47 0 0,-1-1 11 0 0,5-4 24 0 0,-1-1 0 0 0,0 0 0 0 0,0 0 0 0 0,-1 0 0 0 0,10-18 0 0 0,7-44 236 0 0,-22 66-166 0 0,-1-1 2 0 0,-4-47 331 0 0,3 47-55 0 0,1 5-343 0 0,-1-1-1 0 0,1 1 1 0 0,0 0-1 0 0,-1 0 0 0 0,1 0 1 0 0,0 0-1 0 0,-1 0 1 0 0,1 0-1 0 0,0 0 1 0 0,-1-1-1 0 0,1 1 1 0 0,0 0-1 0 0,0 0 0 0 0,-1 0 1 0 0,1-1-1 0 0,0 1 1 0 0,0 0-1 0 0,0 0 1 0 0,-1-1-1 0 0,1 1 0 0 0,0 0 1 0 0,0-1-1 0 0,0 1 1 0 0,0 0-1 0 0,-1 0 1 0 0,1-1-1 0 0,0 1 1 0 0,0-1-1 0 0,0 1 15 0 0,0-1 0 0 0,0 1-1 0 0,0 0 1 0 0,-1-1 0 0 0,1 1 0 0 0,0-1-1 0 0,0 1 1 0 0,0 0 0 0 0,-1-1 0 0 0,1 1 0 0 0,0 0-1 0 0,-1-1 1 0 0,1 1 0 0 0,0 0 0 0 0,-1-1 0 0 0,1 1-1 0 0,0 0 1 0 0,-1 0 0 0 0,1-1 0 0 0,0 1-1 0 0,-1 0 1 0 0,1 0 0 0 0,-1 0 0 0 0,1 0 0 0 0,0-1-1 0 0,-1 1 1 0 0,1 0 0 0 0,-1 0 0 0 0,1 0-1 0 0,-1 0 1 0 0,1 0 0 0 0,-1 0 0 0 0,1 0 0 0 0,0 0-1 0 0,-1 0 1 0 0,1 0 0 0 0,-1 1 0 0 0,-3 0 84 0 0,0 0 0 0 0,0 0 0 0 0,1 1 1 0 0,-1-1-1 0 0,0 1 0 0 0,1 0 1 0 0,-1 1-1 0 0,1-1 0 0 0,0 0 0 0 0,0 1 1 0 0,0 0-1 0 0,0-1 0 0 0,0 1 0 0 0,1 0 1 0 0,-1 1-1 0 0,1-1 0 0 0,-4 7 0 0 0,-20 64 944 0 0,25-70-980 0 0,1 2 3 0 0,0 17 18 0 0,0-17-35 0 0,1-1-27 0 0,2 1-66 0 0,-1 0 0 0 0,1 0 0 0 0,0 0 0 0 0,1-1 1 0 0,4 8-1 0 0,-4-9-116 0 0,0-3-65 0 0,3 1 52 0 0,0 0 1 0 0,0-1-1 0 0,-1 0 1 0 0,1 0 0 0 0,0-1-1 0 0,0 0 1 0 0,0 0-1 0 0,0 0 1 0 0,0-1 0 0 0,0 0-1 0 0,7-2 1 0 0,-2-1-190 0 0,0 0 1 0 0,0-1 0 0 0,0 0 0 0 0,0-1 0 0 0,-1-1-1 0 0,0 0 1 0 0,0 0 0 0 0,-1-1 0 0 0,0 0-1 0 0,0-1 1 0 0,-1 0 0 0 0,11-13 0 0 0,23-45-2525 0 0,-41 63 2464 0 0,-1 4 439 0 0,-1-1 0 0 0,1 0 0 0 0,-1 1 0 0 0,1-1 0 0 0,-1 1 0 0 0,1-1 0 0 0,-1 0 0 0 0,1 1 0 0 0,-1-1 0 0 0,0 0 0 0 0,1 1 0 0 0,-1-1 0 0 0,0 0 0 0 0,0 0 0 0 0,1 1 0 0 0,-1-1 0 0 0,0 0 0 0 0,0 0 0 0 0,0 0 0 0 0,0 1 0 0 0,0-1-1 0 0,0 0 1 0 0,-1-1 0 0 0,-2-20 1969 0 0,2 15-923 0 0,1 7-1059 0 0,0 0 0 0 0,0 1 0 0 0,0-1-1 0 0,0 0 1 0 0,0 1 0 0 0,-1-1 0 0 0,1 0 0 0 0,0 1 0 0 0,0-1 0 0 0,0 0 0 0 0,0 0 0 0 0,-1 1 0 0 0,1-1 0 0 0,0 0 0 0 0,0 1 0 0 0,0-1 0 0 0,-1 0 0 0 0,1 0 0 0 0,0 0 0 0 0,0 1 0 0 0,-1-1 0 0 0,1 0 0 0 0,0 0 0 0 0,-1 0-1 0 0,1 0 1 0 0,0 1 0 0 0,-1-1 0 0 0,1 0 0 0 0,0 0 0 0 0,-1 0 0 0 0,1 0 0 0 0,-1 0 17 0 0,0 0-1 0 0,0 1 0 0 0,1-1 1 0 0,-1 0-1 0 0,0 1 1 0 0,1-1-1 0 0,-1 0 1 0 0,0 1-1 0 0,1-1 0 0 0,-1 1 1 0 0,1-1-1 0 0,-1 1 1 0 0,0-1-1 0 0,1 1 1 0 0,-1 0-1 0 0,1-1 0 0 0,0 1 1 0 0,-1 0-1 0 0,1-1 1 0 0,0 1-1 0 0,-1 0 1 0 0,0 1-1 0 0,-1 34 418 0 0,2-25-703 0 0,1-10 219 0 0,-1 0-1 0 0,1-1 0 0 0,0 1 0 0 0,-1 0 0 0 0,1 0 1 0 0,0 0-1 0 0,0 0 0 0 0,0-1 0 0 0,-1 1 0 0 0,1 0 1 0 0,0-1-1 0 0,0 1 0 0 0,0-1 0 0 0,0 1 0 0 0,0-1 1 0 0,0 0-1 0 0,0 1 0 0 0,1-1 0 0 0,-1 0 0 0 0,0 1 1 0 0,0-1-1 0 0,0 0 0 0 0,1 0 0 0 0,19 2-293 0 0,-16-1 155 0 0,49-18 62 0 0,-50 14 170 0 0,-1 0-78 0 0,10-10-171 0 0,-10 10 228 0 0,-1-1 80 0 0,6-13 0 0 0,-6 13-39 0 0,-1-1-35 0 0,2-48 579 0 0,-3 47-445 0 0,-12-11 4 0 0,10 13-72 0 0,-3 4 37 0 0,1 0-67 0 0,1 0-1 0 0,-1 0 1 0 0,0 1 0 0 0,1-1-1 0 0,-1 1 1 0 0,1 0 0 0 0,0 0 0 0 0,-1 0-1 0 0,1 0 1 0 0,0 1 0 0 0,-1-1 0 0 0,1 1-1 0 0,0 0 1 0 0,0 0 0 0 0,0 0 0 0 0,1 0-1 0 0,-1 0 1 0 0,0 1 0 0 0,1 0 0 0 0,-4 4-1 0 0,1 0 72 0 0,-1 2-1 0 0,1-1 1 0 0,1 0-1 0 0,0 1 1 0 0,-4 10-1 0 0,7-14-124 0 0,-1-1 0 0 0,1 0 0 0 0,1 0 0 0 0,-1 0 0 0 0,1 1 0 0 0,-1-1 0 0 0,1 0 0 0 0,1 1 0 0 0,-1-1 0 0 0,0 0 0 0 0,1 0 0 0 0,0 1 0 0 0,0-1 0 0 0,0 0 0 0 0,1 0 0 0 0,3 6 0 0 0,-3-5-77 0 0,0-1 0 0 0,0 0 1 0 0,1 0-1 0 0,0-1 1 0 0,0 1-1 0 0,0 0 0 0 0,0-1 1 0 0,0 0-1 0 0,1 0 1 0 0,0 0-1 0 0,-1 0 0 0 0,1-1 1 0 0,0 1-1 0 0,0-1 0 0 0,1 0 1 0 0,-1 0-1 0 0,0 0 1 0 0,8 1-1 0 0,-8-2-139 0 0,13 2-52 0 0,-15-2 220 0 0,0-1-1 0 0,0 1 1 0 0,0-1 0 0 0,0 0-1 0 0,0 1 1 0 0,0-1 0 0 0,0 0-1 0 0,0 0 1 0 0,0 0 0 0 0,0 0-1 0 0,0 0 1 0 0,3-1 0 0 0,12-2-58 0 0,0 1 1 0 0,0-2-1 0 0,-1 0 1 0 0,1-2-1 0 0,-1 1 1 0 0,18-10-1 0 0,-19 5-12 0 0,0 0 0 0 0,-1-1-1 0 0,0 0 1 0 0,-1-1 0 0 0,0-1 0 0 0,-1 0-1 0 0,-1-1 1 0 0,0 0 0 0 0,0-1 0 0 0,-2 0-1 0 0,0 0 1 0 0,0-1 0 0 0,-2-1 0 0 0,10-26-1 0 0,-16 38 236 0 0,0 1 16 0 0,1-15-14 0 0,-1 14 147 0 0,-8-5 106 0 0,7 10-371 0 0,0-1 0 0 0,0 1 0 0 0,0-1 0 0 0,0 1 0 0 0,-1-1 1 0 0,1 0-1 0 0,0 1 0 0 0,0-1 0 0 0,-1 1 0 0 0,1-1 1 0 0,0 1-1 0 0,-1-1 0 0 0,1 1 0 0 0,0-1 0 0 0,-1 1 0 0 0,1 0 1 0 0,-1-1-1 0 0,1 1 0 0 0,-1 0 0 0 0,1-1 0 0 0,-1 1 0 0 0,1 0 1 0 0,-1-1-1 0 0,1 1 0 0 0,-1 0 0 0 0,0 0 0 0 0,1 0 0 0 0,-1-1 1 0 0,1 1-1 0 0,-1 0 0 0 0,0 0 0 0 0,-18-3 286 0 0,14 2 165 0 0,0 3-281 0 0,-1 0-98 0 0,0 0 0 0 0,0 1 0 0 0,1-1 0 0 0,-1 2 1 0 0,-5 3-1 0 0,7-4 0 0 0,3 1-4 0 0,0-1-84 0 0,0 0 0 0 0,0 1 0 0 0,0-1 0 0 0,1 0 0 0 0,0 1 0 0 0,-1-1 0 0 0,1 1 0 0 0,0-1 0 0 0,1 1 1 0 0,-1-1-1 0 0,1 0 0 0 0,-1 1 0 0 0,1-1 0 0 0,0 1 0 0 0,0-1 0 0 0,2 4 0 0 0,3 4 30 0 0,1 0 1 0 0,0 0-1 0 0,10 12 0 0 0,5 7-11 0 0,-13-15-18 0 0,1 1 0 0 0,7 19 0 0 0,-16-30-27 0 0,-2 0-40 0 0,0 1-55 0 0,-1 0 1 0 0,0 0 0 0 0,0-1 0 0 0,0 1-1 0 0,-1-1 1 0 0,0 0 0 0 0,0 0 0 0 0,0 0-1 0 0,-1 0 1 0 0,0 0 0 0 0,0-1-1 0 0,0 0 1 0 0,0 1 0 0 0,-6 2 0 0 0,-3 4-1025 0 0,-1-2 0 0 0,0 1 0 0 0,-1-2 0 0 0,-18 9 0 0 0,7-7-2802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9:15.7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80 57 2668 0 0,'-2'-3'1478'0'0,"-45"-42"3848"0"0,44 43-3622 0 0,0-1-1400 0 0,3 3-266 0 0,-1 0-1 0 0,1-1 0 0 0,-1 1 0 0 0,1 0 1 0 0,-1-1-1 0 0,1 1 0 0 0,0 0 0 0 0,-1-1 1 0 0,1 1-1 0 0,-1 0 0 0 0,1 0 0 0 0,-1 0 1 0 0,1-1-1 0 0,-1 1 0 0 0,1 0 0 0 0,-1 0 1 0 0,0 0-1 0 0,1 0 0 0 0,-1 0 0 0 0,1 0 1 0 0,-1 0-1 0 0,1 0 0 0 0,-1 0 0 0 0,1 0 1 0 0,-1 0-1 0 0,1 1 0 0 0,-1-1 0 0 0,1 0 1 0 0,-1 0-1 0 0,0 1 0 0 0,-6 14 826 0 0,7-13-975 0 0,-2 4 471 0 0,2 1-27 0 0,4 64 492 0 0,57 342 920 0 0,0 1-873 0 0,6 165 243 0 0,44 345-449 0 0,123 697 363 0 0,87-146-1230 0 0,-279-1327-4635 0 0,-41-144 3532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9:17.7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16 894 2252 0 0,'0'0'4388'0'0,"-4"1"-4043"0"0,-8 5 1224 0 0,27-2-659 0 0,-14-4-1018 0 0,4 1 353 0 0,2-1-9 0 0,116 1 619 0 0,58-12-434 0 0,207-41 1 0 0,-189 22-247 0 0,139-20-94 0 0,172-23 171 0 0,-103 20-174 0 0,367-41-316 0 0,1305-185 480 0 0,-1289 136-79 0 0,-286 44 324 0 0,-448 87 260 0 0,-52 12-168 0 0,1-1-251 0 0,15-4-142 0 0,-15 4 733 0 0,-1 0-804 0 0,0 0-50 0 0,1 1-1 0 0,-1-1 0 0 0,0 1 1 0 0,1 0-1 0 0,-1 0 0 0 0,0 0 1 0 0,7 2-1 0 0,-7-1 214 0 0,-4 5-330 0 0,0 15 36 0 0,0-15 32 0 0,0-1 10 0 0,0 14-2 0 0,0-14 5 0 0,0 2-3 0 0,10 156 321 0 0,16 60 309 0 0,57 229-1 0 0,96 388 137 0 0,24 596-285 0 0,-74-422 364 0 0,-63-509 52 0 0,-34-244-791 0 0,50 292-927 0 0,-80-547 92 0 0,-2 0-273 0 0,4 17-342 0 0,-3-17-293 0 0,-13 10-6995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9:19.1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142 1214 3264 0 0,'-41'-4'3203'0'0,"-54"-13"0"0"0,90 15-1647 0 0,7-3-1326 0 0,7-17-9 0 0,-9 22-213 0 0,1-1 0 0 0,-1 1 0 0 0,0-1 1 0 0,0 1-1 0 0,0 0 0 0 0,0-1 0 0 0,1 1 0 0 0,-1-1 0 0 0,0 1 0 0 0,0 0 1 0 0,1-1-1 0 0,-1 1 0 0 0,0 0 0 0 0,1-1 0 0 0,-1 1 0 0 0,0 0 0 0 0,1 0 0 0 0,-1-1 1 0 0,1 1-1 0 0,-1 0 0 0 0,0 0 0 0 0,1 0 0 0 0,-1-1 0 0 0,1 1 0 0 0,56-21 311 0 0,-1 2 0 0 0,62-11 0 0 0,128-15-88 0 0,704-85 1234 0 0,-773 108-1191 0 0,1180-102 623 0 0,-1188 112-946 0 0,1240-147 75 0 0,-846 74 208 0 0,-339 57 81 0 0,-164 21-225 0 0,13-3-7 0 0,21 0-57 0 0,183-3 117 0 0,-141 9-27 0 0,-129 4-92 0 0,-1 0 10 0 0,117-6 1261 0 0,-118 5 568 0 0,-5 1-1858 0 0,0 0-1 0 0,0-1 0 0 0,0 1 0 0 0,0 0 0 0 0,0-1 0 0 0,0 1 0 0 0,0 0 0 0 0,0 0 0 0 0,0-1 0 0 0,1 1 0 0 0,-1 0 0 0 0,0-1 0 0 0,0 1 0 0 0,0 0 0 0 0,0-1 1 0 0,1 1-1 0 0,-1 0 0 0 0,0 0 0 0 0,0-1 0 0 0,0 1 0 0 0,1 0 0 0 0,-1 0 0 0 0,0 0 0 0 0,1-1 0 0 0,-1 1 0 0 0,0 0 0 0 0,0 0 0 0 0,1 0 0 0 0,-1 0 0 0 0,0 0 1 0 0,1-1-1 0 0,0 1 5 0 0,-1 0 1 0 0,1 0 0 0 0,-1 0-1 0 0,1-1 1 0 0,0 1 0 0 0,-1 0-1 0 0,1-1 1 0 0,-1 1-1 0 0,0 0 1 0 0,1-1 0 0 0,-1 1-1 0 0,1-1 1 0 0,-1 1 0 0 0,0-1-1 0 0,1 1 1 0 0,-1-1 0 0 0,0 1-1 0 0,1-1 1 0 0,-1 1 0 0 0,0-1-1 0 0,0 1 1 0 0,1-1 0 0 0,-1 1-1 0 0,0-1 1 0 0,0 0 0 0 0,0 1-1 0 0,0-1 1 0 0,0 1 0 0 0,0-1-1 0 0,0 0 1 0 0,2-26-318 0 0,-2 0 0 0 0,-5-54 0 0 0,2 65-478 0 0,0-1-1 0 0,-1 0 1 0 0,-1 1-1 0 0,-1 0 0 0 0,0 0 1 0 0,-1 1-1 0 0,-1 0 1 0 0,0 0-1 0 0,-18-25 0 0 0,-15-4-3463 0 0,-7-2-3004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9:21.0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232 125 3488 0 0,'8'-54'4773'0'0,"-7"49"-3972"0"0,-3-1-135 0 0,-18-40 1080 0 0,17 42-1413 0 0,-1 2-34 0 0,-1 0-155 0 0,0 1-1 0 0,-1-1 1 0 0,1 1 0 0 0,0 0 0 0 0,-1 1 0 0 0,1-1-1 0 0,0 1 1 0 0,-10 1 0 0 0,14-1-135 0 0,-1 0 0 0 0,1 0 0 0 0,0 0 1 0 0,-1 0-1 0 0,1 0 0 0 0,0 1 0 0 0,-1-1 0 0 0,1 0 0 0 0,0 1 1 0 0,-1-1-1 0 0,1 1 0 0 0,0 0 0 0 0,0-1 0 0 0,0 1 1 0 0,-1 0-1 0 0,1 0 0 0 0,0-1 0 0 0,-2 3 0 0 0,-10 9 76 0 0,-32 28 25 0 0,32-28-75 0 0,4 1-23 0 0,0 1 9 0 0,-28 64 67 0 0,36-73-85 0 0,1 2-20 0 0,-1 0-15 0 0,1 0 1 0 0,0 0-1 0 0,1 0 0 0 0,-1 0 0 0 0,1 0 1 0 0,1 0-1 0 0,-1 0 0 0 0,1 0 0 0 0,1 0 0 0 0,-1-1 1 0 0,1 1-1 0 0,0-1 0 0 0,1 0 0 0 0,-1 1 1 0 0,1-2-1 0 0,0 1 0 0 0,1 0 0 0 0,0-1 0 0 0,-1 0 1 0 0,12 9-1 0 0,30 27-232 0 0,-7-13 95 0 0,-29-21 96 0 0,-1 0 0 0 0,-1 0 1 0 0,1 0-1 0 0,-1 1 1 0 0,-1 0-1 0 0,1 1 1 0 0,-2 0-1 0 0,1 0 1 0 0,-1 1-1 0 0,8 15 0 0 0,-13-21 27 0 0,-3 56-105 0 0,1-55 163 0 0,-2 0 12 0 0,-7 14-4 0 0,7-15 7 0 0,0 0 5 0 0,-11 10 5 0 0,10-11 10 0 0,0 0 5 0 0,-15 7-21 0 0,14-8-24 0 0,0-1 31 0 0,-17 4-4 0 0,16-4-8 0 0,1-2 4 0 0,-17-1-6 0 0,16 1-28 0 0,0 0-26 0 0,-1-2-21 0 0,0 0-1 0 0,0 0 0 0 0,0 0 0 0 0,-8-6 0 0 0,11 7-10 0 0,1 0-1 0 0,0-1 0 0 0,0 1 1 0 0,1-1-1 0 0,-1 1 0 0 0,1-1 1 0 0,-1 0-1 0 0,1 0 0 0 0,0 0 0 0 0,0 0 1 0 0,0 0-1 0 0,0-1 0 0 0,1 1 1 0 0,-1-1-1 0 0,1 1 0 0 0,-1-5 1 0 0,1 3-29 0 0,0 0 1 0 0,0 0 0 0 0,1 0-1 0 0,-1-1 1 0 0,1 1-1 0 0,0 0 1 0 0,1 0 0 0 0,-1 0-1 0 0,1-1 1 0 0,0 1-1 0 0,1 0 1 0 0,-1 0 0 0 0,1 0-1 0 0,0 0 1 0 0,0 1 0 0 0,0-1-1 0 0,6-8 1 0 0,-7 12 85 0 0,0 0 0 0 0,0 0 0 0 0,0 0 0 0 0,0 0 0 0 0,0 0 0 0 0,0 0 0 0 0,0 0 0 0 0,0 0 0 0 0,0 0 0 0 0,1 0 0 0 0,-1 1 0 0 0,2-2 0 0 0,0 0-4 0 0,1-1-68 0 0,17-6-159 0 0,-17 10 331 0 0,14 3 47 0 0,-14-3 19 0 0,0 2-23 0 0,7 10-33 0 0,-1 0-1 0 0,0 0 1 0 0,12 21-1 0 0,7 10-380 0 0,-26-41 109 0 0,1 0 1 0 0,-1 0 0 0 0,0 0 0 0 0,1 0 0 0 0,-1 0 0 0 0,8 3-1 0 0,-7-3 2 0 0,-1-1-394 0 0,2 0-300 0 0,16 4-300 0 0,-16-4-926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9:21.3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20 2012 0 0,'0'0'3610'0'0,"-1"-5"-2814"0"0,-3-8 935 0 0,-1 11-595 0 0,-3 24-115 0 0,-3 51-231 0 0,10-27-434 0 0,0 1-102 0 0,1-26-194 0 0,-1-1-3 0 0,2-1 1 0 0,0 1 0 0 0,1-1 0 0 0,8 30-1 0 0,-10-46-60 0 0,13 32-329 0 0,-13-33 262 0 0,1 0-1 0 0,0 0 1 0 0,0 0 0 0 0,0 0 0 0 0,0-1-1 0 0,0 1 1 0 0,0 0 0 0 0,0-1-1 0 0,1 1 1 0 0,-1-1 0 0 0,1 1 0 0 0,-1-1-1 0 0,1 0 1 0 0,-1 0 0 0 0,1 1-1 0 0,0-1 1 0 0,-1 0 0 0 0,4 1 0 0 0,16 1-190 0 0,-15-2-254 0 0,-2-3-147 0 0,13-4-186 0 0,-12 4-167 0 0,-2-2-212 0 0,10-12-934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9:21.5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66 3212 0 0,'0'0'1182'0'0,"-5"0"-110"0"0,-15 1-198 0 0,15-1 2144 0 0,9-2-3016 0 0,27-12-1145 0 0,0 3-1 0 0,51-14 0 0 0,-36 12-1913 0 0,-41 11 225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9:22.6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1 303 1940 0 0,'24'-6'7576'0'0,"-25"9"-7358"0"0,-5 14 90 0 0,1 0 1 0 0,-3 20-1 0 0,7-33-267 0 0,1 2 10 0 0,0 14-9 0 0,0-15-37 0 0,1 1-60 0 0,3 16 68 0 0,-3-17 3 0 0,0 0-74 0 0,18 34-252 0 0,-17-35 243 0 0,16 10-61 0 0,1-7-4 0 0,-15-6-67 0 0,0-1 196 0 0,15-4 20 0 0,-15 4 14 0 0,1-2 5 0 0,4-3 4 0 0,-1 0 1 0 0,1 0-1 0 0,-1-1 1 0 0,0-1-1 0 0,-1 1 0 0 0,0-1 1 0 0,0 0-1 0 0,0-1 1 0 0,-1 1-1 0 0,0-1 0 0 0,0-1 1 0 0,6-11-1 0 0,-10 17 70 0 0,0-2 20 0 0,6-12 41 0 0,-6 13 85 0 0,9-16 834 0 0,-10 16-924 0 0,5-6-200 0 0,-3 33 730 0 0,-3-17-646 0 0,0 0-38 0 0,0 16-58 0 0,0-16-67 0 0,1-1-39 0 0,12 40-890 0 0,-11-41 684 0 0,1 0-45 0 0,33 26-1679 0 0,-32-28 1450 0 0,2-1 16 0 0,1 0 477 0 0,1-1-1 0 0,0 1 0 0 0,-1-1 0 0 0,1-1 1 0 0,-1 0-1 0 0,1 0 0 0 0,-1 0 0 0 0,1-1 1 0 0,-1 0-1 0 0,0 0 0 0 0,0-1 0 0 0,0 0 1 0 0,0 0-1 0 0,0-1 0 0 0,-1 0 0 0 0,0 0 1 0 0,1 0-1 0 0,-1-1 0 0 0,-1 0 0 0 0,1 0 1 0 0,-1-1-1 0 0,7-9 0 0 0,29-43 1969 0 0,-39 55-1360 0 0,-1-1 45 0 0,5-13-48 0 0,-5 13 621 0 0,0-1-798 0 0,0-14-23 0 0,-1 14 374 0 0,-3 3-442 0 0,-10-7-7 0 0,10 7 203 0 0,-1 3-204 0 0,-4 3-103 0 0,0 0-1 0 0,1 0 0 0 0,0 0 0 0 0,0 1 1 0 0,0 0-1 0 0,1 0 0 0 0,0 1 0 0 0,0 0 1 0 0,0 0-1 0 0,1 0 0 0 0,-1 1 1 0 0,-3 7-1 0 0,7-11-49 0 0,-1 2-4 0 0,-6 13-22 0 0,7-13-42 0 0,0-1-175 0 0,-2 15 43 0 0,3-14-36 0 0,1-5-215 0 0,0 0 405 0 0,1 0 1 0 0,-1 0-1 0 0,0 0 0 0 0,0 1 1 0 0,0-1-1 0 0,1 0 1 0 0,-1 0-1 0 0,0 0 1 0 0,0 0-1 0 0,0 1 0 0 0,1-1 1 0 0,-1 0-1 0 0,0 0 1 0 0,0 1-1 0 0,0-1 0 0 0,0 0 1 0 0,0 0-1 0 0,0 1 1 0 0,0-1-1 0 0,0 0 0 0 0,0 0 1 0 0,1 1-1 0 0,-1-1 1 0 0,0 0-1 0 0,0 0 1 0 0,0 1-1 0 0,0-1 0 0 0,-1 0 1 0 0,1 0-1 0 0,0 1 1 0 0,0 0-34 0 0,0-1 0 0 0,0 1-1 0 0,0-1 1 0 0,0 1 0 0 0,0-1 0 0 0,0 1 0 0 0,0-1 0 0 0,0 1 0 0 0,0-1 0 0 0,0 0 0 0 0,0 1 0 0 0,1-1 0 0 0,-1 1 0 0 0,0-1 0 0 0,0 1 0 0 0,0-1 0 0 0,1 1 0 0 0,-1-1 0 0 0,0 0 0 0 0,1 1 0 0 0,-1-1 0 0 0,0 1 0 0 0,1-1 0 0 0,-1 0 0 0 0,0 1 0 0 0,1-1 0 0 0,-1 0 0 0 0,1 0 0 0 0,-1 1 0 0 0,0-1 0 0 0,1 0-1 0 0,-1 0 1 0 0,1 0 0 0 0,-1 0 0 0 0,1 1 0 0 0,-1-1 0 0 0,1 0 0 0 0,-1 0 0 0 0,1 0 0 0 0,5 1-9 0 0,17-2-172 0 0,-19-2 198 0 0,0 0-1 0 0,-1 1 0 0 0,0-2 1 0 0,1 1-1 0 0,-1 0 1 0 0,5-7-1 0 0,-4 5 26 0 0,0-1 24 0 0,0 0 1 0 0,-1 0-1 0 0,1 0 1 0 0,-1 0 0 0 0,0-1-1 0 0,3-11 1 0 0,-4 12-18 0 0,7-21 140 0 0,-1 0-1 0 0,-1 0 0 0 0,-2-1 1 0 0,4-54-1 0 0,-4-19 706 0 0,-5 96-676 0 0,0-1-20 0 0,0-17 10 0 0,0 17 300 0 0,0 2-342 0 0,-1-15-6 0 0,0 15 316 0 0,-1 8-209 0 0,-3 8-56 0 0,0 0 0 0 0,1 1 0 0 0,0-1 0 0 0,1 1 0 0 0,0 0 1 0 0,-1 15-1 0 0,1 76 76 0 0,3-78-166 0 0,1-10-50 0 0,5 38-18 0 0,-5-44-16 0 0,5 14-88 0 0,-5-18 42 0 0,11 43-508 0 0,-10-45 380 0 0,-1 0-1 0 0,1 0 1 0 0,0-1-1 0 0,0 1 1 0 0,0-1 0 0 0,0 1-1 0 0,1-1 1 0 0,0 0 0 0 0,-1 0-1 0 0,1 0 1 0 0,0 0-1 0 0,1 0 1 0 0,2 2 0 0 0,7 3-453 0 0,-10-7-141 0 0,3 1-87 0 0,2-1-161 0 0,1 0 1 0 0,-1 0 0 0 0,1-1-1 0 0,10 0 1 0 0,-13-1-2325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9:23.8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72 395 2060 0 0,'0'0'6621'0'0,"-4"2"-6395"0"0,-16 8 513 0 0,19-6-723 0 0,-2 18-348 0 0,9-22 278 0 0,21-2-140 0 0,-24 0 292 0 0,20-31 119 0 0,-21 29-186 0 0,0-1-16 0 0,10-48-104 0 0,-12 47 67 0 0,1 3 28 0 0,-1 0 1 0 0,0 0 0 0 0,0 0-1 0 0,0 0 1 0 0,0 0 0 0 0,0 0-1 0 0,-1 0 1 0 0,0 0 0 0 0,1 0-1 0 0,-1 0 1 0 0,-3-6 0 0 0,0-6 363 0 0,0 14-158 0 0,-12-3-14 0 0,11 2 6 0 0,1 5-6 0 0,-1 1-102 0 0,-1 0 0 0 0,0 1 0 0 0,1 0 0 0 0,0 0 0 0 0,0 0 0 0 0,1 0 0 0 0,-1 1 0 0 0,1 0 0 0 0,-6 11 0 0 0,-8 26 26 0 0,17-39-120 0 0,0 1-13 0 0,-2 16-116 0 0,2-16-92 0 0,2-1-22 0 0,0 1 68 0 0,1 0 0 0 0,0 0-1 0 0,0 0 1 0 0,0-1 0 0 0,0 1-1 0 0,5 6 1 0 0,-4-8-164 0 0,-1-2 291 0 0,0-1 1 0 0,-1 0-1 0 0,1 1 0 0 0,-1 0 0 0 0,1-1 1 0 0,-1 1-1 0 0,1 0 0 0 0,-1 0 0 0 0,0 0 0 0 0,1 0 1 0 0,-1 0-1 0 0,2 2 0 0 0,0-1-46 0 0,1 1-223 0 0,2-2 10 0 0,55 1-643 0 0,-54-2 798 0 0,-3-3 46 0 0,2 0 113 0 0,-1 0 0 0 0,1-1 0 0 0,-1 0 0 0 0,0 0-1 0 0,0 0 1 0 0,0-1 0 0 0,-1 0 0 0 0,0 0 0 0 0,0 0 0 0 0,5-8-1 0 0,-1-1 160 0 0,-1 0 1 0 0,-1-1-1 0 0,10-29 0 0 0,-6 3 683 0 0,-9 37-92 0 0,0-1-553 0 0,3-13-49 0 0,-2 13 745 0 0,-2 6-901 0 0,0-1 0 0 0,1 1 0 0 0,-1-1 0 0 0,0 1 0 0 0,1-1 0 0 0,-1 1 0 0 0,0-1 0 0 0,0 1 0 0 0,0-1 0 0 0,1 1 0 0 0,-1 0 1 0 0,0-1-1 0 0,0 1 0 0 0,0-1 0 0 0,0 1 0 0 0,0 0 0 0 0,0-1 0 0 0,0 1 0 0 0,0-1 0 0 0,0 1 0 0 0,0-1 0 0 0,-1 1 0 0 0,1 0 0 0 0,0-1 1 0 0,-1 2-1 0 0,1-2-1 0 0,0 1 1 0 0,0-1-1 0 0,-1 1 1 0 0,1 0-1 0 0,0-1 1 0 0,0 1-1 0 0,0-1 1 0 0,0 1-1 0 0,0-1 1 0 0,0 1-1 0 0,0 0 0 0 0,0-1 1 0 0,0 1-1 0 0,0-1 1 0 0,0 1-1 0 0,0 0 1 0 0,0-1-1 0 0,0 1 1 0 0,1-1-1 0 0,-1 1 1 0 0,0-1-1 0 0,0 1 1 0 0,1-1-1 0 0,-1 1 1 0 0,1 0-1 0 0,0 1 2 0 0,-1-1-1 0 0,1 0 0 0 0,-1 1 1 0 0,0-1-1 0 0,1 0 0 0 0,-1 1 1 0 0,0-1-1 0 0,0 0 0 0 0,0 1 1 0 0,0-1-1 0 0,0 1 0 0 0,0-1 1 0 0,-1 2-1 0 0,1 4-3 0 0,3 20-45 0 0,-3-21 60 0 0,1-1-16 0 0,4 14-94 0 0,-4-14 90 0 0,0 0-10 0 0,4 12 3 0 0,-4-12 7 0 0,6 1-9 0 0,-7-6 23 0 0,0 1 1 0 0,0-1 0 0 0,1 1 0 0 0,-1-1-1 0 0,0 0 1 0 0,0 1 0 0 0,0-1 0 0 0,1 0-1 0 0,-1 1 1 0 0,0-1 0 0 0,0 0-1 0 0,1 1 1 0 0,-1-1 0 0 0,0 0 0 0 0,1 1-1 0 0,-1-1 1 0 0,0 0 0 0 0,1 0 0 0 0,-1 1-1 0 0,0-1 1 0 0,1 0 0 0 0,-1 0 0 0 0,1 0-1 0 0,-1 0 1 0 0,0 1 0 0 0,1-1 0 0 0,-1 0-1 0 0,1 0 1 0 0,-1 0 0 0 0,1 0-1 0 0,-1 0 1 0 0,0 0 0 0 0,1 0 0 0 0,-1 0-1 0 0,1 0 1 0 0,-1-1 0 0 0,1 1 0 0 0,17-4 84 0 0,-14 3 5 0 0,-1-2-6 0 0,4-3-18 0 0,-1-1-1 0 0,0 0 1 0 0,0 0-1 0 0,0 0 0 0 0,-1-1 1 0 0,7-12-1 0 0,1-3 19 0 0,-11 19-53 0 0,0 3-38 0 0,-1 0 0 0 0,0-1 0 0 0,0 1 0 0 0,0 0 1 0 0,0 0-1 0 0,0-1 0 0 0,0 1 0 0 0,0-1 0 0 0,-1 1 1 0 0,2-4-1 0 0,0 2 180 0 0,1 4-182 0 0,0 1-1 0 0,0 0 1 0 0,0 0-1 0 0,0 0 1 0 0,-1 0-1 0 0,1 0 1 0 0,-1 1-1 0 0,1-1 1 0 0,-1 1-1 0 0,0 0 1 0 0,3 4-1 0 0,-5-6 8 0 0,3 3-10 0 0,-2-4-6 0 0,1 1-1 0 0,-1-1 0 0 0,1 1 0 0 0,-1 0 0 0 0,0 0 0 0 0,1-1 0 0 0,-1 1 0 0 0,0 0 0 0 0,0 0 1 0 0,0 0-1 0 0,0 0 0 0 0,0 1 0 0 0,0-1 0 0 0,0 0 0 0 0,1 2 0 0 0,-1-1-19 0 0,-1-1 1 0 0,1 0-1 0 0,0 0 0 0 0,0 0 0 0 0,0 0 1 0 0,0 0-1 0 0,0 0 0 0 0,0 0 0 0 0,0 0 1 0 0,0-1-1 0 0,0 1 0 0 0,0 0 1 0 0,0-1-1 0 0,3 2 0 0 0,8 3-218 0 0,-11-4 229 0 0,-1-1 1 0 0,1 1 0 0 0,0-1 0 0 0,0 1 0 0 0,0-1 0 0 0,0 1-1 0 0,0-1 1 0 0,0 0 0 0 0,0 1 0 0 0,0-1 0 0 0,0 0 0 0 0,0 0-1 0 0,0 0 1 0 0,0 0 0 0 0,0 0 0 0 0,0 0 0 0 0,0 0-1 0 0,0 0 1 0 0,0 0 0 0 0,2-1 0 0 0,21-1-42 0 0,-18 1 23 0 0,12-9 0 0 0,-13 5 64 0 0,-1 0 1 0 0,0 1 0 0 0,1-2 0 0 0,-1 1-1 0 0,-1 0 1 0 0,1-1 0 0 0,-1 1 0 0 0,0-1-1 0 0,0 0 1 0 0,-1 0 0 0 0,0 0-1 0 0,0-1 1 0 0,2-9 0 0 0,-2 7 27 0 0,3-6 5 0 0,-1-5-94 0 0,-4 6 167 0 0,0-47 558 0 0,-10-37 1121 0 0,10 93-1498 0 0,-2-1-16 0 0,1 0-266 0 0,-7-30 915 0 0,6 32-704 0 0,1 6-77 0 0,1 26-221 0 0,4 40 112 0 0,6 29-31 0 0,-4-36-128 0 0,-5-54 65 0 0,0 7-359 0 0,0-1-1 0 0,1 1 0 0 0,1-1 0 0 0,0 1 0 0 0,1-1 0 0 0,1 0 0 0 0,0 0 0 0 0,9 16 0 0 0,-12-26-382 0 0,-2-3 730 0 0,1 0-1 0 0,-1 0 1 0 0,1 0 0 0 0,0 0 0 0 0,-1 0 0 0 0,1 1 0 0 0,-1-1 0 0 0,1 0 0 0 0,-1 0 0 0 0,1 1 0 0 0,-1-1 0 0 0,1 0-1 0 0,-1 1 1 0 0,1-1 0 0 0,-1 0 0 0 0,1 1 0 0 0,-1-1 0 0 0,1 1 0 0 0,-1-1 0 0 0,0 1 0 0 0,1-1 0 0 0,-1 1 0 0 0,0-1-1 0 0,0 1 1 0 0,1 0 0 0 0,5 6-1301 0 0,0-5-2507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9:24.2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39 159 1912 0 0,'-4'-1'1160'0'0,"-28"-21"1657"0"0,30 19-2695 0 0,2 3-117 0 0,1 0 0 0 0,-1 0 0 0 0,1 0 0 0 0,-1 0 0 0 0,1 0 0 0 0,-1 0 1 0 0,1 0-1 0 0,-1 0 0 0 0,1-1 0 0 0,-1 1 0 0 0,0 0 0 0 0,1 0 1 0 0,-1 0-1 0 0,1-1 0 0 0,-1 1 0 0 0,1 0 0 0 0,-1-1 0 0 0,0 1 1 0 0,1 0-1 0 0,-1-1 0 0 0,0 1 0 0 0,1 0 0 0 0,-1-1 0 0 0,0 1 0 0 0,1-1 1 0 0,-1 0-1 0 0,1 0 0 0 0,0 0 0 0 0,0 0 0 0 0,-1 0 0 0 0,1 0 0 0 0,0 1 0 0 0,0-1 0 0 0,0 0 0 0 0,0 1 0 0 0,0-1 0 0 0,0 0 0 0 0,0 1 0 0 0,0-1 0 0 0,3 0 0 0 0,104-30 808 0 0,40-16 1026 0 0,-124 37-1281 0 0,-21 8-260 0 0,2 0 86 0 0,-5 1-378 0 0,5-2 333 0 0,0 0 0 0 0,0 0 1 0 0,1 0-1 0 0,-1 0 0 0 0,0 1 1 0 0,7-2-1 0 0,-11 4-332 0 0,0 0 0 0 0,0 0 0 0 0,-1 1 0 0 0,1-1 0 0 0,0 0 0 0 0,0 1 0 0 0,0-1 0 0 0,0 1 0 0 0,0-1 0 0 0,0 1 0 0 0,-1 0 0 0 0,1-1 0 0 0,0 1 0 0 0,0 0 0 0 0,-1-1 0 0 0,1 1 0 0 0,0 0 0 0 0,-1 0 0 0 0,1 0 0 0 0,-1 0 0 0 0,1-1 0 0 0,-1 1 0 0 0,1 1 0 0 0,11 32 60 0 0,-2-7-58 0 0,24 32-86 0 0,26 47 23 0 0,-58-102 195 0 0,4 16-141 0 0,-4-15-3 0 0,0-1 2 0 0,-3 2-1 0 0,-5 20-69 0 0,2-23 30 0 0,-3 1-136 0 0,-1 0 0 0 0,1-1-1 0 0,-1 0 1 0 0,0 0 0 0 0,0 0 0 0 0,0-1-1 0 0,0 0 1 0 0,-1-1 0 0 0,1 0 0 0 0,0 0-1 0 0,-9-1 1 0 0,-14 0-3046 0 0,-50-6-1 0 0,73 4-791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9:26.5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1236 200 2480 0 0,'-69'-23'3317'0'0,"57"19"-2883"0"0,-1 1 1 0 0,1 0-1 0 0,-1 1 0 0 0,-21-1 0 0 0,24 3-333 0 0,-24-2 244 0 0,-1 2 0 0 0,1 2-1 0 0,-1 1 1 0 0,1 1 0 0 0,0 2-1 0 0,0 1 1 0 0,1 2-1 0 0,-37 15 1 0 0,47-15-218 0 0,0 0 0 0 0,1 1 0 0 0,-37 24-1 0 0,47-26-119 0 0,1 0 0 0 0,0 1 0 0 0,0 0 0 0 0,1 1 0 0 0,1 0 0 0 0,-1 1 0 0 0,-12 19 0 0 0,20-27-60 0 0,0 2-9 0 0,-8 15-7 0 0,8-15 9 0 0,0-1 16 0 0,0 2-2 0 0,0-1 0 0 0,0 1-1 0 0,-1 0 1 0 0,0-1 0 0 0,0 1-1 0 0,-1-1 1 0 0,0 0 0 0 0,-4 5-1 0 0,1-4 73 0 0,0 0 0 0 0,-1-1 0 0 0,0 0 0 0 0,0 0 0 0 0,-17 7 0 0 0,-33 13 228 0 0,29-15-143 0 0,0 2-1 0 0,1 1 1 0 0,1 1 0 0 0,0 1-1 0 0,1 2 1 0 0,1 1 0 0 0,0 0-1 0 0,-25 26 1 0 0,38-32-29 0 0,10-10-73 0 0,0 1 1 0 0,0-1 0 0 0,0 0-1 0 0,0 1 1 0 0,1-1 0 0 0,-1 1 0 0 0,1-1-1 0 0,0 1 1 0 0,-2 3 0 0 0,-14 29 92 0 0,2 7-97 0 0,14-33-5 0 0,1-2-1 0 0,-1 5-5 0 0,0 0 1 0 0,1 0-1 0 0,0 0 1 0 0,0 0-1 0 0,2 0 0 0 0,-1-1 1 0 0,1 1-1 0 0,1 0 1 0 0,0-1-1 0 0,1 1 1 0 0,5 11-1 0 0,-7-20-26 0 0,-1 2-14 0 0,5 15 6 0 0,-4-15-1 0 0,-2-5 40 0 0,0 1-1 0 0,1-1 1 0 0,-1 0 0 0 0,0 1-1 0 0,1-1 1 0 0,-1 0 0 0 0,0 1 0 0 0,1-1-1 0 0,-1 0 1 0 0,0 1 0 0 0,0-1-1 0 0,0 1 1 0 0,1-1 0 0 0,-1 1 0 0 0,0-1-1 0 0,0 1 1 0 0,0-1 0 0 0,0 1-1 0 0,0-1 1 0 0,0 0 0 0 0,0 1-1 0 0,0-1 1 0 0,0 1 0 0 0,0-1 0 0 0,0 1-1 0 0,0 0 1 0 0,3 11 16 0 0,-2-7-24 0 0,2 44 38 0 0,-4-44 19 0 0,0 0 22 0 0,-5 14-7 0 0,4-15-4 0 0,1 2 10 0 0,1-6-69 0 0,-13 38 345 0 0,-10 59 0 0 0,21-85-296 0 0,0 0 0 0 0,2 0 0 0 0,-1-1 0 0 0,1 1 0 0 0,1 0 0 0 0,0 0 0 0 0,0 0 0 0 0,2 0 0 0 0,5 20 0 0 0,-6-26-59 0 0,1-1 1 0 0,-1 0-1 0 0,1 1 0 0 0,0-1 0 0 0,0 0 0 0 0,1-1 0 0 0,-1 1 0 0 0,1-1 1 0 0,0 1-1 0 0,0-1 0 0 0,1 0 0 0 0,-1-1 0 0 0,1 1 0 0 0,0-1 0 0 0,0 0 1 0 0,0 0-1 0 0,0 0 0 0 0,0-1 0 0 0,1 1 0 0 0,-1-1 0 0 0,7 1 0 0 0,7 1-70 0 0,2-1-1 0 0,-1-1 0 0 0,0-1 1 0 0,33-2-1 0 0,-14 0 69 0 0,37-1 1 0 0,13 5-48 0 0,-84-2 51 0 0,1-1 4 0 0,219 42-182 0 0,-175-36-13 0 0,6 0-81 0 0,0-5 34 0 0,-12-1 218 0 0,0-2-1 0 0,0-2 0 0 0,0-2 1 0 0,0-2-1 0 0,-1-2 0 0 0,0-2 1 0 0,61-25-1 0 0,-92 31 35 0 0,1-1 27 0 0,0 1 0 0 0,1 1 0 0 0,19-6 0 0 0,18 3 40 0 0,-46 7-89 0 0,0 2 14 0 0,6 2 20 0 0,0-1 0 0 0,0 1 1 0 0,0 1-1 0 0,10 5 0 0 0,-7-3-41 0 0,-1-1 0 0 0,2 0 0 0 0,-1-1 0 0 0,21 3 0 0 0,40 5-249 0 0,-52-8 106 0 0,1-2 0 0 0,23 0 0 0 0,-37-2 139 0 0,21 0-95 0 0,0-1 0 0 0,0-1 0 0 0,0-1 0 0 0,-1-2 0 0 0,56-17 0 0 0,-14-4 144 0 0,75-39 1 0 0,-135 59-5 0 0,31-10 42 0 0,-38 15-21 0 0,0 0 5 0 0,16-4-5 0 0,-16 4 31 0 0,1 2-57 0 0,45 7 23 0 0,-47-7 3 0 0,1 1-8 0 0,20 3-223 0 0,1-1 0 0 0,0 0 0 0 0,0-2 1 0 0,0-1-1 0 0,0-1 0 0 0,0-1 0 0 0,41-8 0 0 0,-53 8 229 0 0,-1-2-1 0 0,1 1 0 0 0,-1-2 1 0 0,1 0-1 0 0,-1 0 1 0 0,0-1-1 0 0,-1-1 1 0 0,1 0-1 0 0,-1-1 0 0 0,0 0 1 0 0,-1-1-1 0 0,0 0 1 0 0,0-1-1 0 0,-1 0 1 0 0,0-1-1 0 0,0 0 0 0 0,-1 0 1 0 0,8-13-1 0 0,17-34 271 0 0,-12-2 378 0 0,-20 54-409 0 0,1-7 101 0 0,-2 11-325 0 0,0-1 1 0 0,-1 1-1 0 0,1 0 1 0 0,0 0-1 0 0,-1 0 1 0 0,0 0-1 0 0,1-1 1 0 0,-1 1-1 0 0,0 0 1 0 0,1 0-1 0 0,-1-1 1 0 0,0 1-1 0 0,0 0 1 0 0,0-3 0 0 0,1-16 51 0 0,-1 15 173 0 0,-1 0-265 0 0,-4-11-43 0 0,4 12-51 0 0,3 0-477 0 0,2-4 481 0 0,0 0-1 0 0,0 0 0 0 0,1 1 1 0 0,7-10-1 0 0,-4 8 217 0 0,-1-1 0 0 0,-1-1 0 0 0,1 1 1 0 0,-2-1-1 0 0,7-17 0 0 0,7-37 251 0 0,-16 49-274 0 0,-1 0 1 0 0,0 0 0 0 0,-1-21 0 0 0,-1 33-108 0 0,0-10 12 0 0,-1 0 0 0 0,-1 0 0 0 0,0 0 0 0 0,-1 1 0 0 0,0-1 0 0 0,-1 1 0 0 0,0 0 0 0 0,-1 0 0 0 0,-1 0 0 0 0,0 1 0 0 0,-1 0 0 0 0,0 0 0 0 0,-1 0 0 0 0,0 1 0 0 0,-1 0 0 0 0,0 1 1 0 0,-1 0-1 0 0,-15-13 0 0 0,5 8-8 0 0,0 1 1 0 0,-1 0-1 0 0,0 2 1 0 0,-1 0 0 0 0,-1 1-1 0 0,1 2 1 0 0,-2 0-1 0 0,-45-10 1 0 0,60 17-12 0 0,-18-2 3 0 0,2 3-34 0 0,-76 4 4 0 0,95-2-12 0 0,1 0-53 0 0,-5 0 60 0 0,0 0 1 0 0,0-1-1 0 0,0 0 0 0 0,0-1 1 0 0,-18-3-1 0 0,24 3 41 0 0,-5-19 132 0 0,5 12-133 0 0,0 1 1 0 0,0-1 1 0 0,-1 1 0 0 0,0 0 0 0 0,0 0-1 0 0,-1 0 1 0 0,0 1 0 0 0,0-1 0 0 0,0 1-1 0 0,-1 1 1 0 0,0 0 0 0 0,0 0-1 0 0,-9-5 1 0 0,2 4-40 0 0,0 0 0 0 0,0 1 0 0 0,0 1 0 0 0,-25-4 0 0 0,32 6 38 0 0,-29-5-153 0 0,-1 2 1 0 0,-1 1 0 0 0,1 2-1 0 0,-48 4 1 0 0,-2 5-551 0 0,83-6 543 0 0,-1-1 25 0 0,-15 2 26 0 0,15-1-17 0 0,0-1-111 0 0,-15 1 183 0 0,15 0 40 0 0,2-3-10 0 0,-8-8 60 0 0,0 0-1 0 0,1 0 1 0 0,0-1 0 0 0,-9-13 0 0 0,-8-8 25 0 0,12 20-60 0 0,-1 0 1 0 0,0 0-1 0 0,0 1 0 0 0,-1 2 1 0 0,0-1-1 0 0,-1 2 1 0 0,0 0-1 0 0,-1 1 0 0 0,1 1 1 0 0,-39-7-1 0 0,33 9-167 0 0,-1 1 0 0 0,0 1-1 0 0,0 1 1 0 0,0 2 0 0 0,0 0-1 0 0,0 1 1 0 0,0 2 0 0 0,-26 7-1 0 0,29-5-810 0 0,0 2 0 0 0,0 0 0 0 0,1 2 0 0 0,0 0 0 0 0,0 1 0 0 0,-21 16 0 0 0,8-3-3114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9:54.3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560 122 3300 0 0,'-4'-10'901'0'0,"-1"0"1"0"0,1 0-1 0 0,-1 1 0 0 0,-1 0 0 0 0,-12-16 0 0 0,14 20-696 0 0,0 1 0 0 0,0 0 0 0 0,-1 0 0 0 0,1 0 0 0 0,-1 1 0 0 0,0-1 0 0 0,0 1 0 0 0,0 0 0 0 0,0 1 0 0 0,-1-1 0 0 0,1 1 0 0 0,-1 0-1 0 0,-6-1 1 0 0,-1 2-30 0 0,0 0 0 0 0,-1 1 0 0 0,1 0-1 0 0,0 1 1 0 0,0 0 0 0 0,0 2 0 0 0,1-1 0 0 0,-1 1-1 0 0,0 1 1 0 0,1 0 0 0 0,0 1 0 0 0,0 1-1 0 0,0-1 1 0 0,-20 15 0 0 0,14-8-69 0 0,1 1-1 0 0,0 0 1 0 0,0 2 0 0 0,1 0 0 0 0,-17 22-1 0 0,23-25-85 0 0,2 1-1 0 0,-1 0 1 0 0,2 0-1 0 0,0 1 1 0 0,0 0-1 0 0,2 0 1 0 0,-1 0 0 0 0,-2 16-1 0 0,6-18-65 0 0,3 17 44 0 0,3 4 7 0 0,-1-26-27 0 0,-1 1 0 0 0,1 0-1 0 0,0 0 1 0 0,1-1 0 0 0,0 0 0 0 0,0 1-1 0 0,0-1 1 0 0,1-1 0 0 0,0 1-1 0 0,1-1 1 0 0,-1 0 0 0 0,1 0-1 0 0,0-1 1 0 0,1 1 0 0 0,0-1 0 0 0,-1-1-1 0 0,1 1 1 0 0,1-1 0 0 0,10 5-1 0 0,-13-8-22 0 0,0 1 26 0 0,19 5-7 0 0,-19-6-2 0 0,2 0 7 0 0,17 4-15 0 0,-18-4 5 0 0,0 0 7 0 0,16 2 10 0 0,-17-2-7 0 0,0 0-6 0 0,15 2-25 0 0,-15-2 6 0 0,18 8 19 0 0,-20-5 7 0 0,11 10 24 0 0,-10-10 35 0 0,-2 1-18 0 0,6 14-31 0 0,-6-14 3 0 0,-2 1-1 0 0,1 17-12 0 0,0-18 9 0 0,-3 1-7 0 0,1 3 15 0 0,-1-1 0 0 0,-1 0-1 0 0,0 0 1 0 0,0 0 0 0 0,0 0 0 0 0,-1 0 0 0 0,0-1-1 0 0,-1 0 1 0 0,-6 9 0 0 0,9-13 7 0 0,-6 6-21 0 0,-1 0 0 0 0,0-1-1 0 0,0 0 1 0 0,-13 9-1 0 0,3-6-16 0 0,0-2 0 0 0,-1 0 0 0 0,-27 9 0 0 0,42-17 24 0 0,-1-1-25 0 0,0 1 4 0 0,1-1 0 0 0,0 0-1 0 0,0 0 1 0 0,0 0 0 0 0,-1-1 0 0 0,1 0 0 0 0,0 0 0 0 0,0 0 0 0 0,0-1-1 0 0,0 1 1 0 0,0-1 0 0 0,0 0 0 0 0,1-1 0 0 0,-1 1 0 0 0,1-1 0 0 0,-1 0-1 0 0,1 0 1 0 0,0 0 0 0 0,0-1 0 0 0,-6-6 0 0 0,6 4 10 0 0,0 1 0 0 0,0-1 1 0 0,0 0-1 0 0,1 0 0 0 0,0-1 0 0 0,0 1 0 0 0,0 0 1 0 0,1-1-1 0 0,0 0 0 0 0,1 0 0 0 0,-1 1 1 0 0,1-1-1 0 0,0 0 0 0 0,1 0 0 0 0,0 0 0 0 0,0 0 1 0 0,0 0-1 0 0,3-10 0 0 0,-3 12-26 0 0,2 1-113 0 0,5-11 144 0 0,-5 11 74 0 0,7-1-16 0 0,-9 5-40 0 0,1 0-1 0 0,-1-1 1 0 0,0 1 0 0 0,1-1-1 0 0,-1 1 1 0 0,1 0-1 0 0,-1 0 1 0 0,0-1-1 0 0,1 1 1 0 0,-1 0-1 0 0,1-1 1 0 0,-1 1-1 0 0,1 0 1 0 0,-1 0 0 0 0,1 0-1 0 0,-1 0 1 0 0,1 0-1 0 0,-1-1 1 0 0,1 1-1 0 0,0 0 1 0 0,-1 0-1 0 0,1 0 1 0 0,-1 0-1 0 0,1 1 1 0 0,-1-1 0 0 0,1 0-1 0 0,-1 0 1 0 0,1 0-1 0 0,-1 0 1 0 0,1 0-1 0 0,0 1 1 0 0,5 2-2 0 0,1 0-1 0 0,-1 1 1 0 0,0-1 0 0 0,0 1 0 0 0,0 1 0 0 0,0-1 0 0 0,-1 1-1 0 0,8 8 1 0 0,42 54-189 0 0,-42-49-139 0 0,1 0-1 0 0,0-2 0 0 0,24 22 0 0 0,24 2-1635 0 0,-58-39 1297 0 0,2 0-175 0 0,19 2-184 0 0,-19-2-145 0 0,0-2-847 0 0,26-6-1402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9:54.9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163 68 2692 0 0,'1'-5'1376'0'0,"4"-12"-176"0"0,-4 13 1372 0 0,-2-1-1947 0 0,-4-20 1158 0 0,5 24-1749 0 0,0 1 0 0 0,0-1 0 0 0,-1 0 0 0 0,1 1 1 0 0,-1-1-1 0 0,1 0 0 0 0,-1 1 0 0 0,1-1 0 0 0,-1 1 0 0 0,1-1 1 0 0,-1 1-1 0 0,1-1 0 0 0,-1 1 0 0 0,0-1 0 0 0,1 1 1 0 0,-1 0-1 0 0,0-1 0 0 0,1 1 0 0 0,-1 0 0 0 0,0-1 0 0 0,0 1 1 0 0,1 0-1 0 0,-1 0 0 0 0,0 0 0 0 0,0 0 0 0 0,1 0 1 0 0,-1 0-1 0 0,0 0 0 0 0,0 0 0 0 0,0 0 0 0 0,1 0 0 0 0,-1 0 1 0 0,-1 1-1 0 0,-18 1 307 0 0,14 1-288 0 0,0-1 0 0 0,1 1 0 0 0,-1 1-1 0 0,1-1 1 0 0,-1 1 0 0 0,1-1 0 0 0,0 1 0 0 0,0 1 0 0 0,1-1-1 0 0,-1 1 1 0 0,1 0 0 0 0,-4 6 0 0 0,3-5-26 0 0,0 1-29 0 0,-1 0 0 0 0,2 0 1 0 0,-1 0-1 0 0,1 1 0 0 0,0 0 0 0 0,1 0 0 0 0,0 0 0 0 0,0 0 0 0 0,0 0 0 0 0,1 1 1 0 0,1-1-1 0 0,-1 1 0 0 0,1-1 0 0 0,1 16 0 0 0,-1-19-67 0 0,2 0-12 0 0,3 15-10 0 0,-3-15-10 0 0,0-2-6 0 0,2 2 50 0 0,-1-1 0 0 0,1 0 1 0 0,0-1-1 0 0,0 1 0 0 0,0 0 1 0 0,5 4-1 0 0,-5-6 10 0 0,4-3-78 0 0,18-2 93 0 0,-24 3 31 0 0,1 0 0 0 0,-1 0 0 0 0,0-1 0 0 0,0 1 0 0 0,0 0 0 0 0,0-1 0 0 0,0 1 0 0 0,0 0 0 0 0,0-1 1 0 0,0 1-1 0 0,0-1 0 0 0,0 0 0 0 0,0 1 0 0 0,0-1 0 0 0,0 0 0 0 0,0 0 0 0 0,0 0 0 0 0,-1 1 0 0 0,1-1 0 0 0,0 0 0 0 0,-1 0 0 0 0,2-2 0 0 0,-1 1-2 0 0,5-4 5 0 0,-1 0 0 0 0,0-1-1 0 0,0 1 1 0 0,-1-1-1 0 0,0 0 1 0 0,0 0 0 0 0,0-1-1 0 0,3-11 1 0 0,-2 7 20 0 0,-3 9 5 0 0,-1-3 8 0 0,12-45 340 0 0,-12 45 289 0 0,2 11-632 0 0,12 40 40 0 0,-11-30-60 0 0,0 0 0 0 0,2 0-1 0 0,0 0 1 0 0,1-1 0 0 0,14 23-1 0 0,5-10-228 0 0,-23-25 63 0 0,1 0-41 0 0,15 4-47 0 0,-14-4-32 0 0,0-3-47 0 0,3 1-24 0 0,0-1 0 0 0,0-1-1 0 0,0 1 1 0 0,0-1 0 0 0,0-1 0 0 0,-1 1-1 0 0,1-1 1 0 0,-1-1 0 0 0,10-5 0 0 0,-14 7 206 0 0,4-3-632 0 0,0 0 0 0 0,0-1-1 0 0,-1 0 1 0 0,0 0 0 0 0,8-10 0 0 0,1-3-2242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9:55.9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123 370 2988 0 0,'0'0'3679'0'0,"0"5"-3266"0"0,-1 15-84 0 0,1-15 1868 0 0,-2-10-2156 0 0,-5-14 40 0 0,0-1 1 0 0,-4-33-1 0 0,-5-16 51 0 0,-40-134 1164 0 0,55 199-1137 0 0,1 2-143 0 0,0 0 0 0 0,0 1-1 0 0,-1-1 1 0 0,1 1-1 0 0,-1-1 1 0 0,1 1 0 0 0,-1-1-1 0 0,1 1 1 0 0,-1 0-1 0 0,0-1 1 0 0,0 1 0 0 0,-1-2-1 0 0,1 2 9 0 0,0-4 525 0 0,-1 10-444 0 0,0 0-77 0 0,0 1 1 0 0,0-1-1 0 0,1 1 0 0 0,0-1 1 0 0,1 1-1 0 0,-1 0 0 0 0,1 0 1 0 0,0-1-1 0 0,0 1 0 0 0,1 0 1 0 0,0 6-1 0 0,8 54-83 0 0,2 0-1 0 0,22 71 1 0 0,-29-125-225 0 0,2 0-1 0 0,-1 0 0 0 0,1-1 1 0 0,15 22-1 0 0,-18-30-50 0 0,-2-3 284 0 0,1 1 1 0 0,-1 0-1 0 0,1-1 1 0 0,-1 1-1 0 0,1 0 1 0 0,-1 0-1 0 0,1 0 1 0 0,-1 0-1 0 0,0 0 1 0 0,1 1-1 0 0,-1-1 1 0 0,1 2-1 0 0,-1-2-27 0 0,3 2-287 0 0,1-2-28 0 0,13 3-56 0 0,-13-3 16 0 0,1-2 1 0 0,4-1 130 0 0,-1 0 0 0 0,1-1-1 0 0,-1 0 1 0 0,0-1 0 0 0,0 0 0 0 0,0 0-1 0 0,-1-1 1 0 0,12-8 0 0 0,-8 2 270 0 0,-1 1-1 0 0,-1-1 1 0 0,0-1 0 0 0,0 0 0 0 0,-1 0-1 0 0,-1-1 1 0 0,0 0 0 0 0,0-1 0 0 0,-2 0-1 0 0,10-24 1 0 0,-15 33 358 0 0,0-1 123 0 0,6-47 1050 0 0,-7 48-845 0 0,-5-1-433 0 0,5 6-210 0 0,0-1 0 0 0,0 1 0 0 0,0 0 0 0 0,-1-1 0 0 0,1 1 0 0 0,0-1 0 0 0,0 1 1 0 0,0 0-1 0 0,-1-1 0 0 0,1 1 0 0 0,0 0 0 0 0,0-1 0 0 0,-1 1 0 0 0,1 0 0 0 0,0-1 1 0 0,-1 1-1 0 0,1 0 0 0 0,0 0 0 0 0,-1-1 0 0 0,1 1 0 0 0,0 0 0 0 0,-1 0 0 0 0,1 0 1 0 0,0-1-1 0 0,-1 1 0 0 0,1 0 0 0 0,-1 0 0 0 0,1 0 0 0 0,-1 0 0 0 0,1 0 0 0 0,0 0 1 0 0,-1 0-1 0 0,1 0 0 0 0,-1 0 0 0 0,0 0 0 0 0,-31 29 509 0 0,29-26-501 0 0,3-1-8 0 0,-1 0 0 0 0,1-1 0 0 0,0 1 0 0 0,-1-1-1 0 0,0 1 1 0 0,1 0 0 0 0,-1-1 0 0 0,0 0 0 0 0,0 1 0 0 0,0-1 0 0 0,0 1 0 0 0,-2 1 0 0 0,1 0 14 0 0,-1 2 33 0 0,1 0-4 0 0,-7 16-22 0 0,6-16-38 0 0,2 0 15 0 0,-3 16 14 0 0,2-16-3 0 0,2 1-30 0 0,6 46-278 0 0,-5-48 131 0 0,0-4 82 0 0,-1 0 70 0 0,0 0 0 0 0,1 1 0 0 0,-1-1 0 0 0,0 0 1 0 0,1 0-1 0 0,-1 0 0 0 0,0 1 0 0 0,0-1 0 0 0,1 0 0 0 0,-1 0 0 0 0,0 0 0 0 0,0 1 1 0 0,1-1-1 0 0,-1 0 0 0 0,0 1 0 0 0,0-1 0 0 0,0 0 0 0 0,1 0 0 0 0,-1 1 0 0 0,0-1 1 0 0,0 0-1 0 0,0 1 0 0 0,0-1 0 0 0,0 0 0 0 0,0 1 0 0 0,0-1 0 0 0,0 1 1 0 0,0 0-1 0 0,0-1 1 0 0,0 1-1 0 0,1-1 1 0 0,-1 0 0 0 0,0 1-1 0 0,0-1 1 0 0,0 1 0 0 0,0-1-1 0 0,0 1 1 0 0,1-1 0 0 0,-1 1-1 0 0,0-1 1 0 0,0 0 0 0 0,1 1-1 0 0,-1-1 1 0 0,0 1 0 0 0,0-1-1 0 0,1 0 1 0 0,-1 1 0 0 0,0-1-1 0 0,1 0 1 0 0,-1 0 0 0 0,1 1-1 0 0,-1-1 1 0 0,0 0 0 0 0,1 0-1 0 0,-1 0 1 0 0,1 1 0 0 0,-1-1-1 0 0,1 0 1 0 0,-1 0 0 0 0,1 0-1 0 0,-1 0 1 0 0,1 0 0 0 0,-1 0-1 0 0,1 0 1 0 0,-1 0 0 0 0,1 0-1 0 0,19-3 30 0 0,-15 2 76 0 0,-2-3-59 0 0,7-11 3 0 0,-7 11-4 0 0,-2 0 10 0 0,13-40 251 0 0,-14 40 73 0 0,2-1-191 0 0,2-15 20 0 0,-3 15 588 0 0,0 1-598 0 0,0-15-60 0 0,-1 14 840 0 0,1 11-879 0 0,4 16-27 0 0,-4-17-42 0 0,0 1-19 0 0,7 24-326 0 0,0-2 1 0 0,20 45-1 0 0,-25-68 67 0 0,0-1 0 0 0,0 1-1 0 0,0-1 1 0 0,0 0 0 0 0,1 0-1 0 0,6 6 1 0 0,-7-8 266 0 0,0 1-478 0 0,-2-3 445 0 0,-1 0 0 0 0,0 0 0 0 0,0 0 1 0 0,1 0-1 0 0,-1 0 0 0 0,0 0 0 0 0,0 0 1 0 0,1 0-1 0 0,-1 0 0 0 0,0 0 0 0 0,0 0 1 0 0,1 0-1 0 0,-1 1 0 0 0,0-1 0 0 0,0 0 0 0 0,1 0 1 0 0,-1 0-1 0 0,0 0 0 0 0,0 0 0 0 0,0 0 1 0 0,1 0-1 0 0,-1 1 0 0 0,0-1 0 0 0,0 0 1 0 0,0 0-1 0 0,1 0 0 0 0,-1 1 0 0 0,0-1 1 0 0,0 0-1 0 0,0 0 0 0 0,0 0 0 0 0,0 1 1 0 0,0-1-1 0 0,1 0 0 0 0,-1 0 0 0 0,0 1 1 0 0,6 6-719 0 0,3-6-2974 0 0,14-3 1937 0 0,-18 1-1264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9:56.3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0 249 2212 0 0,'1'-6'868'0'0,"0"-18"-156"0"0,-1 18 303 0 0,2 2-628 0 0,5-11-37 0 0,-6 11 237 0 0,0 4-576 0 0,-1 0 1 0 0,0 0-1 0 0,1 0 0 0 0,-1 0 0 0 0,0 0 1 0 0,1 0-1 0 0,-1 0 0 0 0,0 0 0 0 0,1 0 1 0 0,-1 0-1 0 0,0 0 0 0 0,1-1 0 0 0,-1 1 1 0 0,0 0-1 0 0,0 0 0 0 0,1 0 0 0 0,-1-1 1 0 0,0 1-1 0 0,0 0 0 0 0,1 0 0 0 0,-1 0 1 0 0,0-1-1 0 0,0 1 0 0 0,0 0 0 0 0,0-1 1 0 0,1 1-1 0 0,-1 0 0 0 0,0 0 0 0 0,0-1 1 0 0,0 1-1 0 0,0 0 0 0 0,0-1 0 0 0,1 0 18 0 0,-1 0-1 0 0,0 1 0 0 0,0-1 0 0 0,1 0 0 0 0,-1 1 0 0 0,0-1 0 0 0,1 0 1 0 0,-1 1-1 0 0,1-1 0 0 0,-1 1 0 0 0,1-1 0 0 0,-1 1 0 0 0,1-1 0 0 0,-1 1 0 0 0,1-1 1 0 0,-1 1-1 0 0,1-1 0 0 0,0 1 0 0 0,-1 0 0 0 0,1-1 0 0 0,0 1 0 0 0,-1 0 1 0 0,1 0-1 0 0,0 0 0 0 0,1-1 0 0 0,18-3 197 0 0,-15 3 160 0 0,-1 3-192 0 0,15 7-31 0 0,-14-7-30 0 0,-2 1-12 0 0,10 10 10 0 0,-10-9 0 0 0,-1 0-25 0 0,17 42 379 0 0,-18-41-324 0 0,0 0-18 0 0,1 13 34 0 0,-1-13 271 0 0,-1 0-225 0 0,-2 16 6 0 0,2-16 487 0 0,-1-1-487 0 0,-5 14-31 0 0,4-14 1179 0 0,-3-5-1190 0 0,-21-3 103 0 0,24 0-184 0 0,-6-12-30 0 0,6 12-10 0 0,-3-23-11 0 0,5 21-81 0 0,0-1-50 0 0,0-5-170 0 0,1 0-1 0 0,1 0 0 0 0,0-1 0 0 0,1 1 1 0 0,0 1-1 0 0,9-24 0 0 0,-3 19-407 0 0,0 0-1 0 0,1 0 1 0 0,1 1-1 0 0,19-22 1 0 0,15-6-4493 0 0,-24 24 1486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9:56.9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1 1960 0 0,'0'0'2210'0'0,"0"5"-1344"0"0,-1 17-101 0 0,1-17-137 0 0,-1 1-132 0 0,-1 14-87 0 0,1-15-35 0 0,1 1-24 0 0,-1 17 12 0 0,0-17-134 0 0,1 0-97 0 0,2 12 47 0 0,0 0 0 0 0,7 24 0 0 0,-8-38-191 0 0,2-1-16 0 0,9 9-3 0 0,-9-9-22 0 0,3-3-22 0 0,17-1 55 0 0,-17 1-14 0 0,-2-3 24 0 0,3-2 57 0 0,1-1-1 0 0,-1 0 1 0 0,-1-1-1 0 0,1 1 0 0 0,-1-1 1 0 0,0-1-1 0 0,8-13 1 0 0,29-57 663 0 0,-34 55-250 0 0,-7 19-217 0 0,-1 0-5 0 0,5-12-6 0 0,-5 12 1215 0 0,0 9-1266 0 0,44 387 673 0 0,-15-163-934 0 0,-29-223 85 0 0,1 23 13 0 0,-2-4 5 0 0,0-13 66 0 0,-1-1 0 0 0,0 1 1 0 0,-1-1-1 0 0,0 0 1 0 0,-6 19-1 0 0,-15-20 503 0 0,18-12-441 0 0,-5-3-122 0 0,0-1 0 0 0,0 0 0 0 0,1-1 0 0 0,0 0 0 0 0,1 0-1 0 0,-1-1 1 0 0,1 0 0 0 0,1 0 0 0 0,0-1 0 0 0,0 0 0 0 0,-11-19 0 0 0,11 15-145 0 0,0-1 1 0 0,0 0-1 0 0,1 0 1 0 0,1 0 0 0 0,1-1-1 0 0,0 0 1 0 0,1 0-1 0 0,-2-23 1 0 0,4 24-191 0 0,2-1 1 0 0,-1 1-1 0 0,2-1 0 0 0,0 1 1 0 0,1-1-1 0 0,0 1 1 0 0,2 0-1 0 0,-1 0 1 0 0,2 0-1 0 0,12-23 1 0 0,-10 22-709 0 0,1 1-1 0 0,1 1 1 0 0,0-1 0 0 0,1 1 0 0 0,14-13 0 0 0,-2 7-3765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9:57.9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29 3756 0 0,'-1'-5'1188'0'0,"-3"-18"4492"0"0,5 28-5356 0 0,104 371 1507 0 0,-94-350-1787 0 0,-10-22-18 0 0,1 0-9 0 0,4 15-36 0 0,5 3 162 0 0,-9-22-148 0 0,-1 0 1 0 0,0 0-1 0 0,0-1 0 0 0,0 1 1 0 0,0 0-1 0 0,0-1 0 0 0,0 1 1 0 0,0-1-1 0 0,0 1 0 0 0,0-1 1 0 0,0 0-1 0 0,0 0 0 0 0,0 1 1 0 0,0-1-1 0 0,0 0 1 0 0,-1 0-1 0 0,1 0 0 0 0,0 0 1 0 0,-1 0-1 0 0,1 0 0 0 0,-1 0 1 0 0,2-1-1 0 0,9-30-207 0 0,7-28-82 0 0,-2 11 125 0 0,4 1 26 0 0,-17 44 116 0 0,-1 0-3 0 0,9-14 14 0 0,-9 14 20 0 0,-2 4-3 0 0,1 0-1 0 0,-1 0 1 0 0,0 0-1 0 0,0 0 1 0 0,1 0-1 0 0,-1 0 1 0 0,0 0-1 0 0,0 0 1 0 0,1 0-1 0 0,-1 0 1 0 0,0 0-1 0 0,0 0 1 0 0,1 0-1 0 0,-1 0 1 0 0,0 0-1 0 0,0 0 1 0 0,1 0 0 0 0,-1 0-1 0 0,0 0 1 0 0,0-1-1 0 0,1 1 1 0 0,-1 0-1 0 0,0 0 1 0 0,0 0-1 0 0,0 0 1 0 0,0-1-1 0 0,1 1 1 0 0,-1 0-1 0 0,0 0 1 0 0,0 0-1 0 0,0-1 1 0 0,0 1-1 0 0,0 0 1 0 0,1 0-1 0 0,-1 0 1 0 0,0-1-1 0 0,0 1 2 0 0,0-1-1 0 0,1 1 1 0 0,-1-1-1 0 0,0 1 1 0 0,1-1-1 0 0,-1 1 1 0 0,0 0-1 0 0,1-1 1 0 0,-1 1 0 0 0,1-1-1 0 0,-1 1 1 0 0,0 0-1 0 0,1 0 1 0 0,-1-1-1 0 0,1 1 1 0 0,-1 0-1 0 0,1 0 1 0 0,-1-1-1 0 0,1 1 1 0 0,-1 0-1 0 0,1 0 1 0 0,-1 0 0 0 0,1 0-1 0 0,0 0 1 0 0,-1 0-1 0 0,1 0 1 0 0,-1 0-1 0 0,1 0 1 0 0,-1 0-1 0 0,1 0 1 0 0,-1 0-1 0 0,1 1 1 0 0,-1-1 0 0 0,2 0-1 0 0,19 8 4 0 0,-16-6 9 0 0,-1 2 6 0 0,39 50-22 0 0,-29-35-320 0 0,0-1 0 0 0,1 0 0 0 0,1-1 0 0 0,20 16 0 0 0,-33-31-32 0 0,1 0-101 0 0,15 6 66 0 0,-14-6-3 0 0,-1-2-25 0 0,2 0 137 0 0,-1 0 0 0 0,1 0 1 0 0,-1 0-1 0 0,0-1 0 0 0,1 0 1 0 0,-1 0-1 0 0,0-1 0 0 0,0 1 1 0 0,1-1-1 0 0,-1 0 0 0 0,0-1 1 0 0,-1 1-1 0 0,1-1 0 0 0,0 0 1 0 0,-1 0-1 0 0,0 0 0 0 0,1-1 1 0 0,-1 1-1 0 0,-1-1 0 0 0,1 0 1 0 0,0-1-1 0 0,3-5 0 0 0,-4 6-1736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9:39:58.3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67 60 1316,'1'-5'846,"1"-15"-132,-2 15 1164,0 0-1371,-2-14 20,1 14 1771,-4 7-2087,-15 5 5,15-5-4,-8 20 149,11-17-200,0 0-30,-5 15-21,5-14-14,1-1-36,-8 48 14,9-48-121,1 1-110,3 14 86,-2-14-96,0-3-170,29 24-378,-28-25 639,2-3 7,18-3 260,-20 2-32,2-5 35,0 1 0,-1-1 0,1 0 0,-2 0-1,1 0 1,-1 0 0,4-14 0,-6 15-10,0 5-165,0-1 1,-1 0 0,0 0 0,1 0-1,-1 0 1,0-1 0,0 1 0,0 0-1,0 0 1,0 0 0,-1 0 0,0-3-1,0 0 41,1-1 171,0 0 6,-1-17-23,1 17-26,-6-13 124,5 15 134,-4 3-373,-12-2-30,12 2 2,5 3-38,-1-1-1,0 1 0,0-1 1,0 0-1,-1 1 1,1-1-1,0 0 1,0 0-1,-1 0 0,-1 1 1,0 1-29,1 1-52,-6 13-73,6-13-72,1 0-67,-1 3-282,2 0 1,-1 0 0,1 0 0,0 0-1,0-1 1,1 1 0,0 0 0,0 0-1,3 9 1,-2-11-504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9:58.6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56 2356 0 0,'1'-4'1290'0'0,"5"-43"3266"0"0,-6 43-1833 0 0,3 7-2449 0 0,3 8-135 0 0,0 1-1 0 0,-1-1 1 0 0,0 1 0 0 0,-1 0-1 0 0,0 1 1 0 0,-1-1 0 0 0,0 0 0 0 0,1 16-1 0 0,3 7-57 0 0,4 19-222 0 0,-10-52 122 0 0,35 109-1673 0 0,-34-107 1308 0 0,-1-1 123 0 0,0 1-1 0 0,1-1 1 0 0,-1 0-1 0 0,1 0 1 0 0,0 0-1 0 0,0 0 1 0 0,0 0-1 0 0,0 0 1 0 0,1-1-1 0 0,-1 1 1 0 0,6 4-1 0 0,-5-5-677 0 0,3-2-2035 0 0,21 0-227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9:59.2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96 296 3320 0 0,'0'0'3685'0'0,"-2"-3"-3122"0"0,2 2-494 0 0,-1 0 1 0 0,1 0-1 0 0,-1 0 1 0 0,1 0-1 0 0,-1 1 0 0 0,0-1 1 0 0,1 0-1 0 0,-1 0 0 0 0,0 0 1 0 0,0 1-1 0 0,1-1 1 0 0,-1 1-1 0 0,0-1 0 0 0,0 0 1 0 0,0 1-1 0 0,0 0 1 0 0,0-1-1 0 0,0 1 0 0 0,0-1 1 0 0,0 1-1 0 0,0 0 0 0 0,0 0 1 0 0,0 0-1 0 0,0 0 1 0 0,0-1-1 0 0,0 1 0 0 0,0 1 1 0 0,0-1-1 0 0,0 0 1 0 0,0 0-1 0 0,0 0 0 0 0,0 0 1 0 0,0 1-1 0 0,0-1 0 0 0,0 1 1 0 0,0-1-1 0 0,0 0 1 0 0,0 1-1 0 0,0 0 0 0 0,0-1 1 0 0,0 1-1 0 0,0-1 1 0 0,1 1-1 0 0,-1 0 0 0 0,-1 1 1 0 0,-7 10 180 0 0,0 0 1 0 0,-10 21-1 0 0,17-29-189 0 0,1 1-5 0 0,0-3-55 0 0,-10 44 45 0 0,11-43-111 0 0,-1 0-1 0 0,1 0 0 0 0,0-1 0 0 0,0 1 0 0 0,1 0 0 0 0,-1 0 0 0 0,1 0 0 0 0,-1 0 0 0 0,1 0 0 0 0,0 0 0 0 0,0-1 0 0 0,0 1 0 0 0,1 0 0 0 0,-1-1 0 0 0,1 1 0 0 0,2 4 0 0 0,-1-4-8 0 0,23-6-528 0 0,-21 2 534 0 0,-1-1-15 0 0,11-9 70 0 0,-11 8 9 0 0,-4 2 7 0 0,0 1 1 0 0,0-1-1 0 0,0 1 0 0 0,0 0 0 0 0,0-1 0 0 0,0 1 1 0 0,0-1-1 0 0,0 1 0 0 0,0-1 0 0 0,0 1 0 0 0,1-1 0 0 0,-1 1 1 0 0,0-1-1 0 0,0 1 0 0 0,0 0 0 0 0,1-1 0 0 0,-1 1 1 0 0,0-1-1 0 0,0 1 0 0 0,1 0 0 0 0,-1-1 0 0 0,0 1 1 0 0,1 0-1 0 0,-1-1 0 0 0,1 1 0 0 0,0 0 0 0 0,-1-1 6 0 0,1 0 0 0 0,0 0-1 0 0,0 1 1 0 0,0-1 0 0 0,0 0-1 0 0,0 0 1 0 0,-1 0 0 0 0,1 0-1 0 0,0 0 1 0 0,-1 0 0 0 0,1 0-1 0 0,-1 0 1 0 0,1 0 0 0 0,-1 0-1 0 0,0 0 1 0 0,1 0 0 0 0,-1-3-1 0 0,4-13 128 0 0,-1-1 0 0 0,-1 0 0 0 0,0-31 0 0 0,-7-28 11 0 0,-16-78 600 0 0,20 147-664 0 0,0 3 53 0 0,0-1-23 0 0,-4-15-21 0 0,4 15 100 0 0,0 2-148 0 0,-1-14-50 0 0,1 14 664 0 0,2 10-469 0 0,17 243 1037 0 0,-11-189-1263 0 0,4 0-74 0 0,-9-53-7 0 0,0-1 0 0 0,0 0 0 0 0,1 0 0 0 0,-1 1 0 0 0,6 7 0 0 0,-6-11 70 0 0,0 0-271 0 0,-1-2 250 0 0,1 0 1 0 0,-1 0 0 0 0,1 0-1 0 0,-1 0 1 0 0,0 0-1 0 0,1 0 1 0 0,-1 1-1 0 0,0-1 1 0 0,0 0 0 0 0,2 3-1 0 0,0-1-322 0 0,2-2-53 0 0,15 4-62 0 0,-15-4-70 0 0,1-2-108 0 0,6 0-525 0 0,0-1 1 0 0,0-1-1 0 0,-1 0 0 0 0,21-8 1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9:39:59.7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52 102 2168,'0'0'1518,"-4"-1"-919,-13-2-130,12 2 752,5 2-1209,0-1 0,0 0 0,0 0-1,0 1 1,0-1 0,0 0 0,0 1 0,0-1 0,-1 0-1,1 0 1,0 1 0,0-1 0,0 0 0,0 1 0,-1-1-1,1 0 1,0 0 0,0 0 0,-1 1 0,1-1-1,0 0 1,0 0 0,-1 0 0,1 0 0,0 1 0,-1-1-1,1 0 1,0 0 0,-1 0 0,1 0 0,-1 0 28,0 1 1,0-1-1,1 0 1,-1 1 0,0-1-1,1 1 1,-1-1-1,0 1 1,1-1-1,-1 1 1,0-1 0,1 1-1,-1-1 1,1 1-1,-1 0 1,1 0-1,-1-1 1,0 2 0,-4 13 78,3-12 248,6-1-307,-2-1-49,0 0 0,0 0 0,1-1 0,-1 1 0,0 0 0,1-1 0,-1 0-1,0 0 1,1 0 0,-1 0 0,1 0 0,-1 0 0,0 0 0,1-1 0,2 0-1,0-1 16,-1 0 4,31-24 147,-32 23-102,11-18 279,-11 11-195,-2 10-133,-1-1-1,1 0 1,-1 1-1,1-1 0,-1 0 1,1 1-1,-1-1 0,0 0 1,1 0-1,-1 0 0,0 1 1,1-1-1,-1 0 0,0 0 1,0 0-1,0 0 0,0 1 1,0-3-1,-5-39 281,4 38 122,-16-5-162,13 7-179,4 2-127,0 0 49,0 1 0,0-1-1,-1 0 1,1 1-1,0-1 1,0 0-1,-1 0 1,1 1-1,0-1 1,-1 0-1,1 0 1,0 0 0,-1 1-1,1-1 1,0 0-1,-1 0 1,1 0-1,-1 0 1,1 0-1,0 0 1,-1 0-1,1 0 1,0 1 0,-1-1-1,0-1 1,-16 8 501,12-3-409,-1 1 1,1 0-1,0 0 1,0 1-1,1-1 1,-1 1-1,1 0 1,1 0-1,-1 1 1,1-1-1,0 1 1,-2 9-1,3-12 44,1 3-11,1 57 251,1-60-372,-1-1 1,1 1-1,0 0 0,1 0 1,-1-1-1,0 1 0,1-1 0,0 1 1,0-1-1,4 6 0,-2-4-14,0-1-78,0 0 0,0-1 1,0 1-1,0-1 0,1 0 0,-1 0 1,1 0-1,0-1 0,0 0 0,0 0 1,0 0-1,0-1 0,0 1 0,0-1 0,8 0 1,-3 0-221,-1 0 1,1-1 0,0 0-1,0 0 1,-1-2 0,1 1-1,9-3 1,-11 1-537,0 0 0,0 0 0,0 0 0,-1-1 1,0 0-1,9-7 0,5-4-2678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9:40:00.4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0 198 1616,'0'0'2773,"3"-3"-2223,-2 3-474,-1-1 0,1 0 0,0 0 0,0 0 0,0 1 0,0-1 0,0 0 0,-1 1 0,1-1 0,0 1-1,1-1 1,-1 1 0,0 0 0,0-1 0,0 1 0,0 0 0,0 0 0,0 0 0,0 0 0,0 0 0,0 0 0,1 0 0,-1 0 0,0 0 0,0 0 0,0 1 0,0-1-1,0 0 1,2 2 0,1-1 176,-1 1-136,0 1 1,1 0-1,-1 0 0,0 0 0,0 0 0,-1 0 0,1 1 0,3 6 0,-3-6 57,-1-1-3,9 13-14,-9-13-49,1 2 31,5 12 12,-6-12 0,-2-4-129,1 0 0,0 0-1,-1 0 1,1 1 0,-1-1-1,1 0 1,-1 1 0,1-1-1,-1 0 1,0 1 0,0-1-1,0 3 1,1-2 23,0 3 291,-1 0-181,1 17-28,-1-16 153,0-2-107,-4 16 2,3-15 133,1-4-212,0 0 0,0 1 0,-1-1 0,1 0 0,-1 0 0,1 0 0,-1 0 0,1 0-1,-1 0 1,0 0 0,1 0 0,-1 0 0,0 0 0,0 0 0,1 0 0,-1 0 0,-2 1 0,-16-9-138,20 1-28,1 0 0,0 0-1,0 0 1,1 1 0,-1-1 0,1 0 0,4-4-1,-5 7 34,10-18-313,1-1-1,1 2 0,1 0 0,1 1 1,24-22-1,-21 21-73,116-112-3101,-132 129 3386,0 0 21,3-2-248,13-12 1778,-15 17-453,-8 12-709,2-9-23,-2 9-61,3-12-155,1 1-1,-1-1 1,1 1-1,-1 0 1,1-1-1,-1 1 1,1 0-1,-1 0 1,1-1 0,0 1-1,0 0 1,-1 0-1,1 0 1,0-1-1,0 1 1,0 0-1,0 0 1,0 0 0,0 0-1,0-1 1,0 3-1,0 17 28,0-16-5,2 1-17,6 12 26,1 1 0,0-2 0,23 31 0,13 21-69,-44-65 38,-1-3-9,0 1 0,0-1-1,0 1 1,0-1 0,1 1 0,-1-1-1,0 1 1,0-1 0,0 1 0,0-1-1,0 1 1,1-1 0,-1 1-1,0-1 1,0 1 0,1-1 0,-1 1-1,0-1 1,1 0 0,-1 1 0,0-1-1,1 1 1,0-1 1,-1 1 1,1-1-1,-1 1 0,1-1 1,-1 1-1,1 0 0,-1-1 0,0 1 1,1-1-1,-1 1 0,0 0 1,1 0-1,-1-1 0,0 1 1,0 0-1,0-1 0,0 1 0,0 0 1,0 0-1,0-1 0,0 1 1,0 0-1,0-1 0,0 1 1,0 0-1,0 0 0,-1 0 1,-2 22-156,1-20 87,1-1 0,0 1 0,0 0 0,-1-1-1,0 0 1,1 1 0,-1-1 0,0 0 0,0 0 0,0 0 0,0 0 0,-1 0 0,1 0 0,-1-1 0,1 1 0,-1-1 0,-2 1 0,4-1-7,-5 3-252,0-1-1,0 0 1,0 0 0,0 0 0,-1-1 0,1 1-1,-10 0 1,-7 4-1353,-9 2-1907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0:02.6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747 240 2920 0 0,'-8'-22'801'0'0,"-1"0"-1"0"0,0 1 0 0 0,-2 1 0 0 0,-14-22 1 0 0,17 32-617 0 0,1 0 1 0 0,-2 0-1 0 0,0 0 1 0 0,0 1-1 0 0,0 1 1 0 0,-1-1-1 0 0,0 1 1 0 0,-17-9-1 0 0,21 14-117 0 0,-1 0-1 0 0,0 0 1 0 0,0 1 0 0 0,0 0-1 0 0,0 0 1 0 0,0 0 0 0 0,-1 1-1 0 0,-12-1 1 0 0,14 2-46 0 0,2-1 0 0 0,1 1-1 0 0,-1-1 1 0 0,0 1 0 0 0,0 0 0 0 0,0 0-1 0 0,0 1 1 0 0,0-1 0 0 0,1 1 0 0 0,-8 1-1 0 0,-1 2 18 0 0,-7 0 32 0 0,1 0 0 0 0,-1 2 0 0 0,1 0-1 0 0,0 1 1 0 0,0 1 0 0 0,1 1 0 0 0,0 0-1 0 0,0 2 1 0 0,1 0 0 0 0,1 0 0 0 0,-26 25 0 0 0,20-14 16 0 0,0 0 1 0 0,2 2 0 0 0,1 0 0 0 0,0 2 0 0 0,2-1 0 0 0,-20 45 0 0 0,25-44-71 0 0,1 0-1 0 0,2 0 1 0 0,0 1-1 0 0,2 0 1 0 0,1 0-1 0 0,1 0 1 0 0,1 1-1 0 0,2-1 1 0 0,0 1-1 0 0,2 0 1 0 0,1-1-1 0 0,2 1 1 0 0,0-1-1 0 0,2 0 1 0 0,1 0-1 0 0,1 0 1 0 0,21 46-1 0 0,-11-32-119 0 0,21 79 1 0 0,-33-94 31 0 0,-1-1 0 0 0,-2 1 0 0 0,0-1 0 0 0,-2 44 0 0 0,-8-8 0 0 0,-3 0-1 0 0,-2-1 1 0 0,-36 107-1 0 0,43-149 41 0 0,-19 48 98 0 0,17-51-22 0 0,0 0 0 0 0,2 1 0 0 0,0 0 1 0 0,1 0-1 0 0,0 0 0 0 0,2 0 0 0 0,-1 1 0 0 0,2-1 0 0 0,1 23 0 0 0,4 8 39 0 0,0-26-65 0 0,1 0 1 0 0,0 0 0 0 0,2 0 0 0 0,0-1 0 0 0,1 0-1 0 0,1-1 1 0 0,23 37 0 0 0,-24-45-24 0 0,1 0 0 0 0,0 0 0 0 0,1-1 0 0 0,-1 0 0 0 0,2 0 0 0 0,0-1 0 0 0,0-1 0 0 0,0 0 0 0 0,1 0 0 0 0,0-1 0 0 0,1-1 1 0 0,-1 0-1 0 0,1-1 0 0 0,22 6 0 0 0,0-1 4 0 0,-10-4-5 0 0,-1-3-7 0 0,-7 0 48 0 0,-1 1 1 0 0,1 0-1 0 0,17 8 0 0 0,-26-9-1 0 0,-1 1 1 0 0,0-1 0 0 0,0 1-1 0 0,0 1 1 0 0,-1-1 0 0 0,0 1-1 0 0,0 0 1 0 0,0 1-1 0 0,0-1 1 0 0,8 13 0 0 0,73 127 532 0 0,-75-123-434 0 0,-2-4-23 0 0,-1-4-70 0 0,0-3 28 0 0,-6-6-57 0 0,8 10 18 0 0,1 1 0 0 0,1-2 0 0 0,0 0-1 0 0,1 0 1 0 0,28 21 0 0 0,-35-31-22 0 0,0 0-1 0 0,0-1 1 0 0,0 0 0 0 0,0 0 0 0 0,1-1 0 0 0,9 2-1 0 0,-10-3 4 0 0,3 2 4 0 0,1-1-1 0 0,0 0 1 0 0,0 0-1 0 0,0-2 0 0 0,19 0 1 0 0,-22 0-42 0 0,37-2 13 0 0,-1-3-1 0 0,1-1 0 0 0,-1-2 1 0 0,83-27-1 0 0,-16-1-6 0 0,-54 16 75 0 0,1 3 0 0 0,68-12 0 0 0,-108 26 29 0 0,0 2 1 0 0,0-1 0 0 0,0 2 0 0 0,0 1 0 0 0,27 3 0 0 0,95 8 74 0 0,-78-11-227 0 0,-14-2-89 0 0,0-2 1 0 0,1-2-1 0 0,-2-2 1 0 0,1-3 0 0 0,-1-1-1 0 0,-1-3 1 0 0,0-1 0 0 0,-1-3-1 0 0,0-1 1 0 0,42-27-1 0 0,69-54 71 0 0,66-37 78 0 0,-195 126-130 0 0,-22 9 191 0 0,0 1 35 0 0,14-5-15 0 0,-14 5 41 0 0,1 1-75 0 0,63 2-4 0 0,-38-5-111 0 0,0-2 1 0 0,0 0-1 0 0,-1-2 1 0 0,0-2 0 0 0,0 0-1 0 0,32-16 1 0 0,-45 16 73 0 0,0-2-1 0 0,0 1 1 0 0,-1-2 0 0 0,-1 0 0 0 0,0-1 0 0 0,0-1 0 0 0,-1 0 0 0 0,-1-1 0 0 0,15-21-1 0 0,11-22-56 0 0,40-80-1 0 0,-42 70 121 0 0,-25 48 113 0 0,2-7 121 0 0,-11 18-142 0 0,0-1 1 0 0,0 1-1 0 0,-1-1 0 0 0,0 0 1 0 0,0-19-1 0 0,-2 23-3 0 0,-3 2 0 0 0,-7-8 30 0 0,0 1-1 0 0,-1 0 1 0 0,-11-9 0 0 0,-19-18-7 0 0,36 30-195 0 0,1 1 0 0 0,0-1 0 0 0,0 0-1 0 0,0 0 1 0 0,1 0 0 0 0,-4-15 0 0 0,6 18 80 0 0,-1-1-15 0 0,-5-30 11 0 0,-1 1 0 0 0,-3 0 0 0 0,0 1 0 0 0,-2 0 1 0 0,-2 1-1 0 0,-29-48 0 0 0,-121-166-17 0 0,131 202-59 0 0,-3 2 0 0 0,-1 1 0 0 0,-54-46 0 0 0,77 75-15 0 0,-1 2 0 0 0,-1 0 0 0 0,0 0 0 0 0,-1 2 0 0 0,1 0 0 0 0,-2 1 0 0 0,1 1 0 0 0,-1 1 0 0 0,-1 0 0 0 0,-36-5 0 0 0,-32 1-96 0 0,-53-7-147 0 0,135 16 236 0 0,0-1 1 0 0,1 0-1 0 0,-1 0 0 0 0,1 0 0 0 0,-1 0 1 0 0,1-1-1 0 0,0 0 0 0 0,0 0 0 0 0,0-1 1 0 0,0 1-1 0 0,0-1 0 0 0,1 0 0 0 0,0 0 1 0 0,0-1-1 0 0,0 1 0 0 0,-5-8 0 0 0,-1 0-87 0 0,-14-17 0 0 0,-4-5-103 0 0,-35-32 1 0 0,51 55 200 0 0,0 1 0 0 0,-1 0-1 0 0,0 1 1 0 0,0 1 0 0 0,-1 0 0 0 0,-28-12 0 0 0,16 12 26 0 0,0 0 1 0 0,-1 2-1 0 0,1 1 0 0 0,-1 1 1 0 0,0 1-1 0 0,0 1 1 0 0,0 2-1 0 0,-37 3 1 0 0,-9 7-16 0 0,-138 37 1 0 0,196-42 20 0 0,0 0 0 0 0,-1-2 0 0 0,1 0-1 0 0,-1 0 1 0 0,1-2 0 0 0,-23 1 0 0 0,31-4 4 0 0,0 0-1 0 0,0 0 1 0 0,1-1-1 0 0,-1 0 1 0 0,1 0-1 0 0,0 0 1 0 0,0-1-1 0 0,0 0 1 0 0,-9-8-1 0 0,4 5 33 0 0,-10-6-45 0 0,-1 0 0 0 0,-1 2-1 0 0,0 1 1 0 0,-1 0 0 0 0,0 2 0 0 0,0 1-1 0 0,0 0 1 0 0,-1 2 0 0 0,0 1-1 0 0,0 1 1 0 0,-1 1 0 0 0,1 2-1 0 0,0 0 1 0 0,0 1 0 0 0,-1 2-1 0 0,1 1 1 0 0,0 0 0 0 0,-25 10 0 0 0,19-5-467 0 0,2 1 1 0 0,-1 2 0 0 0,2 1 0 0 0,0 1 0 0 0,0 1 0 0 0,2 2-1 0 0,0 0 1 0 0,0 2 0 0 0,2 1 0 0 0,0 1 0 0 0,2 1 0 0 0,0 1 0 0 0,2 0-1 0 0,-21 32 1 0 0,5 0-3212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1:22.6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72 31 2592 0 0,'0'0'1104'0'0,"-2"-3"-296"0"0,-7-8-10 0 0,6 8 986 0 0,3 3-1765 0 0,-1 0-1 0 0,1 0 1 0 0,0 0 0 0 0,-1 0-1 0 0,1 0 1 0 0,0 0 0 0 0,-1 0-1 0 0,1 0 1 0 0,-1 0 0 0 0,1 0-1 0 0,0 0 1 0 0,-1-1 0 0 0,1 1-1 0 0,0 0 1 0 0,-1 0-1 0 0,1 0 1 0 0,0-1 0 0 0,-1 1-1 0 0,1 0 1 0 0,0-1 0 0 0,-1 1-1 0 0,1 0 1 0 0,0 0 0 0 0,0-1-1 0 0,0 1 1 0 0,-1 0 0 0 0,1-1-1 0 0,0 0 67 0 0,-1 0-1 0 0,1 1 1 0 0,0-1-1 0 0,-1 1 1 0 0,1 0-1 0 0,-1-1 1 0 0,1 1-1 0 0,0-1 1 0 0,-1 1-1 0 0,1-1 0 0 0,-1 1 1 0 0,1 0-1 0 0,-1 0 1 0 0,0-1-1 0 0,1 1 1 0 0,-1 0-1 0 0,1 0 1 0 0,-1-1-1 0 0,1 1 1 0 0,-1 0-1 0 0,0 0 1 0 0,1 0-1 0 0,-1 0 0 0 0,1 0 1 0 0,-1 0-1 0 0,0 0 1 0 0,1 0-1 0 0,-1 0 1 0 0,-1 0-1 0 0,-17 2 146 0 0,14-2 143 0 0,-1 26-26 0 0,5-21-189 0 0,1 2-14 0 0,3 68 198 0 0,10 220 74 0 0,-3-52-2739 0 0,-9-225 1752 0 0,1-8-619 0 0,-1 4-3358 0 0,0 9 1068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1:23.2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309 71 1544 0 0,'3'-4'811'0'0,"62"-60"2801"0"0,-61 62-2661 0 0,0 4-782 0 0,1 0-119 0 0,15 4 32 0 0,-18-2 67 0 0,1 6-77 0 0,0-1 1 0 0,0 1-1 0 0,-1-1 0 0 0,-1 1 1 0 0,0 0-1 0 0,0-1 0 0 0,-1 1 0 0 0,-1 11 1 0 0,-1 3 1 0 0,0 0-1 0 0,-9 28 1 0 0,8-38-69 0 0,-1 0 0 0 0,0 0 0 0 0,-1 0 1 0 0,-1-1-1 0 0,0 1 0 0 0,-1-2 0 0 0,0 1 0 0 0,-1-1 0 0 0,0 0 0 0 0,-1 0 0 0 0,-1-1 0 0 0,0 0 1 0 0,0-1-1 0 0,-1 0 0 0 0,0-1 0 0 0,0 0 0 0 0,-22 12 0 0 0,9-9 62 0 0,0 0 0 0 0,-45 13 0 0 0,65-24-65 0 0,-3 0-30 0 0,-18 0-151 0 0,18-1 177 0 0,2-2 37 0 0,-40-15-20 0 0,41 15-2 0 0,1-2-16 0 0,-11-11-6 0 0,10 11-4 0 0,2 0-2 0 0,0-1-21 0 0,0-1 0 0 0,1 1 0 0 0,-1 0 0 0 0,1-1 0 0 0,0 0 0 0 0,0-7 0 0 0,1 7 72 0 0,2 2-4 0 0,6-11-2 0 0,-6 11 8 0 0,-1 4-36 0 0,-1 0 1 0 0,1 0-1 0 0,-1 0 1 0 0,1 0-1 0 0,-1 0 1 0 0,1 0-1 0 0,-1 0 1 0 0,1 0-1 0 0,-1 0 1 0 0,1 0-1 0 0,-1-1 1 0 0,1 1-1 0 0,-1 0 1 0 0,1 0-1 0 0,-1-1 1 0 0,0 1-1 0 0,1 0 1 0 0,-1-1-1 0 0,1 1 1 0 0,-1 0-1 0 0,0-1 1 0 0,1 1-1 0 0,-1-1 1 0 0,1 0 2 0 0,-1 1 1 0 0,1-1 0 0 0,-1 1-1 0 0,1-1 1 0 0,-1 1-1 0 0,1 0 1 0 0,-1-1 0 0 0,1 1-1 0 0,-1 0 1 0 0,1-1 0 0 0,0 1-1 0 0,-1 0 1 0 0,1-1-1 0 0,0 1 1 0 0,-1 0 0 0 0,1 0-1 0 0,0 0 1 0 0,-1 0 0 0 0,1 0-1 0 0,0 0 1 0 0,-1 0-1 0 0,1 0 1 0 0,0 0 0 0 0,0 0-1 0 0,-1 0 1 0 0,1 0-1 0 0,0 0 1 0 0,18 3 91 0 0,-14-3 11 0 0,0 3-8 0 0,14 6-10 0 0,-2 1 0 0 0,0 1 1 0 0,24 20-1 0 0,102 83 5 0 0,-98-82-84 0 0,-25-19-124 0 0,-4-1-806 0 0,1-1-1 0 0,0-1 0 0 0,29 12 0 0 0,-41-20-69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1:23.4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0 2368 0 0,'0'0'4962'0'0,"-1"5"-4603"0"0,-2 13-77 0 0,2-13-47 0 0,1 1-20 0 0,12 136 396 0 0,-1-86-960 0 0,-9-51 120 0 0,-1 0-384 0 0,5 13 185 0 0,-5-13-144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1:23.9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93 10 2028 0 0,'0'0'1338'0'0,"-5"1"-808"0"0,-16 2-32 0 0,16-2 340 0 0,0 1-494 0 0,-12 7-35 0 0,13-7-45 0 0,-3 6 60 0 0,-6 2 113 0 0,-1 26-154 0 0,13-32-89 0 0,4 3-207 0 0,-3-6 15 0 0,0-1 0 0 0,0 1 0 0 0,0 0 0 0 0,0-1 0 0 0,1 1 0 0 0,-1 0 0 0 0,0-1 0 0 0,0 1 0 0 0,0-1 1 0 0,0 1-1 0 0,1 0 0 0 0,-1-1 0 0 0,0 1 0 0 0,1-1 0 0 0,-1 1 0 0 0,0-1 0 0 0,1 1 0 0 0,-1-1 0 0 0,1 1 0 0 0,-1-1 0 0 0,1 1 1 0 0,-1-1-1 0 0,1 1 0 0 0,-1-1 0 0 0,1 0 0 0 0,-1 1 0 0 0,2-1 0 0 0,14 6 25 0 0,-12-5 188 0 0,1-2-84 0 0,13-5-25 0 0,-13 5 147 0 0,-1-2-142 0 0,25-30 265 0 0,-27 30-326 0 0,-1-1-16 0 0,9-38 99 0 0,-9 37-138 0 0,-6-2-40 0 0,5 7 45 0 0,0-1 0 0 0,0 1-1 0 0,0-1 1 0 0,0 1 0 0 0,0-1 0 0 0,0 1-1 0 0,-1 0 1 0 0,1-1 0 0 0,0 1-1 0 0,0 0 1 0 0,0-1 0 0 0,0 1-1 0 0,-1-1 1 0 0,1 1 0 0 0,0 0-1 0 0,0-1 1 0 0,-1 1 0 0 0,1 0-1 0 0,0 0 1 0 0,-1-1 0 0 0,1 1-1 0 0,0 0 1 0 0,-1 0 0 0 0,1-1 0 0 0,0 1-1 0 0,-1 0 1 0 0,1 0 0 0 0,0 0-1 0 0,-1 0 1 0 0,1 0 0 0 0,-1-1-1 0 0,1 1 1 0 0,0 0 0 0 0,-1 0-1 0 0,1 0 1 0 0,-1 0 0 0 0,1 0-1 0 0,-1 0 1 0 0,1 0 0 0 0,-1 1-1 0 0,1-1-42 0 0,-20 7 91 0 0,18-6-113 0 0,1 0 1 0 0,0-1-1 0 0,0 1 1 0 0,0 0-1 0 0,0-1 1 0 0,0 1 0 0 0,1 0-1 0 0,-1 0 1 0 0,0 0-1 0 0,0 0 1 0 0,0 0-1 0 0,1 0 1 0 0,-1 0-1 0 0,0 0 1 0 0,1 0-1 0 0,-1 0 1 0 0,1 0 0 0 0,0 1-1 0 0,-1-1 1 0 0,1 0-1 0 0,0 0 1 0 0,0 0-1 0 0,-1 1 1 0 0,1-1-1 0 0,0 2 1 0 0,3 20-304 0 0,-3-18-86 0 0,4-1-117 0 0,28 26-2564 0 0,-29-28 569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1:24.7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98 282 2024 0 0,'0'0'1031'0'0,"2"-3"-202"0"0,0 1-521 0 0,5-14 2133 0 0,-26 1-1400 0 0,14 17-856 0 0,1-1-119 0 0,0 0 0 0 0,0 0 1 0 0,0 1-1 0 0,0 0 0 0 0,1 0 0 0 0,-1 0 0 0 0,1 0 0 0 0,-1 0 0 0 0,1 1 0 0 0,0 0 0 0 0,0-1 0 0 0,0 1 0 0 0,0 0 0 0 0,0 1 0 0 0,1-1 0 0 0,-1 0 0 0 0,-2 6 0 0 0,0 4-6 0 0,1-1 1 0 0,1 1-1 0 0,-1 0 0 0 0,2 0 0 0 0,0 0 0 0 0,1 0 1 0 0,0 0-1 0 0,1 0 0 0 0,1 15 0 0 0,0-22-47 0 0,0 0-1 0 0,0 0 0 0 0,1-1 1 0 0,-1 1-1 0 0,1-1 0 0 0,0 1 1 0 0,1-1-1 0 0,-1 0 0 0 0,1 0 1 0 0,0 0-1 0 0,1 0 0 0 0,-1-1 1 0 0,1 1-1 0 0,0-1 1 0 0,0 0-1 0 0,8 6 0 0 0,-9-8-72 0 0,1 0-30 0 0,16 4 4 0 0,-15-4-24 0 0,1-2-53 0 0,2-2 46 0 0,0 1 0 0 0,0-1 0 0 0,0 0 0 0 0,0-1 0 0 0,-1 0 0 0 0,1 0 0 0 0,-1-1 0 0 0,0 0 1 0 0,0 0-1 0 0,12-10 0 0 0,-8 5-65 0 0,-1 0 1 0 0,-1 0-1 0 0,0-1 1 0 0,0 0-1 0 0,-1-1 1 0 0,11-17 0 0 0,-4 1 263 0 0,-2-1 1 0 0,-1-1 0 0 0,-1 0 0 0 0,-1-1 0 0 0,-2 0 0 0 0,-1 0 0 0 0,-1-1 0 0 0,-2 0-1 0 0,1-51 1 0 0,-5 76 78 0 0,0 0-47 0 0,-3-19-87 0 0,3 18 63 0 0,-6-13 96 0 0,5 16 520 0 0,-3 6-542 0 0,-13 8-23 0 0,12-2-26 0 0,1 6-43 0 0,0 1 0 0 0,1 1 1 0 0,1-1-1 0 0,0 17 0 0 0,2 4 14 0 0,7 46 0 0 0,-2-20-78 0 0,-3-52 2 0 0,2 7 8 0 0,10 45 6 0 0,3-8-2 0 0,-15-49 22 0 0,7 16 31 0 0,-9-20-73 0 0,0-1-1 0 0,0 1 1 0 0,0-1-1 0 0,0 1 1 0 0,0-1 0 0 0,0 1-1 0 0,0-1 1 0 0,0 1 0 0 0,0-1-1 0 0,0 1 1 0 0,1-1 0 0 0,-1 0-1 0 0,0 1 1 0 0,0-1-1 0 0,0 1 1 0 0,1-1 0 0 0,-1 1-1 0 0,0-1 1 0 0,1 0 0 0 0,-1 1-1 0 0,0-1 1 0 0,1 0 0 0 0,-1 1-1 0 0,0-1 1 0 0,1 0-1 0 0,-1 0 1 0 0,1 1 0 0 0,-1-1-1 0 0,1 0 1 0 0,-1 0 0 0 0,0 0-1 0 0,1 1 1 0 0,-1-1 0 0 0,1 0-1 0 0,-1 0 1 0 0,1 0-1 0 0,-1 0 1 0 0,1 0 0 0 0,-1 0-1 0 0,1 0 1 0 0,-1 0 0 0 0,1 0-1 0 0,-1 0 1 0 0,1 0-1 0 0,-1 0 1 0 0,1-1 0 0 0,-1 1-1 0 0,1 0 1 0 0,16-8 25 0 0,-17 8-27 0 0,4-2 6 0 0,-3-2-2 0 0,17-39 22 0 0,25-55 99 0 0,-41 94-76 0 0,1 0-57 0 0,1 0 13 0 0,0 0 1 0 0,1 0-1 0 0,-1 1 0 0 0,1-1 0 0 0,8-4 0 0 0,-9 6 28 0 0,1 3 15 0 0,2 1-34 0 0,0 0 1 0 0,1 0 0 0 0,-1 1 0 0 0,12 6 0 0 0,-3 5-5 0 0,-11-8-5 0 0,3 1-55 0 0,0 1 1 0 0,-1 0-1 0 0,0 0 1 0 0,0 1-1 0 0,0 0 0 0 0,-1 0 1 0 0,-1 0-1 0 0,0 1 0 0 0,0 0 1 0 0,-1 0-1 0 0,0 0 1 0 0,-1 1-1 0 0,0-1 0 0 0,0 1 1 0 0,-1 0-1 0 0,1 15 1 0 0,-3-7-692 0 0,0 1-1 0 0,-2-1 1 0 0,0 1 0 0 0,-1-1 0 0 0,-1 0 0 0 0,0 0 0 0 0,-15 36 0 0 0,0-10-3018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1:51.6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0 4252 0 0,'0'0'5971'0'0,"-2"4"-5528"0"0,0-1-383 0 0,0 0-1 0 0,1 1 1 0 0,0-1-1 0 0,0 1 0 0 0,0-1 1 0 0,0 1-1 0 0,0-1 1 0 0,1 1-1 0 0,-1-1 0 0 0,1 1 1 0 0,0 0-1 0 0,0-1 1 0 0,0 1-1 0 0,1 0 1 0 0,1 5-1 0 0,-2-2-22 0 0,22 204 45 0 0,0-71-4207 0 0,-21-133 2800 0 0,-1-1-988 0 0,2 29-1620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1:52.4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44 281 2696 0 0,'-1'-7'814'0'0,"-3"-59"605"0"0,4 60-1370 0 0,0 0-1 0 0,1 1 1 0 0,0-1 0 0 0,0 1 0 0 0,0-1-1 0 0,1 1 1 0 0,0-1 0 0 0,0 1-1 0 0,0 0 1 0 0,5-7 0 0 0,-1 1 57 0 0,-1 2-37 0 0,0 0 0 0 0,1 1-1 0 0,0-1 1 0 0,1 1 0 0 0,0 0 0 0 0,0 0-1 0 0,0 1 1 0 0,1 0 0 0 0,0 1-1 0 0,1-1 1 0 0,0 2 0 0 0,0-1 0 0 0,0 1-1 0 0,0 0 1 0 0,1 1 0 0 0,0 0 0 0 0,-1 1-1 0 0,2 0 1 0 0,-1 1 0 0 0,0 0-1 0 0,0 0 1 0 0,1 1 0 0 0,-1 0 0 0 0,14 1-1 0 0,-15 0-32 0 0,26 3 111 0 0,-25-1-111 0 0,0 0 0 0 0,0 0 0 0 0,-1 1 0 0 0,1 1 0 0 0,-1-1 0 0 0,0 2 1 0 0,0-1-1 0 0,0 1 0 0 0,15 12 0 0 0,-20-13-30 0 0,1 1 0 0 0,-1 0-1 0 0,0-1 1 0 0,-1 2 0 0 0,1-1 0 0 0,-1 0 0 0 0,0 1 0 0 0,0-1 0 0 0,0 1 0 0 0,-1 0 0 0 0,0 0 0 0 0,0 0-1 0 0,1 8 1 0 0,-3-3 21 0 0,0 0-1 0 0,0 0 1 0 0,-1 0-1 0 0,0-1 1 0 0,-1 1-1 0 0,0 0 1 0 0,-1-1-1 0 0,0 1 0 0 0,-1-1 1 0 0,0 0-1 0 0,0 0 1 0 0,-1 0-1 0 0,-1-1 1 0 0,-12 18-1 0 0,-2-4 252 0 0,-36 33 1 0 0,54-53-151 0 0,-2-1 13 0 0,-8 8 82 0 0,19-14 130 0 0,4-2-343 0 0,-1 1 0 0 0,1 0 0 0 0,11-4 0 0 0,46-7-310 0 0,-59 14 300 0 0,0 1 1 0 0,1 0 0 0 0,-1 1 0 0 0,0 0 0 0 0,18 3 0 0 0,-19-3-19 0 0,3 1 4 0 0,-9-1 13 0 0,0 0 0 0 0,0 0 1 0 0,0 1-1 0 0,0-1 0 0 0,0 0 0 0 0,0 1 0 0 0,0-1 1 0 0,0 1-1 0 0,0 0 0 0 0,0 0 0 0 0,0 0 1 0 0,0 0-1 0 0,1 1 0 0 0,7 3 2 0 0,-3-2 2 0 0,-5-2-1 0 0,1 0 0 0 0,-1 0 0 0 0,0 0 0 0 0,1 0 1 0 0,-1 1-1 0 0,0-1 0 0 0,0 1 0 0 0,0-1 0 0 0,3 4 1 0 0,16 16-7 0 0,-18-16 8 0 0,0 0 0 0 0,0 0 1 0 0,0 1-1 0 0,0 0 0 0 0,-1-1 1 0 0,0 1-1 0 0,0 0 0 0 0,0 0 1 0 0,-1 0-1 0 0,0 0 1 0 0,0 0-1 0 0,-1 1 0 0 0,1-1 1 0 0,-1 0-1 0 0,-1 0 0 0 0,1 0 1 0 0,-1 1-1 0 0,0-1 0 0 0,-3 7 1 0 0,0 3 4 0 0,-1 0 0 0 0,-1-1 0 0 0,-1 1 0 0 0,0-1 0 0 0,-1 0 0 0 0,-12 16 0 0 0,5-9 36 0 0,-2-1 0 0 0,-1 0-1 0 0,-1-2 1 0 0,0 0 0 0 0,-1-1 0 0 0,-1-1-1 0 0,-1-1 1 0 0,-1-1 0 0 0,0 0-1 0 0,0-2 1 0 0,-2-1 0 0 0,-44 16 0 0 0,62-26-1 0 0,-19 3 32 0 0,7-4-7 0 0,-47-7-5 0 0,57 4-73 0 0,1-1 1 0 0,-1 0-1 0 0,1 0 1 0 0,0-1-1 0 0,0 0 1 0 0,0 0-1 0 0,0-1 1 0 0,1 0-1 0 0,0-1 1 0 0,0 1-1 0 0,0-1 1 0 0,-7-9-1 0 0,5 5-61 0 0,0-1 0 0 0,1 0 0 0 0,1 0-1 0 0,0-1 1 0 0,0 1 0 0 0,-7-20 0 0 0,6 12-26 0 0,7 16 54 0 0,0 0-1 0 0,0 0 0 0 0,0 0 1 0 0,0-1-1 0 0,0 1 0 0 0,1 0 1 0 0,0-1-1 0 0,0-4 1 0 0,-1-6-205 0 0,0 1 0 0 0,1 0 0 0 0,1 0 1 0 0,1 0-1 0 0,0 0 0 0 0,0 0 1 0 0,1 0-1 0 0,8-20 0 0 0,-8 24-221 0 0,2 0 0 0 0,-1 0 0 0 0,1 1 0 0 0,1-1 1 0 0,-1 1-1 0 0,1 0 0 0 0,1 1 0 0 0,7-8 0 0 0,5-3-2402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1:53.6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172 89 1560 0 0,'0'0'976'0'0,"-1"-6"-160"0"0,0-18-180 0 0,1 18 371 0 0,-3 2-605 0 0,-7-11-66 0 0,7 11 215 0 0,-9 0-213 0 0,11 3-312 0 0,0 0 0 0 0,1 1 0 0 0,-1 0 0 0 0,0-1 0 0 0,0 1 0 0 0,0-1 0 0 0,1 1 0 0 0,-1 0 1 0 0,0 0-1 0 0,0-1 0 0 0,0 1 0 0 0,0 0 0 0 0,0 0 0 0 0,0 0 0 0 0,1 0 0 0 0,-1 0 0 0 0,0 0 0 0 0,0 0 1 0 0,0 0-1 0 0,0 1 0 0 0,0-1 0 0 0,0 0 0 0 0,-1 1 0 0 0,-3 0 33 0 0,-1 1 0 0 0,0-1 1 0 0,0 2-1 0 0,1-1 0 0 0,-1 0 0 0 0,1 1 0 0 0,-1 0 0 0 0,1 1 1 0 0,0-1-1 0 0,0 1 0 0 0,1 0 0 0 0,-1 0 0 0 0,1 0 0 0 0,0 1 1 0 0,-6 8-1 0 0,-12 19-137 0 0,20-28 126 0 0,1 1 16 0 0,-5 15-12 0 0,5-14-18 0 0,1-1-11 0 0,5 44-104 0 0,-3-44 38 0 0,0-1 1 0 0,6 12-3 0 0,-6-12-8 0 0,1-1 4 0 0,-3-2 84 0 0,2 1-57 0 0,-1 0-1 0 0,0 0 0 0 0,1 0 1 0 0,-1 0-1 0 0,1 0 1 0 0,-1-1-1 0 0,1 1 1 0 0,0-1-1 0 0,0 1 0 0 0,0-1 1 0 0,0 0-1 0 0,0 0 1 0 0,0 0-1 0 0,0 0 1 0 0,0 0-1 0 0,0 0 0 0 0,1 0 1 0 0,3 0-1 0 0,18-1-14 0 0,-19 0-104 0 0,16-10 332 0 0,-17 7-98 0 0,11-9-9 0 0,-11 9-92 0 0,-1-1-126 0 0,23-39 482 0 0,-24 38-252 0 0,4-13-186 0 0,-4 14 65 0 0,-1 0 291 0 0,0 0-107 0 0,4-10 191 0 0,-4 14-325 0 0,-1 0 0 0 0,1 0 0 0 0,-1 0 0 0 0,1 0 0 0 0,0 0 0 0 0,-1 0 0 0 0,1 0 0 0 0,-1 0 0 0 0,1 0 0 0 0,-1 0 0 0 0,1 0 0 0 0,-1 0 0 0 0,1 1 0 0 0,0-1 0 0 0,-1 0 0 0 0,1 0 0 0 0,-1 1 0 0 0,0-1 0 0 0,1 0 0 0 0,-1 1 0 0 0,1-1 0 0 0,-1 0 0 0 0,1 1 0 0 0,-1-1 0 0 0,1 2 0 0 0,2 0 0 0 0,-3 0-25 0 0,1-1 1 0 0,-1 1-1 0 0,1 0 0 0 0,0-1 0 0 0,-1 1 0 0 0,1-1 0 0 0,0 1 1 0 0,0-1-1 0 0,0 1 0 0 0,0-1 0 0 0,0 0 0 0 0,0 1 1 0 0,1-1-1 0 0,2 2 0 0 0,-3-2-29 0 0,0 0 1 0 0,0-1-1 0 0,0 1 1 0 0,0 0-1 0 0,0 0 0 0 0,0 1 1 0 0,-1-1-1 0 0,1 0 1 0 0,0 0-1 0 0,-1 0 1 0 0,1 0-1 0 0,0 1 0 0 0,0 1 1 0 0,-1-3 14 0 0,0 1-1 0 0,0 0 1 0 0,1-1 0 0 0,-1 1 0 0 0,0-1-1 0 0,0 1 1 0 0,1-1 0 0 0,-1 1-1 0 0,0-1 1 0 0,1 0 0 0 0,-1 1 0 0 0,0-1-1 0 0,1 1 1 0 0,-1-1 0 0 0,1 0 0 0 0,-1 1-1 0 0,1-1 1 0 0,-1 0 0 0 0,1 1 0 0 0,-1-1-1 0 0,1 0 1 0 0,-1 0 0 0 0,2 1 0 0 0,9 7-452 0 0,-10-7 398 0 0,0 0 0 0 0,0 0 0 0 0,1 0 0 0 0,-1 0-1 0 0,1-1 1 0 0,-1 1 0 0 0,1 0 0 0 0,-1-1-1 0 0,1 1 1 0 0,-1-1 0 0 0,4 1 0 0 0,-5-1-7 0 0,4 2-420 0 0,2-2-519 0 0,16 0 444 0 0,-17 0 41 0 0,0-1 47 0 0,37-18-684 0 0,-38 16 1004 0 0,-1 0 36 0 0,10-11 69 0 0,-10 10 78 0 0,-1 0 39 0 0,8-11 3 0 0,-8 11 44 0 0,0 0 35 0 0,5-14 22 0 0,-5 14 11 0 0,6-17 739 0 0,-6 17-845 0 0,5-13-25 0 0,-5 13-46 0 0,2-3 39 0 0,-4 6-25 0 0,0 1 0 0 0,0-1-1 0 0,0 1 1 0 0,0 0 0 0 0,0-1 0 0 0,0 1 0 0 0,0-1 0 0 0,0 1 0 0 0,1-1 0 0 0,-1 1 0 0 0,0 0 0 0 0,0-1 0 0 0,0 1 0 0 0,0-1 0 0 0,1 1 0 0 0,-1 0-1 0 0,0-1 1 0 0,0 1 0 0 0,1 0 0 0 0,-1-1 0 0 0,0 1 0 0 0,1 0 0 0 0,-1-1 0 0 0,0 1 0 0 0,1 0 0 0 0,-1 0 0 0 0,1-1 0 0 0,-1 1 0 0 0,0 0-1 0 0,1 0 1 0 0,-1 0 0 0 0,1 0 0 0 0,-1-1 0 0 0,0 1 0 0 0,1 0 0 0 0,-1 0 0 0 0,1 0 0 0 0,0 0 0 0 0,22 3 351 0 0,-21 1-239 0 0,3 12-4 0 0,-3-12 73 0 0,1 22-12 0 0,-3-20 68 0 0,0-1-143 0 0,0 15 11 0 0,0-14 319 0 0,0-1-262 0 0,-1 16 36 0 0,1-16 602 0 0,-3 0-616 0 0,3-4-173 0 0,0 0 1 0 0,0-1 0 0 0,0 1-1 0 0,0-1 1 0 0,-1 1-1 0 0,1 0 1 0 0,0-1 0 0 0,0 1-1 0 0,0-1 1 0 0,-1 1-1 0 0,1 0 1 0 0,0-1 0 0 0,-1 1-1 0 0,1-1 1 0 0,-1 1-1 0 0,1-1 1 0 0,0 0 0 0 0,-1 1-1 0 0,1-1 1 0 0,-1 1-1 0 0,1-1 1 0 0,-1 0 0 0 0,0 1-1 0 0,0-1 1 0 0,-1-2-47 0 0,1-1-1 0 0,-1 0 1 0 0,1 1 0 0 0,-1-1-1 0 0,1 0 1 0 0,0 0 0 0 0,0 0 0 0 0,0 0-1 0 0,0 0 1 0 0,1 0 0 0 0,-1 0-1 0 0,1-5 1 0 0,-1 2-110 0 0,2 1-10 0 0,1-11-7 0 0,1 0 1 0 0,1 0-1 0 0,0 1 1 0 0,9-19-1 0 0,-12 30 101 0 0,2 0 10 0 0,-3 3 47 0 0,1-1-9 0 0,1-1 1 0 0,-1 1 0 0 0,0 0 0 0 0,1-1 0 0 0,-1 1 0 0 0,1 0 0 0 0,0 0-1 0 0,-1 0 1 0 0,1 0 0 0 0,0 0 0 0 0,0 0 0 0 0,0 1 0 0 0,1-1 0 0 0,-1 1-1 0 0,0-1 1 0 0,1 1 0 0 0,-1 0 0 0 0,1 0 0 0 0,-1 0 0 0 0,4-1 0 0 0,0 3 19 0 0,18-2 32 0 0,-20 5-233 0 0,1 1 248 0 0,0 1 1 0 0,0-1-1 0 0,0 1 0 0 0,-1 1 1 0 0,0-1-1 0 0,0 1 1 0 0,-1-1-1 0 0,5 12 1 0 0,10 58-101 0 0,-17-71-70 0 0,0 1-60 0 0,7 47-1602 0 0,-8-48 937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1:53.9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3356 0 0,'0'0'5820'0'0,"2"5"-5414"0"0,22 48 488 0 0,-8-8-610 0 0,12 37-1047 0 0,56 112 0 0 0,-81-189 295 0 0,0-1 1 0 0,0 0-1 0 0,1 0 1 0 0,-1 0 0 0 0,1 0-1 0 0,0-1 1 0 0,0 0 0 0 0,0 1-1 0 0,0-1 1 0 0,1-1-1 0 0,-1 1 1 0 0,6 2 0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1:54.4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239 5 2568 0 0,'0'0'1787'0'0,"-4"-1"-1124"0"0,2 0-584 0 0,0 0 0 0 0,0 1 1 0 0,0-1-1 0 0,0 1 0 0 0,0 0 1 0 0,0 0-1 0 0,0 0 0 0 0,0 0 0 0 0,0 0 1 0 0,0 0-1 0 0,1 0 0 0 0,-1 0 1 0 0,0 1-1 0 0,0-1 0 0 0,0 1 0 0 0,0 0 1 0 0,0-1-1 0 0,0 1 0 0 0,1 0 1 0 0,-1 0-1 0 0,0 0 0 0 0,1 0 0 0 0,-1 0 1 0 0,0 1-1 0 0,-1 1 0 0 0,-30 23 356 0 0,1 2 0 0 0,1 2-1 0 0,-30 37 1 0 0,59-64-373 0 0,-1 0-24 0 0,-4 3-138 0 0,-8 13 585 0 0,15-19-476 0 0,0 1-1 0 0,0-1 1 0 0,0 1 0 0 0,0-1 0 0 0,0 1 0 0 0,0-1 0 0 0,0 1 0 0 0,1-1 0 0 0,-1 0 0 0 0,0 1 0 0 0,0-1 0 0 0,0 1 0 0 0,1-1 0 0 0,-1 1 0 0 0,0-1-1 0 0,0 0 1 0 0,1 1 0 0 0,-1-1 0 0 0,0 0 0 0 0,1 1 0 0 0,-1-1 0 0 0,1 0 0 0 0,-1 1 0 0 0,0-1 0 0 0,1 0 0 0 0,-1 0 0 0 0,1 0 0 0 0,-1 1 0 0 0,1-1 0 0 0,-1 0-1 0 0,0 0 1 0 0,1 0 0 0 0,-1 0 0 0 0,1 0 0 0 0,-1 0 0 0 0,1 0 0 0 0,-1 0 0 0 0,1 0 0 0 0,-1 0 0 0 0,1 0 0 0 0,-1 0 0 0 0,1 0 0 0 0,0-1 0 0 0,3 2 55 0 0,1 1 1 0 0,9 5 87 0 0,0 1-1 0 0,19 16 1 0 0,-27-20-129 0 0,64 51 52 0 0,-56-46-380 0 0,0-1 0 0 0,0 0 0 0 0,1 0 0 0 0,24 8 0 0 0,-34-14-87 0 0,2-2-38 0 0,6 1-316 0 0,1-1 0 0 0,-1 0 0 0 0,0-1 1 0 0,1 0-1 0 0,-1-1 0 0 0,21-6 0 0 0,6-6-2024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1:54.7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74 1 2596 0 0,'0'0'1018'0'0,"-4"1"-152"0"0,0 1-567 0 0,-1-1-1 0 0,2 1 0 0 0,-1 0 0 0 0,0 0 0 0 0,0 1 0 0 0,1-1 0 0 0,-7 6 0 0 0,7-5 124 0 0,1 2-18 0 0,-6 15 10 0 0,6-15-108 0 0,1 0-54 0 0,-1 1-165 0 0,2 1 1 0 0,-1-1 0 0 0,0 1 0 0 0,1-1-1 0 0,1 1 1 0 0,-1 0 0 0 0,1-1-1 0 0,0 0 1 0 0,0 1 0 0 0,4 10 0 0 0,0-5-28 0 0,0 0 1 0 0,1 0 0 0 0,0-1 0 0 0,1 0-1 0 0,12 14 1 0 0,5 11-72 0 0,-22-33 30 0 0,0 2-15 0 0,-1-3-31 0 0,0-1-44 0 0,-1 1 0 0 0,1-1 0 0 0,0 1 0 0 0,-1-1-1 0 0,1 1 1 0 0,-1 0 0 0 0,0-1 0 0 0,1 1 0 0 0,-1 0 0 0 0,0-1-1 0 0,0 1 1 0 0,0 0 0 0 0,0-1 0 0 0,-1 1 0 0 0,1 0-1 0 0,0-1 1 0 0,-1 1 0 0 0,1-1 0 0 0,-1 1 0 0 0,1-1 0 0 0,-1 1-1 0 0,0-1 1 0 0,1 1 0 0 0,-1-1 0 0 0,0 1 0 0 0,0-1 0 0 0,0 0-1 0 0,0 1 1 0 0,-2 0 0 0 0,3-2 56 0 0,-8 8-734 0 0,0-1 0 0 0,-1 0 0 0 0,0-1 0 0 0,-13 7 0 0 0,-13 5-3293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1:56.6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235 36 1980 0 0,'-20'-7'561'0'0,"0"0"0"0"0,0 1 0 0 0,0 1-1 0 0,-1 1 1 0 0,-24-2 0 0 0,44 5-535 0 0,-1 1-1 0 0,1 0 0 0 0,-1 0 1 0 0,1 0-1 0 0,-1 0 0 0 0,1 0 1 0 0,-1 0-1 0 0,1 1 1 0 0,-1-1-1 0 0,1 0 0 0 0,0 1 1 0 0,-1-1-1 0 0,-1 2 0 0 0,-1 0 38 0 0,3-2-48 0 0,0 0 1 0 0,0 1-1 0 0,0-1 1 0 0,0 1-1 0 0,0-1 1 0 0,0 1-1 0 0,0-1 1 0 0,0 1 0 0 0,0-1-1 0 0,0 1 1 0 0,0 0-1 0 0,0 0 1 0 0,1-1-1 0 0,-1 1 1 0 0,0 0 0 0 0,1 0-1 0 0,-1 0 1 0 0,0 0-1 0 0,1 0 1 0 0,-1 1-1 0 0,0 0 42 0 0,-4 8 190 0 0,2-4-156 0 0,2-4-52 0 0,0 0 0 0 0,0 0-1 0 0,1 0 1 0 0,-1 0 0 0 0,0 1 0 0 0,1-1 0 0 0,-1 0 0 0 0,1 0 0 0 0,0 0-1 0 0,0 1 1 0 0,0-1 0 0 0,0 0 0 0 0,0 0 0 0 0,1 4 0 0 0,3 30 149 0 0,2 0 0 0 0,1-1 0 0 0,2 0 0 0 0,2 0 0 0 0,1-1 0 0 0,23 47 0 0 0,120 199 419 0 0,-137-250-559 0 0,75 126 196 0 0,399 721 188 0 0,-451-789-402 0 0,43 135-1 0 0,-65-160-24 0 0,-3 1 0 0 0,-3 0-1 0 0,5 77 1 0 0,-15-99 5 0 0,-2 1 0 0 0,-2-1 0 0 0,-2 1 0 0 0,-1-1 0 0 0,-19 73 0 0 0,14-82 13 0 0,-2-1 0 0 0,-1 0-1 0 0,-2-1 1 0 0,-1 0 0 0 0,-1-1-1 0 0,-2-1 1 0 0,-41 52 0 0 0,32-50 0 0 0,-1-1 1 0 0,-2-2 0 0 0,-1-1 0 0 0,-1-2 0 0 0,-1-1 0 0 0,-1-1-1 0 0,-1-2 1 0 0,-65 28 0 0 0,51-29-13 0 0,-1-2 0 0 0,0-3 1 0 0,-1-1-1 0 0,0-3 0 0 0,-1-3 0 0 0,-65 4 0 0 0,93-10 58 0 0,-9-5 66 0 0,10 0-18 0 0,17 2 3 0 0,2 0-39 0 0,-14-6-17 0 0,14 5 53 0 0,20-11-64 0 0,-7 10-46 0 0,14 4-5 0 0,-1 2 1 0 0,1 0-1 0 0,-1 2 0 0 0,0 0 1 0 0,0 1-1 0 0,0 2 0 0 0,-1 0 0 0 0,0 1 1 0 0,0 1-1 0 0,-1 1 0 0 0,-1 1 1 0 0,27 21-1 0 0,18 18-3 0 0,-3 2 0 0 0,63 73 0 0 0,-36-27-13 0 0,128 187 1 0 0,43 127-16 0 0,-139-210-37 0 0,263 402 330 0 0,-323-523-356 0 0,4-3-1 0 0,4-2 1 0 0,3-4 0 0 0,157 126-1 0 0,-131-130-1012 0 0,134 69-1 0 0,0-23-3655 0 0,-161-84 977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1:57.9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1 917 2144 0 0,'0'0'4102'0'0,"5"-4"-3579"0"0,34-21-147 0 0,1 1 1 0 0,76-32-1 0 0,-48 24-255 0 0,1178-528 2359 0 0,-979 446-2961 0 0,-185 79-297 0 0,63-28-5115 0 0,-139 60 2586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1:58.0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189 15 1608 0 0,'0'0'690'0'0,"-5"0"-139"0"0,-16 0-112 0 0,16 0 928 0 0,-1 0-1140 0 0,-12-3 862 0 0,15 0 1015 0 0,16-2-951 0 0,13 2-875 0 0,-21 2-4 0 0,0 3-148 0 0,14 5-29 0 0,-15-6-90 0 0,7 17 125 0 0,-11-17-132 0 0,1 0-1 0 0,-1 0 1 0 0,1 0-1 0 0,-1 1 1 0 0,1-1 0 0 0,-1 0-1 0 0,1 0 1 0 0,-1 0-1 0 0,0 1 1 0 0,0-1-1 0 0,0 0 1 0 0,0 0-1 0 0,0 0 1 0 0,0 1-1 0 0,0-1 1 0 0,0 0 0 0 0,0 2-1 0 0,-1 1 6 0 0,-2 9-64 0 0,-6 8-507 0 0,-2 0 1 0 0,-1-1-1 0 0,0 0 0 0 0,-1-1 0 0 0,-2-1 0 0 0,1 0 0 0 0,-2-1 0 0 0,-1 0 1 0 0,-21 16-1 0 0,-18 15-3816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2:00.0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730 51 2124 0 0,'-10'-6'488'0'0,"4"1"-240"0"0,-1 0 0 0 0,-1 1 0 0 0,1 0 0 0 0,0 0 1 0 0,-1 1-1 0 0,0 0 0 0 0,0 0 0 0 0,0 1 0 0 0,0 0 1 0 0,-13-2-1 0 0,12 2-146 0 0,6 1-66 0 0,0 1 1 0 0,0-1-1 0 0,0 1 0 0 0,0-1 1 0 0,0 1-1 0 0,-1 0 0 0 0,1 0 1 0 0,0 0-1 0 0,0 1 0 0 0,0-1 1 0 0,-4 2-1 0 0,-14 1 70 0 0,1 2 1 0 0,-1 1-1 0 0,1 0 1 0 0,1 1-1 0 0,-1 1 1 0 0,1 1-1 0 0,-20 13 1 0 0,13-2 44 0 0,0 1-1 0 0,2 2 1 0 0,0 0 0 0 0,1 1-1 0 0,2 2 1 0 0,1 0 0 0 0,0 1-1 0 0,2 1 1 0 0,-20 44 0 0 0,10-14 79 0 0,4 2 0 0 0,2 1 1 0 0,-26 120-1 0 0,35-112-118 0 0,3 1 0 0 0,3 0-1 0 0,4 139 1 0 0,7-153-71 0 0,2 0 0 0 0,3 0 0 0 0,2-1 0 0 0,2 0-1 0 0,31 77 1 0 0,-35-110-38 0 0,1 1-1 0 0,1-1 0 0 0,1-1 0 0 0,1 0 1 0 0,1-1-1 0 0,1-1 0 0 0,1 0 1 0 0,0-1-1 0 0,20 17 0 0 0,-25-25 8 0 0,1-1-1 0 0,0-1 1 0 0,0 0-1 0 0,1-1 1 0 0,0 0-1 0 0,0-1 0 0 0,1 0 1 0 0,0-1-1 0 0,0-1 1 0 0,0 0-1 0 0,0-1 0 0 0,0-1 1 0 0,1 0-1 0 0,0 0 1 0 0,-1-2-1 0 0,24-1 1 0 0,-11-2 6 0 0,0-2 1 0 0,0 0 0 0 0,-1-2 0 0 0,0-1 0 0 0,0 0 0 0 0,0-3 0 0 0,-1 0 0 0 0,-1-1 0 0 0,0-1 0 0 0,22-17-1 0 0,-28 17-12 0 0,-2 0 0 0 0,0-1-1 0 0,0 0 1 0 0,-1-1-1 0 0,-1-1 1 0 0,-1 0-1 0 0,0-1 1 0 0,-1-1-1 0 0,-1 0 1 0 0,-1 0-1 0 0,0-1 1 0 0,-1-1-1 0 0,9-30 1 0 0,-9 11-19 0 0,-1 0 1 0 0,5-71-1 0 0,-9-77 128 0 0,-4 164-48 0 0,0 17-43 0 0,0 1-9 0 0,0-17-7 0 0,0 17 220 0 0,0 12-147 0 0,7 84 102 0 0,4 1-1 0 0,25 96 1 0 0,67 183-103 0 0,-65-255-37 0 0,60 224 112 0 0,-96-334-201 0 0,-1-2-33 0 0,-1 0 1004 0 0,1 10-4154 0 0,-1-14 3096 0 0,0 0 0 0 0,-1 0 0 0 0,1 0-1 0 0,0 0 1 0 0,0 0 0 0 0,-1 0 0 0 0,1 0-1 0 0,0 0 1 0 0,-1 0 0 0 0,1 0 0 0 0,0 0 0 0 0,-1 0-1 0 0,1 0 1 0 0,0 0 0 0 0,-1 0 0 0 0,1 0 0 0 0,0 0-1 0 0,-1 0 1 0 0,1 0 0 0 0,0 0 0 0 0,0-1 0 0 0,-1 1-1 0 0,1 0 1 0 0,0 0 0 0 0,-1 0 0 0 0,1 0-1 0 0,0-1 1 0 0,0 1 0 0 0,-1 0 0 0 0,1 0 0 0 0,0-1-1 0 0,0 1 1 0 0,0 0 0 0 0,0 0 0 0 0,-1-1 0 0 0,1 1-1 0 0,0 0 1 0 0,0-1 0 0 0,0 1 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2:00.4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8 328 1480 0 0,'-2'3'816'0'0,"1"-3"-734"0"0,1 0 1 0 0,0 0-1 0 0,-1 0 0 0 0,1 1 0 0 0,0-1 0 0 0,0 0 1 0 0,-1 0-1 0 0,1 0 0 0 0,0 0 0 0 0,0 1 0 0 0,-1-1 1 0 0,1 0-1 0 0,0 0 0 0 0,0 1 0 0 0,0-1 1 0 0,-1 0-1 0 0,1 0 0 0 0,0 1 0 0 0,0-1 0 0 0,0 0 1 0 0,0 1-1 0 0,0-1 0 0 0,0 0 0 0 0,0 1 0 0 0,-1-1 1 0 0,1 0-1 0 0,0 0 0 0 0,0 1 0 0 0,0-1 0 0 0,0 0 1 0 0,0 1-1 0 0,0-1 0 0 0,1 0 0 0 0,-1 1 0 0 0,0-1 1 0 0,0 0-1 0 0,0 1 0 0 0,0-1 0 0 0,0 0 0 0 0,0 0 1 0 0,0 1-1 0 0,1-1 0 0 0,-1 0 0 0 0,0 0 1 0 0,0 1-1 0 0,0-1 0 0 0,1 0 0 0 0,-1 0 0 0 0,1 1 1 0 0,20-2 1411 0 0,-12-2-1388 0 0,-1-1-1 0 0,1 0 0 0 0,-1 0 0 0 0,0 0 0 0 0,0-1 1 0 0,0-1-1 0 0,10-9 0 0 0,8-4 93 0 0,99-68 439 0 0,53-33-154 0 0,-58 51-3401 0 0,-116 67 1895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2:00.9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0 226 2552 0 0,'0'0'2640'0'0,"2"-4"-2191"0"0,17-17 1322 0 0,-8 12-1368 0 0,-6 10-248 0 0,2 2-112 0 0,-1 0 0 0 0,1 1 0 0 0,-1-1 0 0 0,0 1 0 0 0,0 0 0 0 0,0 1 0 0 0,-1-1 1 0 0,0 1-1 0 0,1 0 0 0 0,-2 1 0 0 0,7 7 0 0 0,22 39 52 0 0,-22-33-48 0 0,0 0 0 0 0,8 25 0 0 0,-18-40-45 0 0,0 0-40 0 0,11 35 654 0 0,-11-35 175 0 0,-2-5-786 0 0,-1 0 0 0 0,1 0 0 0 0,-1 0 0 0 0,1 0 0 0 0,0 0 0 0 0,-1 0 0 0 0,1-1 0 0 0,0 1 0 0 0,0 0 0 0 0,-2-3 0 0 0,-1-3 24 0 0,2 0-43 0 0,-1-1 4 0 0,0 0-1 0 0,1-1 0 0 0,0 1 0 0 0,0-1 1 0 0,1 1-1 0 0,0-1 0 0 0,0-12 0 0 0,2 9 22 0 0,-1-34-60 0 0,1 20-222 0 0,2 0-1 0 0,0 0 1 0 0,9-28-1 0 0,-9 41 53 0 0,1 1 0 0 0,1-1 0 0 0,0 1 0 0 0,0 0 0 0 0,1 0 0 0 0,1 0 0 0 0,0 1 0 0 0,12-15 0 0 0,-16 23 11 0 0,6-3-132 0 0,-9 6 321 0 0,0-1 0 0 0,0 1 0 0 0,1-1 0 0 0,-1 1 0 0 0,0 0 0 0 0,1-1 1 0 0,-1 1-1 0 0,0 0 0 0 0,1-1 0 0 0,-1 1 0 0 0,1 0 0 0 0,-1 0 0 0 0,1-1 0 0 0,-1 1 0 0 0,0 0 0 0 0,1 0 0 0 0,-1 0 0 0 0,1-1 0 0 0,-1 1 0 0 0,1 0 0 0 0,-1 0 0 0 0,1 0 1 0 0,-1 0-1 0 0,1 0 0 0 0,-1 0 0 0 0,1 0 0 0 0,-1 0 0 0 0,1 0 0 0 0,-1 0 0 0 0,1 0 0 0 0,-1 1 0 0 0,1-1 0 0 0,0 0 0 0 0,2 2-117 0 0,0-1-1 0 0,0 1 0 0 0,-1-1 1 0 0,1 1-1 0 0,0 0 0 0 0,0 0 1 0 0,-1 1-1 0 0,1-1 0 0 0,-1 0 1 0 0,0 1-1 0 0,0-1 0 0 0,0 1 1 0 0,0 0-1 0 0,0 0 1 0 0,-1 0-1 0 0,1 0 0 0 0,1 3 1 0 0,-2-1-378 0 0,7 13-862 0 0,-7-15-26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2:01.4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14 206 724 0 0,'0'0'1212'0'0,"2"-4"-738"0"0,4-13-27 0 0,-5 12 838 0 0,0 0-893 0 0,1-14-27 0 0,-2 14 1064 0 0,0 0-1270 0 0,-1-13-16 0 0,1 13 641 0 0,-3 7-657 0 0,0 3-71 0 0,1-1 0 0 0,0 0-1 0 0,-1 1 1 0 0,1-1-1 0 0,1 1 1 0 0,-1 0 0 0 0,1-1-1 0 0,0 1 1 0 0,0 0 0 0 0,0 0-1 0 0,0 6 1 0 0,1-6-22 0 0,0-5-29 0 0,-1 1 0 0 0,1 0-1 0 0,0 0 1 0 0,0 0 0 0 0,0 0 0 0 0,0 0-1 0 0,0 0 1 0 0,0-1 0 0 0,0 1-1 0 0,0 0 1 0 0,0 0 0 0 0,0 0-1 0 0,0 0 1 0 0,0 0 0 0 0,1 0-1 0 0,-1-1 1 0 0,0 1 0 0 0,1 0-1 0 0,0 1 1 0 0,2 12 61 0 0,-1-9-71 0 0,-1-1 0 0 0,1 1 0 0 0,0-1 0 0 0,1 1-1 0 0,-1-1 1 0 0,1 0 0 0 0,0 0 0 0 0,0 0 0 0 0,4 3 0 0 0,-7-6 13 0 0,4 3 111 0 0,0-2-106 0 0,12 7-26 0 0,-12-7-13 0 0,2-1 30 0 0,-1-1-4 0 0,-1 1 1 0 0,1-1 0 0 0,-1 0-1 0 0,1 0 1 0 0,-1-1 0 0 0,1 1-1 0 0,-1-1 1 0 0,1 0 0 0 0,-1 0-1 0 0,0 0 1 0 0,1-1 0 0 0,-1 1-1 0 0,0-1 1 0 0,0 0 0 0 0,0-1-1 0 0,0 1 1 0 0,-1-1 0 0 0,1 1-1 0 0,-1-1 1 0 0,1 0 0 0 0,-1 0-1 0 0,6-8 1 0 0,-4 3 20 0 0,0 0 1 0 0,-1 0-1 0 0,1-1 1 0 0,-2 1-1 0 0,1-1 0 0 0,-1 0 1 0 0,0 0-1 0 0,-1 0 0 0 0,0-1 1 0 0,-1 1-1 0 0,0-1 1 0 0,0 1-1 0 0,-1-1 0 0 0,0 1 1 0 0,-1-1-1 0 0,0 1 0 0 0,-4-15 1 0 0,2 15-18 0 0,-1 1 1 0 0,0-1 0 0 0,0 1-1 0 0,-1 0 1 0 0,-7-9 0 0 0,9 15-44 0 0,-16-6 42 0 0,15 6-9 0 0,0 2-4 0 0,1 1 1 0 0,-1-1 0 0 0,0 1-1 0 0,0 0 1 0 0,0 0-1 0 0,0 0 1 0 0,1 0 0 0 0,-1 1-1 0 0,0-1 1 0 0,1 1-1 0 0,0 0 1 0 0,-1 0-1 0 0,1 1 1 0 0,0-1 0 0 0,0 0-1 0 0,0 1 1 0 0,0 0-1 0 0,-4 5 1 0 0,2-1-291 0 0,0 0 1 0 0,1-1-1 0 0,0 1 1 0 0,0 1-1 0 0,1-1 1 0 0,-5 15-1 0 0,7-17-341 0 0,4 19-2593 0 0,-3-19 582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2:02.2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0 295 1680 0 0,'2'-3'1182'0'0,"3"-12"-218"0"0,-3 12 899 0 0,-1-1-1477 0 0,6-8 390 0 0,-1 24 813 0 0,-4-8-1456 0 0,-1 0-21 0 0,5 14-18 0 0,-5-14 1 0 0,1 1-27 0 0,15 40 73 0 0,-15-41-115 0 0,1 1-3 0 0,9 15-4 0 0,-9-16-9 0 0,0 0 0 0 0,10 12 5 0 0,-10-13-7 0 0,-2-2-6 0 0,1-1-1 0 0,-1 1 0 0 0,1 0 1 0 0,-1-1-1 0 0,0 1 0 0 0,1 0 1 0 0,-1 0-1 0 0,0 0 1 0 0,0 0-1 0 0,0 0 0 0 0,1 0 1 0 0,0 2-1 0 0,-1-2 3 0 0,3 2 29 0 0,0-2-44 0 0,15 5 41 0 0,-18-6-30 0 0,0 0 1 0 0,1 1-1 0 0,-1-1 1 0 0,0 0 0 0 0,1 1-1 0 0,-1-1 1 0 0,0 0-1 0 0,1 0 1 0 0,-1 0 0 0 0,0 0-1 0 0,1-1 1 0 0,-1 1 0 0 0,0 0-1 0 0,1 0 1 0 0,-1-1-1 0 0,0 1 1 0 0,3-2 0 0 0,-1 1-6 0 0,2 0-27 0 0,15-14 80 0 0,-15 12-18 0 0,-3-1-22 0 0,4-5-14 0 0,0-1 0 0 0,-1 1 0 0 0,0-1 0 0 0,-1 0 0 0 0,5-20 0 0 0,-6 24 5 0 0,4-42-4 0 0,-4 24 9 0 0,-3 19 6 0 0,0-1-2 0 0,-3-52-20 0 0,3 53 11 0 0,-2 1-18 0 0,-4-10 15 0 0,5 11 39 0 0,0 8 3 0 0,-1 31-125 0 0,5-28 38 0 0,-1-3 18 0 0,-1-1 35 0 0,1 1 1 0 0,-1-1 0 0 0,1 0-1 0 0,-1 1 1 0 0,1-1 0 0 0,1 0 0 0 0,-1 0-1 0 0,0 0 1 0 0,1-1 0 0 0,0 1 0 0 0,0-1-1 0 0,0 1 1 0 0,0-1 0 0 0,1 0 0 0 0,-1 0-1 0 0,1 0 1 0 0,4 2 0 0 0,1 2-74 0 0,-5-5 75 0 0,0 1 0 0 0,-1-1 0 0 0,1 0 0 0 0,0-1 0 0 0,0 1 0 0 0,0 0 1 0 0,0-1-1 0 0,0 0 0 0 0,0 0 0 0 0,1 0 0 0 0,-1-1 0 0 0,6 1 0 0 0,-4-1-24 0 0,0-1 1 0 0,1 1 0 0 0,-1-1-1 0 0,1 0 1 0 0,-1 0-1 0 0,0-1 1 0 0,0 0-1 0 0,0 0 1 0 0,0-1-1 0 0,0 1 1 0 0,0-1 0 0 0,-1 0-1 0 0,1-1 1 0 0,-1 0-1 0 0,0 1 1 0 0,0-2-1 0 0,0 1 1 0 0,-1 0-1 0 0,6-7 1 0 0,-5 4 16 0 0,-1 0 0 0 0,1-1 0 0 0,-1 0 0 0 0,-1 0 1 0 0,1 0-1 0 0,-1 0 0 0 0,-1 0 0 0 0,1 0 0 0 0,-2-1 0 0 0,1 1 0 0 0,-1-1 0 0 0,0 0 1 0 0,-1 1-1 0 0,-1-16 0 0 0,-3-21 21 0 0,3 40 43 0 0,0 0 65 0 0,-3-15-120 0 0,3 14-10 0 0,-1 2-50 0 0,-4-15 43 0 0,5 15 327 0 0,0 9-226 0 0,1 9-49 0 0,0 0 0 0 0,1 0-1 0 0,0 0 1 0 0,1 0 0 0 0,7 23 0 0 0,28 77 252 0 0,-25-77-263 0 0,1 1-196 0 0,1-1 0 0 0,1-1 0 0 0,3 0 0 0 0,1-1 0 0 0,33 48 0 0 0,-49-80-377 0 0,1 1 0 0 0,-1 0 0 0 0,0-1 0 0 0,1 1 0 0 0,0-1 0 0 0,7 5 0 0 0,-8-6 468 0 0,0 0-1842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2:02.5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93 1912 0 0,'-1'-4'713'0'0,"-3"-12"-125"0"0,3 12 460 0 0,2-2-837 0 0,3-17-45 0 0,-3 17 101 0 0,1 3-157 0 0,1-1-43 0 0,1 1 0 0 0,-1 0 1 0 0,1 0-1 0 0,-1 0 0 0 0,1 0 0 0 0,0 0 0 0 0,6-2 1 0 0,-5 3 94 0 0,0 1 3 0 0,0 1-135 0 0,1 0 1 0 0,0 0 0 0 0,0 0-1 0 0,0 0 1 0 0,-1 1 0 0 0,1 0-1 0 0,0 0 1 0 0,-1 0-1 0 0,1 1 1 0 0,-1 0 0 0 0,1 0-1 0 0,-1 0 1 0 0,0 1 0 0 0,0 0-1 0 0,0 0 1 0 0,0 0-1 0 0,-1 1 1 0 0,1-1 0 0 0,-1 1-1 0 0,0 0 1 0 0,0 0-1 0 0,0 1 1 0 0,-1-1 0 0 0,1 1-1 0 0,2 5 1 0 0,-2-4 6 0 0,-1 0 0 0 0,0 1 0 0 0,0-1-1 0 0,-1 1 1 0 0,0-1 0 0 0,0 1 0 0 0,-1 0 0 0 0,1 0 0 0 0,-1 0-1 0 0,-1 11 1 0 0,-3-1 18 0 0,-2-1-1 0 0,-1 0 0 0 0,0 0 0 0 0,-8 16 1 0 0,7-22-85 0 0,0 1 1 0 0,0-1-1 0 0,-14 15 1 0 0,-14 9-649 0 0,32-31 132 0 0,-1-1-1154 0 0,-10 4 125 0 0,11-4-1121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2:02.8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25 1972 0 0,'0'0'1245'0'0,"0"-4"-259"0"0,2-1-639 0 0,0-3-62 0 0,-1 0 2807 0 0,4 9-2823 0 0,15 4-45 0 0,-18-4-189 0 0,0 1 0 0 0,0 0 0 0 0,0 0 0 0 0,0 0-1 0 0,0 0 1 0 0,0 0 0 0 0,0 1 0 0 0,0-1 0 0 0,-1 0 0 0 0,0 1 0 0 0,1-1 0 0 0,-1 1 0 0 0,0 0-1 0 0,0-1 1 0 0,1 6 0 0 0,12 22-121 0 0,1 1-1 0 0,31 43 1 0 0,-44-71-155 0 0,-2-2 230 0 0,0-1-1 0 0,0 1 1 0 0,0-1-1 0 0,1 1 1 0 0,-1-1 0 0 0,0 1-1 0 0,0-1 1 0 0,0 1-1 0 0,1-1 1 0 0,-1 1 0 0 0,0-1-1 0 0,1 0 1 0 0,-1 1-1 0 0,0-1 1 0 0,1 1 0 0 0,-1-1-1 0 0,1 0 1 0 0,-1 1-1 0 0,0-1 1 0 0,1 0 0 0 0,-1 1-1 0 0,1-1 1 0 0,-1 0-1 0 0,1 0 1 0 0,-1 0-1 0 0,2 1 1 0 0,-2-1-61 0 0,1 0 1 0 0,-1 0-1 0 0,1 0 0 0 0,-1 1 1 0 0,1-1-1 0 0,-1 0 0 0 0,1 0 0 0 0,-1 1 1 0 0,0-1-1 0 0,1 0 0 0 0,-1 1 1 0 0,1-1-1 0 0,-1 0 0 0 0,0 1 0 0 0,1-1 1 0 0,-1 1-1 0 0,0-1 0 0 0,1 1 1 0 0,-1-1-1 0 0,0 1 0 0 0,0-1 0 0 0,1 1 1 0 0,-1-1-1 0 0,0 1 0 0 0,0-1 1 0 0,0 1-1 0 0,5 0-675 0 0,12 2-71 0 0,-13-2-23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2:03.2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144 75 1280 0 0,'-5'0'521'0'0,"-15"-2"-164"0"0,15 1-67 0 0,0 2 2 0 0,-16 2 21 0 0,15-2-50 0 0,1 1-62 0 0,-16 7-16 0 0,16-7-23 0 0,1 1-10 0 0,-12 8-16 0 0,12-8-13 0 0,3-2-108 0 0,0 0 0 0 0,0 1 0 0 0,0-1 0 0 0,0 0 0 0 0,0 1 0 0 0,-1-1 0 0 0,1 0 0 0 0,0 0 0 0 0,0 0 0 0 0,-3 2 0 0 0,1 0 157 0 0,1 0-183 0 0,2-2-53 0 0,-5 18 64 0 0,5-19 13 0 0,0 1 0 0 0,-1-1 0 0 0,1 1 0 0 0,0-1 0 0 0,0 1 0 0 0,0-1-1 0 0,0 1 1 0 0,0-1 0 0 0,0 1 0 0 0,0-1 0 0 0,0 1 0 0 0,0-1 0 0 0,0 1 0 0 0,0-1 0 0 0,0 1-1 0 0,0-1 1 0 0,1 1 0 0 0,-1-1 0 0 0,0 0 0 0 0,0 1 0 0 0,0-1 0 0 0,1 1 0 0 0,-1-1-1 0 0,0 0 1 0 0,1 1 0 0 0,-1-1 0 0 0,0 1 0 0 0,1-1 0 0 0,-1 0 0 0 0,0 1 0 0 0,1-1 0 0 0,-1 0-1 0 0,1 0 1 0 0,-1 1 0 0 0,0-1 0 0 0,1 0 0 0 0,-1 0 0 0 0,1 0 0 0 0,-1 0 0 0 0,1 1 0 0 0,0-1-1 0 0,2-1 66 0 0,1 0 0 0 0,-1 0 0 0 0,0 0 0 0 0,1 0 0 0 0,-1 0 0 0 0,0-1-1 0 0,0 1 1 0 0,0-1 0 0 0,0 0 0 0 0,0 0 0 0 0,-1 0 0 0 0,5-4 0 0 0,-4 3 180 0 0,-3 2-241 0 0,0 0 0 0 0,0 0 0 0 0,0 0 1 0 0,0 1-1 0 0,0-1 0 0 0,1 0 0 0 0,-1 0 1 0 0,0 0-1 0 0,0 1 0 0 0,1-1 0 0 0,-1 0 1 0 0,0 1-1 0 0,1-1 0 0 0,-1 0 0 0 0,1 0 1 0 0,-1 1-1 0 0,1-1 0 0 0,-1 1 0 0 0,2-2 1 0 0,10-16 289 0 0,4-21 349 0 0,-14 35-494 0 0,-1-2-15 0 0,4-16 36 0 0,-4 17-5 0 0,-1 0-132 0 0,3-13-28 0 0,-3 13 74 0 0,-4 7-112 0 0,-16 12-15 0 0,15-8-24 0 0,1 1 0 0 0,0-1-1 0 0,0 1 1 0 0,1 0 0 0 0,-5 14 0 0 0,7-18 39 0 0,-2 3-106 0 0,-4 18-166 0 0,5-3-238 0 0,0-6-386 0 0,0-1 0 0 0,1 1 0 0 0,1 0 0 0 0,3 28 0 0 0,3-20-1569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2:04.4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0 375 2900 0 0,'0'0'956'0'0,"1"-4"-115"0"0,1-1-865 0 0,7-38 4921 0 0,-4 45-4835 0 0,11 4 1 0 0,-12-4-11 0 0,-2 4-26 0 0,1-1 0 0 0,-1 1 1 0 0,1-1-1 0 0,0 1 0 0 0,1-1 1 0 0,6 8-1 0 0,-7-9 32 0 0,0 0-17 0 0,50 44 132 0 0,-50-46-158 0 0,1 0 11 0 0,12 3-4 0 0,-12-3 12 0 0,1-4-23 0 0,15-2-27 0 0,-15 3 32 0 0,-1-1 15 0 0,3-3-34 0 0,-2 3 17 0 0,0-1-1 0 0,0 0 1 0 0,-1 0 0 0 0,1-1 0 0 0,-1 0 0 0 0,0 1-1 0 0,5-7 1 0 0,1-4 57 0 0,-2-1 0 0 0,0 1 0 0 0,9-26-1 0 0,1-5 78 0 0,-16 40-111 0 0,-1 4-39 0 0,0 0-1 0 0,0 0 1 0 0,0-1-1 0 0,0 1 1 0 0,-1 0 0 0 0,1-1-1 0 0,0 1 1 0 0,-1-1-1 0 0,1 1 1 0 0,-1-1 0 0 0,1-2-1 0 0,-1 4 2 0 0,2-4 8 0 0,3 9-51 0 0,1 0 23 0 0,-1 1 0 0 0,0-1 0 0 0,-1 1 0 0 0,0 0-1 0 0,5 7 1 0 0,-1-2-62 0 0,-5-7-37 0 0,0-1-16 0 0,11 10-26 0 0,-10-9-34 0 0,-4-5 182 0 0,1 1 1 0 0,-1 0 0 0 0,1 0 0 0 0,0 0 0 0 0,-1 0 0 0 0,1 0-1 0 0,-1 0 1 0 0,1 0 0 0 0,0 0 0 0 0,-1 0 0 0 0,1 1 0 0 0,-1-1-1 0 0,1 0 1 0 0,-1 0 0 0 0,1 0 0 0 0,0 1 0 0 0,-1-1 0 0 0,1 0-1 0 0,-1 1 1 0 0,1-1 0 0 0,-1 0 0 0 0,1 1 0 0 0,-1 0 0 0 0,2 0-45 0 0,-1 0 0 0 0,0 0 0 0 0,1 0 0 0 0,-1 0 0 0 0,0-1 0 0 0,1 1 0 0 0,-1 0 0 0 0,1-1 0 0 0,-1 1 0 0 0,1-1 0 0 0,-1 1 0 0 0,1-1-1 0 0,1 1 1 0 0,22 3-274 0 0,-19-3-10 0 0,1-1-10 0 0,10-2-62 0 0,0 0-1 0 0,-1 0 0 0 0,1-2 1 0 0,30-10-1 0 0,-22 3-80 0 0,-1-1 0 0 0,24-17 0 0 0,-39 23 412 0 0,0 0 0 0 0,0-1-1 0 0,-1 0 1 0 0,0-1-1 0 0,-1 0 1 0 0,1 0-1 0 0,-2-1 1 0 0,1 1-1 0 0,7-15 1 0 0,22-64 1088 0 0,-35 82-651 0 0,0-1-16 0 0,3-17-30 0 0,-4 17 180 0 0,-1 2-278 0 0,-6-16 474 0 0,1 20-531 0 0,2 1-92 0 0,0 0 0 0 0,0 0 0 0 0,0 0 0 0 0,0 0 0 0 0,0 1 1 0 0,0-1-1 0 0,0 1 0 0 0,1 0 0 0 0,-1 1 0 0 0,1-1 0 0 0,-1 0 0 0 0,1 1 1 0 0,0 0-1 0 0,0 0 0 0 0,0 0 0 0 0,0 0 0 0 0,-3 5 0 0 0,4-5-14 0 0,-4 4 27 0 0,1 1 0 0 0,0 0 0 0 0,1 0 0 0 0,0 0 0 0 0,0 1 0 0 0,1 0 0 0 0,0-1 0 0 0,0 1 0 0 0,-2 16 0 0 0,5-22-67 0 0,0 1 0 0 0,0-1 1 0 0,0 1-1 0 0,1-1 0 0 0,0 1 0 0 0,-1-1 0 0 0,1 1 0 0 0,1-1 0 0 0,-1 1 0 0 0,0-1 0 0 0,1 0 1 0 0,0 0-1 0 0,-1 0 0 0 0,1 0 0 0 0,0 0 0 0 0,1 0 0 0 0,-1 0 0 0 0,0-1 0 0 0,1 1 1 0 0,0-1-1 0 0,-1 0 0 0 0,1 0 0 0 0,4 2 0 0 0,-3-2-6 0 0,1 0 0 0 0,-1 0 0 0 0,1-1 0 0 0,-1 0 0 0 0,1 0 1 0 0,0 0-1 0 0,0 0 0 0 0,0-1 0 0 0,-1 0 0 0 0,1 0 0 0 0,0 0 0 0 0,0 0 0 0 0,0-1 0 0 0,-1 0 0 0 0,1 0 0 0 0,0 0 0 0 0,-1-1 0 0 0,8-2 1 0 0,-4 0 27 0 0,1 0 1 0 0,-1 0 0 0 0,-1-1-1 0 0,1 0 1 0 0,-1-1 0 0 0,1 1-1 0 0,9-12 1 0 0,-12 12 18 0 0,0-1-1 0 0,-1-1 1 0 0,0 1 0 0 0,0-1-1 0 0,0 1 1 0 0,-1-1 0 0 0,0 0-1 0 0,0 0 1 0 0,0-1 0 0 0,-1 1 0 0 0,-1-1-1 0 0,3-13 1 0 0,-3 16 47 0 0,-1-1-6 0 0,-1-12 23 0 0,-1 0 1 0 0,-4-25-1 0 0,4 40 68 0 0,2 3-178 0 0,0 0 0 0 0,0 0 1 0 0,0 1-1 0 0,0-1 1 0 0,0 0-1 0 0,0 1 0 0 0,0-1 1 0 0,-1 0-1 0 0,1 1 1 0 0,0-1-1 0 0,0 0 0 0 0,0 0 1 0 0,0 1-1 0 0,-1-1 1 0 0,1 0-1 0 0,0 0 0 0 0,0 1 1 0 0,0-1-1 0 0,-1 0 1 0 0,1 0-1 0 0,0 0 0 0 0,0 0 1 0 0,-1 1-1 0 0,1-1 1 0 0,0 0-1 0 0,-1 0 0 0 0,1 0 1 0 0,0 0-1 0 0,-1 0 1 0 0,1 0-1 0 0,-1 1 0 0 0,1-1 0 0 0,-1 0 0 0 0,1 0 1 0 0,-1 0-1 0 0,1 0 0 0 0,-1 1 0 0 0,1-1 0 0 0,0 0 0 0 0,-1 0 0 0 0,1 1 1 0 0,-1-1-1 0 0,1 0 0 0 0,0 1 0 0 0,-1-1 0 0 0,1 1 0 0 0,0-1 0 0 0,-1 0 1 0 0,1 1-1 0 0,0-1 0 0 0,0 1 0 0 0,-1-1 0 0 0,1 1 0 0 0,0-1 0 0 0,0 0 1 0 0,0 1-1 0 0,0-1 0 0 0,0 1 0 0 0,0-1 0 0 0,0 1 0 0 0,-1-1 0 0 0,1 1 1 0 0,1-1-1 0 0,-1 1 0 0 0,0-1 0 0 0,0 1 0 0 0,0-1 0 0 0,0 1 0 0 0,0-1 1 0 0,1 1-1 0 0,9 37 14 0 0,3-1 1 0 0,1 0 0 0 0,2-1 0 0 0,25 43 0 0 0,-9-18 31 0 0,207 465 468 0 0,-204-444-460 0 0,-5 2 0 0 0,22 93-1 0 0,-49-164-35 0 0,-2-11-18 0 0,0 1-1 0 0,-1 0 1 0 0,1-1-1 0 0,-1 1 1 0 0,0 0-1 0 0,0-1 0 0 0,0 1 1 0 0,0 0-1 0 0,0-1 1 0 0,-1 1-1 0 0,1-1 1 0 0,-1 4-1 0 0,-1 2 7 0 0,1-3 1 0 0,-9 39 15 0 0,9-41-22 0 0,0-1 0 0 0,0 1 0 0 0,0-1 0 0 0,-1 1-1 0 0,1-1 1 0 0,-1 1 0 0 0,1-1 0 0 0,-1 0 0 0 0,0 1-1 0 0,0-1 1 0 0,0 0 0 0 0,0 0 0 0 0,0-1-1 0 0,0 1 1 0 0,-1 0 0 0 0,-4 2 0 0 0,-9 1 3 0 0,0-1-1 0 0,0-1 1 0 0,-1 0 0 0 0,1-1 0 0 0,-1 0-1 0 0,0-2 1 0 0,1 0 0 0 0,-1-1 0 0 0,0 0 0 0 0,1-1-1 0 0,-1-1 1 0 0,1-1 0 0 0,0 0 0 0 0,0-2 0 0 0,0 1-1 0 0,-21-12 1 0 0,21 9-8 0 0,1-1 0 0 0,-1 0 0 0 0,2-1-1 0 0,-1-1 1 0 0,1 0 0 0 0,1-1 0 0 0,0 0 0 0 0,1-1 0 0 0,0 0-1 0 0,-14-22 1 0 0,18 22-14 0 0,1 0 0 0 0,0 0 0 0 0,1-1-1 0 0,0 0 1 0 0,1-1 0 0 0,1 1 0 0 0,0-1-1 0 0,1 0 1 0 0,1 1 0 0 0,0-1 0 0 0,1-1 0 0 0,2-23-1 0 0,1 14-72 0 0,1 1 0 0 0,1 0 0 0 0,2 0 0 0 0,0 0 0 0 0,1 1 0 0 0,2 0-1 0 0,0 0 1 0 0,2 1 0 0 0,18-31 0 0 0,-13 30-734 0 0,0 0 1 0 0,2 0-1 0 0,0 2 0 0 0,2 0 1 0 0,0 1-1 0 0,1 1 0 0 0,45-30 1 0 0,-38 31-3211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2:06.1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 77 3956 0 0,'-2'-5'1384'0'0,"-11"-43"1770"0"0,12 44-2372 0 0,-1-1-124 0 0,-7-10 251 0 0,8 16-853 0 0,1-1 1 0 0,-1 0 0 0 0,1 1-1 0 0,-1-1 1 0 0,1 1 0 0 0,-1-1-1 0 0,1 1 1 0 0,0 0-1 0 0,-1-1 1 0 0,1 1 0 0 0,-1-1-1 0 0,1 1 1 0 0,0 0 0 0 0,0-1-1 0 0,-1 1 1 0 0,1 0-1 0 0,0-1 1 0 0,0 1 0 0 0,0 0-1 0 0,0 0 1 0 0,0-1 0 0 0,0 2-1 0 0,0 11-37 0 0,53 298-3640 0 0,-51-302 2828 0 0,-1 1 0 0 0,-1 0 1 0 0,0-1-1 0 0,0 1 0 0 0,-2 10 1 0 0,1-18 500 0 0,1 3-3163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2:06.6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8 324 2492 0 0,'-1'-6'1023'0'0,"-1"-2"-813"0"0,0-1 1 0 0,1 1-1 0 0,0-1 0 0 0,1 1 1 0 0,0-1-1 0 0,0 1 0 0 0,1-1 1 0 0,0 1-1 0 0,0-1 1 0 0,1 1-1 0 0,0-1 0 0 0,1 1 1 0 0,0 0-1 0 0,0 0 0 0 0,1 0 1 0 0,-1 1-1 0 0,2-1 0 0 0,-1 1 1 0 0,10-11-1 0 0,-3 5-86 0 0,2 0 0 0 0,-1 1 0 0 0,1 1 0 0 0,1 0 1 0 0,0 0-1 0 0,1 2 0 0 0,0 0 0 0 0,0 0 0 0 0,1 1 0 0 0,21-7 0 0 0,-23 10-90 0 0,0 1 0 0 0,0 0-1 0 0,0 1 1 0 0,0 0 0 0 0,1 1 0 0 0,-1 1-1 0 0,1 0 1 0 0,0 1 0 0 0,-1 1-1 0 0,1 0 1 0 0,-1 1 0 0 0,23 6 0 0 0,-28-5-29 0 0,0 0 0 0 0,0 1 0 0 0,-1 0 0 0 0,1 1 0 0 0,-1-1 0 0 0,0 2 1 0 0,-1-1-1 0 0,1 1 0 0 0,-1 0 0 0 0,0 1 0 0 0,-1-1 0 0 0,8 10 1 0 0,-6-4-6 0 0,0 0 1 0 0,-1 0-1 0 0,-1 0 1 0 0,0 1-1 0 0,0 0 1 0 0,-2 0 0 0 0,6 22-1 0 0,-4-8-22 0 0,-2 1-1 0 0,-1 0 1 0 0,-2 0-1 0 0,0 0 1 0 0,-2 1-1 0 0,-1-1 0 0 0,-10 46 1 0 0,6-45-21 0 0,-2 0 0 0 0,-1 0 1 0 0,-2-1-1 0 0,-1-1 0 0 0,-1 0 0 0 0,-1 0 0 0 0,-25 36 1 0 0,27-47 35 0 0,0-1 0 0 0,-1 0 1 0 0,0-1-1 0 0,-1 0 0 0 0,-1-1 0 0 0,0-1 1 0 0,-1 0-1 0 0,0-1 0 0 0,-1-1 1 0 0,0 0-1 0 0,0-1 0 0 0,-28 10 0 0 0,15-13-3 0 0,19-3 4 0 0,8-2 5 0 0,-1 0 1 0 0,1-1 0 0 0,-1 1-1 0 0,1-1 1 0 0,-1 0 0 0 0,0 0-1 0 0,1 0 1 0 0,-1 0 0 0 0,-4-1-1 0 0,0 0-8 0 0,0 0-1 0 0,1 0 0 0 0,-1-1 0 0 0,0 0 0 0 0,1-1 0 0 0,-1 1 0 0 0,1-1 0 0 0,0-1 0 0 0,0 1 0 0 0,0-1 0 0 0,0-1 0 0 0,1 1 0 0 0,0-1 1 0 0,0 0-1 0 0,0-1 0 0 0,0 1 0 0 0,-8-13 0 0 0,8 8-109 0 0,2 0 0 0 0,-1-1 0 0 0,2 0 0 0 0,-1 1-1 0 0,1-1 1 0 0,1-1 0 0 0,0 1 0 0 0,1 0 0 0 0,0-1 0 0 0,1 1 0 0 0,0 0 0 0 0,3-22 0 0 0,0 11-613 0 0,1 0-1 0 0,1 0 1 0 0,1 0 0 0 0,1 0-1 0 0,15-31 1 0 0,-3 18-2075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2:07.6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194 494 2012 0 0,'2'-6'863'0'0,"1"-5"-449"0"0,0 0-1 0 0,-1-1 1 0 0,0 0 0 0 0,-1 1-1 0 0,0-1 1 0 0,0 0 0 0 0,-2 0-1 0 0,1 1 1 0 0,-1-1 0 0 0,-6-22-1 0 0,6 30-105 0 0,1 2-271 0 0,0 1 0 0 0,-1-1 0 0 0,1 0-1 0 0,0 1 1 0 0,-1-1 0 0 0,1 0 0 0 0,-1 1 0 0 0,0-1-1 0 0,1 1 1 0 0,-1-1 0 0 0,-2-2 0 0 0,1 0 32 0 0,0-1 118 0 0,-1 1-18 0 0,-10-10-62 0 0,10 11 97 0 0,-2 1-126 0 0,-12-4-20 0 0,12 4-12 0 0,1 3-16 0 0,-2 1-23 0 0,0 1-1 0 0,1-1 1 0 0,-1 1 0 0 0,0 1 0 0 0,1-1 0 0 0,0 1-1 0 0,0 0 1 0 0,0 0 0 0 0,0 0 0 0 0,1 1-1 0 0,-1-1 1 0 0,1 1 0 0 0,0 0 0 0 0,1 1 0 0 0,-1-1-1 0 0,-4 11 1 0 0,-4 9 0 0 0,1 1-1 0 0,-14 53 1 0 0,24-73 6 0 0,1 0-10 0 0,-2 19-13 0 0,2-18-5 0 0,2-3-1 0 0,-1 2-1 0 0,1-1 0 0 0,1 0 1 0 0,-1-1-1 0 0,1 1 0 0 0,-1 0 0 0 0,5 4 1 0 0,-4-7 79 0 0,-3-2-64 0 0,1 0 0 0 0,0-1 0 0 0,-1 1 0 0 0,1 0 0 0 0,0 0 0 0 0,-1-1 0 0 0,1 1 0 0 0,0 0 0 0 0,0 0 0 0 0,0 0-1 0 0,-1 0 1 0 0,1 0 0 0 0,0 0 0 0 0,0 0 0 0 0,-1 0 0 0 0,1 0 0 0 0,0 0 0 0 0,0 1 0 0 0,1-1 0 0 0,-2 1-2 0 0,1-1-1 0 0,0 0 1 0 0,0 0-1 0 0,0 1 1 0 0,0-1-1 0 0,0 0 0 0 0,0 0 1 0 0,0 0-1 0 0,-1 0 1 0 0,1 0-1 0 0,0 0 1 0 0,0-1-1 0 0,0 1 1 0 0,0 0-1 0 0,0 0 1 0 0,0-1-1 0 0,-1 1 0 0 0,1 0 1 0 0,0-1-1 0 0,0 1 1 0 0,0-1-1 0 0,-1 1 1 0 0,1-1-1 0 0,0 1 1 0 0,0-2-1 0 0,8-5 37 0 0,-1-1 1 0 0,0 0-1 0 0,0-1 0 0 0,-1 0 0 0 0,-1 0 1 0 0,1 0-1 0 0,-1-1 0 0 0,-1 0 0 0 0,0 0 0 0 0,0 0 1 0 0,5-19-1 0 0,-9 24 2 0 0,7-22 53 0 0,-7 22-46 0 0,0 0 0 0 0,4-12-6 0 0,-4 12 40 0 0,1 2-52 0 0,-2 3-23 0 0,1-1 0 0 0,-1 1 0 0 0,0-1-1 0 0,0 1 1 0 0,1-1 0 0 0,-1 1 0 0 0,1-1 0 0 0,-1 1 0 0 0,0-1-1 0 0,1 1 1 0 0,-1-1 0 0 0,1 1 0 0 0,-1 0 0 0 0,1-1-1 0 0,-1 1 1 0 0,1 0 0 0 0,-1-1 0 0 0,1 1 0 0 0,-1 0-1 0 0,1 0 1 0 0,0-1 0 0 0,0 1 0 0 0,7 11-30 0 0,-6-8 20 0 0,0 1 4 0 0,5 12-49 0 0,-6-11 40 0 0,2-1-50 0 0,6 13-49 0 0,-7-12 120 0 0,1-1 27 0 0,29 31 44 0 0,-28-32-61 0 0,0-1-15 0 0,42 7-63 0 0,-40-8 43 0 0,-2-3 9 0 0,12-3 14 0 0,-12 4-13 0 0,0-2-8 0 0,1-1 12 0 0,0 0 0 0 0,-1 0 0 0 0,0-1 0 0 0,1 1 0 0 0,-1-1 0 0 0,-1 0 0 0 0,1 0 0 0 0,-1 0 0 0 0,0-1 0 0 0,0 1 0 0 0,2-8 0 0 0,0-5 25 0 0,0-2 0 0 0,-2 1-1 0 0,0 0 1 0 0,0-24 0 0 0,-4-76 221 0 0,0 96-120 0 0,-3-3 33 0 0,2 15-75 0 0,-20-73 358 0 0,21 80-393 0 0,-3-3 0 0 0,4 7-42 0 0,0-1 1 0 0,0 1-1 0 0,0 0 0 0 0,0-1 1 0 0,0 1-1 0 0,0-1 0 0 0,0 1 1 0 0,0-1-1 0 0,-1 1 0 0 0,1 0 1 0 0,0-1-1 0 0,0 1 0 0 0,0-1 0 0 0,-1 1 1 0 0,1 0-1 0 0,0-1 0 0 0,-1 1 1 0 0,1 0-1 0 0,0-1 0 0 0,0 1 1 0 0,-1 0-1 0 0,1-1 0 0 0,-1 1 1 0 0,1 0-1 0 0,0 0 0 0 0,-1 0 1 0 0,1-1-1 0 0,-1 1 0 0 0,1 0 0 0 0,0 0 1 0 0,-1 0-1 0 0,1 0 0 0 0,-1 0 1 0 0,0 0-1 0 0,-1 0-1 0 0,1 1 0 0 0,-1 0 0 0 0,1 0 0 0 0,-1 0 0 0 0,1 0 0 0 0,-1 1 1 0 0,1-1-1 0 0,0 0 0 0 0,-1 1 0 0 0,1-1 0 0 0,0 0 0 0 0,0 1 0 0 0,0 0 0 0 0,0-1 0 0 0,0 1 0 0 0,0-1 0 0 0,1 1 0 0 0,-1 0 1 0 0,0 0-1 0 0,1 0 0 0 0,0-1 0 0 0,-1 1 0 0 0,1 0 0 0 0,0 3 0 0 0,-6 61 25 0 0,6-45-37 0 0,1 0 1 0 0,1 0 0 0 0,1 0-1 0 0,0 0 1 0 0,11 31 0 0 0,-3-14-24 0 0,-6-26 35 0 0,6 4-9 0 0,38 52-437 0 0,-45-65 281 0 0,0-1-60 0 0,1 0 26 0 0,0 0 1 0 0,1 0-1 0 0,-1 0 1 0 0,1-1-1 0 0,-1 0 0 0 0,1 0 1 0 0,6 0-1 0 0,-7-1-243 0 0,-1-1 19 0 0,-1-1-24 0 0,0 0 1 0 0,0 0-1 0 0,0-1 1 0 0,-1 1-1 0 0,1 0 1 0 0,-1-1-1 0 0,1 0 0 0 0,-1 1 1 0 0,3-5-1 0 0,-3 4-2659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2:07.8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0 220 1780 0 0,'0'0'3285'0'0,"1"-5"-2956"0"0,4-3-213 0 0,-1 0-1 0 0,1 0 0 0 0,1 0 0 0 0,-1 1 0 0 0,1-1 1 0 0,1 1-1 0 0,8-7 0 0 0,25-19-488 0 0,1 2-1 0 0,70-38 1 0 0,-103 64-429 0 0,-6 4 672 0 0,-1 0 1 0 0,0 0-1 0 0,0 0 1 0 0,0 1 0 0 0,1-1-1 0 0,-1 0 1 0 0,0 1-1 0 0,1-1 1 0 0,-1 1-1 0 0,1 0 1 0 0,-1-1 0 0 0,1 1-1 0 0,-1 0 1 0 0,0 0-1 0 0,3 0 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2:08.4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135 68 1844 0 0,'-21'-49'2552'0'0,"19"45"-1874"0"0,1 3-610 0 0,0 0 0 0 0,-1-1 1 0 0,1 1-1 0 0,-1 0 0 0 0,1 0 1 0 0,-1 0-1 0 0,1 0 0 0 0,-1 0 1 0 0,1 1-1 0 0,-4-2 0 0 0,1 0 762 0 0,-1 2-634 0 0,-17 4-117 0 0,16-4 104 0 0,6 1-172 0 0,0-1 0 0 0,0 1 0 0 0,0-1 1 0 0,0 1-1 0 0,0-1 0 0 0,-1 1 0 0 0,1-1 0 0 0,0 1 0 0 0,0-1 0 0 0,0 0 0 0 0,-1 1 0 0 0,1-1 0 0 0,0 1 0 0 0,0-1 0 0 0,-1 0 0 0 0,1 1 0 0 0,0-1 0 0 0,-1 0 0 0 0,1 1 0 0 0,-1-1 0 0 0,1 0 0 0 0,0 0 0 0 0,-1 1 0 0 0,1-1 1 0 0,-1 0-1 0 0,-13 14 244 0 0,7 2-197 0 0,1 0 0 0 0,1 0-1 0 0,0 1 1 0 0,2-1 0 0 0,0 1-1 0 0,0 0 1 0 0,2 0 0 0 0,0 1 0 0 0,1 20-1 0 0,1-34-233 0 0,0 4 191 0 0,0-1-1 0 0,1 1 1 0 0,0-1 0 0 0,0 0 0 0 0,1 0 0 0 0,3 7 0 0 0,-4-9 202 0 0,0-5-222 0 0,-1 1-1 0 0,1 0 1 0 0,-1 0-1 0 0,1 1 1 0 0,-1-1-1 0 0,0 0 0 0 0,0 0 1 0 0,1 0-1 0 0,-1 1 1 0 0,1 2-1 0 0,1-1 54 0 0,-2-4-54 0 0,-1 1 0 0 0,0 0 0 0 0,1-1 0 0 0,-1 1-1 0 0,1 0 1 0 0,-1-1 0 0 0,0 1 0 0 0,1 0 0 0 0,-1-1 0 0 0,1 1 0 0 0,-1 0 0 0 0,1 0 0 0 0,-1 0 0 0 0,1 0 0 0 0,-1-1 0 0 0,1 1 0 0 0,-1 0 0 0 0,1 0 0 0 0,-1 0-1 0 0,1 0 1 0 0,-1 0 0 0 0,1 0 0 0 0,-1 0 0 0 0,2 1 0 0 0,-2-1 3 0 0,1 0 0 0 0,-1 0 1 0 0,1 0-1 0 0,-1 0 0 0 0,1 0 0 0 0,-1 0 0 0 0,1 0 1 0 0,-1 0-1 0 0,1 0 0 0 0,-1 0 0 0 0,1 0 0 0 0,-1-1 1 0 0,1 1-1 0 0,-1 0 0 0 0,1 0 0 0 0,-1 0 0 0 0,1-1 0 0 0,-1 1 1 0 0,0 0-1 0 0,1 0 0 0 0,-1-1 0 0 0,1 1 0 0 0,-1 0 1 0 0,1-2-1 0 0,-1 2 8 0 0,0-1 1 0 0,0 0 0 0 0,1 1 0 0 0,-1-1-1 0 0,0 0 1 0 0,0 0 0 0 0,1 1-1 0 0,-1-1 1 0 0,1 0 0 0 0,-1 1-1 0 0,0-1 1 0 0,1 1 0 0 0,-1-1-1 0 0,1 1 1 0 0,-1-1 0 0 0,1 0 0 0 0,0 1-1 0 0,-1 0 1 0 0,2-1 0 0 0,12-15 124 0 0,-1-9-21 0 0,-1 0 0 0 0,-2-1 0 0 0,0-1 0 0 0,-2 0-1 0 0,6-29 1 0 0,-13 51-25 0 0,0 0 0 0 0,4-11 126 0 0,0 30 288 0 0,-4-10-448 0 0,0 0-12 0 0,4 14-9 0 0,-4-14-1 0 0,1 0 1 0 0,29 26 83 0 0,-27-28-99 0 0,1-1-31 0 0,4-1-160 0 0,-1 0 0 0 0,1 0 1 0 0,0-1-1 0 0,0 0 0 0 0,-1-1 0 0 0,1 0 0 0 0,0 0 0 0 0,-1-1 1 0 0,13-5-1 0 0,44-27-4217 0 0,-43 19 411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35.8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409 11 1352 0 0,'-12'-3'377'0'0,"0"1"0"0"0,-1 0 0 0 0,1 0 0 0 0,-1 1 0 0 0,1 1 0 0 0,-1 0 0 0 0,1 1 0 0 0,-1 0 0 0 0,1 1 0 0 0,-1 1 0 0 0,1 0 0 0 0,-21 7 0 0 0,18-4-111 0 0,-1 1 1 0 0,1 1 0 0 0,0 0-1 0 0,0 0 1 0 0,1 2 0 0 0,1 0-1 0 0,-1 0 1 0 0,2 1 0 0 0,-15 16-1 0 0,20-19-199 0 0,-1 1-1 0 0,2 0 0 0 0,-1 0 0 0 0,1 1 1 0 0,1 0-1 0 0,-1 0 0 0 0,2 0 0 0 0,-1 0 1 0 0,2 1-1 0 0,-1 0 0 0 0,2 0 0 0 0,-1 0 1 0 0,1 0-1 0 0,1 0 0 0 0,0 0 0 0 0,1 15 1 0 0,0-18-48 0 0,0-5-16 0 0,0-1-1 0 0,0 0 1 0 0,0 0-1 0 0,0 0 1 0 0,1 0-1 0 0,-1 0 1 0 0,0 0-1 0 0,1 0 1 0 0,0 0-1 0 0,-1 0 1 0 0,1 0-1 0 0,0-1 1 0 0,2 4-1 0 0,2 6 23 0 0,18 30-12 0 0,-17-33-6 0 0,0-3-6 0 0,-2 0-1 0 0,1-1-1 0 0,-1 0 1 0 0,1 0-1 0 0,0 0 1 0 0,0 0-1 0 0,0-1 1 0 0,0 0-1 0 0,0 0 1 0 0,12 4-1 0 0,-12-5-7 0 0,1 1-39 0 0,0 0 1 0 0,0-1 0 0 0,0 0-1 0 0,0 0 1 0 0,1-1-1 0 0,-1 0 1 0 0,0 0-1 0 0,1 0 1 0 0,9-1-1 0 0,-10 0-2 0 0,11 0-476 0 0,0-1 0 0 0,1 0 0 0 0,-1-2 0 0 0,0 0 0 0 0,0 0 0 0 0,0-2 0 0 0,16-6-1 0 0,-7 0-1469 0 0,-2 0-1388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36.3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5 383 1080 0 0,'0'0'1622'0'0,"-1"3"-1196"0"0,-3 12 811 0 0,5-15-1138 0 0,0 0 1 0 0,0 0-1 0 0,-1-1 0 0 0,1 1 0 0 0,0 0 1 0 0,-1 0-1 0 0,1 0 0 0 0,0 0 0 0 0,-1-1 1 0 0,1 1-1 0 0,0 0 0 0 0,-1-1 0 0 0,1 1 1 0 0,-1 0-1 0 0,1-1 0 0 0,-1 1 1 0 0,1-1-1 0 0,-1 1 0 0 0,1-1 0 0 0,-1 1 1 0 0,1-1-1 0 0,-1 0 0 0 0,0 1 0 0 0,1-1 1 0 0,0 0-1 0 0,1-3-17 0 0,8-12 17 0 0,-1-1-1 0 0,0 0 1 0 0,-1 0 0 0 0,-1-1 0 0 0,-1 0-1 0 0,-1 0 1 0 0,0 0 0 0 0,-1-1 0 0 0,1-19-1 0 0,-3 9 84 0 0,2-11 195 0 0,-2-54 0 0 0,-2 89-349 0 0,-1-2-44 0 0,-6-9 88 0 0,6 17-65 0 0,0 0 0 0 0,0-1 0 0 0,1 1 0 0 0,-1 0 0 0 0,0 0 0 0 0,0-1 0 0 0,0 1 1 0 0,1 0-1 0 0,-1 0 0 0 0,0 0 0 0 0,1 0 0 0 0,-1 0 0 0 0,1 0 0 0 0,-1 0 0 0 0,1 0 0 0 0,-1 1 0 0 0,1-1 0 0 0,0 0 1 0 0,-1 0-1 0 0,1 0 0 0 0,0 2 0 0 0,-12 55-2 0 0,10-33 72 0 0,2-5-34 0 0,0-2 15 0 0,2 29 112 0 0,3 0-314 0 0,-4-32 129 0 0,0-4 38 0 0,0 0 0 0 0,1-1 0 0 0,0 1 0 0 0,0-1 0 0 0,1 1 0 0 0,0-1 0 0 0,1 0 0 0 0,0 0 0 0 0,1-1 0 0 0,6 11 0 0 0,21 10-476 0 0,-28-27 244 0 0,1-2-268 0 0,-1-1 287 0 0,1 1-1 0 0,-1-1 0 0 0,0 0 0 0 0,0 0 0 0 0,0-1 0 0 0,0 1 0 0 0,0-1 0 0 0,0 0 0 0 0,0 0 0 0 0,0 0 1 0 0,0 0-1 0 0,-1-1 0 0 0,1 0 0 0 0,0 0 0 0 0,-1 0 0 0 0,1 0 0 0 0,-1 0 0 0 0,5-5 0 0 0,24-35-2874 0 0,-18 23 1298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36.7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31 1624 0 0,'0'0'389'0'0,"1"-3"9"0"0,4-6-832 0 0,7-9 6620 0 0,-14 32-6019 0 0,1-9 8 0 0,1 0-24 0 0,-1 17-20 0 0,1-17-9 0 0,-1 1-38 0 0,0 17-2 0 0,1-17-17 0 0,0 0 0 0 0,1 16-17 0 0,0-16-19 0 0,0-1 6 0 0,21 41 126 0 0,-19-41-155 0 0,1-2-6 0 0,38 16-179 0 0,-38-18 152 0 0,3-2-42 0 0,-2 1 64 0 0,0 0 1 0 0,0-1 1 0 0,1 1-1 0 0,-1-1 0 0 0,0 0 1 0 0,0 0-1 0 0,1-1 0 0 0,-1 0 1 0 0,0 0-1 0 0,5-3 1 0 0,13-9-5 0 0,6-10-20 0 0,-22 16 31 0 0,1-5-5 0 0,3-5 150 0 0,-1-1-1 0 0,8-21 1 0 0,-2-3-114 0 0,-15 40 710 0 0,-1 9-666 0 0,-4 55 82 0 0,3-55-163 0 0,2 1 10 0 0,0 6-107 0 0,1 1 0 0 0,1-1 1 0 0,0 1-1 0 0,6 13 1 0 0,-7-23-203 0 0,2-1-109 0 0,37 20-1811 0 0,-37-21 1179 0 0,3-2-65 0 0,20 1-728 0 0,-21-1-1300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37.2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102 24 1644 0 0,'0'0'1768'0'0,"-2"-4"-960"0"0,-7-15 953 0 0,5 20-1403 0 0,-14 3-28 0 0,14-2-12 0 0,1 0-38 0 0,-11 6-26 0 0,10-5-29 0 0,1 0-8 0 0,-28 31 389 0 0,28-30-517 0 0,2-1-29 0 0,-1 3-8 0 0,1 0 1 0 0,0 1-1 0 0,0-1 0 0 0,0 0 0 0 0,1 8 0 0 0,0-9-38 0 0,3 0 12 0 0,2 2-23 0 0,0 1-1 0 0,0-1 0 0 0,1 0 0 0 0,0-1 0 0 0,0 0 1 0 0,13 10-1 0 0,37 23 11 0 0,-53-36-15 0 0,1-1 10 0 0,11 8 16 0 0,-11-8-3 0 0,-2 1-1 0 0,0-2 14 0 0,-1 1-1 0 0,1 0 1 0 0,-1-1 0 0 0,0 1-1 0 0,0 0 1 0 0,0 0 0 0 0,0 0-1 0 0,0 0 1 0 0,0 0 0 0 0,0 0 0 0 0,-1 0-1 0 0,1 1 1 0 0,-1-1 0 0 0,1 0-1 0 0,-1 0 1 0 0,0 0 0 0 0,0 5 0 0 0,-17 6 80 0 0,13-10-83 0 0,0-1 16 0 0,-14 3-7 0 0,14-4 42 0 0,-2 0-64 0 0,-19 4-68 0 0,19-4-150 0 0,1-2-149 0 0,-14-2 58 0 0,14 2-118 0 0,2-2-907 0 0,0 0 851 0 0,1 0-1 0 0,0 0 0 0 0,0 0 0 0 0,1-1 0 0 0,-1 1 0 0 0,1 0 0 0 0,-1-1 1 0 0,1 1-1 0 0,-1-6 0 0 0,2 4-2331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37.5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13 2976 0 0,'0'0'1130'0'0,"2"-3"-166"0"0,-2 2-835 0 0,0 1 0 0 0,1-1 0 0 0,-1 1 0 0 0,0-1 1 0 0,0 1-1 0 0,1-1 0 0 0,-1 1 0 0 0,0-1 0 0 0,1 1 0 0 0,-1-1 1 0 0,1 1-1 0 0,-1-1 0 0 0,1 1 0 0 0,-1 0 0 0 0,1-1 0 0 0,-1 1 1 0 0,1 0-1 0 0,-1 0 0 0 0,1-1 0 0 0,-1 1 0 0 0,1 0 0 0 0,-1 0 1 0 0,1 0-1 0 0,-1-1 0 0 0,2 1 0 0 0,5 14 1038 0 0,-6-10-1008 0 0,-1 3-39 0 0,-11 62 160 0 0,11-67-271 0 0,-7 33 119 0 0,2 0 1 0 0,2 0-1 0 0,1 0 1 0 0,3 42-1 0 0,0-60-193 0 0,1-1 0 0 0,1 0 0 0 0,1 0 0 0 0,0 0 0 0 0,1-1 0 0 0,14 30 0 0 0,-17-41-132 0 0,0 0-59 0 0,9 11-69 0 0,-9-11-65 0 0,7 1-212 0 0,-2-1-42 0 0,3-5-2883 0 0,10-4 1918 0 0,-15 4-1151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37.7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20 2440 0 0,'0'0'3772'0'0,"5"0"-3582"0"0,19-2-31 0 0,-19 1-32 0 0,1 1-8 0 0,60-5-197 0 0,-31 3-1035 0 0,-28 1 129 0 0,-2 0-704 0 0,23-6-1216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38.2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 61 1464 0 0,'0'0'2210'0'0,"-1"5"-1717"0"0,0-1-154 0 0,1 0 0 0 0,0 1-1 0 0,0-1 1 0 0,0 0 0 0 0,1 1 0 0 0,-1-1 0 0 0,3 8-1 0 0,-2-8 234 0 0,3-2-452 0 0,10 7-27 0 0,-11-7 143 0 0,2-2-180 0 0,15 1-5 0 0,-15 0 65 0 0,0-3-92 0 0,39-17 69 0 0,-41 17-168 0 0,1-1 101 0 0,30-29 62 0 0,-32 29 66 0 0,0-1-99 0 0,-1 3-52 0 0,0-1-1 0 0,0 1 1 0 0,-1 0-1 0 0,1-1 1 0 0,0 1-1 0 0,-1 0 1 0 0,1-1-1 0 0,-1 1 1 0 0,1-1 0 0 0,-1 1-1 0 0,0-1 1 0 0,1 1-1 0 0,-1-1 1 0 0,0 1-1 0 0,0-1 1 0 0,0 1-1 0 0,0-1 1 0 0,-1 0-1 0 0,1 1 1 0 0,0-1 0 0 0,-1 1-1 0 0,1-1 1 0 0,-1 1-1 0 0,1 0 1 0 0,-1-1-1 0 0,1 1 1 0 0,-1 0-1 0 0,0-1 1 0 0,0 1-1 0 0,0 0 1 0 0,0 0-1 0 0,0-1 1 0 0,0 1 0 0 0,0 0-1 0 0,0 0 1 0 0,-1 0-1 0 0,1 0 1 0 0,0 1-1 0 0,0-1 1 0 0,-1 0-1 0 0,1 0 1 0 0,-3 0-1 0 0,0 0 0 0 0,0-1-1 0 0,0 1 1 0 0,0 1-1 0 0,0-1 1 0 0,0 0-1 0 0,-1 1 1 0 0,1 0-1 0 0,0 0 1 0 0,0 0-1 0 0,0 1 1 0 0,0-1-1 0 0,-8 3 1 0 0,9-2-10 0 0,-2 0 21 0 0,1 0-1 0 0,0 0 0 0 0,-1 0 0 0 0,1 1 1 0 0,0-1-1 0 0,0 1 0 0 0,0 0 0 0 0,0 0 0 0 0,0 1 1 0 0,0-1-1 0 0,1 1 0 0 0,-1 0 0 0 0,1 0 1 0 0,-4 4-1 0 0,1 1 65 0 0,0 0 0 0 0,0 0 1 0 0,1 0-1 0 0,-6 13 1 0 0,2 3 35 0 0,8-20-56 0 0,0 2 0 0 0,4 45 107 0 0,-2-46-157 0 0,2-1-17 0 0,0 0-40 0 0,-1-1 0 0 0,1 0-1 0 0,-1 0 1 0 0,1 0 0 0 0,0 0 0 0 0,1-1 0 0 0,-1 1-1 0 0,0-1 1 0 0,1 0 0 0 0,-1 0 0 0 0,1 0-1 0 0,0-1 1 0 0,-1 1 0 0 0,1-1 0 0 0,0 0-1 0 0,8 2 1 0 0,1-1-876 0 0,0-1 0 0 0,1 0 1 0 0,-1-1-1 0 0,1 0 0 0 0,15-3 0 0 0,-3-2-2191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38.6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16 1380 0 0,'0'0'1841'0'0,"4"-1"-1375"0"0,0 0-191 0 0,0 0 0 0 0,0 1 1 0 0,0 0-1 0 0,0 0 0 0 0,0 0 0 0 0,0 0 0 0 0,0 1 1 0 0,7 1-1 0 0,-7-1 68 0 0,0 1-218 0 0,-1 1 0 0 0,1-1 0 0 0,-1 1 1 0 0,0 0-1 0 0,0 0 0 0 0,0 0 1 0 0,0 0-1 0 0,0 0 0 0 0,3 6 0 0 0,-3-5-15 0 0,0 0 12 0 0,17 36 234 0 0,-18-37-270 0 0,-1 2-2 0 0,4 12 28 0 0,-4-12 81 0 0,0-1-76 0 0,1 47 597 0 0,-2-46 549 0 0,-2-9-1198 0 0,-5-11-8 0 0,6 11 13 0 0,2 0-19 0 0,3-3-90 0 0,-1 0-1 0 0,1 0 1 0 0,0 1-1 0 0,0-1 1 0 0,0 1 0 0 0,1 0-1 0 0,0 0 1 0 0,1 0-1 0 0,-1 1 1 0 0,1 0 0 0 0,0 0-1 0 0,0 0 1 0 0,13-6-1 0 0,-8 4-41 0 0,4-3-833 0 0,2 1 1 0 0,-1 0 0 0 0,1 1 0 0 0,1 1-1 0 0,-1 0 1 0 0,20-4 0 0 0,-26 8-168 0 0,-6 2-1931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38.9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55 1 1988 0 0,'0'0'7234'0'0,"-3"3"-6969"0"0,-23 27 340 0 0,23-27-513 0 0,2 1 4 0 0,-15 41 188 0 0,14-40-238 0 0,2 0-2 0 0,-3 13-30 0 0,3-13-10 0 0,0 0-44 0 0,3 17-39 0 0,-3-17-55 0 0,5 2-173 0 0,-5-6 249 0 0,0 0 0 0 0,0 0 0 0 0,1 0 0 0 0,-1 0 0 0 0,0-1 0 0 0,1 1 0 0 0,-1 0 0 0 0,0 0 0 0 0,1 0 0 0 0,-1-1 0 0 0,1 1 0 0 0,-1 0 0 0 0,1-1 0 0 0,-1 1 1 0 0,1 0-1 0 0,0-1 0 0 0,-1 1 0 0 0,2 0 0 0 0,40 11-3354 0 0,-37-11 1350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39.3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122 29 868 0 0,'-6'-1'197'0'0,"1"1"-1"0"0,-1 0 1 0 0,1 0-1 0 0,-1 1 1 0 0,1 0 0 0 0,-1 0-1 0 0,1 0 1 0 0,-1 0-1 0 0,1 1 1 0 0,0 0-1 0 0,0 0 1 0 0,0 1 0 0 0,0-1-1 0 0,0 1 1 0 0,0 0-1 0 0,1 0 1 0 0,-1 1 0 0 0,-5 5-1 0 0,0 2 55 0 0,7-8-56 0 0,1 0-47 0 0,2 0-134 0 0,-1 0 1 0 0,0-1-1 0 0,1 1 0 0 0,0-1 1 0 0,-1 1-1 0 0,1 0 0 0 0,0 0 0 0 0,0-1 1 0 0,1 1-1 0 0,-1 0 0 0 0,0-1 1 0 0,1 1-1 0 0,0 2 0 0 0,1-1-80 0 0,2-1-55 0 0,0-1 117 0 0,0-1 0 0 0,0 1-1 0 0,1 0 1 0 0,-1-1 0 0 0,1 0 0 0 0,0 0 0 0 0,-1 0 0 0 0,9 0-1 0 0,-8-1 75 0 0,0-2 18 0 0,2 0-9 0 0,-1-1 0 0 0,0 1 0 0 0,0-1 0 0 0,0-1 0 0 0,0 1 0 0 0,-1-1 0 0 0,1 0 0 0 0,-1 0 0 0 0,0-1 0 0 0,-1 1-1 0 0,1-1 1 0 0,-1 0 0 0 0,1-1 0 0 0,-2 1 0 0 0,1-1 0 0 0,4-8 0 0 0,-6 10 76 0 0,0-1-39 0 0,4-12-40 0 0,-5 13 65 0 0,-2-1-114 0 0,0 3-30 0 0,1 0 1 0 0,0 1 0 0 0,-1-1-1 0 0,1 0 1 0 0,-1 0 0 0 0,1 0 0 0 0,-1 0-1 0 0,0 1 1 0 0,0-1 0 0 0,-1-2-1 0 0,-4 3-203 0 0,0 0 1 0 0,0 0-1 0 0,0 1 0 0 0,0-1 0 0 0,0 1 0 0 0,0 1 0 0 0,0-1 0 0 0,-9 3 0 0 0,-20 6-2342 0 0,29-8-172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40.1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25 2920 0 0,'0'0'6493'0'0,"3"3"-6280"0"0,-1-1-179 0 0,0 0-1 0 0,0 0 1 0 0,-1 0 0 0 0,1 1-1 0 0,-1-1 1 0 0,1 0-1 0 0,-1 1 1 0 0,0-1 0 0 0,0 1-1 0 0,0 0 1 0 0,0-1-1 0 0,-1 1 1 0 0,1 0 0 0 0,-1-1-1 0 0,1 1 1 0 0,-1 0-1 0 0,0 5 1 0 0,1 14 3 0 0,-1-17-13 0 0,0-3-17 0 0,-1-1-1 0 0,1 1 0 0 0,0-1 1 0 0,0 1-1 0 0,0 0 1 0 0,0-1-1 0 0,1 1 0 0 0,-1 0 1 0 0,0-1-1 0 0,1 1 1 0 0,0 1-1 0 0,0 2 5 0 0,0 0-55 0 0,-1-1-185 0 0,4 13 247 0 0,-3-13 135 0 0,0 0-113 0 0,0 0-37 0 0,-1-3-7 0 0,1 0-1 0 0,0 1 0 0 0,-1-1 0 0 0,0 0 1 0 0,1 1-1 0 0,-1-1 0 0 0,0 0 1 0 0,0 1-1 0 0,0-1 0 0 0,0 1 1 0 0,0-1-1 0 0,0 2 0 0 0,4-1-23 0 0,12 3 6 0 0,-12-3-10 0 0,15-9-35 0 0,-10 2 69 0 0,-1 0-1 0 0,-1-1 1 0 0,1 0-1 0 0,-1 0 1 0 0,0 0 0 0 0,0-1-1 0 0,-1 0 1 0 0,6-9 0 0 0,70-74 194 0 0,-79 87-158 0 0,-1 2-35 0 0,-1 0 0 0 0,1 0 0 0 0,-1 0 0 0 0,1-1 0 0 0,-1 1 0 0 0,0 0 0 0 0,0-1 0 0 0,1 1 0 0 0,-1-1 0 0 0,1-1 0 0 0,1-1 54 0 0,1 2-29 0 0,10-7 10 0 0,-11 7 166 0 0,-3 3-201 0 0,0-1-1 0 0,0 0 0 0 0,0 1 0 0 0,0-1 0 0 0,0 0 1 0 0,1 1-1 0 0,-1-1 0 0 0,0 0 0 0 0,0 0 1 0 0,0 1-1 0 0,0-1 0 0 0,0 0 0 0 0,1 1 0 0 0,-1-1 1 0 0,0 0-1 0 0,0 0 0 0 0,0 1 0 0 0,1-1 1 0 0,-1 0-1 0 0,0 0 0 0 0,0 0 0 0 0,1 1 0 0 0,-1-1 1 0 0,0 0-1 0 0,1 0 0 0 0,-1 0 0 0 0,0 0 1 0 0,1 0-1 0 0,-1 1 0 0 0,0-1 0 0 0,1 0 0 0 0,-1 0 1 0 0,1 0 1 0 0,0 0 0 0 0,-1 0 0 0 0,1 0 0 0 0,0 1 0 0 0,-1-1 0 0 0,1 0 0 0 0,0 1 0 0 0,-1-1 0 0 0,1 0 0 0 0,-1 1 0 0 0,1-1 0 0 0,-1 1 0 0 0,1-1 0 0 0,-1 0 0 0 0,1 1 0 0 0,-1 0 1 0 0,0-1-1 0 0,1 1 0 0 0,-1-1 0 0 0,1 1 0 0 0,-1-1 0 0 0,0 1 0 0 0,0 0 0 0 0,1-1 0 0 0,-1 1 0 0 0,0 1 0 0 0,4 14 31 0 0,-1 13 15 0 0,-2-24-33 0 0,-1 3-245 0 0,0 1 0 0 0,0-1 0 0 0,1 1 0 0 0,0-1 0 0 0,1 0 0 0 0,0 1 0 0 0,0-1 0 0 0,1 0 0 0 0,0 0 0 0 0,0 0 0 0 0,1-1 0 0 0,0 1 0 0 0,0-1 0 0 0,1 0 0 0 0,0 0 0 0 0,7 8 0 0 0,-8-12-137 0 0,-1 0 0 0 0,1-1 0 0 0,-1 0 0 0 0,1 0 0 0 0,0 0 0 0 0,0 0 0 0 0,0-1 0 0 0,0 1 0 0 0,8 0 0 0 0,-5 0-386 0 0,-3 0-1937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40.8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281 44 2632 0 0,'0'0'1758'0'0,"0"-5"-1132"0"0,-3-14-142 0 0,3 14-103 0 0,-3 3-73 0 0,0 0-237 0 0,0 0 0 0 0,0 1 0 0 0,0 0 1 0 0,-1-1-1 0 0,1 1 0 0 0,0 0 0 0 0,0 1 0 0 0,-1-1 0 0 0,1 0 0 0 0,-1 1 0 0 0,1 0 0 0 0,0 0 0 0 0,-7 0 0 0 0,2 2 51 0 0,0 0-1 0 0,1 0 0 0 0,-1 1 0 0 0,-12 5 0 0 0,13-4-51 0 0,1 0-1 0 0,-1 1 1 0 0,1 0-1 0 0,-1 0 1 0 0,1 0 0 0 0,1 1-1 0 0,-1 0 1 0 0,1 0-1 0 0,0 0 1 0 0,-6 12-1 0 0,-8 21-5 0 0,18-35 54 0 0,0 1-147 0 0,-1 13-68 0 0,1-13 107 0 0,2 0-142 0 0,4 14 40 0 0,-4-14 59 0 0,-1-5-34 0 0,1 0 64 0 0,-1 0 0 0 0,1 0 0 0 0,-1 0 0 0 0,0 0 0 0 0,1 0 0 0 0,-1 0 0 0 0,0 0 0 0 0,1 1 0 0 0,-1-1 0 0 0,1 0 0 0 0,-1 0-1 0 0,0 0 1 0 0,1 0 0 0 0,-1 1 0 0 0,0-1 0 0 0,1 0 0 0 0,-1 0 0 0 0,0 0 0 0 0,0 1 0 0 0,1-1 0 0 0,-1 0 0 0 0,0 1 0 0 0,0-1 0 0 0,1 0 0 0 0,-1 1 0 0 0,0-1 0 0 0,0 0 0 0 0,0 1 0 0 0,1 0 0 0 0,-1-1 5 0 0,0 1 0 0 0,0 0 0 0 0,1-1 0 0 0,-1 1 0 0 0,1-1 0 0 0,-1 1 1 0 0,1 0-1 0 0,-1-1 0 0 0,1 1 0 0 0,-1-1 0 0 0,1 1 0 0 0,-1-1 0 0 0,1 0 1 0 0,-1 1-1 0 0,1-1 0 0 0,0 0 0 0 0,-1 1 0 0 0,1-1 0 0 0,0 0 0 0 0,-1 1 0 0 0,1-1 1 0 0,0 0-1 0 0,0 0 0 0 0,-1 0 0 0 0,1 0 0 0 0,0 0 0 0 0,0 0 0 0 0,20 2-10 0 0,-16-1 16 0 0,0-3 32 0 0,4-1 137 0 0,0-1 1 0 0,0-1-1 0 0,-1 0 1 0 0,0 0-1 0 0,1 0 1 0 0,-2-1-1 0 0,1 0 1 0 0,-1-1-1 0 0,0 0 1 0 0,0 0-1 0 0,-1 0 1 0 0,10-16-1 0 0,-14 20 59 0 0,1-1-11 0 0,21-33 912 0 0,-24 42-1094 0 0,-13 253 1581 0 0,-10 72-702 0 0,7-126-724 0 0,13-162-169 0 0,-2 0-1 0 0,-17 73 1 0 0,21-111-37 0 0,-1 0 0 0 0,1 0 0 0 0,-1 0 1 0 0,0 0-1 0 0,0 0 0 0 0,0-1 0 0 0,0 1 1 0 0,-1 0-1 0 0,1-1 0 0 0,-7 6 0 0 0,8-7 7 0 0,-2 0-14 0 0,-23 1-7 0 0,16-5 32 0 0,2-3-44 0 0,0-1 0 0 0,0 0 0 0 0,1 0 0 0 0,-1-1 0 0 0,1 0 0 0 0,1 0-1 0 0,0-1 1 0 0,0 0 0 0 0,0 0 0 0 0,-5-10 0 0 0,3 3-108 0 0,1 0 1 0 0,1 0 0 0 0,1-1-1 0 0,0 0 1 0 0,-5-29-1 0 0,7 24-3 0 0,0-1 1 0 0,2 1-1 0 0,1-1 0 0 0,0 1 0 0 0,2-1 0 0 0,0 1 1 0 0,1 0-1 0 0,2 0 0 0 0,13-41 0 0 0,-9 42-264 0 0,1 0-1 0 0,0 1 1 0 0,2 0 0 0 0,0 1-1 0 0,1 0 1 0 0,18-18-1 0 0,-6 10-1479 0 0,2 1-1 0 0,57-42 0 0 0,-40 39-1832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51.2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32 156 2936 0 0,'-5'1'1005'0'0,"-16"5"-102"0"0,16-5 2094 0 0,11 0-2827 0 0,31 0-71 0 0,0-1 0 0 0,-1-2-1 0 0,58-9 1 0 0,-14 1-32 0 0,887-76 411 0 0,-634 58-1974 0 0,-140 7-2541 0 0,-132 13 659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54.0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 3444 0 0,'0'0'4369'0'0,"0"-4"-3917"0"0,3-4 904 0 0,-1 12-464 0 0,-1 28-116 0 0,-2 54-608 0 0,1-84-139 0 0,-4 212 126 0 0,28 236 0 0 0,-23-445-348 0 0,-1 1-72 0 0,-4 45-3859 0 0,3-46 2836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54.2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1924 0 0,'0'0'3377'0'0,"1"3"-2841"0"0,7 15-393 0 0,0-1 0 0 0,1 0 1 0 0,1 0-1 0 0,0-1 0 0 0,1 0 1 0 0,1-1-1 0 0,0-1 0 0 0,18 17 1 0 0,-10-14-1407 0 0,-17-14 363 0 0,1 0-11 0 0,12 8-572 0 0,-11-8-1047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54.5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71 25 1400 0 0,'0'0'892'0'0,"1"-4"-150"0"0,2-13-164 0 0,-2 13 1989 0 0,-5 13-2528 0 0,-6 4 60 0 0,-11 53-327 0 0,-6 17-3462 0 0,14-45 1331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55.5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697 119 2252 0 0,'-3'-8'156'0'0,"-1"1"1"0"0,0-1-1 0 0,0 1 0 0 0,0 1 1 0 0,-1-1-1 0 0,0 0 0 0 0,0 1 0 0 0,-1 0 1 0 0,0 0-1 0 0,0 1 0 0 0,0 0 0 0 0,-1 0 1 0 0,0 0-1 0 0,0 1 0 0 0,0 0 1 0 0,0 0-1 0 0,-1 1 0 0 0,1 0 0 0 0,-1 0 1 0 0,0 1-1 0 0,0-1 0 0 0,0 2 0 0 0,0-1 1 0 0,0 1-1 0 0,0 1 0 0 0,-1 0 1 0 0,1 0-1 0 0,0 0 0 0 0,0 1 0 0 0,-16 3 1 0 0,8 0-22 0 0,0 1 1 0 0,1 0-1 0 0,-1 1 1 0 0,1 1 0 0 0,0 0-1 0 0,1 1 1 0 0,0 1-1 0 0,0 0 1 0 0,1 1-1 0 0,-15 13 1 0 0,1 3 40 0 0,1 1 0 0 0,1 1 1 0 0,-27 42-1 0 0,28-35-144 0 0,2 2 0 0 0,1 1 0 0 0,2 0 0 0 0,-25 74 1 0 0,34-80 17 0 0,2 1 0 0 0,0-1 0 0 0,3 2 0 0 0,0-1 0 0 0,2 0 0 0 0,3 59 0 0 0,1-75-47 0 0,2 0 0 0 0,0 0 1 0 0,0-1-1 0 0,2 1 0 0 0,0-1 1 0 0,1 0-1 0 0,10 20 0 0 0,-11-26-55 0 0,1 0 0 0 0,0 0 0 0 0,1-1 0 0 0,0 0 0 0 0,0 0 0 0 0,1-1-1 0 0,0 0 1 0 0,0-1 0 0 0,1 1 0 0 0,0-2 0 0 0,15 10 0 0 0,-19-13-21 0 0,-3-2 57 0 0,0 0 0 0 0,1 0 0 0 0,-1 1 1 0 0,0-1-1 0 0,0-1 0 0 0,1 1 0 0 0,-1 0 0 0 0,1 0 0 0 0,-1-1 0 0 0,0 0 1 0 0,1 1-1 0 0,4-1 0 0 0,3 1-70 0 0,60-4-180 0 0,-58 1 280 0 0,-1-1 0 0 0,1 0 0 0 0,-1-1 0 0 0,0 0 1 0 0,0-1-1 0 0,0 0 0 0 0,0-1 0 0 0,-1 0 0 0 0,0 0 0 0 0,0-1 0 0 0,-1-1 0 0 0,0 1 0 0 0,0-2 0 0 0,9-11 0 0 0,-6 6 58 0 0,0-1 0 0 0,-1-1 0 0 0,-1 0 0 0 0,-1-1 0 0 0,0 0 0 0 0,-1 0 1 0 0,9-28-1 0 0,-5-6 143 0 0,-1-35 138 0 0,-11 81-174 0 0,-2 9-114 0 0,-3 4-41 0 0,1 0 0 0 0,1 0-1 0 0,-1 0 1 0 0,1 0-1 0 0,1 0 1 0 0,0 1 0 0 0,0-1-1 0 0,-1 15 1 0 0,-4 84 58 0 0,6-60-47 0 0,-6 442-579 0 0,7-483 248 0 0,1 0-90 0 0,1 18-123 0 0,-1-18-153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55.7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54 2012 0 0,'0'0'948'0'0,"-4"-1"-133"0"0,-9-6 720 0 0,14 7-1435 0 0,-1-1 1 0 0,0 1-1 0 0,0-1 0 0 0,0 1 0 0 0,0-1 0 0 0,1 1 1 0 0,-1-1-1 0 0,0 1 0 0 0,0-1 0 0 0,1 1 0 0 0,-1 0 1 0 0,0-1-1 0 0,1 1 0 0 0,-1-1 0 0 0,1 1 0 0 0,-1 0 1 0 0,0-1-1 0 0,1 1 0 0 0,-1 0 0 0 0,1 0 0 0 0,-1-1 1 0 0,1 1-1 0 0,-1 0 0 0 0,1 0 0 0 0,0-1 0 0 0,0 1-88 0 0,0-1 0 0 0,1 0 0 0 0,-1 1 0 0 0,1-1 0 0 0,-1 1 0 0 0,0 0 0 0 0,1-1 0 0 0,-1 1 0 0 0,1 0 0 0 0,-1 0 0 0 0,0 0 0 0 0,1 0 0 0 0,-1 0 0 0 0,1 0 0 0 0,-1 0 0 0 0,1 1 0 0 0,2 0 0 0 0,-1 0 18 0 0,172-10 148 0 0,-53-4-1323 0 0,-47 2-2821 0 0,-68 9 778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56.2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16 1912 0 0,'0'0'2588'0'0,"3"2"-2363"0"0,3 2-76 0 0,-1 0 0 0 0,1-1 0 0 0,-1 0 0 0 0,1 0 0 0 0,0 0 0 0 0,10 2 0 0 0,-9-2-66 0 0,1 0 1 0 0,-1 0-1 0 0,0 0 0 0 0,0 1 0 0 0,0 0 1 0 0,-1 0-1 0 0,1 1 0 0 0,6 5 0 0 0,32 43 402 0 0,-42-50-402 0 0,-1 2 12 0 0,10 29 728 0 0,-12-32-704 0 0,1 0-1 0 0,-1 0 0 0 0,1-1 1 0 0,-1 1-1 0 0,0 0 0 0 0,1 0 1 0 0,-1 0-1 0 0,0 0 0 0 0,0 0 1 0 0,-1 0-1 0 0,1 0 1 0 0,0 0-1 0 0,-1 0 0 0 0,1 0 1 0 0,-1 0-1 0 0,1-1 0 0 0,-1 1 1 0 0,0 0-1 0 0,-1 2 0 0 0,1-3-97 0 0,0-1 0 0 0,-1 1 0 0 0,1-1 0 0 0,0 1 0 0 0,0-1 0 0 0,-1 1 0 0 0,1-1 0 0 0,0 1 0 0 0,-1-1 0 0 0,1 0 0 0 0,-1 0 0 0 0,-2 0 0 0 0,2 0 20 0 0,-2 1 355 0 0,-5-14-215 0 0,8 11-173 0 0,0 1 0 0 0,0-1 0 0 0,0 1 0 0 0,0-1 0 0 0,0 1-1 0 0,0-1 1 0 0,0 1 0 0 0,1-1 0 0 0,-1 0 0 0 0,1 1 0 0 0,-1-1 0 0 0,1 0 0 0 0,0 0-1 0 0,-1 1 1 0 0,1-1 0 0 0,0 0 0 0 0,0 0 0 0 0,0 0 0 0 0,0 1 0 0 0,1-1 0 0 0,0-3-1 0 0,1-4-136 0 0,0 0-1 0 0,1 1 0 0 0,0-1 0 0 0,0 1 0 0 0,1-1 0 0 0,0 1 1 0 0,1 0-1 0 0,0 1 0 0 0,0-1 0 0 0,1 1 0 0 0,0 0 1 0 0,0 0-1 0 0,0 1 0 0 0,1 0 0 0 0,0 0 0 0 0,15-10 1 0 0,23-7-1761 0 0,-41 21 1121 0 0,1 1-38 0 0,16-3-90 0 0,-15 3 10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56.7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124 89 2568 0 0,'0'0'1895'0'0,"1"-4"-1228"0"0,3-13-142 0 0,-4 13 552 0 0,0 3-1031 0 0,0 0 1 0 0,-1 0-1 0 0,1 0 0 0 0,-1 0 1 0 0,1 0-1 0 0,-1 0 0 0 0,1 0 1 0 0,-1 0-1 0 0,0 0 0 0 0,0 0 1 0 0,1 0-1 0 0,-1 0 1 0 0,0 1-1 0 0,0-1 0 0 0,0 0 1 0 0,0 1-1 0 0,0-1 0 0 0,0 0 1 0 0,0 1-1 0 0,0-1 0 0 0,-1 1 1 0 0,-22-8 728 0 0,19 9-705 0 0,0 0-1 0 0,1 0 0 0 0,-1 0 1 0 0,1 1-1 0 0,-1 0 0 0 0,1 0 0 0 0,0 0 1 0 0,-7 5-1 0 0,7-5 14 0 0,4-1-81 0 0,0-1 1 0 0,0 1-1 0 0,0 0 0 0 0,0-1 1 0 0,0 1-1 0 0,-1-1 0 0 0,1 1 1 0 0,0-1-1 0 0,0 1 0 0 0,0 0 1 0 0,-1-1-1 0 0,1 1 0 0 0,0-1 1 0 0,-1 0-1 0 0,1 1 0 0 0,0-1 1 0 0,-1 1-1 0 0,1-1 0 0 0,-1 1 1 0 0,1-1-1 0 0,-1 0 0 0 0,1 1 1 0 0,0-1-1 0 0,-2 1 0 0 0,1-1 1 0 0,0 1-1 0 0,0 0 1 0 0,0 0-1 0 0,0 0 1 0 0,0 0-1 0 0,0 0 0 0 0,0 0 1 0 0,0 0-1 0 0,0 1 1 0 0,1-1-1 0 0,-1 0 1 0 0,-1 2-1 0 0,-4 12 40 0 0,5-12-18 0 0,0 3-5 0 0,-5 15 3 0 0,4-15 2 0 0,3-1-25 0 0,12 43-289 0 0,-11-44 84 0 0,2 0 29 0 0,11 10 25 0 0,-11-11-28 0 0,-3-2 155 0 0,1-1 0 0 0,-1 0-1 0 0,1 1 1 0 0,-1-1-1 0 0,1 1 1 0 0,-1 0 0 0 0,1-1-1 0 0,-1 1 1 0 0,0 0-1 0 0,1 0 1 0 0,-1 0 0 0 0,2 2-1 0 0,0-1-30 0 0,2 0-130 0 0,0-1 22 0 0,14 2 45 0 0,-14-2 36 0 0,0-1 33 0 0,40-14 241 0 0,-41 12-28 0 0,0-2 20 0 0,1 0-83 0 0,-1 0-1 0 0,0-1 1 0 0,0 0-1 0 0,-1 0 1 0 0,1 0-1 0 0,-1 0 1 0 0,0 0-1 0 0,-1-1 1 0 0,1 1-1 0 0,-1-1 1 0 0,2-7-1 0 0,1-6 59 0 0,-4 15-29 0 0,-1-2-104 0 0,-3-54 419 0 0,2 54-376 0 0,-1 1-3 0 0,0 1-54 0 0,0 1 0 0 0,-1-1 1 0 0,0 1-1 0 0,1-1 0 0 0,-1 1 0 0 0,0 0 1 0 0,-1 0-1 0 0,1 0 0 0 0,0 0 0 0 0,-1 1 1 0 0,0-1-1 0 0,0 1 0 0 0,1 0 0 0 0,-8-2 1 0 0,6 2 4 0 0,0 3-31 0 0,-14 1-10 0 0,14-1 16 0 0,0 0-2 0 0,-4 3-108 0 0,0 1 0 0 0,1 0 1 0 0,0 0-1 0 0,0 1 0 0 0,-12 11 0 0 0,17-14-149 0 0,1 1-55 0 0,-8 16-82 0 0,8-15-87 0 0,1 0-72 0 0,-1 16-74 0 0,1-16-84 0 0,3 0-97 0 0,-2 0 514 0 0,0-4 158 0 0,0 1-1 0 0,0-1 1 0 0,0 1-1 0 0,0-1 1 0 0,1 0-1 0 0,-1 1 1 0 0,0-1 0 0 0,1 1-1 0 0,0-1 1 0 0,-1 1-1 0 0,1-1 1 0 0,0 0-1 0 0,-1 0 1 0 0,2 3 0 0 0,9 11-2559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57.6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27 120 2604 0 0,'3'-6'926'0'0,"-1"-1"0"0"0,-1 0 0 0 0,1 0 0 0 0,-1 1 0 0 0,0-1 0 0 0,0-8 0 0 0,-4-5-678 0 0,2 17 772 0 0,1 3-1016 0 0,0 0 1 0 0,-1 1-1 0 0,1-1 1 0 0,0 1 0 0 0,-1-1-1 0 0,1 0 1 0 0,0 1 0 0 0,-1-1-1 0 0,1 0 1 0 0,0 1-1 0 0,-1-1 1 0 0,1 0 0 0 0,-1 0-1 0 0,1 0 1 0 0,-1 1 0 0 0,1-1-1 0 0,-1 0 1 0 0,1 0-1 0 0,-1 0 1 0 0,1 0 0 0 0,-1 0-1 0 0,1 0 1 0 0,-1 0 0 0 0,0 0 2 0 0,1 0 0 0 0,-1 0 0 0 0,1 0 0 0 0,-1 0 0 0 0,1 1 0 0 0,-1-1 0 0 0,1 0 0 0 0,-1 0-1 0 0,1 0 1 0 0,-1 0 0 0 0,1 1 0 0 0,0-1 0 0 0,-1 0 0 0 0,1 0 0 0 0,-1 1 0 0 0,1-1 0 0 0,0 0 0 0 0,-1 1 0 0 0,1-1 0 0 0,0 0 0 0 0,-1 1 0 0 0,1-1 0 0 0,-1 1 0 0 0,1 0-5 0 0,0-1-1 0 0,0 1 0 0 0,0-1 1 0 0,0 0-1 0 0,0 1 0 0 0,0-1 1 0 0,0 1-1 0 0,0-1 0 0 0,0 1 1 0 0,0-1-1 0 0,0 1 0 0 0,-1-1 1 0 0,1 1-1 0 0,0-1 0 0 0,0 0 1 0 0,0 1-1 0 0,-1-1 0 0 0,1 1 1 0 0,0-1-1 0 0,-1 0 0 0 0,1 1 1 0 0,0-1-1 0 0,-1 0 0 0 0,0 1 1 0 0,0 0 6 0 0,1-1-1 0 0,-1 1 1 0 0,1-1 0 0 0,-1 1 0 0 0,1-1 0 0 0,-1 1 0 0 0,1 0-1 0 0,-1-1 1 0 0,1 1 0 0 0,0 0 0 0 0,-1 0 0 0 0,1-1 0 0 0,0 1-1 0 0,-1 0 1 0 0,1 0 0 0 0,0-1 0 0 0,0 1 0 0 0,0 0 0 0 0,0 0-1 0 0,0-1 1 0 0,0 1 0 0 0,0 0 0 0 0,0 0 0 0 0,0 1 0 0 0,1 10-19 0 0,1 1 0 0 0,0 0 0 0 0,1-1 0 0 0,4 15 0 0 0,-4-23 4 0 0,-3-3 8 0 0,0-1-1 0 0,0 1 1 0 0,0-1-1 0 0,0 1 1 0 0,0-1-1 0 0,0 1 1 0 0,1-1-1 0 0,-1 1 1 0 0,0-1-1 0 0,0 1 1 0 0,1-1-1 0 0,-1 1 1 0 0,0-1-1 0 0,1 0 1 0 0,-1 1-1 0 0,0-1 1 0 0,1 1-1 0 0,-1-1 1 0 0,0 0-1 0 0,1 0 0 0 0,-1 1 1 0 0,1-1-1 0 0,-1 0 1 0 0,1 0-1 0 0,-1 1 1 0 0,1-1-1 0 0,0 0 0 0 0,-1 0 1 0 0,1 0-1 0 0,-1 1 0 0 0,1-1 0 0 0,-1 0 0 0 0,1 0 0 0 0,-1 1 0 0 0,0-1 0 0 0,1 0 0 0 0,-1 1 1 0 0,1-1-1 0 0,-1 0 0 0 0,0 1 0 0 0,1-1 0 0 0,-1 1 0 0 0,0-1 0 0 0,0 1 0 0 0,1-1 0 0 0,-1 1 1 0 0,0-1-1 0 0,0 0 0 0 0,0 1 0 0 0,1-1 0 0 0,-1 1 0 0 0,0 0 0 0 0,0 0 0 0 0,3 1-7 0 0,9 7-1 0 0,-10-7 2 0 0,3-1 3 0 0,14 3-13 0 0,-15-3 22 0 0,2-2 8 0 0,15-3-4 0 0,-16 3 6 0 0,-1-2 9 0 0,5-3 11 0 0,-1 0 1 0 0,1-1-1 0 0,-1 0 1 0 0,-1-1-1 0 0,8-8 1 0 0,-12 11-14 0 0,-1 1-12 0 0,6-15 9 0 0,-6 15 30 0 0,-1-1-38 0 0,2-41 65 0 0,-4 41 2 0 0,-9 12-21 0 0,10-7-55 0 0,-1 1 1 0 0,1-1 0 0 0,0 1-1 0 0,0-1 1 0 0,-1 0 0 0 0,1 1-1 0 0,0-1 1 0 0,0 0 0 0 0,-1 1 0 0 0,1-1-1 0 0,0 0 1 0 0,-1 0 0 0 0,1 1-1 0 0,-1-1 1 0 0,1 0 0 0 0,0 0-1 0 0,-1 0 1 0 0,1 1 0 0 0,-1-1 0 0 0,1 0-1 0 0,-1 0 1 0 0,1 0 0 0 0,0 0-1 0 0,-1 0 1 0 0,1 0 0 0 0,-1 0-1 0 0,0 0 1 0 0,0 5 10 0 0,-3 16-15 0 0,2-16 26 0 0,3 0-4 0 0,1 12-33 0 0,-1-13 28 0 0,1 1 7 0 0,-1-2 0 0 0,1 1-52 0 0,-1 0 0 0 0,1 0 0 0 0,0 0 1 0 0,0 0-1 0 0,0 0 0 0 0,1-1 0 0 0,-1 1 1 0 0,1-1-1 0 0,0 1 0 0 0,0-1 0 0 0,0 0 1 0 0,0 0-1 0 0,1-1 0 0 0,-1 1 0 0 0,1-1 1 0 0,5 3-1 0 0,-3-3-9 0 0,0 0-1 0 0,1 0 1 0 0,-1-1-1 0 0,1 0 1 0 0,0-1-1 0 0,-1 1 1 0 0,1-1-1 0 0,-1-1 1 0 0,1 1-1 0 0,0-1 1 0 0,-1 0-1 0 0,1-1 1 0 0,-1 1-1 0 0,0-1 1 0 0,1-1-1 0 0,-1 1 1 0 0,0-1-1 0 0,9-5 1 0 0,-10 3 60 0 0,0 1 1 0 0,1-1-1 0 0,-2 0 1 0 0,1 0-1 0 0,0 0 1 0 0,-1-1-1 0 0,0 1 1 0 0,0-1 0 0 0,-1 0-1 0 0,0-1 1 0 0,0 1-1 0 0,4-11 1 0 0,-6 12-9 0 0,7-21 189 0 0,-7 22-100 0 0,0-2 10 0 0,2-15 11 0 0,-2 15 128 0 0,-1 1-107 0 0,2-14-48 0 0,-2 14 1160 0 0,-2 9-1189 0 0,0 0-45 0 0,0-1 1 0 0,0 1-1 0 0,1 0 1 0 0,-1 0 0 0 0,1 0-1 0 0,0 1 1 0 0,1-1 0 0 0,-1 0-1 0 0,1 0 1 0 0,-1 0 0 0 0,1 1-1 0 0,1 4 1 0 0,5 206 288 0 0,16 24-765 0 0,-8-179-1048 0 0,-12-55 1079 0 0,-2-1-18 0 0,4 12-56 0 0,-3-12-61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57.9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1 192 1904 0 0,'-1'-6'726'0'0,"2"-20"215"0"0,0 0 1 0 0,7-33 0 0 0,-7 56-904 0 0,1-1 0 0 0,-1 1 0 0 0,1 0 1 0 0,-1 0-1 0 0,1 0 0 0 0,0 0 1 0 0,0 0-1 0 0,0 0 0 0 0,1 0 1 0 0,-1 1-1 0 0,1-1 0 0 0,-1 1 1 0 0,1 0-1 0 0,3-3 0 0 0,32-16 148 0 0,-34 19 4 0 0,2 1-138 0 0,19-3-46 0 0,-19 2-42 0 0,0 3 86 0 0,-3 0-57 0 0,41 9 433 0 0,-41-9-387 0 0,0 1 1 0 0,0-1 0 0 0,0 0-1 0 0,0 1 1 0 0,-1 0-1 0 0,1 0 1 0 0,-1 0-1 0 0,1 0 1 0 0,-1 0 0 0 0,0 0-1 0 0,0 1 1 0 0,0-1-1 0 0,0 1 1 0 0,0-1 0 0 0,0 1-1 0 0,2 4 1 0 0,1 8 54 0 0,-3-12 1 0 0,-2 3-22 0 0,3 18-3 0 0,-3-18-10 0 0,-1-1 14 0 0,-1 3-42 0 0,-1-1 0 0 0,0 1 0 0 0,0-1 0 0 0,-1 0-1 0 0,0 0 1 0 0,0 0 0 0 0,0-1 0 0 0,-1 1 0 0 0,0-1 0 0 0,0 0-1 0 0,-1 0 1 0 0,1-1 0 0 0,-13 9 0 0 0,15-12-46 0 0,-1 1-61 0 0,2-1 249 0 0,-14 11-1280 0 0,-4-3-3532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58.1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24 2676 0 0,'3'-3'1278'0'0,"2"-2"-1313"0"0,14-10 4400 0 0,-18 15-4289 0 0,0 0 0 0 0,0 0 0 0 0,-1 0 0 0 0,1-1 0 0 0,0 1-1 0 0,0 0 1 0 0,-1 0 0 0 0,1 0 0 0 0,0 0 0 0 0,0 0 0 0 0,0 0 0 0 0,-1 1-1 0 0,1-1 1 0 0,0 0 0 0 0,0 0 0 0 0,-1 0 0 0 0,1 1 0 0 0,0-1 0 0 0,-1 0-1 0 0,1 1 1 0 0,0-1 0 0 0,-1 1 0 0 0,1-1 0 0 0,0 1 0 0 0,-1-1 0 0 0,1 1-1 0 0,0 1 1 0 0,2 1 98 0 0,-2 1-26 0 0,7 38 19 0 0,16 51-1 0 0,-22-88-315 0 0,1-1-34 0 0,8 13-75 0 0,-8-12-114 0 0,1-2-113 0 0,0 1-159 0 0,1-1 0 0 0,0 0 0 0 0,0 0 1 0 0,1 0-1 0 0,10 4 0 0 0,-12-5-399 0 0,0-4-675 0 0,15-5-1234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58.5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108 20 1952 0 0,'-4'-2'718'0'0,"-2"-1"-312"0"0,-1 0 0 0 0,0 0 1 0 0,0 1-1 0 0,-1 0 1 0 0,1 1-1 0 0,0-1 0 0 0,-1 1 1 0 0,-10 0-1 0 0,12 2-50 0 0,-5 6-150 0 0,11-7-207 0 0,-1 1-1 0 0,1-1 0 0 0,-1 1 0 0 0,1-1 0 0 0,0 1 1 0 0,-1-1-1 0 0,1 0 0 0 0,-1 1 0 0 0,1-1 0 0 0,-1 0 0 0 0,1 0 1 0 0,-1 1-1 0 0,0-1 0 0 0,1 0 0 0 0,-1 0 0 0 0,1 0 0 0 0,-1 1 1 0 0,1-1-1 0 0,-1 0 0 0 0,0 0 0 0 0,0 0 0 0 0,2 4-51 0 0,4 14 14 0 0,-4-14-5 0 0,47-20 438 0 0,-44 14-54 0 0,-3 2-307 0 0,0-1 0 0 0,-1 1 0 0 0,1 0 0 0 0,0-1 0 0 0,-1 1 0 0 0,1-1 0 0 0,-1 1 0 0 0,1-1 0 0 0,-1 1 0 0 0,1-1 0 0 0,-1 1 0 0 0,1-1 0 0 0,-1 0 0 0 0,0 1 0 0 0,1-1 0 0 0,-1 0 0 0 0,0 1-1 0 0,1-1 1 0 0,-1 0 0 0 0,0 1 0 0 0,0-1 0 0 0,0 0 0 0 0,0 0 0 0 0,1 0 0 0 0,-24 5-280 0 0,23-4 222 0 0,-1 1-1 0 0,0-1 1 0 0,0 0-1 0 0,0 0 1 0 0,0 1 0 0 0,0-1-1 0 0,0 1 1 0 0,1-1-1 0 0,-1 1 1 0 0,0-1-1 0 0,0 1 1 0 0,1 0 0 0 0,-1-1-1 0 0,0 1 1 0 0,1 0-1 0 0,-1-1 1 0 0,1 1 0 0 0,-1 0-1 0 0,1 0 1 0 0,-1 0-1 0 0,1-1 1 0 0,0 1-1 0 0,-1 0 1 0 0,1 0 0 0 0,-1 1-1 0 0,1-1-46 0 0,-2 3-229 0 0,-1 0 1 0 0,1 0-1 0 0,0 1 1 0 0,1-1-1 0 0,-1 1 1 0 0,1-1-1 0 0,-2 9 1 0 0,2-8 29 0 0,0-1-572 0 0,1 2-536 0 0,-1 24-975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38:59.7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15 2052 0 0,'0'0'3192'0'0,"2"-4"-2519"0"0,5-7-262 0 0,-4 11 608 0 0,-6 25 1414 0 0,-1 15-2084 0 0,4-18-272 0 0,0-17-33 0 0,1 0-21 0 0,1 16 0 0 0,-1-16 7 0 0,0-1-1 0 0,5 11 26 0 0,-5-11-33 0 0,12 14-20 0 0,-10-15-4 0 0,2-2-10 0 0,13 4 14 0 0,-13-4 0 0 0,0-3 0 0 0,1-1 6 0 0,0 0 0 0 0,0 0 0 0 0,0-1 0 0 0,0 0 0 0 0,-1 0-1 0 0,1-1 1 0 0,-1 1 0 0 0,0-1 0 0 0,8-11 0 0 0,45-62 370 0 0,-56 75-332 0 0,1 0-52 0 0,-3 2 8 0 0,1 1 0 0 0,-1-1-1 0 0,0 1 1 0 0,1-1 0 0 0,-1 1 0 0 0,1-1-1 0 0,-1 1 1 0 0,1-1 0 0 0,-1 1 0 0 0,1-1 0 0 0,0 1-1 0 0,-1 0 1 0 0,1-1 0 0 0,0 1 0 0 0,-1 0-1 0 0,1 0 1 0 0,0-1 0 0 0,-1 1 0 0 0,2 0-1 0 0,-1 1 0 0 0,0 0 0 0 0,-1 0 0 0 0,1 0 0 0 0,0 1-1 0 0,-1-1 1 0 0,1 0 0 0 0,-1 0 0 0 0,1 1-1 0 0,-1-1 1 0 0,0 0 0 0 0,0 0 0 0 0,1 1-1 0 0,-1-1 1 0 0,0 0 0 0 0,0 1 0 0 0,0-1 0 0 0,-1 2-1 0 0,3 19-11 0 0,-2-16-4 0 0,1-2 37 0 0,4 12-33 0 0,-4-12-40 0 0,1 1-26 0 0,2 0-150 0 0,-1 1 0 0 0,1-1-1 0 0,0 0 1 0 0,0 0 0 0 0,1 0 0 0 0,-1 0-1 0 0,1-1 1 0 0,0 0 0 0 0,0 0 0 0 0,1 0-1 0 0,9 5 1 0 0,-3-4-199 0 0,0-1-1 0 0,1 0 1 0 0,-1 0 0 0 0,1-1 0 0 0,0-1-1 0 0,0 0 1 0 0,0-1 0 0 0,0 0-1 0 0,1-1 1 0 0,-1-1 0 0 0,0 0 0 0 0,23-5-1 0 0,-27 5 605 0 0,0-1-1 0 0,-1 0 1 0 0,1-1-1 0 0,-1 0 1 0 0,1 0 0 0 0,-1-1-1 0 0,0 0 1 0 0,0 0-1 0 0,-1 0 1 0 0,1-1-1 0 0,-1-1 1 0 0,0 1-1 0 0,0-1 1 0 0,-1 0 0 0 0,12-14-1 0 0,-16 16 275 0 0,-2 3-429 0 0,0 1-1 0 0,0-1 1 0 0,0 0 0 0 0,0 1-1 0 0,0-1 1 0 0,0 1-1 0 0,0-1 1 0 0,1 1-1 0 0,-1-1 1 0 0,0 1 0 0 0,0-1-1 0 0,0 0 1 0 0,1 1-1 0 0,-1-1 1 0 0,0 1 0 0 0,1-1-1 0 0,-1 1 1 0 0,0 0-1 0 0,1-1 1 0 0,-1 1-1 0 0,0-1 1 0 0,2 0 0 0 0,-2 1 19 0 0,1-1 0 0 0,0 0 0 0 0,-1 1 0 0 0,1-1 0 0 0,-1 0 0 0 0,1 1 0 0 0,-1-1 1 0 0,1 0-1 0 0,-1 0 0 0 0,0 1 0 0 0,1-1 0 0 0,-1 0 0 0 0,0 0 0 0 0,0 0 0 0 0,1 0 0 0 0,-1 1 0 0 0,0-1 1 0 0,0 0-1 0 0,0 0 0 0 0,0 0 0 0 0,0 0 0 0 0,0 0 0 0 0,0 1 0 0 0,-1-2 0 0 0,0-20 22 0 0,1 16 402 0 0,-3 2-202 0 0,2 3-216 0 0,0 0-30 0 0,0 0-1 0 0,0 0 1 0 0,0 0-1 0 0,0 0 1 0 0,1 0-1 0 0,-1-1 1 0 0,0 1-1 0 0,0 0 1 0 0,1 0-1 0 0,-1-1 1 0 0,1 1-1 0 0,-1-3 113 0 0,-4 4-125 0 0,1-1 51 0 0,0 0-1 0 0,1 1 1 0 0,-1 0 0 0 0,0-1-1 0 0,1 1 1 0 0,-1 1-1 0 0,0-1 1 0 0,1 1 0 0 0,-1-1-1 0 0,0 1 1 0 0,1 0-1 0 0,-1 0 1 0 0,1 1 0 0 0,0-1-1 0 0,-1 1 1 0 0,-4 3 0 0 0,-1 0 1 0 0,1 2 0 0 0,-1-1 0 0 0,1 1 0 0 0,1 1 0 0 0,-1-1 0 0 0,1 1 1 0 0,1 0-1 0 0,-1 1 0 0 0,-7 14 0 0 0,10-17-37 0 0,1-1 0 0 0,1 1 0 0 0,-1 0 0 0 0,1 0 0 0 0,0 0 0 0 0,1 0 0 0 0,-3 10 0 0 0,4-11-23 0 0,-2 0-65 0 0,3 1-230 0 0,3 16 96 0 0,-3-17-28 0 0,1-2-60 0 0,9 8-83 0 0,-9-9 69 0 0,3-1-135 0 0,12 4 294 0 0,-12-4 29 0 0,0-2 0 0 0,16-5 144 0 0,-16 5 25 0 0,-1-2 52 0 0,5-6 114 0 0,0 1 0 0 0,0-2-1 0 0,-1 1 1 0 0,0-1-1 0 0,8-13 1 0 0,-14 19 20 0 0,-1 0 1 0 0,15-35 589 0 0,-14 35-235 0 0,-4 8-539 0 0,-1 6-10 0 0,0 1-1 0 0,0 0 1 0 0,2 0 0 0 0,-1-1 0 0 0,1 1 0 0 0,1 18-1 0 0,6 77 429 0 0,-6-102-451 0 0,17 170 583 0 0,-1-19-374 0 0,-6 228 0 0 0,-10-375-242 0 0,0 7-31 0 0,-1 0 0 0 0,-1 0 0 0 0,0-1 0 0 0,-1 1 0 0 0,-6 20 1 0 0,7-32 58 0 0,1 0 0 0 0,0 0 0 0 0,-1 0 1 0 0,0 0-1 0 0,0 0 0 0 0,0-1 0 0 0,0 1 1 0 0,0-1-1 0 0,0 1 0 0 0,-1-1 1 0 0,1 0-1 0 0,-1 0 0 0 0,0 0 0 0 0,1 0 1 0 0,-1 0-1 0 0,0 0 0 0 0,0-1 1 0 0,0 0-1 0 0,0 1 0 0 0,-1-1 0 0 0,1 0 1 0 0,0-1-1 0 0,0 1 0 0 0,-6 0 1 0 0,-3-2 52 0 0,0-1 1 0 0,0 0-1 0 0,0-1 1 0 0,0 0-1 0 0,1-1 1 0 0,-1-1-1 0 0,1 0 1 0 0,0 0 0 0 0,0-1-1 0 0,1 0 1 0 0,0-1-1 0 0,0 0 1 0 0,0 0-1 0 0,1-1 1 0 0,0-1 0 0 0,1 0-1 0 0,0 0 1 0 0,0 0-1 0 0,1-1 1 0 0,-11-19-1 0 0,10 16-76 0 0,1-1-1 0 0,0 0 0 0 0,1 0 1 0 0,1-1-1 0 0,0 0 0 0 0,1 0 1 0 0,1 0-1 0 0,0 0 0 0 0,1 0 0 0 0,1-1 1 0 0,0 1-1 0 0,1-1 0 0 0,1 1 1 0 0,0-1-1 0 0,1 1 0 0 0,5-19 1 0 0,-1 14-158 0 0,1 0 0 0 0,1 0 0 0 0,1 1-1 0 0,1 0 1 0 0,1 0 0 0 0,0 1 0 0 0,1 1 0 0 0,1 0 0 0 0,1 1 0 0 0,0 0 0 0 0,1 1 0 0 0,1 0 0 0 0,0 1 0 0 0,26-16 0 0 0,-22 17-820 0 0,1 1 1 0 0,1 1-1 0 0,-1 1 1 0 0,2 1-1 0 0,-1 1 1 0 0,1 1-1 0 0,37-6 1 0 0,-55 12-3221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2:12.9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107 6 2508 0 0,'0'0'1163'0'0,"-4"-1"-252"0"0,2 0-670 0 0,0 0 0 0 0,0 0 0 0 0,0 1 0 0 0,-1 0 1 0 0,1-1-1 0 0,0 1 0 0 0,0 0 0 0 0,-1 0 0 0 0,1 0 0 0 0,0 0 0 0 0,-4 1 0 0 0,-11 0-144 0 0,7 20 243 0 0,9-15-183 0 0,-16 208 1242 0 0,7 640 293 0 0,9-535-1610 0 0,2-177 26 0 0,3-79-81 0 0,21 191-1 0 0,-22-230-35 0 0,-2-20 6 0 0,-1 3 8 0 0,5 50-4 0 0,-5-52 11 0 0,0 1-9 0 0,2 17 1 0 0,-2-18 17 0 0,0 1-18 0 0,0 18-17 0 0,0-18 59 0 0,0-1-24 0 0,-2 14 6 0 0,2-15 52 0 0,0 2-47 0 0,-1 18 22 0 0,0-18 73 0 0,1 1 6 0 0,-15 287 1124 0 0,16-225-1183 0 0,1-10 95 0 0,0 32 94 0 0,-2-86-197 0 0,0 1-18 0 0,5 72 472 0 0,-5-73 256 0 0,1-1-682 0 0,1 14-9 0 0,-1-14-5 0 0,-20 6-6230 0 0,15-9 4930 0 0,-1-2-2614 0 0,-20-7-298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2:13.1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3076 0 0,'0'0'3258'0'0,"5"2"-2836"0"0,4 2-174 0 0,0 1 1 0 0,-1 0-1 0 0,1 0 0 0 0,-1 1 1 0 0,0 0-1 0 0,10 9 1 0 0,-18-15-247 0 0,48 40 398 0 0,-8-8-171 0 0,11 4-544 0 0,-43-30-387 0 0,0-1 0 0 0,0 1 0 0 0,1-2 0 0 0,-1 1-1 0 0,1-1 1 0 0,1 0 0 0 0,12 3 0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2:13.4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241 26 2640 0 0,'-6'-21'1256'0'0,"5"16"2538"0"0,-4 6-3495 0 0,-18 1-59 0 0,22-1-212 0 0,-1-1-1 0 0,0 1 0 0 0,0 0 1 0 0,0-1-1 0 0,1 1 0 0 0,-1 0 1 0 0,0 1-1 0 0,1-1 0 0 0,-1 0 1 0 0,1 0-1 0 0,0 1 0 0 0,-1-1 1 0 0,1 0-1 0 0,0 1 1 0 0,-2 2-1 0 0,-17 29 69 0 0,13-22-45 0 0,-48 78-391 0 0,-20 32-4491 0 0,52-89 1228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3:43.7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3760 0 0,'0'0'4933'0'0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43.0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409 28 2084 0 0,'0'0'946'0'0,"-1"-4"-138"0"0,-2-19 7757 0 0,0 26-8421 0 0,-1 3-46 0 0,0 1-1 0 0,1-1 1 0 0,0 0-1 0 0,0 1 1 0 0,0-1-1 0 0,1 1 0 0 0,0 0 1 0 0,0 0-1 0 0,-1 12 1 0 0,-4 68 354 0 0,6-73-436 0 0,1 33 128 0 0,33 401 669 0 0,-26-390-741 0 0,10 56 35 0 0,-16-109-68 0 0,9 87 35 0 0,-10-86-66 0 0,1 0 28 0 0,0 56 111 0 0,-1-56-130 0 0,0 0 5 0 0,3 55 290 0 0,-3-55-329 0 0,1 1 10 0 0,0 19-1 0 0,-1-20 2 0 0,0 1 9 0 0,-1 104 179 0 0,-3 34-5 0 0,6-89-264 0 0,-2-51 90 0 0,0 2 49 0 0,0 76 71 0 0,1-2-178 0 0,-1-77 73 0 0,0 4 1 0 0,-3 85-48 0 0,3-89 42 0 0,0 3 2 0 0,-2 50 2 0 0,2-52-6 0 0,0 1 5 0 0,-2 220 223 0 0,-1-188-151 0 0,3-32-84 0 0,0 2-20 0 0,-11 128 14 0 0,0-8 312 0 0,5-46-462 0 0,-7 64 72 0 0,12-140 104 0 0,-7 55 10 0 0,7-56-24 0 0,0 1-16 0 0,-13 122 58 0 0,14-122-66 0 0,-1 1 16 0 0,-5 81 16 0 0,6-83 5 0 0,-1 2 0 0 0,-7 107 189 0 0,8-109-184 0 0,0 2 2 0 0,-2 87 54 0 0,0-2-42 0 0,-17 239 14 0 0,3-87 99 0 0,12-116-34 0 0,-8 29-81 0 0,-4 87-30 0 0,14-184 132 0 0,0 11-170 0 0,2-57 10 0 0,2 45 11 0 0,-3-46 7 0 0,-1 2-3 0 0,0-7 0 0 0,0 27-23 0 0,2 55 45 0 0,-1-44-7 0 0,0-2-8 0 0,-1 76 8 0 0,2-89-42 0 0,0 1 40 0 0,0-8-7 0 0,5 41 82 0 0,-3 4-18 0 0,-2-14-5 0 0,-1 147-188 0 0,-1-78 75 0 0,0-58 136 0 0,0 120 2 0 0,0-98-105 0 0,1-21-52 0 0,0-17 106 0 0,0-1 132 0 0,1 5-283 0 0,0 122-79 0 0,-2 279 66 0 0,-31 563 220 0 0,24-807-93 0 0,-60 895 173 0 0,40-727-177 0 0,2-20 196 0 0,11-87-105 0 0,7-108 39 0 0,-9 853 574 0 0,19-755-370 0 0,-6 323-165 0 0,1 0 203 0 0,-9 590 346 0 0,9-1054-809 0 0,-2 187 375 0 0,8-245-147 0 0,1 0 55 0 0,-3-57-124 0 0,0-1 24 0 0,2 51 106 0 0,-2-50-166 0 0,0-1-1 0 0,2 13-2 0 0,-2-13 311 0 0,0 0-303 0 0,0 16-27 0 0,0-16 53 0 0,-14-14-9233 0 0,10 0 3902 0 0,-1-14-2054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05.6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493 62 3484 0 0,'0'0'1436'0'0,"-1"-5"-270"0"0,-23-36 1488 0 0,21 38-2294 0 0,-2 1-125 0 0,-14-5-4 0 0,14 5-54 0 0,-3 2-22 0 0,-1-1-102 0 0,5 1-14 0 0,-1 0-1 0 0,1 0 1 0 0,0 0-1 0 0,0 0 1 0 0,-1 1-1 0 0,1 0 1 0 0,-5 1-1 0 0,-11 3 75 0 0,0 1 0 0 0,0 1 0 0 0,1 0 0 0 0,0 2 0 0 0,0 0 0 0 0,1 1 0 0 0,0 1 0 0 0,1 1 0 0 0,0 0 0 0 0,1 1 0 0 0,0 1 0 0 0,1 0 0 0 0,1 2 0 0 0,0-1 0 0 0,1 2 0 0 0,1-1 0 0 0,0 2 0 0 0,2 0 0 0 0,-10 21 0 0 0,10-16-68 0 0,1 0 0 0 0,2 0 0 0 0,0 1 0 0 0,2 0 0 0 0,0 0 0 0 0,2 1 0 0 0,-1 27 0 0 0,4-42-56 0 0,0-7 5 0 0,-1-1 0 0 0,1 0 0 0 0,0 1-1 0 0,0-1 1 0 0,0 0 0 0 0,1 1-1 0 0,-1-1 1 0 0,0 0 0 0 0,1 1 0 0 0,1 2-1 0 0,4 15 39 0 0,-3-11-12 0 0,-1 0 0 0 0,2-1 0 0 0,-1 1-1 0 0,1-1 1 0 0,1 0 0 0 0,-1 0 0 0 0,1 0-1 0 0,1-1 1 0 0,-1 0 0 0 0,1 0 0 0 0,0 0 0 0 0,1-1-1 0 0,0 0 1 0 0,0 0 0 0 0,0 0 0 0 0,1-1-1 0 0,12 6 1 0 0,-12-7-11 0 0,0-1 0 0 0,0 0 0 0 0,0-1 0 0 0,1 0 0 0 0,-1 0 0 0 0,1-1 0 0 0,10 1 0 0 0,-10 0-8 0 0,-5-1-7 0 0,0-1 1 0 0,0 1-1 0 0,0-1 1 0 0,0 0-1 0 0,0 0 1 0 0,0 0-1 0 0,0-1 0 0 0,5 0 1 0 0,13-2-20 0 0,1-1 0 0 0,-1-1 0 0 0,0-1 0 0 0,-1-1 0 0 0,28-12 1 0 0,-31 10-12 0 0,0-2 0 0 0,-1 0 1 0 0,0-1-1 0 0,-1-1 1 0 0,0-1-1 0 0,-1 0 0 0 0,24-30 1 0 0,-30 33-17 0 0,-1-1-1 0 0,0-1 1 0 0,-1 1 0 0 0,0-2 0 0 0,-1 1 0 0 0,0 0 0 0 0,-1-1 0 0 0,0 0-1 0 0,-2-1 1 0 0,1 1 0 0 0,-2 0 0 0 0,2-23 0 0 0,-3 28 32 0 0,0 4 9 0 0,0 1 0 0 0,-1 0 0 0 0,0-1 0 0 0,0 1 0 0 0,0 0 0 0 0,-1-1 0 0 0,-1-5 0 0 0,0-6-18 0 0,-1 0-1 0 0,-9-26 0 0 0,10 34 13 0 0,-1 1 1 0 0,0 0 0 0 0,-1 0-1 0 0,1 0 1 0 0,-1 1-1 0 0,-1-1 1 0 0,1 1 0 0 0,-1 0-1 0 0,0 0 1 0 0,-8-6-1 0 0,8 7 11 0 0,4 3 9 0 0,-1 0-1 0 0,1 1 1 0 0,-1-1-1 0 0,0 1 1 0 0,1-1-1 0 0,-1 1 1 0 0,0 0-1 0 0,0-1 1 0 0,0 1-1 0 0,0 0 0 0 0,0 0 1 0 0,-3 0-1 0 0,2-1 3 0 0,-4-1-8 0 0,1 0 1 0 0,0 0 0 0 0,-1 1 0 0 0,0 0 0 0 0,1 0-1 0 0,-1 0 1 0 0,0 1 0 0 0,0 0 0 0 0,0 1 0 0 0,0-1-1 0 0,0 1 1 0 0,0 1 0 0 0,0-1 0 0 0,0 1 0 0 0,0 0-1 0 0,1 1 1 0 0,-14 4 0 0 0,-21 12-7 0 0,34-12 7 0 0,2 0 0 0 0,-4 2-1 0 0,-18 31 12 0 0,25-29-7 0 0,0-3-2 0 0,1-5 0 0 0,0 0-1 0 0,1 0 0 0 0,-1 1 0 0 0,0-1 1 0 0,1 0-1 0 0,-1 0 0 0 0,1 0 0 0 0,0 0 0 0 0,0 1 1 0 0,0-1-1 0 0,0 0 0 0 0,0 0 0 0 0,1 5 0 0 0,0 0-1 0 0,-1 6 14 0 0,0 1 0 0 0,1-1 0 0 0,1 1 0 0 0,0-1 0 0 0,1 1 1 0 0,1-1-1 0 0,6 18 0 0 0,5 3-7 0 0,24 41 1 0 0,-28-55-38 0 0,85 125 2 0 0,-68-107 12 0 0,-2 2 0 0 0,29 55 1 0 0,-54-91 13 0 0,1 0 0 0 0,-1 0 0 0 0,1 0 0 0 0,-1 0-1 0 0,0 0 1 0 0,-1 1 0 0 0,1-1 0 0 0,-1 0 0 0 0,0 0 0 0 0,0 1 0 0 0,0-1 0 0 0,-2 8 0 0 0,2-8 3 0 0,0-2-1 0 0,0-1 0 0 0,-1 1 0 0 0,1-1 0 0 0,0 1 0 0 0,0-1 0 0 0,-1 1-1 0 0,1-1 1 0 0,-1 1 0 0 0,0-1 0 0 0,1 0 0 0 0,-1 1 0 0 0,0-1-1 0 0,0 0 1 0 0,1 1 0 0 0,-1-1 0 0 0,0 0 0 0 0,-3 2 0 0 0,1 0-8 0 0,-1 3-23 0 0,0-1 0 0 0,0 0 0 0 0,-1 0-1 0 0,0 0 1 0 0,0-1 0 0 0,0 0-1 0 0,-1 0 1 0 0,0 0 0 0 0,1 0-1 0 0,-1-1 1 0 0,-7 3 0 0 0,0-1-158 0 0,0 0-1 0 0,0-1 1 0 0,0 0 0 0 0,-20 3-1 0 0,27-7 112 0 0,-64 6-1916 0 0,64-6 1385 0 0,-1 0 1 0 0,1-1-1 0 0,-1 0 0 0 0,1 0 1 0 0,-1 0-1 0 0,-6-3 1 0 0,-18-9-3228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06.5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 42 2888 0 0,'0'0'992'0'0,"-2"-5"-97"0"0,-3-12-171 0 0,3 12 1345 0 0,0 2-1662 0 0,2 2-364 0 0,0 1 1 0 0,0-1 0 0 0,0 1-1 0 0,0-1 1 0 0,-1 1 0 0 0,1-1 0 0 0,0 1-1 0 0,0-1 1 0 0,-1 1 0 0 0,1-1-1 0 0,0 1 1 0 0,-1-1 0 0 0,1 1-1 0 0,-1-1 1 0 0,1 1 0 0 0,0 0-1 0 0,-1-1 1 0 0,1 1 0 0 0,-1 0 0 0 0,1-1-1 0 0,-1 1 1 0 0,1 0 0 0 0,-1 0-1 0 0,1 0 1 0 0,-1-1 0 0 0,1 1-1 0 0,-1 0 1 0 0,0 0 0 0 0,-12 10 525 0 0,13-9-613 0 0,-3 2 147 0 0,1 3-11 0 0,-5 14-13 0 0,5-15-18 0 0,1 2-6 0 0,-1 10-37 0 0,0 0-1 0 0,1 0 1 0 0,1-1 0 0 0,0 1-1 0 0,2 0 1 0 0,0 0 0 0 0,1 0-1 0 0,0-1 1 0 0,11 30 0 0 0,-13-42-19 0 0,0-2 5 0 0,-1-1 0 0 0,0 1 0 0 0,1-1 0 0 0,0 1 0 0 0,-1-1-1 0 0,1 1 1 0 0,0-1 0 0 0,0 0 0 0 0,-1 1 0 0 0,1-1 0 0 0,0 0 0 0 0,3 2 0 0 0,-3-1 3 0 0,2 2-8 0 0,1-1-17 0 0,11 8 11 0 0,-11-8 0 0 0,1-2-63 0 0,16 2 32 0 0,-16-2-18 0 0,0-2-26 0 0,0 0 69 0 0,1 0 1 0 0,0-1 0 0 0,-1 1 0 0 0,1-1-1 0 0,-1 0 1 0 0,1-1 0 0 0,-1 1-1 0 0,0-1 1 0 0,0 0 0 0 0,0 0 0 0 0,-1-1-1 0 0,1 1 1 0 0,-1-1 0 0 0,0 0 0 0 0,0-1-1 0 0,0 1 1 0 0,0-1 0 0 0,-1 1-1 0 0,0-1 1 0 0,0 0 0 0 0,0 0 0 0 0,0 0-1 0 0,-1-1 1 0 0,3-9 0 0 0,1-2 20 0 0,-5 12 3 0 0,0-1 3 0 0,3-19-31 0 0,-4 19 31 0 0,0 0-7 0 0,-4-50 51 0 0,3 51 140 0 0,-2 8-125 0 0,-8 13-4 0 0,8-13-12 0 0,3 4-20 0 0,-1 5-18 0 0,1 1 0 0 0,0-1 0 0 0,1 0 0 0 0,1 1 0 0 0,0-1 0 0 0,6 21 0 0 0,-4-22 25 0 0,-2-4-133 0 0,0 1 1 0 0,1-1-1 0 0,0 1 0 0 0,0-1 1 0 0,1 0-1 0 0,0 0 1 0 0,0-1-1 0 0,1 1 0 0 0,0-1 1 0 0,0 0-1 0 0,0 0 0 0 0,1-1 1 0 0,0 1-1 0 0,0-1 0 0 0,9 6 1 0 0,-11-9-361 0 0,1-1-99 0 0,-2 0 562 0 0,1 1-351 0 0,0-1 0 0 0,0 0-1 0 0,-1-1 1 0 0,1 1 0 0 0,0-1 0 0 0,0 0 0 0 0,0 0-1 0 0,0 0 1 0 0,0 0 0 0 0,0 0 0 0 0,-1-1-1 0 0,1 0 1 0 0,0 0 0 0 0,4-1 0 0 0,11-6-2675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07.1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150 33 2432 0 0,'0'0'886'0'0,"-1"-4"-158"0"0,0 2-572 0 0,0 1 1 0 0,0-1 0 0 0,0 0-1 0 0,0 0 1 0 0,0 0 0 0 0,0 1-1 0 0,-1-1 1 0 0,1 0-1 0 0,-1 1 1 0 0,1-1 0 0 0,-1 1-1 0 0,1 0 1 0 0,-1 0 0 0 0,0-1-1 0 0,0 1 1 0 0,-2-1 0 0 0,0 0 359 0 0,0 4-299 0 0,-2 0-139 0 0,1 1 0 0 0,0-1 0 0 0,0 1 0 0 0,0 0 0 0 0,1 1 0 0 0,-1-1 0 0 0,1 1 0 0 0,-1 0 0 0 0,1 0 0 0 0,0 0-1 0 0,-4 7 1 0 0,0 0-20 0 0,1 1-1 0 0,1 0 1 0 0,-1 0-1 0 0,2 0 0 0 0,0 1 1 0 0,0-1-1 0 0,1 1 1 0 0,-3 22-1 0 0,6-31-12 0 0,2 3-13 0 0,0 18 2 0 0,-1-19-12 0 0,2-1-14 0 0,5 16-13 0 0,-5-16-31 0 0,0-1-15 0 0,9 13-5 0 0,-9-13-34 0 0,2-2-12 0 0,32 17-265 0 0,-32-17 293 0 0,1-3-107 0 0,18-3 137 0 0,-18 4 2 0 0,-2-3 23 0 0,9-5 6 0 0,-10 6-1 0 0,1-2-12 0 0,6-10 46 0 0,-7 10-2 0 0,0 0-33 0 0,3-12 291 0 0,-1 1-1 0 0,0-1 1 0 0,-1 0-1 0 0,2-30 1 0 0,-5 41 477 0 0,0 1-690 0 0,2-15 43 0 0,-2 15 460 0 0,1 9-502 0 0,2 16 5 0 0,-2-16-12 0 0,0 0-6 0 0,2 14-14 0 0,-2-14-11 0 0,1 1-26 0 0,0 0-36 0 0,5 20-176 0 0,1-1-1 0 0,15 32 0 0 0,-17-48-607 0 0,0 0-1 0 0,1-1 1 0 0,11 12 0 0 0,-15-17-272 0 0,15 5-1831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07.5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97 1400 0 0,'4'-24'547'0'0,"-3"19"525"0"0,-1 5-1051 0 0,1 0 0 0 0,-1 0 0 0 0,1-1 0 0 0,-1 1 0 0 0,0 0 0 0 0,1 0 0 0 0,-1 0 0 0 0,0 0 1 0 0,1 0-1 0 0,-1 0 0 0 0,0-1 0 0 0,1 1 0 0 0,-1 0 0 0 0,0 0 0 0 0,1-1 0 0 0,-1 1 0 0 0,0 0 0 0 0,0 0 0 0 0,1-1 0 0 0,-1 1 0 0 0,0 0 0 0 0,0-1 1 0 0,1 1-1 0 0,-1 0 0 0 0,0-1 0 0 0,0 1 0 0 0,0 0 0 0 0,0-1 0 0 0,1 0 25 0 0,-1 1 1 0 0,0-1-1 0 0,0 1 1 0 0,0-1-1 0 0,1 1 1 0 0,-1-1-1 0 0,0 1 1 0 0,1-1-1 0 0,-1 1 1 0 0,0-1-1 0 0,1 1 1 0 0,-1 0-1 0 0,0-1 1 0 0,1 1-1 0 0,-1 0 1 0 0,1-1-1 0 0,-1 1 1 0 0,1 0-1 0 0,-1 0 0 0 0,1-1 1 0 0,-1 1-1 0 0,1 0 1 0 0,-1 0-1 0 0,1 0 1 0 0,-1 0-1 0 0,1 0 1 0 0,-1-1-1 0 0,1 1 1 0 0,-1 0-1 0 0,1 0 1 0 0,-1 0-1 0 0,1 0 1 0 0,-1 1-1 0 0,1-1 1 0 0,0 0-1 0 0,5 1 106 0 0,-1 1-1 0 0,1-1 1 0 0,-1 1 0 0 0,0 0-1 0 0,1 0 1 0 0,-1 1-1 0 0,0 0 1 0 0,-1 0 0 0 0,1 0-1 0 0,0 0 1 0 0,-1 1-1 0 0,7 6 1 0 0,2 5 261 0 0,-1 0-1 0 0,-1 1 1 0 0,-1 0 0 0 0,17 34 0 0 0,-25-46-167 0 0,-1 1 13 0 0,2 14-6 0 0,-2-14 212 0 0,-1 0-228 0 0,0 0-107 0 0,0-1 0 0 0,-1 0 0 0 0,1 1 0 0 0,-1-1 0 0 0,0 0 0 0 0,-1 0 0 0 0,1 0 0 0 0,-3 5 0 0 0,2-6 314 0 0,-2-1-247 0 0,2-2-153 0 0,0 1 1 0 0,-1 0-1 0 0,1-1 0 0 0,-1 1 1 0 0,1-1-1 0 0,0 0 0 0 0,-1 0 1 0 0,1 0-1 0 0,-1 0 0 0 0,1 0 1 0 0,-1 0-1 0 0,1-1 0 0 0,-1 1 1 0 0,-3-2-1 0 0,1 0 18 0 0,2-1-9 0 0,-23-37 39 0 0,24 35-129 0 0,1-1-46 0 0,0-3-60 0 0,1 0 0 0 0,0 0 0 0 0,1 0 0 0 0,-1 0 0 0 0,2 0 0 0 0,-1 1 0 0 0,1-1 0 0 0,5-12 0 0 0,19-32-1135 0 0,-19 42 55 0 0,0 1-1 0 0,1 0 1 0 0,0 1-1 0 0,1-1 1 0 0,17-14-1 0 0,-10 11-2191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07.8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 24 2668 0 0,'-1'-5'1116'0'0,"1"4"-843"0"0,1 0 0 0 0,-1 0 0 0 0,0 0 1 0 0,0 0-1 0 0,0 0 0 0 0,0 0 0 0 0,0 0 0 0 0,-1 0 1 0 0,1 1-1 0 0,0-1 0 0 0,0 0 0 0 0,-1 0 1 0 0,1 0-1 0 0,0 0 0 0 0,-1 0 0 0 0,1 1 1 0 0,-1-1-1 0 0,0-1 0 0 0,-6 6 2708 0 0,1 4-4135 0 0,5-7 1172 0 0,0 0-1 0 0,0 0 1 0 0,1 1-1 0 0,-1-1 0 0 0,0 0 1 0 0,1 0-1 0 0,-1 1 1 0 0,1-1-1 0 0,-1 0 0 0 0,1 1 1 0 0,0-1-1 0 0,0 0 1 0 0,-1 1-1 0 0,1-1 0 0 0,0 1 1 0 0,0-1-1 0 0,0 0 0 0 0,1 1 1 0 0,-1 2-1 0 0,1-2 37 0 0,-26 210 892 0 0,25-180-938 0 0,4-5-16 0 0,-5-15-6 0 0,1-2 2 0 0,0 1 1 0 0,1-1-1 0 0,1 1 0 0 0,-1-1 1 0 0,2 1-1 0 0,5 16 0 0 0,10 21-197 0 0,-16-44 26 0 0,1 0-67 0 0,10 11-64 0 0,-10-11-89 0 0,14 4-653 0 0,-15-7 831 0 0,2 1-732 0 0,2-3-1483 0 0,17-2 225 0 0,-17 2-1547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08.1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65 2308 0 0,'0'0'1111'0'0,"-5"-1"-213"0"0,-7-3 1320 0 0,10-1-920 0 0,20-4-674 0 0,36-5-1773 0 0,-51 14 1316 0 0,104-26-5282 0 0,-85 21 2795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08.6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 56 1644 0 0,'0'0'1398'0'0,"-3"3"-858"0"0,-23 28 1585 0 0,23-28-1297 0 0,-4 18-436 0 0,5-17 214 0 0,4 0-539 0 0,-2-2-70 0 0,1-1 11 0 0,-1 1 1 0 0,0-1 0 0 0,1 0-1 0 0,-1 0 1 0 0,1 1-1 0 0,-1-1 1 0 0,1 0 0 0 0,-1 0-1 0 0,1 0 1 0 0,0 1-1 0 0,0-1 1 0 0,-1 0-1 0 0,1 0 1 0 0,0 0 0 0 0,0 0-1 0 0,0-1 1 0 0,0 1-1 0 0,0 0 1 0 0,0 0 0 0 0,1-1-1 0 0,-1 1 1 0 0,0 0-1 0 0,0-1 1 0 0,0 1 0 0 0,1-1-1 0 0,-1 1 1 0 0,0-1-1 0 0,1 0 1 0 0,-1 0-1 0 0,0 0 1 0 0,1 1 0 0 0,-1-1-1 0 0,0 0 1 0 0,2-1-1 0 0,19-1-29 0 0,-16 1 51 0 0,-1 0 99 0 0,43-18-454 0 0,-43 17 276 0 0,-1-2-2 0 0,31-30-50 0 0,-33 31 109 0 0,0-1-24 0 0,4-13 5 0 0,-5 13-8 0 0,-1-1-15 0 0,0-14 42 0 0,0 14-12 0 0,-2 1 0 0 0,1 2 26 0 0,-1 0 0 0 0,1 0 0 0 0,-1 0 0 0 0,0 0 0 0 0,1 1 0 0 0,-1-1-1 0 0,0 1 1 0 0,0-1 0 0 0,0 1 0 0 0,0-1 0 0 0,0 1 0 0 0,0 0 0 0 0,0 0 0 0 0,-1 0 0 0 0,-3-1-1 0 0,2 1 121 0 0,-1 3 25 0 0,-13 3-7 0 0,13-4 25 0 0,0 2 6 0 0,0 0-111 0 0,-1 0 1 0 0,1 1-1 0 0,0-1 0 0 0,0 1 0 0 0,1 0 1 0 0,-1 0-1 0 0,1 1 0 0 0,0 0 0 0 0,0-1 1 0 0,0 1-1 0 0,1 0 0 0 0,0 1 0 0 0,0-1 0 0 0,0 1 1 0 0,0-1-1 0 0,1 1 0 0 0,0 0 0 0 0,0 0 1 0 0,0 6-1 0 0,1-8-6 0 0,1 2-32 0 0,0 0-34 0 0,0-1 0 0 0,0 1 1 0 0,0 0-1 0 0,1-1 0 0 0,0 1 0 0 0,0-1 0 0 0,0 0 0 0 0,1 1 1 0 0,0-1-1 0 0,0 0 0 0 0,0 0 0 0 0,1 0 0 0 0,0 0 1 0 0,-1 0-1 0 0,2-1 0 0 0,-1 1 0 0 0,0-1 0 0 0,1 0 1 0 0,0 0-1 0 0,0 0 0 0 0,0-1 0 0 0,1 1 0 0 0,-1-1 0 0 0,9 5 1 0 0,-5-4-225 0 0,1 0 0 0 0,-1-1 1 0 0,1 0-1 0 0,0 0 1 0 0,-1-1-1 0 0,1 0 0 0 0,0 0 1 0 0,1-1-1 0 0,8 0 0 0 0,-12-1-462 0 0,-1-1-188 0 0,18-6-156 0 0,-18 5-50 0 0,-1 0-668 0 0,18-12-1243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08.9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1952 0 0,'3'4'1165'0'0,"14"16"-282"0"0,0 1 1 0 0,-2 1-1 0 0,0 1 0 0 0,-2 0 1 0 0,0 1-1 0 0,9 25 0 0 0,-20-45-737 0 0,1 8 100 0 0,-2-11-202 0 0,0 0-1 0 0,-1 0 0 0 0,1 0 0 0 0,-1 0 0 0 0,1 0 0 0 0,-1 0 0 0 0,1 0 1 0 0,-1 0-1 0 0,0 1 0 0 0,0-1 0 0 0,1 0 0 0 0,-1 0 0 0 0,0 0 1 0 0,0 0-1 0 0,0 2 0 0 0,1 17 132 0 0,-1-15 108 0 0,-2-2-148 0 0,-6 13-3 0 0,6-12 114 0 0,-1-2-93 0 0,-10 6-16 0 0,10-5 241 0 0,-3-4-272 0 0,-14-1-27 0 0,19 2-74 0 0,-1 0 0 0 0,1-1 0 0 0,0 1-1 0 0,0 0 1 0 0,0-1 0 0 0,1 1 0 0 0,-1-1 0 0 0,0 1 0 0 0,0-1-1 0 0,0 1 1 0 0,0-1 0 0 0,0 0 0 0 0,0 1 0 0 0,1-1-1 0 0,-1 0 1 0 0,0 0 0 0 0,1 1 0 0 0,-1-1 0 0 0,0 0 0 0 0,1 0-1 0 0,-1 0 1 0 0,1 0 0 0 0,-1-1 0 0 0,1 1 6 0 0,-3-2 40 0 0,3 1-46 0 0,-1 0 1 0 0,1 1-1 0 0,0-1 0 0 0,-1 0 1 0 0,1 1-1 0 0,-1-1 0 0 0,0 1 0 0 0,1-1 1 0 0,-1 1-1 0 0,0-1 0 0 0,0 1 1 0 0,-1-2-1 0 0,-1-1 5 0 0,1-1 12 0 0,2-2-18 0 0,-1-1-135 0 0,1 0 0 0 0,0 0 0 0 0,0-1 0 0 0,1 1 0 0 0,0 0 0 0 0,0 0 0 0 0,1 0 0 0 0,0 0 0 0 0,0 0 0 0 0,1 0 0 0 0,0 1 0 0 0,1-1 0 0 0,0 1 0 0 0,0 0 0 0 0,9-12 0 0 0,-10 16-404 0 0,1-1 0 0 0,-1 1 0 0 0,1 0 0 0 0,0 0 1 0 0,0 0-1 0 0,0 0 0 0 0,6-2 0 0 0,-2 0-1195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10.7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25 2356 0 0,'0'0'8879'0'0,"1"-5"-8435"0"0,2-11-45 0 0,-2 12 2658 0 0,-1 4-3046 0 0,0 1 0 0 0,0-1 0 0 0,0 1 0 0 0,0-1 0 0 0,0 1-1 0 0,0-1 1 0 0,0 1 0 0 0,0-1 0 0 0,0 0 0 0 0,0 1-1 0 0,0-1 1 0 0,0 1 0 0 0,0-1 0 0 0,0 1 0 0 0,0-1 0 0 0,0 1-1 0 0,0-1 1 0 0,1 0 0 0 0,-1 1 0 0 0,0-1 0 0 0,0 1 0 0 0,1-1-1 0 0,-1 0 1 0 0,1 1 0 0 0,-1 0 22 0 0,1 0 0 0 0,0 1 0 0 0,0-1 1 0 0,-1 0-1 0 0,1 0 0 0 0,-1 1 0 0 0,1-1 0 0 0,-1 0 0 0 0,1 1 1 0 0,-1-1-1 0 0,0 0 0 0 0,0 1 0 0 0,1 1 0 0 0,20 282 1409 0 0,-20-279-1410 0 0,-1-1 16 0 0,1 14-18 0 0,0-15-10 0 0,-1 1-10 0 0,2 12-7 0 0,-1-13-30 0 0,-10-24-13172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11.0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229 25 2496 0 0,'-1'-2'468'0'0,"0"1"-1"0"0,0-1 1 0 0,-1 0-1 0 0,1 1 1 0 0,0-1 0 0 0,-1 1-1 0 0,1 0 1 0 0,-1-1-1 0 0,1 1 1 0 0,-1 0-1 0 0,0 0 1 0 0,1 0-1 0 0,-1 0 1 0 0,-3-1-1 0 0,-6-1-827 0 0,7 2 1131 0 0,-1 3-504 0 0,-14 5-137 0 0,15-6 49 0 0,-1 1-11 0 0,-17 10-152 0 0,0 1 1 0 0,-26 21-1 0 0,36-24-930 0 0,0 0-1 0 0,-15 16 1 0 0,25-23-75 0 0,-7 13-1688 0 0,7-14 2020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11.4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77 3824 0 0,'0'0'7132'0'0,"6"1"-6838"0"0,15 2-160 0 0,1-1 1 0 0,0 0-1 0 0,-1-2 1 0 0,1-1 0 0 0,0-1-1 0 0,27-5 1 0 0,7 0-23 0 0,236-29 224 0 0,-84 9-3897 0 0,-179 22-782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12.6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517 2 2972 0 0,'0'0'951'0'0,"-7"0"-204"0"0,-1-1-542 0 0,-26 3 629 0 0,-16 7-237 0 0,1 2-1 0 0,0 3 1 0 0,1 2 0 0 0,0 1-1 0 0,-79 43 1 0 0,123-58-508 0 0,1 2-3 0 0,2-3-71 0 0,-1 0 0 0 0,1 0 0 0 0,0 0 0 0 0,-1 0 0 0 0,1 0 0 0 0,0 1 0 0 0,0-1 0 0 0,0 0 0 0 0,0 1 0 0 0,-1 2 0 0 0,3 0 22 0 0,0-2-40 0 0,0 0 1 0 0,0 0 0 0 0,0 0 0 0 0,0 0 0 0 0,0 0 0 0 0,0 0 0 0 0,1 0 0 0 0,-1 0-1 0 0,0 0 1 0 0,1-1 0 0 0,0 1 0 0 0,0-1 0 0 0,-1 1 0 0 0,1-1 0 0 0,0 1 0 0 0,0-1-1 0 0,0 0 1 0 0,0 0 0 0 0,0 0 0 0 0,4 1 0 0 0,111 43 125 0 0,-82-34-63 0 0,-1 2 1 0 0,-1 1 0 0 0,53 31-1 0 0,-83-43-36 0 0,1 1 0 0 0,0 0 0 0 0,-1 1 0 0 0,1-1 0 0 0,-1 0 0 0 0,0 1 0 0 0,-1 0 0 0 0,1 0 0 0 0,0 0 0 0 0,2 5 1 0 0,-4-7-21 0 0,1 2 108 0 0,-1 9 29 0 0,0-11-118 0 0,-1 0 0 0 0,1 1 0 0 0,-1-1 0 0 0,0 0 0 0 0,0 0 0 0 0,0 1 0 0 0,0-1 0 0 0,0 0 0 0 0,-1 0 0 0 0,1 1 0 0 0,-1-1 0 0 0,1 0 0 0 0,-1 0 0 0 0,0 0 0 0 0,0 0 0 0 0,0 0 0 0 0,0 0 0 0 0,0 0 0 0 0,-2 3 0 0 0,-4 3 37 0 0,0-1-1 0 0,0 0 1 0 0,-1 0-1 0 0,1 0 1 0 0,-1-1-1 0 0,-1 0 1 0 0,1-1-1 0 0,-1 0 1 0 0,0 0-1 0 0,0-1 1 0 0,-1 0-1 0 0,1-1 1 0 0,-1 0-1 0 0,0 0 1 0 0,-20 2-1 0 0,-13 2 111 0 0,27-6-123 0 0,1-1-1 0 0,0 0 0 0 0,-1-1 0 0 0,1-1 0 0 0,-1 0 0 0 0,-20-7 0 0 0,29 7-54 0 0,1 0-5 0 0,0 0 0 0 0,0 0 0 0 0,0-1 0 0 0,0 0 0 0 0,0 0 0 0 0,1 0-1 0 0,-1 0 1 0 0,1-1 0 0 0,0 0 0 0 0,0 0 0 0 0,1-1 0 0 0,-1 0 0 0 0,1 1 0 0 0,-5-8-1 0 0,4 6-46 0 0,3 5 31 0 0,1-1-1 0 0,-1 0 0 0 0,1 0 1 0 0,-1 0-1 0 0,1 0 1 0 0,0-1-1 0 0,0 1 1 0 0,0 0-1 0 0,0 0 0 0 0,0-1 1 0 0,1 1-1 0 0,-2-5 1 0 0,0-1-119 0 0,0 1 0 0 0,1-1 0 0 0,-1 0 0 0 0,1 0 0 0 0,1 0 0 0 0,0 0 1 0 0,0 0-1 0 0,0 0 0 0 0,1 0 0 0 0,1 1 0 0 0,-1-1 0 0 0,1 0 0 0 0,0 0 0 0 0,1 1 0 0 0,4-9 1 0 0,-1 7-334 0 0,0 1 1 0 0,1 0-1 0 0,0 0 1 0 0,0 0 0 0 0,1 1-1 0 0,0 0 1 0 0,1 1 0 0 0,-1 0-1 0 0,1 0 1 0 0,0 1 0 0 0,1 0-1 0 0,10-4 1 0 0,5 0-2633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13.1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 32 2704 0 0,'0'0'2980'0'0,"0"-5"-1816"0"0,0-10-530 0 0,0 4 3740 0 0,0 11-4361 0 0,0 0 0 0 0,0 1 0 0 0,0-1 0 0 0,0 0 0 0 0,0 0 0 0 0,0 1 0 0 0,0-1 0 0 0,0 0 0 0 0,0 0 0 0 0,-1 1 0 0 0,1-1 0 0 0,0 0 0 0 0,0 0 0 0 0,0 1 0 0 0,0-1 0 0 0,-1 0 0 0 0,1 0-1 0 0,0 0 1 0 0,0 1 0 0 0,0-1 0 0 0,-1 0 0 0 0,1 0 0 0 0,0 0 0 0 0,0 0 0 0 0,0 1 0 0 0,-1-1 0 0 0,1 0 0 0 0,0 0 0 0 0,0 0 0 0 0,-1 0 0 0 0,1 0 0 0 0,0 0 0 0 0,-1 0 0 0 0,1 0 0 0 0,0 0 0 0 0,-1 0-1 0 0,1 0-1 0 0,-1 0 0 0 0,0 0-1 0 0,1 1 1 0 0,-1-1 0 0 0,0 0-1 0 0,1 0 1 0 0,-1 1-1 0 0,1-1 1 0 0,-1 0 0 0 0,0 1-1 0 0,1-1 1 0 0,-1 0-1 0 0,1 1 1 0 0,-1-1 0 0 0,1 1-1 0 0,0-1 1 0 0,-1 1-1 0 0,1-1 1 0 0,-1 1 0 0 0,1-1-1 0 0,0 1 1 0 0,-1-1 0 0 0,1 1-1 0 0,0 0 1 0 0,0-1-1 0 0,-1 1 1 0 0,1 0 0 0 0,0-1-1 0 0,0 1 1 0 0,0 0-1 0 0,-17 98 2 0 0,5 1-1 0 0,1 177 0 0 0,12-269-641 0 0,0-1 0 0 0,0 1 0 0 0,1-1 0 0 0,3 12 0 0 0,-3-13 479 0 0,-1-1-834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13.4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61 2112 0 0,'32'-34'2558'0'0,"-29"31"-1866"0"0,-2 2-614 0 0,1 1 0 0 0,-1-1-1 0 0,1 1 1 0 0,-1-1-1 0 0,1 0 1 0 0,-1 1-1 0 0,1-1 1 0 0,-1 0 0 0 0,0 0-1 0 0,0 0 1 0 0,1 0-1 0 0,1-2 1 0 0,-1 1 66 0 0,2-1 769 0 0,1 2-536 0 0,16-3-139 0 0,-16 3 488 0 0,-1 3-404 0 0,0 0-207 0 0,-1 0 0 0 0,1 1 0 0 0,-1 0 0 0 0,1 0 0 0 0,-1 0 0 0 0,0 0 0 0 0,4 5 1 0 0,-5-5 56 0 0,-1 3-2 0 0,2 14 0 0 0,-2-14-62 0 0,-2 0-2 0 0,0 5-54 0 0,-1 0 1 0 0,-1 1-1 0 0,0-2 1 0 0,0 1-1 0 0,-1 0 1 0 0,-1-1 0 0 0,1 1-1 0 0,-2-1 1 0 0,1-1-1 0 0,-2 1 1 0 0,1-1-1 0 0,-9 10 1 0 0,4-7-91 0 0,9-9-69 0 0,-1 0-67 0 0,1-3-482 0 0,-7 7 1495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13.8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96 1944 0 0,'0'0'4595'0'0,"4"1"-4076"0"0,53 30 2227 0 0,-53-29-2524 0 0,1-2-395 0 0,43-4 402 0 0,-44 3-181 0 0,15-8 12 0 0,-15 7-32 0 0,-2 1-23 0 0,-1 0 0 0 0,1 0 1 0 0,-1 0-1 0 0,1 0 1 0 0,-1 0-1 0 0,0 0 0 0 0,1 0 1 0 0,-1-1-1 0 0,0 1 0 0 0,0 0 1 0 0,1-2-1 0 0,2 0 17 0 0,-1-1-7 0 0,1 1-13 0 0,1-2 0 0 0,4-29 1 0 0,-7 29-18 0 0,-4 0 20 0 0,-5-16-13 0 0,-7 5 12 0 0,10 14 23 0 0,-1 2-1 0 0,0 1 5 0 0,0-1-1 0 0,1 1 1 0 0,-1 1 0 0 0,1-1-1 0 0,-1 1 1 0 0,1-1 0 0 0,-1 1 0 0 0,1 1-1 0 0,0-1 1 0 0,0 0 0 0 0,0 1-1 0 0,0 0 1 0 0,1 0 0 0 0,-1 0 0 0 0,1 1-1 0 0,0-1 1 0 0,0 1 0 0 0,0 0-1 0 0,0-1 1 0 0,0 1 0 0 0,1 1 0 0 0,0-1-1 0 0,0 0 1 0 0,0 0 0 0 0,0 1-1 0 0,1-1 1 0 0,-1 1 0 0 0,1 0 0 0 0,1-1-1 0 0,-1 1 1 0 0,0 0 0 0 0,1-1-1 0 0,0 7 1 0 0,0-9-38 0 0,0 6 16 0 0,1 0 0 0 0,-1 0 1 0 0,1 0-1 0 0,3 9 1 0 0,-3-13-29 0 0,0-1 0 0 0,0 0 0 0 0,0 1 0 0 0,1-1-1 0 0,-1 0 1 0 0,1 0 0 0 0,0 0 0 0 0,0 0 0 0 0,0 0 0 0 0,0 0 0 0 0,0-1 0 0 0,1 1 0 0 0,-1-1 0 0 0,1 1 0 0 0,0-1 0 0 0,6 4 0 0 0,-2-3-256 0 0,0 0 1 0 0,0 0-1 0 0,1-1 0 0 0,-1 0 1 0 0,1 0-1 0 0,-1 0 0 0 0,1-1 1 0 0,0 0-1 0 0,0-1 1 0 0,0 0-1 0 0,-1 0 0 0 0,1-1 1 0 0,0 0-1 0 0,11-2 0 0 0,46-16-3572 0 0,-59 16 729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14.3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0 3012 0 0,'0'0'3941'0'0,"-4"1"-3522"0"0,-15 2-31 0 0,14-2-34 0 0,0 20 225 0 0,3-17-326 0 0,1 1-33 0 0,-1 55 406 0 0,2-53-655 0 0,-1-5 40 0 0,1-1 0 0 0,0 1 0 0 0,0 0-1 0 0,0 0 1 0 0,0 0 0 0 0,0 0 0 0 0,0 0 0 0 0,0 0 0 0 0,0-1 0 0 0,1 1 0 0 0,-1 0 0 0 0,2 3-1 0 0,-1-2 10 0 0,-1 3 54 0 0,1-1-12 0 0,0-2-77 0 0,6 33 223 0 0,-7-35-218 0 0,0 1-1 0 0,0-1 1 0 0,1 0 0 0 0,-1 0-1 0 0,0 0 1 0 0,1 1 0 0 0,-1-1 0 0 0,1 0-1 0 0,0 0 1 0 0,-1 0 0 0 0,1 0-1 0 0,0 0 1 0 0,0 0 0 0 0,0 0-1 0 0,0 0 1 0 0,-1 0 0 0 0,1 0-1 0 0,0-1 1 0 0,1 1 0 0 0,-1 0-1 0 0,0 0 1 0 0,0-1 0 0 0,0 1 0 0 0,0-1-1 0 0,0 1 1 0 0,1-1 0 0 0,1 1-1 0 0,1-2-7 0 0,1 1 0 0 0,-1-1 0 0 0,0 0-1 0 0,0 0 1 0 0,0 0 0 0 0,0-1 0 0 0,0 1 0 0 0,-1-1-1 0 0,1 0 1 0 0,0 0 0 0 0,-1-1 0 0 0,1 1 0 0 0,-1-1-1 0 0,4-3 1 0 0,2-4 43 0 0,0 1 0 0 0,-1-2 0 0 0,11-17 1 0 0,-16 24 101 0 0,-1 0-24 0 0,0 1 0 0 0,0-1 0 0 0,0 1 0 0 0,1-1 0 0 0,-1 1 0 0 0,7-5 0 0 0,-6 4-34 0 0,0 1 112 0 0,-1 7-107 0 0,7 11-81 0 0,-6-11 147 0 0,-4 5-83 0 0,2-3-44 0 0,13 30 64 0 0,-13-33-212 0 0,1 0 0 0 0,-1 0 0 0 0,1 0-1 0 0,0 0 1 0 0,0 0 0 0 0,0-1 0 0 0,0 1 0 0 0,0-1-1 0 0,1 1 1 0 0,-1-1 0 0 0,1 0 0 0 0,-1 0-1 0 0,1 0 1 0 0,0 0 0 0 0,0-1 0 0 0,0 1 0 0 0,0-1-1 0 0,0 1 1 0 0,0-1 0 0 0,0 0 0 0 0,6 1-1 0 0,-4-1-610 0 0,1-2-56 0 0,-2 1 647 0 0,1 0-282 0 0,0 0 0 0 0,0 0 0 0 0,0-1 0 0 0,-1 0 0 0 0,1 0 0 0 0,0 0 0 0 0,0-1 0 0 0,8-3 0 0 0,9-6-2156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15.1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147 252 2376 0 0,'0'0'852'0'0,"-1"-4"-172"0"0,-1-15-85 0 0,2 14 318 0 0,-3 2-499 0 0,-8-9-51 0 0,9 9 601 0 0,-3 3-652 0 0,-15-4-30 0 0,15 4-40 0 0,1 1 46 0 0,-1 2-156 0 0,0 0 0 0 0,-1 0 0 0 0,1 1 0 0 0,0-1 0 0 0,0 1 0 0 0,1 0 1 0 0,-1 1-1 0 0,1-1 0 0 0,0 1 0 0 0,0 0 0 0 0,-3 5 0 0 0,-21 54 418 0 0,27-60-512 0 0,0 1-8 0 0,-3 16-10 0 0,3-16 2 0 0,2 0 7 0 0,-1-5-44 0 0,5 35 2 0 0,-5-34-49 0 0,1 1-1 0 0,-1-1 1 0 0,0 0 0 0 0,1 1-1 0 0,-1-1 1 0 0,0 0 0 0 0,1 1-1 0 0,0-1 1 0 0,-1 0 0 0 0,1 0-1 0 0,0 0 1 0 0,0 0 0 0 0,-1 1-1 0 0,1-1 1 0 0,0 0 0 0 0,0 0-1 0 0,0 0 1 0 0,0-1 0 0 0,0 1-1 0 0,1 0 1 0 0,-1 0 0 0 0,0 0-1 0 0,0-1 1 0 0,0 1 0 0 0,1-1-1 0 0,-1 1 1 0 0,0-1 0 0 0,3 1-1 0 0,-2-1 52 0 0,2 0-126 0 0,0-1 0 0 0,0 1 1 0 0,0-1-1 0 0,0 1 0 0 0,0-1 0 0 0,0-1 0 0 0,0 1 0 0 0,0 0 1 0 0,0-1-1 0 0,-1 0 0 0 0,5-2 0 0 0,-2 0 81 0 0,0-1-1 0 0,-1 0 1 0 0,1 1-1 0 0,-1-2 1 0 0,0 1-1 0 0,-1-1 1 0 0,1 1-1 0 0,-1-1 1 0 0,0-1-1 0 0,0 1 1 0 0,-1 0-1 0 0,0-1 1 0 0,0 0-1 0 0,-1 0 1 0 0,3-8 0 0 0,8-56 766 0 0,-11 55-437 0 0,-2-5-65 0 0,-2-3 202 0 0,-1-7 314 0 0,-1 0 0 0 0,-11-37 0 0 0,13 63-526 0 0,2 4-174 0 0,0-1 1 0 0,-1 1 0 0 0,1-1-1 0 0,-1 1 1 0 0,0-1 0 0 0,1 1-1 0 0,-1 0 1 0 0,0-1 0 0 0,0 1-1 0 0,0 0 1 0 0,0 0-1 0 0,-2-3 1 0 0,1 2 21 0 0,0-2 202 0 0,0 4-233 0 0,1-1 0 0 0,0 1 0 0 0,-1-1 0 0 0,1 0 0 0 0,0 1 0 0 0,0-1 0 0 0,0 0 0 0 0,-1 0-1 0 0,1 0 1 0 0,0 0 0 0 0,0 0 0 0 0,-1-1 0 0 0,1 1 13 0 0,-2-2 292 0 0,-1 7-108 0 0,0 0-130 0 0,0 1 0 0 0,0 0 1 0 0,1 0-1 0 0,0 1 1 0 0,0-1-1 0 0,0 0 0 0 0,0 1 1 0 0,1 0-1 0 0,0 0 0 0 0,0 0 1 0 0,-1 10-1 0 0,0 2 70 0 0,2 1 0 0 0,0 0 0 0 0,3 36 1 0 0,0-32-143 0 0,2 0 1 0 0,1 0-1 0 0,1-1 1 0 0,1 1-1 0 0,14 32 1 0 0,-19-52-75 0 0,0 0-1 0 0,0 0 1 0 0,0 1 0 0 0,0-1-1 0 0,1-1 1 0 0,-1 1 0 0 0,1 0-1 0 0,0 0 1 0 0,0-1 0 0 0,0 0-1 0 0,0 0 1 0 0,0 1 0 0 0,0-2-1 0 0,0 1 1 0 0,1 0 0 0 0,-1-1 0 0 0,1 1-1 0 0,-1-1 1 0 0,6 1 0 0 0,-1-1-175 0 0,0-1 0 0 0,0 1 0 0 0,0-1 0 0 0,0-1 0 0 0,0 1 1 0 0,0-1-1 0 0,8-3 0 0 0,-8 2 159 0 0,1-1 0 0 0,-1-1-1 0 0,0 0 1 0 0,0 0 0 0 0,0 0 0 0 0,-1-1 0 0 0,1 0-1 0 0,-1-1 1 0 0,0 1 0 0 0,9-11 0 0 0,26-42 625 0 0,-40 54-329 0 0,-2 3-195 0 0,1 0 1 0 0,0 0 0 0 0,-1 0 0 0 0,1 0-1 0 0,-1 0 1 0 0,0 0 0 0 0,1 0-1 0 0,-1 0 1 0 0,0 0 0 0 0,1 0 0 0 0,-1 0-1 0 0,0 0 1 0 0,0 0 0 0 0,0-2 0 0 0,0-2 2660 0 0,-2 7-2656 0 0,0-1-1 0 0,0 0 1 0 0,0 1 0 0 0,1-1-1 0 0,-1 1 1 0 0,1 0 0 0 0,-1-1-1 0 0,1 1 1 0 0,-1 0 0 0 0,1 0 0 0 0,0 0-1 0 0,0 0 1 0 0,0 0 0 0 0,0 0-1 0 0,0 0 1 0 0,1 0 0 0 0,-2 4 0 0 0,1-1 54 0 0,0 2-17 0 0,-1 18-44 0 0,1-19-45 0 0,2 0 40 0 0,3 17 12 0 0,-4-18-27 0 0,2 0-93 0 0,19 35-71 0 0,-19-37-48 0 0,2-1-91 0 0,11 7-80 0 0,-11-7-38 0 0,2-2-607 0 0,1 0 712 0 0,-1 0 0 0 0,1-1-1 0 0,-1 1 1 0 0,1-1 0 0 0,-1-1 0 0 0,1 1-1 0 0,7-4 1 0 0,-10 3-210 0 0,1 0-1 0 0,0-1 1 0 0,-1 1 0 0 0,0-1-1 0 0,1 0 1 0 0,-1-1-1 0 0,-1 1 1 0 0,1-1-1 0 0,3-3 1 0 0,11-14-2500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15.5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139 18 2908 0 0,'-5'1'1147'0'0,"-60"24"2169"0"0,62-23-2917 0 0,-1 1-58 0 0,0 0-255 0 0,0 0-1 0 0,0 0 0 0 0,1 0 1 0 0,0 1-1 0 0,0-1 0 0 0,0 1 1 0 0,0 0-1 0 0,0 0 0 0 0,1 0 1 0 0,-1 0-1 0 0,1 0 1 0 0,0 1-1 0 0,0-1 0 0 0,0 5 1 0 0,2-8-94 0 0,0 0 1 0 0,1 0-1 0 0,-1 0 1 0 0,1 0 0 0 0,-1 0-1 0 0,1 0 1 0 0,-1-1 0 0 0,1 1-1 0 0,0 0 1 0 0,-1 0 0 0 0,1 0-1 0 0,0-1 1 0 0,0 1 0 0 0,0 0-1 0 0,-1-1 1 0 0,1 1 0 0 0,0-1-1 0 0,0 1 1 0 0,0-1-1 0 0,0 1 1 0 0,0-1 0 0 0,0 0-1 0 0,2 1 1 0 0,16 4-111 0 0,-14-4 50 0 0,0-2-6 0 0,12-2 38 0 0,-13 2 30 0 0,1-1 42 0 0,12-7 44 0 0,-12 7 14 0 0,-5 1-78 0 0,1-1 1 0 0,0 1-1 0 0,-1 0 0 0 0,1 0 1 0 0,0 0-1 0 0,0 0 1 0 0,0 0-1 0 0,0 0 0 0 0,0 0 1 0 0,0 0-1 0 0,0 0 1 0 0,3-1-1 0 0,-2 1 24 0 0,1-3 122 0 0,-2 0-10 0 0,5-12-12 0 0,-5 12 178 0 0,-1-3-213 0 0,0 0 0 0 0,-1 0 0 0 0,0 0 0 0 0,-1 0 0 0 0,1 1 1 0 0,-4-8-1 0 0,3 10 49 0 0,-1 2-104 0 0,-10-6-7 0 0,10 6 2 0 0,-3 4-64 0 0,1 0-38 0 0,0 0 0 0 0,0 0-1 0 0,0 0 1 0 0,0 1 0 0 0,0-1 0 0 0,1 1-1 0 0,-1 0 1 0 0,1 1 0 0 0,0-1 0 0 0,0 1-1 0 0,0 0 1 0 0,0 0 0 0 0,1 0 0 0 0,-5 7-1 0 0,3-5-171 0 0,1 1 0 0 0,0 0 0 0 0,0 1 0 0 0,1-1 0 0 0,0 1 0 0 0,1-1 0 0 0,-1 1-1 0 0,1 0 1 0 0,1 0 0 0 0,-1 0 0 0 0,1 0 0 0 0,1 0 0 0 0,0 0 0 0 0,0 0 0 0 0,0 0 0 0 0,1 0-1 0 0,0 0 1 0 0,4 13 0 0 0,17 22-3121 0 0,-20-40 795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15.9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28 3300 0 0,'0'0'3757'0'0,"0"-4"-3157"0"0,1-15-82 0 0,0 14 1434 0 0,-3 9-1670 0 0,0 0-163 0 0,0 1 0 0 0,0-1 0 0 0,0 1 1 0 0,1-1-1 0 0,0 1 0 0 0,-1 7 0 0 0,2-7 33 0 0,-1-3-136 0 0,1-1 0 0 0,-1 1 0 0 0,1 0 0 0 0,-1 0 0 0 0,1-1 1 0 0,0 1-1 0 0,0 0 0 0 0,0 0 0 0 0,0 0 0 0 0,0-1 0 0 0,0 1 0 0 0,1 2 0 0 0,-1 1 10 0 0,0 1 39 0 0,1 0-10 0 0,4 48 15 0 0,-4-49-30 0 0,0 0-9 0 0,0-2-32 0 0,1 0 0 0 0,-1 0 0 0 0,0-1 1 0 0,1 1-1 0 0,-1 0 0 0 0,1-1 0 0 0,0 1 0 0 0,0-1 0 0 0,0 1 0 0 0,0-1 0 0 0,4 3 0 0 0,-3-3-49 0 0,1-3-153 0 0,12-6 116 0 0,-12 5 32 0 0,1-1 7 0 0,6-6-12 0 0,0-2-1 0 0,-1 1 1 0 0,17-23 0 0 0,1-4 78 0 0,-25 34-6 0 0,-2 2-10 0 0,0 0 1 0 0,1 0 0 0 0,-1 0-1 0 0,0-1 1 0 0,0 1 0 0 0,0 0 0 0 0,0-1-1 0 0,0 1 1 0 0,0-1 0 0 0,0 1-1 0 0,1-4 1 0 0,-2 5-1 0 0,3-4 8 0 0,-2 3 4 0 0,-1 0 8 0 0,1 1 0 0 0,0-1 1 0 0,0 0-1 0 0,0 0 1 0 0,0 0-1 0 0,0 1 1 0 0,0-1-1 0 0,0 0 1 0 0,0 1-1 0 0,0-1 1 0 0,0 1-1 0 0,0 0 1 0 0,0-1-1 0 0,0 1 1 0 0,0 0-1 0 0,2-1 1 0 0,4 15 39 0 0,-5-10 62 0 0,-2 1-114 0 0,0 18 2 0 0,0-17-13 0 0,1 0-4 0 0,1 17-5 0 0,-2-18-18 0 0,2 0-29 0 0,2 15-68 0 0,-3-15-85 0 0,2-1-53 0 0,-1-1 145 0 0,0 0 1 0 0,0 0-1 0 0,1-1 0 0 0,-1 1 0 0 0,1-1 1 0 0,-1 0-1 0 0,1 1 0 0 0,0-1 1 0 0,0 0-1 0 0,0-1 0 0 0,0 1 1 0 0,0 0-1 0 0,0-1 0 0 0,6 2 0 0 0,-1-1-272 0 0,0 0 0 0 0,0-1 0 0 0,0 0 0 0 0,1-1-1 0 0,-1 1 1 0 0,11-2 0 0 0,11-2-988 0 0,1-2 0 0 0,34-9 0 0 0,-37 5-1126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16.6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340 47 2368 0 0,'0'-6'1324'0'0,"-1"-15"-210"0"0,1 15 639 0 0,-5 4-1053 0 0,-11-7-106 0 0,12 7-82 0 0,-1 3-81 0 0,-2 0-302 0 0,-1 1 1 0 0,1 0-1 0 0,-1 0 0 0 0,1 1 0 0 0,0 0 1 0 0,0 1-1 0 0,0-1 0 0 0,0 1 1 0 0,1 0-1 0 0,-11 10 0 0 0,5-4-29 0 0,0 1-1 0 0,2 0 1 0 0,-1 1-1 0 0,-11 17 1 0 0,20-26-82 0 0,-10 19 78 0 0,4-2-39 0 0,-9 33 53 0 0,15-48-67 0 0,2 1-31 0 0,-1 17-18 0 0,1-17-21 0 0,1-2-35 0 0,3 12-41 0 0,-2-12-27 0 0,-2-4 124 0 0,0 0-1 0 0,1 0 1 0 0,-1 0 0 0 0,0 0 0 0 0,0 0 0 0 0,1 0 0 0 0,-1 0-1 0 0,0 0 1 0 0,1 0 0 0 0,-1 1 0 0 0,0-1 0 0 0,1 0 0 0 0,-1 0 0 0 0,0 0-1 0 0,0 0 1 0 0,1 1 0 0 0,-1-1 0 0 0,0 0 0 0 0,0 0 0 0 0,0 0 0 0 0,1 1-1 0 0,-1-1 1 0 0,0 0 0 0 0,0 0 0 0 0,0 1 0 0 0,1-1 0 0 0,-1 0 0 0 0,0 0-1 0 0,0 1 1 0 0,0-1 0 0 0,0 0 0 0 0,0 1 0 0 0,0-1 0 0 0,1 1-17 0 0,-1 0 0 0 0,0-1 0 0 0,0 1 0 0 0,0-1 1 0 0,1 1-1 0 0,-1-1 0 0 0,0 1 0 0 0,1-1 1 0 0,-1 1-1 0 0,1-1 0 0 0,-1 1 0 0 0,0-1 0 0 0,1 1 1 0 0,-1-1-1 0 0,1 0 0 0 0,-1 1 0 0 0,1-1 0 0 0,0 0 1 0 0,-1 1-1 0 0,1-1 0 0 0,-1 0 0 0 0,1 0 1 0 0,-1 1-1 0 0,1-1 0 0 0,0 0 0 0 0,-1 0 0 0 0,1 0 1 0 0,-1 0-1 0 0,1 0 0 0 0,1 0 0 0 0,20 2-159 0 0,-17-1 38 0 0,1-3 29 0 0,2 0 96 0 0,-1-1 1 0 0,0 1-1 0 0,0-2 0 0 0,0 1 1 0 0,0-1-1 0 0,0 0 0 0 0,-1 0 1 0 0,1-1-1 0 0,-1 0 0 0 0,10-11 1 0 0,21-36 62 0 0,-32 43 212 0 0,1 0 0 0 0,-1 0 0 0 0,-1-1-1 0 0,0 0 1 0 0,0 0 0 0 0,-1 0 0 0 0,-1 0-1 0 0,1-1 1 0 0,-1 1 0 0 0,0-12 0 0 0,-2 20-210 0 0,-1-1 0 0 0,1 1 0 0 0,-1 0 0 0 0,1 0 0 0 0,-1 0 0 0 0,0 0 0 0 0,0 0 0 0 0,0 0 0 0 0,-2-4 326 0 0,-11 21-155 0 0,12-12-200 0 0,0-1-1 0 0,0 1 1 0 0,0 0-1 0 0,1-1 1 0 0,-1 1-1 0 0,1 0 0 0 0,0 0 1 0 0,0 0-1 0 0,0 0 1 0 0,0 0-1 0 0,0 0 1 0 0,1 0-1 0 0,-1 0 1 0 0,1 5-1 0 0,-2 7 29 0 0,-5 36-9 0 0,3 0 1 0 0,3 77 0 0 0,18 108 151 0 0,2 48-84 0 0,-19-269-110 0 0,-4 14 8 0 0,-1-8-29 0 0,4-18 24 0 0,1 2 6 0 0,-1 1 0 0 0,0-1-1 0 0,0 0 1 0 0,0 0 0 0 0,-1 0-1 0 0,0 1 1 0 0,0-1 0 0 0,0-1 0 0 0,-1 1-1 0 0,1 0 1 0 0,-1-1 0 0 0,-4 6 0 0 0,-24 13 29 0 0,26-22-28 0 0,1 1 6 0 0,-10-1-7 0 0,11 0-2 0 0,1-1 0 0 0,0 0 0 0 0,0 0 1 0 0,0 0-1 0 0,0 0 0 0 0,0 0 0 0 0,0 0 0 0 0,0-1 1 0 0,0 1-1 0 0,0-1 0 0 0,0 0 0 0 0,0 1 1 0 0,1-1-1 0 0,-3-1 0 0 0,-9-4-9 0 0,1-1 0 0 0,0 0-1 0 0,0-1 1 0 0,0 0 0 0 0,1-1 0 0 0,1 0 0 0 0,0-1-1 0 0,0 0 1 0 0,0 0 0 0 0,2-1 0 0 0,-1 0 0 0 0,1-1-1 0 0,1 0 1 0 0,-11-23 0 0 0,12 23-139 0 0,1-1-1 0 0,0 1 1 0 0,1-1 0 0 0,1 0-1 0 0,0-1 1 0 0,0 1 0 0 0,1 0-1 0 0,1-1 1 0 0,0 0 0 0 0,1 1-1 0 0,1-1 1 0 0,0 1 0 0 0,1-1-1 0 0,0 1 1 0 0,1 0 0 0 0,5-14-1 0 0,-3 14-613 0 0,0 0-1 0 0,2 1 1 0 0,-1 0-1 0 0,2 0 1 0 0,-1 1-1 0 0,2 0 0 0 0,-1 0 1 0 0,18-15-1 0 0,0 3-3502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18.6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333 163 2436 0 0,'1'-5'1188'0'0,"0"-8"-411"0"0,-1 0 0 0 0,0 0 0 0 0,0-1-1 0 0,-2 1 1 0 0,1 1 0 0 0,-5-17-1 0 0,4 25-435 0 0,-1-1-181 0 0,-1-1 44 0 0,-2-1 1 0 0,1 1-1 0 0,-1 0 0 0 0,-9-7 1 0 0,11 10-31 0 0,-1 3-25 0 0,-2-1-101 0 0,0 1 0 0 0,0 1-1 0 0,0 0 1 0 0,0 0 0 0 0,0 0 0 0 0,0 0 0 0 0,1 1 0 0 0,-1 1-1 0 0,1-1 1 0 0,-1 1 0 0 0,-10 6 0 0 0,7-3 16 0 0,1 0 0 0 0,-1 1 0 0 0,1 0 0 0 0,0 1 0 0 0,1 0 0 0 0,0 0-1 0 0,-9 11 1 0 0,4 0 0 0 0,-1 1 0 0 0,2 0 0 0 0,1 1 0 0 0,1 0 0 0 0,0 0 0 0 0,-12 43 0 0 0,19-53-57 0 0,1-1-1 0 0,0 0 0 0 0,0 1 1 0 0,1-1-1 0 0,0 1 0 0 0,1 0 1 0 0,0-1-1 0 0,1 1 0 0 0,0-1 1 0 0,0 1-1 0 0,1-1 0 0 0,1 1 1 0 0,0-1-1 0 0,0 0 0 0 0,1 0 1 0 0,0-1-1 0 0,9 15 0 0 0,-8-17-20 0 0,0-1 0 0 0,1 1 0 0 0,0-1 0 0 0,1 0 0 0 0,0 0 0 0 0,0-1 0 0 0,0 0 0 0 0,0 0 0 0 0,1 0 0 0 0,-1-1-1 0 0,1-1 1 0 0,15 6 0 0 0,-4-3-118 0 0,0-1-1 0 0,0-1 1 0 0,0-1-1 0 0,28 1 0 0 0,-28-4 46 0 0,0-1 0 0 0,0-1 0 0 0,1-1-1 0 0,-1-1 1 0 0,0 0 0 0 0,-1-1-1 0 0,1-1 1 0 0,-1-1 0 0 0,-1-1-1 0 0,1 0 1 0 0,-1-1 0 0 0,0-1 0 0 0,-1-1-1 0 0,-1 0 1 0 0,20-18 0 0 0,-27 22 54 0 0,-1 0 1 0 0,1-1-1 0 0,-1 0 1 0 0,-1 0 0 0 0,1 0-1 0 0,-1-1 1 0 0,-1 0-1 0 0,0-1 1 0 0,0 1 0 0 0,-1-1-1 0 0,0 0 1 0 0,-1 0-1 0 0,0 0 1 0 0,0 0-1 0 0,-1 0 1 0 0,0-1 0 0 0,-1 1-1 0 0,0-1 1 0 0,-1 1-1 0 0,0-1 1 0 0,-1 0 0 0 0,-2-10-1 0 0,1 11 77 0 0,0 1 0 0 0,-1 0 1 0 0,0-1-1 0 0,-1 2 0 0 0,0-1 0 0 0,0 0 0 0 0,-1 1 0 0 0,0 0 0 0 0,0 0 1 0 0,-1 0-1 0 0,0 0 0 0 0,-1 1 0 0 0,1 0 0 0 0,-1 1 0 0 0,-1-1 0 0 0,1 1 0 0 0,-1 1 1 0 0,0 0-1 0 0,-1 0 0 0 0,1 0 0 0 0,-1 1 0 0 0,0 0 0 0 0,0 1 0 0 0,0 0 1 0 0,-10-2-1 0 0,13 4-20 0 0,0 0 1 0 0,0 0 0 0 0,0 1 0 0 0,-1 0-1 0 0,1 0 1 0 0,0 1 0 0 0,0 0-1 0 0,0 0 1 0 0,0 0 0 0 0,0 1 0 0 0,1-1-1 0 0,-1 2 1 0 0,0-1 0 0 0,1 0 0 0 0,-1 1-1 0 0,1 0 1 0 0,0 1 0 0 0,0-1 0 0 0,0 1-1 0 0,1 0 1 0 0,-6 5 0 0 0,7-5-9 0 0,0 0 1 0 0,1 0-1 0 0,-1 0 1 0 0,1 0-1 0 0,0 1 1 0 0,0-1-1 0 0,0 0 1 0 0,1 1-1 0 0,-2 7 1 0 0,1-4 5 0 0,1-3-11 0 0,0 1-1 0 0,0 0 1 0 0,1 0-1 0 0,-1 0 1 0 0,1 0-1 0 0,1 0 1 0 0,-1 0 0 0 0,1 0-1 0 0,1 6 1 0 0,-1-7-10 0 0,3 16 21 0 0,0 0 0 0 0,2-1 1 0 0,0 1-1 0 0,1-1 0 0 0,16 32 0 0 0,59 84-67 0 0,-4-5-68 0 0,-75-123 126 0 0,1 0-1 0 0,-1 0 1 0 0,-1 0-1 0 0,3 13 1 0 0,-5-19-13 0 0,1 2 13 0 0,-2 2 6 0 0,2 0-15 0 0,-1-3-3 0 0,0-1 1 0 0,0 0 0 0 0,0 0-1 0 0,0 0 1 0 0,0 0 0 0 0,-1 0-1 0 0,1 0 1 0 0,-1 1 0 0 0,1-1-1 0 0,-1 0 1 0 0,-1 2 0 0 0,1 1-5 0 0,-1 0 1 0 0,0-1-1 0 0,0 1 1 0 0,0 0 0 0 0,-1-1-1 0 0,0 1 1 0 0,1-1-1 0 0,-1 0 1 0 0,-1 0-1 0 0,1 0 1 0 0,-1-1 0 0 0,1 1-1 0 0,-1-1 1 0 0,-8 6-1 0 0,7-6-37 0 0,2-1-119 0 0,-13 4-363 0 0,13-4 396 0 0,-1 0-425 0 0,3-5-1826 0 0,1 3 2311 0 0,0-1 0 0 0,-1 1 1 0 0,1 0-1 0 0,0-1 0 0 0,-1 1 1 0 0,1 0-1 0 0,0-1 1 0 0,-1 1-1 0 0,1 0 0 0 0,-1 0 1 0 0,1-1-1 0 0,0 1 0 0 0,-1 0 1 0 0,1 0-1 0 0,-1 0 0 0 0,1 0 1 0 0,-1 0-1 0 0,1 0 0 0 0,-1-1 1 0 0,0 1-42 0 0,1 0 1 0 0,0 0 0 0 0,-1 0-1 0 0,1 0 1 0 0,-1 0 0 0 0,1 0-1 0 0,-1 0 1 0 0,1-1 0 0 0,0 1 0 0 0,-1 0-1 0 0,1 0 1 0 0,-1 0 0 0 0,1-1-1 0 0,0 1 1 0 0,-1 0 0 0 0,1-1-1 0 0,0 1 1 0 0,-1 0 0 0 0,1-1-1 0 0,0 1 1 0 0,-1 0 0 0 0,1-1 0 0 0,0 1-1 0 0,0-1 1 0 0,0 1 0 0 0,-1-1-1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19.1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32 2720 0 0,'2'-4'1660'0'0,"3"-5"-1206"0"0,8-10 4932 0 0,-10 20-3305 0 0,-3 13-2462 0 0,-1-9 582 0 0,1 1-41 0 0,-3 49 205 0 0,3-50-289 0 0,1 2-19 0 0,13 74 158 0 0,-13-78-208 0 0,-1-1-9 0 0,0 0 0 0 0,1 0 0 0 0,0-1 0 0 0,-1 1 0 0 0,1 0 0 0 0,0-1 0 0 0,0 1 0 0 0,-1-1 1 0 0,1 1-1 0 0,1-1 0 0 0,0 2 0 0 0,0 1-42 0 0,1-1 43 0 0,7 10 7 0 0,-9-12-8 0 0,-1 0 0 0 0,1 0 0 0 0,0 0 0 0 0,0 0 0 0 0,-1 0 0 0 0,1-1 0 0 0,0 1 0 0 0,0 0-1 0 0,0 0 1 0 0,0-1 0 0 0,0 1 0 0 0,0-1 0 0 0,0 1 0 0 0,0-1 0 0 0,1 0 0 0 0,-1 1 0 0 0,1-1 0 0 0,2 1-10 0 0,-1 1-33 0 0,3-3-55 0 0,-2 0 94 0 0,0 0 0 0 0,0 0 0 0 0,0 0 0 0 0,0-1 1 0 0,0 1-1 0 0,-1-1 0 0 0,1 0 0 0 0,0 0 0 0 0,-1-1 0 0 0,1 1 0 0 0,-1-1 0 0 0,0 0 0 0 0,0 0 0 0 0,0 0 0 0 0,0 0 0 0 0,-1 0 0 0 0,4-5 0 0 0,5-13 2 0 0,-1-1 0 0 0,10-33 0 0 0,-18 51 56 0 0,-1-1 1 0 0,5-12-39 0 0,-5 13-10 0 0,1-1 29 0 0,3-17 244 0 0,-5 28-251 0 0,0 14-18 0 0,0-14 12 0 0,1-1-17 0 0,-1 6-24 0 0,1 1 0 0 0,0-1 0 0 0,6 21 1 0 0,-5-27-127 0 0,0-1 0 0 0,-1 1 1 0 0,2-1-1 0 0,-1 0 1 0 0,0 1-1 0 0,1-1 0 0 0,0 0 1 0 0,0-1-1 0 0,0 1 1 0 0,0 0-1 0 0,1-1 1 0 0,-1 0-1 0 0,8 6 0 0 0,1-3-719 0 0,-1 0 1 0 0,1 0-1 0 0,1-1 0 0 0,-1 0 0 0 0,1-1 0 0 0,24 4 0 0 0,-30-7-933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19.6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182 43 2664 0 0,'0'0'2571'0'0,"-1"-5"-1932"0"0,-3-20 788 0 0,-16 12-46 0 0,16 14-1119 0 0,-3 0-144 0 0,1 1-1 0 0,-1 0 1 0 0,1 1 0 0 0,0 0-1 0 0,0 0 1 0 0,0 0 0 0 0,0 0-1 0 0,0 1 1 0 0,1 0 0 0 0,0 0-1 0 0,0 1 1 0 0,0-1 0 0 0,0 1-1 0 0,-5 7 1 0 0,1-2-36 0 0,1 1 0 0 0,1 0 0 0 0,0 0 0 0 0,0 1 0 0 0,1 0-1 0 0,-7 17 1 0 0,12-25-47 0 0,-2 25-2 0 0,2-24-41 0 0,3 0-16 0 0,-1-1-41 0 0,1 1-1 0 0,0-1 1 0 0,0 0-1 0 0,0 0 0 0 0,1 0 1 0 0,-1 0-1 0 0,4 4 1 0 0,-3-5-107 0 0,16 3-173 0 0,-15-4 200 0 0,2-2-260 0 0,18 0 200 0 0,-18 0 41 0 0,-1-2 48 0 0,15-6 12 0 0,-15 6 15 0 0,-1 0 39 0 0,35-31-181 0 0,-35 29 332 0 0,-2 0 30 0 0,8-14 22 0 0,-8 14 26 0 0,0 0 35 0 0,5-13 39 0 0,-6 13 384 0 0,1 0-320 0 0,6-8 638 0 0,-7 12-873 0 0,0 0 1 0 0,-1 1-1 0 0,1-1 1 0 0,0 0 0 0 0,-1 1-1 0 0,1-1 1 0 0,-1 0-1 0 0,1 1 1 0 0,-1-1-1 0 0,1 1 1 0 0,-1-1-1 0 0,1 1 1 0 0,-1-1 0 0 0,0 1-1 0 0,1-1 1 0 0,-1 1-1 0 0,1-1 1 0 0,-1 1-1 0 0,0-1 1 0 0,0 1-1 0 0,1 0 1 0 0,-1 0 0 0 0,2 3-6 0 0,4 49 43 0 0,-5-49-153 0 0,1 1-103 0 0,14 47-1254 0 0,-15-47 849 0 0,2-1-61 0 0,7 13-92 0 0,-7-13-173 0 0,0-2-33 0 0,7 9-41 0 0,-7-8-58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20.2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0 398 1488 0 0,'0'-30'850'0'0,"0"24"-122"0"0,1 1-120 0 0,1-15-94 0 0,-1 15-30 0 0,0 0-48 0 0,2-14-75 0 0,-2 14-54 0 0,1 1-94 0 0,5-11-54 0 0,-5 11-11 0 0,-1 3-126 0 0,1 0 0 0 0,-1 0-1 0 0,0 0 1 0 0,1 0 0 0 0,-1 0 0 0 0,0 0 0 0 0,1-1-1 0 0,-1 1 1 0 0,0 0 0 0 0,2-3 0 0 0,0 1 89 0 0,1 2 15 0 0,12-4 26 0 0,-12 4 259 0 0,3 2-166 0 0,-2 0-140 0 0,1 0-1 0 0,0 0 0 0 0,-1 0 0 0 0,1 1 0 0 0,-1-1 1 0 0,0 2-1 0 0,1-1 0 0 0,-1 0 0 0 0,0 1 0 0 0,0 0 1 0 0,0 0-1 0 0,-1 1 0 0 0,1-1 0 0 0,-1 1 0 0 0,0 0 1 0 0,6 8-1 0 0,14 26 425 0 0,-22-34-3 0 0,-1 2-280 0 0,1 16 20 0 0,-1-17 274 0 0,-2 0-276 0 0,-3 12 2 0 0,3-13 306 0 0,1-4-560 0 0,0 0 0 0 0,-1 0 0 0 0,1 1 0 0 0,0-1 1 0 0,-1 0-1 0 0,1 0 0 0 0,-1 0 0 0 0,1 0 0 0 0,0 0 0 0 0,-1 0 1 0 0,1 1-1 0 0,0-1 0 0 0,0 0 0 0 0,-1 0 0 0 0,1 1 0 0 0,0-1 0 0 0,-1 0 1 0 0,1 0-1 0 0,0 1 0 0 0,0-1 0 0 0,0 0 0 0 0,-1 0 0 0 0,1 1 1 0 0,0-1-1 0 0,0 0 0 0 0,0 1 0 0 0,0-1 0 0 0,-1 1 0 0 0,1-1 0 0 0,0 1 1 0 0,0 0 40 0 0,0-1 0 0 0,-1 1 0 0 0,1 0 1 0 0,0 0-1 0 0,-1-1 0 0 0,1 1 1 0 0,0 0-1 0 0,-1-1 0 0 0,1 1 0 0 0,-1 0 1 0 0,1-1-1 0 0,-1 1 0 0 0,0-1 0 0 0,1 1 1 0 0,-1-1-1 0 0,0 1 0 0 0,1-1 1 0 0,-1 1-1 0 0,0-1 0 0 0,1 0 0 0 0,-1 1 1 0 0,-1-1-1 0 0,0 1-25 0 0,0 0-1 0 0,0-1 1 0 0,1 0-1 0 0,-1 1 1 0 0,0-1-1 0 0,0 0 1 0 0,0 0-1 0 0,0 0 1 0 0,0 0-1 0 0,1 0 1 0 0,-1 0 0 0 0,0-1-1 0 0,0 1 1 0 0,0-1-1 0 0,0 1 1 0 0,1-1-1 0 0,-1 0 1 0 0,-2 0-1 0 0,1-1-5 0 0,2-2-163 0 0,0-3-85 0 0,0 0-1 0 0,1 1 1 0 0,0-1 0 0 0,0 0-1 0 0,1 0 1 0 0,-1 1-1 0 0,1-1 1 0 0,1 0 0 0 0,-1 1-1 0 0,1-1 1 0 0,1 1 0 0 0,-1 0-1 0 0,1 0 1 0 0,6-11 0 0 0,4-5-559 0 0,1 1 1 0 0,0 0-1 0 0,18-19 1 0 0,75-72-2101 0 0,-75 79 2581 0 0,-29 30 294 0 0,1 0 32 0 0,12-10 60 0 0,-12 9 111 0 0,14-9 413 0 0,-15 10-205 0 0,0 0 20 0 0,-1 1-226 0 0,-1 1 0 0 0,1-1 0 0 0,-1 1 1 0 0,1-1-1 0 0,0 1 0 0 0,-1 0 1 0 0,1-1-1 0 0,0 1 0 0 0,0 0 0 0 0,0 0 1 0 0,0 0-1 0 0,0 0 0 0 0,0 1 0 0 0,0-1 1 0 0,0 1-1 0 0,1-1 0 0 0,-1 1 0 0 0,0 0 1 0 0,0-1-1 0 0,0 1 0 0 0,0 0 1 0 0,1 1-1 0 0,-1-1 0 0 0,2 1 0 0 0,-3-1-190 0 0,-1 0-1 0 0,0 0 0 0 0,0 0 0 0 0,0 0 1 0 0,0 0-1 0 0,1 0 0 0 0,-1 0 0 0 0,0 0 1 0 0,0 0-1 0 0,0 0 0 0 0,0 1 0 0 0,1-1 1 0 0,-1 0-1 0 0,0 0 0 0 0,0 0 0 0 0,0 0 1 0 0,0 0-1 0 0,0 1 0 0 0,0-1 0 0 0,1 0 1 0 0,-1 0-1 0 0,0 0 0 0 0,0 1 0 0 0,0-1 0 0 0,0 0 1 0 0,0 0-1 0 0,0 0 0 0 0,0 0 0 0 0,0 1 1 0 0,0-1-1 0 0,0 0 0 0 0,0 0 0 0 0,0 0 1 0 0,0 1-1 0 0,0-1 0 0 0,0 0 0 0 0,0 0 1 0 0,0 0-1 0 0,0 1 0 0 0,0-1 0 0 0,-18 190 754 0 0,14-157-743 0 0,-13 168-291 0 0,18-194 57 0 0,0 1 0 0 0,0-1 0 0 0,1 0-1 0 0,0 0 1 0 0,0 0 0 0 0,5 9 0 0 0,-5-11-236 0 0,-2-5 434 0 0,1 0 0 0 0,-1 0 1 0 0,0 0-1 0 0,0 0 0 0 0,1 0 1 0 0,-1 0-1 0 0,0 0 0 0 0,1 0 1 0 0,-1 0-1 0 0,0 0 1 0 0,1 0-1 0 0,-1 0 0 0 0,0 1 1 0 0,0-1-1 0 0,1 0 0 0 0,-1 0 1 0 0,0 0-1 0 0,0 0 0 0 0,1 1 1 0 0,-1-1-1 0 0,0 0 0 0 0,0 0 1 0 0,1 1-1 0 0,-1-1 1 0 0,0 0-1 0 0,0 0 0 0 0,0 1 1 0 0,0-1-1 0 0,0 0 0 0 0,1 1 1 0 0,-1-1-1 0 0,0 1-87 0 0,0-1 0 0 0,1 1-1 0 0,-1 0 1 0 0,0-1 0 0 0,1 1 0 0 0,-1-1 0 0 0,1 1-1 0 0,-1-1 1 0 0,0 1 0 0 0,1-1 0 0 0,-1 1-1 0 0,1-1 1 0 0,0 1 0 0 0,-1-1 0 0 0,1 0 0 0 0,-1 1-1 0 0,1-1 1 0 0,0 0 0 0 0,-1 0 0 0 0,1 1-1 0 0,-1-1 1 0 0,1 0 0 0 0,0 0 0 0 0,-1 0-1 0 0,2 0 1 0 0,17 4-806 0 0,-15-4-117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20.4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17 115 3244 0 0,'-3'-2'1024'0'0,"2"1"-887"0"0,0 0 0 0 0,0 0 0 0 0,0 0 0 0 0,0 0 0 0 0,0 0 0 0 0,0 0 1 0 0,0 0-1 0 0,0 0 0 0 0,1-1 0 0 0,-1 1 0 0 0,0 0 0 0 0,1 0 0 0 0,-1-1 0 0 0,1 1 1 0 0,-1-1-1 0 0,1 1 0 0 0,0 0 0 0 0,-1-1 0 0 0,1 1 0 0 0,0-1 0 0 0,0 1 0 0 0,0 0 1 0 0,0-1-1 0 0,0 1 0 0 0,1-1 0 0 0,-1-1 0 0 0,1-2 16 0 0,4 3-53 0 0,15-8-372 0 0,0 1 1 0 0,41-12-1 0 0,27 0-4228 0 0,-52 12 1632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20.8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74 59 2508 0 0,'0'0'1018'0'0,"-3"4"-73"0"0,-20 30 1554 0 0,21-31-1831 0 0,0 1-435 0 0,1-3-209 0 0,1 0-1 0 0,-1 0 0 0 0,1 0 0 0 0,-1 0 1 0 0,1 1-1 0 0,-1-1 0 0 0,1 0 0 0 0,0 0 0 0 0,0 0 1 0 0,0 1-1 0 0,-1-1 0 0 0,1 0 0 0 0,1 1 1 0 0,-1-1-1 0 0,0 0 0 0 0,0 0 0 0 0,0 1 1 0 0,1-1-1 0 0,-1 0 0 0 0,0 0 0 0 0,1 0 1 0 0,-1 0-1 0 0,1 1 0 0 0,-1-1 0 0 0,2 1 0 0 0,0 1-50 0 0,5-3-169 0 0,18 0 95 0 0,-18 0 31 0 0,-3-1 28 0 0,15-4 30 0 0,-14 3 23 0 0,-1 0 37 0 0,3-1 8 0 0,-1-1 1 0 0,1 0-1 0 0,-1-1 1 0 0,0 1-1 0 0,-1-1 0 0 0,9-9 1 0 0,-12 11 21 0 0,-1-2-48 0 0,1-13 62 0 0,-1 13 82 0 0,-2 1-151 0 0,-4-15 38 0 0,4 14 114 0 0,-2 2-77 0 0,-7-13 13 0 0,7 12 92 0 0,-17-2 143 0 0,16 4-157 0 0,-1 3-128 0 0,1-1-1 0 0,0 1 1 0 0,0 0 0 0 0,0 0 0 0 0,0 0 0 0 0,0 0-1 0 0,0 1 1 0 0,0 0 0 0 0,1 0 0 0 0,-1 0-1 0 0,1 0 1 0 0,-1 0 0 0 0,1 1 0 0 0,0 0-1 0 0,-1-1 1 0 0,-3 7 0 0 0,-1-1 29 0 0,2 0 1 0 0,-1 1-1 0 0,2 0 1 0 0,-11 19-1 0 0,2 18 135 0 0,11-36-180 0 0,2-6-3 0 0,2 2-20 0 0,-1-1-51 0 0,1 0 0 0 0,0 0 0 0 0,0 0 0 0 0,1 0 0 0 0,-1-1 0 0 0,1 1 0 0 0,0 0 0 0 0,0-1 0 0 0,1 1 0 0 0,-1-1 0 0 0,1 0 0 0 0,0 0 0 0 0,0 0 1 0 0,1 0-1 0 0,-1-1 0 0 0,7 7 0 0 0,-7-8-287 0 0,3 0-77 0 0,16 5-94 0 0,-17-5-77 0 0,2-2-119 0 0,1 1 7 0 0,1-1-1 0 0,-1 0 1 0 0,0-1-1 0 0,1 0 1 0 0,-1-1-1 0 0,1 1 1 0 0,-1-2-1 0 0,12-3 1 0 0,0-5-2141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21.1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0 182 1912 0 0,'2'-4'1042'0'0,"23"-24"1802"0"0,-22 25-2088 0 0,1 2-477 0 0,1-1-98 0 0,0 1 1 0 0,0 0 0 0 0,0 1 0 0 0,0-1-1 0 0,0 1 1 0 0,1 0 0 0 0,6 1 0 0 0,-6-1 90 0 0,-2 3-20 0 0,2 1-143 0 0,-1 0 1 0 0,1 1-1 0 0,-1-1 0 0 0,0 1 1 0 0,-1 0-1 0 0,1 0 0 0 0,-1 0 1 0 0,0 1-1 0 0,0-1 1 0 0,-1 1-1 0 0,1 0 0 0 0,-1 0 1 0 0,-1 0-1 0 0,1 1 1 0 0,-1-1-1 0 0,3 14 0 0 0,-4-16 51 0 0,-1 1-4 0 0,0 18 63 0 0,0-17-28 0 0,-2-1-13 0 0,-11 37 632 0 0,12-38-230 0 0,-2-1-271 0 0,-9 7 13 0 0,9-7 892 0 0,-1-4-1002 0 0,-16-3-12 0 0,15 3 112 0 0,5-1-303 0 0,-1 1 0 0 0,1-1 1 0 0,0 1-1 0 0,-1-1 1 0 0,1 1-1 0 0,-1-1 0 0 0,1 1 1 0 0,-1 0-1 0 0,0-1 0 0 0,1 1 1 0 0,-1 0-1 0 0,-1-2 1 0 0,0-1 2 0 0,0 0-14 0 0,2-2-74 0 0,3-7-129 0 0,0 0 0 0 0,1 0-1 0 0,0 1 1 0 0,1-1-1 0 0,0 1 1 0 0,1 0 0 0 0,0 1-1 0 0,1-1 1 0 0,0 1 0 0 0,1 1-1 0 0,0-1 1 0 0,17-14-1 0 0,-1 1-1778 0 0,1 1 0 0 0,2 1 0 0 0,55-36-1 0 0,-47 38-2957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22.1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442 69 2816 0 0,'0'0'7467'0'0,"-3"3"-7238"0"0,-6 8-13 0 0,7-8 211 0 0,-3-3-208 0 0,-44-1 979 0 0,43 0-803 0 0,3-1-223 0 0,-11-9 246 0 0,14 5-408 0 0,0 2 14 0 0,1-1 0 0 0,-1 0-1 0 0,1 0 1 0 0,0 1 0 0 0,1-1-1 0 0,-1 0 1 0 0,5-8 0 0 0,-4 9 3 0 0,-1 4-25 0 0,1 0 0 0 0,-1-1-1 0 0,0 0 1 0 0,1 1 0 0 0,-1-1 0 0 0,0 1 0 0 0,0-1 0 0 0,0 0-1 0 0,1 0 1 0 0,-1 0 0 0 0,0 0 0 0 0,1-2 0 0 0,0 2 0 0 0,2-1-10 0 0,1 2-20 0 0,19 1 40 0 0,-22 0-9 0 0,0-1 1 0 0,1 1-1 0 0,-1 0 0 0 0,0 0 1 0 0,0 1-1 0 0,0-1 0 0 0,0 0 1 0 0,0 1-1 0 0,0-1 0 0 0,0 1 1 0 0,0-1-1 0 0,0 1 0 0 0,-1 0 1 0 0,1 0-1 0 0,-1 0 0 0 0,1 0 1 0 0,-1 0-1 0 0,0 0 1 0 0,2 4-1 0 0,-3-6-3 0 0,3 6 11 0 0,0-1 1 0 0,0 1 0 0 0,-1 0 0 0 0,1 0-1 0 0,-1 0 1 0 0,-1 0 0 0 0,1 0 0 0 0,-1 0-1 0 0,1 13 1 0 0,-2-14-7 0 0,2 9 8 0 0,-2 0 1 0 0,0 0-1 0 0,0 0 0 0 0,-2 0 0 0 0,0 0 0 0 0,0-1 0 0 0,-1 1 0 0 0,-1 0 0 0 0,0-1 1 0 0,-1 0-1 0 0,0 0 0 0 0,-1 0 0 0 0,-1-1 0 0 0,0 1 0 0 0,0-2 0 0 0,-14 17 0 0 0,8-12-25 0 0,-2-1-1 0 0,0 0 1 0 0,-1-1-1 0 0,0 0 1 0 0,-1-1-1 0 0,0-1 1 0 0,-1-1-1 0 0,-1 0 1 0 0,-31 12-1 0 0,36-17-112 0 0,-5-1 40 0 0,2-2-47 0 0,-40 4-292 0 0,52-7 285 0 0,-1-1 18 0 0,1 0 94 0 0,1 0 1 0 0,-1 0-1 0 0,1 0 0 0 0,-1-1 0 0 0,1 1 1 0 0,0-1-1 0 0,0 0 0 0 0,0-1 1 0 0,0 1-1 0 0,0-1 0 0 0,0 1 0 0 0,0-1 1 0 0,1 0-1 0 0,0-1 0 0 0,-1 1 0 0 0,1-1 1 0 0,-3-5-1 0 0,-3-6-32 0 0,7 11 8 0 0,1-2 10 0 0,-2-16 28 0 0,2 16-32 0 0,2 0-11 0 0,0-1 27 0 0,1-1-1 0 0,0 1 1 0 0,0-1-1 0 0,5-9 1 0 0,-4 13 25 0 0,0 1 6 0 0,0 1 5 0 0,0 1 1 0 0,-1-1-1 0 0,1 1 0 0 0,0 0 1 0 0,0 0-1 0 0,-1 0 1 0 0,1 0-1 0 0,0 0 0 0 0,0 1 1 0 0,0-1-1 0 0,0 1 1 0 0,0 0-1 0 0,0 0 0 0 0,0 0 1 0 0,1 0-1 0 0,-1 1 1 0 0,0-1-1 0 0,0 1 0 0 0,-1 0 1 0 0,6 1-1 0 0,26 15 93 0 0,-1 2 1 0 0,-1 0-1 0 0,42 35 0 0 0,-37-26-322 0 0,1-2-1 0 0,47 25 0 0 0,-66-42-1638 0 0,0-2 0 0 0,1 0-1 0 0,29 7 1 0 0,-44-13-2694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23.0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353 69 3572 0 0,'0'0'1002'0'0,"1"-5"-174"0"0,-1 1-656 0 0,0 0-1 0 0,0 1 0 0 0,0-1 0 0 0,0 0 0 0 0,-1 1 0 0 0,0-1 1 0 0,0 1-1 0 0,0-1 0 0 0,0 1 0 0 0,-3-6 0 0 0,2 5 90 0 0,1 4-247 0 0,1 0-1 0 0,-1 0 1 0 0,0 0 0 0 0,1 0-1 0 0,-1 0 1 0 0,0-1 0 0 0,1 1-1 0 0,-1 0 1 0 0,0 0-1 0 0,1 0 1 0 0,-1-1 0 0 0,0 1-1 0 0,1 0 1 0 0,-1 0 0 0 0,1-1-1 0 0,-1 1 1 0 0,0-1 0 0 0,1 1-1 0 0,-1 0 1 0 0,1-1-1 0 0,-1 0 1 0 0,0 0 3 0 0,0 0 0 0 0,0 1 0 0 0,1-1 0 0 0,-1 0 0 0 0,0 1 0 0 0,0-1 0 0 0,0 1 0 0 0,1-1 0 0 0,-1 1 0 0 0,0-1 0 0 0,0 1 0 0 0,0 0 0 0 0,0 0 1 0 0,0-1-1 0 0,0 1 0 0 0,0 0 0 0 0,0 0 0 0 0,0 0 0 0 0,0 0 0 0 0,0 0 0 0 0,0 0 0 0 0,0 0 0 0 0,-1 1 0 0 0,-12 0 174 0 0,-1 2-1 0 0,1 0 1 0 0,0 0 0 0 0,0 1 0 0 0,0 1 0 0 0,1 0-1 0 0,-1 1 1 0 0,2 1 0 0 0,-1 0 0 0 0,-12 9 0 0 0,9-5-107 0 0,1 1 1 0 0,0 0-1 0 0,1 0 1 0 0,1 2 0 0 0,0 0-1 0 0,0 0 1 0 0,-13 23-1 0 0,10-4 47 0 0,14-27-58 0 0,2 24 15 0 0,0-27-84 0 0,1 0 0 0 0,0 0-1 0 0,0 0 1 0 0,0-1 0 0 0,0 1-1 0 0,0 0 1 0 0,0-1-1 0 0,1 1 1 0 0,-1-1 0 0 0,1 1-1 0 0,0-1 1 0 0,0 0 0 0 0,0 0-1 0 0,0 0 1 0 0,0 0-1 0 0,0 0 1 0 0,5 3 0 0 0,-6-4-12 0 0,3 3 2 0 0,1-1 1 0 0,-1 1-1 0 0,1-1 0 0 0,-1 0 1 0 0,1-1-1 0 0,0 1 1 0 0,0-1-1 0 0,7 3 1 0 0,8 3 25 0 0,15 8-2 0 0,-1-2 6 0 0,-1 2 0 0 0,0 1 0 0 0,-1 2 1 0 0,-1 1-1 0 0,30 26 0 0 0,-58-44-23 0 0,-1 1-1 0 0,0 0 1 0 0,0 0 0 0 0,-1 0-1 0 0,1 0 1 0 0,0 0-1 0 0,-1 0 1 0 0,0 0 0 0 0,0 0-1 0 0,0 1 1 0 0,0-1-1 0 0,0 0 1 0 0,-1 1 0 0 0,1-1-1 0 0,-1 5 1 0 0,0-5 0 0 0,0 0 0 0 0,0-1 1 0 0,0 1-1 0 0,-1 0 1 0 0,1-1-1 0 0,-1 1 0 0 0,0-1 1 0 0,0 1-1 0 0,0-1 1 0 0,0 1-1 0 0,0-1 1 0 0,-1 0-1 0 0,1 1 1 0 0,0-1-1 0 0,-1 0 1 0 0,0 0-1 0 0,0 0 1 0 0,-2 2-1 0 0,3-3 0 0 0,-3 3 9 0 0,0 0 1 0 0,-1 0-1 0 0,1 0 1 0 0,-1-1-1 0 0,1 1 0 0 0,-1-1 1 0 0,0-1-1 0 0,-1 1 0 0 0,-7 3 1 0 0,8-4-6 0 0,-23 10 34 0 0,5-6-29 0 0,12-4 10 0 0,0 0 0 0 0,-1 0 0 0 0,1-1 0 0 0,-1 0 0 0 0,1-1 0 0 0,-1-1 0 0 0,1 0 0 0 0,-1 0-1 0 0,-11-3 1 0 0,20 3-26 0 0,-1-1 1 0 0,1 1-1 0 0,-1 0 0 0 0,1-1 0 0 0,0 0 0 0 0,0 0 0 0 0,-1 0 0 0 0,1 0 0 0 0,1 0 0 0 0,-1-1 0 0 0,0 1 0 0 0,1-1 0 0 0,-5-5 0 0 0,5 6-14 0 0,-1-3-47 0 0,-1 0 1 0 0,1 0-1 0 0,1 0 0 0 0,-1 0 1 0 0,1 0-1 0 0,0 0 0 0 0,0-1 0 0 0,0 1 1 0 0,1-1-1 0 0,-2-7 0 0 0,2 8 18 0 0,0 2-23 0 0,0-1-1 0 0,0 1 0 0 0,0-1 1 0 0,1 1-1 0 0,-1-1 1 0 0,1 1-1 0 0,0-8 0 0 0,1 3-77 0 0,-2 6 76 0 0,1-1 0 0 0,0 1 0 0 0,-1-1 0 0 0,1 1 0 0 0,0 0 0 0 0,1-1 0 0 0,-1 1 0 0 0,0 0 0 0 0,1-1 0 0 0,-1 1 0 0 0,1 0 0 0 0,2-5 0 0 0,-1 0-117 0 0,-1 5 94 0 0,-1-1 0 0 0,0 1 0 0 0,1-1 0 0 0,0 1 0 0 0,0-1 0 0 0,0 1 0 0 0,0-1 0 0 0,0 1 0 0 0,0 0 0 0 0,3-4 0 0 0,0 0-121 0 0,-3 4 137 0 0,0 0-1 0 0,0 0 0 0 0,0 0 0 0 0,0 0 0 0 0,0 0 0 0 0,0 1 1 0 0,0-1-1 0 0,1 0 0 0 0,-1 1 0 0 0,1-1 0 0 0,-1 1 1 0 0,1-1-1 0 0,2-1 0 0 0,1-1-125 0 0,-5 4 186 0 0,2-2-63 0 0,-1 0 1 0 0,0 1 0 0 0,1-1 0 0 0,0 0 0 0 0,-1 1 0 0 0,1-1-1 0 0,0 1 1 0 0,0-1 0 0 0,0 1 0 0 0,0 0 0 0 0,0 0 0 0 0,0 0 0 0 0,0 0-1 0 0,0 0 1 0 0,4 0 0 0 0,4-3-555 0 0,51-8-1883 0 0,-54 11 571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23.4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44 2836 0 0,'0'0'1382'0'0,"0"-5"-253"0"0,-1-13-99 0 0,1 13 2327 0 0,-2 1-2877 0 0,-2-7 595 0 0,0 11-330 0 0,-3 22 28 0 0,1 46-205 0 0,6-20-363 0 0,14 145-31 0 0,27-8-3244 0 0,-40-180 2362 0 0,0-1-174 0 0,6 12-151 0 0,-5-12-51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23.7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1 148 2088 0 0,'1'-8'264'0'0,"0"1"0"0"0,0 0 0 0 0,1 0 0 0 0,0 0 0 0 0,1 0 0 0 0,0 0 0 0 0,0 0 0 0 0,0 1 0 0 0,1-1 0 0 0,0 1 0 0 0,0 0-1 0 0,0 0 1 0 0,1 1 0 0 0,0-1 0 0 0,10-8 0 0 0,-10 10-151 0 0,0 0 1 0 0,0 1-1 0 0,1 0 0 0 0,-1-1 0 0 0,1 2 0 0 0,-1-1 0 0 0,1 1 0 0 0,0-1 0 0 0,0 2 1 0 0,0-1-1 0 0,1 1 0 0 0,-1 0 0 0 0,0 0 0 0 0,0 0 0 0 0,1 1 0 0 0,-1 0 0 0 0,0 1 1 0 0,1-1-1 0 0,-1 1 0 0 0,0 0 0 0 0,0 1 0 0 0,0-1 0 0 0,0 1 0 0 0,7 3 1 0 0,-9-3-82 0 0,0-1 1 0 0,0 1-1 0 0,0 0 1 0 0,0-1-1 0 0,0 2 1 0 0,-1-1 0 0 0,1 0-1 0 0,-1 1 1 0 0,1 0-1 0 0,-1 0 1 0 0,0 0-1 0 0,0 0 1 0 0,-1 0 0 0 0,1 0-1 0 0,0 1 1 0 0,-1 0-1 0 0,0-1 1 0 0,0 1-1 0 0,0 0 1 0 0,0 0 0 0 0,-1 0-1 0 0,1 0 1 0 0,-1 0-1 0 0,0 0 1 0 0,-1 1-1 0 0,1-1 1 0 0,-1 0 0 0 0,1 1-1 0 0,-2 4 1 0 0,1-2-13 0 0,-1 0 1 0 0,0 1 0 0 0,-1-1-1 0 0,0 0 1 0 0,0 0 0 0 0,-1 0-1 0 0,1 0 1 0 0,-2 0 0 0 0,1-1 0 0 0,-1 1-1 0 0,0-1 1 0 0,0 0 0 0 0,0 0-1 0 0,-1 0 1 0 0,0-1 0 0 0,-6 6-1 0 0,8-8-212 0 0,-34 25 460 0 0,34-26-673 0 0,0-1-1 0 0,0 1 1 0 0,0-1-1 0 0,0 1 1 0 0,-1-1-1 0 0,1 0 1 0 0,0 0-1 0 0,0-1 1 0 0,-1 1-1 0 0,1-1 1 0 0,-1 1-1 0 0,-6-1 0 0 0,6-1-570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24.5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0 132 2772 0 0,'0'0'886'0'0,"5"1"-146"0"0,14 3-127 0 0,-15-3 369 0 0,1 1-660 0 0,43 12 232 0 0,-43-13-400 0 0,0 0 84 0 0,17 0-111 0 0,-1-1 0 0 0,24-3 0 0 0,-39 2-88 0 0,1 0 0 0 0,-1-1-1 0 0,0 0 1 0 0,1 0 0 0 0,-1 0 0 0 0,0-1 0 0 0,6-4 0 0 0,-8 5-9 0 0,16-12 166 0 0,-17 11-36 0 0,0 0 37 0 0,21-38 568 0 0,-23 36-603 0 0,-1 1 8 0 0,-9-39 573 0 0,8 40-419 0 0,-19-12 623 0 0,16 15-899 0 0,1 1 0 0 0,-1-1 0 0 0,0 1 0 0 0,0 0 0 0 0,0 0-1 0 0,0 0 1 0 0,1 1 0 0 0,-1-1 0 0 0,1 1 0 0 0,-1 0 0 0 0,1 0 0 0 0,-1 0 0 0 0,1 1 0 0 0,0-1 0 0 0,0 1-1 0 0,0 0 1 0 0,1-1 0 0 0,-1 1 0 0 0,-2 4 0 0 0,-3 4 6 0 0,0 1 0 0 0,1 0 0 0 0,-8 20 0 0 0,12-26-54 0 0,1-2 6 0 0,3 58-355 0 0,0-57 135 0 0,2 0-44 0 0,1-1 98 0 0,0 1 0 0 0,1 0 0 0 0,-1-1 0 0 0,1 0 0 0 0,0 0 0 0 0,0-1 1 0 0,0 1-1 0 0,1-1 0 0 0,-1 0 0 0 0,1 0 0 0 0,0-1 0 0 0,0 0 0 0 0,0 0 0 0 0,7 2 1 0 0,-9-4-107 0 0,3 1 32 0 0,0 0 206 0 0,1-1 0 0 0,0 0-1 0 0,0 0 1 0 0,-1-1 0 0 0,1 0 0 0 0,0 0-1 0 0,-1-1 1 0 0,1 0 0 0 0,-1 0 0 0 0,1 0-1 0 0,-1-1 1 0 0,0-1 0 0 0,0 1 0 0 0,0-1-1 0 0,-1 0 1 0 0,1 0 0 0 0,-1-1 0 0 0,6-6-1 0 0,-4 2 101 0 0,0 0-1 0 0,0-1 0 0 0,-1 0 1 0 0,-1 0-1 0 0,0-1 0 0 0,5-13 1 0 0,-9 20 21 0 0,0-1 28 0 0,2-7-283 0 0,6-21 1628 0 0,-9 29-755 0 0,-4 20-597 0 0,1-12-57 0 0,2 1-33 0 0,-1 14 17 0 0,1-14-1 0 0,-1 9-1 0 0,2 12-2 0 0,9 16-19 0 0,-6-37-17 0 0,-3 0-7 0 0,2-2-27 0 0,6 9-47 0 0,-7-9-26 0 0,2-1-6 0 0,0-1 49 0 0,1 0 1 0 0,0 0-1 0 0,-1 0 1 0 0,1 0 0 0 0,0-1-1 0 0,0 1 1 0 0,7-2-1 0 0,-7 1 11 0 0,0-2-1 0 0,5-3 53 0 0,-1 1 0 0 0,0-2 0 0 0,0 1 0 0 0,0-1 0 0 0,-1 0 0 0 0,1-1 1 0 0,10-11-1 0 0,-17 14 78 0 0,-1 4-73 0 0,-1 0 0 0 0,1 0 0 0 0,-1 0 0 0 0,1 0 0 0 0,-1-1 0 0 0,1 1 0 0 0,-1 0 0 0 0,1 0 0 0 0,-1-1 0 0 0,1 1 0 0 0,-1 0 0 0 0,0-1 0 0 0,1 1 0 0 0,-1 0 0 0 0,0-1 0 0 0,1 1 0 0 0,-1-1 0 0 0,0 1 0 0 0,1 0 0 0 0,-1-1 0 0 0,0 1 0 0 0,0-1 0 0 0,0 1 0 0 0,1-1 0 0 0,-1 1 0 0 0,0-1 0 0 0,0 0 6 0 0,0 1-1 0 0,0-1 0 0 0,0 1 0 0 0,1-1 0 0 0,-1 1 1 0 0,0-1-1 0 0,0 1 0 0 0,1-1 0 0 0,-1 1 1 0 0,0-1-1 0 0,0 1 0 0 0,1 0 0 0 0,-1-1 1 0 0,0 1-1 0 0,1 0 0 0 0,-1-1 0 0 0,1 1 1 0 0,-1 0-1 0 0,0-1 0 0 0,1 1 0 0 0,-1 0 1 0 0,1 0-1 0 0,-1-1 0 0 0,1 1 0 0 0,-1 0 0 0 0,2 0 1 0 0,-2 0-8 0 0,0 0 0 0 0,1-1 0 0 0,-1 1 0 0 0,1 0 0 0 0,-1 0 0 0 0,1 0 0 0 0,-1-1 1 0 0,0 1-1 0 0,1 0 0 0 0,-1 0 0 0 0,0-1 0 0 0,1 1 0 0 0,-1 0 0 0 0,0-1 0 0 0,0 1 0 0 0,1 0 1 0 0,-1-1-1 0 0,0 1 0 0 0,0-1 0 0 0,1 1 0 0 0,-1 0 0 0 0,0-1 0 0 0,0 1 0 0 0,0-1 0 0 0,0 1 0 0 0,0-1 1 0 0,1 0 1 0 0,-1 1 0 0 0,0-1 0 0 0,0 1 0 0 0,0 0 0 0 0,0-1 0 0 0,0 1 0 0 0,0-1 0 0 0,1 1 0 0 0,-1 0 0 0 0,0-1 0 0 0,0 1-1 0 0,1-1 1 0 0,-1 1 0 0 0,0 0 0 0 0,0-1 0 0 0,1 1 0 0 0,-1 0 0 0 0,0 0 0 0 0,1-1 0 0 0,-1 1 0 0 0,1 0 0 0 0,-1 0 0 0 0,0-1 0 0 0,1 1 0 0 0,-1 0 0 0 0,1 0 0 0 0,1 0-3 0 0,0 1 0 0 0,0 0 0 0 0,0 0 0 0 0,-1-1 0 0 0,1 1 0 0 0,0 0 0 0 0,-1 1 0 0 0,1-1 1 0 0,-1 0-1 0 0,1 0 0 0 0,-1 1 0 0 0,0-1 0 0 0,0 0 0 0 0,1 1 0 0 0,-1 0 0 0 0,0-1 0 0 0,0 1 0 0 0,0 0 0 0 0,-1-1 0 0 0,1 1 0 0 0,1 4 0 0 0,-2-5-3 0 0,2 3-16 0 0,1 1-25 0 0,-1-1-58 0 0,0 0-1 0 0,1 0 1 0 0,0 0-1 0 0,0 0 1 0 0,0 0-1 0 0,0 0 1 0 0,1-1 0 0 0,-1 0-1 0 0,1 1 1 0 0,0-1-1 0 0,0-1 1 0 0,0 1-1 0 0,9 4 1 0 0,-4-3-382 0 0,1-1-1 0 0,0 0 1 0 0,0 0-1 0 0,0-1 1 0 0,0 0 0 0 0,1-1-1 0 0,-1 0 1 0 0,1 0 0 0 0,-1-1-1 0 0,0-1 1 0 0,1 0 0 0 0,-1 0-1 0 0,0-1 1 0 0,19-6 0 0 0,3-3-2260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25.3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264 275 2828 0 0,'0'0'2357'0'0,"-3"-4"-1465"0"0,-7-11-166 0 0,7 11-109 0 0,2 4-543 0 0,-1-1 0 0 0,1 1 0 0 0,-1-1 1 0 0,1 1-1 0 0,-1-1 0 0 0,0 1 0 0 0,1 0 0 0 0,-1 0 0 0 0,0-1 1 0 0,1 1-1 0 0,-1 1 0 0 0,-2-1 0 0 0,-1 0 367 0 0,-4 1-267 0 0,0 0-1 0 0,0 0 0 0 0,0 1 1 0 0,0 0-1 0 0,0 1 0 0 0,0-1 1 0 0,1 2-1 0 0,-1-1 0 0 0,1 2 1 0 0,0-1-1 0 0,0 1 0 0 0,-14 11 1 0 0,12-7-65 0 0,-1 0 1 0 0,1 0-1 0 0,1 1 1 0 0,0 0-1 0 0,1 1 1 0 0,-1 0 0 0 0,-11 24-1 0 0,18-31-54 0 0,1 1-15 0 0,-3 13-16 0 0,3-13-6 0 0,3 0-40 0 0,4 13-92 0 0,-5-13-83 0 0,3-3-57 0 0,1 0 102 0 0,0 0 1 0 0,0-1-1 0 0,1 0 0 0 0,-1 1 1 0 0,0-2-1 0 0,1 1 0 0 0,-1-1 1 0 0,1 1-1 0 0,-1-1 1 0 0,1-1-1 0 0,-1 1 0 0 0,0-1 1 0 0,1 0-1 0 0,-1 0 0 0 0,6-3 1 0 0,2 0-137 0 0,-1-1 1 0 0,1 0-1 0 0,-1-1 1 0 0,21-14-1 0 0,-24 13 214 0 0,-1 0 0 0 0,1 0 0 0 0,-2-1 0 0 0,1 0 0 0 0,-1-1 0 0 0,0 0 0 0 0,-1 0 0 0 0,0 0 0 0 0,0-1 0 0 0,-1 0 0 0 0,5-13 0 0 0,0-5 233 0 0,-1 0-1 0 0,9-46 0 0 0,-9 17 638 0 0,-5 0 3 0 0,-4 52-529 0 0,-1-1-13 0 0,-17-43 755 0 0,16 45-498 0 0,-3 4-270 0 0,3-1-202 0 0,0 1 1 0 0,0 0-1 0 0,0 0 1 0 0,0 0-1 0 0,0 0 1 0 0,0 1-1 0 0,0-1 1 0 0,0 0-1 0 0,0 1 1 0 0,0 0-1 0 0,0-1 1 0 0,0 1-1 0 0,-3 2 1 0 0,2-1 25 0 0,0 0 0 0 0,0 1 0 0 0,0-1 1 0 0,1 1-1 0 0,-1 0 0 0 0,1 0 0 0 0,0 0 0 0 0,0 0 0 0 0,0 0 0 0 0,-3 6 0 0 0,-21 56 446 0 0,20-46-371 0 0,2 2-82 0 0,2 0 54 0 0,1-12-85 0 0,0 28 103 0 0,2-25-140 0 0,-1 1 1 0 0,2-1-1 0 0,0 0 1 0 0,0 1-1 0 0,1-1 1 0 0,1 0-1 0 0,0-1 1 0 0,1 1-1 0 0,0-1 1 0 0,0 1-1 0 0,1-2 1 0 0,1 1-1 0 0,11 13 1 0 0,-15-20-82 0 0,2 0 1 0 0,-1-1-1 0 0,0 0 1 0 0,1 0-1 0 0,-1 0 1 0 0,1 0 0 0 0,0-1-1 0 0,0 0 1 0 0,0 0-1 0 0,0 0 1 0 0,8 1-1 0 0,-9-1 64 0 0,7 1-188 0 0,11 2-7 0 0,-4-4-41 0 0,46-4-180 0 0,-50 1 329 0 0,8-4 6 0 0,-7-1-97 0 0,-2 0 273 0 0,0-1 1 0 0,-1 0 0 0 0,1-1-1 0 0,-2 0 1 0 0,18-18 0 0 0,-26 24 88 0 0,-1 0 9 0 0,-2 2-107 0 0,1-1 0 0 0,0 1 0 0 0,-1 0 0 0 0,1 0 0 0 0,-1-1 0 0 0,1 1 0 0 0,-1 0 0 0 0,1 0 0 0 0,-1-1 0 0 0,0 1 0 0 0,0-1 0 0 0,0 1 0 0 0,0 0 1 0 0,0-1-1 0 0,0 1 0 0 0,0 0 0 0 0,0-1 0 0 0,0 1 0 0 0,-1 0 0 0 0,1-1 0 0 0,0 1 0 0 0,-1 0 0 0 0,1-1 0 0 0,-2 0 0 0 0,0-2 296 0 0,1 4-334 0 0,0 1-1 0 0,0-1 1 0 0,0 0 0 0 0,-1 1-1 0 0,1-1 1 0 0,0 1 0 0 0,0 0-1 0 0,0-1 1 0 0,0 1 0 0 0,0 0-1 0 0,0 0 1 0 0,0-1-1 0 0,0 1 1 0 0,0 0 0 0 0,1 0-1 0 0,-1 0 1 0 0,0 0 0 0 0,-1 2-1 0 0,-7 13 91 0 0,7-13-58 0 0,1 2-3 0 0,-4 14-18 0 0,4-15 87 0 0,1 2-165 0 0,0 15-85 0 0,0-15-79 0 0,2-2-421 0 0,1-1 469 0 0,-1-1 0 0 0,0 1 0 0 0,0 0 0 0 0,1-1 0 0 0,-1 0-1 0 0,1 0 1 0 0,0 0 0 0 0,0 0 0 0 0,-1 0 0 0 0,1 0 0 0 0,6 2 0 0 0,-4-3-443 0 0,1-1-65 0 0,5 0 131 0 0,-1-1-1 0 0,1 0 1 0 0,0-1-1 0 0,0 0 1 0 0,-1-1 0 0 0,1 0-1 0 0,18-9 1 0 0,-17 5-266 0 0,-1 0 1 0 0,1-1-1 0 0,17-15 1 0 0,-13 6-1721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25.7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328 37 2476 0 0,'-29'-4'1081'0'0,"-1"2"0"0"0,0 1 0 0 0,0 1 0 0 0,0 1 0 0 0,-52 9 0 0 0,73-8-891 0 0,0 0-1 0 0,0 0 1 0 0,1 1 0 0 0,-12 4-1 0 0,9-2-26 0 0,6-3-4 0 0,5-2-151 0 0,-1 0 0 0 0,1 0 0 0 0,-1 0-1 0 0,0 0 1 0 0,1 0 0 0 0,-1 0 0 0 0,1 0-1 0 0,-1 0 1 0 0,1 0 0 0 0,-1 0 0 0 0,1 1-1 0 0,-1-1 1 0 0,1 0 0 0 0,-1 0 0 0 0,1 1-1 0 0,-1-1 1 0 0,1 0 0 0 0,-1 1 0 0 0,1-1-1 0 0,-1 0 1 0 0,1 1 0 0 0,0-1 0 0 0,-1 1-1 0 0,1-1 1 0 0,-1 2 0 0 0,1-2 12 0 0,-1 1-1 0 0,1-1 1 0 0,0 1 0 0 0,-1-1 0 0 0,1 1-1 0 0,-1-1 1 0 0,1 1 0 0 0,-1-1 0 0 0,1 0-1 0 0,-1 1 1 0 0,1-1 0 0 0,-1 1 0 0 0,0-1-1 0 0,1 0 1 0 0,-1 0 0 0 0,0 1 0 0 0,1-1-1 0 0,-1 0 1 0 0,1 0 0 0 0,-1 0 0 0 0,-1 0-1 0 0,3 5 10 0 0,2 17 4 0 0,2-22-13 0 0,6 1-20 0 0,0-1 0 0 0,0 0 0 0 0,1-1 0 0 0,-1 0 0 0 0,0-1 0 0 0,0 0 0 0 0,0 0 0 0 0,0-1 0 0 0,0-1 0 0 0,-1 0 0 0 0,0 0 0 0 0,1-1 0 0 0,-1-1 0 0 0,18-12 0 0 0,-25 15 10 0 0,-1-1 12 0 0,-1 1-20 0 0,0 0-1 0 0,0 0 0 0 0,0 0 0 0 0,0 0 1 0 0,-1 0-1 0 0,1 0 0 0 0,-1-1 1 0 0,0 1-1 0 0,0 0 0 0 0,0-4 0 0 0,-1 3-30 0 0,-4 3 18 0 0,-1 0-137 0 0,0 0 0 0 0,0 0 0 0 0,-1 1-1 0 0,1 0 1 0 0,0 0 0 0 0,0 1 0 0 0,0 0 0 0 0,0 0-1 0 0,-1 0 1 0 0,1 1 0 0 0,1 0 0 0 0,-12 5-1 0 0,8-2-601 0 0,1 0-1 0 0,1 1 0 0 0,-1 0 0 0 0,1 0 0 0 0,0 1 1 0 0,0 0-1 0 0,-6 8 0 0 0,3 2-2232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26.1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0 2948 0 0,'0'0'7495'0'0,"-1"6"-7292"0"0,-23 95 883 0 0,23-96-1005 0 0,1 1-14 0 0,-2 48 74 0 0,2-49-102 0 0,2 0-25 0 0,-1-2-9 0 0,0-2-2 0 0,0 0 0 0 0,-1 0 0 0 0,1 0 0 0 0,0 1 0 0 0,-1-1 0 0 0,1 0 0 0 0,-1 0 0 0 0,0 1-1 0 0,1-1 1 0 0,-1 1 0 0 0,0-1 0 0 0,0 2 0 0 0,4-1-26 0 0,18 3-30 0 0,-20-5 43 0 0,0 0 0 0 0,0 0 0 0 0,0 0 0 0 0,1-1 0 0 0,-1 1 0 0 0,0-1-1 0 0,0 1 1 0 0,0-1 0 0 0,0 0 0 0 0,0 1 0 0 0,0-1 0 0 0,0 0 0 0 0,0 0 0 0 0,2-2 0 0 0,47-46-122 0 0,5-4 310 0 0,-53 50 531 0 0,1 5-640 0 0,-2 0-48 0 0,13 6 103 0 0,-15-2-131 0 0,0 18-24 0 0,0-18-56 0 0,1-1-55 0 0,0 17-62 0 0,-1-16-52 0 0,3-1-70 0 0,-1 1 91 0 0,1-1-1 0 0,0 1 0 0 0,1-1 0 0 0,-1 1 0 0 0,1-1 0 0 0,0 0 1 0 0,1-1-1 0 0,-1 1 0 0 0,1-1 0 0 0,0 0 0 0 0,0 0 0 0 0,0 0 1 0 0,11 5-1 0 0,52 13-2258 0 0,-65-21 2278 0 0,1 0-1 0 0,-1 0 1 0 0,1 0 0 0 0,-1-1-1 0 0,0 1 1 0 0,1-1-1 0 0,-1 0 1 0 0,1 0 0 0 0,4-1-1 0 0,1 0-486 0 0,0 2-2401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26.7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639 31 2828 0 0,'0'0'2222'0'0,"-1"-5"-1329"0"0,0-20 864 0 0,-5 25-1424 0 0,-3 0-149 0 0,0 1 0 0 0,-1-1 0 0 0,1 2 0 0 0,0 0 0 0 0,0 0 0 0 0,0 0 0 0 0,-15 7 1 0 0,10 0-95 0 0,0 0 0 0 0,0 1 1 0 0,1 1-1 0 0,1 0 1 0 0,-1 1-1 0 0,2 0 1 0 0,0 0-1 0 0,0 2 1 0 0,1-1-1 0 0,1 1 1 0 0,0 1-1 0 0,-8 19 1 0 0,14-27-116 0 0,0 0 1 0 0,1 0 0 0 0,0 0-1 0 0,0 0 1 0 0,0 0 0 0 0,0 13 0 0 0,2-16 6 0 0,-1 1-115 0 0,3 0-205 0 0,0-2 260 0 0,-1-2 36 0 0,0 0-1 0 0,0 0 0 0 0,-1 0 0 0 0,1 1 1 0 0,0-1-1 0 0,-1 0 0 0 0,1 1 1 0 0,0-1-1 0 0,-1 0 0 0 0,0 1 1 0 0,1-1-1 0 0,-1 3 0 0 0,5-4-153 0 0,2 0 185 0 0,-1-1 1 0 0,1 1 0 0 0,0-1-1 0 0,-1-1 1 0 0,0 1 0 0 0,1-1-1 0 0,-1 0 1 0 0,0-1 0 0 0,0 1-1 0 0,0-1 1 0 0,0 0 0 0 0,0-1-1 0 0,-1 1 1 0 0,9-8 0 0 0,-2 1 299 0 0,-1-1-1 0 0,0 0 1 0 0,-1 0 0 0 0,0-1 0 0 0,-1-1 0 0 0,8-13-1 0 0,8-17 1300 0 0,-23 39 526 0 0,-6 6-2028 0 0,2-2-75 0 0,1 1 0 0 0,-1-1-1 0 0,0 1 1 0 0,0 0 0 0 0,1 0 0 0 0,-1 0-1 0 0,1 0 1 0 0,-1 0 0 0 0,1 0 0 0 0,-1 0 0 0 0,0 2-1 0 0,-15 28 130 0 0,9-9-62 0 0,0 1 0 0 0,2 1 0 0 0,1-1 0 0 0,-3 26 0 0 0,-5 109 256 0 0,8-88-263 0 0,1-16 8 0 0,-16 128-15 0 0,17-164-186 0 0,-1 0 0 0 0,-1-1 0 0 0,-1 0-1 0 0,0 0 1 0 0,-1 0 0 0 0,-1-1 0 0 0,-18 28 0 0 0,22-39 57 0 0,0 0 1 0 0,-1 0-1 0 0,0-1 1 0 0,0 1-1 0 0,0-1 0 0 0,-1 0 1 0 0,0-1-1 0 0,-7 5 1 0 0,12-8 55 0 0,0 1 0 0 0,-1 0 0 0 0,1 0 0 0 0,0-1 0 0 0,-1 1 0 0 0,1-1 0 0 0,0 1 0 0 0,-1-1 0 0 0,1 1 0 0 0,-1-1 0 0 0,1 0 0 0 0,-1 0 0 0 0,1 0 0 0 0,-1 0 0 0 0,1 0 0 0 0,-3 0 0 0 0,-1-1-14 0 0,3 1 19 0 0,-1 1 1 0 0,1-1 0 0 0,-1 0 0 0 0,0 0-1 0 0,1 0 1 0 0,-1-1 0 0 0,1 1-1 0 0,-1 0 1 0 0,1-1 0 0 0,-1 0 0 0 0,1 0-1 0 0,-5-1 1 0 0,-2-2 3 0 0,-6-1 21 0 0,-1-1-1 0 0,1-1 1 0 0,1 0 0 0 0,-1-1-1 0 0,1 0 1 0 0,1-1 0 0 0,-1-1-1 0 0,2 0 1 0 0,-13-12 0 0 0,11 7-1 0 0,0 1 1 0 0,1-2 0 0 0,1 0-1 0 0,0 0 1 0 0,1-1-1 0 0,-15-33 1 0 0,21 40-154 0 0,1 1-1 0 0,1-1 1 0 0,0-1 0 0 0,0 1 0 0 0,1 0 0 0 0,0-1 0 0 0,1 0 0 0 0,0 1 0 0 0,1-1-1 0 0,0 1 1 0 0,0-1 0 0 0,1 0 0 0 0,1 1 0 0 0,0-1 0 0 0,0 1 0 0 0,1 0 0 0 0,0-1-1 0 0,1 1 1 0 0,0 1 0 0 0,1-1 0 0 0,0 1 0 0 0,0-1 0 0 0,1 1 0 0 0,0 1 0 0 0,1-1-1 0 0,0 1 1 0 0,0 1 0 0 0,1-1 0 0 0,16-12 0 0 0,4 0-1948 0 0,2 0 1 0 0,41-20-1 0 0,-40 27-2272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32.4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227 0 3776 0 0,'0'0'5471'0'0,"-2"5"-5101"0"0,-73 155 1684 0 0,23-52-1285 0 0,-44 98-42 0 0,94-202-753 0 0,3-10-385 0 0,13-67 374 0 0,29-86-1 0 0,-25 98 203 0 0,-15 50-11 0 0,0 0 0 0 0,2 0 0 0 0,-1 0 0 0 0,1 0 0 0 0,1 0-1 0 0,0 1 1 0 0,0 0 0 0 0,12-13 0 0 0,-16 20 8 0 0,3 2 18 0 0,-3 1-147 0 0,-1-1-10 0 0,1 0 0 0 0,0 1 0 0 0,-1 0 0 0 0,1-1 0 0 0,-1 1 0 0 0,1 0 0 0 0,0 0 0 0 0,-1-1 0 0 0,1 1 1 0 0,0 1-1 0 0,-1-1 0 0 0,1 0 0 0 0,-1 0 0 0 0,1 1 0 0 0,0-1 0 0 0,-1 1 0 0 0,1-1 0 0 0,-1 1 0 0 0,1-1 1 0 0,-1 1-1 0 0,1 0 0 0 0,-1 0 0 0 0,0 0 0 0 0,1 0 0 0 0,-1 0 0 0 0,0 0 0 0 0,0 0 0 0 0,2 2 0 0 0,12 17 50 0 0,-2 0 0 0 0,0 1 0 0 0,-1 0 0 0 0,-1 1 0 0 0,-1 0 0 0 0,-1 1 0 0 0,-1 0 0 0 0,-1 1 0 0 0,-1-1 0 0 0,3 30-1 0 0,-1 6-828 0 0,-3 1-1 0 0,-3 0 0 0 0,-5 60 1 0 0,0-88-194 0 0,-2-7 81 0 0,3-16 538 0 0,1 1-473 0 0,-1 0 0 0 0,-1-1 0 0 0,0 1 1 0 0,0 0-1 0 0,-5 9 0 0 0,4-13-1424 0 0,-9 6-1556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33.2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0 254 3392 0 0,'0'0'998'0'0,"3"-4"-148"0"0,1-1-661 0 0,1 1-1 0 0,-1 0 1 0 0,1 0 0 0 0,0 1-1 0 0,0-1 1 0 0,1 1-1 0 0,-1 0 1 0 0,1 1-1 0 0,-1-1 1 0 0,1 1-1 0 0,11-3 1 0 0,79-14 776 0 0,-63 13-610 0 0,141-22 497 0 0,160-35-4148 0 0,-253 29 1460 0 0,-77 32 1790 0 0,0-1 167 0 0,25-27 730 0 0,-27 27 383 0 0,-1-2-960 0 0,3-9 564 0 0,5 27 947 0 0,-8-9-1557 0 0,0 3-15 0 0,21 150 1020 0 0,-22-153-1202 0 0,1 2 39 0 0,2 14 15 0 0,-2-14-45 0 0,1-2-40 0 0,2 13 86 0 0,-3-12 18 0 0,5-6-164 0 0,16 0-37 0 0,-17 1 59 0 0,-1-4 10 0 0,9-11-31 0 0,-1 0 1 0 0,14-26-1 0 0,-6 9 186 0 0,-18 29-57 0 0,0 0-24 0 0,6-9-72 0 0,-6 9 569 0 0,3 4-444 0 0,18 3 64 0 0,-14 19 33 0 0,-7-18-163 0 0,6 13 1 0 0,-6-13-10 0 0,0-1-20 0 0,5 14 8 0 0,-5-14 0 0 0,10 18 32 0 0,-9-20-90 0 0,0 0-14 0 0,0 0 1 0 0,-1-1-1 0 0,1 1 1 0 0,0-1-1 0 0,0 0 1 0 0,0 0-1 0 0,0 0 0 0 0,0 0 1 0 0,0 0-1 0 0,1-1 1 0 0,-1 1-1 0 0,5-1 1 0 0,-3 0-46 0 0,18-10-253 0 0,-19 7 379 0 0,47-50 23 0 0,-48 50-1 0 0,0 0 32 0 0,0-2 53 0 0,0 0 0 0 0,1 1 0 0 0,0-1 0 0 0,0 1 0 0 0,0 0 0 0 0,7-5 0 0 0,-10 9-121 0 0,-1 0-1 0 0,1 0 0 0 0,-1 0 0 0 0,1 0 0 0 0,0 0 0 0 0,-1 0 0 0 0,1 0 0 0 0,-1 0 0 0 0,1 0 0 0 0,-1 1 0 0 0,1-1 1 0 0,-1 0-1 0 0,1 0 0 0 0,-1 1 0 0 0,0-1 0 0 0,1 0 0 0 0,-1 1 0 0 0,1-1 0 0 0,-1 0 0 0 0,0 1 0 0 0,1-1 0 0 0,-1 0 0 0 0,0 1 1 0 0,1-1-1 0 0,-1 1 0 0 0,1 0 0 0 0,-1-1 0 0 0,0 1-1 0 0,1-1 1 0 0,-1 1 0 0 0,0-1 0 0 0,1 1 0 0 0,-1-1-1 0 0,1 1 1 0 0,-1-1 0 0 0,1 1 0 0 0,-1-1-1 0 0,1 0 1 0 0,-1 1 0 0 0,1-1 0 0 0,-1 0 0 0 0,1 0-1 0 0,-1 1 1 0 0,1-1 0 0 0,0 0 0 0 0,-1 0-1 0 0,1 0 1 0 0,-1 0 0 0 0,2 1 0 0 0,-1 4 75 0 0,21 94-193 0 0,-21-95-138 0 0,1 0-55 0 0,21 38-1840 0 0,-20-38 1265 0 0,-2-4 810 0 0,-1 0 0 0 0,1 0 1 0 0,0 0-1 0 0,-1 0 0 0 0,1 0 0 0 0,-1 1 0 0 0,1-1 1 0 0,-1 0-1 0 0,1 0 0 0 0,0 0 0 0 0,-1 1 1 0 0,1-1-1 0 0,-1 0 0 0 0,1 0 0 0 0,-1 1 0 0 0,1-1 1 0 0,-1 0-1 0 0,1 1 0 0 0,-1-1 0 0 0,0 1 1 0 0,1 0-1 0 0,0-1-125 0 0,-1 1 1 0 0,1-1 0 0 0,-1 1-1 0 0,0-1 1 0 0,1 1-1 0 0,-1-1 1 0 0,1 0-1 0 0,-1 1 1 0 0,1-1 0 0 0,0 0-1 0 0,-1 1 1 0 0,1-1-1 0 0,-1 0 1 0 0,1 0 0 0 0,-1 0-1 0 0,1 1 1 0 0,0-1-1 0 0,-1 0 1 0 0,1 0-1 0 0,1 0 1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33.7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163 25 3440 0 0,'0'0'3325'0'0,"-1"-4"-2460"0"0,0 2-622 0 0,0 0 0 0 0,0 1 0 0 0,0-1 0 0 0,0 1 0 0 0,1-1 0 0 0,-1 0 0 0 0,1 0 0 0 0,-1 1 1 0 0,1-1-1 0 0,-1-2 0 0 0,-4 5 111 0 0,-16 4-44 0 0,16-4-30 0 0,-3 5-53 0 0,1 0 0 0 0,-1 0 0 0 0,1 1 0 0 0,1 0 0 0 0,-1 1 0 0 0,1 0 1 0 0,1 0-1 0 0,-1 0 0 0 0,-7 17 0 0 0,0 16 176 0 0,12-37-305 0 0,0 1-26 0 0,4 47 16 0 0,-2-47-132 0 0,1-1-35 0 0,8 11-42 0 0,-8-11-33 0 0,1-2-27 0 0,1 1 114 0 0,-1-1-1 0 0,1-1 1 0 0,0 1 0 0 0,0 0 0 0 0,0-1 0 0 0,-1 0 0 0 0,1 0 0 0 0,1 0 0 0 0,-1 0 0 0 0,0 0 0 0 0,0-1 0 0 0,0 0 0 0 0,0 0 0 0 0,0 0 0 0 0,0 0 0 0 0,0-1 0 0 0,1 0 0 0 0,-1 0 0 0 0,0 0 0 0 0,-1 0 0 0 0,1 0-1 0 0,6-4 1 0 0,-5 3-33 0 0,-3 1 110 0 0,-1 0 0 0 0,1 0 0 0 0,0 0 1 0 0,-1 0-1 0 0,1 0 0 0 0,-1-1 0 0 0,1 1 1 0 0,-1 0-1 0 0,0-1 0 0 0,3-3 0 0 0,0 1 64 0 0,0-1 0 0 0,0 0 0 0 0,0-1 0 0 0,-1 1 0 0 0,0-1 0 0 0,0 1 0 0 0,0-1 0 0 0,-1 0 0 0 0,3-8 0 0 0,-5 12-65 0 0,2-2 167 0 0,-1-3-13 0 0,-1-8 4 0 0,0-1-1 0 0,-1 1 1 0 0,-5-27 0 0 0,5 37-159 0 0,-3 1-51 0 0,1 1-23 0 0,0 0-1 0 0,-1 1 1 0 0,1-1 0 0 0,-1 1 0 0 0,0 0-1 0 0,0 0 1 0 0,0 0 0 0 0,0 0-1 0 0,-6-1 1 0 0,4 1-268 0 0,0 2 146 0 0,-1 0-1 0 0,0 1 1 0 0,1 0-1 0 0,-1 0 0 0 0,1 0 1 0 0,-1 0-1 0 0,1 1 1 0 0,-1 0-1 0 0,1 1 1 0 0,0 0-1 0 0,0 0 1 0 0,0 0-1 0 0,0 0 0 0 0,1 1 1 0 0,-1 0-1 0 0,1 0 1 0 0,0 0-1 0 0,0 1 1 0 0,-6 8-1 0 0,-14 28-2464 0 0,23-36 1566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34.3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26 3252 0 0,'0'0'5865'0'0,"2"-4"-5258"0"0,2-13-92 0 0,-3 12 2292 0 0,-3 8-2590 0 0,-3 13 159 0 0,0-1 1 0 0,-4 32-1 0 0,8-41-287 0 0,1 0-21 0 0,0 21-22 0 0,0-21-14 0 0,0 0-4 0 0,1 50-187 0 0,0-51 30 0 0,0 0-275 0 0,5 13 119 0 0,-5-13-43 0 0,8 0-516 0 0,-8-4 805 0 0,-1-1-1 0 0,0 1 0 0 0,1-1 0 0 0,-1 1 0 0 0,1-1 1 0 0,-1 0-1 0 0,0 1 0 0 0,1-1 0 0 0,-1 0 1 0 0,1 1-1 0 0,-1-1 0 0 0,1 0 0 0 0,-1 1 0 0 0,1-1 1 0 0,-1 0-1 0 0,1 0 0 0 0,-1 0 0 0 0,1 0 1 0 0,-1 1-1 0 0,1-1 0 0 0,0 0 0 0 0,-1 0 0 0 0,1 0 1 0 0,-1 0-1 0 0,1 0 0 0 0,-1 0 0 0 0,1-1 1 0 0,-1 1-1 0 0,1 0 0 0 0,0 0 0 0 0,-1 0 0 0 0,1-1 1 0 0,19-3-218 0 0,-15 3 7 0 0,0-2 28 0 0,2 0 165 0 0,10-6-142 0 0,-10 1 118 0 0,0 1 0 0 0,0-1 1 0 0,7-14-1 0 0,-2-1 381 0 0,11-33-1 0 0,-21 51-60 0 0,-1 0 38 0 0,4-17 13 0 0,-4 16 322 0 0,3-16-93 0 0,-3 18 1339 0 0,-13 25-1395 0 0,12-15-364 0 0,3 50-42 0 0,-2-51-147 0 0,0 1-68 0 0,3 14-92 0 0,-2-14-80 0 0,6 15-1493 0 0,-7-20 1677 0 0,-1 0-1 0 0,0 0 1 0 0,1 0-1 0 0,-1 0 1 0 0,1 0-1 0 0,0 0 1 0 0,-1 0-1 0 0,1 0 1 0 0,0 0-1 0 0,-1 0 1 0 0,1 0-1 0 0,0 0 1 0 0,0 0-1 0 0,0 0 0 0 0,0-1 1 0 0,0 1-1 0 0,0 0 1 0 0,0-1-1 0 0,0 1 1 0 0,0-1-1 0 0,1 1 1 0 0,16 6-1310 0 0,-14-5 570 0 0,1-4-1414 0 0,-4 1 2090 0 0,1 0 0 0 0,-1 0 0 0 0,1 0-1 0 0,0 0 1 0 0,0 0 0 0 0,-1 1 0 0 0,1-1 0 0 0,0 1 0 0 0,3-1 0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34.8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84 2336 0 0,'8'-20'1067'0'0,"-6"16"1519"0"0,-1 4-2555 0 0,-1-1 0 0 0,0 1 1 0 0,1 0-1 0 0,-1-1 0 0 0,1 1 1 0 0,-1 0-1 0 0,0-1 0 0 0,1 1 1 0 0,-1 0-1 0 0,0-1 0 0 0,1 1 1 0 0,-1-1-1 0 0,0 1 0 0 0,0 0 1 0 0,0-1-1 0 0,1 1 0 0 0,-1-1 1 0 0,0 1-1 0 0,0-1 0 0 0,0 1 1 0 0,0-1-1 0 0,0 1 0 0 0,0-2 1 0 0,0 2 95 0 0,0-1 0 0 0,0 1 1 0 0,0-1-1 0 0,0 1 0 0 0,1-1 1 0 0,-1 1-1 0 0,0-1 0 0 0,0 1 0 0 0,0-1 1 0 0,0 1-1 0 0,1-1 0 0 0,-1 1 1 0 0,0 0-1 0 0,0-1 0 0 0,1 1 1 0 0,-1-1-1 0 0,0 1 0 0 0,1 0 1 0 0,-1-1-1 0 0,0 1 0 0 0,1 0 1 0 0,-1-1-1 0 0,1 1 0 0 0,1 0-87 0 0,-1 0 0 0 0,0 0-1 0 0,0 1 1 0 0,1-1-1 0 0,-1 1 1 0 0,0-1 0 0 0,0 1-1 0 0,0-1 1 0 0,0 1 0 0 0,0 0-1 0 0,0 0 1 0 0,0-1 0 0 0,0 1-1 0 0,0 0 1 0 0,0 0 0 0 0,0 0-1 0 0,0 0 1 0 0,-1 0-1 0 0,1 0 1 0 0,0 0 0 0 0,-1 0-1 0 0,1 1 1 0 0,0 0 0 0 0,10 29 658 0 0,-10-26-668 0 0,0-1 192 0 0,1 1 1 0 0,3 17-56 0 0,-3-17-131 0 0,-1 0 112 0 0,5 16 16 0 0,-4-16-65 0 0,3 17 180 0 0,-3-17-64 0 0,-2-1-131 0 0,0-1-52 0 0,1-1-1 0 0,-1 1 1 0 0,-1 0 0 0 0,1 0-1 0 0,0-1 1 0 0,0 1-1 0 0,-1 0 1 0 0,0-1 0 0 0,1 1-1 0 0,-1 0 1 0 0,0-1-1 0 0,-2 4 1 0 0,1-3-7 0 0,-3-5-13 0 0,-12-5-3 0 0,13 5-30 0 0,-1-7-63 0 0,1 4 91 0 0,-7-30-14 0 0,10 30-5 0 0,1 1 1 0 0,-1-1-1 0 0,1 1 1 0 0,0-1-1 0 0,0 0 1 0 0,1 1 0 0 0,-1-1-1 0 0,1 1 1 0 0,0-1-1 0 0,2-5 1 0 0,-1 3 25 0 0,0 3-4 0 0,0-1 1 0 0,0 0 0 0 0,0 1 0 0 0,0-1 0 0 0,1 1 0 0 0,0 0 0 0 0,0 0 0 0 0,0 0 0 0 0,0 0 0 0 0,5-4 0 0 0,-5 5 1 0 0,4-5 62 0 0,-6 6-64 0 0,0 1-1 0 0,1-1 0 0 0,-1 1 1 0 0,0-1-1 0 0,1 1 1 0 0,-1 0-1 0 0,1 0 1 0 0,-1 0-1 0 0,1 0 1 0 0,0 0-1 0 0,-1 0 0 0 0,4-1 1 0 0,5-3 113 0 0,-1 1-21 0 0,0 0-1 0 0,0 0 1 0 0,0 1-1 0 0,0 0 1 0 0,1 0 0 0 0,10 0-1 0 0,-15 2-70 0 0,1 1 0 0 0,-1 0 0 0 0,1 0-1 0 0,-1 1 1 0 0,1-1 0 0 0,-1 1 0 0 0,0 0 0 0 0,0 1 0 0 0,1-1-1 0 0,-1 1 1 0 0,0 0 0 0 0,0 1 0 0 0,0-1 0 0 0,-1 1 0 0 0,6 4-1 0 0,38 34 216 0 0,-41-34-129 0 0,-5-6-111 0 0,-1 0 0 0 0,1 0-1 0 0,-1 1 1 0 0,1-1 0 0 0,-1 1 0 0 0,0 0 0 0 0,0-1-1 0 0,0 1 1 0 0,0 0 0 0 0,0-1 0 0 0,0 1 0 0 0,0 0-1 0 0,0 2 1 0 0,3 8 4 0 0,0-4-98 0 0,-1-1 0 0 0,-1 1 0 0 0,0 0 0 0 0,0 0 0 0 0,0 0 0 0 0,-1 0 0 0 0,0 0 0 0 0,0 0 0 0 0,-1 0 0 0 0,-1 0 0 0 0,-1 14 0 0 0,-23 42-1472 0 0,19-53 440 0 0,-1 1 0 0 0,0-1 0 0 0,-1 0 1 0 0,-12 12-1 0 0,13-15 163 0 0,4-4-1355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35.1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26 4388 0 0,'10'-26'7388'0'0,"-6"30"-6677"0"0,11 10-39 0 0,-10-4-85 0 0,5 63 783 0 0,5 124-159 0 0,-5-48-2199 0 0,-9-123 570 0 0,3 4-456 0 0,-1-19 197 0 0,-1-3-182 0 0,0 0 0 0 0,0 0 0 0 0,-1 0 0 0 0,0 11 0 0 0,8 2-4096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35.3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0 128 2652 0 0,'0'0'2149'0'0,"0"-4"-1265"0"0,2-16-165 0 0,-2 15-100 0 0,4 3-101 0 0,19-9-188 0 0,1 0 0 0 0,43-11 0 0 0,-36 12-791 0 0,75-24-4345 0 0,-78 26 1582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36.4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238 65 3624 0 0,'-38'-64'8787'0'0,"34"66"-8389"0"0,-1 2-313 0 0,-1 0 1 0 0,1 0 0 0 0,0 1 0 0 0,0 0 0 0 0,1 0 0 0 0,0 0 0 0 0,-1 1 0 0 0,2-1 0 0 0,-1 1 0 0 0,1 0-1 0 0,0 0 1 0 0,-4 10 0 0 0,-31 92 225 0 0,31-84-227 0 0,-79 285 65 0 0,84-304-217 0 0,1 0-39 0 0,-1 18-1156 0 0,9-34 1275 0 0,0 0 1 0 0,0-1 0 0 0,-1 0 0 0 0,-1 0-1 0 0,0-1 1 0 0,4-15 0 0 0,21-94 286 0 0,-18 70-189 0 0,-5 23-74 0 0,55-205 1436 0 0,-60 230-1198 0 0,14-4 35 0 0,-13 6-252 0 0,-3 2-53 0 0,0 0 0 0 0,0 0 0 0 0,0 0 0 0 0,0 0 0 0 0,1 0 0 0 0,-1 0 0 0 0,0-1 0 0 0,0 1 1 0 0,0 0-1 0 0,0 0 0 0 0,0 0 0 0 0,1 0 0 0 0,-1 0 0 0 0,0 0 0 0 0,0 0 0 0 0,0 0 0 0 0,1 0 0 0 0,-1 0 0 0 0,0 0 0 0 0,0 0 1 0 0,0 0-1 0 0,0 0 0 0 0,1 0 0 0 0,-1 0 0 0 0,0 0 0 0 0,0 0 0 0 0,0 0 0 0 0,0 0 0 0 0,1 1 0 0 0,-1-1 0 0 0,0 0 0 0 0,0 0 1 0 0,0 0-1 0 0,0 0 0 0 0,1 0 0 0 0,-1 0 0 0 0,0 0 0 0 0,0 1 0 0 0,0-1 0 0 0,0 0 0 0 0,0 0 0 0 0,0 0 0 0 0,0 0 0 0 0,0 0 1 0 0,0 1-1 0 0,1-1 0 0 0,-1 0 0 0 0,10 14 108 0 0,-1 0 0 0 0,0 1 0 0 0,-1-1 0 0 0,0 2 1 0 0,-1-1-1 0 0,-1 1 0 0 0,4 17 0 0 0,27 127 233 0 0,-26-104-284 0 0,8 30-47 0 0,26 158-4732 0 0,-44-239 3903 0 0,-2 2-115 0 0,1-4 770 0 0,-4 29-1723 0 0,3-30 1513 0 0,1 0 0 0 0,-1 0 0 0 0,0 0 0 0 0,0 0 0 0 0,0 0 0 0 0,0 0 0 0 0,0-1 0 0 0,0 1 0 0 0,-1 0 0 0 0,1-1 0 0 0,-2 2 0 0 0,-13 11-3834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37.2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39 300 2688 0 0,'-36'-33'3745'0'0,"33"30"-2347"0"0,4-1-950 0 0,3-14 14 0 0,-4 18-450 0 0,0 0 1 0 0,0-1-1 0 0,0 1 1 0 0,0 0-1 0 0,0 0 1 0 0,0-1-1 0 0,0 1 1 0 0,0 0-1 0 0,0 0 1 0 0,0-1-1 0 0,0 1 1 0 0,0 0-1 0 0,1 0 1 0 0,-1 0-1 0 0,0-1 1 0 0,0 1-1 0 0,0 0 1 0 0,0 0-1 0 0,1 0 1 0 0,-1-1-1 0 0,0 1 0 0 0,0 0 1 0 0,0 0-1 0 0,1 0 1 0 0,-1 0-1 0 0,0-1 1 0 0,0 1-1 0 0,1 0 1 0 0,-1 0-1 0 0,0 0 1 0 0,0 0-1 0 0,1 0 1 0 0,38-11 282 0 0,0 1 0 0 0,0 2 0 0 0,1 2 0 0 0,43-1 1 0 0,4-3-307 0 0,16-2-343 0 0,42-6-2370 0 0,234-57-1 0 0,-358 68 2674 0 0,32-17 0 0 0,-44 19 302 0 0,-5 4 524 0 0,-1-2-367 0 0,11-9 2651 0 0,-14 7-2815 0 0,-2-12-4 0 0,1 13 640 0 0,1 4-870 0 0,-1 0 1 0 0,1 0-1 0 0,0 1 0 0 0,-1-1 0 0 0,1 0 0 0 0,0 1 0 0 0,-1-1 0 0 0,1 0 0 0 0,0 1 0 0 0,0-1 0 0 0,-1 0 1 0 0,1 1-1 0 0,0-1 0 0 0,0 1 0 0 0,0-1 0 0 0,0 1 0 0 0,0-1 0 0 0,-1 0 0 0 0,1 1 0 0 0,0-1 0 0 0,0 1 1 0 0,0-1-1 0 0,0 1 0 0 0,0-1 0 0 0,1 1 0 0 0,-1 0 0 0 0,0-1 0 0 0,0 1 0 0 0,0-1 0 0 0,0 0 1 0 0,0 1-1 0 0,0-1 0 0 0,0 1 0 0 0,0-1 0 0 0,0 1 0 0 0,-1-1 0 0 0,1 0 1 0 0,0 1-1 0 0,0-1 0 0 0,0 1 0 0 0,0-1 0 0 0,-1 0 0 0 0,1 1 0 0 0,0-1 0 0 0,0 1 1 0 0,-1-1-1 0 0,1 0 0 0 0,0 1 0 0 0,0-1 0 0 0,-1 0 0 0 0,0 1 0 0 0,0 5 179 0 0,-13 124 728 0 0,11-80-746 0 0,1 3-79 0 0,1-48-67 0 0,2 0-22 0 0,0 24-19 0 0,0-24 29 0 0,1 15-11 0 0,-2-16-35 0 0,8 2-330 0 0,-7-5 354 0 0,-1-1 0 0 0,0 0 0 0 0,0 1 0 0 0,1-1 0 0 0,-1 1 0 0 0,0-1 0 0 0,0 0 0 0 0,1 1 0 0 0,-1-1 0 0 0,1 0 0 0 0,-1 1 0 0 0,0-1 0 0 0,1 0 1 0 0,-1 0-1 0 0,1 1 0 0 0,-1-1 0 0 0,1 0 0 0 0,-1 0 0 0 0,0 0 0 0 0,1 0 0 0 0,-1 1 0 0 0,1-1 0 0 0,-1 0 0 0 0,1 0 0 0 0,-1 0 0 0 0,1 0 0 0 0,-1 0 0 0 0,1 0 0 0 0,-1 0 0 0 0,1 0 0 0 0,-1-1 0 0 0,1 1 0 0 0,-1 0 0 0 0,1 0 0 0 0,0-1 0 0 0,10-7-40 0 0,0 0 1 0 0,0-1-1 0 0,-1-1 0 0 0,14-15 1 0 0,-22 22 38 0 0,1-1 39 0 0,-1 1-32 0 0,2-4 105 0 0,0 0 0 0 0,1 0 0 0 0,-1 1 0 0 0,2 0-1 0 0,-1-1 1 0 0,7-5 0 0 0,-10 16 16 0 0,7 11-1 0 0,-7-11-1 0 0,-1 1-16 0 0,3 15-21 0 0,-2-15-21 0 0,-1 0-14 0 0,10 48 46 0 0,-9-48-100 0 0,6 18-131 0 0,-5-20 75 0 0,-2-2 47 0 0,-1 0 1 0 0,1 0 0 0 0,0 0-1 0 0,0 0 1 0 0,0 0 0 0 0,0-1-1 0 0,0 1 1 0 0,0 0 0 0 0,0-1-1 0 0,1 1 1 0 0,-1-1 0 0 0,0 1-1 0 0,0-1 1 0 0,0 1 0 0 0,0-1-1 0 0,1 0 1 0 0,-1 0 0 0 0,0 0-1 0 0,0 0 1 0 0,1 1 0 0 0,-1-2-1 0 0,0 1 1 0 0,0 0 0 0 0,2 0-1 0 0,14-1 76 0 0,-14-2-82 0 0,48-78-543 0 0,-47 74 550 0 0,0 0 0 0 0,0 0 0 0 0,1 1 0 0 0,7-9-1 0 0,-9 12 41 0 0,3-4 11 0 0,-5 7-16 0 0,-1-1-1 0 0,0 1 1 0 0,0-1 0 0 0,0 1 0 0 0,0 0 0 0 0,0-1 0 0 0,1 1 0 0 0,-1-1 0 0 0,0 1 0 0 0,0 0 0 0 0,1-1 0 0 0,-1 1 0 0 0,0 0 0 0 0,0-1 0 0 0,1 1-1 0 0,-1 0 1 0 0,0-1 0 0 0,1 1 0 0 0,-1 0 0 0 0,1 0 0 0 0,-1-1 0 0 0,0 1 0 0 0,1 0 0 0 0,-1 0 0 0 0,1 0 0 0 0,-1 0 0 0 0,0 0 0 0 0,1-1-1 0 0,-1 1 1 0 0,1 0 0 0 0,-1 0 0 0 0,1 0 0 0 0,-1 0 0 0 0,1 0 0 0 0,-1 0 0 0 0,0 1 0 0 0,2-1 0 0 0,1 1-17 0 0,-1-1 19 0 0,-1 0-1 0 0,1 1 0 0 0,0 0 1 0 0,0-1-1 0 0,0 1 1 0 0,-1 0-1 0 0,1 0 0 0 0,0 0 1 0 0,-1 0-1 0 0,1 0 1 0 0,-1 0-1 0 0,1 0 0 0 0,-1 1 1 0 0,0-1-1 0 0,1 0 0 0 0,-1 1 1 0 0,0-1-1 0 0,0 1 1 0 0,0 0-1 0 0,0-1 0 0 0,0 1 1 0 0,-1 0-1 0 0,1 0 0 0 0,1 2 1 0 0,27 67-409 0 0,-27-67 153 0 0,0 0-46 0 0,6 11-47 0 0,-6-11-72 0 0,1-1-614 0 0,-1-1 849 0 0,22 13-1923 0 0,-22-15 1691 0 0,0 1 1 0 0,0-1-1 0 0,0 0 1 0 0,0 1-1 0 0,1-1 1 0 0,-1 0-1 0 0,0 0 1 0 0,0-1-1 0 0,0 1 1 0 0,3-1-1 0 0,24-6-3098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37.7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115 1 1956 0 0,'0'0'4643'0'0,"-5"1"-4147"0"0,0 0-302 0 0,0 1 0 0 0,0-1 1 0 0,1 1-1 0 0,-1 1 1 0 0,1-1-1 0 0,-1 1 0 0 0,1-1 1 0 0,0 1-1 0 0,0 0 1 0 0,0 1-1 0 0,1-1 0 0 0,-1 1 1 0 0,1-1-1 0 0,-1 1 1 0 0,-4 8-1 0 0,-24 56 962 0 0,30-63-1039 0 0,2 0-34 0 0,-4 18-36 0 0,3-17-63 0 0,2-1-42 0 0,3 14-46 0 0,-4-14-68 0 0,1-4 160 0 0,-1-1 0 0 0,1 0 1 0 0,-1 0-1 0 0,1 0 0 0 0,-1 1 1 0 0,1-1-1 0 0,-1 0 0 0 0,1 0 1 0 0,-1 1-1 0 0,0-1 1 0 0,1 0-1 0 0,-1 1 0 0 0,0-1 1 0 0,1 1-1 0 0,-1-1 0 0 0,0 0 1 0 0,1 1-1 0 0,-1-1 0 0 0,0 1 1 0 0,0-1-1 0 0,0 1 0 0 0,1-1 1 0 0,-1 1-1 0 0,0-1 0 0 0,0 1 1 0 0,0 0-1 0 0,0 0-3 0 0,0-1 1 0 0,0 1-1 0 0,0-1 1 0 0,1 1-1 0 0,-1-1 0 0 0,0 1 1 0 0,0-1-1 0 0,0 1 0 0 0,1-1 1 0 0,-1 0-1 0 0,0 1 0 0 0,0-1 1 0 0,1 1-1 0 0,-1-1 0 0 0,0 0 1 0 0,1 1-1 0 0,-1-1 0 0 0,1 0 1 0 0,-1 1-1 0 0,0-1 1 0 0,1 0-1 0 0,-1 1 0 0 0,1-1 1 0 0,-1 0-1 0 0,1 0 0 0 0,0 1 1 0 0,0-1-28 0 0,1 0-1 0 0,-1 0 1 0 0,1 1 0 0 0,-1-1 0 0 0,1 0 0 0 0,-1 1 0 0 0,1-1 0 0 0,-1 1 0 0 0,1 0-1 0 0,-1 0 1 0 0,3 1 0 0 0,-1 0-50 0 0,2 0-196 0 0,0-1 3 0 0,17 2 40 0 0,-16-2 59 0 0,0-1 33 0 0,49-11 11 0 0,-50 9 261 0 0,-1-1 60 0 0,0 1-65 0 0,-1 0 1 0 0,1-1 0 0 0,-1 1-1 0 0,0-1 1 0 0,0 0-1 0 0,0 0 1 0 0,-1 0 0 0 0,1 0-1 0 0,-1 0 1 0 0,1 0-1 0 0,-1-1 1 0 0,0 0 0 0 0,-1 1-1 0 0,1-1 1 0 0,0 0-1 0 0,1-5 1 0 0,0-50 1034 0 0,-4 53-951 0 0,-1 1 7 0 0,-3-16-43 0 0,3 16-68 0 0,1 4-71 0 0,-1-1 0 0 0,0 1 0 0 0,1-1 0 0 0,0 1 0 0 0,-1-1 0 0 0,1 1 0 0 0,0-1 0 0 0,0 0 0 0 0,-1-2 0 0 0,-1 1 71 0 0,-1 1-18 0 0,-11-3-10 0 0,11 3-34 0 0,-1 3-88 0 0,-4 1-223 0 0,1 0 1 0 0,-1 1 0 0 0,1 0 0 0 0,-1 1 0 0 0,1-1 0 0 0,0 2 0 0 0,0-1 0 0 0,-11 10 0 0 0,16-12-562 0 0,2-2 785 0 0,1 0-1 0 0,0 1 1 0 0,-1-1-1 0 0,1 0 1 0 0,-1 0-1 0 0,1 0 1 0 0,0 1-1 0 0,-1-1 1 0 0,1 0-1 0 0,0 1 1 0 0,-1-1-1 0 0,1 0 1 0 0,0 1-1 0 0,0-1 1 0 0,-1 1-1 0 0,1-1 1 0 0,0 0-1 0 0,0 1 1 0 0,0-1-1 0 0,0 1 1 0 0,-1-1-1 0 0,1 0 1 0 0,0 1-1 0 0,0-1 1 0 0,0 2-1 0 0,-3 7-922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38.6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35 3872 0 0,'0'0'1506'0'0,"2"-3"-237"0"0,-2 3-1269 0 0,4-10 4481 0 0,-22 15-3597 0 0,9 18-414 0 0,9-19-380 0 0,-2 47 123 0 0,3-46-143 0 0,0 0-45 0 0,5 16-23 0 0,-5-17-40 0 0,0-1 0 0 0,1 1 0 0 0,-1-1 0 0 0,1 0 0 0 0,0 1-1 0 0,0-1 1 0 0,0 0 0 0 0,1 0 0 0 0,-1 0 0 0 0,1-1 0 0 0,4 5 0 0 0,-5-5 2 0 0,1 0-175 0 0,1 0 5 0 0,15 3 12 0 0,-14-4 7 0 0,1-1-191 0 0,21 0 207 0 0,-20 0 5 0 0,-2-1 46 0 0,2-2 122 0 0,0 1-1 0 0,-1-1 1 0 0,1 0-1 0 0,-1-1 0 0 0,0 0 1 0 0,0 0-1 0 0,0 0 1 0 0,0 0-1 0 0,8-10 0 0 0,-6 4 169 0 0,-1 0 0 0 0,-1-1-1 0 0,1 0 1 0 0,-1 0-1 0 0,-1 0 1 0 0,6-18 0 0 0,-10 25 109 0 0,4-16 244 0 0,-3 15-425 0 0,0 0 1348 0 0,-3 1-1185 0 0,-4-9-3 0 0,-4 16 215 0 0,6 0-422 0 0,1 0 1 0 0,0 1-1 0 0,-1-1 1 0 0,1 1-1 0 0,0-1 0 0 0,1 1 1 0 0,-1 0-1 0 0,-1 4 1 0 0,-14 65-124 0 0,17-68-108 0 0,0 0-64 0 0,0 17-71 0 0,0-16-100 0 0,1-2-61 0 0,1 0 190 0 0,0 0 0 0 0,0-1 1 0 0,1 1-1 0 0,-1-1 1 0 0,1 1-1 0 0,0-1 1 0 0,0 0-1 0 0,5 4 0 0 0,-4-4-471 0 0,-3-2 636 0 0,1 0 0 0 0,0 0 0 0 0,-1-1 0 0 0,1 1 0 0 0,0-1 0 0 0,-1 1 0 0 0,1-1 0 0 0,0 0 0 0 0,0 1 0 0 0,0-1 0 0 0,-1 0 0 0 0,4 0 0 0 0,-3 0-106 0 0,4 1-623 0 0,1-1 515 0 0,0 0 0 0 0,1-1 0 0 0,-1 1 0 0 0,0-2 0 0 0,0 1 0 0 0,0-1 0 0 0,1 0 0 0 0,-2 0 0 0 0,1-1 0 0 0,0 0 0 0 0,0 0 0 0 0,6-5 0 0 0,28-31 186 0 0,10-29 3321 0 0,-49 64-2638 0 0,-2 3-419 0 0,1-1-1 0 0,-1 0 1 0 0,1 1-1 0 0,-1-1 1 0 0,1 1 0 0 0,0-1-1 0 0,0 1 1 0 0,0-1-1 0 0,0 1 1 0 0,0 0-1 0 0,0 0 1 0 0,0-1-1 0 0,0 1 1 0 0,0 0-1 0 0,2-1 1 0 0,8-12 1536 0 0,-11 14-1638 0 0,0 0 1 0 0,0 1-1 0 0,0-1 0 0 0,0 0 0 0 0,0 0 1 0 0,0 1-1 0 0,0-1 0 0 0,0 0 0 0 0,0 1 1 0 0,0-1-1 0 0,0 0 0 0 0,1 0 1 0 0,-1 1-1 0 0,0-1 0 0 0,0 0 0 0 0,0 1 1 0 0,0-1-1 0 0,0 0 0 0 0,1 0 0 0 0,-1 1 1 0 0,0-1-1 0 0,0 0 0 0 0,1 0 1 0 0,-1 0-1 0 0,0 1 0 0 0,0-1 0 0 0,1 0 1 0 0,-1 0-1 0 0,0 0 0 0 0,0 0 1 0 0,1 0-1 0 0,-1 1 0 0 0,1-1 22 0 0,-1 0 0 0 0,1 0 0 0 0,0 1 0 0 0,-1-1 0 0 0,1 0-1 0 0,-1 1 1 0 0,1-1 0 0 0,-1 1 0 0 0,1-1 0 0 0,-1 1 0 0 0,0-1 0 0 0,1 1 0 0 0,-1-1 0 0 0,1 1 0 0 0,-1-1-1 0 0,0 1 1 0 0,0 0 0 0 0,1-1 0 0 0,-1 1 0 0 0,0-1 0 0 0,0 1 0 0 0,0 0 0 0 0,1-1 0 0 0,-1 1 0 0 0,0 0-1 0 0,0-1 1 0 0,0 1 0 0 0,0 0 0 0 0,2 22 192 0 0,-2-17-21 0 0,0 0-38 0 0,-1 18-21 0 0,1-18-28 0 0,-1 0-26 0 0,0 17-30 0 0,1-18-18 0 0,-1 0 1 0 0,-1 12-2 0 0,1-13 25 0 0,1 1-42 0 0,-2 12-3 0 0,1-12-10 0 0,0-9-254 0 0,-4-13 255 0 0,5 16-13 0 0,-1-1 0 0 0,1 0-1 0 0,0 1 1 0 0,-1-1 0 0 0,1 0 0 0 0,0 1 0 0 0,0-1-1 0 0,0 0 1 0 0,0 1 0 0 0,0-1 0 0 0,1 0 0 0 0,-1 1-1 0 0,0-1 1 0 0,1 0 0 0 0,1-2 0 0 0,-1-1-6 0 0,0-2 23 0 0,0 1-1 0 0,1-1 0 0 0,-1 1 1 0 0,1-1-1 0 0,1 1 1 0 0,-1-1-1 0 0,1 1 0 0 0,0 0 1 0 0,0 0-1 0 0,1 1 0 0 0,0-1 1 0 0,0 1-1 0 0,0-1 1 0 0,0 1-1 0 0,1 0 0 0 0,0 1 1 0 0,0-1-1 0 0,1 1 0 0 0,-1 0 1 0 0,8-4-1 0 0,-8 6-7 0 0,-1-1-1 0 0,1 1 1 0 0,0 1-1 0 0,0-1 1 0 0,0 1-1 0 0,0 0 1 0 0,0 0 0 0 0,0 0-1 0 0,7 0 1 0 0,-7 1-4 0 0,-1 0 11 0 0,1 0-1 0 0,0 0 1 0 0,-1 0 0 0 0,1 1 0 0 0,-1 0 0 0 0,0 0-1 0 0,1 0 1 0 0,-1 0 0 0 0,0 1 0 0 0,8 3-1 0 0,-8-3-19 0 0,2 1 73 0 0,0 0-1 0 0,0 0 1 0 0,-1 1-1 0 0,1 0 0 0 0,-1 0 1 0 0,1 0-1 0 0,8 10 1 0 0,-12-11-48 0 0,3 2-4 0 0,-1 0 1 0 0,0 0-1 0 0,-1 0 1 0 0,1 1-1 0 0,-1-1 1 0 0,0 1-1 0 0,2 7 0 0 0,-2-7 11 0 0,-2-2-82 0 0,1 0 0 0 0,-1 0 0 0 0,0 0 0 0 0,0-1 0 0 0,-1 1 0 0 0,1 0 0 0 0,-1 0 0 0 0,1 0 0 0 0,-1 0-1 0 0,-1 0 1 0 0,1 0 0 0 0,0 0 0 0 0,-1 0 0 0 0,-2 7 0 0 0,-1 0-548 0 0,0-2-1 0 0,-1 1 1 0 0,-10 16 0 0 0,6-10-606 0 0,-3-1-861 0 0,11-15 1901 0 0,1 0-1 0 0,-1 1 1 0 0,1-1-1 0 0,0 0 1 0 0,-1 1-1 0 0,1-1 0 0 0,-1 1 1 0 0,1-1-1 0 0,0 1 1 0 0,-1-1-1 0 0,1 0 1 0 0,0 1-1 0 0,0 0 0 0 0,-1-1 1 0 0,1 1-1 0 0,0-1 1 0 0,0 1-1 0 0,0-1 0 0 0,0 1 1 0 0,0-1-1 0 0,0 2 1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38.9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22 4772 0 0,'2'-4'1437'0'0,"10"-13"5008"0"0,-9 20-5796 0 0,-1-1-545 0 0,0 0-1 0 0,0 0 0 0 0,-1 0 0 0 0,1 1 1 0 0,0-1-1 0 0,-1 1 0 0 0,0-1 1 0 0,1 1-1 0 0,-1 0 0 0 0,0-1 1 0 0,0 1-1 0 0,-1 0 0 0 0,1 0 1 0 0,0 0-1 0 0,-1-1 0 0 0,0 1 0 0 0,0 0 1 0 0,0 4-1 0 0,7 73 608 0 0,23 290-3901 0 0,-23-327-315 0 0,-3-13-1417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39.1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9 220 2660 0 0,'-7'-22'1412'0'0,"5"18"-270"0"0,3 2-1028 0 0,0 0 0 0 0,-1 1 0 0 0,1-1 0 0 0,0 0 0 0 0,0 0 0 0 0,0 1 0 0 0,0-1 0 0 0,0 1 0 0 0,0-1 0 0 0,1 1 0 0 0,-1-1 0 0 0,0 1 0 0 0,1 0 0 0 0,-1 0 0 0 0,1 0 0 0 0,0 0 0 0 0,-1 0 0 0 0,1 0 0 0 0,3-1 0 0 0,36-16 435 0 0,17-1-375 0 0,103-18 1 0 0,65 6-867 0 0,-125 18-79 0 0,157-22-3058 0 0,-174 24 769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50.5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444 747 1932 0 0,'0'0'10052'0'0,"1"-5"-9756"0"0,1-3-72 0 0,-1 0-1 0 0,-1-1 1 0 0,0 1-1 0 0,0 0 0 0 0,0-1 1 0 0,-3-14-1 0 0,-14-58 129 0 0,10 53-275 0 0,-21-90 482 0 0,27 114-420 0 0,-4-20-123 0 0,4 20 10 0 0,5 2-674 0 0,13-3 623 0 0,-13 4-10 0 0,1-1-38 0 0,15-3 22 0 0,-15 3-9 0 0,0 1 2 0 0,16-4 6 0 0,-16 3 5 0 0,1 1-3 0 0,17-3 1 0 0,-17 3 4 0 0,0-1 2 0 0,20-3-27 0 0,-20 3-4 0 0,0 1-4 0 0,48-8-208 0 0,-49 8 199 0 0,2 0-8 0 0,19-3 5 0 0,-19 2 35 0 0,-1 1 93 0 0,50-7-310 0 0,-52 8 186 0 0,3-1 4 0 0,18-2 16 0 0,-18 2 6 0 0,-1 0 9 0 0,17-1 18 0 0,-17 1 28 0 0,0 1-82 0 0,18-1 47 0 0,-18 1 5 0 0,-1 0-12 0 0,16 0 58 0 0,-15 0-25 0 0,-1 0-41 0 0,19 1 47 0 0,-18-1 0 0 0,-1 1-8 0 0,16 1 32 0 0,-16-1 66 0 0,0-1-30 0 0,13 2 54 0 0,-13-1 54 0 0,2-1-239 0 0,21 0 134 0 0,-21 0 21 0 0,-1 0-1 0 0,64 2 213 0 0,242-13 584 0 0,-72 2-668 0 0,205-2-156 0 0,221-3-492 0 0,-592 16 262 0 0,-22-2 56 0 0,-1-2 9 0 0,254-9-445 0 0,-288 11 543 0 0,-13 0 12 0 0,57-8-57 0 0,334-42 94 0 0,666-51-593 0 0,-951 93 560 0 0,494-27-104 0 0,14-2-10 0 0,-508 27 27 0 0,-84 6 59 0 0,1 1-1 0 0,31 2 0 0 0,-24 0 11 0 0,71-4 2 0 0,71-6 23 0 0,-126 7-38 0 0,-2 4 21 0 0,-30 0 11 0 0,62-4-19 0 0,-19 1 38 0 0,-7 3-27 0 0,553-2 172 0 0,-295 6-153 0 0,175 7 113 0 0,-424-8-80 0 0,1374 94-4 0 0,-472-13-5 0 0,127-22-595 0 0,-982-56 558 0 0,107 10-80 0 0,-158-11 76 0 0,-54-4 4 0 0,2-1-5 0 0,26 1-1 0 0,155 13 175 0 0,-182-13-130 0 0,22 0 10 0 0,-23 0-34 0 0,2-1-4 0 0,17 2-7 0 0,23 4-37 0 0,77 3-127 0 0,-124-9 163 0 0,175 4-23 0 0,-146-4-2 0 0,36 3 56 0 0,-59-3-5 0 0,-1 0 24 0 0,150-3-171 0 0,-149 3 109 0 0,0 0-9 0 0,18 1 35 0 0,-18 0-13 0 0,-1-1-8 0 0,15 4 17 0 0,-15-4 14 0 0,1 1 25 0 0,0 0 0 0 0,-1 0 0 0 0,1 1 0 0 0,0-1 0 0 0,-1 1 0 0 0,8 4 0 0 0,-9-5 457 0 0,-5 3-487 0 0,-3 13-2 0 0,4-13 34 0 0,-11 17 25 0 0,7 2-72 0 0,3-18 10 0 0,0 0 28 0 0,-1 47 529 0 0,3 1 1 0 0,9 73-1 0 0,1-2 175 0 0,0 90 9 0 0,16 270 333 0 0,-21-412-974 0 0,34 394 428 0 0,31-4-365 0 0,-47-330-92 0 0,8 168-1 0 0,-24 136 82 0 0,-9 117-33 0 0,4-231-182 0 0,60 439 0 0 0,30 379 298 0 0,-85 71-127 0 0,-19-949-32 0 0,-12 395 127 0 0,32-2-35 0 0,146 1541 317 0 0,-109-1394-111 0 0,7 96 205 0 0,10-307-279 0 0,58 129-233 0 0,-110-658-68 0 0,-10-57-35 0 0,-1 1 15 0 0,3 19 19 0 0,-3-19-6 0 0,1 0-28 0 0,3 14 7 0 0,-3-15-5 0 0,-1 0 16 0 0,4 12 13 0 0,-3-12-4 0 0,-1 0 1 0 0,0 14-7 0 0,0-14-15 0 0,0 1 57 0 0,0 18 64 0 0,0-18-100 0 0,-1-1-49 0 0,-1 16 38 0 0,1-16-4 0 0,0-1 7 0 0,-2 13 7 0 0,1-8-9 0 0,-3 10 18 0 0,-15 78 434 0 0,-8 108 0 0 0,20-139-386 0 0,1 25 88 0 0,6-81-142 0 0,-9 126 77 0 0,10-93-66 0 0,-4 32 61 0 0,3 18-94 0 0,1-87 6 0 0,0 0-4 0 0,1 22 0 0 0,-1-21 2 0 0,1-2-3 0 0,0 17-26 0 0,-1-17-20 0 0,0 0-72 0 0,0 15 93 0 0,0-15 22 0 0,-1-1-170 0 0,-1 18-236 0 0,0-23 420 0 0,1 0-1 0 0,0 0 0 0 0,0 1 1 0 0,0-1-1 0 0,0 0 0 0 0,-1 1 1 0 0,1-1-1 0 0,0 1 0 0 0,-1-1 1 0 0,1 1-1 0 0,0 0 0 0 0,-3-1 1 0 0,1 1-4 0 0,-2-2-15 0 0,2 0-87 0 0,-64-29-373 0 0,62 30 431 0 0,0-1-63 0 0,-68-13-139 0 0,-1 3 1 0 0,-86-3-1 0 0,155 15 181 0 0,-3-1 5 0 0,-21-1-2 0 0,22 1-5 0 0,-1 1 36 0 0,-22-1-63 0 0,23 1-6 0 0,0 0 14 0 0,-21 0 9 0 0,21 0 14 0 0,0 0 1 0 0,-18 0 1 0 0,18 0 34 0 0,2 0 3 0 0,-19 0 2 0 0,18 0-10 0 0,1 0-2 0 0,-19 0-2 0 0,19 0 14 0 0,-2 0 10 0 0,-58 1-95 0 0,-327 1-345 0 0,-504-5 123 0 0,94 32 97 0 0,190 17-206 0 0,404-30 300 0 0,-508 10-887 0 0,259-14 225 0 0,-93 22 513 0 0,280-15 211 0 0,-198 25 200 0 0,133-10-5 0 0,235-25-118 0 0,-698 54 15 0 0,685-57 1 0 0,-308 16-25 0 0,-296-19-50 0 0,386 2 65 0 0,-314 14 247 0 0,0-1-422 0 0,-277-48 397 0 0,679 6-214 0 0,-518-40 389 0 0,351 30-326 0 0,103 7 195 0 0,151 16-76 0 0,107 8-167 0 0,-1-2 17 0 0,-82-7-34 0 0,-45-4 74 0 0,106 9-24 0 0,14 4-118 0 0,-109-10 260 0 0,161 12-147 0 0,-1 1 16 0 0,-19-3 1 0 0,19 3-11 0 0,2-1-43 0 0,-15-1 42 0 0,14 2 71 0 0,1-1-67 0 0,-15-1-16 0 0,14 1 81 0 0,0 1-104 0 0,-26-4 133 0 0,-7-1-29 0 0,-40 1 1 0 0,57 0 34 0 0,16 3 149 0 0,1 0-255 0 0,-15-3 9 0 0,14 3 221 0 0,5 0-282 0 0,0 1 0 0 0,0 0 0 0 0,0-1 0 0 0,0 1 0 0 0,0 0 0 0 0,0-1 0 0 0,0 1 0 0 0,0 0 0 0 0,0-1 0 0 0,0 1 0 0 0,0 0 0 0 0,0-1 0 0 0,-1 1 0 0 0,1 0 0 0 0,0 0 0 0 0,0-1 0 0 0,0 1 0 0 0,-1 0 0 0 0,1 0 0 0 0,0-1 0 0 0,0 1 0 0 0,-1 0 0 0 0,1 0 0 0 0,0 0 0 0 0,0-1 1 0 0,-1 1-1 0 0,1 0 0 0 0,0 0 0 0 0,-1 0 0 0 0,1 0 0 0 0,-1-1 5 0 0,0 1 1 0 0,0-1 0 0 0,1 1-1 0 0,-1-1 1 0 0,0 1 0 0 0,1-1-1 0 0,-1 1 1 0 0,0-1-1 0 0,1 0 1 0 0,-1 1 0 0 0,1-1-1 0 0,-1 0 1 0 0,1 1 0 0 0,-1-1-1 0 0,1 0 1 0 0,0 0-1 0 0,-1 0 1 0 0,1 1 0 0 0,0-1-1 0 0,-1-1 1 0 0,-5-18-2 0 0,5 15-37 0 0,0 0-193 0 0,-2-18-16 0 0,2 17-77 0 0,1-1-172 0 0,1-18-1268 0 0,1 0 1 0 0,1 0-1 0 0,1 0 1 0 0,1 0 0 0 0,15-40-1 0 0,-5 26-4133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53.2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624 1 2292 0 0,'0'0'8449'0'0,"4"2"-8074"0"0,16 6 283 0 0,-19-6-603 0 0,0-1-1 0 0,0 1 1 0 0,-1 0-1 0 0,1 0 0 0 0,0 0 1 0 0,-1 0-1 0 0,0 0 1 0 0,1-1-1 0 0,-1 5 0 0 0,1-2 192 0 0,0 2-24 0 0,12 127 787 0 0,-15-37-777 0 0,-3 41 115 0 0,-31 178 0 0 0,28-256-221 0 0,-92 620 900 0 0,16-17-650 0 0,45-335-242 0 0,-36 365 17 0 0,68-619-123 0 0,-62 762 215 0 0,26-279-300 0 0,-8 282 67 0 0,17-220 106 0 0,-35 502 0 0 0,50-214 511 0 0,16-543-371 0 0,-9 559 541 0 0,4-460-514 0 0,4 846 224 0 0,25-67 296 0 0,-12-602-118 0 0,-7-376-622 0 0,16 379 16 0 0,-6-480-116 0 0,-2-66 150 0 0,10 73-166 0 0,-20-164 49 0 0,1 1-1 0 0,9 93-25 0 0,-8-78 18 0 0,-1-16-1 0 0,-1-1 1 0 0,0 49 81 0 0,0-47-90 0 0,0 0-28 0 0,-1 17 62 0 0,0-17 1 0 0,1-1 2 0 0,-3 47 190 0 0,3-47-144 0 0,-1 2 22 0 0,-7 127 536 0 0,5-113-550 0 0,3-16-17 0 0,0 1 8 0 0,0 21-7 0 0,0-21-6 0 0,0 1-4 0 0,2 116 546 0 0,4 56 345 0 0,-3-143-895 0 0,-2-31 17 0 0,-1 1 24 0 0,3 18-9 0 0,-3-18-12 0 0,1 0-11 0 0,3 16 7 0 0,-3-17-5 0 0,-1 1-11 0 0,2 15-11 0 0,-1-15 13 0 0,0-2 51 0 0,1 14-106 0 0,-1-14-50 0 0,-1 1-175 0 0,2 9 411 0 0,-6-51-24568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55.9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145 224 2280 0 0,'-6'1'1554'0'0,"-77"18"4342"0"0,78-18-4626 0 0,4-1-1231 0 0,-1 0 1 0 0,1 0-1 0 0,-1 0 1 0 0,1 0 0 0 0,-1 0-1 0 0,1 0 1 0 0,0 0-1 0 0,-1 1 1 0 0,1-1-1 0 0,-1 0 1 0 0,1 1 0 0 0,-2 0-1 0 0,0 0 50 0 0,-2 0 685 0 0,-14 6-499 0 0,15-6 1850 0 0,6 0-2108 0 0,0-1-1 0 0,-1 1 0 0 0,1 0 1 0 0,0-1-1 0 0,-1 1 1 0 0,1 0-1 0 0,-1 0 0 0 0,1 0 1 0 0,-1 0-1 0 0,2 2 0 0 0,1-1 64 0 0,3-2 14 0 0,207-17 259 0 0,-165 11-447 0 0,39-1 89 0 0,-83 6-81 0 0,2 1 40 0 0,21-1-31 0 0,-21 1-5 0 0,-1-1 41 0 0,236-16-222 0 0,280-46 146 0 0,-137 13 105 0 0,366-17-116 0 0,-281 53 18 0 0,-180 9 238 0 0,346-9-123 0 0,-259 13-3 0 0,49-2 151 0 0,-27 0-23 0 0,-104 3 110 0 0,44 3-193 0 0,-80 1 28 0 0,65-4 124 0 0,701 5 520 0 0,38 10-452 0 0,-821-11-210 0 0,240 8-80 0 0,-164 0-84 0 0,255 13 172 0 0,732 43-113 0 0,-144-73 13 0 0,-1125 3 66 0 0,72-4 64 0 0,-3 1-81 0 0,-34 1 15 0 0,-20 1-8 0 0,98-3 49 0 0,-142 6-99 0 0,20-2 17 0 0,-21 2-46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5:04.3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337 111 4368 0 0,'0'0'5764'0'0,"-1"4"-5553"0"0,0 0-100 0 0,-1 0-1 0 0,1 0 1 0 0,-1 0 0 0 0,0 0 0 0 0,-1-1-1 0 0,1 1 1 0 0,-1-1 0 0 0,1 1-1 0 0,-1-1 1 0 0,0 0 0 0 0,0 0 0 0 0,0 0-1 0 0,-1-1 1 0 0,-6 5 0 0 0,-2 1 319 0 0,0-1 0 0 0,0-1 0 0 0,-15 5 0 0 0,22-9 63 0 0,-1-1-284 0 0,-14 0-71 0 0,14-1 23 0 0,-16-10 267 0 0,21 9-416 0 0,1-1-1 0 0,-1 1 0 0 0,0 0 1 0 0,1-1-1 0 0,-1 1 0 0 0,0 0 0 0 0,0 0 1 0 0,0-1-1 0 0,0 1 0 0 0,0 0 1 0 0,0 0-1 0 0,-2-1 0 0 0,3 1 2 0 0,-3-2-5 0 0,2-2 44 0 0,-4-13-14 0 0,4 13-44 0 0,2-1 58 0 0,-1-1-22 0 0,1-1 1 0 0,1 1-1 0 0,0 0 0 0 0,0 0 0 0 0,0 0 0 0 0,1 0 0 0 0,-1 0 0 0 0,2 1 0 0 0,-1-1 0 0 0,8-9 0 0 0,-6 10-10 0 0,-1 1-1 0 0,1 0 1 0 0,0 0-1 0 0,1 0 1 0 0,-1 1-1 0 0,1 0 1 0 0,0 0-1 0 0,10-5 1 0 0,-12 7-16 0 0,0 1 0 0 0,1 0 0 0 0,-1 0 1 0 0,1 0-1 0 0,0 0 0 0 0,-1 1 1 0 0,1 0-1 0 0,-1 0 0 0 0,1 0 0 0 0,0 0 1 0 0,-1 1-1 0 0,1-1 0 0 0,-1 1 1 0 0,1 0-1 0 0,-1 1 0 0 0,1-1 1 0 0,6 4-1 0 0,-2 0-5 0 0,1 1 1 0 0,-1 0 0 0 0,0 0-1 0 0,-1 0 1 0 0,1 1 0 0 0,-1 1-1 0 0,-1-1 1 0 0,0 1-1 0 0,0 1 1 0 0,0-1 0 0 0,-1 1-1 0 0,0 0 1 0 0,-1 0 0 0 0,0 1-1 0 0,0 0 1 0 0,-1 0-1 0 0,0 0 1 0 0,-1 0 0 0 0,0 1-1 0 0,-1-1 1 0 0,0 1 0 0 0,1 19-1 0 0,-2-15-4 0 0,-1 0-1 0 0,0 0 1 0 0,-1 0 0 0 0,-1 0-1 0 0,0 0 1 0 0,-1 0 0 0 0,0-1-1 0 0,-1 1 1 0 0,-1-1-1 0 0,0 0 1 0 0,-1 0 0 0 0,-1 0-1 0 0,0-1 1 0 0,-1 0 0 0 0,0-1-1 0 0,-15 18 1 0 0,16-22 4 0 0,0-1-1 0 0,0 0 1 0 0,-1 0 0 0 0,1 0-1 0 0,-1-1 1 0 0,-1 0 0 0 0,1-1 0 0 0,-1 0-1 0 0,-13 5 1 0 0,8-5-135 0 0,0-1 1 0 0,0 0-1 0 0,-1-1 0 0 0,0-1 0 0 0,-27 1 0 0 0,33-4 25 0 0,0-2 0 0 0,0 1 0 0 0,0-1-1 0 0,1-1 1 0 0,0 1 0 0 0,-1-1-1 0 0,1-1 1 0 0,1 0 0 0 0,-1 0-1 0 0,1 0 1 0 0,0-1 0 0 0,-11-11 0 0 0,-20-32-207 0 0,34 41 314 0 0,1 1-1 0 0,0-1 0 0 0,1 0 1 0 0,-1 0-1 0 0,2-1 0 0 0,-1 1 1 0 0,1 0-1 0 0,0-9 0 0 0,0 12 0 0 0,11-13 184 0 0,-7 15-155 0 0,1 1-6 0 0,12-4 54 0 0,-12 4 10 0 0,3 2 28 0 0,8 1-14 0 0,-1 1 1 0 0,0 1-1 0 0,0-1 1 0 0,0 2-1 0 0,18 7 0 0 0,69 35 457 0 0,-65-29-562 0 0,1 0-1 0 0,51 14 1 0 0,-63-24-720 0 0,0-1 0 0 0,29 2 1 0 0,-43-7 62 0 0,0-1 0 0 0,0 0 1 0 0,0 0-1 0 0,-1-1 1 0 0,1 0-1 0 0,0-1 0 0 0,0-1 1 0 0,19-6-1 0 0,-9 0-1799 0 0,-15 7-1743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5:05.5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220 133 3076 0 0,'6'-26'1657'0'0,"-5"21"-250"0"0,-1 0-256 0 0,0 0-810 0 0,0 0 0 0 0,-1 0-1 0 0,0 0 1 0 0,0-1 0 0 0,0 1-1 0 0,0 1 1 0 0,-1-1 0 0 0,0 0-1 0 0,0 0 1 0 0,0 1 0 0 0,-1-1-1 0 0,1 1 1 0 0,-1-1-1 0 0,-4-3 1 0 0,-8-4 40 0 0,11 9 0 0 0,-1 2-1 0 0,-14-2-30 0 0,14 2-29 0 0,-1 2 24 0 0,-1 1-249 0 0,-1 0-1 0 0,1 1 1 0 0,0 0-1 0 0,-1 0 0 0 0,1 0 1 0 0,1 1-1 0 0,-1 0 1 0 0,0 1-1 0 0,1 0 0 0 0,0 0 1 0 0,0 0-1 0 0,1 0 1 0 0,-1 1-1 0 0,1 0 0 0 0,0 0 1 0 0,1 1-1 0 0,0-1 1 0 0,0 1-1 0 0,0 0 0 0 0,-3 8 1 0 0,4-7-69 0 0,0 0-1 0 0,0 0 1 0 0,0 0 0 0 0,1 0 0 0 0,1 0 0 0 0,-1 1-1 0 0,2-1 1 0 0,-1 1 0 0 0,1 15 0 0 0,1-16-42 0 0,1 0 0 0 0,-1 0-1 0 0,1 0 1 0 0,1 0 0 0 0,-1 0 0 0 0,1 0 0 0 0,1-1-1 0 0,-1 0 1 0 0,1 0 0 0 0,1 0 0 0 0,-1 0 0 0 0,1 0-1 0 0,0-1 1 0 0,1 0 0 0 0,0 0 0 0 0,0 0 0 0 0,12 8 0 0 0,23 7-269 0 0,-37-20 226 0 0,1 0 0 0 0,16 4-11 0 0,-15-4 13 0 0,0-2 0 0 0,0 0 78 0 0,0 0 0 0 0,1 0 0 0 0,-1 0 0 0 0,0-1 0 0 0,0 0 0 0 0,0-1 0 0 0,0 1 0 0 0,0-1 0 0 0,-1 0 0 0 0,1 0 0 0 0,-1-1 0 0 0,1 1 0 0 0,-1-1 0 0 0,-1-1 0 0 0,1 1 0 0 0,0-1 0 0 0,-1 1 0 0 0,0-1 0 0 0,0-1 0 0 0,-1 1 0 0 0,4-6 0 0 0,-3 5-20 0 0,-1 1 1 0 0,0 0 0 0 0,0-1-1 0 0,0 0 1 0 0,-1 1-1 0 0,1-1 1 0 0,-1 0-1 0 0,-1 0 1 0 0,1-1 0 0 0,-1 1-1 0 0,0 0 1 0 0,-1 0-1 0 0,0-1 1 0 0,0 1 0 0 0,0 0-1 0 0,0-1 1 0 0,-1 1-1 0 0,0 0 1 0 0,0 0-1 0 0,-1 0 1 0 0,0 0 0 0 0,-3-6-1 0 0,2 2-219 0 0,1 4-15 0 0,-1-1 0 0 0,0 1 0 0 0,0-1 0 0 0,0 1 0 0 0,-1 0 0 0 0,1 0 0 0 0,-2 0 0 0 0,1 1 0 0 0,-1 0 0 0 0,-7-8 0 0 0,6 8-402 0 0,-1 0-1 0 0,0 0 1 0 0,0 0 0 0 0,0 1 0 0 0,0 0 0 0 0,-1 0 0 0 0,0 1 0 0 0,1 0 0 0 0,-1 0 0 0 0,-15-2 0 0 0,-1 2-1854 0 0,18 3-1760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5:12.4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211 97 3728 0 0,'0'0'6198'0'0,"5"1"-6016"0"0,15 6 870 0 0,-22-3-817 0 0,-20 30 776 0 0,20-31-648 0 0,-2 0-209 0 0,-28 13 721 0 0,30-15-823 0 0,1 0-1 0 0,-1 0 1 0 0,1-1-1 0 0,-1 1 0 0 0,0-1 1 0 0,1 1-1 0 0,-1-1 0 0 0,0 0 1 0 0,1 0-1 0 0,-1 1 1 0 0,0-1-1 0 0,1 0 0 0 0,-1-1 1 0 0,0 1-1 0 0,1 0 0 0 0,-1 0 1 0 0,0-1-1 0 0,1 1 1 0 0,-1-1-1 0 0,1 1 0 0 0,-1-1 1 0 0,0 0-1 0 0,-1-1 141 0 0,1 0-165 0 0,-1-1-1 0 0,1 0 1 0 0,0 0-1 0 0,0 0 1 0 0,0 0-1 0 0,1 0 1 0 0,-1 0 0 0 0,1 0-1 0 0,0 0 1 0 0,-1-1-1 0 0,0-6 1 0 0,1 6 35 0 0,2-1 12 0 0,1-16-10 0 0,-1 16-10 0 0,0 0 12 0 0,6-15-9 0 0,-5 15-11 0 0,2 1-15 0 0,10-14-3 0 0,-11 14 2 0 0,-1 3-26 0 0,0 0-1 0 0,-1 0 1 0 0,1 0 0 0 0,0 0 0 0 0,-1 0 0 0 0,1-1 0 0 0,-1 1-1 0 0,0 0 1 0 0,1-1 0 0 0,1-2 0 0 0,1 0 5 0 0,1 3 13 0 0,15-6-13 0 0,-15 6 3 0 0,0 1-13 0 0,0 0 0 0 0,1 1 1 0 0,-1 0-1 0 0,0 0 0 0 0,0 0 0 0 0,0 0 0 0 0,0 1 1 0 0,0 0-1 0 0,0 0 0 0 0,0 0 0 0 0,-1 1 0 0 0,1 0 1 0 0,-1 0-1 0 0,1 0 0 0 0,5 5 0 0 0,-2 2 2 0 0,-1 0 0 0 0,0 0 0 0 0,0 1 0 0 0,-1 0 1 0 0,0 0-1 0 0,-1 0 0 0 0,0 1 0 0 0,-1-1 0 0 0,0 1 0 0 0,-1 0 0 0 0,-1 1 0 0 0,3 18 0 0 0,-6-16-59 0 0,0 0 0 0 0,-1 0 0 0 0,0 0-1 0 0,-1 0 1 0 0,-1-1 0 0 0,0 1 0 0 0,-1-1 0 0 0,-1 0-1 0 0,-8 15 1 0 0,9-19 15 0 0,0 0 1 0 0,-1-1 1 0 0,0 0 0 0 0,-9 11-1 0 0,6-9 5 0 0,0-1 0 0 0,0 0 0 0 0,-1 0 0 0 0,0-1-1 0 0,-1-1 1 0 0,0 0 0 0 0,0 0 0 0 0,-1-1-1 0 0,0 0 1 0 0,-25 10 0 0 0,32-16 7 0 0,-1 0-10 0 0,-19 2-27 0 0,19-2-33 0 0,0-2-47 0 0,3 1 189 0 0,0 0-110 0 0,0-1 0 0 0,0 1 0 0 0,0-1 1 0 0,0 1-1 0 0,0-1 0 0 0,0 0 0 0 0,0 0 0 0 0,1 0 0 0 0,-1-1 1 0 0,0 1-1 0 0,1-1 0 0 0,-1 1 0 0 0,1-1 0 0 0,-1 0 1 0 0,1 0-1 0 0,0 0 0 0 0,-3-3 0 0 0,-15-29-502 0 0,18 30 394 0 0,1-1 8 0 0,-4-16 23 0 0,4 16 29 0 0,1 0 11 0 0,1-5 19 0 0,1 0 1 0 0,0 0-1 0 0,0 1 0 0 0,1-1 1 0 0,4-12-1 0 0,-5 18 51 0 0,2 2-11 0 0,1-1 57 0 0,1 0-1 0 0,-1 1 1 0 0,1 0-1 0 0,-1 0 1 0 0,10-1-1 0 0,-10 2 22 0 0,0 2 4 0 0,7 1 15 0 0,1 1 0 0 0,-1 0 0 0 0,0 1 1 0 0,0 0-1 0 0,-1 1 0 0 0,1 0 0 0 0,-1 1 0 0 0,14 9 0 0 0,141 82-136 0 0,-162-95-155 0 0,18 4-376 0 0,-16-4 481 0 0,-1 0-332 0 0,1-1-116 0 0,17 1-153 0 0,-17-2-127 0 0,0 0-127 0 0,17-4-117 0 0,-17 3-24 0 0,-1-1-739 0 0,21-9-1318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5:12.9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76 1 2060 0 0,'0'0'7259'0'0,"-5"1"-6838"0"0,-23 4 358 0 0,25-1-445 0 0,-7 12-33 0 0,7-13-34 0 0,1 2-22 0 0,-7 15-7 0 0,6-15-44 0 0,2 0-35 0 0,-6 14 2 0 0,5-14-30 0 0,1 0-24 0 0,0 1-30 0 0,1 1-1 0 0,0 0 1 0 0,0-1-1 0 0,1 1 1 0 0,0 6-1 0 0,1-8-56 0 0,-2-5-18 0 0,0 0-1 0 0,1 0 0 0 0,-1 0 0 0 0,1 0 1 0 0,-1 0-1 0 0,1 0 0 0 0,-1 0 1 0 0,0 0-1 0 0,1 1 0 0 0,-1-1 0 0 0,0 0 1 0 0,1 0-1 0 0,-1 0 0 0 0,1 1 1 0 0,-1-1-1 0 0,0 0 0 0 0,0 0 1 0 0,1 1-1 0 0,-1-1 0 0 0,0 0 0 0 0,1 1 1 0 0,-1-1-1 0 0,0 0 0 0 0,0 1 1 0 0,1-1-1 0 0,-1 1 0 0 0,14 11 76 0 0,4-4-47 0 0,-14-6 2 0 0,2-1 16 0 0,16 3 18 0 0,-17-3 9 0 0,0 0 10 0 0,42 10 195 0 0,-43-10-206 0 0,1 1 0 0 0,57 29 355 0 0,-59-29-332 0 0,1 1-25 0 0,-1 0-95 0 0,1 1 75 0 0,0-1-1 0 0,0 1 0 0 0,0 0 1 0 0,-1-1-1 0 0,1 2 0 0 0,-1-1 1 0 0,0 0-1 0 0,-1 1 0 0 0,1-1 0 0 0,-1 1 1 0 0,1 0-1 0 0,0 5 0 0 0,0 8 19 0 0,-3-14 15 0 0,-1 1 0 0 0,0-1-58 0 0,0 1-1 0 0,-1 0 1 0 0,1-1-1 0 0,-1 1 1 0 0,0-1-1 0 0,-1 1 1 0 0,1-1-1 0 0,-1 0 1 0 0,0 0-1 0 0,0 0 1 0 0,0 0-1 0 0,0-1 1 0 0,-5 5-1 0 0,0-2-14 0 0,-1 1 0 0 0,0-1 1 0 0,0-1-1 0 0,0 1 0 0 0,-13 4 0 0 0,18-8-94 0 0,-9 2-88 0 0,13-4 91 0 0,-1 1 1 0 0,0-1 0 0 0,0 1 0 0 0,0-1 0 0 0,1 1-1 0 0,-1-1 1 0 0,0 0 0 0 0,0 1 0 0 0,0-1 0 0 0,0 0-1 0 0,0 0 1 0 0,0 0 0 0 0,0 0 0 0 0,0 0 0 0 0,0 0 0 0 0,1 0-1 0 0,-1 0 1 0 0,0 0 0 0 0,0 0 0 0 0,-2-1 0 0 0,-15-1-566 0 0,13 2-64 0 0,5-1-136 0 0,0 0 811 0 0,0 1 0 0 0,0 0 1 0 0,0-1-1 0 0,0 1 0 0 0,0 0 0 0 0,0-1 0 0 0,0 1 0 0 0,0 0 0 0 0,-1-1 0 0 0,1 1 1 0 0,0 0-1 0 0,0-1 0 0 0,0 1 0 0 0,0 0 0 0 0,-1 0 0 0 0,1-1 0 0 0,0 1 1 0 0,0 0-1 0 0,-1 0 0 0 0,1-1 0 0 0,0 1 0 0 0,0 0 0 0 0,-1 0 0 0 0,1 0 0 0 0,0-1 1 0 0,-1 1-1 0 0,1 0 0 0 0,0 0 0 0 0,-1 0 0 0 0,0 0-94 0 0,0-1-1 0 0,1 1 1 0 0,-1-1-1 0 0,0 1 1 0 0,1 0-1 0 0,-1-1 1 0 0,0 1-1 0 0,1-1 1 0 0,-1 0 0 0 0,0 1-1 0 0,1-1 1 0 0,-1 1-1 0 0,1-1 1 0 0,-1 0-1 0 0,1 0 1 0 0,0 1-1 0 0,-1-1 1 0 0,1 0-1 0 0,0 0 1 0 0,-1 1 0 0 0,1-1-1 0 0,0 0 1 0 0,0 0-1 0 0,0-1 1 0 0,-2-4-334 0 0,-2-16-2780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5:13.2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2 181 1680 0 0,'0'0'4100'0'0,"-1"-5"-3431"0"0,1 2-278 0 0,0 0 0 0 0,0-1 0 0 0,0 1 0 0 0,0 0 0 0 0,1 0 0 0 0,-1 0-1 0 0,1-1 1 0 0,0 1 0 0 0,0 0 0 0 0,3-6 0 0 0,-2 6 26 0 0,-2 2-371 0 0,1 0 0 0 0,0 0 0 0 0,0 0 0 0 0,-1 0-1 0 0,1 0 1 0 0,0 0 0 0 0,0 0 0 0 0,0 1-1 0 0,0-1 1 0 0,0 0 0 0 0,0 1 0 0 0,0-1 0 0 0,0 1-1 0 0,3-2 1 0 0,4-2 415 0 0,47-23 663 0 0,2 3 0 0 0,72-22 0 0 0,-120 44-1109 0 0,-4 0-199 0 0,3-1-690 0 0,1 0 0 0 0,0 1 0 0 0,0 0 1 0 0,12-1-1 0 0,-16 3-1024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5:21.2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117 1 4104 0 0,'0'0'7156'0'0,"-3"4"-6600"0"0,-3 8-109 0 0,0 1 0 0 0,0 0-1 0 0,1 0 1 0 0,1 0-1 0 0,0 1 1 0 0,1 0-1 0 0,-3 23 1 0 0,-1 4 55 0 0,-13 68 713 0 0,-23 109-188 0 0,40-195-1564 0 0,2-19 96 0 0,27-22-16674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5:22.0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105 126 4560 0 0,'0'0'4526'0'0,"-4"-2"-3692"0"0,-8-7-144 0 0,8 7 818 0 0,3-2-1107 0 0,-3-12-32 0 0,2 12 263 0 0,5-1-363 0 0,6-14-12 0 0,-7 15-30 0 0,3 0-13 0 0,7-5-32 0 0,1 0 0 0 0,0 1 0 0 0,1 1-1 0 0,25-11 1 0 0,-35 17-154 0 0,9-1 46 0 0,-10 2-66 0 0,-1-1-1 0 0,1 0 0 0 0,0 1 0 0 0,0 0 0 0 0,-1 0 0 0 0,1 0 0 0 0,0 0 0 0 0,0 0 1 0 0,0 0-1 0 0,-1 1 0 0 0,1-1 0 0 0,0 1 0 0 0,0 0 0 0 0,-1 0 0 0 0,1 0 1 0 0,-1 0-1 0 0,4 2 0 0 0,25 27 97 0 0,-29-27-70 0 0,-1 2-12 0 0,1 5-7 0 0,-1-6-12 0 0,0 0-1 0 0,0 1 1 0 0,0-1-1 0 0,-1 1 1 0 0,0-1-1 0 0,0 7 1 0 0,-1 0 5 0 0,-1-1 0 0 0,-1 0 0 0 0,1 0 0 0 0,-2 0 0 0 0,-5 12-1 0 0,-33 52 77 0 0,40-70-29 0 0,2-4-49 0 0,0 1-1 0 0,0-1 0 0 0,0 1 1 0 0,-1-1-1 0 0,1 1 0 0 0,0-1 1 0 0,0 1-1 0 0,0 0 0 0 0,-1-1 1 0 0,1 0-1 0 0,0 1 1 0 0,-1-1-1 0 0,1 1 0 0 0,0-1 1 0 0,-1 1-1 0 0,1-1 0 0 0,-1 0 1 0 0,1 1-1 0 0,0-1 0 0 0,-1 0 1 0 0,1 1-1 0 0,-1-1 1 0 0,1 0-1 0 0,-1 1 0 0 0,1-1 1 0 0,-2 0-1 0 0,2 0-3 0 0,-1 0 0 0 0,1 1 0 0 0,-1-1 0 0 0,1 0 0 0 0,-1 0 0 0 0,1 1 0 0 0,-1-1 0 0 0,1 0 0 0 0,-1 1 0 0 0,1-1 0 0 0,0 0 1 0 0,-1 1-1 0 0,1-1 0 0 0,-1 1 0 0 0,1-1 0 0 0,0 1 0 0 0,-1-1 0 0 0,1 1 0 0 0,0-1 0 0 0,0 1 0 0 0,0-1 0 0 0,-1 1 0 0 0,1-1 0 0 0,0 1 0 0 0,0-1 0 0 0,0 2 0 0 0,-12 12 187 0 0,27-23-189 0 0,-11 7 13 0 0,1 1-15 0 0,14-2-4 0 0,-14 2-8 0 0,1 0-3 0 0,17-1-1 0 0,-17 2 12 0 0,0 1 11 0 0,43 12 14 0 0,-44-11-9 0 0,-1 1 9 0 0,12 8 3 0 0,-12-9 6 0 0,-4-1-28 0 0,0-1 1 0 0,0 0 0 0 0,0 1 0 0 0,0-1 0 0 0,0 1 0 0 0,0-1 0 0 0,0 0 0 0 0,0 1 0 0 0,1-1 0 0 0,-1 0 0 0 0,0 1 0 0 0,0-1 0 0 0,0 0 0 0 0,0 1 0 0 0,0-1 0 0 0,1 0 0 0 0,-1 1 0 0 0,0-1 0 0 0,0 0 0 0 0,1 0 0 0 0,-1 1 0 0 0,0-1 0 0 0,1 0 0 0 0,-1 0 0 0 0,0 1 0 0 0,0-1 0 0 0,1 0 0 0 0,0 0 2 0 0,-1 1 1 0 0,1-1-1 0 0,-1 0 0 0 0,1 1 1 0 0,-1-1-1 0 0,1 0 1 0 0,-1 1-1 0 0,0-1 0 0 0,1 1 1 0 0,-1-1-1 0 0,0 1 0 0 0,1-1 1 0 0,-1 1-1 0 0,0-1 1 0 0,1 1-1 0 0,-1-1 0 0 0,0 1 1 0 0,0-1-1 0 0,0 1 0 0 0,0-1 1 0 0,0 1-1 0 0,1 0 1 0 0,-1-1-1 0 0,0 1 0 0 0,0-1 1 0 0,0 1-1 0 0,0-1 0 0 0,-1 1 1 0 0,1-1-1 0 0,0 2 1 0 0,0 1 5 0 0,0 0 1 0 0,-1 0-1 0 0,1 0 1 0 0,-1 0-1 0 0,1 0 1 0 0,-1 0-1 0 0,0 0 1 0 0,0 0 0 0 0,0 0-1 0 0,-1 0 1 0 0,1-1-1 0 0,-1 1 1 0 0,0 0-1 0 0,1-1 1 0 0,-1 1-1 0 0,0-1 1 0 0,-5 4 0 0 0,-10 7 40 0 0,-2 0 0 0 0,1-1 0 0 0,-2-1 0 0 0,1-1 0 0 0,-1-1 0 0 0,-1-1 0 0 0,-40 11 0 0 0,27-13-91 0 0,28-6-118 0 0,-30 0-139 0 0,29 0 50 0 0,1-1-110 0 0,-17-3-107 0 0,17 3-105 0 0,1-1-102 0 0,-12-4-91 0 0,13 4-68 0 0,3 2 788 0 0,1-1 1 0 0,0 1-1 0 0,0 0 0 0 0,0-1 1 0 0,0 1-1 0 0,0 0 0 0 0,0-1 1 0 0,0 1-1 0 0,-1 0 0 0 0,1-1 0 0 0,0 1 1 0 0,0 0-1 0 0,0 0 0 0 0,-1-1 1 0 0,1 1-1 0 0,0 0 0 0 0,0 0 0 0 0,-1-1 1 0 0,1 1-1 0 0,0 0 0 0 0,0 0 1 0 0,-1 0-1 0 0,1 0 0 0 0,0-1 0 0 0,-1 1 1 0 0,1 0-1 0 0,0 0 0 0 0,-1 0 1 0 0,-7-6-741 0 0,8-3-3262 0 0,5-13 1593 0 0,-4 17-1737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5:22.4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1 3948 0 0,'0'0'7684'0'0,"1"4"-7241"0"0,0-1-277 0 0,-1 0-1 0 0,0 0 1 0 0,1 1-1 0 0,-1-1 1 0 0,0 0-1 0 0,-1 0 1 0 0,1 1-1 0 0,0-1 1 0 0,-1 0-1 0 0,0 0 1 0 0,-1 4-1 0 0,0-3 482 0 0,-1 25 38 0 0,3-23-474 0 0,4 16 41 0 0,-3-18-132 0 0,2 1-51 0 0,7 9-18 0 0,1 0 0 0 0,0 0 0 0 0,1-2 0 0 0,1 1 0 0 0,24 18 0 0 0,24 23-26 0 0,-58-51 127 0 0,-1 1-52 0 0,10 13-26 0 0,-9-13-2 0 0,-2 0 2 0 0,1 1-25 0 0,-1 0-1 0 0,-1 0 0 0 0,1-1 1 0 0,-1 1-1 0 0,0 0 0 0 0,0 0 1 0 0,-1 6-1 0 0,1-6 22 0 0,-3-2-21 0 0,-5 12-7 0 0,6-12-10 0 0,-1 0-10 0 0,-2 1 11 0 0,2 0-198 0 0,0-1 0 0 0,0-1 0 0 0,-1 1-1 0 0,1 0 1 0 0,-1-1 0 0 0,0 0 0 0 0,0 1 0 0 0,1-2 0 0 0,-1 1 0 0 0,-1 0 0 0 0,1-1-1 0 0,0 0 1 0 0,0 0 0 0 0,-9 1 0 0 0,-8-2-583 0 0,16 0-43 0 0,0-1-46 0 0,-1-2-27 0 0,0-1-1 0 0,0 1 1 0 0,0-1 0 0 0,0 0 0 0 0,1-1-1 0 0,-1 1 1 0 0,1-1 0 0 0,-8-9 0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5:22.7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1 204 2732 0 0,'14'-39'7819'0'0,"-11"30"-8074"0"0,-1 4 915 0 0,2 2-66 0 0,10-9-100 0 0,1 1 0 0 0,0 1-1 0 0,0 0 1 0 0,1 1-1 0 0,0 1 1 0 0,26-9 0 0 0,113-32 18 0 0,-109 36-1296 0 0,-42 11 155 0 0,-3 2 599 0 0,0 1 0 0 0,-1-1 0 0 0,1 0 0 0 0,0 0 1 0 0,0 0-1 0 0,-1 0 0 0 0,1 0 0 0 0,0 0 0 0 0,0 0 0 0 0,-1 0 1 0 0,1 0-1 0 0,0 0 0 0 0,0 0 0 0 0,-1-1 0 0 0,1 1 1 0 0,0 0-1 0 0,-1 0 0 0 0,1-1 0 0 0,0 1 0 0 0,0-1 0 0 0,6-2-1592 0 0,0 2-4411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5:27.7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30 4356 0 0,'0'0'4627'0'0,"0"-5"-3510"0"0,-2-15-185 0 0,2 15 2575 0 0,1 10-2994 0 0,5 36 202 0 0,-2 1-1 0 0,-2 0 1 0 0,-4 50-1 0 0,-5-21-525 0 0,-9 76-193 0 0,16-142-157 0 0,-1 1-127 0 0,1 46-2384 0 0,1-48 1691 0 0,4 0-3645 0 0,4 2 4121 0 0,-2-4-3197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5:28.0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0 113 3144 0 0,'0'0'8208'0'0,"2"-4"-7544"0"0,3-15-34 0 0,-3 15-33 0 0,3 2-32 0 0,212-47 3038 0 0,-59 16-4961 0 0,-154 32 590 0 0,-18 25-14477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5:28.5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119 3 3692 0 0,'0'0'6418'0'0,"-4"-1"-5980"0"0,2 1-349 0 0,1-1 0 0 0,-1 1 0 0 0,0 0 0 0 0,1 0 0 0 0,-1-1 0 0 0,0 1 0 0 0,1 0 0 0 0,-1 0 0 0 0,0 1 0 0 0,1-1 0 0 0,-1 0 0 0 0,0 1 0 0 0,1-1 0 0 0,-1 1 0 0 0,0-1 0 0 0,1 1 0 0 0,-1 0 0 0 0,1-1 0 0 0,-3 3 0 0 0,1-1 256 0 0,0 1-25 0 0,-5 10-23 0 0,0 0 0 0 0,0 1 0 0 0,1-1 0 0 0,1 1 0 0 0,0 1 0 0 0,1-1 0 0 0,1 1 0 0 0,-5 23-1 0 0,9-33-171 0 0,-1 1-24 0 0,0 84 245 0 0,1-85-306 0 0,0-4-40 0 0,0-1-1 0 0,1 0 0 0 0,-1 0 0 0 0,0 0 0 0 0,0 0 0 0 0,1 0 0 0 0,-1 0 0 0 0,0 0 0 0 0,0 1 0 0 0,1-1 0 0 0,-1 0 1 0 0,0 0-1 0 0,0 0 0 0 0,0 1 0 0 0,1-1 0 0 0,-1 0 0 0 0,0 0 0 0 0,0 1 0 0 0,0-1 0 0 0,0 0 0 0 0,0 0 0 0 0,1 1 0 0 0,-1-1 1 0 0,0 0-1 0 0,0 0 0 0 0,0 1 0 0 0,0-1 0 0 0,0 0 0 0 0,0 0 0 0 0,0 1 0 0 0,0 0 0 0 0,0-1 7 0 0,0 0-1 0 0,0 1 1 0 0,0-1 0 0 0,0 1-1 0 0,0-1 1 0 0,0 1-1 0 0,0-1 1 0 0,1 0-1 0 0,-1 1 1 0 0,0-1-1 0 0,0 1 1 0 0,0-1 0 0 0,1 0-1 0 0,-1 1 1 0 0,0-1-1 0 0,0 1 1 0 0,1-1-1 0 0,-1 0 1 0 0,0 1 0 0 0,1-1-1 0 0,-1 0 1 0 0,0 0-1 0 0,1 1 1 0 0,-1-1-1 0 0,1 0 1 0 0,-1 0 0 0 0,0 0-1 0 0,1 1 1 0 0,-1-1-1 0 0,1 0 1 0 0,-1 0-1 0 0,0 0 1 0 0,1 0-1 0 0,-1 0 1 0 0,1 0 0 0 0,-1 0-1 0 0,1 0 1 0 0,-1 0-1 0 0,1 0 1 0 0,20-2 51 0 0,-16 1-21 0 0,0-1 10 0 0,57-32 282 0 0,-35 18-188 0 0,1 1 1 0 0,1 1 0 0 0,55-18-1 0 0,-79 31-144 0 0,1 1 50 0 0,-2 0-39 0 0,5 0 40 0 0,0 0 1 0 0,-1 0 0 0 0,16 4 0 0 0,-21-3-35 0 0,1 0 0 0 0,0 0 0 0 0,-1 0-1 0 0,1 1 1 0 0,-1-1 0 0 0,0 1 0 0 0,0 0 0 0 0,1 0 0 0 0,-1 0 0 0 0,0 0-1 0 0,-1 1 1 0 0,1-1 0 0 0,0 1 0 0 0,-1 0 0 0 0,3 3 0 0 0,10 16 139 0 0,-2 10-137 0 0,-14-22-11 0 0,1-4 1 0 0,0-2 3 0 0,-1 0 0 0 0,1 0 0 0 0,0 0-1 0 0,-1 0 1 0 0,0 0 0 0 0,0 0 0 0 0,0 0 0 0 0,-1 0 0 0 0,1 0 0 0 0,-1-1 0 0 0,0 1 0 0 0,0-1 0 0 0,-3 5 0 0 0,3-5-15 0 0,-1 2-1 0 0,0 0-1 0 0,0-1 1 0 0,0 1 0 0 0,-1-1-1 0 0,1 0 1 0 0,-1 0-1 0 0,0 0 1 0 0,-7 5 0 0 0,-2 2-23 0 0,-6 3-141 0 0,-1 1 0 0 0,-1-2 0 0 0,0-1 0 0 0,0-1 0 0 0,-1 0 0 0 0,-1-2 0 0 0,0-1 0 0 0,0 0 0 0 0,-38 6 0 0 0,56-13-359 0 0,-2-1-117 0 0,-45-8-1635 0 0,48 6 1472 0 0,-1 0-70 0 0,-3-4 722 0 0,-17-17-6258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5:29.0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180 77 4900 0 0,'3'-4'1935'0'0,"7"-16"1579"0"0,0-2 2225 0 0,-15 22-5435 0 0,-16-3-30 0 0,18 4-210 0 0,0 0 1 0 0,-1 0-1 0 0,1 0 1 0 0,0 0 0 0 0,0 0-1 0 0,1 0 1 0 0,-1 1 0 0 0,0 0-1 0 0,0-1 1 0 0,1 1-1 0 0,-1 0 1 0 0,1 0 0 0 0,-5 5-1 0 0,-6 4 56 0 0,1 1-1 0 0,0 1 0 0 0,1 0 1 0 0,0 0-1 0 0,1 1 0 0 0,0 1 1 0 0,1-1-1 0 0,1 2 0 0 0,-10 23 1 0 0,14-29-100 0 0,1-1-1 0 0,0 1 1 0 0,0-1 0 0 0,0 14 0 0 0,1-16-15 0 0,1-2-41 0 0,2 2-23 0 0,0-4 55 0 0,-1 0-38 0 0,0 0 0 0 0,0 1 1 0 0,1-1-1 0 0,-1 1 1 0 0,1-1-1 0 0,0 0 0 0 0,0 1 1 0 0,0-1-1 0 0,0 0 0 0 0,1 0 1 0 0,-1 0-1 0 0,1 0 1 0 0,0 0-1 0 0,0 0 0 0 0,0 0 1 0 0,0-1-1 0 0,0 1 0 0 0,1-1 1 0 0,-1 1-1 0 0,1-1 1 0 0,0 0-1 0 0,0 0 0 0 0,-1 0 1 0 0,1 0-1 0 0,0-1 0 0 0,1 1 1 0 0,-1-1-1 0 0,6 2 1 0 0,-1-2-62 0 0,0 0 0 0 0,0-1 1 0 0,0 1-1 0 0,0-2 0 0 0,0 1 0 0 0,1-1 1 0 0,-1 0-1 0 0,0-1 0 0 0,0 0 1 0 0,-1 0-1 0 0,15-7 0 0 0,-10 4 164 0 0,-1-1 0 0 0,0-1 0 0 0,0 0 0 0 0,-1 0 0 0 0,0-1 0 0 0,14-14 0 0 0,-20 18-1 0 0,0-1 0 0 0,-1 0 0 0 0,0 0 1 0 0,0 0-1 0 0,0 0 0 0 0,0-1 0 0 0,-1 1 0 0 0,0-1 0 0 0,0 1 0 0 0,0-1 0 0 0,-1 0 0 0 0,0 0 0 0 0,0 1 1 0 0,0-12-1 0 0,-2 5-273 0 0,-1 0 0 0 0,0 0 0 0 0,-1 0 0 0 0,0 1 0 0 0,-1-1 0 0 0,0 1 0 0 0,-1 0 0 0 0,0 0 0 0 0,-1 0 0 0 0,0 1 0 0 0,-1-1 0 0 0,-12-13 0 0 0,15 20-256 0 0,0 0-1 0 0,0 0 1 0 0,-1 1-1 0 0,1-1 0 0 0,-1 1 1 0 0,0 0-1 0 0,1 1 1 0 0,-1-1-1 0 0,-1 1 0 0 0,1 0 1 0 0,-6-1-1 0 0,7 1 144 0 0,-11-1-2951 0 0,-29-1-2334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5:34.4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28 106 3140 0 0,'0'0'1704'0'0,"-4"-1"-940"0"0,-20-2 4963 0 0,26 6-5462 0 0,1-1-214 0 0,-1 0-1 0 0,1 0 1 0 0,-1 0 0 0 0,1 0-1 0 0,0-1 1 0 0,0 1-1 0 0,0-1 1 0 0,-1 0-1 0 0,1 0 1 0 0,0 0-1 0 0,1 0 1 0 0,-1-1-1 0 0,0 1 1 0 0,0-1-1 0 0,0 0 1 0 0,0 1 0 0 0,0-1-1 0 0,6-1 1 0 0,71-7 240 0 0,-62 5-220 0 0,7 0 79 0 0,-1-2 0 0 0,0 0 1 0 0,0-2-1 0 0,41-16 0 0 0,-61 21 1 0 0,-3 2-125 0 0,1-1 0 0 0,0 0 0 0 0,0 1 0 0 0,-1-1 0 0 0,1 0 0 0 0,0 0 0 0 0,-1 1 0 0 0,1-1 0 0 0,-1-1 0 0 0,1 1 0 0 0,-1 0 0 0 0,2-2 0 0 0,-1 1 0 0 0,-1 1 0 0 0,0 0 0 0 0,1 0 0 0 0,-1 0 0 0 0,1 0 0 0 0,-1 0 0 0 0,1 0 0 0 0,-1 0 1 0 0,1 0-1 0 0,0 1 0 0 0,0-1 0 0 0,2 0 0 0 0,-3 0-2 0 0,0 0-1 0 0,0 0 1 0 0,0 0 0 0 0,0 0-1 0 0,-1 0 1 0 0,1 0 0 0 0,0-1-1 0 0,-1 1 1 0 0,1 0 0 0 0,-1 0-1 0 0,1-1 1 0 0,-1 1 0 0 0,0 0-1 0 0,1 0 1 0 0,-1-1 0 0 0,0 1-1 0 0,0-2 1 0 0,-8-12-2 0 0,6 12 205 0 0,-18 6-184 0 0,15-3-30 0 0,0 0 190 0 0,5 0-198 0 0,0 1-1 0 0,0-1 1 0 0,0 1-1 0 0,0-1 1 0 0,0 0 0 0 0,0 1-1 0 0,0-1 1 0 0,0 0-1 0 0,0 1 1 0 0,0-1-1 0 0,0 0 1 0 0,-1 1 0 0 0,1-1-1 0 0,0 0 1 0 0,0 1-1 0 0,0-1 1 0 0,-1 0-1 0 0,1 0 1 0 0,0 1 0 0 0,0-1-1 0 0,-1 0 1 0 0,1 0-1 0 0,0 0 1 0 0,-1 1-1 0 0,1-1 1 0 0,0 0 0 0 0,0 0-1 0 0,-1 1 1 0 0,0-1 17 0 0,0 0 1 0 0,0 1-1 0 0,1-1 1 0 0,-1 1-1 0 0,0-1 1 0 0,1 1-1 0 0,-1-1 1 0 0,0 1-1 0 0,1 0 1 0 0,-1-1-1 0 0,1 1 1 0 0,-1 0-1 0 0,1-1 1 0 0,-1 1-1 0 0,1 0 1 0 0,0-1-1 0 0,-1 1 1 0 0,1 0-1 0 0,0 1 1 0 0,-5 13 316 0 0,4-11-179 0 0,0 3-68 0 0,-21 225 318 0 0,15-174-1278 0 0,-3 0 0 0 0,-24 78 0 0 0,33-131-209 0 0,-1 0 0 0 0,0-1 0 0 0,0 1 1 0 0,0-1-1 0 0,-1 1 0 0 0,1-1 0 0 0,-6 7 0 0 0,7-10 883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5:34.7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12 136 3776 0 0,'0'0'1472'0'0,"-3"-2"-239"0"0,2 1-1065 0 0,1 1 1 0 0,-1-1 0 0 0,0 0-1 0 0,1 1 1 0 0,-1-1 0 0 0,0 1-1 0 0,1-1 1 0 0,-1 0 0 0 0,1 0-1 0 0,0 1 1 0 0,-1-1 0 0 0,1 0-1 0 0,-1 0 1 0 0,1 1 0 0 0,0-1-1 0 0,0 0 1 0 0,-1 0 0 0 0,1-1-1 0 0,1 1-114 0 0,-1 0-1 0 0,0 0 1 0 0,1 0-1 0 0,0 0 1 0 0,-1 0-1 0 0,1 1 1 0 0,-1-1-1 0 0,1 0 1 0 0,0 0-1 0 0,0 1 1 0 0,-1-1-1 0 0,1 0 1 0 0,0 1-1 0 0,0-1 1 0 0,0 1-1 0 0,0-1 1 0 0,0 1-1 0 0,0-1 1 0 0,0 1-1 0 0,0 0 1 0 0,0-1-1 0 0,0 1 1 0 0,0 0-1 0 0,0 0 1 0 0,1 0-1 0 0,267-51 269 0 0,-19 5-7741 0 0,-221 39 3480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5:35.1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72 0 3072 0 0,'0'0'4680'0'0,"-5"2"-4238"0"0,-15 4 2 0 0,15-4-20 0 0,2 2 8 0 0,-7 14 594 0 0,-15 35-1 0 0,23-48-744 0 0,2 1-2 0 0,-1 17-18 0 0,0-18-15 0 0,3 1-10 0 0,0-1-174 0 0,0 0 0 0 0,0 0 0 0 0,0 0-1 0 0,1 0 1 0 0,0 0 0 0 0,0-1 0 0 0,0 1 0 0 0,0-1 0 0 0,1 1 0 0 0,-1-1 0 0 0,1 0 0 0 0,8 6 0 0 0,113 52 423 0 0,-121-60-428 0 0,0 1-9 0 0,15 6 4 0 0,-14-6-10 0 0,-2-1-3 0 0,8 7-8 0 0,-8-7 17 0 0,-2 2-10 0 0,4 11 14 0 0,-4-11-4 0 0,-3-1-20 0 0,-5 10-22 0 0,6-9 0 0 0,-4-1-2 0 0,-3 4-125 0 0,-1-1-1 0 0,0 0 0 0 0,0-1 1 0 0,0 1-1 0 0,-1-2 1 0 0,-19 7-1 0 0,-23 0-1858 0 0,47-10 938 0 0,-2-2-381 0 0,-1 1 880 0 0,-5-2-91 0 0,-3-3-2672 0 0,-3-2-1512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5:35.2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0 178 3816 0 0,'5'-3'1357'0'0,"34"-21"1264"0"0,67-28 1 0 0,72-10-2205 0 0,-57 30-4352 0 0,-100 27 1404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5:36.4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98 5 3376 0 0,'0'0'5657'0'0,"-4"0"-5137"0"0,-15-4-57 0 0,14 3-127 0 0,2 4 47 0 0,-34 21 901 0 0,34-21-1040 0 0,1-2-158 0 0,0 0 0 0 0,1 1 0 0 0,-1-1 0 0 0,0 1 0 0 0,1-1-1 0 0,0 1 1 0 0,-1-1 0 0 0,1 1 0 0 0,0 0 0 0 0,0 0 0 0 0,0 0 0 0 0,0 0 0 0 0,0-1 0 0 0,0 1 0 0 0,0 0-1 0 0,0 3 1 0 0,-3 5 438 0 0,5-6-310 0 0,0 0-162 0 0,0-1 1 0 0,0 0-1 0 0,1 1 0 0 0,-1-1 1 0 0,1 0-1 0 0,0 0 1 0 0,0 0-1 0 0,0 0 0 0 0,0-1 1 0 0,1 1-1 0 0,-1 0 1 0 0,5 2-1 0 0,0 1 34 0 0,1-1-1 0 0,-1 0 1 0 0,1-1 0 0 0,14 6-1 0 0,168 67 90 0 0,-151-53-133 0 0,-30-17-26 0 0,-6-5 2 0 0,-3-1-16 0 0,0-1-1 0 0,1 1 0 0 0,-1-1 0 0 0,0 1 0 0 0,0-1 0 0 0,0 1 1 0 0,0-1-1 0 0,0 0 0 0 0,0 1 0 0 0,1-1 0 0 0,-1 1 0 0 0,0-1 0 0 0,0 0 1 0 0,1 1-1 0 0,-1-1 0 0 0,0 1 0 0 0,0-1 0 0 0,1 0 0 0 0,-1 1 1 0 0,0-1-1 0 0,1 0 0 0 0,-1 0 0 0 0,1 1 0 0 0,-1-1 0 0 0,0 0 1 0 0,2 1-1 0 0,-2-1 8 0 0,1 0 1 0 0,-1 0 0 0 0,1 1 0 0 0,-1-1 0 0 0,1 0-1 0 0,-1 1 1 0 0,1-1 0 0 0,-1 1 0 0 0,1-1-1 0 0,-1 1 1 0 0,0-1 0 0 0,1 1 0 0 0,-1-1-1 0 0,0 1 1 0 0,1-1 0 0 0,-1 1 0 0 0,0-1 0 0 0,0 1-1 0 0,1-1 1 0 0,-1 1 0 0 0,0 0 0 0 0,0-1-1 0 0,0 1 1 0 0,0-1 0 0 0,0 1 0 0 0,0 0-1 0 0,0-1 1 0 0,0 1 0 0 0,0-1 0 0 0,0 1 0 0 0,0 0-1 0 0,0-1 1 0 0,-1 2 0 0 0,1 1-13 0 0,0 0 3 0 0,0 0-1 0 0,-1 0 1 0 0,1-1 0 0 0,-1 1 0 0 0,0 0-1 0 0,0-1 1 0 0,1 1 0 0 0,-2 0 0 0 0,1-1-1 0 0,0 1 1 0 0,0-1 0 0 0,-1 0-1 0 0,0 1 1 0 0,1-1 0 0 0,-1 0 0 0 0,0 0-1 0 0,0 0 1 0 0,-3 2 0 0 0,-18 12 23 0 0,0 0 0 0 0,-40 18 0 0 0,50-27-296 0 0,0-2-1 0 0,0 0 1 0 0,0 0-1 0 0,0-1 1 0 0,-1-1-1 0 0,0 0 1 0 0,-20 2 0 0 0,27-6-485 0 0,0 0 1 0 0,0 0-1 0 0,1 0 1 0 0,-1 0-1 0 0,0-1 1 0 0,-9-4-1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5:36.7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0 104 3368 0 0,'14'-8'877'0'0,"1"0"0"0"0,-1 1 0 0 0,1 1 0 0 0,1 1 0 0 0,16-4 0 0 0,84-13 384 0 0,-55 12-588 0 0,113-13-943 0 0,-60 18-6485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5:37.2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361 145 3356 0 0,'0'0'1818'0'0,"2"-5"-301"0"0,4-11-245 0 0,-5 12 784 0 0,-3-1-1277 0 0,1 1-616 0 0,-1 1 1 0 0,0-1-1 0 0,0 0 1 0 0,-1 0-1 0 0,1 1 0 0 0,-1-1 1 0 0,1 1-1 0 0,-1 0 1 0 0,0 0-1 0 0,0 0 1 0 0,-1 0-1 0 0,1 1 1 0 0,-1-1-1 0 0,1 1 1 0 0,-1 0-1 0 0,-7-4 1 0 0,1 2-45 0 0,1 0 1 0 0,-1 1 0 0 0,0 0 0 0 0,1 0 0 0 0,-1 1-1 0 0,-1 0 1 0 0,1 1 0 0 0,0 0 0 0 0,0 1 0 0 0,0 0 0 0 0,-1 1-1 0 0,1 0 1 0 0,0 0 0 0 0,0 1 0 0 0,0 0 0 0 0,-13 5-1 0 0,-32 23 248 0 0,50-26-347 0 0,-1 1 0 0 0,1 0 0 0 0,1 0 0 0 0,-1 0 0 0 0,1 0 0 0 0,0 0 1 0 0,0 1-1 0 0,-5 9 0 0 0,6-10-1 0 0,-3 7 20 0 0,-10 34 5 0 0,15-36-32 0 0,1-1 2 0 0,-1-2-10 0 0,0 0 1 0 0,1 1-1 0 0,0-1 1 0 0,0 1-1 0 0,1-1 0 0 0,2 11 1 0 0,-2-11-5 0 0,0-2 2 0 0,1 0 1 0 0,-1 0-1 0 0,1-1 0 0 0,0 1 0 0 0,1-1 0 0 0,-1 0 1 0 0,1 1-1 0 0,0-1 0 0 0,0 0 0 0 0,6 6 0 0 0,-6-6 0 0 0,1 0-11 0 0,1 0 1 0 0,-1-1-1 0 0,1 0 0 0 0,0 0 1 0 0,0 0-1 0 0,0 0 0 0 0,0-1 0 0 0,0 1 1 0 0,0-1-1 0 0,1-1 0 0 0,-1 1 1 0 0,1-1-1 0 0,-1 0 0 0 0,1 0 1 0 0,9 0-1 0 0,-6-2-14 0 0,0 1 0 0 0,0-2 0 0 0,0 1 0 0 0,0-1 0 0 0,0 0 1 0 0,0-1-1 0 0,-1 0 0 0 0,1-1 0 0 0,-1 0 0 0 0,0 0 0 0 0,0 0 0 0 0,-1-1 0 0 0,1 0 1 0 0,-1-1-1 0 0,7-7 0 0 0,-10 10 20 0 0,0-1-1 0 0,0 1 1 0 0,-1-1 0 0 0,0 0 0 0 0,0-1 0 0 0,0 1-1 0 0,0 0 1 0 0,-1-1 0 0 0,0 0 0 0 0,0 1 0 0 0,0-1-1 0 0,0 0 1 0 0,1-6 0 0 0,11-47-46 0 0,-15 34-43 0 0,0 15 51 0 0,1-4-148 0 0,-3-11-42 0 0,-3 7-310 0 0,5 10 348 0 0,1 5 116 0 0,0 0 0 0 0,0 0 0 0 0,-1 0 0 0 0,1 0 0 0 0,-1 0 0 0 0,0 0 0 0 0,1 0 0 0 0,-1 0 0 0 0,0 0 0 0 0,0 0 0 0 0,0 1-1 0 0,0-1 1 0 0,0 0 0 0 0,-1 1 0 0 0,-1-3 0 0 0,0-2-226 0 0,2 4 163 0 0,0 0 1 0 0,0-1-1 0 0,-1 1 0 0 0,1 0 0 0 0,-1 1 0 0 0,1-1 1 0 0,-1 0-1 0 0,1 0 0 0 0,-1 1 0 0 0,0-1 0 0 0,0 1 1 0 0,0-1-1 0 0,-3-1 0 0 0,-3-3-904 0 0,0 1-1 0 0,-1 0 1 0 0,0 0-1 0 0,-13-5 1 0 0,-4 2-4661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5:43.3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194 156 3448 0 0,'0'0'10057'0'0,"-2"-2"-9875"0"0,0 1-151 0 0,1 0 0 0 0,-1 0 0 0 0,1 0 0 0 0,0 0 1 0 0,0 0-1 0 0,0-1 0 0 0,0 1 0 0 0,0 0 1 0 0,0-1-1 0 0,0 1 0 0 0,0 0 0 0 0,0-1 0 0 0,0 1 1 0 0,1-1-1 0 0,-1 0 0 0 0,1 1 0 0 0,-1-1 0 0 0,1 1 1 0 0,0-1-1 0 0,-1 0 0 0 0,1 1 0 0 0,0-1 1 0 0,0 0-1 0 0,0 1 0 0 0,0-1 0 0 0,1 0 0 0 0,0-2 1 0 0,1-3-8 0 0,0 0 0 0 0,0 0 1 0 0,1 0-1 0 0,0 0 1 0 0,1 0-1 0 0,-1 1 0 0 0,1 0 1 0 0,6-8-1 0 0,0 6 12 0 0,-1 1-1 0 0,2 0 1 0 0,20-12 0 0 0,-27 18-49 0 0,3 1-32 0 0,1 0 49 0 0,0 1-1 0 0,0 1 0 0 0,-1-1 1 0 0,1 1-1 0 0,0 1 0 0 0,-1 0 1 0 0,1 0-1 0 0,-1 0 0 0 0,0 1 1 0 0,0-1-1 0 0,0 2 0 0 0,0-1 1 0 0,-1 1-1 0 0,0 0 0 0 0,0 1 1 0 0,0-1-1 0 0,-1 1 0 0 0,1 0 1 0 0,-1 1-1 0 0,-1-1 0 0 0,1 1 1 0 0,-1 0-1 0 0,4 10 0 0 0,-5-13-2 0 0,-1 0-1 0 0,0 1 1 0 0,1-1-1 0 0,-2 0 1 0 0,1 1-1 0 0,0-1 0 0 0,-1 1 1 0 0,2 8-1 0 0,-2-4 3 0 0,1 2-7 0 0,-1 1-1 0 0,0-1 1 0 0,0 1 0 0 0,-1-1-1 0 0,-1 1 1 0 0,0-1 0 0 0,-1 0-1 0 0,0 1 1 0 0,0-1 0 0 0,-1 0-1 0 0,0 0 1 0 0,-1 0 0 0 0,-8 14-1 0 0,3-9-26 0 0,0-1-1 0 0,-2 0 0 0 0,1-1 0 0 0,-2 0 0 0 0,0-1 0 0 0,0 0 1 0 0,-2-1-1 0 0,1-1 0 0 0,-1 0 0 0 0,-1 0 0 0 0,0-1 1 0 0,0-1-1 0 0,-1-1 0 0 0,0 0 0 0 0,-1-1 0 0 0,0-1 0 0 0,-32 8 1 0 0,43-13-13 0 0,0 0 0 0 0,-1-1 1 0 0,1 1-1 0 0,0-1 0 0 0,-1 0 1 0 0,1-1-1 0 0,0 1 0 0 0,-1-1 1 0 0,1-1-1 0 0,0 1 0 0 0,0-1 1 0 0,0 0-1 0 0,0 0 0 0 0,0-1 1 0 0,0 0-1 0 0,1 0 0 0 0,-7-4 1 0 0,8 3 18 0 0,0-1 0 0 0,1 1 0 0 0,-1-1 0 0 0,1 1 0 0 0,0-1 0 0 0,0 0 0 0 0,0 0 0 0 0,0-1 0 0 0,1 1 0 0 0,0-1 0 0 0,0 1 0 0 0,-1-11 0 0 0,2 11-22 0 0,1 4 42 0 0,1 1 1 0 0,-1-1-1 0 0,0 0 0 0 0,1 0 0 0 0,-1 0 1 0 0,0 0-1 0 0,1 1 0 0 0,-1-1 0 0 0,0 0 1 0 0,0 0-1 0 0,0 0 0 0 0,0 0 0 0 0,0 0 1 0 0,0 0-1 0 0,0 0 0 0 0,0 0 0 0 0,0 1 1 0 0,-1-2-1 0 0,1 0 0 0 0,0 0 0 0 0,0 1-1 0 0,-1-1 1 0 0,1 1 0 0 0,0-1 0 0 0,0 0-1 0 0,1 1 1 0 0,-1-1 0 0 0,0 1 0 0 0,0-1 0 0 0,1 0-1 0 0,-1 1 1 0 0,2-3 0 0 0,-1-1 0 0 0,1 1-1 0 0,-1-1 1 0 0,1 1 0 0 0,1-1-1 0 0,-1 1 1 0 0,1 0 0 0 0,-1 0-1 0 0,1 0 1 0 0,1 0 0 0 0,-1 0-1 0 0,0 0 1 0 0,1 1 0 0 0,7-6-1 0 0,-4 6 4 0 0,-1 0-1 0 0,1 1 1 0 0,0 0 0 0 0,-1 0-1 0 0,1 1 1 0 0,0-1 0 0 0,0 2-1 0 0,0-1 1 0 0,1 1 0 0 0,-1 0-1 0 0,0 0 1 0 0,0 1 0 0 0,0 0-1 0 0,0 0 1 0 0,0 1 0 0 0,12 4-1 0 0,13 6 89 0 0,1 1-1 0 0,-1 2 0 0 0,-1 1 1 0 0,-1 2-1 0 0,-1 0 1 0 0,48 41-1 0 0,-73-55-81 0 0,33 24-102 0 0,8-7-1411 0 0,-40-20 941 0 0,-5-1 523 0 0,1-1 1 0 0,-1 1 0 0 0,1-1-1 0 0,-1 1 1 0 0,0 0-1 0 0,1-1 1 0 0,0 1 0 0 0,-1 0-1 0 0,1-1 1 0 0,-1 1 0 0 0,1 0-1 0 0,-1 0 1 0 0,1 0-1 0 0,0-1 1 0 0,-1 1 0 0 0,1 0-1 0 0,-1 0 1 0 0,1 0-1 0 0,0 0 1 0 0,-1 0 0 0 0,1 0-1 0 0,-1 0 1 0 0,2 1 0 0 0,-1-1-77 0 0,1 0-1 0 0,-1 0 1 0 0,1 0 0 0 0,-1 0 0 0 0,0 0 0 0 0,1 0 0 0 0,-1-1 0 0 0,1 1 0 0 0,-1 0 0 0 0,0-1 0 0 0,1 1 0 0 0,-1-1 0 0 0,2 0-1 0 0,2-1-347 0 0,13-8-3143 0 0,1-3-816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5:44.3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46 138 3896 0 0,'0'0'2393'0'0,"-5"-1"-1426"0"0,-15-1-111 0 0,15 1 1911 0 0,-8-14-2219 0 0,10 12-145 0 0,5-1-227 0 0,1-2-117 0 0,-1 1 0 0 0,1-1 0 0 0,1 1-1 0 0,-1 0 1 0 0,1 0 0 0 0,0 0 0 0 0,0 0-1 0 0,1 1 1 0 0,-1 0 0 0 0,9-7-1 0 0,51-28 293 0 0,-60 37-322 0 0,1 0-12 0 0,15-4-3 0 0,-15 4 6 0 0,0 2 5 0 0,16 0-18 0 0,-19 1-4 0 0,0 0 0 0 0,0-1 0 0 0,0 1 0 0 0,-1 0 0 0 0,1 0 0 0 0,0 0 0 0 0,0 1 0 0 0,0-1 0 0 0,-1 0 0 0 0,1 1 0 0 0,-1-1 0 0 0,1 1 1 0 0,-1 0-1 0 0,0-1 0 0 0,1 1 0 0 0,-1 0 0 0 0,0 0 0 0 0,0-1 0 0 0,0 1 0 0 0,1 4 0 0 0,-2-5-4 0 0,1 0 0 0 0,0 0 0 0 0,-1 1-1 0 0,1-1 1 0 0,0 0 0 0 0,-1 1 0 0 0,0-1 0 0 0,1 1-1 0 0,-1-1 1 0 0,0 1 0 0 0,0-1 0 0 0,0 0-1 0 0,0 1 1 0 0,0-1 0 0 0,0 1 0 0 0,0 1 0 0 0,0 1 0 0 0,0 1 6 0 0,0 1 3 0 0,0 5-6 0 0,0-4-1 0 0,-1 1-1 0 0,1-1 0 0 0,-1 1 1 0 0,0-1-1 0 0,-1 1 0 0 0,0-1 1 0 0,-5 14-1 0 0,-18 43-45 0 0,24-61 63 0 0,-2 1 12 0 0,0 0 0 0 0,1 0 1 0 0,-1 0-1 0 0,1 1 1 0 0,0-1-1 0 0,-2 9 1 0 0,2-10 204 0 0,7-3-227 0 0,13-2-9 0 0,-13 1 146 0 0,0 0-130 0 0,18-1-12 0 0,-18 2-36 0 0,2 0-36 0 0,20 0 53 0 0,-23 0 14 0 0,1 1 0 0 0,-1-1 0 0 0,1 1 0 0 0,0 0 0 0 0,-1 1-1 0 0,0-1 1 0 0,1 1 0 0 0,-1 0 0 0 0,6 3 0 0 0,-2-1-33 0 0,-4-2 37 0 0,0 1 0 0 0,0-1 0 0 0,0 1 0 0 0,0-1 1 0 0,-1 1-1 0 0,1 0 0 0 0,-1 1 0 0 0,0-1 1 0 0,0 1-1 0 0,0-1 0 0 0,-1 1 0 0 0,1 0 0 0 0,-1 0 1 0 0,0 0-1 0 0,3 6 0 0 0,-2-2 1 0 0,-1-5 3 0 0,-2 2 4 0 0,0 0-10 0 0,0 1 0 0 0,-1-1 0 0 0,1 1 0 0 0,-1-1 0 0 0,0 0 1 0 0,-1 1-1 0 0,1-1 0 0 0,-1 0 0 0 0,0 0 0 0 0,-1 0 0 0 0,1 0 0 0 0,-5 6 1 0 0,2-4 3 0 0,-1-1 1 0 0,1 0 0 0 0,-1 0 0 0 0,-1 0 0 0 0,1-1 0 0 0,-1 0 0 0 0,0 0 0 0 0,0 0 0 0 0,0-1-1 0 0,-1 0 1 0 0,-14 5 0 0 0,-8 0 10 0 0,25-8-2 0 0,-1 0-3 0 0,5-1-17 0 0,-4 1-130 0 0,0-1-1 0 0,0 0 0 0 0,0 1 1 0 0,0-1-1 0 0,0-1 0 0 0,0 1 1 0 0,1-1-1 0 0,-1 0 0 0 0,0 0 1 0 0,0 0-1 0 0,1-1 0 0 0,-1 0 1 0 0,0 1-1 0 0,1-2 1 0 0,0 1-1 0 0,-1 0 0 0 0,1-1 1 0 0,0 0-1 0 0,1 0 0 0 0,-1 0 1 0 0,0-1-1 0 0,-4-4 0 0 0,6 5-62 0 0,-16-21-1858 0 0,9 0-2088 0 0,5 2 18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5:46.5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174 92 3432 0 0,'0'0'5591'0'0,"-1"5"-5322"0"0,0-1-159 0 0,0-1 1 0 0,0 0-1 0 0,-1 0 0 0 0,1 0 1 0 0,-1 1-1 0 0,1-2 0 0 0,-1 1 1 0 0,0 0-1 0 0,0 0 0 0 0,-4 3 1 0 0,3-3 549 0 0,-14 6-300 0 0,13-7 344 0 0,-22-5-450 0 0,21 3-68 0 0,3-2-175 0 0,1 1 1 0 0,-1-1-1 0 0,1 0 1 0 0,0 0-1 0 0,0 0 1 0 0,-1 1 0 0 0,1-1-1 0 0,0 0 1 0 0,1 0-1 0 0,-1-1 1 0 0,0 1-1 0 0,1 0 1 0 0,-1 0-1 0 0,1 0 1 0 0,-1 0-1 0 0,1-1 1 0 0,0 1-1 0 0,0 0 1 0 0,0 0-1 0 0,0-1 1 0 0,1 1 0 0 0,-1 0-1 0 0,0 0 1 0 0,1 0-1 0 0,0 0 1 0 0,-1 0-1 0 0,1-1 1 0 0,0 1-1 0 0,0 0 1 0 0,0 1-1 0 0,0-1 1 0 0,1 0-1 0 0,-1 0 1 0 0,3-3-1 0 0,3-2-10 0 0,0 0-1 0 0,0 0 1 0 0,0 0 0 0 0,1 1-1 0 0,17-11 1 0 0,-20 14 11 0 0,0 1 0 0 0,1-1 0 0 0,-1 1 0 0 0,1 0 0 0 0,0 0 0 0 0,0 1 0 0 0,8-2 0 0 0,-10 3-10 0 0,1-1 0 0 0,2 1 8 0 0,-2 0-12 0 0,-2 0 8 0 0,1-1 1 0 0,0 1-1 0 0,0 1 0 0 0,0-1 0 0 0,0 0 0 0 0,-1 1 0 0 0,1 0 0 0 0,0 0 0 0 0,-1 0 0 0 0,1 0 0 0 0,0 1 0 0 0,-1-1 0 0 0,1 1 0 0 0,-1 0 0 0 0,5 3 1 0 0,-3-2 3 0 0,-3-2-6 0 0,-1 0-1 0 0,1 0 1 0 0,0 0 0 0 0,-1 1 0 0 0,1-1 0 0 0,-1 0-1 0 0,0 1 1 0 0,1-1 0 0 0,-1 1 0 0 0,0-1 0 0 0,0 1-1 0 0,0 0 1 0 0,2 3 0 0 0,23 55-113 0 0,-25-57 116 0 0,0 0 0 0 0,0 0 1 0 0,0 0-1 0 0,0 0 1 0 0,-1 0-1 0 0,1 1 1 0 0,-1-1-1 0 0,0 0 1 0 0,0 6-1 0 0,-1 0 5 0 0,2 5-5 0 0,-2 0 0 0 0,1 0 0 0 0,-2 0 1 0 0,0 0-1 0 0,-1 0 0 0 0,-8 25 1 0 0,2-12-7 0 0,-2-2 1 0 0,-17 30 0 0 0,20-38-3 0 0,-2 0 1 0 0,0-1 0 0 0,-2 0 0 0 0,1-1 0 0 0,-2-1 0 0 0,0 1 0 0 0,-25 20 0 0 0,33-31 7 0 0,0 0-1 0 0,0-1 1 0 0,-1 1 0 0 0,1-1-1 0 0,-9 3 1 0 0,4-1 54 0 0,6-3-52 0 0,-24 2-62 0 0,23-4 19 0 0,1-1 14 0 0,-1-1 16 0 0,1 0 1 0 0,-1 0-1 0 0,1 0 1 0 0,0 0 0 0 0,0-1-1 0 0,0 0 1 0 0,0 0 0 0 0,0 0-1 0 0,1 0 1 0 0,-1 0-1 0 0,1-1 1 0 0,0 0 0 0 0,-5-7-1 0 0,-10-32 70 0 0,17 38-56 0 0,1 4-8 0 0,1 1 0 0 0,-1-1-1 0 0,0 1 1 0 0,0-1 0 0 0,1 1 0 0 0,-1-1 0 0 0,0 1-1 0 0,0-1 1 0 0,0 0 0 0 0,0 1 0 0 0,0-1-1 0 0,0 1 1 0 0,0-1 0 0 0,0 0 0 0 0,0 1-1 0 0,0-1 1 0 0,0 1 0 0 0,0-1 0 0 0,0 0-1 0 0,0 1 1 0 0,-1-2 0 0 0,1 2-2 0 0,0-1 0 0 0,-1 0 1 0 0,1 0-1 0 0,0 0 0 0 0,0 0 1 0 0,0 0-1 0 0,0 0 0 0 0,0 0 1 0 0,0 0-1 0 0,0 0 0 0 0,0 0 0 0 0,0 0 1 0 0,1 0-1 0 0,-1 0 0 0 0,0 0 1 0 0,1 0-1 0 0,-1 0 0 0 0,0 0 1 0 0,1-1-1 0 0,6-14-13 0 0,-5 12 3 0 0,1 1 18 0 0,2 0-5 0 0,-1-1 1 0 0,1 2-1 0 0,0-1 0 0 0,0 0 0 0 0,0 1 1 0 0,9-3-1 0 0,-9 4 14 0 0,1 1 25 0 0,10 2 15 0 0,0 0 0 0 0,-1 2 0 0 0,0-1 0 0 0,0 2 1 0 0,16 6-1 0 0,26 18-2 0 0,44 20-392 0 0,-97-48-7 0 0,17 4-445 0 0,-15-3 608 0 0,0-1-456 0 0,0 0-84 0 0,9-2-972 0 0,1-1-1 0 0,-1 0 0 0 0,27-8 0 0 0,-37 8-2401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5:46.9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152 31 2652 0 0,'0'0'2568'0'0,"-4"-1"-1579"0"0,2 1-866 0 0,0-1 1 0 0,0 1-1 0 0,0-1 0 0 0,0 1 0 0 0,0 0 0 0 0,0 0 1 0 0,0 0-1 0 0,0 0 0 0 0,0 0 0 0 0,0 0 0 0 0,0 1 1 0 0,0-1-1 0 0,0 1 0 0 0,0-1 0 0 0,0 1 0 0 0,0 0 0 0 0,1 0 1 0 0,-1 0-1 0 0,0 0 0 0 0,0 0 0 0 0,1 0 0 0 0,-1 0 1 0 0,1 0-1 0 0,-1 1 0 0 0,-1 1 0 0 0,-9 9 290 0 0,0 0 0 0 0,1 0-1 0 0,0 1 1 0 0,1 1 0 0 0,0 0-1 0 0,2 0 1 0 0,-9 17 0 0 0,11-8-7 0 0,6-17-343 0 0,-1-1 114 0 0,1 2-19 0 0,0-6-154 0 0,0 6 26 0 0,1 0 1 0 0,-1 0 0 0 0,1 0-1 0 0,0 0 1 0 0,1 0 0 0 0,-1 0-1 0 0,1 0 1 0 0,1 0 0 0 0,-1 0-1 0 0,1-1 1 0 0,1 1 0 0 0,-1-1 0 0 0,1 0-1 0 0,0 0 1 0 0,6 7 0 0 0,21 14 0 0 0,-28-24-25 0 0,-1-3-7 0 0,-1 0 0 0 0,1 1 0 0 0,0-1 0 0 0,-1 0 0 0 0,1 1 0 0 0,-1 0 0 0 0,1-1 0 0 0,-1 1 0 0 0,1 0 0 0 0,-1-1 0 0 0,0 1 0 0 0,2 2 0 0 0,1-1-2 0 0,1 0-9 0 0,-1-1 29 0 0,15 1 3 0 0,-17-2-15 0 0,-1 0-1 0 0,0 1 1 0 0,1-1-1 0 0,-1 0 1 0 0,1 0-1 0 0,-1 0 1 0 0,1 0-1 0 0,-1-1 1 0 0,1 1-1 0 0,-1 0 1 0 0,1 0-1 0 0,-1-1 1 0 0,2 0-1 0 0,2-1 7 0 0,-1 1 15 0 0,0-1-7 0 0,1-1-12 0 0,-1-1-1 0 0,1 1 1 0 0,-1-1-1 0 0,0 0 1 0 0,0 0-1 0 0,0 0 1 0 0,-1-1-1 0 0,1 1 1 0 0,-1-1 0 0 0,0 0-1 0 0,4-10 1 0 0,-2-3-261 0 0,-1-1 1 0 0,0 0-1 0 0,-2-1 1 0 0,0 1-1 0 0,-1 0 1 0 0,-1-1 0 0 0,-3-28-1 0 0,2 42-15 0 0,-3-21-366 0 0,-2 8-332 0 0,5 16 750 0 0,-8-25-1433 0 0,-6 7-2521 0 0,-2 6-109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6:02.2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72 3060 0 0,'0'0'8432'0'0,"5"1"-8278"0"0,9 0-42 0 0,-1-1 1 0 0,1 0-1 0 0,-1 0 1 0 0,1-2 0 0 0,21-4-1 0 0,6-1-33 0 0,-35 6-124 0 0,0 0-1 0 0,0 0 0 0 0,0-1 0 0 0,10-5 1 0 0,-5 2 36 0 0,-7 4 96 0 0,0-1 7 0 0,52-35 635 0 0,-53 35-157 0 0,-3 8-438 0 0,-5 57 315 0 0,-2-9-361 0 0,-8 48-80 0 0,-2 124 1 0 0,17-220-320 0 0,0 0-118 0 0,0 51-2636 0 0,0-52 1885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6:02.5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14 110 3356 0 0,'-13'-18'4289'0'0,"12"17"-4246"0"0,1 0 1 0 0,0 1-1 0 0,0-1 1 0 0,0 0-1 0 0,0 1 0 0 0,0-1 1 0 0,0 0-1 0 0,0 1 0 0 0,0-1 1 0 0,1 0-1 0 0,-1 1 0 0 0,0-1 1 0 0,0 0-1 0 0,0 1 0 0 0,1-1 1 0 0,-1 1-1 0 0,0-1 1 0 0,1 0-1 0 0,-1 1 0 0 0,1-1 1 0 0,-1 1-1 0 0,0-1 0 0 0,1 1 1 0 0,-1-1-1 0 0,1 1 0 0 0,0 0 1 0 0,-1-1-1 0 0,1 1 1 0 0,-1 0-1 0 0,1-1 0 0 0,-1 1 1 0 0,1 0-1 0 0,0 0 0 0 0,-1-1 1 0 0,1 1-1 0 0,0 0 0 0 0,-1 0 1 0 0,2 0-1 0 0,46-13 395 0 0,92-12 0 0 0,52 7-2663 0 0,-155 13 1402 0 0,-2-1-2667 0 0,6 0-144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6:02.9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195 8 1924 0 0,'0'0'1170'0'0,"-4"-1"-167"0"0,-1-1-504 0 0,1 1-1 0 0,-1 0 1 0 0,0 0 0 0 0,0 0-1 0 0,1 1 1 0 0,-1 0-1 0 0,-6 0 1 0 0,6 1 31 0 0,1 1-30 0 0,-7 5-209 0 0,-1 0 0 0 0,1 2 0 0 0,1-1 0 0 0,0 1-1 0 0,0 0 1 0 0,1 1 0 0 0,0 0 0 0 0,1 1 0 0 0,0 0 0 0 0,0 0-1 0 0,1 1 1 0 0,1 0 0 0 0,-6 15 0 0 0,10-23-227 0 0,1 1-1 0 0,0-1 1 0 0,0 1 0 0 0,0-1-1 0 0,1 1 1 0 0,0-1 0 0 0,0 1-1 0 0,0 0 1 0 0,1 5 0 0 0,-1-3 3 0 0,1-2-14 0 0,0 0 0 0 0,0 0-1 0 0,1 0 1 0 0,-1 0 0 0 0,1 0 0 0 0,0 0 0 0 0,0-1-1 0 0,1 1 1 0 0,-1 0 0 0 0,6 5 0 0 0,-6-6-29 0 0,6 10 156 0 0,6 2-70 0 0,-3-7 27 0 0,-3-2-76 0 0,0 0 1 0 0,1-1-1 0 0,1 1 0 0 0,-1-2 1 0 0,1 1-1 0 0,0-1 0 0 0,0-1 1 0 0,18 6-1 0 0,-23-9-30 0 0,2-2-3 0 0,-2 1-31 0 0,1-1 8 0 0,0 1 0 0 0,-1-1 0 0 0,1 0 0 0 0,0 0 0 0 0,0 0 1 0 0,-1-1-1 0 0,1 0 0 0 0,-1 0 0 0 0,0-1 0 0 0,9-4 0 0 0,39-34 42 0 0,-41 32-41 0 0,-11 8-5 0 0,1 0 1 0 0,-1 0-1 0 0,0-1 0 0 0,1 1 0 0 0,-1 0 1 0 0,0-1-1 0 0,0 1 0 0 0,0-1 1 0 0,0 1-1 0 0,0-1 0 0 0,0 1 1 0 0,1-3-1 0 0,3-6 2 0 0,1-1-44 0 0,0 0 0 0 0,-1 0 0 0 0,-1-1 0 0 0,6-17 0 0 0,-9 23-48 0 0,0 0-1 0 0,-1 1 1 0 0,1-1-1 0 0,-1 0 0 0 0,0 1 1 0 0,-1-1-1 0 0,1 0 1 0 0,-1 1-1 0 0,0-1 1 0 0,-1 1-1 0 0,1-1 0 0 0,-1 1 1 0 0,0 0-1 0 0,-5-9 1 0 0,2 7-166 0 0,0-1 0 0 0,0 0-1 0 0,-1 1 1 0 0,0 0 0 0 0,0 0 0 0 0,-1 1 0 0 0,0 0 0 0 0,0 0 0 0 0,0 1 0 0 0,-17-10 0 0 0,20 13-198 0 0,-2 1-55 0 0,-6 2-593 0 0,-1-1 0 0 0,1 1 0 0 0,0 1 0 0 0,0 0 0 0 0,-15 6 0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6:05.0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1 2568 0 0,'0'0'6250'0'0,"0"5"-5897"0"0,0 16 12 0 0,0-16-16 0 0,0 1-47 0 0,-3 30 562 0 0,-10 46 1 0 0,12-77-666 0 0,0 1-28 0 0,-10 46 388 0 0,11-48-246 0 0,-1 1-210 0 0,1-1-47 0 0,0 1 0 0 0,1-1 0 0 0,-1 0 0 0 0,1 0 0 0 0,0 0 0 0 0,0 0 0 0 0,0 0 0 0 0,3 7 0 0 0,-2-7 18 0 0,2-3-17 0 0,6 3-29 0 0,0-1 0 0 0,1 0 0 0 0,-1-1 0 0 0,1 0 0 0 0,0 0 0 0 0,-1-1 0 0 0,18-1 0 0 0,76-7-27 0 0,-99 6 9 0 0,22-1-18 0 0,-18 1 8 0 0,43-8 25 0 0,-7 2-44 0 0,-38 5 12 0 0,8-5 2 0 0,25-15-41 0 0,-35 19 50 0 0,8-13-32 0 0,-11 12 61 0 0,-1-1-12 0 0,1 1-18 0 0,-1 3-4 0 0,-1 0 0 0 0,1-1 0 0 0,-1 1-1 0 0,0-1 1 0 0,1 1 0 0 0,-1 0 0 0 0,0-1 0 0 0,0 1 0 0 0,0-1 0 0 0,0 1 0 0 0,0-1 0 0 0,0 1 0 0 0,0 0 0 0 0,0-1 0 0 0,0 1 0 0 0,-1-3 0 0 0,-4-17 11 0 0,-3 1-14 0 0,6 16 3 0 0,0 1 10 0 0,-12-15 10 0 0,11 15-35 0 0,2 1 16 0 0,-12-9 24 0 0,12 11-19 0 0,0 0 0 0 0,-1 0 0 0 0,1 0 0 0 0,0 0 0 0 0,0 0 0 0 0,0 1 1 0 0,0-1-1 0 0,0 0 0 0 0,0 1 0 0 0,0-1 0 0 0,0 1 0 0 0,0-1 0 0 0,0 1 1 0 0,0 0-1 0 0,0-1 0 0 0,0 1 0 0 0,0 0 0 0 0,0 0 0 0 0,1 0 0 0 0,-1 0 1 0 0,0-1-1 0 0,1 1 0 0 0,-1 0 0 0 0,0 0 0 0 0,1 0 0 0 0,-1 0 0 0 0,1 0 1 0 0,0 1-1 0 0,-1 1 0 0 0,-2 3 30 0 0,1 0 1 0 0,0 0 0 0 0,1 1-1 0 0,-1-1 1 0 0,1 7 0 0 0,-5 57 120 0 0,5-55-112 0 0,1-9-41 0 0,-2 55 24 0 0,4-32 3 0 0,16 141-1075 0 0,-17-166 608 0 0,1 0-110 0 0,-2-4 519 0 0,7 18-877 0 0,-7-17 570 0 0,1 0 1 0 0,-1 0-1 0 0,1 0 1 0 0,-1 0 0 0 0,1 0-1 0 0,-1-1 1 0 0,1 1-1 0 0,0 0 1 0 0,0 0-1 0 0,-1 0 1 0 0,1-1 0 0 0,0 1-1 0 0,0 0 1 0 0,0-1-1 0 0,0 1 1 0 0,-1-1-1 0 0,1 1 1 0 0,0-1-1 0 0,0 1 1 0 0,0-1 0 0 0,2 1-1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6:05.6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139 130 3568 0 0,'0'0'3926'0'0,"-2"-4"-3299"0"0,0-1-84 0 0,0 1 0 0 0,-1-1 0 0 0,0 1 0 0 0,0 0 1 0 0,-5-7-1 0 0,5 9 497 0 0,3 1-1027 0 0,0 1 1 0 0,0 0-1 0 0,0-1 0 0 0,0 1 1 0 0,0 0-1 0 0,0-1 1 0 0,0 1-1 0 0,-1-1 0 0 0,1 1 1 0 0,0 0-1 0 0,0-1 1 0 0,0 1-1 0 0,0 0 0 0 0,0 0 1 0 0,-1-1-1 0 0,1 1 1 0 0,0 0-1 0 0,0-1 0 0 0,0 1 1 0 0,-1 0-1 0 0,1 0 1 0 0,0-1-1 0 0,0 1 0 0 0,-1 0 1 0 0,1 0-1 0 0,0 0 1 0 0,-1-1-1 0 0,1 1 0 0 0,-1 0 1 0 0,0 0 21 0 0,1-1 1 0 0,-1 1-1 0 0,1 0 1 0 0,-1-1-1 0 0,1 1 1 0 0,-1-1-1 0 0,1 1 0 0 0,-1 0 1 0 0,1-1-1 0 0,0 1 1 0 0,-1-1-1 0 0,1 1 1 0 0,-1-1-1 0 0,1 0 1 0 0,0 1-1 0 0,0-1 1 0 0,-1 1-1 0 0,1-1 1 0 0,0 0-1 0 0,0 1 0 0 0,0-1 1 0 0,-1 1-1 0 0,1-1 1 0 0,0 0-1 0 0,0 1 1 0 0,0-1-1 0 0,0-1 1 0 0,0-1 17 0 0,1-1 0 0 0,-1 0 1 0 0,0 0-1 0 0,1 0 0 0 0,0 1 1 0 0,0-1-1 0 0,0 0 0 0 0,0 1 1 0 0,2-4-1 0 0,-1 3 70 0 0,2 1-8 0 0,11-9 10 0 0,-11 9-5 0 0,1 2-15 0 0,0 0-88 0 0,0 0 0 0 0,0 1 0 0 0,1-1 0 0 0,-1 1 0 0 0,0 0 0 0 0,0 1 0 0 0,1-1 0 0 0,-1 1 0 0 0,0 0 0 0 0,0 0 0 0 0,0 1-1 0 0,0 0 1 0 0,9 4 0 0 0,-8-3-4 0 0,0 1-1 0 0,0 0 0 0 0,0 1 1 0 0,-1-1-1 0 0,1 1 0 0 0,-1 0 1 0 0,0 0-1 0 0,-1 1 0 0 0,1 0 0 0 0,-1 0 1 0 0,0 0-1 0 0,3 7 0 0 0,0 0 1 0 0,0 0-1 0 0,-1 1 1 0 0,-1-1-1 0 0,6 21 1 0 0,-10-25-16 0 0,1 0 0 0 0,-1 0 1 0 0,-1 0-1 0 0,0 0 0 0 0,0 0 1 0 0,-1 0-1 0 0,0 0 1 0 0,0 0-1 0 0,-1 0 0 0 0,-4 11 1 0 0,2-7-9 0 0,-2 0 1 0 0,1-1 0 0 0,-2 0-1 0 0,1 0 1 0 0,-2 0-1 0 0,1-1 1 0 0,-2 0 0 0 0,0-1-1 0 0,0 1 1 0 0,0-2-1 0 0,-1 1 1 0 0,-1-1 0 0 0,0-1-1 0 0,0 0 1 0 0,-1-1-1 0 0,-16 9 1 0 0,-26 7-114 0 0,49-21 82 0 0,-1-1 2 0 0,-18 3 24 0 0,18-3-5 0 0,1-2-28 0 0,-14-3 2 0 0,15 3 21 0 0,4 0 25 0 0,0 1 0 0 0,0 0 0 0 0,-1-1 0 0 0,1 1 0 0 0,0 0 0 0 0,0-1 0 0 0,0 1 0 0 0,0 0 0 0 0,0-1 0 0 0,0 1 0 0 0,-1 0 0 0 0,1-1 0 0 0,0 1 0 0 0,0 0-1 0 0,0 0 1 0 0,-1-1 0 0 0,1 1 0 0 0,0 0 0 0 0,-1 0 0 0 0,1 0 0 0 0,0-1 0 0 0,0 1 0 0 0,-1 0 0 0 0,1 0 0 0 0,0 0 0 0 0,-1 0 0 0 0,1-1 0 0 0,0 1 0 0 0,-1 0 0 0 0,1 0 0 0 0,0 0-1 0 0,-1 0 1 0 0,0 0-2 0 0,0 0 1 0 0,1 0-1 0 0,-1-1 0 0 0,0 1 0 0 0,0 0 0 0 0,0-1 0 0 0,1 1 0 0 0,-1-1 0 0 0,0 1 0 0 0,1-1 0 0 0,-1 1 0 0 0,0-1 0 0 0,1 1 0 0 0,-1-1 0 0 0,1 0 0 0 0,-1 1 0 0 0,1-1 0 0 0,-1 0 0 0 0,1 1 1 0 0,-1-1-1 0 0,1 0 0 0 0,-1-1 0 0 0,-5-16-17 0 0,5 14 45 0 0,1 4-26 0 0,0-1 1 0 0,0 1-1 0 0,0-1 1 0 0,0 1-1 0 0,0-1 0 0 0,0 1 1 0 0,0-1-1 0 0,1 1 0 0 0,-1-1 1 0 0,0 1-1 0 0,0-1 0 0 0,0 1 1 0 0,0 0-1 0 0,1-1 1 0 0,-1 1-1 0 0,0-1 0 0 0,1 1 1 0 0,-1 0-1 0 0,0-1 0 0 0,1 1 1 0 0,-1 0-1 0 0,0-1 1 0 0,1 1-1 0 0,-1 0 0 0 0,1-1 1 0 0,0 1-1 0 0,-1 0 0 0 0,0 0 0 0 0,1-1 1 0 0,-1 1-1 0 0,0 0 0 0 0,1-1 1 0 0,-1 1-1 0 0,0 0 0 0 0,1-1 0 0 0,-1 1 1 0 0,0 0-1 0 0,1-1 0 0 0,-1 1 0 0 0,0-1 1 0 0,0 1-1 0 0,0 0 0 0 0,1-1 1 0 0,-1 1-1 0 0,0-1 0 0 0,0 1 0 0 0,0-1 1 0 0,0 1-1 0 0,0-1 0 0 0,0 1 0 0 0,0-1 1 0 0,5-1-14 0 0,12-4 8 0 0,-16 5 7 0 0,1 1 1 0 0,-1-1-1 0 0,0 1 0 0 0,1 0 0 0 0,-1-1 0 0 0,0 1 0 0 0,1 0 1 0 0,-1 0-1 0 0,0 0 0 0 0,1 0 0 0 0,-1 0 0 0 0,1 0 0 0 0,-1 1 0 0 0,0-1 1 0 0,1 0-1 0 0,-1 1 0 0 0,0-1 0 0 0,2 2 0 0 0,1-1 4 0 0,8 3 81 0 0,0 0-1 0 0,0 1 1 0 0,0 0-1 0 0,19 12 1 0 0,-13-8-43 0 0,27 15-26 0 0,-16-9 153 0 0,41 16-1 0 0,-57-26-419 0 0,1-1 0 0 0,0 0 1 0 0,1-1-1 0 0,-1-1 0 0 0,1 0 0 0 0,16-1 1 0 0,17-1-1466 0 0,-38 0 1358 0 0,27-3-1813 0 0,-28 3 1629 0 0,4-2-128 0 0,8-3-2688 0 0,11-3-1573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6:09.2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39 146 2724 0 0,'0'0'1997'0'0,"2"-4"-1149"0"0,7-9-96 0 0,-6 10-68 0 0,7-15 538 0 0,-8 15-656 0 0,0-2-15 0 0,23-43 1470 0 0,-23 43-1570 0 0,0 1-9 0 0,7-13-20 0 0,-7 12 331 0 0,-1 1-455 0 0,-1 3-252 0 0,1 1 1 0 0,-1-1-1 0 0,1 1 1 0 0,-1-1-1 0 0,0 0 1 0 0,0 1 0 0 0,1-1-1 0 0,-1 0 1 0 0,0 0-1 0 0,0 1 1 0 0,0-1-1 0 0,0 0 1 0 0,0 1 0 0 0,0-1-1 0 0,0 0 1 0 0,0 0-1 0 0,0 1 1 0 0,0-1-1 0 0,0 0 1 0 0,-1 1 0 0 0,1-1-1 0 0,0-1 1 0 0,-16 3 289 0 0,8 4-333 0 0,-21 46-6 0 0,17-23 62 0 0,5-2 1 0 0,-10 38-122 0 0,15-56 62 0 0,-1 11-17 0 0,3 1 11 0 0,-1-9 15 0 0,0 0 0 0 0,1 0 1 0 0,1 0-1 0 0,0 0 0 0 0,1 0 0 0 0,0 0 0 0 0,0 0 1 0 0,1 0-1 0 0,9 19 0 0 0,-10-26 6 0 0,-2-2-10 0 0,1-1-1 0 0,0 1 1 0 0,0 0-1 0 0,0-1 1 0 0,1 1-1 0 0,-1-1 1 0 0,0 1-1 0 0,0-1 1 0 0,1 0-1 0 0,-1 1 1 0 0,3 0-1 0 0,-1 2-3 0 0,1-2-6 0 0,11 5-3 0 0,-12-5-16 0 0,3-2-8 0 0,16 0 46 0 0,-16 0-2 0 0,-2-2 2 0 0,1 0-3 0 0,1 0 0 0 0,-1-1 0 0 0,0 0 0 0 0,0 0 0 0 0,8-6 0 0 0,-4-6 68 0 0,-6 10-92 0 0,5-4 31 0 0,-5 2-17 0 0,5-23 38 0 0,-7 22 8 0 0,0 1-1 0 0,-1 0 0 0 0,1-1 1 0 0,-1 1-1 0 0,-1-1 0 0 0,1 1 0 0 0,-3-11 1 0 0,2 14-67 0 0,0-5-19 0 0,-6-13-13 0 0,-1 8-37 0 0,-1-2-277 0 0,-1 0 0 0 0,-15-16-1 0 0,21 29-9 0 0,0 1-63 0 0,-13-4-36 0 0,12 4-3 0 0,0 4 24 0 0,1 0 282 0 0,-1 0-1 0 0,1 0 1 0 0,0 0 0 0 0,0 1-1 0 0,0-1 1 0 0,0 1 0 0 0,1 0-1 0 0,-1 0 1 0 0,1 1 0 0 0,-1-1-1 0 0,1 1 1 0 0,0 0 0 0 0,-4 6-1 0 0,2 0-519 0 0,0 0 0 0 0,1 1 0 0 0,0-1 0 0 0,1 1 0 0 0,0 0 0 0 0,-2 14 0 0 0,0 2-1172 0 0,4-21-1320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6:10.2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208 47 2988 0 0,'0'0'2139'0'0,"0"-5"-1355"0"0,-1 2-569 0 0,1 0 0 0 0,-1 0 0 0 0,1 0 1 0 0,-1 0-1 0 0,0 0 0 0 0,0 0 0 0 0,-1 0 0 0 0,1 0 1 0 0,0 0-1 0 0,-1 1 0 0 0,-2-4 0 0 0,2 3 169 0 0,0 4-361 0 0,0 0 1 0 0,1 0-1 0 0,-1-1 0 0 0,0 1 1 0 0,0 0-1 0 0,0-1 1 0 0,0 1-1 0 0,1-1 0 0 0,-1 0 1 0 0,-2 1-1 0 0,-1 0 129 0 0,1 3 22 0 0,-8 6 1 0 0,1 0 1 0 0,1 1 0 0 0,0 1 0 0 0,0 0 0 0 0,1 0 0 0 0,-11 21 0 0 0,2 2 49 0 0,-16 44 1 0 0,31-73-210 0 0,-5 19 28 0 0,4-3-14 0 0,-4 34-40 0 0,7-51-91 0 0,1 1-40 0 0,-1 20-61 0 0,0-20-31 0 0,2-2-28 0 0,3 15-45 0 0,-3-14-25 0 0,-1-5-67 0 0,1 0 380 0 0,-1 0 0 0 0,0 0-1 0 0,1 0 1 0 0,-1 0 0 0 0,0 0-1 0 0,1 1 1 0 0,-1-1 0 0 0,0 0-1 0 0,1 0 1 0 0,-1 0 0 0 0,0 1-1 0 0,0-1 1 0 0,1 0 0 0 0,-1 0-1 0 0,0 1 1 0 0,0-1 0 0 0,1 0-1 0 0,-1 0 1 0 0,0 1 0 0 0,0-1-1 0 0,0 0 1 0 0,0 1 0 0 0,1-1-1 0 0,-1 0 1 0 0,0 1 0 0 0,0 0-1 0 0,0-1-15 0 0,0 1-1 0 0,0-1 1 0 0,1 1-1 0 0,-1-1 1 0 0,0 0-1 0 0,0 1 1 0 0,1-1-1 0 0,-1 1 1 0 0,0-1-1 0 0,0 1 1 0 0,1-1-1 0 0,-1 0 1 0 0,0 1-1 0 0,1-1 1 0 0,-1 0 0 0 0,1 1-1 0 0,-1-1 1 0 0,0 0-1 0 0,1 0 1 0 0,-1 1-1 0 0,1-1 1 0 0,-1 0-1 0 0,1 0 1 0 0,-1 0-1 0 0,1 0 1 0 0,-1 1-1 0 0,1-1 1 0 0,-1 0-1 0 0,1 0 1 0 0,-1 0-1 0 0,1 0 1 0 0,-1 0-1 0 0,1 0 1 0 0,-1 0-1 0 0,1 0 1 0 0,-1-1-1 0 0,1 1 1 0 0,7-2-49 0 0,0-1-1 0 0,-1 1 1 0 0,1-1-1 0 0,-1-1 1 0 0,0 1-1 0 0,0-1 1 0 0,0-1-1 0 0,0 1 1 0 0,5-7-1 0 0,23-20 132 0 0,-23 19 198 0 0,1-1 0 0 0,0 2 0 0 0,1 0-1 0 0,1 1 1 0 0,0 0 0 0 0,0 1 0 0 0,31-14-1 0 0,-37 20-123 0 0,-1 1-1 0 0,0 0 1 0 0,1 0-1 0 0,-1 1 1 0 0,1 0-1 0 0,-1 1 1 0 0,1-1-1 0 0,-1 2 0 0 0,1-1 1 0 0,0 1-1 0 0,-1 0 1 0 0,11 4-1 0 0,-12-4-72 0 0,-1 1-1 0 0,0 0 1 0 0,0 1-1 0 0,0 0 0 0 0,0-1 1 0 0,0 2-1 0 0,-1-1 1 0 0,0 1-1 0 0,1 0 1 0 0,-1 0-1 0 0,0 0 0 0 0,-1 1 1 0 0,1-1-1 0 0,-1 1 1 0 0,0 0-1 0 0,0 1 0 0 0,-1-1 1 0 0,5 10-1 0 0,-6-12-80 0 0,0 2 44 0 0,5 14 18 0 0,-5-15-16 0 0,-1 1-106 0 0,2 15 28 0 0,-2-15-60 0 0,-6-1-2556 0 0,5-4 2638 0 0,0 1-1 0 0,0-1 0 0 0,-1 1 1 0 0,1-1-1 0 0,0 1 0 0 0,-1-1 1 0 0,1 1-1 0 0,0-1 0 0 0,-1 1 1 0 0,1-1-1 0 0,-1 0 0 0 0,1 1 1 0 0,-1-1-1 0 0,1 0 0 0 0,-1 1 1 0 0,1-1-1 0 0,-1 0 0 0 0,1 0 0 0 0,-1 1 1 0 0,1-1-1 0 0,-1 0 0 0 0,1 0 1 0 0,-1 0-1 0 0,0 0 0 0 0,1 0 1 0 0,-1 0-1 0 0,1 0 0 0 0,-1 0 1 0 0,0 0-1 0 0,-37-23-1041 0 0,34 21 915 0 0,2 1 152 0 0,0 1 1 0 0,0 0 0 0 0,0 0 0 0 0,0-1 0 0 0,0 1-1 0 0,1-1 1 0 0,-1 0 0 0 0,0 1 0 0 0,0-1 0 0 0,0 0 0 0 0,-1-2-1 0 0,-2 1-6 0 0,-1-1-11 0 0,0 2 50 0 0,-17-4 46 0 0,17 3 39 0 0,1 2 99 0 0,-16-2 37 0 0,16 1 10 0 0,0 2 34 0 0,-15 3 19 0 0,15-2-21 0 0,5-2-264 0 0,0 0 0 0 0,-1 1 0 0 0,1-1 0 0 0,0 1 0 0 0,0-1 0 0 0,-1 0 0 0 0,1 1 0 0 0,0-1 0 0 0,-1 0 1 0 0,1 1-1 0 0,0-1 0 0 0,-1 0 0 0 0,1 0 0 0 0,0 1 0 0 0,-1-1 0 0 0,1 0 0 0 0,0 0 0 0 0,-1 0 0 0 0,1 1 0 0 0,-1-1 0 0 0,1 0 0 0 0,-1 0 0 0 0,1 0 0 0 0,0 0 0 0 0,-1 0 0 0 0,1 0 0 0 0,-2 0 0 0 0,2 0 2 0 0,-1 0-1 0 0,0 0 0 0 0,0 0 0 0 0,1 0 0 0 0,-1 1 0 0 0,0-1 0 0 0,0 0 1 0 0,1 0-1 0 0,-1 1 0 0 0,0-1 0 0 0,1 0 0 0 0,-1 1 0 0 0,0-1 0 0 0,1 1 1 0 0,-1-1-1 0 0,0 1 0 0 0,1-1 0 0 0,-1 1 0 0 0,1-1 0 0 0,-1 1 0 0 0,1-1 0 0 0,-1 1 1 0 0,0 1-1 0 0,-4 7 153 0 0,1 1 0 0 0,-1 0 0 0 0,2 0 1 0 0,-5 14-1 0 0,8-18 25 0 0,0-1-38 0 0,10 47 205 0 0,-8-47-296 0 0,0-2-8 0 0,2 1-30 0 0,-1 0 1 0 0,1-1-1 0 0,-1 1 0 0 0,1-1 0 0 0,0 0 0 0 0,8 4 0 0 0,-8-5 21 0 0,1-4-19 0 0,3 1-4 0 0,0-1-1 0 0,0-1 1 0 0,-1 1-1 0 0,1-1 1 0 0,-1-1-1 0 0,0 1 1 0 0,0-1 0 0 0,9-7-1 0 0,53-54 71 0 0,-62 60-84 0 0,5-6 45 0 0,1 1-1 0 0,1 0 0 0 0,0 1 0 0 0,15-8 0 0 0,25-2 209 0 0,-49 18-176 0 0,3 1-44 0 0,-4 0-42 0 0,0 0 0 0 0,1 0 0 0 0,-1 0 0 0 0,0 0 0 0 0,0 0-1 0 0,1 1 1 0 0,-1 0 0 0 0,0 0 0 0 0,0 0 0 0 0,0 0-1 0 0,0 0 1 0 0,0 1 0 0 0,0 0 0 0 0,5 3 0 0 0,-5-3-71 0 0,-1 1 1 0 0,1 0 0 0 0,0 1 0 0 0,-1-1-1 0 0,1 1 1 0 0,-1-1 0 0 0,0 1-1 0 0,0 0 1 0 0,-1 0 0 0 0,1 0 0 0 0,-1 1-1 0 0,0-1 1 0 0,0 0 0 0 0,0 1-1 0 0,-1 0 1 0 0,2 4 0 0 0,-3 5-711 0 0,-1 1-1 0 0,0-1 1 0 0,-1 0 0 0 0,-1 0 0 0 0,0 0-1 0 0,-1 0 1 0 0,-6 15 0 0 0,7-23-2692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6:13.6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104 26 3680 0 0,'0'0'3954'0'0,"-1"-4"-3297"0"0,-1-13-93 0 0,1 12 2221 0 0,-10 23-1987 0 0,8-13-694 0 0,1 0 0 0 0,0 1 0 0 0,0-1 0 0 0,1 1-1 0 0,-1-1 1 0 0,1 1 0 0 0,1 0 0 0 0,-1-1 0 0 0,1 10 0 0 0,-1-3-26 0 0,-64 397 1650 0 0,64-405-1739 0 0,0 2-34 0 0,-3 17-67 0 0,4-17-100 0 0,-1-1-529 0 0,0 14 238 0 0,1-14-107 0 0,13 6-2899 0 0,-4-11-1309 0 0,16-11 136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6:14.3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35 2748 0 0,'6'-12'469'0'0,"7"-9"5149"0"0,-13 21-5573 0 0,1-1-1 0 0,-1 1 1 0 0,0 0-1 0 0,1 0 1 0 0,-1 0-1 0 0,1 0 0 0 0,-1 0 1 0 0,1 0-1 0 0,-1 0 1 0 0,1 0-1 0 0,-1 0 0 0 0,1 0 1 0 0,-1 0-1 0 0,1 0 1 0 0,-1 0-1 0 0,1 0 0 0 0,-1 0 1 0 0,0 1-1 0 0,1-1 1 0 0,-1 0-1 0 0,1 0 1 0 0,-1 1-1 0 0,0-1 0 0 0,1 0 1 0 0,-1 0-1 0 0,1 1 1 0 0,-1-1-1 0 0,0 0 0 0 0,1 1 1 0 0,-1-1-1 0 0,0 0 1 0 0,0 1-1 0 0,1-1 0 0 0,-1 1 1 0 0,0-1-1 0 0,0 1 1 0 0,0-1-1 0 0,1 0 0 0 0,-1 1 1 0 0,0 0-1 0 0,2 2 170 0 0,-1 3-40 0 0,2 22 2 0 0,-1-1 1 0 0,-1 1-1 0 0,-2 0 1 0 0,0 0 0 0 0,-2-1-1 0 0,-1 1 1 0 0,-10 33-1 0 0,-9 16 585 0 0,22-73-451 0 0,2-4-308 0 0,-1 0 0 0 0,0 0 0 0 0,1 0 0 0 0,-1 0 0 0 0,1 1 1 0 0,-1-1-1 0 0,1 0 0 0 0,-1 0 0 0 0,0 0 0 0 0,1 0 1 0 0,-1 0-1 0 0,1 0 0 0 0,-1 1 0 0 0,0-1 0 0 0,1 0 0 0 0,-1 0 1 0 0,0 1-1 0 0,1-1 0 0 0,-1 0 0 0 0,0 1 0 0 0,0-1 1 0 0,1 0-1 0 0,-1 1 0 0 0,0-1 0 0 0,0 0 0 0 0,1 1 0 0 0,-1-1 1 0 0,0 1-1 0 0,0-1-1 0 0,1 1 0 0 0,-1 0 1 0 0,0-1-1 0 0,1 1 0 0 0,-1-1 0 0 0,1 1 0 0 0,-1-1 1 0 0,1 1-1 0 0,-1-1 0 0 0,1 0 0 0 0,-1 1 1 0 0,1-1-1 0 0,-1 0 0 0 0,1 1 0 0 0,-1-1 1 0 0,1 0-1 0 0,0 1 0 0 0,-1-1 0 0 0,1 0 0 0 0,-1 0 1 0 0,1 0-1 0 0,0 0 0 0 0,-1 0 0 0 0,1 0 1 0 0,0 0-1 0 0,-1 0 0 0 0,1 0 0 0 0,0 0 1 0 0,-1 0-1 0 0,1 0 0 0 0,1 0 0 0 0,15-2 45 0 0,22-2-94 0 0,0-3 0 0 0,53-14 0 0 0,-41 7 46 0 0,-10 1-12 0 0,60-29 1 0 0,-98 40 28 0 0,12-13 21 0 0,-13 12 14 0 0,0-1-11 0 0,-1-1-23 0 0,0 1 1 0 0,-1-1-1 0 0,1 1 1 0 0,-1-1-1 0 0,0 1 1 0 0,0-1-1 0 0,-1 1 0 0 0,-1-9 1 0 0,0 8 48 0 0,1 1-23 0 0,0 0 0 0 0,-1 1 0 0 0,0 0 0 0 0,0-1 0 0 0,0 1 0 0 0,-1 0 0 0 0,1 0 0 0 0,-1 0 0 0 0,-3-3 0 0 0,5 5-36 0 0,-1-2 114 0 0,-2 1-34 0 0,1-1-45 0 0,-1 1-1 0 0,1 1 1 0 0,0-1 0 0 0,-1 0-1 0 0,0 1 1 0 0,1 0-1 0 0,-1 0 1 0 0,-5-1-1 0 0,-1 0-21 0 0,8 5 49 0 0,-3 6-48 0 0,1 0 0 0 0,0 0-1 0 0,1 0 1 0 0,0 0 0 0 0,1 1-1 0 0,-3 18 1 0 0,-2 69 84 0 0,5 3-1939 0 0,12 100-1 0 0,-9-193 1313 0 0,0 0 0 0 0,1 0 0 0 0,-1 0 0 0 0,2-1 0 0 0,-1 1 0 0 0,1-1 0 0 0,5 10 0 0 0,-8-15 457 0 0,2 3-1220 0 0,3-1-912 0 0,15 10-1538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6:14.7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138 103 2876 0 0,'0'0'1426'0'0,"-1"-6"-146"0"0,-9-44 1637 0 0,9 46-2069 0 0,-1 0-151 0 0,-7-13-134 0 0,7 13-90 0 0,2 4-454 0 0,0 0-1 0 0,-1 0 1 0 0,1 0 0 0 0,0 0 0 0 0,-1 0 0 0 0,1-1 0 0 0,0 1 0 0 0,-1 0-1 0 0,1 0 1 0 0,0 0 0 0 0,-1-1 0 0 0,1 1 0 0 0,0 0 0 0 0,0 0 0 0 0,-1-1-1 0 0,1 1 1 0 0,0 0 0 0 0,0-1 0 0 0,0 1 0 0 0,-1 0 0 0 0,1-1 0 0 0,0 1-1 0 0,0 0 1 0 0,0-1 0 0 0,0 1 0 0 0,0 0 0 0 0,0-1 0 0 0,0 0 21 0 0,-1 1 1 0 0,1-1 0 0 0,0 1-1 0 0,0-1 1 0 0,0 1-1 0 0,0-1 1 0 0,0 1 0 0 0,-1 0-1 0 0,1-1 1 0 0,0 1-1 0 0,0-1 1 0 0,-1 1 0 0 0,1 0-1 0 0,0-1 1 0 0,-1 1 0 0 0,1 0-1 0 0,0-1 1 0 0,-1 1-1 0 0,1 0 1 0 0,0 0 0 0 0,-1-1-1 0 0,1 1 1 0 0,-1 0 0 0 0,1 0-1 0 0,0-1 1 0 0,-1 1-1 0 0,1 0 1 0 0,-1 0 0 0 0,1 0-1 0 0,-1 0 1 0 0,1 0 0 0 0,-1 0-1 0 0,1 0 1 0 0,-1 0-1 0 0,1 0 1 0 0,-1 0 0 0 0,1 0-1 0 0,-1 0 1 0 0,-3 1 29 0 0,1 0 1 0 0,-1 1-1 0 0,1-1 1 0 0,0 1-1 0 0,0 0 1 0 0,-1-1-1 0 0,1 1 1 0 0,0 1-1 0 0,1-1 1 0 0,-1 0-1 0 0,0 1 1 0 0,1-1-1 0 0,-1 1 1 0 0,1 0-1 0 0,0 0 1 0 0,0 0-1 0 0,0 0 1 0 0,0 0-1 0 0,1 0 1 0 0,-2 4-1 0 0,-21 52 443 0 0,17-40-355 0 0,4 7-25 0 0,2-23-112 0 0,1 10 28 0 0,-1 1 0 0 0,2-1 0 0 0,0 0 1 0 0,0 1-1 0 0,4 13 0 0 0,-3-21-62 0 0,1 0 0 0 0,0 1 0 0 0,-1-1 0 0 0,2-1 0 0 0,-1 1 0 0 0,1 0 0 0 0,0-1 0 0 0,0 0 0 0 0,0 0 0 0 0,1 0 0 0 0,0 0 0 0 0,10 7 0 0 0,-11-9-99 0 0,-3-3 98 0 0,1 0-1 0 0,0 0 0 0 0,0 0 0 0 0,-1 1 1 0 0,1-1-1 0 0,0 1 0 0 0,-1 0 0 0 0,1-1 1 0 0,0 1-1 0 0,-1 0 0 0 0,2 1 0 0 0,2 0-19 0 0,0 0-71 0 0,1-2 0 0 0,-1 1 89 0 0,0-1 0 0 0,1 0 0 0 0,-1 0 0 0 0,0 0 0 0 0,0-1 0 0 0,1 0 0 0 0,-1 0 0 0 0,0 0 0 0 0,0 0 0 0 0,0-1 0 0 0,0 0 0 0 0,0 0 0 0 0,0-1 0 0 0,-1 1 0 0 0,1-1 0 0 0,-1 0 0 0 0,0 0 0 0 0,1 0 0 0 0,-1-1 0 0 0,-1 1-1 0 0,1-1 1 0 0,-1 0 0 0 0,1 0 0 0 0,-1-1 0 0 0,3-4 0 0 0,-2 1 34 0 0,0 0-1 0 0,0 0 1 0 0,-1 0-1 0 0,0 0 1 0 0,0-1-1 0 0,-1 1 1 0 0,0-1-1 0 0,0 0 1 0 0,-1-10-1 0 0,-6-47-596 0 0,3 57 295 0 0,-1 0-1 0 0,0 0 1 0 0,0 0-1 0 0,-1 0 1 0 0,0 0-1 0 0,0 1 1 0 0,-1 0-1 0 0,0 0 1 0 0,-7-8-1 0 0,11 14 178 0 0,0 1 0 0 0,0 0-1 0 0,0-1 1 0 0,0 1 0 0 0,0 0-1 0 0,-1 0 1 0 0,1 0 0 0 0,0-1 0 0 0,-1 1-1 0 0,1 1 1 0 0,-1-1 0 0 0,1 0-1 0 0,-1 0 1 0 0,0 0 0 0 0,1 1-1 0 0,-4-1 1 0 0,0-1-284 0 0,3 1 113 0 0,-1-1-1 0 0,1 1 1 0 0,0 0 0 0 0,-1 0 0 0 0,1 0-1 0 0,0 0 1 0 0,-1 0 0 0 0,1 1 0 0 0,-1-1-1 0 0,1 1 1 0 0,-5 0 0 0 0,-1-1-780 0 0,1-1-3714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6:16.1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71 3636 0 0,'-1'-4'1412'0'0,"-2"-12"-183"0"0,2 12 690 0 0,-1-1-1128 0 0,-3-13-64 0 0,3 13 1031 0 0,-5-10-1162 0 0,4 11 2351 0 0,2 8-2879 0 0,0 0 0 0 0,0 1 1 0 0,0-1-1 0 0,0 0 1 0 0,1 1-1 0 0,0-1 0 0 0,0 0 1 0 0,1 9-1 0 0,-1 8 94 0 0,9 490 1292 0 0,-9-505-1442 0 0,0 1-26 0 0,0 19 4 0 0,0-19-55 0 0,0-3-88 0 0,-2 16-85 0 0,2-15-130 0 0,5 2-2944 0 0,0 2 2685 0 0,1-9-2852 0 0,8-8 176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6:17.3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100 143 2520 0 0,'0'0'8460'0'0,"-1"-5"-8090"0"0,-3-12-18 0 0,3 13 824 0 0,2-1-1055 0 0,2-20 71 0 0,-2 24-178 0 0,0-1-1 0 0,1 0 1 0 0,-1 1-1 0 0,1 0 1 0 0,-1-1-1 0 0,1 1 1 0 0,-1 0-1 0 0,1 0 1 0 0,2-2 0 0 0,2-2 3 0 0,29-20 42 0 0,36-3-8 0 0,-48 21 48 0 0,-18 5-102 0 0,1 2-27 0 0,17-4 9 0 0,-17 3-9 0 0,0 2 4 0 0,-4 0 23 0 0,0-1 2 0 0,0 1 0 0 0,-1 0 1 0 0,1-1-1 0 0,0 0 0 0 0,0 1 1 0 0,0-1-1 0 0,-1 0 0 0 0,1 0 1 0 0,0 0-1 0 0,0 0 1 0 0,0 0-1 0 0,3-1 0 0 0,-5 1 2 0 0,1 0-1 0 0,0 0 0 0 0,-1 0 1 0 0,1 0-1 0 0,0 0 1 0 0,-1 1-1 0 0,1-1 1 0 0,0 0-1 0 0,-1 0 0 0 0,1 1 1 0 0,0-1-1 0 0,-1 0 1 0 0,1 1-1 0 0,-1-1 0 0 0,1 1 1 0 0,-1-1-1 0 0,1 1 1 0 0,-1-1-1 0 0,1 1 1 0 0,-1-1-1 0 0,1 1 0 0 0,-1-1 1 0 0,0 1-1 0 0,1 0 1 0 0,-1-1-1 0 0,0 1 0 0 0,0-1 1 0 0,1 1-1 0 0,-1 1 1 0 0,8 17 0 0 0,-8-19 1 0 0,1 4 10 0 0,-2 2 3 0 0,-15 52 66 0 0,10-42-64 0 0,-1 0 0 0 0,-1 0 0 0 0,-15 21 0 0 0,-18 24 31 0 0,38-54-42 0 0,-27 31-27 0 0,23-23-1015 0 0,7-14 1024 0 0,0-1-1 0 0,0 1 1 0 0,0-1-1 0 0,1 1 1 0 0,-1-1-1 0 0,0 1 1 0 0,1-1-1 0 0,-1 1 1 0 0,0-1-1 0 0,1 1 1 0 0,-1-1-1 0 0,0 1 1 0 0,1-1-1 0 0,-1 0 1 0 0,1 1-1 0 0,-1-1 1 0 0,1 0-1 0 0,-1 1 1 0 0,1-1-1 0 0,-1 0 1 0 0,1 0-1 0 0,-1 1 1 0 0,1-1-1 0 0,-1 0 1 0 0,1 0-1 0 0,-1 0 1 0 0,1 0-1 0 0,0 0 1 0 0,-1 0-1 0 0,1 0 1 0 0,-1 0-1 0 0,1 0 1 0 0,-1 0-1 0 0,1 0 1 0 0,1 0-1 0 0,5 0-39 0 0,-4-1 39 0 0,35-10-181 0 0,-34 9 200 0 0,24-2 75 0 0,-23 4 49 0 0,0-1-62 0 0,13-1 1 0 0,-13 1 119 0 0,18 11 174 0 0,-21-7-246 0 0,1 3-73 0 0,-1-1 0 0 0,0 0 0 0 0,0 1 0 0 0,-1 0 0 0 0,1-1 0 0 0,-1 1 0 0 0,-1 0 0 0 0,1 0 0 0 0,-1 0 0 0 0,0 8 1 0 0,-1-9-12 0 0,0 0-14 0 0,-1 2 5 0 0,0-1-1 0 0,0 1 1 0 0,-1 0-1 0 0,1-1 0 0 0,-2 1 1 0 0,1-1-1 0 0,-1 0 1 0 0,0 0-1 0 0,0 0 0 0 0,-5 5 1 0 0,-2-2-58 0 0,0-1 0 0 0,0 0 1 0 0,-1 0-1 0 0,0-2 0 0 0,0 1 1 0 0,-1-1-1 0 0,1-1 0 0 0,-1 0 0 0 0,0-1 1 0 0,-1 0-1 0 0,1-1 0 0 0,-22 2 1 0 0,27-4-70 0 0,-50 3-550 0 0,53-4 453 0 0,0 0-1 0 0,0-1 0 0 0,1 1 1 0 0,-1-1-1 0 0,0 0 0 0 0,0-1 0 0 0,1 1 1 0 0,-1-1-1 0 0,0 0 0 0 0,1 0 1 0 0,-8-4-1 0 0,10 3-152 0 0,0 1-1 0 0,-1-1 1 0 0,1 0 0 0 0,0 1 0 0 0,1-1-1 0 0,-1 0 1 0 0,0 0 0 0 0,1 0-1 0 0,-1 0 1 0 0,0-6 0 0 0,0 4-777 0 0,3-2-719 0 0,5-27-1305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6:17.7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11 3516 0 0,'10'-7'-746'0'0,"-2"4"4115"0"0,-10 17 1417 0 0,0-10-4517 0 0,2-3-247 0 0,0 0-1 0 0,0 0 1 0 0,0 0-1 0 0,0 0 0 0 0,-1-1 1 0 0,1 1-1 0 0,0 0 1 0 0,0 0-1 0 0,-1 0 0 0 0,1-1 1 0 0,0 1-1 0 0,-1 0 1 0 0,1 0-1 0 0,-1-1 0 0 0,1 1 1 0 0,-1 0-1 0 0,0-1 1 0 0,0 1-1 0 0,-9 14 315 0 0,7-10-221 0 0,1 1-1 0 0,0 0 1 0 0,0-1-1 0 0,1 1 1 0 0,0 0-1 0 0,0 0 1 0 0,0 0-1 0 0,1 0 1 0 0,0 9 0 0 0,0-10-29 0 0,4-2-24 0 0,1 1-30 0 0,0 0 0 0 0,1 0 0 0 0,-1-1 0 0 0,1 1 0 0 0,0-1 0 0 0,0-1 0 0 0,0 1 0 0 0,8 1 0 0 0,61 14-50 0 0,-15-5 14 0 0,-11 2 118 0 0,-44-13 0 0 0,-1 0-2 0 0,1 2-22 0 0,0-1 1 0 0,0 1 0 0 0,-1 0 0 0 0,1 0 0 0 0,-1 1-1 0 0,0-1 1 0 0,0 1 0 0 0,-1 0 0 0 0,0 0 0 0 0,5 9-1 0 0,-6-10 57 0 0,-3-3-139 0 0,1-1 0 0 0,-1 1 0 0 0,1-1 0 0 0,0 1 0 0 0,-1-1 0 0 0,1 1 0 0 0,0 0-1 0 0,0-1 1 0 0,-1 1 0 0 0,1-1 0 0 0,0 1 0 0 0,0 0 0 0 0,0-1 0 0 0,0 1 0 0 0,0-1 0 0 0,0 1 0 0 0,0 0 0 0 0,0-1 0 0 0,0 1 0 0 0,0 0 0 0 0,0-1 0 0 0,0 1-1 0 0,-1 19 138 0 0,-2-12-102 0 0,0 0-1 0 0,0 0 0 0 0,-1 0 0 0 0,0-1 0 0 0,-1 1 0 0 0,0-1 0 0 0,0 0 1 0 0,0-1-1 0 0,-1 1 0 0 0,0-1 0 0 0,0 0 0 0 0,-1 0 0 0 0,-7 5 1 0 0,3-4-204 0 0,0-1 0 0 0,0 1 1 0 0,0-2-1 0 0,-1 0 1 0 0,0 0-1 0 0,0-1 1 0 0,0-1-1 0 0,-23 4 1 0 0,30-6-168 0 0,0-1 0 0 0,0 1 0 0 0,0-1 0 0 0,0 0 0 0 0,0-1-1 0 0,1 1 1 0 0,-1-1 0 0 0,0 0 0 0 0,0 0 0 0 0,0 0 0 0 0,0-1 0 0 0,1 0 0 0 0,-1 0 0 0 0,1 0 0 0 0,-1 0 0 0 0,1-1 0 0 0,0 0 0 0 0,0 0 0 0 0,0 0 0 0 0,0 0 0 0 0,1-1 0 0 0,-1 1 0 0 0,1-1 0 0 0,0 0 0 0 0,-5-7 0 0 0,4 2-1856 0 0,-3-17-1518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6:18.0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1 227 2096 0 0,'2'-4'1268'0'0,"6"-12"-216"0"0,-6 12-203 0 0,0 0-103 0 0,5-4-352 0 0,0-1-1 0 0,0 1 1 0 0,0 1-1 0 0,1 0 1 0 0,0 0-1 0 0,1 0 1 0 0,0 1-1 0 0,0 0 1 0 0,0 1-1 0 0,0 0 1 0 0,15-6-1 0 0,24-8 568 0 0,55-13 0 0 0,-70 22-593 0 0,41-11-24 0 0,-5 2-696 0 0,-66 18 91 0 0,23-7-2120 0 0,-8 5-3395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6:26.0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14 172 3656 0 0,'0'0'5043'0'0,"-2"-3"-4061"0"0,-10-10 4278 0 0,13 8-5150 0 0,1-12-53 0 0,-1 12 74 0 0,3 4-101 0 0,42-13 91 0 0,-40 13-123 0 0,0 2-10 0 0,20 1 18 0 0,-20-2-21 0 0,-1 2-41 0 0,16 5 22 0 0,-15-6 39 0 0,-2 2 9 0 0,3 1-10 0 0,-1 1-1 0 0,0-1 1 0 0,0 1-1 0 0,0 0 1 0 0,-1 1 0 0 0,0-1-1 0 0,0 1 1 0 0,0 0-1 0 0,-1 1 1 0 0,4 7-1 0 0,-6-10 12 0 0,0 2 0 0 0,2 18-13 0 0,-3-18-37 0 0,-1 0 23 0 0,-1 8 19 0 0,0 0 0 0 0,-1 0-1 0 0,0 0 1 0 0,-1-1 0 0 0,-1 1 0 0 0,0-1-1 0 0,-6 13 1 0 0,-9 15-57 0 0,17-37 46 0 0,0 0 7 0 0,-2 10-188 0 0,15-19-579 0 0,21-31 281 0 0,-9-1 334 0 0,-2 0 0 0 0,-1-2 0 0 0,-2 0 0 0 0,-2-1 0 0 0,15-57 0 0 0,-30 92 143 0 0,2-25 66 0 0,-2 24-33 0 0,-1 1-38 0 0,3-13-107 0 0,-3 13 290 0 0,0 0-122 0 0,-1-13-26 0 0,0 13 97 0 0,-19 15-96 0 0,16-8-19 0 0,2 6-48 0 0,2-8 42 0 0,-1 0 0 0 0,1 0 0 0 0,0 0 0 0 0,0 0 0 0 0,0 0 0 0 0,0 0 1 0 0,0 0-1 0 0,-1-1 0 0 0,1 1 0 0 0,0 0 0 0 0,0 0 0 0 0,0 0 0 0 0,0 0 0 0 0,-1 0 0 0 0,1 0 0 0 0,0 0 0 0 0,0 0 0 0 0,0 0 0 0 0,0 1 1 0 0,-1-1-1 0 0,1 0 0 0 0,0 0 0 0 0,0 0 0 0 0,0 0 0 0 0,0 0 0 0 0,-1 0 0 0 0,1 0 0 0 0,0 0 0 0 0,0 0 0 0 0,0 0 0 0 0,0 1 1 0 0,0-1-1 0 0,0 0 0 0 0,-1 0 0 0 0,1 0 0 0 0,0 0 0 0 0,0 0 0 0 0,0 0 0 0 0,0 1 0 0 0,0-1 0 0 0,0 0 0 0 0,0 0 0 0 0,0 0 1 0 0,0 0-1 0 0,0 1 0 0 0,0-1 0 0 0,0 0 0 0 0,0 0 0 0 0,0 0 0 0 0,-10 43 54 0 0,8-24-18 0 0,2 0-1 0 0,3 30 0 0 0,-2-43-15 0 0,1-1 14 0 0,1 1-30 0 0,0 0 0 0 0,0 0-1 0 0,1 0 1 0 0,-1 0-1 0 0,1-1 1 0 0,1 0 0 0 0,-1 0-1 0 0,1 0 1 0 0,0 0 0 0 0,0-1-1 0 0,0 1 1 0 0,0-1 0 0 0,1-1-1 0 0,0 1 1 0 0,0-1 0 0 0,12 5-1 0 0,-14-6-73 0 0,2 0-113 0 0,17 4 34 0 0,-17-4-35 0 0,1-1-78 0 0,18-2-1076 0 0,42-4 1 0 0,-63 3 673 0 0,-2 3 573 0 0,-1-2-1 0 0,1 1 1 0 0,0 0 0 0 0,-1 0-1 0 0,1 0 1 0 0,0-1-1 0 0,-1 1 1 0 0,1-1 0 0 0,-1 1-1 0 0,1-1 1 0 0,-1 0-1 0 0,3-1 1 0 0,-1 0-114 0 0,3 1-417 0 0,-2-2-123 0 0,35-21-3287 0 0,-35 21 1466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6:26.3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 1984 0 0,'0'0'1554'0'0,"2"-3"-812"0"0,4-5-1085 0 0,-5 8 540 0 0,-1 0 1 0 0,1-1 0 0 0,-1 1 0 0 0,1 0 0 0 0,-1 0 0 0 0,0-1 0 0 0,1 1 0 0 0,-1 0-1 0 0,1 0 1 0 0,-1 0 0 0 0,1 0 0 0 0,0 0 0 0 0,-1 0 0 0 0,1 0 0 0 0,-1 0-1 0 0,1 0 1 0 0,-1 0 0 0 0,1 0 0 0 0,-1 0 0 0 0,1 0 0 0 0,-1 0 0 0 0,1 0 0 0 0,-1 1-1 0 0,1-1 1 0 0,-1 0 0 0 0,0 0 0 0 0,1 1 0 0 0,-1-1 0 0 0,1 0 0 0 0,-1 0-1 0 0,0 1 1 0 0,1-1 0 0 0,-1 1 0 0 0,1-1 0 0 0,-1 0 0 0 0,0 1 0 0 0,0-1 0 0 0,1 1-1 0 0,-1-1 1 0 0,1 1 0 0 0,1 2 537 0 0,-1 3-409 0 0,27 209 2289 0 0,-11-122-2494 0 0,-16-88-220 0 0,0 1-77 0 0,4 15-93 0 0,-4-15-115 0 0,1-2-969 0 0,4 12 478 0 0,-5-12-225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6:27.6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11 153 3308 0 0,'-1'-4'1510'0'0,"-7"-33"4285"0"0,7 26-5944 0 0,1 6 1063 0 0,1 0-554 0 0,0 3-260 0 0,0-1 0 0 0,0 0 0 0 0,0 0 0 0 0,1 0 1 0 0,-1 1-1 0 0,1-1 0 0 0,0 1 0 0 0,0-1 0 0 0,0 1 0 0 0,0 0 1 0 0,0 0-1 0 0,4-3 0 0 0,-3 2 279 0 0,4 3-302 0 0,18-1 86 0 0,-18 1 4 0 0,-1 1-25 0 0,6 2-62 0 0,1 1 1 0 0,-1 0-1 0 0,0 0 0 0 0,0 1 1 0 0,19 12-1 0 0,-28-15-63 0 0,-2-1-17 0 0,-1-1 1 0 0,1 0 0 0 0,-1 0 0 0 0,1 0-1 0 0,-1 0 1 0 0,1 0 0 0 0,-1 1-1 0 0,1-1 1 0 0,-1 0 0 0 0,1 0 0 0 0,-1 1-1 0 0,1-1 1 0 0,-1 0 0 0 0,1 1-1 0 0,-1-1 1 0 0,1 0 0 0 0,-1 1 0 0 0,0-1-1 0 0,1 1 1 0 0,-1-1 0 0 0,0 1 0 0 0,1-1-1 0 0,-1 1 1 0 0,0-1 0 0 0,1 2-1 0 0,-1-2 1 0 0,0 1-1 0 0,1 0 1 0 0,-1-1 0 0 0,0 1-1 0 0,1 0 1 0 0,-1-1-1 0 0,1 1 1 0 0,-1-1-1 0 0,1 1 1 0 0,-1 0-1 0 0,1-1 1 0 0,0 1-1 0 0,-1-1 1 0 0,1 0-1 0 0,0 1 1 0 0,-1-1-1 0 0,1 0 1 0 0,1 1-1 0 0,-1 0 0 0 0,0 1 0 0 0,0-1 0 0 0,1 1 0 0 0,-1-1 0 0 0,0 1 0 0 0,0-1 0 0 0,-1 1 0 0 0,1-1 0 0 0,0 1 0 0 0,0 2 0 0 0,2 0 8 0 0,-3 0-11 0 0,3 41 128 0 0,-3-40-107 0 0,-2 0 11 0 0,-25 64 105 0 0,25-64-117 0 0,0-2-8 0 0,-15 38-593 0 0,21-42 503 0 0,16-2-14 0 0,-15 2 6 0 0,-1-2-10 0 0,12-8-119 0 0,-1-2 0 0 0,0 0-1 0 0,-1-1 1 0 0,20-24 0 0 0,-28 29 191 0 0,1 1-1 0 0,-1-1 1 0 0,-1 0 0 0 0,6-11-1 0 0,-7 12 21 0 0,19-35-102 0 0,7-34 59 0 0,-28 72 44 0 0,-1 1-3 0 0,4-14 6 0 0,-4 14 146 0 0,-3 4-142 0 0,0 1 1 0 0,0-1-1 0 0,0 1 0 0 0,0-1 1 0 0,0 1-1 0 0,0 0 0 0 0,0 0 1 0 0,0 0-1 0 0,0 0 0 0 0,0 0 0 0 0,1 1 1 0 0,-1-1-1 0 0,0 1 0 0 0,1-1 1 0 0,-1 1-1 0 0,1-1 0 0 0,0 1 0 0 0,-1 0 1 0 0,1-1-1 0 0,0 1 0 0 0,0 0 1 0 0,-1 3-1 0 0,-2 2 11 0 0,1 0 0 0 0,0 1 0 0 0,1-1 0 0 0,-4 15-1 0 0,-1 25 218 0 0,7-42-141 0 0,0 2-13 0 0,0-5-84 0 0,1 6-19 0 0,-1 0 1 0 0,1 0-1 0 0,1 1 0 0 0,-1-1 1 0 0,1 0-1 0 0,1 0 0 0 0,0-1 0 0 0,0 1 1 0 0,0 0-1 0 0,1-1 0 0 0,0 0 1 0 0,1 0-1 0 0,-1 0 0 0 0,1 0 1 0 0,6 5-1 0 0,-3-4-428 0 0,0-1 0 0 0,0 0 0 0 0,17 10 0 0 0,-15-11-1185 0 0,0-1 0 0 0,0-1 0 0 0,15 5 0 0 0,-3-2-2575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6:28.1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79 2616 0 0,'1'-5'1008'0'0,"8"-37"3939"0"0,-8 38-3844 0 0,-1 4-1087 0 0,0 0 0 0 0,0-1 0 0 0,0 1 0 0 0,0-1 0 0 0,0 1 0 0 0,0 0 0 0 0,0-1 0 0 0,1 1 0 0 0,-1-1 0 0 0,0 1 1 0 0,0 0-1 0 0,0-1 0 0 0,1 1 0 0 0,-1 0 0 0 0,0-1 0 0 0,1 1 0 0 0,-1 0 0 0 0,0-1 0 0 0,1 1 0 0 0,-1 0 0 0 0,0 0 1 0 0,1-1-1 0 0,-1 1 0 0 0,0 0 0 0 0,1 0 0 0 0,-1 0 0 0 0,1-1 0 0 0,0 1 28 0 0,-1 0 0 0 0,1 0 0 0 0,-1 0 0 0 0,1-1 0 0 0,-1 1 1 0 0,1 0-1 0 0,-1-1 0 0 0,0 1 0 0 0,1 0 0 0 0,-1-1 0 0 0,1 1 0 0 0,-1-1 0 0 0,0 1 0 0 0,1-1 0 0 0,-1 1 0 0 0,0 0 0 0 0,0-1 0 0 0,1 1 1 0 0,-1-1-1 0 0,0-1 0 0 0,4 1 124 0 0,13-6-91 0 0,-13 6 514 0 0,1 2-426 0 0,15 4-36 0 0,-15-3-25 0 0,-4-2-89 0 0,0 1 0 0 0,1 0 0 0 0,-1 0 0 0 0,1 0 0 0 0,-1 0 0 0 0,0 0 0 0 0,0 0 0 0 0,0 0 0 0 0,1 0 0 0 0,-1 1 0 0 0,1 0 0 0 0,1 1 38 0 0,-1 1 4 0 0,6 13-6 0 0,-6-13-2 0 0,-1 1-5 0 0,4 17-25 0 0,-4-17 13 0 0,-1 2 22 0 0,0 4-41 0 0,-1 0 1 0 0,-1 0-1 0 0,0 0 0 0 0,0 0 0 0 0,-1-1 1 0 0,0 1-1 0 0,-1-1 0 0 0,0 1 0 0 0,0-1 1 0 0,-1 0-1 0 0,-1-1 0 0 0,0 1 0 0 0,0-1 1 0 0,-1 0-1 0 0,-12 13 0 0 0,16-20 15 0 0,2-1-31 0 0,-1 0 0 0 0,0-1 0 0 0,1 1 0 0 0,-1 0 0 0 0,1 0 1 0 0,0 0-1 0 0,-1 0 0 0 0,1 1 0 0 0,0-1 0 0 0,0 0 0 0 0,-2 3 1 0 0,2-4-1 0 0,-3 3-18 0 0,0-1-87 0 0,-13 4 85 0 0,12-4 1 0 0,1-3-45 0 0,-15-3 44 0 0,14 3-11 0 0,5-1-92 0 0,0 1 122 0 0,0 0 0 0 0,-1-1 1 0 0,1 1-1 0 0,0 0 0 0 0,-1 0 0 0 0,1 0 0 0 0,-1-1 0 0 0,0 1 1 0 0,1 0-1 0 0,-1 0 0 0 0,-1-2 0 0 0,1 1-2 0 0,-1-1-13 0 0,2 3-61 0 0,0 0 80 0 0,1 0 1 0 0,-1 0-1 0 0,0 0 0 0 0,1 0 1 0 0,-1 0-1 0 0,0-1 0 0 0,0 1 1 0 0,1 0-1 0 0,-1 0 0 0 0,0 0 1 0 0,0 0-1 0 0,1 0 0 0 0,-1 0 1 0 0,0-1-1 0 0,0 1 1 0 0,0 0-1 0 0,1 0 0 0 0,-1 0 1 0 0,0 0-1 0 0,0-1 0 0 0,0 1 1 0 0,1 0-1 0 0,-1 0 0 0 0,0-1 1 0 0,0 1-1 0 0,0 0 1 0 0,0 0-1 0 0,0-1 0 0 0,0 1 1 0 0,0 0-1 0 0,0 0 0 0 0,1-1 1 0 0,-1 1-1 0 0,0-1 6 0 0,0 1 1 0 0,0-1-1 0 0,0 1 1 0 0,0-1-1 0 0,1 1 1 0 0,-1-1-1 0 0,0 1 1 0 0,0 0-1 0 0,1-1 1 0 0,-1 1-1 0 0,0-1 1 0 0,1 1-1 0 0,-1 0 1 0 0,1-1-1 0 0,-1 1 1 0 0,0 0-1 0 0,1-1 1 0 0,-1 1-1 0 0,1 0 1 0 0,-1 0-1 0 0,1-1 1 0 0,-1 1-1 0 0,1 0 1 0 0,-1 0-1 0 0,1 0 1 0 0,-1 0-1 0 0,1 0 1 0 0,-1 0-1 0 0,1 0 1 0 0,-1 0-1 0 0,1 0 1 0 0,-1 0-1 0 0,1 0 1 0 0,-1 0-1 0 0,1 0 1 0 0,0 0-1 0 0,25 1 34 0 0,-20 0-4 0 0,0 0-1 0 0,56 17 195 0 0,68 16-2345 0 0,-50-21-4049 0 0,-74-12 1439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6:29.4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 63 2480 0 0,'-1'-4'1500'0'0,"-3"-12"-167"0"0,2 11 1531 0 0,1 1-2187 0 0,-6-12-124 0 0,5 12 2080 0 0,0 7-2469 0 0,-3 12-22 0 0,3-12-9 0 0,3 3 14 0 0,4 15-24 0 0,-4-15-29 0 0,2-1-12 0 0,2 6-45 0 0,0 0 0 0 0,1-1 1 0 0,1 0-1 0 0,0 0 0 0 0,0-1 0 0 0,1 0 0 0 0,0 0 0 0 0,0 0 1 0 0,1-1-1 0 0,19 13 0 0 0,-24-19-56 0 0,1 0-13 0 0,5 0 3 0 0,0 0-1 0 0,1-1 1 0 0,-1 0-1 0 0,0-1 0 0 0,20-2 1 0 0,-25 1 27 0 0,-5 1 2 0 0,1 0 0 0 0,-1 0 0 0 0,1 0 0 0 0,-1 0 1 0 0,1 0-1 0 0,-1 0 0 0 0,1-1 0 0 0,-1 1 0 0 0,1 0 0 0 0,-1 0 0 0 0,1-1 0 0 0,-1 1 1 0 0,1 0-1 0 0,-1-1 0 0 0,1 1 0 0 0,-1 0 0 0 0,0-1 0 0 0,1 1 0 0 0,-1-1 1 0 0,0 1-1 0 0,1 0 0 0 0,-1-1 0 0 0,0 1 0 0 0,1-1 0 0 0,-1 0 0 0 0,0 1-1 0 0,0-1-1 0 0,1 1 1 0 0,-1-1-1 0 0,0 1 1 0 0,1-1-1 0 0,-1 1 1 0 0,0-1-1 0 0,1 1 1 0 0,-1-1-1 0 0,0 1 1 0 0,1 0-1 0 0,-1-1 1 0 0,1 1-1 0 0,-1 0 1 0 0,1 0-1 0 0,-1-1 1 0 0,0 1-1 0 0,1 0 1 0 0,0 0-1 0 0,-1-1 1 0 0,1 1 0 0 0,-1 0-1 0 0,1 0 1 0 0,-1 0-1 0 0,1 0 1 0 0,2-4-51 0 0,2 0 43 0 0,0-1 3 0 0,9-31 6 0 0,-14 34 1 0 0,1 0 0 0 0,0 0 0 0 0,0-1 0 0 0,-1 1 0 0 0,1 0 0 0 0,-1 0 1 0 0,0 0-1 0 0,1-1 0 0 0,-1 1 0 0 0,-1-4 0 0 0,1 0 4 0 0,1 0 23 0 0,-6-85 828 0 0,5 91-853 0 0,0 1 1 0 0,0-1 0 0 0,0 1 0 0 0,0-1-1 0 0,0 0 1 0 0,-1 1 0 0 0,1-1-1 0 0,0 1 1 0 0,0-1 0 0 0,0 0 0 0 0,0 1-1 0 0,0-1 1 0 0,0 1 0 0 0,-1-1 0 0 0,1 0-1 0 0,0 1 1 0 0,0-1 0 0 0,-1 0-1 0 0,1 1 1 0 0,0-1 0 0 0,0 0 0 0 0,-1 1-1 0 0,1-1 1 0 0,0 0 0 0 0,-1 0 0 0 0,1 0-1 0 0,-1 1 1 0 0,1-1 0 0 0,-1 0-1 0 0,1 1 1 0 0,-1-1 0 0 0,0 0 0 0 0,1 1 0 0 0,-1-1 0 0 0,0 1 0 0 0,1-1 0 0 0,-1 1 0 0 0,1-1 0 0 0,-1 1 0 0 0,1-1 0 0 0,-1 1 0 0 0,1-1 0 0 0,0 1 0 0 0,-1 0 0 0 0,1-1 0 0 0,0 1 0 0 0,-1 0 0 0 0,1 0 0 0 0,0-1 0 0 0,0 1 0 0 0,0 0 0 0 0,0-1 0 0 0,-1 1-1 0 0,1 0 1 0 0,0 0 0 0 0,0-1 0 0 0,1 2 0 0 0,-1 73 275 0 0,4-1-1 0 0,15 87 1 0 0,-5-52-282 0 0,-11-65-61 0 0,-2 0-1 0 0,-2 1 1 0 0,-7 48-1 0 0,7-85 75 0 0,-1-1-1 0 0,0 0 1 0 0,-1 0-1 0 0,0-1 1 0 0,0 1-1 0 0,0 0 1 0 0,0-1-1 0 0,-10 12 1 0 0,10-15 83 0 0,-16 5 119 0 0,16-6 96 0 0,-2-2-291 0 0,1 0 0 0 0,-1-1 0 0 0,1 0 0 0 0,-1 0 0 0 0,1 0 0 0 0,-1 0 0 0 0,1-1 1 0 0,0 0-1 0 0,0 1 0 0 0,0-2 0 0 0,0 1 0 0 0,0 0 0 0 0,0-1 0 0 0,0 0 0 0 0,1 1 0 0 0,-6-7 0 0 0,3 2-23 0 0,2 1 1 0 0,-1-1-1 0 0,0 0 0 0 0,-4-10 0 0 0,5-7-70 0 0,4 21 65 0 0,0-12-174 0 0,-1 13 154 0 0,1-1 0 0 0,0 0 0 0 0,0 1 0 0 0,1-1 0 0 0,-1 0 0 0 0,0 1-1 0 0,1-1 1 0 0,0 1 0 0 0,-1-1 0 0 0,1 0 0 0 0,2-3 0 0 0,-1-1-63 0 0,-2 4 43 0 0,1 1-1 0 0,0-1 1 0 0,-1 1-1 0 0,1-1 1 0 0,0 1-1 0 0,0-1 1 0 0,1 1-1 0 0,-1 0 1 0 0,0-1-1 0 0,4-2 1 0 0,3-8-341 0 0,1 2 0 0 0,0-1 0 0 0,21-19 0 0 0,-19 22-646 0 0,0 1-1 0 0,0 0 0 0 0,19-10 0 0 0,-11 8-508 0 0,-14 8-1052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57.9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191 63 3856 0 0,'0'0'1495'0'0,"-1"-4"-289"0"0,-21-34 1951 0 0,19 34-2609 0 0,-1 2-115 0 0,-11-8-66 0 0,11 8-34 0 0,-1 1-47 0 0,2 0-166 0 0,-1 1 1 0 0,1-1-1 0 0,-1 1 1 0 0,0 0-1 0 0,1 0 0 0 0,-1 1 1 0 0,0-1-1 0 0,1 1 1 0 0,-1 0-1 0 0,1 0 1 0 0,-1 0-1 0 0,1 0 0 0 0,-1 0 1 0 0,1 1-1 0 0,0 0 1 0 0,-1-1-1 0 0,1 1 0 0 0,0 0 1 0 0,0 1-1 0 0,1-1 1 0 0,-4 3-1 0 0,0 2 23 0 0,0 0 0 0 0,0 1 0 0 0,1 0 0 0 0,0-1 0 0 0,0 1 0 0 0,0 1 0 0 0,2-1 0 0 0,-1 1 0 0 0,1 0 0 0 0,0 0 0 0 0,-2 13-1 0 0,2 7 34 0 0,3-24-104 0 0,0 2-5 0 0,1-3-84 0 0,-1 0-3 0 0,0 0-1 0 0,0 0 1 0 0,0 0-1 0 0,1 0 1 0 0,-1-1 0 0 0,1 1-1 0 0,0 0 1 0 0,1 0-1 0 0,-1 0 1 0 0,1-1 0 0 0,-1 1-1 0 0,1-1 1 0 0,0 1-1 0 0,0-1 1 0 0,1 0 0 0 0,-1 0-1 0 0,1 0 1 0 0,-1 0-1 0 0,1 0 1 0 0,0 0 0 0 0,0-1-1 0 0,1 1 1 0 0,4 2-1 0 0,42 7-819 0 0,-44-11 635 0 0,0-2 11 0 0,-1 1 156 0 0,1-1 32 0 0,0 1 0 0 0,0-1 1 0 0,0 0-1 0 0,0 0 1 0 0,0-1-1 0 0,0 0 0 0 0,-1 0 1 0 0,1 0-1 0 0,-1-1 0 0 0,1 0 1 0 0,-1 0-1 0 0,0 0 0 0 0,0-1 1 0 0,0 1-1 0 0,7-9 0 0 0,-11 11 27 0 0,3-3 54 0 0,-1 0 0 0 0,1 0-1 0 0,-1 0 1 0 0,0-1 0 0 0,0 1 0 0 0,0-1-1 0 0,-1 0 1 0 0,1 0 0 0 0,-1 0-1 0 0,0 0 1 0 0,-1 0 0 0 0,1 0-1 0 0,-1-1 1 0 0,0 1 0 0 0,0 0-1 0 0,-1-10 1 0 0,1 4 44 0 0,-1 9-109 0 0,0 0 0 0 0,0 0-1 0 0,0 0 1 0 0,0-1 0 0 0,0 1-1 0 0,-1 0 1 0 0,1 0 0 0 0,-1 0-1 0 0,1 0 1 0 0,-1 0 0 0 0,0 0-1 0 0,-1-2 1 0 0,-6-16 24 0 0,7 18-58 0 0,0 1-1 0 0,1-1 0 0 0,-1 1 0 0 0,0-1 0 0 0,0 1 0 0 0,0 0 0 0 0,0-1 0 0 0,0 1 0 0 0,0 0 0 0 0,0 0 0 0 0,-1 0 0 0 0,1 0 0 0 0,0 0 0 0 0,-1 0 0 0 0,1 0 0 0 0,0 0 0 0 0,-1 0 0 0 0,-1 0 0 0 0,-5 1-314 0 0,1 0 0 0 0,-1 1 0 0 0,1 0 0 0 0,-1 1 0 0 0,1-1 1 0 0,0 1-1 0 0,0 1 0 0 0,0-1 0 0 0,0 1 0 0 0,0 0 0 0 0,0 1 0 0 0,1 0 0 0 0,-1 0 0 0 0,1 0 0 0 0,0 1 0 0 0,1 0 0 0 0,-1 0 0 0 0,1 0 0 0 0,0 1 0 0 0,0 0 0 0 0,1 0 0 0 0,-6 9 0 0 0,5-9-95 0 0,-11 19-2857 0 0,2 3-729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58.3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142 55 3300 0 0,'1'-4'1258'0'0,"1"-14"-123"0"0,-2 14 1388 0 0,-1 1-1872 0 0,-6-11-62 0 0,5 11 411 0 0,-1 1-588 0 0,0 1-254 0 0,0 0 1 0 0,0 0 0 0 0,0 0 0 0 0,0 0 0 0 0,0 1 0 0 0,0-1-1 0 0,0 1 1 0 0,-1 0 0 0 0,1 0 0 0 0,0 0 0 0 0,0 0-1 0 0,0 1 1 0 0,0-1 0 0 0,0 1 0 0 0,0 0 0 0 0,0 0 0 0 0,0 0-1 0 0,0 0 1 0 0,-4 2 0 0 0,3-1 78 0 0,1 3-31 0 0,-4 3-115 0 0,1 1 1 0 0,0 0 0 0 0,1 1-1 0 0,0-1 1 0 0,0 1-1 0 0,-4 14 1 0 0,-7 64-385 0 0,16-83 27 0 0,0 1-38 0 0,1 8-290 0 0,1-1 0 0 0,1-1 0 0 0,0 1 0 0 0,6 16 1 0 0,-6-26 41 0 0,0-1-78 0 0,0-1 244 0 0,-1 1 0 0 0,1-1 0 0 0,0-1 0 0 0,0 1 0 0 0,0 0 0 0 0,0-1 0 0 0,0 1 0 0 0,0-1 0 0 0,1 0 0 0 0,-1 0 0 0 0,3 0 0 0 0,-1-1-1633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58.5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3512 0 0,'0'0'3662'0'0,"6"1"-3043"0"0,21 1 930 0 0,-24 3-1075 0 0,2 6-165 0 0,-1 0 0 0 0,0 0 1 0 0,0 1-1 0 0,-1-1 0 0 0,-1 1 0 0 0,0 0 0 0 0,1 24 0 0 0,-3-29-248 0 0,0-6-63 0 0,-1 0 0 0 0,1 0 1 0 0,-1 0-1 0 0,1 1 0 0 0,0-1 1 0 0,0 0-1 0 0,0 0 0 0 0,0 0 1 0 0,0 1-1 0 0,0-1 0 0 0,0 0 1 0 0,0 0-1 0 0,0 0 0 0 0,0 1 1 0 0,1-1-1 0 0,0 1 0 0 0,1 13-181 0 0,1 9-352 0 0,-3-19 151 0 0,1 0-1272 0 0,-1 1 1310 0 0,1 3 43 0 0,-1 1-5801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4:59.0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83 1 2592 0 0,'-5'0'1327'0'0,"1"0"-909"0"0,0 1 0 0 0,1-1 0 0 0,-1 1 0 0 0,0 0-1 0 0,1 0 1 0 0,-1 1 0 0 0,1-1 0 0 0,-7 4 0 0 0,7-3 316 0 0,0 3-58 0 0,-2 2-379 0 0,1 1 1 0 0,0 0 0 0 0,0 0 0 0 0,1 0 0 0 0,0 1 0 0 0,0-1 0 0 0,-2 17-1 0 0,4-6-293 0 0,0 0 0 0 0,2 0 0 0 0,5 37 0 0 0,-5-50-271 0 0,1-2-32 0 0,5 14-43 0 0,-6-14-42 0 0,0-4 368 0 0,-1 0-1 0 0,0 0 1 0 0,1 0-1 0 0,-1 0 1 0 0,0 0-1 0 0,0 1 0 0 0,1-1 1 0 0,-1 0-1 0 0,0 0 1 0 0,1 0-1 0 0,-1 0 1 0 0,0 0-1 0 0,0 0 1 0 0,1 1-1 0 0,-1-1 1 0 0,0 0-1 0 0,0 0 1 0 0,1 0-1 0 0,-1 1 0 0 0,0-1 1 0 0,0 0-1 0 0,0 0 1 0 0,0 1-1 0 0,1-1 1 0 0,-1 0-1 0 0,0 0 1 0 0,0 1-1 0 0,0-1 1 0 0,0 0-1 0 0,0 1 1 0 0,0-1-1 0 0,0 1 0 0 0,1 0-65 0 0,-1-1 0 0 0,0 1 0 0 0,0 0 0 0 0,0-1 0 0 0,1 1 0 0 0,-1-1 0 0 0,0 1 0 0 0,1 0 0 0 0,-1-1 0 0 0,1 1-1 0 0,-1-1 1 0 0,1 1 0 0 0,-1-1 0 0 0,1 1 0 0 0,-1-1 0 0 0,1 1 0 0 0,-1-1 0 0 0,1 0 0 0 0,-1 1 0 0 0,1-1-1 0 0,0 0 1 0 0,-1 0 0 0 0,1 1 0 0 0,0-1 0 0 0,0 0 0 0 0,17 5-319 0 0,-14-4 73 0 0,-3-2-459 0 0,-1 0 767 0 0,0 1 0 0 0,0 0 0 0 0,0 0 0 0 0,0-1 0 0 0,0 1 0 0 0,1 0 0 0 0,-1 0 0 0 0,0-1 0 0 0,0 1 0 0 0,0 0 0 0 0,1 0 0 0 0,-1 0 0 0 0,0 0 0 0 0,0-1 0 0 0,1 1-1 0 0,-1 0 1 0 0,0 0 0 0 0,0 0 0 0 0,1 0 0 0 0,-1 0 0 0 0,0 0 0 0 0,0 0 0 0 0,1 0 0 0 0,-1 0 0 0 0,0-1 0 0 0,1 1 0 0 0,-1 0 0 0 0,0 1 0 0 0,1-1 0 0 0,-1 0-18 0 0,1-1 0 0 0,0 1 1 0 0,0 0-1 0 0,-1 0 1 0 0,1 0-1 0 0,0 0 0 0 0,0-1 1 0 0,-1 1-1 0 0,1 0 1 0 0,0-1-1 0 0,-1 1 0 0 0,1 0 1 0 0,-1-1-1 0 0,1 1 1 0 0,0-1-1 0 0,-1 1 0 0 0,1-1 1 0 0,-1 1-1 0 0,1-1 0 0 0,-1 1 1 0 0,0-1-1 0 0,1 0 1 0 0,-1 1-1 0 0,1-2 0 0 0,6-14-98 0 0,-5 12 47 0 0,-1-1 28 0 0,2-12 89 0 0,-2 13 138 0 0,0-1 84 0 0,19-58 2902 0 0,-18 60-2121 0 0,-2 3-1005 0 0,0-1 0 0 0,0 1 0 0 0,0-1-1 0 0,1 1 1 0 0,-1-1 0 0 0,0 1-1 0 0,1 0 1 0 0,-1-1 0 0 0,0 1-1 0 0,1 0 1 0 0,-1-1 0 0 0,0 1-1 0 0,1 0 1 0 0,-1-1 0 0 0,1 1 0 0 0,-1 0-1 0 0,1 0 1 0 0,-1-1 0 0 0,0 1-1 0 0,1 0 1 0 0,-1 0 0 0 0,1 0-1 0 0,-1 0 1 0 0,2-1 0 0 0,9-6 1973 0 0,-6 9-1591 0 0,23 3 317 0 0,-25-1-499 0 0,2 1-63 0 0,0 1 1 0 0,-1 0 0 0 0,0 0-1 0 0,0 0 1 0 0,0 0 0 0 0,-1 1-1 0 0,0 0 1 0 0,0 0-1 0 0,2 7 1 0 0,-3 2-133 0 0,0 0 0 0 0,-1 0 0 0 0,-1 1 0 0 0,0-1 0 0 0,-3 18 0 0 0,-7 38-2824 0 0,9-67 2312 0 0,-6 18-3563 0 0,4-19 2701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6:55.5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0 2800 0 0,'0'0'10915'0'0,"0"5"-10815"0"0,3 12-15 0 0,-3-12-28 0 0,0 1 39 0 0,-1 154 917 0 0,0-153-936 0 0,1-1-25 0 0,0 19-29 0 0,0-18 35 0 0,0-3-4 0 0,-1 16 11 0 0,1-15 43 0 0,-1 0-144 0 0,0 16 63 0 0,1-16 56 0 0,0 0-98 0 0,1 13-13 0 0,0-13-41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5:16.9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213 64 3092 0 0,'0'0'1737'0'0,"-1"-4"-375"0"0,-15-36 1722 0 0,14 37-2655 0 0,-2 0-76 0 0,1 1-289 0 0,0 1-1 0 0,0-1 1 0 0,1 1 0 0 0,-1-1-1 0 0,0 1 1 0 0,0 0 0 0 0,0 0-1 0 0,-1 0 1 0 0,1 1-1 0 0,0-1 1 0 0,0 1 0 0 0,0 0-1 0 0,-1 0 1 0 0,1 0 0 0 0,0 0-1 0 0,0 0 1 0 0,0 1 0 0 0,-5 0-1 0 0,1 2 84 0 0,-1 0 0 0 0,1 1 0 0 0,0-1-1 0 0,1 1 1 0 0,-1 1 0 0 0,1-1 0 0 0,-1 1-1 0 0,1 0 1 0 0,1 1 0 0 0,-1-1 0 0 0,1 1-1 0 0,0 0 1 0 0,0 0 0 0 0,1 1 0 0 0,0 0-1 0 0,0-1 1 0 0,0 1 0 0 0,1 1 0 0 0,-4 12-1 0 0,4-12-83 0 0,0 1-1 0 0,1-1 1 0 0,0 1-1 0 0,1 0 1 0 0,0 0-1 0 0,0-1 1 0 0,1 1-1 0 0,0 0 1 0 0,0 0-1 0 0,1 0 1 0 0,0 0-1 0 0,1 0 1 0 0,0-1-1 0 0,5 14 1 0 0,-5-18-84 0 0,-1-1-1 0 0,1 1 1 0 0,0-1 0 0 0,1 0 0 0 0,-1 0 0 0 0,0 0-1 0 0,1 0 1 0 0,0 0 0 0 0,0-1 0 0 0,-1 1 0 0 0,2-1 0 0 0,-1 0-1 0 0,0 0 1 0 0,0 0 0 0 0,7 3 0 0 0,35 8-342 0 0,-40-13 251 0 0,2 0 17 0 0,0-1 83 0 0,1 1-1 0 0,0 0 0 0 0,0-1 0 0 0,0 0 1 0 0,0 0-1 0 0,-1-1 0 0 0,1 0 1 0 0,-1-1-1 0 0,1 1 0 0 0,-1-1 1 0 0,0-1-1 0 0,0 0 0 0 0,0 0 1 0 0,0 0-1 0 0,7-6 0 0 0,-9 4 78 0 0,1 0-1 0 0,-1 0 1 0 0,0-1-1 0 0,0 0 0 0 0,-1 0 1 0 0,0 0-1 0 0,0 0 1 0 0,0 0-1 0 0,-1-1 0 0 0,0 0 1 0 0,-1 1-1 0 0,0-1 1 0 0,0 0-1 0 0,0-10 0 0 0,-1 14-20 0 0,-2-2-4 0 0,-2-17-43 0 0,2 17-60 0 0,-2 2-50 0 0,-6-15-66 0 0,7 15-113 0 0,-2 1-160 0 0,1 1 325 0 0,1 1 0 0 0,-1-1 1 0 0,0 1-1 0 0,1-1 0 0 0,-1 1 0 0 0,0 0 1 0 0,0 0-1 0 0,0 1 0 0 0,0-1 1 0 0,0 1-1 0 0,0-1 0 0 0,0 1 0 0 0,0 0 1 0 0,0 0-1 0 0,0 0 0 0 0,0 0 1 0 0,0 1-1 0 0,0-1 0 0 0,0 1 1 0 0,0 0-1 0 0,1 0 0 0 0,-1 0 0 0 0,0 0 1 0 0,0 0-1 0 0,-2 2 0 0 0,-9 8-1050 0 0,1 1 1 0 0,1 0-1 0 0,0 1 0 0 0,1 1 0 0 0,-17 24 0 0 0,24-33-2402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5:17.5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243 30 3728 0 0,'0'0'1637'0'0,"-2"-3"-300"0"0,0 0-971 0 0,0 1 0 0 0,0 0 0 0 0,0-1-1 0 0,-1 1 1 0 0,1 0 0 0 0,-1 1 0 0 0,1-1 0 0 0,-1 0 0 0 0,1 1 0 0 0,-1-1-1 0 0,-5-1 1 0 0,4 1 176 0 0,-2 3-133 0 0,-2 0-264 0 0,0 0 0 0 0,-1 0 0 0 0,1 1 1 0 0,0 1-1 0 0,0-1 0 0 0,0 1 0 0 0,0 1 0 0 0,1-1 0 0 0,-1 1 0 0 0,1 1 0 0 0,0-1 0 0 0,0 1 1 0 0,0 1-1 0 0,1-1 0 0 0,0 1 0 0 0,-10 12 0 0 0,6-6-132 0 0,1 1 1 0 0,1 0-1 0 0,0 1 1 0 0,0-1-1 0 0,-8 27 1 0 0,14-35-224 0 0,2 1-74 0 0,0-2 93 0 0,1 0-1 0 0,-1 1 0 0 0,1-1 1 0 0,0 0-1 0 0,0 1 0 0 0,0-1 1 0 0,0 0-1 0 0,1 0 1 0 0,0 0-1 0 0,0 0 0 0 0,0 0 1 0 0,0-1-1 0 0,0 1 0 0 0,1 0 1 0 0,0-1-1 0 0,0 0 0 0 0,0 0 1 0 0,0 0-1 0 0,0 0 1 0 0,7 4-1 0 0,-7-5-475 0 0,18 1-521 0 0,-16-2 944 0 0,-1-1-1 0 0,1 1 1 0 0,0-1-1 0 0,-1 0 1 0 0,1 0-1 0 0,0 0 1 0 0,-1 0-1 0 0,8-2 1 0 0,4-4 110 0 0,1 1 0 0 0,-1-2 1 0 0,-1 0-1 0 0,1-1 0 0 0,-1 0 0 0 0,0-2 1 0 0,18-14-1 0 0,42-24 2834 0 0,-72 46-2215 0 0,2-1-2 0 0,14-5-10 0 0,-15 6 466 0 0,2 2-462 0 0,20 0 305 0 0,-25 0-719 0 0,0 0-1 0 0,1 1 0 0 0,-1 0 1 0 0,0-1-1 0 0,0 1 1 0 0,1 0-1 0 0,-1 0 1 0 0,0-1-1 0 0,0 1 1 0 0,0 0-1 0 0,0 0 1 0 0,0 0-1 0 0,0 0 1 0 0,-1 1-1 0 0,1-1 1 0 0,0 0-1 0 0,0 0 1 0 0,0 2-1 0 0,8 15 316 0 0,-6-10-232 0 0,0 0 0 0 0,-1 1-1 0 0,0-1 1 0 0,-1 1 0 0 0,1 0 0 0 0,-1 0 0 0 0,-1 9 0 0 0,1-3-33 0 0,0 39-6 0 0,-1-48-265 0 0,1-5-94 0 0,-1 0 259 0 0,0-1-1 0 0,0 1 1 0 0,1 0-1 0 0,-1 0 1 0 0,0-1-1 0 0,0 1 1 0 0,0 0-1 0 0,0 0 1 0 0,0-1-1 0 0,0 1 1 0 0,0 0 0 0 0,0 0-1 0 0,0-1 1 0 0,0 1-1 0 0,0 0 1 0 0,0 0-1 0 0,0-1 1 0 0,-1 1-1 0 0,1 0 1 0 0,-1 1-1 0 0,-1 7-2334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5:17.9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0 3128 0 0,'-5'1'1430'0'0,"-15"1"-210"0"0,15-2 647 0 0,3 5-1105 0 0,-9 45 1209 0 0,10-44-1724 0 0,2-5-236 0 0,-1 0 1 0 0,1-1-1 0 0,-1 1 1 0 0,0 0-1 0 0,1 0 0 0 0,-1 0 1 0 0,0 0-1 0 0,0 0 0 0 0,0 0 1 0 0,1 0-1 0 0,-1 0 1 0 0,0 0-1 0 0,0 0 0 0 0,0 0 1 0 0,-1-1-1 0 0,1 1 0 0 0,0 2 1 0 0,0 21 124 0 0,23 42 109 0 0,-21-63-272 0 0,-1-1 17 0 0,0 0-1 0 0,0-1 0 0 0,0 1 0 0 0,0 0 0 0 0,0-1 1 0 0,0 1-1 0 0,1-1 0 0 0,-1 0 0 0 0,0 1 1 0 0,1-1-1 0 0,1 1 0 0 0,0 2-111 0 0,-2-4 118 0 0,-1 0 0 0 0,0 0 0 0 0,1 0 0 0 0,-1 0 0 0 0,1 0 0 0 0,-1 0 0 0 0,0 0 0 0 0,1 0 0 0 0,-1 0-1 0 0,0 0 1 0 0,1 0 0 0 0,-1 1 0 0 0,0-1 0 0 0,1 0 0 0 0,-1 0 0 0 0,0 0 0 0 0,1 0 0 0 0,-1 1 0 0 0,0-1 0 0 0,1 0 0 0 0,-1 0 0 0 0,0 1 0 0 0,0-1 0 0 0,1 0 0 0 0,-1 1 0 0 0,0-1 0 0 0,0 0-1 0 0,1 1 1 0 0,-1 0-7 0 0,1-1-1 0 0,-1 1 1 0 0,0 0-1 0 0,1-1 1 0 0,-1 1-1 0 0,1-1 1 0 0,0 1-1 0 0,-1-1 1 0 0,1 1-1 0 0,-1-1 1 0 0,1 0-1 0 0,0 1 0 0 0,-1-1 1 0 0,1 0-1 0 0,0 1 1 0 0,0-1-1 0 0,-1 0 1 0 0,1 0-1 0 0,0 1 1 0 0,0-1-1 0 0,-1 0 1 0 0,1 0-1 0 0,0 0 0 0 0,1 0 1 0 0,20 2-8 0 0,-17-2 37 0 0,17-14 378 0 0,12-16 678 0 0,-30 27-738 0 0,0 0 14 0 0,44-22 1163 0 0,-43 24-1179 0 0,1 0-44 0 0,-2 1-225 0 0,1 0 0 0 0,0 0 0 0 0,0 1-1 0 0,0-1 1 0 0,0 1 0 0 0,-1 0 0 0 0,1 0-1 0 0,0 1 1 0 0,-1-1 0 0 0,1 1 0 0 0,-1 0-1 0 0,1 0 1 0 0,-1 1 0 0 0,0-1 0 0 0,5 5-1 0 0,-2-1-180 0 0,-1 1 0 0 0,-1-1 0 0 0,1 1 0 0 0,-1 0 0 0 0,-1 0 0 0 0,1 1 0 0 0,-1 0 0 0 0,0-1 0 0 0,-1 1 0 0 0,0 1 0 0 0,0-1 0 0 0,-1 0 0 0 0,0 1 0 0 0,1 12 0 0 0,-2-16-464 0 0,-2 2-95 0 0,-1 19-113 0 0,1-20-188 0 0,1-5 902 0 0,0-1 0 0 0,-1 1 0 0 0,1-1 0 0 0,0 1 0 0 0,-1-1 0 0 0,1 1 0 0 0,0-1 0 0 0,0 1 0 0 0,-1-1 0 0 0,1 1 0 0 0,0 0 0 0 0,0-1 0 0 0,0 1 0 0 0,0-1 0 0 0,0 1 0 0 0,0 0 1 0 0,0-1-1 0 0,0 1 0 0 0,0 0 0 0 0,0-1 0 0 0,0 1 0 0 0,0-1 0 0 0,0 1 0 0 0,0 0 0 0 0,1 0 0 0 0,-1-1-82 0 0,0 1 0 0 0,0 0 1 0 0,1-1-1 0 0,-1 1 0 0 0,0-1 0 0 0,0 1 1 0 0,0 0-1 0 0,0-1 0 0 0,0 1 0 0 0,0-1 1 0 0,0 1-1 0 0,0 0 0 0 0,0-1 0 0 0,0 1 1 0 0,0-1-1 0 0,-1 1 0 0 0,1 0 0 0 0,0-1 0 0 0,0 1 1 0 0,-1-1-1 0 0,1 1 0 0 0,0-1 0 0 0,-1 1 1 0 0,1-1-1 0 0,-1 1 0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6:57.0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69 2312 0 0,'2'-6'756'0'0,"1"0"-1"0"0,0 0 0 0 0,1 0 0 0 0,-1 0 1 0 0,1 0-1 0 0,1 1 0 0 0,8-10 1 0 0,-10 12-270 0 0,9-1 113 0 0,-12 3-549 0 0,1 1 0 0 0,0-1-1 0 0,-1 1 1 0 0,1-1 0 0 0,0 1 0 0 0,0-1 0 0 0,0 1-1 0 0,-1 0 1 0 0,1-1 0 0 0,0 1 0 0 0,0 0 0 0 0,0-1-1 0 0,0 1 1 0 0,0 0 0 0 0,0 0 0 0 0,0 0 0 0 0,0 0 0 0 0,-1 0-1 0 0,1 0 1 0 0,0 0 0 0 0,0 0 0 0 0,1 1 0 0 0,2-1-24 0 0,-1 0 24 0 0,0 0 0 0 0,1 0 1 0 0,-1 1-1 0 0,0-1 0 0 0,1 1 0 0 0,-1-1 1 0 0,0 1-1 0 0,0 1 0 0 0,1-1 1 0 0,-1 0-1 0 0,0 1 0 0 0,0-1 0 0 0,4 4 1 0 0,-3-1-20 0 0,1-1 1 0 0,-1 1 0 0 0,0 0 0 0 0,-1 0-1 0 0,1 1 1 0 0,-1-1 0 0 0,0 1 0 0 0,0 0-1 0 0,0 0 1 0 0,-1 0 0 0 0,0 0 0 0 0,0 0-1 0 0,0 0 1 0 0,0 1 0 0 0,-1-1 0 0 0,0 1 0 0 0,0-1-1 0 0,0 1 1 0 0,-1 6 0 0 0,0-2-3 0 0,-1 0 0 0 0,0 0 0 0 0,-1-1 0 0 0,0 1 0 0 0,-1 0 0 0 0,0-1 0 0 0,0 0 0 0 0,-1 1 0 0 0,0-1 0 0 0,-1-1 0 0 0,0 1 0 0 0,-6 8 0 0 0,-2-1 79 0 0,-1 0 0 0 0,-28 23 0 0 0,39-36-65 0 0,-1-1 2 0 0,-12 5-18 0 0,12-5 35 0 0,-2-2-56 0 0,-18 0-11 0 0,19 0 6 0 0,-3-5-42 0 0,8 6 40 0 0,-1-1 1 0 0,1 0-1 0 0,-1-1 0 0 0,1 1 0 0 0,-1 0 0 0 0,1 0 0 0 0,0 0 0 0 0,-1 0 0 0 0,1 0 0 0 0,-1 0 0 0 0,1 0 0 0 0,0-1 0 0 0,-1 1 0 0 0,1 0 0 0 0,-1 0 0 0 0,1-1 0 0 0,0 1 0 0 0,-1 0 0 0 0,1 0 0 0 0,0-1 0 0 0,0 1 0 0 0,-1 0 0 0 0,1-1 1 0 0,0 1-1 0 0,0 0 0 0 0,-1-1 0 0 0,1 1 0 0 0,0-1 0 0 0,0 1 0 0 0,0 0 0 0 0,0-1 0 0 0,0 1 0 0 0,-1-1 0 0 0,1 1 0 0 0,0 0 0 0 0,0-1 0 0 0,0 1 0 0 0,0-1 0 0 0,5-20-220 0 0,0 22 218 0 0,14 0 70 0 0,-14-1-33 0 0,-1 2-19 0 0,89 43 14 0 0,-66-30-546 0 0,0-2-1 0 0,52 19 1 0 0,-75-31-48 0 0,3 0-150 0 0,18 3-244 0 0,-18-2-279 0 0,-2-2-122 0 0,16 1-952 0 0,-16-1-1621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5:31.2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194 180 3060 0 0,'24'-68'5886'0'0,"-24"64"-5108"0"0,1-2-112 0 0,0-18-150 0 0,-1 18-72 0 0,-1 1-53 0 0,0 0-239 0 0,0 0 1 0 0,0-1-1 0 0,0 1 1 0 0,-1 1-1 0 0,0-1 0 0 0,0 0 1 0 0,-1 0-1 0 0,1 1 1 0 0,-1-1-1 0 0,0 1 1 0 0,-6-7-1 0 0,5 8 29 0 0,-22 9 8 0 0,19-4-155 0 0,0 1-5 0 0,0 0 0 0 0,1 0 1 0 0,-1 1-1 0 0,1 0 0 0 0,0 0 0 0 0,0 0 1 0 0,0 1-1 0 0,1 0 0 0 0,-1 0 0 0 0,1 0 1 0 0,-8 12-1 0 0,8-11-5 0 0,-3 3 2 0 0,1 1 0 0 0,0-1 0 0 0,0 2 0 0 0,1-1 0 0 0,0 1 0 0 0,1 0 0 0 0,0 0 0 0 0,1 0 0 0 0,0 1 0 0 0,-3 16 0 0 0,7-23-21 0 0,-1-1 0 0 0,1 1 0 0 0,0 0 0 0 0,0-1 0 0 0,1 1 0 0 0,-1-1 0 0 0,1 1 0 0 0,0-1 0 0 0,3 7 0 0 0,-3-6 21 0 0,0-2-21 0 0,1 1 0 0 0,0-1-1 0 0,0 1 1 0 0,0-1 0 0 0,0 0-1 0 0,0 0 1 0 0,1 0 0 0 0,-1 0-1 0 0,1 0 1 0 0,0 0-1 0 0,0-1 1 0 0,0 0 0 0 0,0 1-1 0 0,5 1 1 0 0,-6-2 17 0 0,3 1-38 0 0,0 0 0 0 0,0-1 0 0 0,-1 1 0 0 0,2-1 1 0 0,-1 0-1 0 0,0-1 0 0 0,0 1 0 0 0,11 1 0 0 0,-9-2-9 0 0,6 2-64 0 0,-11-2 84 0 0,0-1 0 0 0,-1 0 0 0 0,1 1 0 0 0,0-1 0 0 0,0 0 1 0 0,0 0-1 0 0,0 0 0 0 0,0 0 0 0 0,0 0 0 0 0,3-1 0 0 0,5-1-21 0 0,53-13-158 0 0,-42 9 112 0 0,3-7 43 0 0,-17 8 10 0 0,30-21-2 0 0,-30 19 23 0 0,-3 1 0 0 0,8-6 12 0 0,2-7-3 0 0,-10 11 3 0 0,2-7 26 0 0,-1 0 0 0 0,-1-1 0 0 0,4-20 1 0 0,-8 31-33 0 0,-1-1 13 0 0,1 2-44 0 0,0 1 0 0 0,0-1-1 0 0,-1 0 1 0 0,0 1 0 0 0,0-1 0 0 0,0 1 0 0 0,0-1-1 0 0,0 1 1 0 0,-1-1 0 0 0,1 1 0 0 0,-1 0 0 0 0,0 0-1 0 0,0 0 1 0 0,0 0 0 0 0,-1 0 0 0 0,1 0 0 0 0,-1 0-1 0 0,1 1 1 0 0,-1-1 0 0 0,0 1 0 0 0,0 0 0 0 0,0 0-1 0 0,0 0 1 0 0,-6-2 0 0 0,5 2-415 0 0,-3 2-87 0 0,-1-1 337 0 0,6 0 113 0 0,0 1-1 0 0,-1 0 0 0 0,1-1 1 0 0,-1 1-1 0 0,1 0 1 0 0,-1 0-1 0 0,1 1 0 0 0,0-1 1 0 0,-1 0-1 0 0,1 1 0 0 0,-1-1 1 0 0,1 1-1 0 0,-4 1 0 0 0,-3 1-177 0 0,-1 0-177 0 0,-1 1 0 0 0,1-1-1 0 0,0 2 1 0 0,1-1 0 0 0,-1 1 0 0 0,1 1 0 0 0,-16 11-1 0 0,19-12 167 0 0,-2 2-631 0 0,0-1 1 0 0,0 1 0 0 0,1 1-1 0 0,-10 11 1 0 0,1 3-2219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5:31.7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200 23 3856 0 0,'0'0'3069'0'0,"-1"-3"-2381"0"0,-5-17 1035 0 0,0 21-1452 0 0,2 0-220 0 0,-1 1 0 0 0,1-1 0 0 0,-1 1 0 0 0,1 0 0 0 0,-1 0 0 0 0,1 0 0 0 0,0 1 0 0 0,0-1 0 0 0,0 1 0 0 0,0 0 0 0 0,1 0 0 0 0,-1 0 0 0 0,1 1 0 0 0,0-1 0 0 0,-5 8 0 0 0,-8 11-42 0 0,1 0 0 0 0,1 1-1 0 0,0 0 1 0 0,2 1 0 0 0,1 0 0 0 0,1 1 0 0 0,-10 40 0 0 0,19-61-261 0 0,1-2 199 0 0,0 0 0 0 0,0 0 1 0 0,0-1-1 0 0,0 1 0 0 0,0 0 0 0 0,0 0 0 0 0,0-1 0 0 0,-1 1 0 0 0,1 0 0 0 0,-1-1 0 0 0,1 1 1 0 0,-2 2-1 0 0,2-3-37 0 0,-1 4-374 0 0,1-2-325 0 0,0-1 534 0 0,0 0-1 0 0,0 0 1 0 0,1 0 0 0 0,-1 1 0 0 0,1-1 0 0 0,0 0 0 0 0,-1 0 0 0 0,1 0 0 0 0,2 3 0 0 0,1-5-219 0 0,15 2 39 0 0,-14-1 58 0 0,-4-2 339 0 0,1 0 0 0 0,-1 0 0 0 0,1 0 0 0 0,-1 0 0 0 0,1 0 0 0 0,0 0 0 0 0,-1 0 0 0 0,1 1 0 0 0,0-1 0 0 0,0 1 0 0 0,1-1 0 0 0,23-12 428 0 0,30-23-1 0 0,-47 30-311 0 0,10-7 300 0 0,23-11 813 0 0,-35 20-1066 0 0,1 0 144 0 0,0 0 1 0 0,0 1-1 0 0,1 0 1 0 0,0 0 0 0 0,0 0-1 0 0,0 1 1 0 0,13-1-1 0 0,-17 3-189 0 0,-1 0 0 0 0,1 0-1 0 0,-1 1 1 0 0,1 0 0 0 0,-1 0-1 0 0,1 0 1 0 0,-1 0 0 0 0,1 0-1 0 0,-1 1 1 0 0,0 0 0 0 0,0 0-1 0 0,0 0 1 0 0,0 1 0 0 0,0-1 0 0 0,0 1-1 0 0,-1 0 1 0 0,1 0 0 0 0,-1 0-1 0 0,0 0 1 0 0,0 1 0 0 0,0-1-1 0 0,0 1 1 0 0,0 0 0 0 0,-1 0 0 0 0,0 0-1 0 0,0 0 1 0 0,0 0 0 0 0,0 1-1 0 0,1 7 1 0 0,13 64 317 0 0,-16-72-343 0 0,1 2-17 0 0,0 17-5 0 0,-1-18-25 0 0,1 0-113 0 0,2 16-86 0 0,-2-16-90 0 0,-30-14-10642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5:32.1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86 1 2088 0 0,'-3'2'1175'0'0,"-6"7"-740"0"0,1 1 0 0 0,0 0 0 0 0,0 0 1 0 0,1 0-1 0 0,1 1 0 0 0,-1 0 0 0 0,2 0 0 0 0,0 1 0 0 0,0 0 0 0 0,1 0 1 0 0,-5 23-1 0 0,8-30-362 0 0,1 1-40 0 0,7 50 54 0 0,-6-51-140 0 0,1-4 48 0 0,-1 0-1 0 0,1 0 0 0 0,-1 0 1 0 0,1 0-1 0 0,-1 0 0 0 0,0 0 1 0 0,1 1-1 0 0,-1-1 0 0 0,0 0 0 0 0,1 3 1 0 0,2-1-95 0 0,1-2-120 0 0,17 2 132 0 0,-16-2 14 0 0,-1-2 58 0 0,0 0 11 0 0,18-7-7 0 0,2-6 14 0 0,-16 8 8 0 0,4-4 69 0 0,2-1 49 0 0,-2 1 253 0 0,1 0 0 0 0,0 1 1 0 0,0 1-1 0 0,24-11 0 0 0,-34 18-178 0 0,2 1-48 0 0,-2-1-126 0 0,0 0 1 0 0,0 1-1 0 0,0 0 0 0 0,0 0 0 0 0,1 1 1 0 0,-1-1-1 0 0,0 1 0 0 0,0 0 0 0 0,0 0 1 0 0,0 0-1 0 0,0 0 0 0 0,0 1 1 0 0,-1-1-1 0 0,1 1 0 0 0,5 3 0 0 0,-5-1-40 0 0,0 0-1 0 0,-1 0 0 0 0,1 0 0 0 0,-1 0 0 0 0,0 0 0 0 0,0 1 0 0 0,0 0 0 0 0,0-1 1 0 0,-1 1-1 0 0,0 0 0 0 0,2 6 0 0 0,-3-5-89 0 0,0-1 0 0 0,0 1 1 0 0,0-1-1 0 0,-1 1 0 0 0,0-1 0 0 0,0 1 0 0 0,0-1 1 0 0,-1 1-1 0 0,0-1 0 0 0,0 1 0 0 0,-3 8 0 0 0,2-6 9 0 0,-1 6-642 0 0,-1 0 1 0 0,0 0-1 0 0,-1-1 1 0 0,0 1-1 0 0,-2-1 0 0 0,1 0 1 0 0,-11 14-1 0 0,3-7-2912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6:58.1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46 102 3000 0 0,'0'0'2546'0'0,"-2"-3"-1560"0"0,-1-2-582 0 0,1 1-1 0 0,1-1 1 0 0,-1 1 0 0 0,1-1 0 0 0,0 0 0 0 0,0 0-1 0 0,0 1 1 0 0,1-1 0 0 0,-1 0 0 0 0,1 0 0 0 0,0 0-1 0 0,1-5 1 0 0,0 5-153 0 0,-1 5-247 0 0,1-1 1 0 0,-1 1 0 0 0,0-1 0 0 0,0 1-1 0 0,0 0 1 0 0,0-1 0 0 0,0 1-1 0 0,1-1 1 0 0,-1 1 0 0 0,0 0 0 0 0,0-1-1 0 0,1 1 1 0 0,-1-1 0 0 0,0 1 0 0 0,1 0-1 0 0,-1 0 1 0 0,0-1 0 0 0,1 1-1 0 0,-1 0 1 0 0,0-1 0 0 0,1 1 0 0 0,-1 0-1 0 0,1 0 1 0 0,-1 0 0 0 0,1 0-1 0 0,-1-1 1 0 0,1 1 0 0 0,-1 0 0 0 0,1 0 0 0 0,-1 0 0 0 0,1 0 0 0 0,-1-1 0 0 0,1 1 1 0 0,-1 0-1 0 0,1 0 0 0 0,-1 0 0 0 0,0-1 0 0 0,1 1 0 0 0,-1 0 0 0 0,1-1 0 0 0,-1 1 1 0 0,0 0-1 0 0,1-1 0 0 0,-1 1 0 0 0,0-1 0 0 0,0 1 0 0 0,1 0 0 0 0,-1-1 0 0 0,0 1 1 0 0,0-1-1 0 0,0 1 0 0 0,1-1 0 0 0,-1 0 0 0 0,4 0 33 0 0,14-5 13 0 0,-14 5 55 0 0,1 3-106 0 0,-1 0 8 0 0,1 1-1 0 0,-1 0 0 0 0,0 0 1 0 0,0 0-1 0 0,0 1 0 0 0,-1-1 0 0 0,1 1 1 0 0,-1 0-1 0 0,0 0 0 0 0,0 0 1 0 0,0 0-1 0 0,0 1 0 0 0,2 6 0 0 0,-3-6 41 0 0,-1 1 8 0 0,0 55 265 0 0,-5-34-115 0 0,3-23-118 0 0,0 1 6 0 0,-3 16-2 0 0,4-16 69 0 0,-2 0-104 0 0,-2 13-5 0 0,3-13 112 0 0,0-1-120 0 0,1-2-29 0 0,-1-1-6 0 0,0 0 0 0 0,1 1 1 0 0,0-1-1 0 0,-1 0 1 0 0,1 1-1 0 0,0-1 0 0 0,0 1 1 0 0,0-1-1 0 0,-1 0 0 0 0,2 1 1 0 0,-1-1-1 0 0,0 3 0 0 0,5-4-50 0 0,45-9-362 0 0,-46 8 299 0 0,2 2-66 0 0,15 0 104 0 0,-16-1 14 0 0,16 10-69 0 0,-7 5 49 0 0,-11-12 42 0 0,-1 1 17 0 0,10 45 4 0 0,-12-43 8 0 0,-1-1-26 0 0,-4 16-11 0 0,4-16 7 0 0,-1 0 19 0 0,1 0 7 0 0,1-4 2 0 0,-1 1 0 0 0,1 0 1 0 0,-1-1-1 0 0,1 1 0 0 0,-1 0 0 0 0,0-1 1 0 0,1 1-1 0 0,-1-1 0 0 0,0 1 1 0 0,0-1-1 0 0,0 0 0 0 0,-2 3 1 0 0,-9 9 10 0 0,-1 0-16 0 0,12-12 7 0 0,-1 0 0 0 0,1 1 0 0 0,0-1 0 0 0,-1 0 0 0 0,1 0 0 0 0,-1 0 0 0 0,0 0 0 0 0,1 0 0 0 0,-1-1 0 0 0,0 1 0 0 0,1 0 0 0 0,-3 0 0 0 0,-1 1-1 0 0,0 0-15 0 0,-1-1-28 0 0,-14 1-4 0 0,14-2-11 0 0,0-1-46 0 0,-6-1-250 0 0,0 0 0 0 0,0-1 0 0 0,1-1 0 0 0,-1 0 0 0 0,1 0 1 0 0,-21-13-1 0 0,29 15-399 0 0,-1-1-266 0 0,-11-10-226 0 0,11 9-22 0 0,1 1-871 0 0,-10-15-1488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5:39.2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123 22 2864 0 0,'-2'-4'1190'0'0,"-13"-13"1529"0"0,9 17-2375 0 0,-17 0-46 0 0,17 0-61 0 0,2 3-42 0 0,-2 2-109 0 0,1 0-1 0 0,0 0 1 0 0,0 1-1 0 0,0 0 0 0 0,1 0 1 0 0,0 0-1 0 0,0 0 1 0 0,0 1-1 0 0,1-1 0 0 0,-3 10 1 0 0,2-7 0 0 0,1 0 1 0 0,1 0-1 0 0,0 0 1 0 0,0 1-1 0 0,1-1 1 0 0,0 0-1 0 0,1 1 1 0 0,0 0-1 0 0,0-1 1 0 0,1 1-1 0 0,0-1 1 0 0,1 0-1 0 0,0 1 1 0 0,1-1-1 0 0,5 14 1 0 0,-6-17-59 0 0,1 0-1 0 0,1 0 1 0 0,-1-1 0 0 0,1 1-1 0 0,-1-1 1 0 0,1 0 0 0 0,1 0-1 0 0,-1-1 1 0 0,1 1 0 0 0,0-1-1 0 0,0 0 1 0 0,0 0 0 0 0,1 0-1 0 0,-1-1 1 0 0,1 0 0 0 0,0 0-1 0 0,11 4 1 0 0,-11-5-21 0 0,0-1 1 0 0,0 1-1 0 0,0-1 0 0 0,0 0 0 0 0,1 0 1 0 0,-1-1-1 0 0,0 0 0 0 0,13-1 1 0 0,-14 1 9 0 0,13 0 42 0 0,-15 0-54 0 0,-1 0 0 0 0,1 0 0 0 0,-1 0 0 0 0,0 0 0 0 0,1-1 0 0 0,-1 1 0 0 0,1-1 0 0 0,-1 1 0 0 0,5-3 0 0 0,5-1 47 0 0,55-21 178 0 0,-54 20-96 0 0,-11 5-123 0 0,-1-1 0 0 0,1 0-1 0 0,0 1 1 0 0,-1-1-1 0 0,1 0 1 0 0,0 0-1 0 0,-1 0 1 0 0,1 0-1 0 0,-1 0 1 0 0,1-1 0 0 0,1-1-1 0 0,7-7 145 0 0,0 2-9 0 0,-2-1 0 0 0,1 0-1 0 0,-1-1 1 0 0,12-17 0 0 0,-18 23-120 0 0,1 0 1 0 0,-1-1-1 0 0,0 0 1 0 0,-1 0-1 0 0,1 1 0 0 0,-1-1 1 0 0,0 0-1 0 0,0 0 1 0 0,0 0-1 0 0,-1 0 1 0 0,0-1-1 0 0,0 1 0 0 0,0 0 1 0 0,0 0-1 0 0,-1 0 1 0 0,-2-7-1 0 0,-18-50-87 0 0,20 60 54 0 0,1 1 0 0 0,-1-1 0 0 0,0 1 0 0 0,0-1-1 0 0,1 1 1 0 0,-1-1 0 0 0,0 1 0 0 0,0-1 0 0 0,0 1 0 0 0,-1 0-1 0 0,1-1 1 0 0,0 1 0 0 0,0 0 0 0 0,-1 0 0 0 0,1 0-1 0 0,-2-1 1 0 0,-2-1-23 0 0,3 1-12 0 0,-1 0 0 0 0,0 0 0 0 0,1 0-1 0 0,-1 0 1 0 0,0 0 0 0 0,0 1 0 0 0,-1-1-1 0 0,1 1 1 0 0,0 0 0 0 0,0 0 0 0 0,-1 0-1 0 0,1 0 1 0 0,0 1 0 0 0,-1-1 0 0 0,-6 1-1 0 0,7 0 16 0 0,-7 0-99 0 0,1 1 0 0 0,-1 0 0 0 0,1 1 0 0 0,0 0 0 0 0,0 1 0 0 0,0 0 0 0 0,0 0 0 0 0,0 1 0 0 0,0 0 0 0 0,1 0 0 0 0,0 1 0 0 0,0 0 0 0 0,-9 8 0 0 0,0 2-1475 0 0,1 1-1 0 0,0 1 1 0 0,-21 30 0 0 0,34-42-2011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5:40.0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222 0 2044 0 0,'0'0'1834'0'0,"-6"1"-1087"0"0,2 0-696 0 0,0-1 112 0 0,1 1 1 0 0,-1 0 0 0 0,1-1-1 0 0,0 1 1 0 0,-1 1 0 0 0,1-1-1 0 0,0 0 1 0 0,0 1 0 0 0,0 0 0 0 0,0-1-1 0 0,0 1 1 0 0,0 0 0 0 0,-4 4-1 0 0,-13 16 235 0 0,1 1-1 0 0,1 1 0 0 0,1 0 0 0 0,1 2 0 0 0,1 0 1 0 0,2 0-1 0 0,0 1 0 0 0,-16 53 0 0 0,28-76-359 0 0,0 21-10 0 0,0-20-18 0 0,12 16-432 0 0,-5-21 229 0 0,2-1 77 0 0,0 0 1 0 0,0 0-1 0 0,0-1 1 0 0,0 0-1 0 0,0-1 1 0 0,0 1-1 0 0,12-8 1 0 0,51-33-330 0 0,-53 29 493 0 0,1 2 0 0 0,1 0 0 0 0,0 2 1 0 0,22-9-1 0 0,-34 17 72 0 0,1 0 0 0 0,-1 1 0 0 0,17 0 0 0 0,-19 1-7 0 0,-2 3-6 0 0,3 2-63 0 0,-1 0 0 0 0,0 1-1 0 0,0 0 1 0 0,0 0 0 0 0,0 0 0 0 0,-1 1 0 0 0,0-1 0 0 0,-1 1 0 0 0,5 10 0 0 0,-7-14 38 0 0,0 2-50 0 0,-1-1-93 0 0,1 1 0 0 0,-1 0 0 0 0,0-1-1 0 0,-1 1 1 0 0,1-1 0 0 0,-1 1 0 0 0,0 0-1 0 0,0 0 1 0 0,0-1 0 0 0,0 1 0 0 0,-1 0-1 0 0,-2 7 1 0 0,1-8-125 0 0,-11 0-187 0 0,-5 5 219 0 0,-1-3 87 0 0,15-5 12 0 0,-2 1 25 0 0,-16 4-22 0 0,17-4 32 0 0,-1-1 10 0 0,-15 6 18 0 0,16-5 14 0 0,1 0 50 0 0,-10 8 172 0 0,2 0 0 0 0,-17 18-1 0 0,25-24-121 0 0,3 0-12 0 0,-12 40-59 0 0,12-40 82 0 0,1 1-89 0 0,1 1-52 0 0,0 0 0 0 0,1 0 1 0 0,0 0-1 0 0,0-1 1 0 0,5 11-1 0 0,-5-12 81 0 0,8 1-66 0 0,-9-5-8 0 0,-1 1-1 0 0,1-1 1 0 0,-1 1 0 0 0,0-1 0 0 0,1 0 0 0 0,-1 1 0 0 0,1-1 0 0 0,0 0 0 0 0,-1 1-1 0 0,1-1 1 0 0,-1 0 0 0 0,1 0 0 0 0,-1 1 0 0 0,1-1 0 0 0,0 0 0 0 0,-1 0 0 0 0,1 0-1 0 0,0 0 1 0 0,-1 0 0 0 0,1 0 0 0 0,-1 0 0 0 0,1 0 0 0 0,0 0 0 0 0,-1 0 0 0 0,1 0-1 0 0,-1 0 1 0 0,2-1 0 0 0,16-2 1 0 0,-14 2-16 0 0,0-1-8 0 0,8-6 35 0 0,0 1 1 0 0,-1-1-1 0 0,0-1 0 0 0,0 0 0 0 0,9-11 1 0 0,-4 4 224 0 0,1 0 0 0 0,33-22 0 0 0,-30 28-36 0 0,0 0-1 0 0,21-6 0 0 0,-36 15-123 0 0,1 1-13 0 0,20 4 27 0 0,-24-3-85 0 0,1 0 1 0 0,0 0-1 0 0,0 0 0 0 0,0 0 0 0 0,-1 1 1 0 0,1-1-1 0 0,-1 1 0 0 0,1 0 0 0 0,-1 0 1 0 0,0 0-1 0 0,1 0 0 0 0,-1 0 1 0 0,0 0-1 0 0,0 1 0 0 0,-1-1 0 0 0,1 1 1 0 0,1 2-1 0 0,-2-3-10 0 0,2 2 0 0 0,0 1 0 0 0,-1-1-1 0 0,0 1 1 0 0,0-1 0 0 0,0 1 0 0 0,-1 0 0 0 0,0 0-1 0 0,0 0 1 0 0,0 0 0 0 0,0 6 0 0 0,0-3-10 0 0,0 0-57 0 0,0 0 0 0 0,-1-1 1 0 0,-1 1-1 0 0,1 0 0 0 0,-1 0 0 0 0,0 0 0 0 0,-4 11 0 0 0,3-13 24 0 0,-1 8-410 0 0,-1-1-1 0 0,0 0 1 0 0,-11 23-1 0 0,11-29-202 0 0,1 0 0 0 0,-1 0 0 0 0,-1-1 0 0 0,1 1 0 0 0,-1-1 0 0 0,0 0 0 0 0,-8 6 0 0 0,-10 7-2815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6:59.2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1 3112 0 0,'0'0'6031'0'0,"-3"3"-5724"0"0,-6 10-28 0 0,7-10 0 0 0,1 2-39 0 0,-6 76 892 0 0,6-77-980 0 0,1 3-4 0 0,0-5-148 0 0,-2 26 432 0 0,2 0 0 0 0,5 39 0 0 0,-4-63-359 0 0,0-1-59 0 0,1-1 1 0 0,-1 0 0 0 0,1 0-1 0 0,0 1 1 0 0,0-1 0 0 0,0 0-1 0 0,0 0 1 0 0,0-1 0 0 0,1 1-1 0 0,-1 0 1 0 0,0-1 0 0 0,1 0-1 0 0,0 1 1 0 0,2 0 0 0 0,-1 0-10 0 0,24 4-57 0 0,-23-5-26 0 0,1-2 25 0 0,57-7-325 0 0,-56 7 337 0 0,1-1 0 0 0,-1-1 0 0 0,1 1-1 0 0,-1-1 1 0 0,0-1 0 0 0,0 1 0 0 0,0-1-1 0 0,-1 0 1 0 0,1-1 0 0 0,9-8 0 0 0,-13 10-7 0 0,0-1 70 0 0,7-12 41 0 0,-7 12 24 0 0,-2-1 19 0 0,11-35 861 0 0,-11 35 77 0 0,-6 6-1026 0 0,-12 3-4 0 0,16-4-7 0 0,0 1-1 0 0,0-1 1 0 0,1 1 0 0 0,-1-1-1 0 0,0 1 1 0 0,0 0-1 0 0,1-1 1 0 0,-1 1 0 0 0,1 0-1 0 0,-1 0 1 0 0,0 0-1 0 0,1-1 1 0 0,0 1-1 0 0,-1 0 1 0 0,1 0 0 0 0,-1 0-1 0 0,1 0 1 0 0,0 0-1 0 0,0 0 1 0 0,-1 0 0 0 0,1 0-1 0 0,0 1 1 0 0,-5 14-304 0 0,1 0 1 0 0,1 0 0 0 0,0 1 0 0 0,1-1-1 0 0,1 1 1 0 0,0-1 0 0 0,2 1 0 0 0,3 27-1 0 0,3 23-1643 0 0,2 16-3561 0 0,-5-52 964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5:50.3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179 51 2724 0 0,'0'0'2420'0'0,"0"-4"-1496"0"0,-9-39 2314 0 0,8 40-2181 0 0,-5 3-828 0 0,2 1-207 0 0,1-1 34 0 0,0 0-1 0 0,-1 1 0 0 0,1 0 0 0 0,0-1 1 0 0,0 1-1 0 0,0 0 0 0 0,-1 1 1 0 0,1-1-1 0 0,0 0 0 0 0,1 1 1 0 0,-1 0-1 0 0,0 0 0 0 0,0 0 0 0 0,-2 2 1 0 0,-15 17 472 0 0,-21 32 0 0 0,40-52-515 0 0,-5 7 108 0 0,1 1 0 0 0,0 0 0 0 0,1 0 0 0 0,-7 18 1 0 0,8-18-77 0 0,0 0 0 0 0,0 0 1 0 0,0 0-1 0 0,1 1 1 0 0,1-1-1 0 0,0 1 1 0 0,0 0-1 0 0,1-1 0 0 0,0 1 1 0 0,0-1-1 0 0,1 1 1 0 0,1 0-1 0 0,4 16 1 0 0,-4-22-43 0 0,0 0 0 0 0,0 0 1 0 0,0-1-1 0 0,0 1 1 0 0,1 0-1 0 0,0-1 1 0 0,-1 1-1 0 0,1-1 1 0 0,1 0-1 0 0,-1 0 0 0 0,0 0 1 0 0,1-1-1 0 0,-1 1 1 0 0,1-1-1 0 0,0 0 1 0 0,0 0-1 0 0,0 0 1 0 0,0 0-1 0 0,0-1 0 0 0,0 0 1 0 0,1 0-1 0 0,6 1 1 0 0,-9-1-5 0 0,3 0 10 0 0,2-1 1 0 0,1 2-7 0 0,-5-2-1 0 0,0 1 1 0 0,0-1-1 0 0,0 0 1 0 0,1 0 0 0 0,-1 0-1 0 0,0 0 1 0 0,0-1-1 0 0,4 0 1 0 0,26-4-27 0 0,-20 2 13 0 0,2-5 162 0 0,-14 7-152 0 0,7-2-24 0 0,-1-1 0 0 0,1 0 1 0 0,-1 0-1 0 0,-1 0 0 0 0,1-1 1 0 0,0 0-1 0 0,-1 0 0 0 0,10-11 1 0 0,-10 7 36 0 0,-1 0 1 0 0,1 0 0 0 0,-2-1-1 0 0,7-14 1 0 0,-10 19-25 0 0,0 0-1 0 0,1 0 1 0 0,-2 0 0 0 0,1-1 0 0 0,-1 1-1 0 0,1 0 1 0 0,-1 0 0 0 0,-1-1 0 0 0,1 1 0 0 0,-1 0-1 0 0,0 0 1 0 0,0 0 0 0 0,-3-7 0 0 0,2 5-75 0 0,-1 0 0 0 0,0 1 0 0 0,0 0 0 0 0,-1-1 0 0 0,1 1 0 0 0,-1 0 0 0 0,-1 0 1 0 0,1 1-1 0 0,-1 0 0 0 0,0-1 0 0 0,0 2 0 0 0,-10-8 0 0 0,12 10-294 0 0,-5 2-33 0 0,1-2 275 0 0,5 1 85 0 0,0 1 0 0 0,0 0 0 0 0,-1-1 0 0 0,1 1 1 0 0,0 0-1 0 0,-1 0 0 0 0,1 0 0 0 0,0 0 1 0 0,0 0-1 0 0,-1 1 0 0 0,1-1 0 0 0,0 1 0 0 0,-5 1 1 0 0,0-1-106 0 0,5-1 86 0 0,-1 1 0 0 0,1-1 1 0 0,-1 1-1 0 0,1 0 0 0 0,-1-1 0 0 0,1 1 0 0 0,0 0 0 0 0,-1 1 0 0 0,1-1 0 0 0,0 0 0 0 0,-3 2 0 0 0,-5 3-389 0 0,0 1-1 0 0,0-1 1 0 0,1 2 0 0 0,0-1-1 0 0,0 1 1 0 0,1 1 0 0 0,-13 15-1 0 0,16-18 114 0 0,-12 19-2229 0 0,6 0-568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5:50.5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165 34 2100 0 0,'0'0'1648'0'0,"-2"-4"-1089"0"0,-1 0-324 0 0,0 1 0 0 0,-1-1 0 0 0,1 1 0 0 0,0 0 0 0 0,-1 0 0 0 0,-5-4 1 0 0,5 5 541 0 0,-2 3-500 0 0,-16 2-13 0 0,17-2 4 0 0,4 0-207 0 0,-1 1 1 0 0,1-1 0 0 0,0 1 0 0 0,-1-1-1 0 0,1 1 1 0 0,-1-1 0 0 0,0 0 0 0 0,1 0-1 0 0,-4 2 1 0 0,-1 5 82 0 0,-1 0 0 0 0,1 0-1 0 0,1 1 1 0 0,0 0 0 0 0,0 0 0 0 0,0 0 0 0 0,1 0-1 0 0,1 1 1 0 0,-1 0 0 0 0,-1 14 0 0 0,3-18-108 0 0,-8 44 220 0 0,-1 41-332 0 0,11-85-106 0 0,12 39-2710 0 0,-10-41 2161 0 0,4-4-3066 0 0,24-1 1485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5:51.1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159 6 2340 0 0,'0'0'2144'0'0,"5"-1"-1240"0"0,14-2-112 0 0,-15 2 426 0 0,14 14-266 0 0,-15-10-525 0 0,0 1-58 0 0,16 34 517 0 0,-18-34-643 0 0,1 2-38 0 0,12 41 216 0 0,-12-43-336 0 0,-1 1-28 0 0,12 41 102 0 0,-12-41-165 0 0,-5-3-3194 0 0,3-2 3110 0 0,-1 1-1 0 0,1-1 1 0 0,-1 1-1 0 0,1-1 1 0 0,-1 0-1 0 0,0 0 0 0 0,1 0 1 0 0,-1 0-1 0 0,-2 0 1 0 0,3 0-60 0 0,-3-1 34 0 0,1 0 1 0 0,-1 0 0 0 0,1 0 0 0 0,-1 0-1 0 0,1 0 1 0 0,-1-1 0 0 0,1 0 0 0 0,0 0 0 0 0,0 0-1 0 0,0 0 1 0 0,-4-4 0 0 0,1 4 100 0 0,0-1-1 0 0,0 1 1 0 0,0 0 0 0 0,-1 0 0 0 0,1 1 0 0 0,0-1-1 0 0,-9 1 1 0 0,10 0 39 0 0,-1 0 193 0 0,0 2 20 0 0,-1-1-91 0 0,0 1 1 0 0,0 0 0 0 0,0 0-1 0 0,0 1 1 0 0,1 0 0 0 0,-1 0-1 0 0,0 1 1 0 0,1 0-1 0 0,0 0 1 0 0,0 0 0 0 0,-10 7-1 0 0,13-7 150 0 0,0 1-157 0 0,-11 14-74 0 0,10-14-103 0 0,0 8 198 0 0,4-11-146 0 0,-1-1 0 0 0,1 1 1 0 0,-1 0-1 0 0,1 0 0 0 0,-1 0 1 0 0,1-1-1 0 0,0 1 0 0 0,-1 0 1 0 0,1 0-1 0 0,0 0 0 0 0,0 0 1 0 0,-1 0-1 0 0,1 0 0 0 0,0 0 1 0 0,0 0-1 0 0,0 0 0 0 0,0 0 1 0 0,0-1-1 0 0,0 1 0 0 0,1 2 0 0 0,0 2-21 0 0,-1 1-1 0 0,2-1 1 0 0,-1 1-1 0 0,1-1 0 0 0,-1 1 1 0 0,5 7-1 0 0,-4-9-165 0 0,1-2 253 0 0,2 1-31 0 0,-1 0 1 0 0,1-1 0 0 0,0 1-1 0 0,-1-1 1 0 0,1 0 0 0 0,7 1-1 0 0,-8-2 20 0 0,2-2 14 0 0,18-8 183 0 0,1-1-1 0 0,-1-1 1 0 0,-1-1 0 0 0,28-18-1 0 0,-8 4 182 0 0,-15 15-256 0 0,-23 10-123 0 0,2 0-8 0 0,18-1 6 0 0,-18 2 4 0 0,-2 1-40 0 0,-1 1-27 0 0,0-1-2 0 0,0 0 0 0 0,0 0 0 0 0,-1 0 1 0 0,1 1-1 0 0,0 0 0 0 0,-1 0 0 0 0,0 0 0 0 0,1 0 1 0 0,-1 0-1 0 0,0 1 0 0 0,0-1 0 0 0,0 1 0 0 0,4 6 1 0 0,-2-3-60 0 0,0 1 1 0 0,-1 0-1 0 0,0 0 1 0 0,0 0-1 0 0,-1 1 1 0 0,0-1-1 0 0,0 1 1 0 0,-1 0 0 0 0,0 0-1 0 0,0 0 1 0 0,-1 0-1 0 0,1 0 1 0 0,-2 0-1 0 0,0 0 1 0 0,0 1-1 0 0,0-1 1 0 0,-1 0-1 0 0,0 0 1 0 0,0 0-1 0 0,-1 0 1 0 0,-4 11 0 0 0,-1 0-1988 0 0,-1-1 1 0 0,-12 20-1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00.1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0 3240 0 0,'0'0'3276'0'0,"-2"3"-2725"0"0,-1-1-304 0 0,1 0-1 0 0,0 0 0 0 0,0 0 1 0 0,0 1-1 0 0,0-1 0 0 0,0 1 1 0 0,1-1-1 0 0,-1 1 0 0 0,1 0 1 0 0,-1-1-1 0 0,1 1 0 0 0,-1 4 1 0 0,2-5-207 0 0,0 0 0 0 0,0-1 0 0 0,0 1 0 0 0,0 0 0 0 0,0-1 0 0 0,0 1 0 0 0,1-1 0 0 0,-1 1 1 0 0,1 0-1 0 0,-1-1 0 0 0,1 1 0 0 0,0-1 0 0 0,-1 1 0 0 0,1-1 0 0 0,0 0 0 0 0,0 1 0 0 0,0-1 0 0 0,0 0 0 0 0,0 0 0 0 0,0 1 0 0 0,1-1 1 0 0,-1 0-1 0 0,2 1 0 0 0,-1 0 202 0 0,3 0-145 0 0,39 20 224 0 0,-40-20-254 0 0,-3-1-59 0 0,1-1 0 0 0,-1 0 0 0 0,0 1 0 0 0,1-1-1 0 0,-1 1 1 0 0,0-1 0 0 0,0 1 0 0 0,1 0 0 0 0,-1-1 0 0 0,0 1 0 0 0,0 0-1 0 0,2 2 1 0 0,-1-2 9 0 0,2 2 61 0 0,0 0 8 0 0,10 10 131 0 0,23 30 0 0 0,-34-39-153 0 0,-1 0-7 0 0,5 13 3 0 0,-6-13 29 0 0,0 0 10 0 0,3 12-4 0 0,-3-12 48 0 0,-1 2-153 0 0,-9 46-112 0 0,7-47-141 0 0,1-4-232 0 0,-1 0 382 0 0,1 0 0 0 0,-1 0 0 0 0,1 1-1 0 0,0-1 1 0 0,-1 1 0 0 0,1-1 0 0 0,0 1 0 0 0,-1 2 0 0 0,-1-1-727 0 0,-24-9-9655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00.3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4 205 2624 0 0,'0'0'4835'0'0,"-1"-4"-4048"0"0,-1-15-162 0 0,1 14 366 0 0,2 1-896 0 0,0 0 1 0 0,0-1 0 0 0,0 1 0 0 0,0 0-1 0 0,1-1 1 0 0,0 1 0 0 0,0 0 0 0 0,0 0-1 0 0,0 0 1 0 0,1 0 0 0 0,-1 1 0 0 0,1-1-1 0 0,5-5 1 0 0,1 0-63 0 0,1 0 0 0 0,-1 0 0 0 0,15-9 0 0 0,19-12-469 0 0,7 2-862 0 0,-46 26 473 0 0,0 0 0 0 0,0 1 0 0 0,0-1 0 0 0,1 1 0 0 0,-1 0-1 0 0,7-1 1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01.3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90 1 3568 0 0,'0'0'4135'0'0,"-5"1"-3748"0"0,-15 2-12 0 0,19-3-344 0 0,0 0 0 0 0,1 1 0 0 0,-1-1 1 0 0,0 1-1 0 0,0-1 0 0 0,1 0 0 0 0,-1 1 1 0 0,0-1-1 0 0,1 1 0 0 0,-1 0 0 0 0,0-1 1 0 0,1 1-1 0 0,-1 0 0 0 0,1-1 0 0 0,-1 1 1 0 0,1 0-1 0 0,0-1 0 0 0,-1 1 0 0 0,1 0 0 0 0,-1 0 1 0 0,1 0-1 0 0,0-1 0 0 0,0 1 0 0 0,0 0 1 0 0,-1 1-1 0 0,-5 11 293 0 0,0-1 0 0 0,1 1 1 0 0,0 1-1 0 0,1-1 0 0 0,-4 28 0 0 0,1 0 532 0 0,-2 65 1 0 0,9-101-814 0 0,1 1 1 0 0,-1 0 0 0 0,2 0 0 0 0,-1 0-1 0 0,0-1 1 0 0,1 1 0 0 0,3 6 0 0 0,-2-4-3 0 0,-1-4-21 0 0,1 0 0 0 0,-1 1 0 0 0,1-1 0 0 0,-1 0 0 0 0,1-1 0 0 0,0 1 0 0 0,0 0 0 0 0,5 3 1 0 0,-3-2-5 0 0,-2-2 10 0 0,2 0-8 0 0,13 8-10 0 0,-13-9-10 0 0,0-1 15 0 0,49 5 72 0 0,-48-6-85 0 0,-2-2 15 0 0,13-6 8 0 0,-12 6-2 0 0,-5 2-19 0 0,0 0-1 0 0,0-1 1 0 0,0 1-1 0 0,0-1 1 0 0,1 1-1 0 0,-1-1 1 0 0,0 1 0 0 0,0-1-1 0 0,1 1 1 0 0,-1-1-1 0 0,0 1 1 0 0,1 0 0 0 0,-1-1-1 0 0,0 1 1 0 0,1 0-1 0 0,-1-1 1 0 0,0 1 0 0 0,1 0-1 0 0,-1-1 1 0 0,1 1-1 0 0,-1 0 1 0 0,1 0 0 0 0,0-1-1 0 0,8-8 67 0 0,-7 5-71 0 0,-1-1-1 0 0,0 0 1 0 0,0 0 0 0 0,-1 0-1 0 0,0 0 1 0 0,1 0 0 0 0,-2 0-1 0 0,1-5 1 0 0,-1 5-24 0 0,0 4 19 0 0,1 0 1 0 0,0-1 0 0 0,-1 1-1 0 0,1 0 1 0 0,-1-1 0 0 0,1 1-1 0 0,-1 0 1 0 0,0 0 0 0 0,0-1-1 0 0,0 1 1 0 0,1 0-1 0 0,-3-2 1 0 0,1 1-1 0 0,0-2-29 0 0,-2 1-60 0 0,2 2 27 0 0,-1-1 0 0 0,1 1 1 0 0,-1-1-1 0 0,1 1 0 0 0,-1 0 0 0 0,0 0 1 0 0,1 0-1 0 0,-1 0 0 0 0,0 1 1 0 0,0-1-1 0 0,1 1 0 0 0,-1-1 1 0 0,0 1-1 0 0,0 0 0 0 0,0 0 1 0 0,0 0-1 0 0,1 1 0 0 0,-1-1 0 0 0,0 1 1 0 0,-3 0-1 0 0,-10 8-1677 0 0,1 0-1 0 0,0 1 1 0 0,-19 16 0 0 0,28-21 704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8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3760 0 0,'0'0'4933'0'0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8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409 28 2084 0 0,'0'0'946'0'0,"-1"-4"-138"0"0,-2-19 7757 0 0,0 26-8421 0 0,-1 3-46 0 0,0 1-1 0 0,1-1 1 0 0,0 0-1 0 0,0 1 1 0 0,0-1-1 0 0,1 1 0 0 0,0 0 1 0 0,0 0-1 0 0,-1 12 1 0 0,-4 68 354 0 0,6-73-436 0 0,1 33 128 0 0,33 401 669 0 0,-26-390-741 0 0,10 56 35 0 0,-16-109-68 0 0,9 87 35 0 0,-10-86-66 0 0,1 0 28 0 0,0 56 111 0 0,-1-56-130 0 0,0 0 5 0 0,3 55 290 0 0,-3-55-329 0 0,1 1 10 0 0,0 19-1 0 0,-1-20 2 0 0,0 1 9 0 0,-1 104 179 0 0,-3 34-5 0 0,6-89-264 0 0,-2-51 90 0 0,0 2 49 0 0,0 76 71 0 0,1-2-178 0 0,-1-77 73 0 0,0 4 1 0 0,-3 85-48 0 0,3-89 42 0 0,0 3 2 0 0,-2 50 2 0 0,2-52-6 0 0,0 1 5 0 0,-2 220 223 0 0,-1-188-151 0 0,3-32-84 0 0,0 2-20 0 0,-11 128 14 0 0,0-8 312 0 0,5-46-462 0 0,-7 64 72 0 0,12-140 104 0 0,-7 55 10 0 0,7-56-24 0 0,0 1-16 0 0,-13 122 58 0 0,14-122-66 0 0,-1 1 16 0 0,-5 81 16 0 0,6-83 5 0 0,-1 2 0 0 0,-7 107 189 0 0,8-109-184 0 0,0 2 2 0 0,-2 87 54 0 0,0-2-42 0 0,-17 239 14 0 0,3-87 99 0 0,12-116-34 0 0,-8 29-81 0 0,-4 87-30 0 0,14-184 132 0 0,0 11-170 0 0,2-57 10 0 0,2 45 11 0 0,-3-46 7 0 0,-1 2-3 0 0,0-7 0 0 0,0 27-23 0 0,2 55 45 0 0,-1-44-7 0 0,0-2-8 0 0,-1 76 8 0 0,2-89-42 0 0,0 1 40 0 0,0-8-7 0 0,5 41 82 0 0,-3 4-18 0 0,-2-14-5 0 0,-1 147-188 0 0,-1-78 75 0 0,0-58 136 0 0,0 120 2 0 0,0-98-105 0 0,1-21-52 0 0,0-17 106 0 0,0-1 132 0 0,1 5-283 0 0,0 122-79 0 0,-2 279 66 0 0,-31 563 220 0 0,24-807-93 0 0,-60 895 173 0 0,40-727-177 0 0,2-20 196 0 0,11-87-105 0 0,7-108 39 0 0,-9 853 574 0 0,19-755-370 0 0,-6 323-165 0 0,1 0 203 0 0,-9 590 346 0 0,9-1054-809 0 0,-2 187 375 0 0,8-245-147 0 0,1 0 55 0 0,-3-57-124 0 0,0-1 24 0 0,2 51 106 0 0,-2-50-166 0 0,0-1-1 0 0,2 13-2 0 0,-2-13 311 0 0,0 0-303 0 0,0 16-27 0 0,0-16 53 0 0,-14-14-9233 0 0,10 0 3902 0 0,-1-14-2054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8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493 62 3484 0 0,'0'0'1436'0'0,"-1"-5"-270"0"0,-23-36 1488 0 0,21 38-2294 0 0,-2 1-125 0 0,-14-5-4 0 0,14 5-54 0 0,-3 2-22 0 0,-1-1-102 0 0,5 1-14 0 0,-1 0-1 0 0,1 0 1 0 0,0 0-1 0 0,0 0 1 0 0,-1 1-1 0 0,1 0 1 0 0,-5 1-1 0 0,-11 3 75 0 0,0 1 0 0 0,0 1 0 0 0,1 0 0 0 0,0 2 0 0 0,0 0 0 0 0,1 1 0 0 0,0 1 0 0 0,1 1 0 0 0,0 0 0 0 0,1 1 0 0 0,0 1 0 0 0,1 0 0 0 0,1 2 0 0 0,0-1 0 0 0,1 2 0 0 0,1-1 0 0 0,0 2 0 0 0,2 0 0 0 0,-10 21 0 0 0,10-16-68 0 0,1 0 0 0 0,2 0 0 0 0,0 1 0 0 0,2 0 0 0 0,0 0 0 0 0,2 1 0 0 0,-1 27 0 0 0,4-42-56 0 0,0-7 5 0 0,-1-1 0 0 0,1 0 0 0 0,0 1-1 0 0,0-1 1 0 0,0 0 0 0 0,1 1-1 0 0,-1-1 1 0 0,0 0 0 0 0,1 1 0 0 0,1 2-1 0 0,4 15 39 0 0,-3-11-12 0 0,-1 0 0 0 0,2-1 0 0 0,-1 1-1 0 0,1-1 1 0 0,1 0 0 0 0,-1 0 0 0 0,1 0-1 0 0,1-1 1 0 0,-1 0 0 0 0,1 0 0 0 0,0 0 0 0 0,1-1-1 0 0,0 0 1 0 0,0 0 0 0 0,0 0 0 0 0,1-1-1 0 0,12 6 1 0 0,-12-7-11 0 0,0-1 0 0 0,0 0 0 0 0,0-1 0 0 0,1 0 0 0 0,-1 0 0 0 0,1-1 0 0 0,10 1 0 0 0,-10 0-8 0 0,-5-1-7 0 0,0-1 1 0 0,0 1-1 0 0,0-1 1 0 0,0 0-1 0 0,0 0 1 0 0,0 0-1 0 0,0-1 0 0 0,5 0 1 0 0,13-2-20 0 0,1-1 0 0 0,-1-1 0 0 0,0-1 0 0 0,-1-1 0 0 0,28-12 1 0 0,-31 10-12 0 0,0-2 0 0 0,-1 0 1 0 0,0-1-1 0 0,-1-1 1 0 0,0-1-1 0 0,-1 0 0 0 0,24-30 1 0 0,-30 33-17 0 0,-1-1-1 0 0,0-1 1 0 0,-1 1 0 0 0,0-2 0 0 0,-1 1 0 0 0,0 0 0 0 0,-1-1 0 0 0,0 0-1 0 0,-2-1 1 0 0,1 1 0 0 0,-2 0 0 0 0,2-23 0 0 0,-3 28 32 0 0,0 4 9 0 0,0 1 0 0 0,-1 0 0 0 0,0-1 0 0 0,0 1 0 0 0,0 0 0 0 0,-1-1 0 0 0,-1-5 0 0 0,0-6-18 0 0,-1 0-1 0 0,-9-26 0 0 0,10 34 13 0 0,-1 1 1 0 0,0 0 0 0 0,-1 0-1 0 0,1 0 1 0 0,-1 1-1 0 0,-1-1 1 0 0,1 1 0 0 0,-1 0-1 0 0,0 0 1 0 0,-8-6-1 0 0,8 7 11 0 0,4 3 9 0 0,-1 0-1 0 0,1 1 1 0 0,-1-1-1 0 0,0 1 1 0 0,1-1-1 0 0,-1 1 1 0 0,0 0-1 0 0,0-1 1 0 0,0 1-1 0 0,0 0 0 0 0,0 0 1 0 0,-3 0-1 0 0,2-1 3 0 0,-4-1-8 0 0,1 0 1 0 0,0 0 0 0 0,-1 1 0 0 0,0 0 0 0 0,1 0-1 0 0,-1 0 1 0 0,0 1 0 0 0,0 0 0 0 0,0 1 0 0 0,0-1-1 0 0,0 1 1 0 0,0 1 0 0 0,0-1 0 0 0,0 1 0 0 0,0 0-1 0 0,1 1 1 0 0,-14 4 0 0 0,-21 12-7 0 0,34-12 7 0 0,2 0 0 0 0,-4 2-1 0 0,-18 31 12 0 0,25-29-7 0 0,0-3-2 0 0,1-5 0 0 0,0 0-1 0 0,1 0 0 0 0,-1 1 0 0 0,0-1 1 0 0,1 0-1 0 0,-1 0 0 0 0,1 0 0 0 0,0 0 0 0 0,0 1 1 0 0,0-1-1 0 0,0 0 0 0 0,0 0 0 0 0,1 5 0 0 0,0 0-1 0 0,-1 6 14 0 0,0 1 0 0 0,1-1 0 0 0,1 1 0 0 0,0-1 0 0 0,1 1 1 0 0,1-1-1 0 0,6 18 0 0 0,5 3-7 0 0,24 41 1 0 0,-28-55-38 0 0,85 125 2 0 0,-68-107 12 0 0,-2 2 0 0 0,29 55 1 0 0,-54-91 13 0 0,1 0 0 0 0,-1 0 0 0 0,1 0 0 0 0,-1 0-1 0 0,0 0 1 0 0,-1 1 0 0 0,1-1 0 0 0,-1 0 0 0 0,0 0 0 0 0,0 1 0 0 0,0-1 0 0 0,-2 8 0 0 0,2-8 3 0 0,0-2-1 0 0,0-1 0 0 0,-1 1 0 0 0,1-1 0 0 0,0 1 0 0 0,0-1 0 0 0,-1 1-1 0 0,1-1 1 0 0,-1 1 0 0 0,0-1 0 0 0,1 0 0 0 0,-1 1 0 0 0,0-1-1 0 0,0 0 1 0 0,1 1 0 0 0,-1-1 0 0 0,0 0 0 0 0,-3 2 0 0 0,1 0-8 0 0,-1 3-23 0 0,0-1 0 0 0,0 0 0 0 0,-1 0-1 0 0,0 0 1 0 0,0-1 0 0 0,0 0-1 0 0,-1 0 1 0 0,0 0 0 0 0,1 0-1 0 0,-1-1 1 0 0,-7 3 0 0 0,0-1-158 0 0,0 0-1 0 0,0-1 1 0 0,0 0 0 0 0,-20 3-1 0 0,27-7 112 0 0,-64 6-1916 0 0,64-6 1385 0 0,-1 0 1 0 0,1-1-1 0 0,-1 0 0 0 0,1 0 1 0 0,-1 0-1 0 0,-6-3 1 0 0,-18-9-3228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8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 42 2888 0 0,'0'0'992'0'0,"-2"-5"-97"0"0,-3-12-171 0 0,3 12 1345 0 0,0 2-1662 0 0,2 2-364 0 0,0 1 1 0 0,0-1 0 0 0,0 1-1 0 0,0-1 1 0 0,-1 1 0 0 0,1-1 0 0 0,0 1-1 0 0,0-1 1 0 0,-1 1 0 0 0,1-1-1 0 0,0 1 1 0 0,-1-1 0 0 0,1 1-1 0 0,-1-1 1 0 0,1 1 0 0 0,0 0-1 0 0,-1-1 1 0 0,1 1 0 0 0,-1 0 0 0 0,1-1-1 0 0,-1 1 1 0 0,1 0 0 0 0,-1 0-1 0 0,1 0 1 0 0,-1-1 0 0 0,1 1-1 0 0,-1 0 1 0 0,0 0 0 0 0,-12 10 525 0 0,13-9-613 0 0,-3 2 147 0 0,1 3-11 0 0,-5 14-13 0 0,5-15-18 0 0,1 2-6 0 0,-1 10-37 0 0,0 0-1 0 0,1 0 1 0 0,1-1 0 0 0,0 1-1 0 0,2 0 1 0 0,0 0 0 0 0,1 0-1 0 0,0-1 1 0 0,11 30 0 0 0,-13-42-19 0 0,0-2 5 0 0,-1-1 0 0 0,0 1 0 0 0,1-1 0 0 0,0 1 0 0 0,-1-1-1 0 0,1 1 1 0 0,0-1 0 0 0,0 0 0 0 0,-1 1 0 0 0,1-1 0 0 0,0 0 0 0 0,3 2 0 0 0,-3-1 3 0 0,2 2-8 0 0,1-1-17 0 0,11 8 11 0 0,-11-8 0 0 0,1-2-63 0 0,16 2 32 0 0,-16-2-18 0 0,0-2-26 0 0,0 0 69 0 0,1 0 1 0 0,0-1 0 0 0,-1 1 0 0 0,1-1-1 0 0,-1 0 1 0 0,1-1 0 0 0,-1 1-1 0 0,0-1 1 0 0,0 0 0 0 0,0 0 0 0 0,-1-1-1 0 0,1 1 1 0 0,-1-1 0 0 0,0 0 0 0 0,0-1-1 0 0,0 1 1 0 0,0-1 0 0 0,-1 1-1 0 0,0-1 1 0 0,0 0 0 0 0,0 0 0 0 0,0 0-1 0 0,-1-1 1 0 0,3-9 0 0 0,1-2 20 0 0,-5 12 3 0 0,0-1 3 0 0,3-19-31 0 0,-4 19 31 0 0,0 0-7 0 0,-4-50 51 0 0,3 51 140 0 0,-2 8-125 0 0,-8 13-4 0 0,8-13-12 0 0,3 4-20 0 0,-1 5-18 0 0,1 1 0 0 0,0-1 0 0 0,1 0 0 0 0,1 1 0 0 0,0-1 0 0 0,6 21 0 0 0,-4-22 25 0 0,-2-4-133 0 0,0 1 1 0 0,1-1-1 0 0,0 1 0 0 0,0-1 1 0 0,1 0-1 0 0,0 0 1 0 0,0-1-1 0 0,1 1 0 0 0,0-1 1 0 0,0 0-1 0 0,0 0 0 0 0,1-1 1 0 0,0 1-1 0 0,0-1 0 0 0,9 6 1 0 0,-11-9-361 0 0,1-1-99 0 0,-2 0 562 0 0,1 1-351 0 0,0-1 0 0 0,0 0-1 0 0,-1-1 1 0 0,1 1 0 0 0,0-1 0 0 0,0 0 0 0 0,0 0-1 0 0,0 0 1 0 0,0 0 0 0 0,0 0 0 0 0,-1-1-1 0 0,1 0 1 0 0,0 0 0 0 0,4-1 0 0 0,11-6-2675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8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150 33 2432 0 0,'0'0'886'0'0,"-1"-4"-158"0"0,0 2-572 0 0,0 1 1 0 0,0-1 0 0 0,0 0-1 0 0,0 0 1 0 0,0 0 0 0 0,0 1-1 0 0,-1-1 1 0 0,1 0-1 0 0,-1 1 1 0 0,1-1 0 0 0,-1 1-1 0 0,1 0 1 0 0,-1 0 0 0 0,0-1-1 0 0,0 1 1 0 0,-2-1 0 0 0,0 0 359 0 0,0 4-299 0 0,-2 0-139 0 0,1 1 0 0 0,0-1 0 0 0,0 1 0 0 0,0 0 0 0 0,1 1 0 0 0,-1-1 0 0 0,1 1 0 0 0,-1 0 0 0 0,1 0 0 0 0,0 0-1 0 0,-4 7 1 0 0,0 0-20 0 0,1 1-1 0 0,1 0 1 0 0,-1 0-1 0 0,2 0 0 0 0,0 1 1 0 0,0-1-1 0 0,1 1 1 0 0,-3 22-1 0 0,6-31-12 0 0,2 3-13 0 0,0 18 2 0 0,-1-19-12 0 0,2-1-14 0 0,5 16-13 0 0,-5-16-31 0 0,0-1-15 0 0,9 13-5 0 0,-9-13-34 0 0,2-2-12 0 0,32 17-265 0 0,-32-17 293 0 0,1-3-107 0 0,18-3 137 0 0,-18 4 2 0 0,-2-3 23 0 0,9-5 6 0 0,-10 6-1 0 0,1-2-12 0 0,6-10 46 0 0,-7 10-2 0 0,0 0-33 0 0,3-12 291 0 0,-1 1-1 0 0,0-1 1 0 0,-1 0-1 0 0,2-30 1 0 0,-5 41 477 0 0,0 1-690 0 0,2-15 43 0 0,-2 15 460 0 0,1 9-502 0 0,2 16 5 0 0,-2-16-12 0 0,0 0-6 0 0,2 14-14 0 0,-2-14-11 0 0,1 1-26 0 0,0 0-36 0 0,5 20-176 0 0,1-1-1 0 0,15 32 0 0 0,-17-48-607 0 0,0 0-1 0 0,1-1 1 0 0,11 12 0 0 0,-15-17-272 0 0,15 5-1831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8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97 1400 0 0,'4'-24'547'0'0,"-3"19"525"0"0,-1 5-1051 0 0,1 0 0 0 0,-1 0 0 0 0,1-1 0 0 0,-1 1 0 0 0,0 0 0 0 0,1 0 0 0 0,-1 0 0 0 0,0 0 1 0 0,1 0-1 0 0,-1 0 0 0 0,0-1 0 0 0,1 1 0 0 0,-1 0 0 0 0,0 0 0 0 0,1-1 0 0 0,-1 1 0 0 0,0 0 0 0 0,0 0 0 0 0,1-1 0 0 0,-1 1 0 0 0,0 0 0 0 0,0-1 1 0 0,1 1-1 0 0,-1 0 0 0 0,0-1 0 0 0,0 1 0 0 0,0 0 0 0 0,0-1 0 0 0,1 0 25 0 0,-1 1 1 0 0,0-1-1 0 0,0 1 1 0 0,0-1-1 0 0,1 1 1 0 0,-1-1-1 0 0,0 1 1 0 0,1-1-1 0 0,-1 1 1 0 0,0-1-1 0 0,1 1 1 0 0,-1 0-1 0 0,0-1 1 0 0,1 1-1 0 0,-1 0 1 0 0,1-1-1 0 0,-1 1 1 0 0,1 0-1 0 0,-1 0 0 0 0,1-1 1 0 0,-1 1-1 0 0,1 0 1 0 0,-1 0-1 0 0,1 0 1 0 0,-1 0-1 0 0,1 0 1 0 0,-1-1-1 0 0,1 1 1 0 0,-1 0-1 0 0,1 0 1 0 0,-1 0-1 0 0,1 0 1 0 0,-1 1-1 0 0,1-1 1 0 0,0 0-1 0 0,5 1 106 0 0,-1 1-1 0 0,1-1 1 0 0,-1 1 0 0 0,0 0-1 0 0,1 0 1 0 0,-1 1-1 0 0,0 0 1 0 0,-1 0 0 0 0,1 0-1 0 0,0 0 1 0 0,-1 1-1 0 0,7 6 1 0 0,2 5 261 0 0,-1 0-1 0 0,-1 1 1 0 0,-1 0 0 0 0,17 34 0 0 0,-25-46-167 0 0,-1 1 13 0 0,2 14-6 0 0,-2-14 212 0 0,-1 0-228 0 0,0 0-107 0 0,0-1 0 0 0,-1 0 0 0 0,1 1 0 0 0,-1-1 0 0 0,0 0 0 0 0,-1 0 0 0 0,1 0 0 0 0,-3 5 0 0 0,2-6 314 0 0,-2-1-247 0 0,2-2-153 0 0,0 1 1 0 0,-1 0-1 0 0,1-1 0 0 0,-1 1 1 0 0,1-1-1 0 0,0 0 0 0 0,-1 0 1 0 0,1 0-1 0 0,-1 0 0 0 0,1 0 1 0 0,-1 0-1 0 0,1-1 0 0 0,-1 1 1 0 0,-3-2-1 0 0,1 0 18 0 0,2-1-9 0 0,-23-37 39 0 0,24 35-129 0 0,1-1-46 0 0,0-3-60 0 0,1 0 0 0 0,0 0 0 0 0,1 0 0 0 0,-1 0 0 0 0,2 0 0 0 0,-1 1 0 0 0,1-1 0 0 0,5-12 0 0 0,19-32-1135 0 0,-19 42 55 0 0,0 1-1 0 0,1 0 1 0 0,0 1-1 0 0,1-1 1 0 0,17-14-1 0 0,-10 11-2191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8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 24 2668 0 0,'-1'-5'1116'0'0,"1"4"-843"0"0,1 0 0 0 0,-1 0 0 0 0,0 0 1 0 0,0 0-1 0 0,0 0 0 0 0,0 0 0 0 0,0 0 0 0 0,-1 0 1 0 0,1 1-1 0 0,0-1 0 0 0,0 0 0 0 0,-1 0 1 0 0,1 0-1 0 0,0 0 0 0 0,-1 0 0 0 0,1 1 1 0 0,-1-1-1 0 0,0-1 0 0 0,-6 6 2708 0 0,1 4-4135 0 0,5-7 1172 0 0,0 0-1 0 0,0 0 1 0 0,1 1-1 0 0,-1-1 0 0 0,0 0 1 0 0,1 0-1 0 0,-1 1 1 0 0,1-1-1 0 0,-1 0 0 0 0,1 1 1 0 0,0-1-1 0 0,0 0 1 0 0,-1 1-1 0 0,1-1 0 0 0,0 1 1 0 0,0-1-1 0 0,0 0 0 0 0,1 1 1 0 0,-1 2-1 0 0,1-2 37 0 0,-26 210 892 0 0,25-180-938 0 0,4-5-16 0 0,-5-15-6 0 0,1-2 2 0 0,0 1 1 0 0,1-1-1 0 0,1 1 0 0 0,-1-1 1 0 0,2 1-1 0 0,5 16 0 0 0,10 21-197 0 0,-16-44 26 0 0,1 0-67 0 0,10 11-64 0 0,-10-11-89 0 0,14 4-653 0 0,-15-7 831 0 0,2 1-732 0 0,2-3-1483 0 0,17-2 225 0 0,-17 2-1547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8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65 2308 0 0,'0'0'1111'0'0,"-5"-1"-213"0"0,-7-3 1320 0 0,10-1-920 0 0,20-4-674 0 0,36-5-1773 0 0,-51 14 1316 0 0,104-26-5282 0 0,-85 21 2795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8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 56 1644 0 0,'0'0'1398'0'0,"-3"3"-858"0"0,-23 28 1585 0 0,23-28-1297 0 0,-4 18-436 0 0,5-17 214 0 0,4 0-539 0 0,-2-2-70 0 0,1-1 11 0 0,-1 1 1 0 0,0-1 0 0 0,1 0-1 0 0,-1 0 1 0 0,1 1-1 0 0,-1-1 1 0 0,1 0 0 0 0,-1 0-1 0 0,1 0 1 0 0,0 1-1 0 0,0-1 1 0 0,-1 0-1 0 0,1 0 1 0 0,0 0 0 0 0,0 0-1 0 0,0-1 1 0 0,0 1-1 0 0,0 0 1 0 0,0 0 0 0 0,1-1-1 0 0,-1 1 1 0 0,0 0-1 0 0,0-1 1 0 0,0 1 0 0 0,1-1-1 0 0,-1 1 1 0 0,0-1-1 0 0,1 0 1 0 0,-1 0-1 0 0,0 0 1 0 0,1 1 0 0 0,-1-1-1 0 0,0 0 1 0 0,2-1-1 0 0,19-1-29 0 0,-16 1 51 0 0,-1 0 99 0 0,43-18-454 0 0,-43 17 276 0 0,-1-2-2 0 0,31-30-50 0 0,-33 31 109 0 0,0-1-24 0 0,4-13 5 0 0,-5 13-8 0 0,-1-1-15 0 0,0-14 42 0 0,0 14-12 0 0,-2 1 0 0 0,1 2 26 0 0,-1 0 0 0 0,1 0 0 0 0,-1 0 0 0 0,0 0 0 0 0,1 1 0 0 0,-1-1-1 0 0,0 1 1 0 0,0-1 0 0 0,0 1 0 0 0,0-1 0 0 0,0 1 0 0 0,0 0 0 0 0,0 0 0 0 0,-1 0 0 0 0,-3-1-1 0 0,2 1 121 0 0,-1 3 25 0 0,-13 3-7 0 0,13-4 25 0 0,0 2 6 0 0,0 0-111 0 0,-1 0 1 0 0,1 1-1 0 0,0-1 0 0 0,0 1 0 0 0,1 0 1 0 0,-1 0-1 0 0,1 1 0 0 0,0 0 0 0 0,0-1 1 0 0,0 1-1 0 0,1 0 0 0 0,0 1 0 0 0,0-1 0 0 0,0 1 1 0 0,0-1-1 0 0,1 1 0 0 0,0 0 0 0 0,0 0 1 0 0,0 6-1 0 0,1-8-6 0 0,1 2-32 0 0,0 0-34 0 0,0-1 0 0 0,0 1 1 0 0,0 0-1 0 0,1-1 0 0 0,0 1 0 0 0,0-1 0 0 0,0 0 0 0 0,1 1 1 0 0,0-1-1 0 0,0 0 0 0 0,0 0 0 0 0,1 0 0 0 0,0 0 1 0 0,-1 0-1 0 0,2-1 0 0 0,-1 1 0 0 0,0-1 0 0 0,1 0 1 0 0,0 0-1 0 0,0 0 0 0 0,0-1 0 0 0,1 1 0 0 0,-1-1 0 0 0,9 5 1 0 0,-5-4-225 0 0,1 0 0 0 0,-1-1 1 0 0,1 0-1 0 0,0 0 1 0 0,-1-1-1 0 0,1 0 0 0 0,0 0 1 0 0,1-1-1 0 0,8 0 0 0 0,-12-1-462 0 0,-1-1-188 0 0,18-6-156 0 0,-18 5-50 0 0,-1 0-668 0 0,18-12-1243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8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1952 0 0,'3'4'1165'0'0,"14"16"-282"0"0,0 1 1 0 0,-2 1-1 0 0,0 1 0 0 0,-2 0 1 0 0,0 1-1 0 0,9 25 0 0 0,-20-45-737 0 0,1 8 100 0 0,-2-11-202 0 0,0 0-1 0 0,-1 0 0 0 0,1 0 0 0 0,-1 0 0 0 0,1 0 0 0 0,-1 0 0 0 0,1 0 1 0 0,-1 0-1 0 0,0 1 0 0 0,0-1 0 0 0,1 0 0 0 0,-1 0 0 0 0,0 0 1 0 0,0 0-1 0 0,0 2 0 0 0,1 17 132 0 0,-1-15 108 0 0,-2-2-148 0 0,-6 13-3 0 0,6-12 114 0 0,-1-2-93 0 0,-10 6-16 0 0,10-5 241 0 0,-3-4-272 0 0,-14-1-27 0 0,19 2-74 0 0,-1 0 0 0 0,1-1 0 0 0,0 1-1 0 0,0 0 1 0 0,0-1 0 0 0,1 1 0 0 0,-1-1 0 0 0,0 1 0 0 0,0-1-1 0 0,0 1 1 0 0,0-1 0 0 0,0 0 0 0 0,0 1 0 0 0,1-1-1 0 0,-1 0 1 0 0,0 0 0 0 0,1 1 0 0 0,-1-1 0 0 0,0 0 0 0 0,1 0-1 0 0,-1 0 1 0 0,1 0 0 0 0,-1-1 0 0 0,1 1 6 0 0,-3-2 40 0 0,3 1-46 0 0,-1 0 1 0 0,1 1-1 0 0,0-1 0 0 0,-1 0 1 0 0,1 1-1 0 0,-1-1 0 0 0,0 1 0 0 0,1-1 1 0 0,-1 1-1 0 0,0-1 0 0 0,0 1 1 0 0,-1-2-1 0 0,-1-1 5 0 0,1-1 12 0 0,2-2-18 0 0,-1-1-135 0 0,1 0 0 0 0,0 0 0 0 0,0-1 0 0 0,1 1 0 0 0,0 0 0 0 0,0 0 0 0 0,1 0 0 0 0,0 0 0 0 0,0 0 0 0 0,1 0 0 0 0,0 1 0 0 0,1-1 0 0 0,0 1 0 0 0,0 0 0 0 0,9-12 0 0 0,-10 16-404 0 0,1-1 0 0 0,-1 1 0 0 0,1 0 0 0 0,0 0 1 0 0,0 0-1 0 0,0 0 0 0 0,6-2 0 0 0,-2 0-1195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25 2356 0 0,'0'0'8879'0'0,"1"-5"-8435"0"0,2-11-45 0 0,-2 12 2658 0 0,-1 4-3046 0 0,0 1 0 0 0,0-1 0 0 0,0 1 0 0 0,0-1 0 0 0,0 1-1 0 0,0-1 1 0 0,0 1 0 0 0,0-1 0 0 0,0 0 0 0 0,0 1-1 0 0,0-1 1 0 0,0 1 0 0 0,0-1 0 0 0,0 1 0 0 0,0-1 0 0 0,0 1-1 0 0,0-1 1 0 0,1 0 0 0 0,-1 1 0 0 0,0-1 0 0 0,0 1 0 0 0,1-1-1 0 0,-1 0 1 0 0,1 1 0 0 0,-1 0 22 0 0,1 0 0 0 0,0 1 0 0 0,0-1 1 0 0,-1 0-1 0 0,1 0 0 0 0,-1 1 0 0 0,1-1 0 0 0,-1 0 0 0 0,1 1 1 0 0,-1-1-1 0 0,0 0 0 0 0,0 1 0 0 0,1 1 0 0 0,20 282 1409 0 0,-20-279-1410 0 0,-1-1 16 0 0,1 14-18 0 0,0-15-10 0 0,-1 1-10 0 0,2 12-7 0 0,-1-13-30 0 0,-10-24-13172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229 25 2496 0 0,'-1'-2'468'0'0,"0"1"-1"0"0,0-1 1 0 0,-1 0-1 0 0,1 1 1 0 0,0-1 0 0 0,-1 1-1 0 0,1 0 1 0 0,-1-1-1 0 0,1 1 1 0 0,-1 0-1 0 0,0 0 1 0 0,1 0-1 0 0,-1 0 1 0 0,-3-1-1 0 0,-6-1-827 0 0,7 2 1131 0 0,-1 3-504 0 0,-14 5-137 0 0,15-6 49 0 0,-1 1-11 0 0,-17 10-152 0 0,0 1 1 0 0,-26 21-1 0 0,36-24-930 0 0,0 0-1 0 0,-15 16 1 0 0,25-23-75 0 0,-7 13-1688 0 0,7-14 2020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77 3824 0 0,'0'0'7132'0'0,"6"1"-6838"0"0,15 2-160 0 0,1-1 1 0 0,0 0-1 0 0,-1-2 1 0 0,1-1 0 0 0,0-1-1 0 0,27-5 1 0 0,7 0-23 0 0,236-29 224 0 0,-84 9-3897 0 0,-179 22-782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517 2 2972 0 0,'0'0'951'0'0,"-7"0"-204"0"0,-1-1-542 0 0,-26 3 629 0 0,-16 7-237 0 0,1 2-1 0 0,0 3 1 0 0,1 2 0 0 0,0 1-1 0 0,-79 43 1 0 0,123-58-508 0 0,1 2-3 0 0,2-3-71 0 0,-1 0 0 0 0,1 0 0 0 0,0 0 0 0 0,-1 0 0 0 0,1 0 0 0 0,0 1 0 0 0,0-1 0 0 0,0 0 0 0 0,0 1 0 0 0,-1 2 0 0 0,3 0 22 0 0,0-2-40 0 0,0 0 1 0 0,0 0 0 0 0,0 0 0 0 0,0 0 0 0 0,0 0 0 0 0,0 0 0 0 0,1 0 0 0 0,-1 0-1 0 0,0 0 1 0 0,1-1 0 0 0,0 1 0 0 0,0-1 0 0 0,-1 1 0 0 0,1-1 0 0 0,0 1 0 0 0,0-1-1 0 0,0 0 1 0 0,0 0 0 0 0,0 0 0 0 0,4 1 0 0 0,111 43 125 0 0,-82-34-63 0 0,-1 2 1 0 0,-1 1 0 0 0,53 31-1 0 0,-83-43-36 0 0,1 1 0 0 0,0 0 0 0 0,-1 1 0 0 0,1-1 0 0 0,-1 0 0 0 0,0 1 0 0 0,-1 0 0 0 0,1 0 0 0 0,0 0 0 0 0,2 5 1 0 0,-4-7-21 0 0,1 2 108 0 0,-1 9 29 0 0,0-11-118 0 0,-1 0 0 0 0,1 1 0 0 0,-1-1 0 0 0,0 0 0 0 0,0 0 0 0 0,0 1 0 0 0,0-1 0 0 0,0 0 0 0 0,-1 0 0 0 0,1 1 0 0 0,-1-1 0 0 0,1 0 0 0 0,-1 0 0 0 0,0 0 0 0 0,0 0 0 0 0,0 0 0 0 0,0 0 0 0 0,0 0 0 0 0,-2 3 0 0 0,-4 3 37 0 0,0-1-1 0 0,0 0 1 0 0,-1 0-1 0 0,1 0 1 0 0,-1-1-1 0 0,-1 0 1 0 0,1-1-1 0 0,-1 0 1 0 0,0 0-1 0 0,0-1 1 0 0,-1 0-1 0 0,1-1 1 0 0,-1 0-1 0 0,0 0 1 0 0,-20 2-1 0 0,-13 2 111 0 0,27-6-123 0 0,1-1-1 0 0,0 0 0 0 0,-1-1 0 0 0,1-1 0 0 0,-1 0 0 0 0,-20-7 0 0 0,29 7-54 0 0,1 0-5 0 0,0 0 0 0 0,0 0 0 0 0,0-1 0 0 0,0 0 0 0 0,0 0 0 0 0,1 0-1 0 0,-1 0 1 0 0,1-1 0 0 0,0 0 0 0 0,0 0 0 0 0,1-1 0 0 0,-1 0 0 0 0,1 1 0 0 0,-5-8-1 0 0,4 6-46 0 0,3 5 31 0 0,1-1-1 0 0,-1 0 0 0 0,1 0 1 0 0,-1 0-1 0 0,1 0 1 0 0,0-1-1 0 0,0 1 1 0 0,0 0-1 0 0,0 0 0 0 0,0-1 1 0 0,1 1-1 0 0,-2-5 1 0 0,0-1-119 0 0,0 1 0 0 0,1-1 0 0 0,-1 0 0 0 0,1 0 0 0 0,1 0 0 0 0,0 0 1 0 0,0 0-1 0 0,0 0 0 0 0,1 0 0 0 0,1 1 0 0 0,-1-1 0 0 0,1 0 0 0 0,0 0 0 0 0,1 1 0 0 0,4-9 1 0 0,-1 7-334 0 0,0 1 1 0 0,1 0-1 0 0,0 0 1 0 0,0 0 0 0 0,1 1-1 0 0,0 0 1 0 0,1 1 0 0 0,-1 0-1 0 0,1 0 1 0 0,0 1 0 0 0,1 0-1 0 0,10-4 1 0 0,5 0-2633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 32 2704 0 0,'0'0'2980'0'0,"0"-5"-1816"0"0,0-10-530 0 0,0 4 3740 0 0,0 11-4361 0 0,0 0 0 0 0,0 1 0 0 0,0-1 0 0 0,0 0 0 0 0,0 0 0 0 0,0 1 0 0 0,0-1 0 0 0,0 0 0 0 0,0 0 0 0 0,-1 1 0 0 0,1-1 0 0 0,0 0 0 0 0,0 0 0 0 0,0 1 0 0 0,0-1 0 0 0,-1 0 0 0 0,1 0-1 0 0,0 0 1 0 0,0 1 0 0 0,0-1 0 0 0,-1 0 0 0 0,1 0 0 0 0,0 0 0 0 0,0 0 0 0 0,0 1 0 0 0,-1-1 0 0 0,1 0 0 0 0,0 0 0 0 0,0 0 0 0 0,-1 0 0 0 0,1 0 0 0 0,0 0 0 0 0,-1 0 0 0 0,1 0 0 0 0,0 0 0 0 0,-1 0-1 0 0,1 0-1 0 0,-1 0 0 0 0,0 0-1 0 0,1 1 1 0 0,-1-1 0 0 0,0 0-1 0 0,1 0 1 0 0,-1 1-1 0 0,1-1 1 0 0,-1 0 0 0 0,0 1-1 0 0,1-1 1 0 0,-1 0-1 0 0,1 1 1 0 0,-1-1 0 0 0,1 1-1 0 0,0-1 1 0 0,-1 1-1 0 0,1-1 1 0 0,-1 1 0 0 0,1-1-1 0 0,0 1 1 0 0,-1-1 0 0 0,1 1-1 0 0,0 0 1 0 0,0-1-1 0 0,-1 1 1 0 0,1 0 0 0 0,0-1-1 0 0,0 1 1 0 0,0 0-1 0 0,-17 98 2 0 0,5 1-1 0 0,1 177 0 0 0,12-269-641 0 0,0-1 0 0 0,0 1 0 0 0,1-1 0 0 0,3 12 0 0 0,-3-13 479 0 0,-1-1-834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61 2112 0 0,'32'-34'2558'0'0,"-29"31"-1866"0"0,-2 2-614 0 0,1 1 0 0 0,-1-1-1 0 0,1 1 1 0 0,-1-1-1 0 0,1 0 1 0 0,-1 1-1 0 0,1-1 1 0 0,-1 0 0 0 0,0 0-1 0 0,0 0 1 0 0,1 0-1 0 0,1-2 1 0 0,-1 1 66 0 0,2-1 769 0 0,1 2-536 0 0,16-3-139 0 0,-16 3 488 0 0,-1 3-404 0 0,0 0-207 0 0,-1 0 0 0 0,1 1 0 0 0,-1 0 0 0 0,1 0 0 0 0,-1 0 0 0 0,0 0 0 0 0,4 5 1 0 0,-5-5 56 0 0,-1 3-2 0 0,2 14 0 0 0,-2-14-62 0 0,-2 0-2 0 0,0 5-54 0 0,-1 0 1 0 0,-1 1-1 0 0,0-2 1 0 0,0 1-1 0 0,-1 0 1 0 0,-1-1 0 0 0,1 1-1 0 0,-2-1 1 0 0,1-1-1 0 0,-2 1 1 0 0,1-1-1 0 0,-9 10 1 0 0,4-7-91 0 0,9-9-69 0 0,-1 0-67 0 0,1-3-482 0 0,-7 7 1495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96 1944 0 0,'0'0'4595'0'0,"4"1"-4076"0"0,53 30 2227 0 0,-53-29-2524 0 0,1-2-395 0 0,43-4 402 0 0,-44 3-181 0 0,15-8 12 0 0,-15 7-32 0 0,-2 1-23 0 0,-1 0 0 0 0,1 0 1 0 0,-1 0-1 0 0,1 0 1 0 0,-1 0-1 0 0,0 0 0 0 0,1 0 1 0 0,-1-1-1 0 0,0 1 0 0 0,0 0 1 0 0,1-2-1 0 0,2 0 17 0 0,-1-1-7 0 0,1 1-13 0 0,1-2 0 0 0,4-29 1 0 0,-7 29-18 0 0,-4 0 20 0 0,-5-16-13 0 0,-7 5 12 0 0,10 14 23 0 0,-1 2-1 0 0,0 1 5 0 0,0-1-1 0 0,1 1 1 0 0,-1 1 0 0 0,1-1-1 0 0,-1 1 1 0 0,1-1 0 0 0,-1 1 0 0 0,1 1-1 0 0,0-1 1 0 0,0 0 0 0 0,0 1-1 0 0,0 0 1 0 0,1 0 0 0 0,-1 0 0 0 0,1 1-1 0 0,0-1 1 0 0,0 1 0 0 0,0 0-1 0 0,0-1 1 0 0,0 1 0 0 0,1 1 0 0 0,0-1-1 0 0,0 0 1 0 0,0 0 0 0 0,0 1-1 0 0,1-1 1 0 0,-1 1 0 0 0,1 0 0 0 0,1-1-1 0 0,-1 1 1 0 0,0 0 0 0 0,1-1-1 0 0,0 7 1 0 0,0-9-38 0 0,0 6 16 0 0,1 0 0 0 0,-1 0 1 0 0,1 0-1 0 0,3 9 1 0 0,-3-13-29 0 0,0-1 0 0 0,0 0 0 0 0,0 1 0 0 0,1-1-1 0 0,-1 0 1 0 0,1 0 0 0 0,0 0 0 0 0,0 0 0 0 0,0 0 0 0 0,0 0 0 0 0,0-1 0 0 0,1 1 0 0 0,-1-1 0 0 0,1 1 0 0 0,0-1 0 0 0,6 4 0 0 0,-2-3-256 0 0,0 0 1 0 0,0 0-1 0 0,1-1 0 0 0,-1 0 1 0 0,1 0-1 0 0,-1 0 0 0 0,1-1 1 0 0,0 0-1 0 0,0-1 1 0 0,0 0-1 0 0,-1 0 0 0 0,1-1 1 0 0,0 0-1 0 0,11-2 0 0 0,46-16-3572 0 0,-59 16 729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0 3012 0 0,'0'0'3941'0'0,"-4"1"-3522"0"0,-15 2-31 0 0,14-2-34 0 0,0 20 225 0 0,3-17-326 0 0,1 1-33 0 0,-1 55 406 0 0,2-53-655 0 0,-1-5 40 0 0,1-1 0 0 0,0 1 0 0 0,0 0-1 0 0,0 0 1 0 0,0 0 0 0 0,0 0 0 0 0,0 0 0 0 0,0 0 0 0 0,0-1 0 0 0,1 1 0 0 0,-1 0 0 0 0,2 3-1 0 0,-1-2 10 0 0,-1 3 54 0 0,1-1-12 0 0,0-2-77 0 0,6 33 223 0 0,-7-35-218 0 0,0 1-1 0 0,0-1 1 0 0,1 0 0 0 0,-1 0-1 0 0,0 0 1 0 0,1 1 0 0 0,-1-1 0 0 0,1 0-1 0 0,0 0 1 0 0,-1 0 0 0 0,1 0-1 0 0,0 0 1 0 0,0 0 0 0 0,0 0-1 0 0,0 0 1 0 0,-1 0 0 0 0,1 0-1 0 0,0-1 1 0 0,1 1 0 0 0,-1 0-1 0 0,0 0 1 0 0,0-1 0 0 0,0 1 0 0 0,0-1-1 0 0,0 1 1 0 0,1-1 0 0 0,1 1-1 0 0,1-2-7 0 0,1 1 0 0 0,-1-1 0 0 0,0 0-1 0 0,0 0 1 0 0,0 0 0 0 0,0-1 0 0 0,0 1 0 0 0,-1-1-1 0 0,1 0 1 0 0,0 0 0 0 0,-1-1 0 0 0,1 1 0 0 0,-1-1-1 0 0,4-3 1 0 0,2-4 43 0 0,0 1 0 0 0,-1-2 0 0 0,11-17 1 0 0,-16 24 101 0 0,-1 0-24 0 0,0 1 0 0 0,0-1 0 0 0,0 1 0 0 0,1-1 0 0 0,-1 1 0 0 0,7-5 0 0 0,-6 4-34 0 0,0 1 112 0 0,-1 7-107 0 0,7 11-81 0 0,-6-11 147 0 0,-4 5-83 0 0,2-3-44 0 0,13 30 64 0 0,-13-33-212 0 0,1 0 0 0 0,-1 0 0 0 0,1 0-1 0 0,0 0 1 0 0,0 0 0 0 0,0-1 0 0 0,0 1 0 0 0,0-1-1 0 0,1 1 1 0 0,-1-1 0 0 0,1 0 0 0 0,-1 0-1 0 0,1 0 1 0 0,0 0 0 0 0,0-1 0 0 0,0 1 0 0 0,0-1-1 0 0,0 1 1 0 0,0-1 0 0 0,0 0 0 0 0,6 1-1 0 0,-4-1-610 0 0,1-2-56 0 0,-2 1 647 0 0,1 0-282 0 0,0 0 0 0 0,0 0 0 0 0,0-1 0 0 0,-1 0 0 0 0,1 0 0 0 0,0 0 0 0 0,0-1 0 0 0,8-3 0 0 0,9-6-2156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147 252 2376 0 0,'0'0'852'0'0,"-1"-4"-172"0"0,-1-15-85 0 0,2 14 318 0 0,-3 2-499 0 0,-8-9-51 0 0,9 9 601 0 0,-3 3-652 0 0,-15-4-30 0 0,15 4-40 0 0,1 1 46 0 0,-1 2-156 0 0,0 0 0 0 0,-1 0 0 0 0,1 1 0 0 0,0-1 0 0 0,0 1 0 0 0,1 0 1 0 0,-1 1-1 0 0,1-1 0 0 0,0 1 0 0 0,0 0 0 0 0,-3 5 0 0 0,-21 54 418 0 0,27-60-512 0 0,0 1-8 0 0,-3 16-10 0 0,3-16 2 0 0,2 0 7 0 0,-1-5-44 0 0,5 35 2 0 0,-5-34-49 0 0,1 1-1 0 0,-1-1 1 0 0,0 0 0 0 0,1 1-1 0 0,-1-1 1 0 0,0 0 0 0 0,1 1-1 0 0,0-1 1 0 0,-1 0 0 0 0,1 0-1 0 0,0 0 1 0 0,0 0 0 0 0,-1 1-1 0 0,1-1 1 0 0,0 0 0 0 0,0 0-1 0 0,0 0 1 0 0,0-1 0 0 0,0 1-1 0 0,1 0 1 0 0,-1 0 0 0 0,0 0-1 0 0,0-1 1 0 0,0 1 0 0 0,1-1-1 0 0,-1 1 1 0 0,0-1 0 0 0,3 1-1 0 0,-2-1 52 0 0,2 0-126 0 0,0-1 0 0 0,0 1 1 0 0,0-1-1 0 0,0 1 0 0 0,0-1 0 0 0,0-1 0 0 0,0 1 0 0 0,0 0 1 0 0,0-1-1 0 0,-1 0 0 0 0,5-2 0 0 0,-2 0 81 0 0,0-1-1 0 0,-1 0 1 0 0,1 1-1 0 0,-1-2 1 0 0,0 1-1 0 0,-1-1 1 0 0,1 1-1 0 0,-1-1 1 0 0,0-1-1 0 0,0 1 1 0 0,-1 0-1 0 0,0-1 1 0 0,0 0-1 0 0,-1 0 1 0 0,3-8 0 0 0,8-56 766 0 0,-11 55-437 0 0,-2-5-65 0 0,-2-3 202 0 0,-1-7 314 0 0,-1 0 0 0 0,-11-37 0 0 0,13 63-526 0 0,2 4-174 0 0,0-1 1 0 0,-1 1 0 0 0,1-1-1 0 0,-1 1 1 0 0,0-1 0 0 0,1 1-1 0 0,-1 0 1 0 0,0-1 0 0 0,0 1-1 0 0,0 0 1 0 0,0 0-1 0 0,-2-3 1 0 0,1 2 21 0 0,0-2 202 0 0,0 4-233 0 0,1-1 0 0 0,0 1 0 0 0,-1-1 0 0 0,1 0 0 0 0,0 1 0 0 0,0-1 0 0 0,0 0 0 0 0,-1 0-1 0 0,1 0 1 0 0,0 0 0 0 0,0 0 0 0 0,-1-1 0 0 0,1 1 13 0 0,-2-2 292 0 0,-1 7-108 0 0,0 0-130 0 0,0 1 0 0 0,0 0 1 0 0,1 0-1 0 0,0 1 1 0 0,0-1-1 0 0,0 0 0 0 0,0 1 1 0 0,1 0-1 0 0,0 0 0 0 0,0 0 1 0 0,-1 10-1 0 0,0 2 70 0 0,2 1 0 0 0,0 0 0 0 0,3 36 1 0 0,0-32-143 0 0,2 0 1 0 0,1 0-1 0 0,1-1 1 0 0,1 1-1 0 0,14 32 1 0 0,-19-52-75 0 0,0 0-1 0 0,0 0 1 0 0,0 1 0 0 0,0-1-1 0 0,1-1 1 0 0,-1 1 0 0 0,1 0-1 0 0,0 0 1 0 0,0-1 0 0 0,0 0-1 0 0,0 0 1 0 0,0 1 0 0 0,0-2-1 0 0,0 1 1 0 0,1 0 0 0 0,-1-1 0 0 0,1 1-1 0 0,-1-1 1 0 0,6 1 0 0 0,-1-1-175 0 0,0-1 0 0 0,0 1 0 0 0,0-1 0 0 0,0-1 0 0 0,0 1 1 0 0,0-1-1 0 0,8-3 0 0 0,-8 2 159 0 0,1-1 0 0 0,-1-1-1 0 0,0 0 1 0 0,0 0 0 0 0,0 0 0 0 0,-1-1 0 0 0,1 0-1 0 0,-1-1 1 0 0,0 1 0 0 0,9-11 0 0 0,26-42 625 0 0,-40 54-329 0 0,-2 3-195 0 0,1 0 1 0 0,0 0 0 0 0,-1 0 0 0 0,1 0-1 0 0,-1 0 1 0 0,0 0 0 0 0,1 0-1 0 0,-1 0 1 0 0,0 0 0 0 0,1 0 0 0 0,-1 0-1 0 0,0 0 1 0 0,0 0 0 0 0,0-2 0 0 0,0-2 2660 0 0,-2 7-2656 0 0,0-1-1 0 0,0 0 1 0 0,0 1 0 0 0,1-1-1 0 0,-1 1 1 0 0,1 0 0 0 0,-1-1-1 0 0,1 1 1 0 0,-1 0 0 0 0,1 0 0 0 0,0 0-1 0 0,0 0 1 0 0,0 0 0 0 0,0 0-1 0 0,0 0 1 0 0,1 0 0 0 0,-2 4 0 0 0,1-1 54 0 0,0 2-17 0 0,-1 18-44 0 0,1-19-45 0 0,2 0 40 0 0,3 17 12 0 0,-4-18-27 0 0,2 0-93 0 0,19 35-71 0 0,-19-37-48 0 0,2-1-91 0 0,11 7-80 0 0,-11-7-38 0 0,2-2-607 0 0,1 0 712 0 0,-1 0 0 0 0,1-1-1 0 0,-1 1 1 0 0,1-1 0 0 0,-1-1 0 0 0,1 1-1 0 0,7-4 1 0 0,-10 3-210 0 0,1 0-1 0 0,0-1 1 0 0,-1 1 0 0 0,0-1-1 0 0,1 0 1 0 0,-1-1-1 0 0,-1 1 1 0 0,1-1-1 0 0,3-3 1 0 0,11-14-2500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139 18 2908 0 0,'-5'1'1147'0'0,"-60"24"2169"0"0,62-23-2917 0 0,-1 1-58 0 0,0 0-255 0 0,0 0-1 0 0,0 0 0 0 0,1 0 1 0 0,0 1-1 0 0,0-1 0 0 0,0 1 1 0 0,0 0-1 0 0,0 0 0 0 0,1 0 1 0 0,-1 0-1 0 0,1 0 1 0 0,0 1-1 0 0,0-1 0 0 0,0 5 1 0 0,2-8-94 0 0,0 0 1 0 0,1 0-1 0 0,-1 0 1 0 0,1 0 0 0 0,-1 0-1 0 0,1 0 1 0 0,-1-1 0 0 0,1 1-1 0 0,0 0 1 0 0,-1 0 0 0 0,1 0-1 0 0,0-1 1 0 0,0 1 0 0 0,0 0-1 0 0,-1-1 1 0 0,1 1 0 0 0,0-1-1 0 0,0 1 1 0 0,0-1-1 0 0,0 1 1 0 0,0-1 0 0 0,0 0-1 0 0,2 1 1 0 0,16 4-111 0 0,-14-4 50 0 0,0-2-6 0 0,12-2 38 0 0,-13 2 30 0 0,1-1 42 0 0,12-7 44 0 0,-12 7 14 0 0,-5 1-78 0 0,1-1 1 0 0,0 1-1 0 0,-1 0 0 0 0,1 0 1 0 0,0 0-1 0 0,0 0 1 0 0,0 0-1 0 0,0 0 0 0 0,0 0 1 0 0,0 0-1 0 0,0 0 1 0 0,3-1-1 0 0,-2 1 24 0 0,1-3 122 0 0,-2 0-10 0 0,5-12-12 0 0,-5 12 178 0 0,-1-3-213 0 0,0 0 0 0 0,-1 0 0 0 0,0 0 0 0 0,-1 0 0 0 0,1 1 1 0 0,-4-8-1 0 0,3 10 49 0 0,-1 2-104 0 0,-10-6-7 0 0,10 6 2 0 0,-3 4-64 0 0,1 0-38 0 0,0 0 0 0 0,0 0-1 0 0,0 0 1 0 0,0 1 0 0 0,0-1 0 0 0,1 1-1 0 0,-1 0 1 0 0,1 1 0 0 0,0-1 0 0 0,0 1-1 0 0,0 0 1 0 0,0 0 0 0 0,1 0 0 0 0,-5 7-1 0 0,3-5-171 0 0,1 1 0 0 0,0 0 0 0 0,0 1 0 0 0,1-1 0 0 0,0 1 0 0 0,1-1 0 0 0,-1 1-1 0 0,1 0 1 0 0,1 0 0 0 0,-1 0 0 0 0,1 0 0 0 0,1 0 0 0 0,0 0 0 0 0,0 0 0 0 0,0 0 0 0 0,1 0-1 0 0,0 0 1 0 0,4 13 0 0 0,17 22-3121 0 0,-20-40 795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28 3300 0 0,'0'0'3757'0'0,"0"-4"-3157"0"0,1-15-82 0 0,0 14 1434 0 0,-3 9-1670 0 0,0 0-163 0 0,0 1 0 0 0,0-1 0 0 0,0 1 1 0 0,1-1-1 0 0,0 1 0 0 0,-1 7 0 0 0,2-7 33 0 0,-1-3-136 0 0,1-1 0 0 0,-1 1 0 0 0,1 0 0 0 0,-1 0 0 0 0,1-1 1 0 0,0 1-1 0 0,0 0 0 0 0,0 0 0 0 0,0 0 0 0 0,0-1 0 0 0,0 1 0 0 0,1 2 0 0 0,-1 1 10 0 0,0 1 39 0 0,1 0-10 0 0,4 48 15 0 0,-4-49-30 0 0,0 0-9 0 0,0-2-32 0 0,1 0 0 0 0,-1 0 0 0 0,0-1 1 0 0,1 1-1 0 0,-1 0 0 0 0,1-1 0 0 0,0 1 0 0 0,0-1 0 0 0,0 1 0 0 0,0-1 0 0 0,4 3 0 0 0,-3-3-49 0 0,1-3-153 0 0,12-6 116 0 0,-12 5 32 0 0,1-1 7 0 0,6-6-12 0 0,0-2-1 0 0,-1 1 1 0 0,17-23 0 0 0,1-4 78 0 0,-25 34-6 0 0,-2 2-10 0 0,0 0 1 0 0,1 0 0 0 0,-1 0-1 0 0,0-1 1 0 0,0 1 0 0 0,0 0 0 0 0,0-1-1 0 0,0 1 1 0 0,0-1 0 0 0,0 1-1 0 0,1-4 1 0 0,-2 5-1 0 0,3-4 8 0 0,-2 3 4 0 0,-1 0 8 0 0,1 1 0 0 0,0-1 1 0 0,0 0-1 0 0,0 0 1 0 0,0 0-1 0 0,0 1 1 0 0,0-1-1 0 0,0 0 1 0 0,0 1-1 0 0,0-1 1 0 0,0 1-1 0 0,0 0 1 0 0,0-1-1 0 0,0 1 1 0 0,0 0-1 0 0,2-1 1 0 0,4 15 39 0 0,-5-10 62 0 0,-2 1-114 0 0,0 18 2 0 0,0-17-13 0 0,1 0-4 0 0,1 17-5 0 0,-2-18-18 0 0,2 0-29 0 0,2 15-68 0 0,-3-15-85 0 0,2-1-53 0 0,-1-1 145 0 0,0 0 1 0 0,0 0-1 0 0,1-1 0 0 0,-1 1 0 0 0,1-1 1 0 0,-1 0-1 0 0,1 1 0 0 0,0-1 1 0 0,0 0-1 0 0,0-1 0 0 0,0 1 1 0 0,0 0-1 0 0,0-1 0 0 0,6 2 0 0 0,-1-1-272 0 0,0 0 0 0 0,0-1 0 0 0,0 0 0 0 0,1-1-1 0 0,-1 1 1 0 0,11-2 0 0 0,11-2-988 0 0,1-2 0 0 0,34-9 0 0 0,-37 5-1126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340 47 2368 0 0,'0'-6'1324'0'0,"-1"-15"-210"0"0,1 15 639 0 0,-5 4-1053 0 0,-11-7-106 0 0,12 7-82 0 0,-1 3-81 0 0,-2 0-302 0 0,-1 1 1 0 0,1 0-1 0 0,-1 0 0 0 0,1 1 0 0 0,0 0 1 0 0,0 1-1 0 0,0-1 0 0 0,0 1 1 0 0,1 0-1 0 0,-11 10 0 0 0,5-4-29 0 0,0 1-1 0 0,2 0 1 0 0,-1 1-1 0 0,-11 17 1 0 0,20-26-82 0 0,-10 19 78 0 0,4-2-39 0 0,-9 33 53 0 0,15-48-67 0 0,2 1-31 0 0,-1 17-18 0 0,1-17-21 0 0,1-2-35 0 0,3 12-41 0 0,-2-12-27 0 0,-2-4 124 0 0,0 0-1 0 0,1 0 1 0 0,-1 0 0 0 0,0 0 0 0 0,0 0 0 0 0,1 0 0 0 0,-1 0-1 0 0,0 0 1 0 0,1 0 0 0 0,-1 1 0 0 0,0-1 0 0 0,1 0 0 0 0,-1 0 0 0 0,0 0-1 0 0,0 0 1 0 0,1 1 0 0 0,-1-1 0 0 0,0 0 0 0 0,0 0 0 0 0,0 0 0 0 0,1 1-1 0 0,-1-1 1 0 0,0 0 0 0 0,0 0 0 0 0,0 1 0 0 0,1-1 0 0 0,-1 0 0 0 0,0 0-1 0 0,0 1 1 0 0,0-1 0 0 0,0 0 0 0 0,0 1 0 0 0,0-1 0 0 0,1 1-17 0 0,-1 0 0 0 0,0-1 0 0 0,0 1 0 0 0,0-1 1 0 0,1 1-1 0 0,-1-1 0 0 0,0 1 0 0 0,1-1 1 0 0,-1 1-1 0 0,1-1 0 0 0,-1 1 0 0 0,0-1 0 0 0,1 1 1 0 0,-1-1-1 0 0,1 0 0 0 0,-1 1 0 0 0,1-1 0 0 0,0 0 1 0 0,-1 1-1 0 0,1-1 0 0 0,-1 0 0 0 0,1 0 1 0 0,-1 1-1 0 0,1-1 0 0 0,0 0 0 0 0,-1 0 0 0 0,1 0 1 0 0,-1 0-1 0 0,1 0 0 0 0,1 0 0 0 0,20 2-159 0 0,-17-1 38 0 0,1-3 29 0 0,2 0 96 0 0,-1-1 1 0 0,0 1-1 0 0,0-2 0 0 0,0 1 1 0 0,0-1-1 0 0,0 0 0 0 0,-1 0 1 0 0,1-1-1 0 0,-1 0 0 0 0,10-11 1 0 0,21-36 62 0 0,-32 43 212 0 0,1 0 0 0 0,-1 0 0 0 0,-1-1-1 0 0,0 0 1 0 0,0 0 0 0 0,-1 0 0 0 0,-1 0-1 0 0,1-1 1 0 0,-1 1 0 0 0,0-12 0 0 0,-2 20-210 0 0,-1-1 0 0 0,1 1 0 0 0,-1 0 0 0 0,1 0 0 0 0,-1 0 0 0 0,0 0 0 0 0,0 0 0 0 0,0 0 0 0 0,-2-4 326 0 0,-11 21-155 0 0,12-12-200 0 0,0-1-1 0 0,0 1 1 0 0,0 0-1 0 0,1-1 1 0 0,-1 1-1 0 0,1 0 0 0 0,0 0 1 0 0,0 0-1 0 0,0 0 1 0 0,0 0-1 0 0,0 0 1 0 0,1 0-1 0 0,-1 0 1 0 0,1 5-1 0 0,-2 7 29 0 0,-5 36-9 0 0,3 0 1 0 0,3 77 0 0 0,18 108 151 0 0,2 48-84 0 0,-19-269-110 0 0,-4 14 8 0 0,-1-8-29 0 0,4-18 24 0 0,1 2 6 0 0,-1 1 0 0 0,0-1-1 0 0,0 0 1 0 0,0 0 0 0 0,-1 0-1 0 0,0 1 1 0 0,0-1 0 0 0,0-1 0 0 0,-1 1-1 0 0,1 0 1 0 0,-1-1 0 0 0,-4 6 0 0 0,-24 13 29 0 0,26-22-28 0 0,1 1 6 0 0,-10-1-7 0 0,11 0-2 0 0,1-1 0 0 0,0 0 0 0 0,0 0 1 0 0,0 0-1 0 0,0 0 0 0 0,0 0 0 0 0,0 0 0 0 0,0-1 1 0 0,0 1-1 0 0,0-1 0 0 0,0 0 0 0 0,0 1 1 0 0,1-1-1 0 0,-3-1 0 0 0,-9-4-9 0 0,1-1 0 0 0,0 0-1 0 0,0-1 1 0 0,0 0 0 0 0,1-1 0 0 0,1 0 0 0 0,0-1-1 0 0,0 0 1 0 0,0 0 0 0 0,2-1 0 0 0,-1 0 0 0 0,1-1-1 0 0,1 0 1 0 0,-11-23 0 0 0,12 23-139 0 0,1-1-1 0 0,0 1 1 0 0,1-1 0 0 0,1 0-1 0 0,0-1 1 0 0,0 1 0 0 0,1 0-1 0 0,1-1 1 0 0,0 0 0 0 0,1 1-1 0 0,1-1 1 0 0,0 1 0 0 0,1-1-1 0 0,0 1 1 0 0,1 0 0 0 0,5-14-1 0 0,-3 14-613 0 0,0 0-1 0 0,2 1 1 0 0,-1 0-1 0 0,2 0 1 0 0,-1 1-1 0 0,2 0 0 0 0,-1 0 1 0 0,18-15-1 0 0,0 3-3502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333 163 2436 0 0,'1'-5'1188'0'0,"0"-8"-411"0"0,-1 0 0 0 0,0 0 0 0 0,0-1-1 0 0,-2 1 1 0 0,1 1 0 0 0,-5-17-1 0 0,4 25-435 0 0,-1-1-181 0 0,-1-1 44 0 0,-2-1 1 0 0,1 1-1 0 0,-1 0 0 0 0,-9-7 1 0 0,11 10-31 0 0,-1 3-25 0 0,-2-1-101 0 0,0 1 0 0 0,0 1-1 0 0,0 0 1 0 0,0 0 0 0 0,0 0 0 0 0,0 0 0 0 0,1 1 0 0 0,-1 1-1 0 0,1-1 1 0 0,-1 1 0 0 0,-10 6 0 0 0,7-3 16 0 0,1 0 0 0 0,-1 1 0 0 0,1 0 0 0 0,0 1 0 0 0,1 0 0 0 0,0 0-1 0 0,-9 11 1 0 0,4 0 0 0 0,-1 1 0 0 0,2 0 0 0 0,1 1 0 0 0,1 0 0 0 0,0 0 0 0 0,-12 43 0 0 0,19-53-57 0 0,1-1-1 0 0,0 0 0 0 0,0 1 1 0 0,1-1-1 0 0,0 1 0 0 0,1 0 1 0 0,0-1-1 0 0,1 1 0 0 0,0-1 1 0 0,0 1-1 0 0,1-1 0 0 0,1 1 1 0 0,0-1-1 0 0,0 0 0 0 0,1 0 1 0 0,0-1-1 0 0,9 15 0 0 0,-8-17-20 0 0,0-1 0 0 0,1 1 0 0 0,0-1 0 0 0,1 0 0 0 0,0 0 0 0 0,0-1 0 0 0,0 0 0 0 0,0 0 0 0 0,1 0 0 0 0,-1-1-1 0 0,1-1 1 0 0,15 6 0 0 0,-4-3-118 0 0,0-1-1 0 0,0-1 1 0 0,0-1-1 0 0,28 1 0 0 0,-28-4 46 0 0,0-1 0 0 0,0-1 0 0 0,1-1-1 0 0,-1-1 1 0 0,0 0 0 0 0,-1-1-1 0 0,1-1 1 0 0,-1-1 0 0 0,-1-1-1 0 0,1 0 1 0 0,-1-1 0 0 0,0-1 0 0 0,-1-1-1 0 0,-1 0 1 0 0,20-18 0 0 0,-27 22 54 0 0,-1 0 1 0 0,1-1-1 0 0,-1 0 1 0 0,-1 0 0 0 0,1 0-1 0 0,-1-1 1 0 0,-1 0-1 0 0,0-1 1 0 0,0 1 0 0 0,-1-1-1 0 0,0 0 1 0 0,-1 0-1 0 0,0 0 1 0 0,0 0-1 0 0,-1 0 1 0 0,0-1 0 0 0,-1 1-1 0 0,0-1 1 0 0,-1 1-1 0 0,0-1 1 0 0,-1 0 0 0 0,-2-10-1 0 0,1 11 77 0 0,0 1 0 0 0,-1 0 1 0 0,0-1-1 0 0,-1 2 0 0 0,0-1 0 0 0,0 0 0 0 0,-1 1 0 0 0,0 0 0 0 0,0 0 1 0 0,-1 0-1 0 0,0 0 0 0 0,-1 1 0 0 0,1 0 0 0 0,-1 1 0 0 0,-1-1 0 0 0,1 1 0 0 0,-1 1 1 0 0,0 0-1 0 0,-1 0 0 0 0,1 0 0 0 0,-1 1 0 0 0,0 0 0 0 0,0 1 0 0 0,0 0 1 0 0,-10-2-1 0 0,13 4-20 0 0,0 0 1 0 0,0 0 0 0 0,0 1 0 0 0,-1 0-1 0 0,1 0 1 0 0,0 1 0 0 0,0 0-1 0 0,0 0 1 0 0,0 0 0 0 0,0 1 0 0 0,1-1-1 0 0,-1 2 1 0 0,0-1 0 0 0,1 0 0 0 0,-1 1-1 0 0,1 0 1 0 0,0 1 0 0 0,0-1 0 0 0,0 1-1 0 0,1 0 1 0 0,-6 5 0 0 0,7-5-9 0 0,0 0 1 0 0,1 0-1 0 0,-1 0 1 0 0,1 0-1 0 0,0 1 1 0 0,0-1-1 0 0,0 0 1 0 0,1 1-1 0 0,-2 7 1 0 0,1-4 5 0 0,1-3-11 0 0,0 1-1 0 0,0 0 1 0 0,1 0-1 0 0,-1 0 1 0 0,1 0-1 0 0,1 0 1 0 0,-1 0 0 0 0,1 0-1 0 0,1 6 1 0 0,-1-7-10 0 0,3 16 21 0 0,0 0 0 0 0,2-1 1 0 0,0 1-1 0 0,1-1 0 0 0,16 32 0 0 0,59 84-67 0 0,-4-5-68 0 0,-75-123 126 0 0,1 0-1 0 0,-1 0 1 0 0,-1 0-1 0 0,3 13 1 0 0,-5-19-13 0 0,1 2 13 0 0,-2 2 6 0 0,2 0-15 0 0,-1-3-3 0 0,0-1 1 0 0,0 0 0 0 0,0 0-1 0 0,0 0 1 0 0,0 0 0 0 0,-1 0-1 0 0,1 0 1 0 0,-1 1 0 0 0,1-1-1 0 0,-1 0 1 0 0,-1 2 0 0 0,1 1-5 0 0,-1 0 1 0 0,0-1-1 0 0,0 1 1 0 0,0 0 0 0 0,-1-1-1 0 0,0 1 1 0 0,1-1-1 0 0,-1 0 1 0 0,-1 0-1 0 0,1 0 1 0 0,-1-1 0 0 0,1 1-1 0 0,-1-1 1 0 0,-8 6-1 0 0,7-6-37 0 0,2-1-119 0 0,-13 4-363 0 0,13-4 396 0 0,-1 0-425 0 0,3-5-1826 0 0,1 3 2311 0 0,0-1 0 0 0,-1 1 1 0 0,1 0-1 0 0,0-1 0 0 0,-1 1 1 0 0,1 0-1 0 0,0-1 1 0 0,-1 1-1 0 0,1 0 0 0 0,-1 0 1 0 0,1-1-1 0 0,0 1 0 0 0,-1 0 1 0 0,1 0-1 0 0,-1 0 0 0 0,1 0 1 0 0,-1 0-1 0 0,1 0 0 0 0,-1-1 1 0 0,0 1-42 0 0,1 0 1 0 0,0 0 0 0 0,-1 0-1 0 0,1 0 1 0 0,-1 0 0 0 0,1 0-1 0 0,-1 0 1 0 0,1-1 0 0 0,0 1 0 0 0,-1 0-1 0 0,1 0 1 0 0,-1 0 0 0 0,1-1-1 0 0,0 1 1 0 0,-1 0 0 0 0,1-1-1 0 0,0 1 1 0 0,-1 0 0 0 0,1-1-1 0 0,0 1 1 0 0,-1 0 0 0 0,1-1 0 0 0,0 1-1 0 0,0-1 1 0 0,0 1 0 0 0,-1-1-1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32 2720 0 0,'2'-4'1660'0'0,"3"-5"-1206"0"0,8-10 4932 0 0,-10 20-3305 0 0,-3 13-2462 0 0,-1-9 582 0 0,1 1-41 0 0,-3 49 205 0 0,3-50-289 0 0,1 2-19 0 0,13 74 158 0 0,-13-78-208 0 0,-1-1-9 0 0,0 0 0 0 0,1 0 0 0 0,0-1 0 0 0,-1 1 0 0 0,1 0 0 0 0,0-1 0 0 0,0 1 0 0 0,-1-1 1 0 0,1 1-1 0 0,1-1 0 0 0,0 2 0 0 0,0 1-42 0 0,1-1 43 0 0,7 10 7 0 0,-9-12-8 0 0,-1 0 0 0 0,1 0 0 0 0,0 0 0 0 0,0 0 0 0 0,-1 0 0 0 0,1-1 0 0 0,0 1 0 0 0,0 0-1 0 0,0 0 1 0 0,0-1 0 0 0,0 1 0 0 0,0-1 0 0 0,0 1 0 0 0,0-1 0 0 0,1 0 0 0 0,-1 1 0 0 0,1-1 0 0 0,2 1-10 0 0,-1 1-33 0 0,3-3-55 0 0,-2 0 94 0 0,0 0 0 0 0,0 0 0 0 0,0 0 0 0 0,0-1 1 0 0,0 1-1 0 0,-1-1 0 0 0,1 0 0 0 0,0 0 0 0 0,-1-1 0 0 0,1 1 0 0 0,-1-1 0 0 0,0 0 0 0 0,0 0 0 0 0,0 0 0 0 0,0 0 0 0 0,-1 0 0 0 0,4-5 0 0 0,5-13 2 0 0,-1-1 0 0 0,10-33 0 0 0,-18 51 56 0 0,-1-1 1 0 0,5-12-39 0 0,-5 13-10 0 0,1-1 29 0 0,3-17 244 0 0,-5 28-251 0 0,0 14-18 0 0,0-14 12 0 0,1-1-17 0 0,-1 6-24 0 0,1 1 0 0 0,0-1 0 0 0,6 21 1 0 0,-5-27-127 0 0,0-1 0 0 0,-1 1 1 0 0,2-1-1 0 0,-1 0 1 0 0,0 1-1 0 0,1-1 0 0 0,0 0 1 0 0,0-1-1 0 0,0 1 1 0 0,0 0-1 0 0,1-1 1 0 0,-1 0-1 0 0,8 6 0 0 0,1-3-719 0 0,-1 0 1 0 0,1 0-1 0 0,1-1 0 0 0,-1 0 0 0 0,1-1 0 0 0,24 4 0 0 0,-30-7-933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182 43 2664 0 0,'0'0'2571'0'0,"-1"-5"-1932"0"0,-3-20 788 0 0,-16 12-46 0 0,16 14-1119 0 0,-3 0-144 0 0,1 1-1 0 0,-1 0 1 0 0,1 1 0 0 0,0 0-1 0 0,0 0 1 0 0,0 0 0 0 0,0 0-1 0 0,0 1 1 0 0,1 0 0 0 0,0 0-1 0 0,0 1 1 0 0,0-1 0 0 0,0 1-1 0 0,-5 7 1 0 0,1-2-36 0 0,1 1 0 0 0,1 0 0 0 0,0 0 0 0 0,0 1 0 0 0,1 0-1 0 0,-7 17 1 0 0,12-25-47 0 0,-2 25-2 0 0,2-24-41 0 0,3 0-16 0 0,-1-1-41 0 0,1 1-1 0 0,0-1 1 0 0,0 0-1 0 0,0 0 0 0 0,1 0 1 0 0,-1 0-1 0 0,4 4 1 0 0,-3-5-107 0 0,16 3-173 0 0,-15-4 200 0 0,2-2-260 0 0,18 0 200 0 0,-18 0 41 0 0,-1-2 48 0 0,15-6 12 0 0,-15 6 15 0 0,-1 0 39 0 0,35-31-181 0 0,-35 29 332 0 0,-2 0 30 0 0,8-14 22 0 0,-8 14 26 0 0,0 0 35 0 0,5-13 39 0 0,-6 13 384 0 0,1 0-320 0 0,6-8 638 0 0,-7 12-873 0 0,0 0 1 0 0,-1 1-1 0 0,1-1 1 0 0,0 0 0 0 0,-1 1-1 0 0,1-1 1 0 0,-1 0-1 0 0,1 1 1 0 0,-1-1-1 0 0,1 1 1 0 0,-1-1-1 0 0,1 1 1 0 0,-1-1 0 0 0,0 1-1 0 0,1-1 1 0 0,-1 1-1 0 0,1-1 1 0 0,-1 1-1 0 0,0-1 1 0 0,0 1-1 0 0,1 0 1 0 0,-1 0 0 0 0,2 3-6 0 0,4 49 43 0 0,-5-49-153 0 0,1 1-103 0 0,14 47-1254 0 0,-15-47 849 0 0,2-1-61 0 0,7 13-92 0 0,-7-13-173 0 0,0-2-33 0 0,7 9-41 0 0,-7-8-58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0 398 1488 0 0,'0'-30'850'0'0,"0"24"-122"0"0,1 1-120 0 0,1-15-94 0 0,-1 15-30 0 0,0 0-48 0 0,2-14-75 0 0,-2 14-54 0 0,1 1-94 0 0,5-11-54 0 0,-5 11-11 0 0,-1 3-126 0 0,1 0 0 0 0,-1 0-1 0 0,0 0 1 0 0,1 0 0 0 0,-1 0 0 0 0,0 0 0 0 0,1-1-1 0 0,-1 1 1 0 0,0 0 0 0 0,2-3 0 0 0,0 1 89 0 0,1 2 15 0 0,12-4 26 0 0,-12 4 259 0 0,3 2-166 0 0,-2 0-140 0 0,1 0-1 0 0,0 0 0 0 0,-1 0 0 0 0,1 1 0 0 0,-1-1 1 0 0,0 2-1 0 0,1-1 0 0 0,-1 0 0 0 0,0 1 0 0 0,0 0 1 0 0,0 0-1 0 0,-1 1 0 0 0,1-1 0 0 0,-1 1 0 0 0,0 0 1 0 0,6 8-1 0 0,14 26 425 0 0,-22-34-3 0 0,-1 2-280 0 0,1 16 20 0 0,-1-17 274 0 0,-2 0-276 0 0,-3 12 2 0 0,3-13 306 0 0,1-4-560 0 0,0 0 0 0 0,-1 0 0 0 0,1 1 0 0 0,0-1 1 0 0,-1 0-1 0 0,1 0 0 0 0,-1 0 0 0 0,1 0 0 0 0,0 0 0 0 0,-1 0 1 0 0,1 1-1 0 0,0-1 0 0 0,0 0 0 0 0,-1 0 0 0 0,1 1 0 0 0,0-1 0 0 0,-1 0 1 0 0,1 0-1 0 0,0 1 0 0 0,0-1 0 0 0,0 0 0 0 0,-1 0 0 0 0,1 1 1 0 0,0-1-1 0 0,0 0 0 0 0,0 1 0 0 0,0-1 0 0 0,-1 1 0 0 0,1-1 0 0 0,0 1 1 0 0,0 0 40 0 0,0-1 0 0 0,-1 1 0 0 0,1 0 1 0 0,0 0-1 0 0,-1-1 0 0 0,1 1 1 0 0,0 0-1 0 0,-1-1 0 0 0,1 1 0 0 0,-1 0 1 0 0,1-1-1 0 0,-1 1 0 0 0,0-1 0 0 0,1 1 1 0 0,-1-1-1 0 0,0 1 0 0 0,1-1 1 0 0,-1 1-1 0 0,0-1 0 0 0,1 0 0 0 0,-1 1 1 0 0,-1-1-1 0 0,0 1-25 0 0,0 0-1 0 0,0-1 1 0 0,1 0-1 0 0,-1 1 1 0 0,0-1-1 0 0,0 0 1 0 0,0 0-1 0 0,0 0 1 0 0,0 0-1 0 0,1 0 1 0 0,-1 0 0 0 0,0-1-1 0 0,0 1 1 0 0,0-1-1 0 0,0 1 1 0 0,1-1-1 0 0,-1 0 1 0 0,-2 0-1 0 0,1-1-5 0 0,2-2-163 0 0,0-3-85 0 0,0 0-1 0 0,1 1 1 0 0,0-1 0 0 0,0 0-1 0 0,1 0 1 0 0,-1 1-1 0 0,1-1 1 0 0,1 0 0 0 0,-1 1-1 0 0,1-1 1 0 0,1 1 0 0 0,-1 0-1 0 0,1 0 1 0 0,6-11 0 0 0,4-5-559 0 0,1 1 1 0 0,0 0-1 0 0,18-19 1 0 0,75-72-2101 0 0,-75 79 2581 0 0,-29 30 294 0 0,1 0 32 0 0,12-10 60 0 0,-12 9 111 0 0,14-9 413 0 0,-15 10-205 0 0,0 0 20 0 0,-1 1-226 0 0,-1 1 0 0 0,1-1 0 0 0,-1 1 1 0 0,1-1-1 0 0,0 1 0 0 0,-1 0 1 0 0,1-1-1 0 0,0 1 0 0 0,0 0 0 0 0,0 0 1 0 0,0 0-1 0 0,0 0 0 0 0,0 1 0 0 0,0-1 1 0 0,0 1-1 0 0,1-1 0 0 0,-1 1 0 0 0,0 0 1 0 0,0-1-1 0 0,0 1 0 0 0,0 0 1 0 0,1 1-1 0 0,-1-1 0 0 0,2 1 0 0 0,-3-1-190 0 0,-1 0-1 0 0,0 0 0 0 0,0 0 0 0 0,0 0 1 0 0,0 0-1 0 0,1 0 0 0 0,-1 0 0 0 0,0 0 1 0 0,0 0-1 0 0,0 0 0 0 0,0 1 0 0 0,1-1 1 0 0,-1 0-1 0 0,0 0 0 0 0,0 0 0 0 0,0 0 1 0 0,0 0-1 0 0,0 1 0 0 0,0-1 0 0 0,1 0 1 0 0,-1 0-1 0 0,0 0 0 0 0,0 1 0 0 0,0-1 0 0 0,0 0 1 0 0,0 0-1 0 0,0 0 0 0 0,0 0 0 0 0,0 1 1 0 0,0-1-1 0 0,0 0 0 0 0,0 0 0 0 0,0 0 1 0 0,0 1-1 0 0,0-1 0 0 0,0 0 0 0 0,0 0 1 0 0,0 0-1 0 0,0 1 0 0 0,0-1 0 0 0,-18 190 754 0 0,14-157-743 0 0,-13 168-291 0 0,18-194 57 0 0,0 1 0 0 0,0-1 0 0 0,1 0-1 0 0,0 0 1 0 0,0 0 0 0 0,5 9 0 0 0,-5-11-236 0 0,-2-5 434 0 0,1 0 0 0 0,-1 0 1 0 0,0 0-1 0 0,0 0 0 0 0,1 0 1 0 0,-1 0-1 0 0,0 0 0 0 0,1 0 1 0 0,-1 0-1 0 0,0 0 1 0 0,1 0-1 0 0,-1 0 0 0 0,0 1 1 0 0,0-1-1 0 0,1 0 0 0 0,-1 0 1 0 0,0 0-1 0 0,0 0 0 0 0,1 1 1 0 0,-1-1-1 0 0,0 0 0 0 0,0 0 1 0 0,1 1-1 0 0,-1-1 1 0 0,0 0-1 0 0,0 0 0 0 0,0 1 1 0 0,0-1-1 0 0,0 0 0 0 0,1 1 1 0 0,-1-1-1 0 0,0 1-87 0 0,0-1 0 0 0,1 1-1 0 0,-1 0 1 0 0,0-1 0 0 0,1 1 0 0 0,-1-1 0 0 0,1 1-1 0 0,-1-1 1 0 0,0 1 0 0 0,1-1 0 0 0,-1 1-1 0 0,1-1 1 0 0,0 1 0 0 0,-1-1 0 0 0,1 0 0 0 0,-1 1-1 0 0,1-1 1 0 0,0 0 0 0 0,-1 0 0 0 0,1 1-1 0 0,-1-1 1 0 0,1 0 0 0 0,0 0 0 0 0,-1 0-1 0 0,2 0 1 0 0,17 4-806 0 0,-15-4-117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17 115 3244 0 0,'-3'-2'1024'0'0,"2"1"-887"0"0,0 0 0 0 0,0 0 0 0 0,0 0 0 0 0,0 0 0 0 0,0 0 0 0 0,0 0 1 0 0,0 0-1 0 0,0 0 0 0 0,1-1 0 0 0,-1 1 0 0 0,0 0 0 0 0,1 0 0 0 0,-1-1 0 0 0,1 1 1 0 0,-1-1-1 0 0,1 1 0 0 0,0 0 0 0 0,-1-1 0 0 0,1 1 0 0 0,0-1 0 0 0,0 1 0 0 0,0 0 1 0 0,0-1-1 0 0,0 1 0 0 0,1-1 0 0 0,-1-1 0 0 0,1-2 16 0 0,4 3-53 0 0,15-8-372 0 0,0 1 1 0 0,41-12-1 0 0,27 0-4228 0 0,-52 12 1632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74 59 2508 0 0,'0'0'1018'0'0,"-3"4"-73"0"0,-20 30 1554 0 0,21-31-1831 0 0,0 1-435 0 0,1-3-209 0 0,1 0-1 0 0,-1 0 0 0 0,1 0 0 0 0,-1 0 1 0 0,1 1-1 0 0,-1-1 0 0 0,1 0 0 0 0,0 0 0 0 0,0 0 1 0 0,0 1-1 0 0,-1-1 0 0 0,1 0 0 0 0,1 1 1 0 0,-1-1-1 0 0,0 0 0 0 0,0 0 0 0 0,0 1 1 0 0,1-1-1 0 0,-1 0 0 0 0,0 0 0 0 0,1 0 1 0 0,-1 0-1 0 0,1 1 0 0 0,-1-1 0 0 0,2 1 0 0 0,0 1-50 0 0,5-3-169 0 0,18 0 95 0 0,-18 0 31 0 0,-3-1 28 0 0,15-4 30 0 0,-14 3 23 0 0,-1 0 37 0 0,3-1 8 0 0,-1-1 1 0 0,1 0-1 0 0,-1-1 1 0 0,0 1-1 0 0,-1-1 0 0 0,9-9 1 0 0,-12 11 21 0 0,-1-2-48 0 0,1-13 62 0 0,-1 13 82 0 0,-2 1-151 0 0,-4-15 38 0 0,4 14 114 0 0,-2 2-77 0 0,-7-13 13 0 0,7 12 92 0 0,-17-2 143 0 0,16 4-157 0 0,-1 3-128 0 0,1-1-1 0 0,0 1 1 0 0,0 0 0 0 0,0 0 0 0 0,0 0 0 0 0,0 0-1 0 0,0 1 1 0 0,0 0 0 0 0,1 0 0 0 0,-1 0-1 0 0,1 0 1 0 0,-1 0 0 0 0,1 1 0 0 0,0 0-1 0 0,-1-1 1 0 0,-3 7 0 0 0,-1-1 29 0 0,2 0 1 0 0,-1 1-1 0 0,2 0 1 0 0,-11 19-1 0 0,2 18 135 0 0,11-36-180 0 0,2-6-3 0 0,2 2-20 0 0,-1-1-51 0 0,1 0 0 0 0,0 0 0 0 0,0 0 0 0 0,1 0 0 0 0,-1-1 0 0 0,1 1 0 0 0,0 0 0 0 0,0-1 0 0 0,1 1 0 0 0,-1-1 0 0 0,1 0 0 0 0,0 0 0 0 0,0 0 1 0 0,1 0-1 0 0,-1-1 0 0 0,7 7 0 0 0,-7-8-287 0 0,3 0-77 0 0,16 5-94 0 0,-17-5-77 0 0,2-2-119 0 0,1 1 7 0 0,1-1-1 0 0,-1 0 1 0 0,0-1-1 0 0,1 0 1 0 0,-1-1-1 0 0,1 1 1 0 0,-1-2-1 0 0,12-3 1 0 0,0-5-2141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0 182 1912 0 0,'2'-4'1042'0'0,"23"-24"1802"0"0,-22 25-2088 0 0,1 2-477 0 0,1-1-98 0 0,0 1 1 0 0,0 0 0 0 0,0 1 0 0 0,0-1-1 0 0,0 1 1 0 0,1 0 0 0 0,6 1 0 0 0,-6-1 90 0 0,-2 3-20 0 0,2 1-143 0 0,-1 0 1 0 0,1 1-1 0 0,-1-1 0 0 0,0 1 1 0 0,-1 0-1 0 0,1 0 0 0 0,-1 0 1 0 0,0 1-1 0 0,0-1 1 0 0,-1 1-1 0 0,1 0 0 0 0,-1 0 1 0 0,-1 0-1 0 0,1 1 1 0 0,-1-1-1 0 0,3 14 0 0 0,-4-16 51 0 0,-1 1-4 0 0,0 18 63 0 0,0-17-28 0 0,-2-1-13 0 0,-11 37 632 0 0,12-38-230 0 0,-2-1-271 0 0,-9 7 13 0 0,9-7 892 0 0,-1-4-1002 0 0,-16-3-12 0 0,15 3 112 0 0,5-1-303 0 0,-1 1 0 0 0,1-1 1 0 0,0 1-1 0 0,-1-1 1 0 0,1 1-1 0 0,-1-1 0 0 0,1 1 1 0 0,-1 0-1 0 0,0-1 0 0 0,1 1 1 0 0,-1 0-1 0 0,-1-2 1 0 0,0-1 2 0 0,0 0-14 0 0,2-2-74 0 0,3-7-129 0 0,0 0 0 0 0,1 0-1 0 0,0 1 1 0 0,1-1-1 0 0,0 1 1 0 0,1 0 0 0 0,0 1-1 0 0,1-1 1 0 0,0 1 0 0 0,1 1-1 0 0,0-1 1 0 0,17-14-1 0 0,-1 1-1778 0 0,1 1 0 0 0,2 1 0 0 0,55-36-1 0 0,-47 38-2957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442 69 2816 0 0,'0'0'7467'0'0,"-3"3"-7238"0"0,-6 8-13 0 0,7-8 211 0 0,-3-3-208 0 0,-44-1 979 0 0,43 0-803 0 0,3-1-223 0 0,-11-9 246 0 0,14 5-408 0 0,0 2 14 0 0,1-1 0 0 0,-1 0-1 0 0,1 0 1 0 0,0 1 0 0 0,1-1-1 0 0,-1 0 1 0 0,5-8 0 0 0,-4 9 3 0 0,-1 4-25 0 0,1 0 0 0 0,-1-1-1 0 0,0 0 1 0 0,1 1 0 0 0,-1-1 0 0 0,0 1 0 0 0,0-1 0 0 0,0 0-1 0 0,1 0 1 0 0,-1 0 0 0 0,0 0 0 0 0,1-2 0 0 0,0 2 0 0 0,2-1-10 0 0,1 2-20 0 0,19 1 40 0 0,-22 0-9 0 0,0-1 1 0 0,1 1-1 0 0,-1 0 0 0 0,0 0 1 0 0,0 1-1 0 0,0-1 0 0 0,0 0 1 0 0,0 1-1 0 0,0-1 0 0 0,0 1 1 0 0,0-1-1 0 0,0 1 0 0 0,-1 0 1 0 0,1 0-1 0 0,-1 0 0 0 0,1 0 1 0 0,-1 0-1 0 0,0 0 1 0 0,2 4-1 0 0,-3-6-3 0 0,3 6 11 0 0,0-1 1 0 0,0 1 0 0 0,-1 0 0 0 0,1 0-1 0 0,-1 0 1 0 0,-1 0 0 0 0,1 0 0 0 0,-1 0-1 0 0,1 13 1 0 0,-2-14-7 0 0,2 9 8 0 0,-2 0 1 0 0,0 0-1 0 0,0 0 0 0 0,-2 0 0 0 0,0 0 0 0 0,0-1 0 0 0,-1 1 0 0 0,-1 0 0 0 0,0-1 1 0 0,-1 0-1 0 0,0 0 0 0 0,-1 0 0 0 0,-1-1 0 0 0,0 1 0 0 0,0-2 0 0 0,-14 17 0 0 0,8-12-25 0 0,-2-1-1 0 0,0 0 1 0 0,-1-1-1 0 0,0 0 1 0 0,-1-1-1 0 0,0-1 1 0 0,-1-1-1 0 0,-1 0 1 0 0,-31 12-1 0 0,36-17-112 0 0,-5-1 40 0 0,2-2-47 0 0,-40 4-292 0 0,52-7 285 0 0,-1-1 18 0 0,1 0 94 0 0,1 0 1 0 0,-1 0-1 0 0,1 0 0 0 0,-1-1 0 0 0,1 1 1 0 0,0-1-1 0 0,0 0 0 0 0,0-1 1 0 0,0 1-1 0 0,0-1 0 0 0,0 1 0 0 0,0-1 1 0 0,1 0-1 0 0,0-1 0 0 0,-1 1 0 0 0,1-1 1 0 0,-3-5-1 0 0,-3-6-32 0 0,7 11 8 0 0,1-2 10 0 0,-2-16 28 0 0,2 16-32 0 0,2 0-11 0 0,0-1 27 0 0,1-1-1 0 0,0 1 1 0 0,0-1-1 0 0,5-9 1 0 0,-4 13 25 0 0,0 1 6 0 0,0 1 5 0 0,0 1 1 0 0,-1-1-1 0 0,1 1 0 0 0,0 0 1 0 0,0 0-1 0 0,-1 0 1 0 0,1 0-1 0 0,0 0 0 0 0,0 1 1 0 0,0-1-1 0 0,0 1 1 0 0,0 0-1 0 0,0 0 0 0 0,0 0 1 0 0,1 0-1 0 0,-1 1 1 0 0,0-1-1 0 0,0 1 0 0 0,-1 0 1 0 0,6 1-1 0 0,26 15 93 0 0,-1 2 1 0 0,-1 0-1 0 0,42 35 0 0 0,-37-26-322 0 0,1-2-1 0 0,47 25 0 0 0,-66-42-1638 0 0,0-2 0 0 0,1 0-1 0 0,29 7 1 0 0,-44-13-2694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353 69 3572 0 0,'0'0'1002'0'0,"1"-5"-174"0"0,-1 1-656 0 0,0 0-1 0 0,0 1 0 0 0,0-1 0 0 0,0 0 0 0 0,-1 1 0 0 0,0-1 1 0 0,0 1-1 0 0,0-1 0 0 0,0 1 0 0 0,-3-6 0 0 0,2 5 90 0 0,1 4-247 0 0,1 0-1 0 0,-1 0 1 0 0,0 0 0 0 0,1 0-1 0 0,-1 0 1 0 0,0-1 0 0 0,1 1-1 0 0,-1 0 1 0 0,0 0-1 0 0,1 0 1 0 0,-1-1 0 0 0,0 1-1 0 0,1 0 1 0 0,-1 0 0 0 0,1-1-1 0 0,-1 1 1 0 0,0-1 0 0 0,1 1-1 0 0,-1 0 1 0 0,1-1-1 0 0,-1 0 1 0 0,0 0 3 0 0,0 0 0 0 0,0 1 0 0 0,1-1 0 0 0,-1 0 0 0 0,0 1 0 0 0,0-1 0 0 0,0 1 0 0 0,1-1 0 0 0,-1 1 0 0 0,0-1 0 0 0,0 1 0 0 0,0 0 0 0 0,0 0 1 0 0,0-1-1 0 0,0 1 0 0 0,0 0 0 0 0,0 0 0 0 0,0 0 0 0 0,0 0 0 0 0,0 0 0 0 0,0 0 0 0 0,0 0 0 0 0,-1 1 0 0 0,-12 0 174 0 0,-1 2-1 0 0,1 0 1 0 0,0 0 0 0 0,0 1 0 0 0,0 1 0 0 0,1 0-1 0 0,-1 1 1 0 0,2 1 0 0 0,-1 0 0 0 0,-12 9 0 0 0,9-5-107 0 0,1 1 1 0 0,0 0-1 0 0,1 0 1 0 0,1 2 0 0 0,0 0-1 0 0,0 0 1 0 0,-13 23-1 0 0,10-4 47 0 0,14-27-58 0 0,2 24 15 0 0,0-27-84 0 0,1 0 0 0 0,0 0-1 0 0,0 0 1 0 0,0-1 0 0 0,0 1-1 0 0,0 0 1 0 0,0-1-1 0 0,1 1 1 0 0,-1-1 0 0 0,1 1-1 0 0,0-1 1 0 0,0 0 0 0 0,0 0-1 0 0,0 0 1 0 0,0 0-1 0 0,0 0 1 0 0,5 3 0 0 0,-6-4-12 0 0,3 3 2 0 0,1-1 1 0 0,-1 1-1 0 0,1-1 0 0 0,-1 0 1 0 0,1-1-1 0 0,0 1 1 0 0,0-1-1 0 0,7 3 1 0 0,8 3 25 0 0,15 8-2 0 0,-1-2 6 0 0,-1 2 0 0 0,0 1 0 0 0,-1 2 1 0 0,-1 1-1 0 0,30 26 0 0 0,-58-44-23 0 0,-1 1-1 0 0,0 0 1 0 0,0 0 0 0 0,-1 0-1 0 0,1 0 1 0 0,0 0-1 0 0,-1 0 1 0 0,0 0 0 0 0,0 0-1 0 0,0 1 1 0 0,0-1-1 0 0,0 0 1 0 0,-1 1 0 0 0,1-1-1 0 0,-1 5 1 0 0,0-5 0 0 0,0 0 0 0 0,0-1 1 0 0,0 1-1 0 0,-1 0 1 0 0,1-1-1 0 0,-1 1 0 0 0,0-1 1 0 0,0 1-1 0 0,0-1 1 0 0,0 1-1 0 0,0-1 1 0 0,-1 0-1 0 0,1 1 1 0 0,0-1-1 0 0,-1 0 1 0 0,0 0-1 0 0,0 0 1 0 0,-2 2-1 0 0,3-3 0 0 0,-3 3 9 0 0,0 0 1 0 0,-1 0-1 0 0,1 0 1 0 0,-1-1-1 0 0,1 1 0 0 0,-1-1 1 0 0,0-1-1 0 0,-1 1 0 0 0,-7 3 1 0 0,8-4-6 0 0,-23 10 34 0 0,5-6-29 0 0,12-4 10 0 0,0 0 0 0 0,-1 0 0 0 0,1-1 0 0 0,-1 0 0 0 0,1-1 0 0 0,-1-1 0 0 0,1 0 0 0 0,-1 0-1 0 0,-11-3 1 0 0,20 3-26 0 0,-1-1 1 0 0,1 1-1 0 0,-1 0 0 0 0,1-1 0 0 0,0 0 0 0 0,0 0 0 0 0,-1 0 0 0 0,1 0 0 0 0,1 0 0 0 0,-1-1 0 0 0,0 1 0 0 0,1-1 0 0 0,-5-5 0 0 0,5 6-14 0 0,-1-3-47 0 0,-1 0 1 0 0,1 0-1 0 0,1 0 0 0 0,-1 0 1 0 0,1 0-1 0 0,0 0 0 0 0,0-1 0 0 0,0 1 1 0 0,1-1-1 0 0,-2-7 0 0 0,2 8 18 0 0,0 2-23 0 0,0-1-1 0 0,0 1 0 0 0,0-1 1 0 0,1 1-1 0 0,-1-1 1 0 0,1 1-1 0 0,0-8 0 0 0,1 3-77 0 0,-2 6 76 0 0,1-1 0 0 0,0 1 0 0 0,-1-1 0 0 0,1 1 0 0 0,0 0 0 0 0,1-1 0 0 0,-1 1 0 0 0,0 0 0 0 0,1-1 0 0 0,-1 1 0 0 0,1 0 0 0 0,2-5 0 0 0,-1 0-117 0 0,-1 5 94 0 0,-1-1 0 0 0,0 1 0 0 0,1-1 0 0 0,0 1 0 0 0,0-1 0 0 0,0 1 0 0 0,0-1 0 0 0,0 1 0 0 0,0 0 0 0 0,3-4 0 0 0,0 0-121 0 0,-3 4 137 0 0,0 0-1 0 0,0 0 0 0 0,0 0 0 0 0,0 0 0 0 0,0 0 0 0 0,0 1 1 0 0,0-1-1 0 0,1 0 0 0 0,-1 1 0 0 0,1-1 0 0 0,-1 1 1 0 0,1-1-1 0 0,2-1 0 0 0,1-1-125 0 0,-5 4 186 0 0,2-2-63 0 0,-1 0 1 0 0,0 1 0 0 0,1-1 0 0 0,0 0 0 0 0,-1 1 0 0 0,1-1-1 0 0,0 1 1 0 0,0-1 0 0 0,0 1 0 0 0,0 0 0 0 0,0 0 0 0 0,0 0 0 0 0,0 0-1 0 0,0 0 1 0 0,4 0 0 0 0,4-3-555 0 0,51-8-1883 0 0,-54 11 571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44 2836 0 0,'0'0'1382'0'0,"0"-5"-253"0"0,-1-13-99 0 0,1 13 2327 0 0,-2 1-2877 0 0,-2-7 595 0 0,0 11-330 0 0,-3 22 28 0 0,1 46-205 0 0,6-20-363 0 0,14 145-31 0 0,27-8-3244 0 0,-40-180 2362 0 0,0-1-174 0 0,6 12-151 0 0,-5-12-51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1 148 2088 0 0,'1'-8'264'0'0,"0"1"0"0"0,0 0 0 0 0,1 0 0 0 0,0 0 0 0 0,1 0 0 0 0,0 0 0 0 0,0 0 0 0 0,0 1 0 0 0,1-1 0 0 0,0 1 0 0 0,0 0-1 0 0,0 0 1 0 0,1 1 0 0 0,0-1 0 0 0,10-8 0 0 0,-10 10-151 0 0,0 0 1 0 0,0 1-1 0 0,1 0 0 0 0,-1-1 0 0 0,1 2 0 0 0,-1-1 0 0 0,1 1 0 0 0,0-1 0 0 0,0 2 1 0 0,0-1-1 0 0,1 1 0 0 0,-1 0 0 0 0,0 0 0 0 0,0 0 0 0 0,1 1 0 0 0,-1 0 0 0 0,0 1 1 0 0,1-1-1 0 0,-1 1 0 0 0,0 0 0 0 0,0 1 0 0 0,0-1 0 0 0,0 1 0 0 0,7 3 1 0 0,-9-3-82 0 0,0-1 1 0 0,0 1-1 0 0,0 0 1 0 0,0-1-1 0 0,0 2 1 0 0,-1-1 0 0 0,1 0-1 0 0,-1 1 1 0 0,1 0-1 0 0,-1 0 1 0 0,0 0-1 0 0,0 0 1 0 0,-1 0 0 0 0,1 0-1 0 0,0 1 1 0 0,-1 0-1 0 0,0-1 1 0 0,0 1-1 0 0,0 0 1 0 0,0 0 0 0 0,-1 0-1 0 0,1 0 1 0 0,-1 0-1 0 0,0 0 1 0 0,-1 1-1 0 0,1-1 1 0 0,-1 0 0 0 0,1 1-1 0 0,-2 4 1 0 0,1-2-13 0 0,-1 0 1 0 0,0 1 0 0 0,-1-1-1 0 0,0 0 1 0 0,0 0 0 0 0,-1 0-1 0 0,1 0 1 0 0,-2 0 0 0 0,1-1 0 0 0,-1 1-1 0 0,0-1 1 0 0,0 0 0 0 0,0 0-1 0 0,-1 0 1 0 0,0-1 0 0 0,-6 6-1 0 0,8-8-212 0 0,-34 25 460 0 0,34-26-673 0 0,0-1-1 0 0,0 1 1 0 0,0-1-1 0 0,0 1 1 0 0,-1-1-1 0 0,1 0 1 0 0,0 0-1 0 0,0-1 1 0 0,-1 1-1 0 0,1-1 1 0 0,-1 1-1 0 0,-6-1 0 0 0,6-1-570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0 132 2772 0 0,'0'0'886'0'0,"5"1"-146"0"0,14 3-127 0 0,-15-3 369 0 0,1 1-660 0 0,43 12 232 0 0,-43-13-400 0 0,0 0 84 0 0,17 0-111 0 0,-1-1 0 0 0,24-3 0 0 0,-39 2-88 0 0,1 0 0 0 0,-1-1-1 0 0,0 0 1 0 0,1 0 0 0 0,-1 0 0 0 0,0-1 0 0 0,6-4 0 0 0,-8 5-9 0 0,16-12 166 0 0,-17 11-36 0 0,0 0 37 0 0,21-38 568 0 0,-23 36-603 0 0,-1 1 8 0 0,-9-39 573 0 0,8 40-419 0 0,-19-12 623 0 0,16 15-899 0 0,1 1 0 0 0,-1-1 0 0 0,0 1 0 0 0,0 0 0 0 0,0 0-1 0 0,0 0 1 0 0,1 1 0 0 0,-1-1 0 0 0,1 1 0 0 0,-1 0 0 0 0,1 0 0 0 0,-1 0 0 0 0,1 1 0 0 0,0-1 0 0 0,0 1-1 0 0,0 0 1 0 0,1-1 0 0 0,-1 1 0 0 0,-2 4 0 0 0,-3 4 6 0 0,0 1 0 0 0,1 0 0 0 0,-8 20 0 0 0,12-26-54 0 0,1-2 6 0 0,3 58-355 0 0,0-57 135 0 0,2 0-44 0 0,1-1 98 0 0,0 1 0 0 0,1 0 0 0 0,-1-1 0 0 0,1 0 0 0 0,0 0 0 0 0,0-1 1 0 0,0 1-1 0 0,1-1 0 0 0,-1 0 0 0 0,1 0 0 0 0,0-1 0 0 0,0 0 0 0 0,0 0 0 0 0,7 2 1 0 0,-9-4-107 0 0,3 1 32 0 0,0 0 206 0 0,1-1 0 0 0,0 0-1 0 0,0 0 1 0 0,-1-1 0 0 0,1 0 0 0 0,0 0-1 0 0,-1-1 1 0 0,1 0 0 0 0,-1 0 0 0 0,1 0-1 0 0,-1-1 1 0 0,0-1 0 0 0,0 1 0 0 0,0-1-1 0 0,-1 0 1 0 0,1 0 0 0 0,-1-1 0 0 0,6-6-1 0 0,-4 2 101 0 0,0 0-1 0 0,0-1 0 0 0,-1 0 1 0 0,-1 0-1 0 0,0-1 0 0 0,5-13 1 0 0,-9 20 21 0 0,0-1 28 0 0,2-7-283 0 0,6-21 1628 0 0,-9 29-755 0 0,-4 20-597 0 0,1-12-57 0 0,2 1-33 0 0,-1 14 17 0 0,1-14-1 0 0,-1 9-1 0 0,2 12-2 0 0,9 16-19 0 0,-6-37-17 0 0,-3 0-7 0 0,2-2-27 0 0,6 9-47 0 0,-7-9-26 0 0,2-1-6 0 0,0-1 49 0 0,1 0 1 0 0,0 0-1 0 0,-1 0 1 0 0,1 0 0 0 0,0-1-1 0 0,0 1 1 0 0,7-2-1 0 0,-7 1 11 0 0,0-2-1 0 0,5-3 53 0 0,-1 1 0 0 0,0-2 0 0 0,0 1 0 0 0,0-1 0 0 0,-1 0 0 0 0,1-1 1 0 0,10-11-1 0 0,-17 14 78 0 0,-1 4-73 0 0,-1 0 0 0 0,1 0 0 0 0,-1 0 0 0 0,1 0 0 0 0,-1-1 0 0 0,1 1 0 0 0,-1 0 0 0 0,1 0 0 0 0,-1-1 0 0 0,1 1 0 0 0,-1 0 0 0 0,0-1 0 0 0,1 1 0 0 0,-1 0 0 0 0,0-1 0 0 0,1 1 0 0 0,-1-1 0 0 0,0 1 0 0 0,1 0 0 0 0,-1-1 0 0 0,0 1 0 0 0,0-1 0 0 0,0 1 0 0 0,1-1 0 0 0,-1 1 0 0 0,0-1 0 0 0,0 0 6 0 0,0 1-1 0 0,0-1 0 0 0,0 1 0 0 0,1-1 0 0 0,-1 1 1 0 0,0-1-1 0 0,0 1 0 0 0,1-1 0 0 0,-1 1 1 0 0,0-1-1 0 0,0 1 0 0 0,1 0 0 0 0,-1-1 1 0 0,0 1-1 0 0,1 0 0 0 0,-1-1 0 0 0,1 1 1 0 0,-1 0-1 0 0,0-1 0 0 0,1 1 0 0 0,-1 0 1 0 0,1 0-1 0 0,-1-1 0 0 0,1 1 0 0 0,-1 0 0 0 0,2 0 1 0 0,-2 0-8 0 0,0 0 0 0 0,1-1 0 0 0,-1 1 0 0 0,1 0 0 0 0,-1 0 0 0 0,1 0 0 0 0,-1-1 1 0 0,0 1-1 0 0,1 0 0 0 0,-1 0 0 0 0,0-1 0 0 0,1 1 0 0 0,-1 0 0 0 0,0-1 0 0 0,0 1 0 0 0,1 0 1 0 0,-1-1-1 0 0,0 1 0 0 0,0-1 0 0 0,1 1 0 0 0,-1 0 0 0 0,0-1 0 0 0,0 1 0 0 0,0-1 0 0 0,0 1 0 0 0,0-1 1 0 0,1 0 1 0 0,-1 1 0 0 0,0-1 0 0 0,0 1 0 0 0,0 0 0 0 0,0-1 0 0 0,0 1 0 0 0,0-1 0 0 0,1 1 0 0 0,-1 0 0 0 0,0-1 0 0 0,0 1-1 0 0,1-1 1 0 0,-1 1 0 0 0,0 0 0 0 0,0-1 0 0 0,1 1 0 0 0,-1 0 0 0 0,0 0 0 0 0,1-1 0 0 0,-1 1 0 0 0,1 0 0 0 0,-1 0 0 0 0,0-1 0 0 0,1 1 0 0 0,-1 0 0 0 0,1 0 0 0 0,1 0-3 0 0,0 1 0 0 0,0 0 0 0 0,0 0 0 0 0,-1-1 0 0 0,1 1 0 0 0,0 0 0 0 0,-1 1 0 0 0,1-1 1 0 0,-1 0-1 0 0,1 0 0 0 0,-1 1 0 0 0,0-1 0 0 0,0 0 0 0 0,1 1 0 0 0,-1 0 0 0 0,0-1 0 0 0,0 1 0 0 0,0 0 0 0 0,-1-1 0 0 0,1 1 0 0 0,1 4 0 0 0,-2-5-3 0 0,2 3-16 0 0,1 1-25 0 0,-1-1-58 0 0,0 0-1 0 0,1 0 1 0 0,0 0-1 0 0,0 0 1 0 0,0 0-1 0 0,0 0 1 0 0,1-1 0 0 0,-1 0-1 0 0,1 1 1 0 0,0-1-1 0 0,0-1 1 0 0,0 1-1 0 0,9 4 1 0 0,-4-3-382 0 0,1-1-1 0 0,0 0 1 0 0,0 0-1 0 0,0-1 1 0 0,0 0 0 0 0,1-1-1 0 0,-1 0 1 0 0,1 0 0 0 0,-1-1-1 0 0,0-1 1 0 0,1 0 0 0 0,-1 0-1 0 0,0-1 1 0 0,19-6 0 0 0,3-3-2260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264 275 2828 0 0,'0'0'2357'0'0,"-3"-4"-1465"0"0,-7-11-166 0 0,7 11-109 0 0,2 4-543 0 0,-1-1 0 0 0,1 1 0 0 0,-1-1 1 0 0,1 1-1 0 0,-1-1 0 0 0,0 1 0 0 0,1 0 0 0 0,-1 0 0 0 0,0-1 1 0 0,1 1-1 0 0,-1 1 0 0 0,-2-1 0 0 0,-1 0 367 0 0,-4 1-267 0 0,0 0-1 0 0,0 0 0 0 0,0 1 1 0 0,0 0-1 0 0,0 1 0 0 0,0-1 1 0 0,1 2-1 0 0,-1-1 0 0 0,1 2 1 0 0,0-1-1 0 0,0 1 0 0 0,-14 11 1 0 0,12-7-65 0 0,-1 0 1 0 0,1 0-1 0 0,1 1 1 0 0,0 0-1 0 0,1 1 1 0 0,-1 0 0 0 0,-11 24-1 0 0,18-31-54 0 0,1 1-15 0 0,-3 13-16 0 0,3-13-6 0 0,3 0-40 0 0,4 13-92 0 0,-5-13-83 0 0,3-3-57 0 0,1 0 102 0 0,0 0 1 0 0,0-1-1 0 0,1 0 0 0 0,-1 1 1 0 0,0-2-1 0 0,1 1 0 0 0,-1-1 1 0 0,1 1-1 0 0,-1-1 1 0 0,1-1-1 0 0,-1 1 0 0 0,0-1 1 0 0,1 0-1 0 0,-1 0 0 0 0,6-3 1 0 0,2 0-137 0 0,-1-1 1 0 0,1 0-1 0 0,-1-1 1 0 0,21-14-1 0 0,-24 13 214 0 0,-1 0 0 0 0,1 0 0 0 0,-2-1 0 0 0,1 0 0 0 0,-1-1 0 0 0,0 0 0 0 0,-1 0 0 0 0,0 0 0 0 0,0-1 0 0 0,-1 0 0 0 0,5-13 0 0 0,0-5 233 0 0,-1 0-1 0 0,9-46 0 0 0,-9 17 638 0 0,-5 0 3 0 0,-4 52-529 0 0,-1-1-13 0 0,-17-43 755 0 0,16 45-498 0 0,-3 4-270 0 0,3-1-202 0 0,0 1 1 0 0,0 0-1 0 0,0 0 1 0 0,0 0-1 0 0,0 0 1 0 0,0 1-1 0 0,0-1 1 0 0,0 0-1 0 0,0 1 1 0 0,0 0-1 0 0,0-1 1 0 0,0 1-1 0 0,-3 2 1 0 0,2-1 25 0 0,0 0 0 0 0,0 1 0 0 0,0-1 1 0 0,1 1-1 0 0,-1 0 0 0 0,1 0 0 0 0,0 0 0 0 0,0 0 0 0 0,0 0 0 0 0,-3 6 0 0 0,-21 56 446 0 0,20-46-371 0 0,2 2-82 0 0,2 0 54 0 0,1-12-85 0 0,0 28 103 0 0,2-25-140 0 0,-1 1 1 0 0,2-1-1 0 0,0 0 1 0 0,0 1-1 0 0,1-1 1 0 0,1 0-1 0 0,0-1 1 0 0,1 1-1 0 0,0-1 1 0 0,0 1-1 0 0,1-2 1 0 0,1 1-1 0 0,11 13 1 0 0,-15-20-82 0 0,2 0 1 0 0,-1-1-1 0 0,0 0 1 0 0,1 0-1 0 0,-1 0 1 0 0,1 0 0 0 0,0-1-1 0 0,0 0 1 0 0,0 0-1 0 0,0 0 1 0 0,8 1-1 0 0,-9-1 64 0 0,7 1-188 0 0,11 2-7 0 0,-4-4-41 0 0,46-4-180 0 0,-50 1 329 0 0,8-4 6 0 0,-7-1-97 0 0,-2 0 273 0 0,0-1 1 0 0,-1 0 0 0 0,1-1-1 0 0,-2 0 1 0 0,18-18 0 0 0,-26 24 88 0 0,-1 0 9 0 0,-2 2-107 0 0,1-1 0 0 0,0 1 0 0 0,-1 0 0 0 0,1 0 0 0 0,-1-1 0 0 0,1 1 0 0 0,-1 0 0 0 0,1 0 0 0 0,-1-1 0 0 0,0 1 0 0 0,0-1 0 0 0,0 1 0 0 0,0 0 1 0 0,0-1-1 0 0,0 1 0 0 0,0 0 0 0 0,0-1 0 0 0,0 1 0 0 0,-1 0 0 0 0,1-1 0 0 0,0 1 0 0 0,-1 0 0 0 0,1-1 0 0 0,-2 0 0 0 0,0-2 296 0 0,1 4-334 0 0,0 1-1 0 0,0-1 1 0 0,0 0 0 0 0,-1 1-1 0 0,1-1 1 0 0,0 1 0 0 0,0 0-1 0 0,0-1 1 0 0,0 1 0 0 0,0 0-1 0 0,0 0 1 0 0,0-1-1 0 0,0 1 1 0 0,0 0 0 0 0,1 0-1 0 0,-1 0 1 0 0,0 0 0 0 0,-1 2-1 0 0,-7 13 91 0 0,7-13-58 0 0,1 2-3 0 0,-4 14-18 0 0,4-15 87 0 0,1 2-165 0 0,0 15-85 0 0,0-15-79 0 0,2-2-421 0 0,1-1 469 0 0,-1-1 0 0 0,0 1 0 0 0,0 0 0 0 0,1-1 0 0 0,-1 0-1 0 0,1 0 1 0 0,0 0 0 0 0,0 0 0 0 0,-1 0 0 0 0,1 0 0 0 0,6 2 0 0 0,-4-3-443 0 0,1-1-65 0 0,5 0 131 0 0,-1-1-1 0 0,1 0 1 0 0,0-1-1 0 0,0 0 1 0 0,-1-1 0 0 0,1 0-1 0 0,18-9 1 0 0,-17 5-266 0 0,-1 0 1 0 0,1-1-1 0 0,17-15 1 0 0,-13 6-1721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328 37 2476 0 0,'-29'-4'1081'0'0,"-1"2"0"0"0,0 1 0 0 0,0 1 0 0 0,0 1 0 0 0,-52 9 0 0 0,73-8-891 0 0,0 0-1 0 0,0 0 1 0 0,1 1 0 0 0,-12 4-1 0 0,9-2-26 0 0,6-3-4 0 0,5-2-151 0 0,-1 0 0 0 0,1 0 0 0 0,-1 0-1 0 0,0 0 1 0 0,1 0 0 0 0,-1 0 0 0 0,1 0-1 0 0,-1 0 1 0 0,1 0 0 0 0,-1 0 0 0 0,1 1-1 0 0,-1-1 1 0 0,1 0 0 0 0,-1 0 0 0 0,1 1-1 0 0,-1-1 1 0 0,1 0 0 0 0,-1 1 0 0 0,1-1-1 0 0,-1 0 1 0 0,1 1 0 0 0,0-1 0 0 0,-1 1-1 0 0,1-1 1 0 0,-1 2 0 0 0,1-2 12 0 0,-1 1-1 0 0,1-1 1 0 0,0 1 0 0 0,-1-1 0 0 0,1 1-1 0 0,-1-1 1 0 0,1 1 0 0 0,-1-1 0 0 0,1 0-1 0 0,-1 1 1 0 0,1-1 0 0 0,-1 1 0 0 0,0-1-1 0 0,1 0 1 0 0,-1 0 0 0 0,0 1 0 0 0,1-1-1 0 0,-1 0 1 0 0,1 0 0 0 0,-1 0 0 0 0,-1 0-1 0 0,3 5 10 0 0,2 17 4 0 0,2-22-13 0 0,6 1-20 0 0,0-1 0 0 0,0 0 0 0 0,1-1 0 0 0,-1 0 0 0 0,0-1 0 0 0,0 0 0 0 0,0 0 0 0 0,0-1 0 0 0,0-1 0 0 0,-1 0 0 0 0,0 0 0 0 0,1-1 0 0 0,-1-1 0 0 0,18-12 0 0 0,-25 15 10 0 0,-1-1 12 0 0,-1 1-20 0 0,0 0-1 0 0,0 0 0 0 0,0 0 0 0 0,0 0 1 0 0,-1 0-1 0 0,1 0 0 0 0,-1-1 1 0 0,0 1-1 0 0,0 0 0 0 0,0-4 0 0 0,-1 3-30 0 0,-4 3 18 0 0,-1 0-137 0 0,0 0 0 0 0,0 0 0 0 0,-1 1-1 0 0,1 0 1 0 0,0 0 0 0 0,0 1 0 0 0,0 0 0 0 0,0 0-1 0 0,-1 0 1 0 0,1 1 0 0 0,1 0 0 0 0,-12 5-1 0 0,8-2-601 0 0,1 0-1 0 0,1 1 0 0 0,-1 0 0 0 0,1 0 0 0 0,0 1 1 0 0,0 0-1 0 0,-6 8 0 0 0,3 2-2232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0 2948 0 0,'0'0'7495'0'0,"-1"6"-7292"0"0,-23 95 883 0 0,23-96-1005 0 0,1 1-14 0 0,-2 48 74 0 0,2-49-102 0 0,2 0-25 0 0,-1-2-9 0 0,0-2-2 0 0,0 0 0 0 0,-1 0 0 0 0,1 0 0 0 0,0 1 0 0 0,-1-1 0 0 0,1 0 0 0 0,-1 0 0 0 0,0 1-1 0 0,1-1 1 0 0,-1 1 0 0 0,0-1 0 0 0,0 2 0 0 0,4-1-26 0 0,18 3-30 0 0,-20-5 43 0 0,0 0 0 0 0,0 0 0 0 0,0 0 0 0 0,1-1 0 0 0,-1 1 0 0 0,0-1-1 0 0,0 1 1 0 0,0-1 0 0 0,0 0 0 0 0,0 1 0 0 0,0-1 0 0 0,0 0 0 0 0,0 0 0 0 0,2-2 0 0 0,47-46-122 0 0,5-4 310 0 0,-53 50 531 0 0,1 5-640 0 0,-2 0-48 0 0,13 6 103 0 0,-15-2-131 0 0,0 18-24 0 0,0-18-56 0 0,1-1-55 0 0,0 17-62 0 0,-1-16-52 0 0,3-1-70 0 0,-1 1 91 0 0,1-1-1 0 0,0 1 0 0 0,1-1 0 0 0,-1 1 0 0 0,1-1 0 0 0,0 0 1 0 0,1-1-1 0 0,-1 1 0 0 0,1-1 0 0 0,0 0 0 0 0,0 0 0 0 0,0 0 1 0 0,11 5-1 0 0,52 13-2258 0 0,-65-21 2278 0 0,1 0-1 0 0,-1 0 1 0 0,1 0 0 0 0,-1-1-1 0 0,0 1 1 0 0,1-1-1 0 0,-1 0 1 0 0,1 0 0 0 0,4-1-1 0 0,1 0-486 0 0,0 2-2401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639 31 2828 0 0,'0'0'2222'0'0,"-1"-5"-1329"0"0,0-20 864 0 0,-5 25-1424 0 0,-3 0-149 0 0,0 1 0 0 0,-1-1 0 0 0,1 2 0 0 0,0 0 0 0 0,0 0 0 0 0,0 0 0 0 0,-15 7 1 0 0,10 0-95 0 0,0 0 0 0 0,0 1 1 0 0,1 1-1 0 0,1 0 1 0 0,-1 1-1 0 0,2 0 1 0 0,0 0-1 0 0,0 2 1 0 0,1-1-1 0 0,1 1 1 0 0,0 1-1 0 0,-8 19 1 0 0,14-27-116 0 0,0 0 1 0 0,1 0 0 0 0,0 0-1 0 0,0 0 1 0 0,0 0 0 0 0,0 13 0 0 0,2-16 6 0 0,-1 1-115 0 0,3 0-205 0 0,0-2 260 0 0,-1-2 36 0 0,0 0-1 0 0,0 0 0 0 0,-1 0 0 0 0,1 1 1 0 0,0-1-1 0 0,-1 0 0 0 0,1 1 1 0 0,0-1-1 0 0,-1 0 0 0 0,0 1 1 0 0,1-1-1 0 0,-1 3 0 0 0,5-4-153 0 0,2 0 185 0 0,-1-1 1 0 0,1 1 0 0 0,0-1-1 0 0,-1-1 1 0 0,0 1 0 0 0,1-1-1 0 0,-1 0 1 0 0,0-1 0 0 0,0 1-1 0 0,0-1 1 0 0,0 0 0 0 0,0-1-1 0 0,-1 1 1 0 0,9-8 0 0 0,-2 1 299 0 0,-1-1-1 0 0,0 0 1 0 0,-1 0 0 0 0,0-1 0 0 0,-1-1 0 0 0,8-13-1 0 0,8-17 1300 0 0,-23 39 526 0 0,-6 6-2028 0 0,2-2-75 0 0,1 1 0 0 0,-1-1-1 0 0,0 1 1 0 0,0 0 0 0 0,1 0 0 0 0,-1 0-1 0 0,1 0 1 0 0,-1 0 0 0 0,1 0 0 0 0,-1 0 0 0 0,0 2-1 0 0,-15 28 130 0 0,9-9-62 0 0,0 1 0 0 0,2 1 0 0 0,1-1 0 0 0,-3 26 0 0 0,-5 109 256 0 0,8-88-263 0 0,1-16 8 0 0,-16 128-15 0 0,17-164-186 0 0,-1 0 0 0 0,-1-1 0 0 0,-1 0-1 0 0,0 0 1 0 0,-1 0 0 0 0,-1-1 0 0 0,-18 28 0 0 0,22-39 57 0 0,0 0 1 0 0,-1 0-1 0 0,0-1 1 0 0,0 1-1 0 0,0-1 0 0 0,-1 0 1 0 0,0-1-1 0 0,-7 5 1 0 0,12-8 55 0 0,0 1 0 0 0,-1 0 0 0 0,1 0 0 0 0,0-1 0 0 0,-1 1 0 0 0,1-1 0 0 0,0 1 0 0 0,-1-1 0 0 0,1 1 0 0 0,-1-1 0 0 0,1 0 0 0 0,-1 0 0 0 0,1 0 0 0 0,-1 0 0 0 0,1 0 0 0 0,-3 0 0 0 0,-1-1-14 0 0,3 1 19 0 0,-1 1 1 0 0,1-1 0 0 0,-1 0 0 0 0,0 0-1 0 0,1 0 1 0 0,-1-1 0 0 0,1 1-1 0 0,-1 0 1 0 0,1-1 0 0 0,-1 0 0 0 0,1 0-1 0 0,-5-1 1 0 0,-2-2 3 0 0,-6-1 21 0 0,-1-1-1 0 0,1-1 1 0 0,1 0 0 0 0,-1-1-1 0 0,1 0 1 0 0,1-1 0 0 0,-1-1-1 0 0,2 0 1 0 0,-13-12 0 0 0,11 7-1 0 0,0 1 1 0 0,1-2 0 0 0,1 0-1 0 0,0 0 1 0 0,1-1-1 0 0,-15-33 1 0 0,21 40-154 0 0,1 1-1 0 0,1-1 1 0 0,0-1 0 0 0,0 1 0 0 0,1 0 0 0 0,0-1 0 0 0,1 0 0 0 0,0 1 0 0 0,1-1-1 0 0,0 1 1 0 0,0-1 0 0 0,1 0 0 0 0,1 1 0 0 0,0-1 0 0 0,0 1 0 0 0,1 0 0 0 0,0-1-1 0 0,1 1 1 0 0,0 1 0 0 0,1-1 0 0 0,0 1 0 0 0,0-1 0 0 0,1 1 0 0 0,0 1 0 0 0,1-1-1 0 0,0 1 1 0 0,0 1 0 0 0,1-1 0 0 0,16-12 0 0 0,4 0-1948 0 0,2 0 1 0 0,41-20-1 0 0,-40 27-2272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227 0 3776 0 0,'0'0'5471'0'0,"-2"5"-5101"0"0,-73 155 1684 0 0,23-52-1285 0 0,-44 98-42 0 0,94-202-753 0 0,3-10-385 0 0,13-67 374 0 0,29-86-1 0 0,-25 98 203 0 0,-15 50-11 0 0,0 0 0 0 0,2 0 0 0 0,-1 0 0 0 0,1 0 0 0 0,1 0-1 0 0,0 1 1 0 0,0 0 0 0 0,12-13 0 0 0,-16 20 8 0 0,3 2 18 0 0,-3 1-147 0 0,-1-1-10 0 0,1 0 0 0 0,0 1 0 0 0,-1 0 0 0 0,1-1 0 0 0,-1 1 0 0 0,1 0 0 0 0,0 0 0 0 0,-1-1 0 0 0,1 1 1 0 0,0 1-1 0 0,-1-1 0 0 0,1 0 0 0 0,-1 0 0 0 0,1 1 0 0 0,0-1 0 0 0,-1 1 0 0 0,1-1 0 0 0,-1 1 0 0 0,1-1 1 0 0,-1 1-1 0 0,1 0 0 0 0,-1 0 0 0 0,0 0 0 0 0,1 0 0 0 0,-1 0 0 0 0,0 0 0 0 0,0 0 0 0 0,2 2 0 0 0,12 17 50 0 0,-2 0 0 0 0,0 1 0 0 0,-1 0 0 0 0,-1 1 0 0 0,-1 0 0 0 0,-1 1 0 0 0,-1 0 0 0 0,-1 1 0 0 0,-1-1 0 0 0,3 30-1 0 0,-1 6-828 0 0,-3 1-1 0 0,-3 0 0 0 0,-5 60 1 0 0,0-88-194 0 0,-2-7 81 0 0,3-16 538 0 0,1 1-473 0 0,-1 0 0 0 0,-1-1 0 0 0,0 1 1 0 0,0 0-1 0 0,-5 9 0 0 0,4-13-1424 0 0,-9 6-1556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0 254 3392 0 0,'0'0'998'0'0,"3"-4"-148"0"0,1-1-661 0 0,1 1-1 0 0,-1 0 1 0 0,1 0 0 0 0,0 1-1 0 0,0-1 1 0 0,1 1-1 0 0,-1 0 1 0 0,1 1-1 0 0,-1-1 1 0 0,1 1-1 0 0,11-3 1 0 0,79-14 776 0 0,-63 13-610 0 0,141-22 497 0 0,160-35-4148 0 0,-253 29 1460 0 0,-77 32 1790 0 0,0-1 167 0 0,25-27 730 0 0,-27 27 383 0 0,-1-2-960 0 0,3-9 564 0 0,5 27 947 0 0,-8-9-1557 0 0,0 3-15 0 0,21 150 1020 0 0,-22-153-1202 0 0,1 2 39 0 0,2 14 15 0 0,-2-14-45 0 0,1-2-40 0 0,2 13 86 0 0,-3-12 18 0 0,5-6-164 0 0,16 0-37 0 0,-17 1 59 0 0,-1-4 10 0 0,9-11-31 0 0,-1 0 1 0 0,14-26-1 0 0,-6 9 186 0 0,-18 29-57 0 0,0 0-24 0 0,6-9-72 0 0,-6 9 569 0 0,3 4-444 0 0,18 3 64 0 0,-14 19 33 0 0,-7-18-163 0 0,6 13 1 0 0,-6-13-10 0 0,0-1-20 0 0,5 14 8 0 0,-5-14 0 0 0,10 18 32 0 0,-9-20-90 0 0,0 0-14 0 0,0 0 1 0 0,-1-1-1 0 0,1 1 1 0 0,0-1-1 0 0,0 0 1 0 0,0 0-1 0 0,0 0 0 0 0,0 0 1 0 0,0 0-1 0 0,1-1 1 0 0,-1 1-1 0 0,5-1 1 0 0,-3 0-46 0 0,18-10-253 0 0,-19 7 379 0 0,47-50 23 0 0,-48 50-1 0 0,0 0 32 0 0,0-2 53 0 0,0 0 0 0 0,1 1 0 0 0,0-1 0 0 0,0 1 0 0 0,0 0 0 0 0,7-5 0 0 0,-10 9-121 0 0,-1 0-1 0 0,1 0 0 0 0,-1 0 0 0 0,1 0 0 0 0,0 0 0 0 0,-1 0 0 0 0,1 0 0 0 0,-1 0 0 0 0,1 0 0 0 0,-1 1 0 0 0,1-1 1 0 0,-1 0-1 0 0,1 0 0 0 0,-1 1 0 0 0,0-1 0 0 0,1 0 0 0 0,-1 1 0 0 0,1-1 0 0 0,-1 0 0 0 0,0 1 0 0 0,1-1 0 0 0,-1 0 0 0 0,0 1 1 0 0,1-1-1 0 0,-1 1 0 0 0,1 0 0 0 0,-1-1 0 0 0,0 1-1 0 0,1-1 1 0 0,-1 1 0 0 0,0-1 0 0 0,1 1 0 0 0,-1-1-1 0 0,1 1 1 0 0,-1-1 0 0 0,1 1 0 0 0,-1-1-1 0 0,1 0 1 0 0,-1 1 0 0 0,1-1 0 0 0,-1 0 0 0 0,1 0-1 0 0,-1 1 1 0 0,1-1 0 0 0,0 0 0 0 0,-1 0-1 0 0,1 0 1 0 0,-1 0 0 0 0,2 1 0 0 0,-1 4 75 0 0,21 94-193 0 0,-21-95-138 0 0,1 0-55 0 0,21 38-1840 0 0,-20-38 1265 0 0,-2-4 810 0 0,-1 0 0 0 0,1 0 1 0 0,0 0-1 0 0,-1 0 0 0 0,1 0 0 0 0,-1 1 0 0 0,1-1 1 0 0,-1 0-1 0 0,1 0 0 0 0,0 0 0 0 0,-1 1 1 0 0,1-1-1 0 0,-1 0 0 0 0,1 0 0 0 0,-1 1 0 0 0,1-1 1 0 0,-1 0-1 0 0,1 1 0 0 0,-1-1 0 0 0,0 1 1 0 0,1 0-1 0 0,0-1-125 0 0,-1 1 1 0 0,1-1 0 0 0,-1 1-1 0 0,0-1 1 0 0,1 1-1 0 0,-1-1 1 0 0,1 0-1 0 0,-1 1 1 0 0,1-1 0 0 0,0 0-1 0 0,-1 1 1 0 0,1-1-1 0 0,-1 0 1 0 0,1 0 0 0 0,-1 0-1 0 0,1 1 1 0 0,0-1-1 0 0,-1 0 1 0 0,1 0-1 0 0,1 0 1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163 25 3440 0 0,'0'0'3325'0'0,"-1"-4"-2460"0"0,0 2-622 0 0,0 0 0 0 0,0 1 0 0 0,0-1 0 0 0,0 1 0 0 0,1-1 0 0 0,-1 0 0 0 0,1 0 0 0 0,-1 1 1 0 0,1-1-1 0 0,-1-2 0 0 0,-4 5 111 0 0,-16 4-44 0 0,16-4-30 0 0,-3 5-53 0 0,1 0 0 0 0,-1 0 0 0 0,1 1 0 0 0,1 0 0 0 0,-1 1 0 0 0,1 0 1 0 0,1 0-1 0 0,-1 0 0 0 0,-7 17 0 0 0,0 16 176 0 0,12-37-305 0 0,0 1-26 0 0,4 47 16 0 0,-2-47-132 0 0,1-1-35 0 0,8 11-42 0 0,-8-11-33 0 0,1-2-27 0 0,1 1 114 0 0,-1-1-1 0 0,1-1 1 0 0,0 1 0 0 0,0 0 0 0 0,0-1 0 0 0,-1 0 0 0 0,1 0 0 0 0,1 0 0 0 0,-1 0 0 0 0,0 0 0 0 0,0-1 0 0 0,0 0 0 0 0,0 0 0 0 0,0 0 0 0 0,0 0 0 0 0,0-1 0 0 0,1 0 0 0 0,-1 0 0 0 0,0 0 0 0 0,-1 0 0 0 0,1 0-1 0 0,6-4 1 0 0,-5 3-33 0 0,-3 1 110 0 0,-1 0 0 0 0,1 0 0 0 0,0 0 1 0 0,-1 0-1 0 0,1 0 0 0 0,-1-1 0 0 0,1 1 1 0 0,-1 0-1 0 0,0-1 0 0 0,3-3 0 0 0,0 1 64 0 0,0-1 0 0 0,0 0 0 0 0,0-1 0 0 0,-1 1 0 0 0,0-1 0 0 0,0 1 0 0 0,0-1 0 0 0,-1 0 0 0 0,3-8 0 0 0,-5 12-65 0 0,2-2 167 0 0,-1-3-13 0 0,-1-8 4 0 0,0-1-1 0 0,-1 1 1 0 0,-5-27 0 0 0,5 37-159 0 0,-3 1-51 0 0,1 1-23 0 0,0 0-1 0 0,-1 1 1 0 0,1-1 0 0 0,-1 1 0 0 0,0 0-1 0 0,0 0 1 0 0,0 0 0 0 0,0 0-1 0 0,-6-1 1 0 0,4 1-268 0 0,0 2 146 0 0,-1 0-1 0 0,0 1 1 0 0,1 0-1 0 0,-1 0 0 0 0,1 0 1 0 0,-1 0-1 0 0,1 1 1 0 0,-1 0-1 0 0,1 1 1 0 0,0 0-1 0 0,0 0 1 0 0,0 0-1 0 0,0 0 0 0 0,1 1 1 0 0,-1 0-1 0 0,1 0 1 0 0,0 0-1 0 0,0 1 1 0 0,-6 8-1 0 0,-14 28-2464 0 0,23-36 1566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26 3252 0 0,'0'0'5865'0'0,"2"-4"-5258"0"0,2-13-92 0 0,-3 12 2292 0 0,-3 8-2590 0 0,-3 13 159 0 0,0-1 1 0 0,-4 32-1 0 0,8-41-287 0 0,1 0-21 0 0,0 21-22 0 0,0-21-14 0 0,0 0-4 0 0,1 50-187 0 0,0-51 30 0 0,0 0-275 0 0,5 13 119 0 0,-5-13-43 0 0,8 0-516 0 0,-8-4 805 0 0,-1-1-1 0 0,0 1 0 0 0,1-1 0 0 0,-1 1 0 0 0,1-1 1 0 0,-1 0-1 0 0,0 1 0 0 0,1-1 0 0 0,-1 0 1 0 0,1 1-1 0 0,-1-1 0 0 0,1 0 0 0 0,-1 1 0 0 0,1-1 1 0 0,-1 0-1 0 0,1 0 0 0 0,-1 0 0 0 0,1 0 1 0 0,-1 1-1 0 0,1-1 0 0 0,0 0 0 0 0,-1 0 0 0 0,1 0 1 0 0,-1 0-1 0 0,1 0 0 0 0,-1 0 0 0 0,1-1 1 0 0,-1 1-1 0 0,1 0 0 0 0,0 0 0 0 0,-1 0 0 0 0,1-1 1 0 0,19-3-218 0 0,-15 3 7 0 0,0-2 28 0 0,2 0 165 0 0,10-6-142 0 0,-10 1 118 0 0,0 1 0 0 0,0-1 1 0 0,7-14-1 0 0,-2-1 381 0 0,11-33-1 0 0,-21 51-60 0 0,-1 0 38 0 0,4-17 13 0 0,-4 16 322 0 0,3-16-93 0 0,-3 18 1339 0 0,-13 25-1395 0 0,12-15-364 0 0,3 50-42 0 0,-2-51-147 0 0,0 1-68 0 0,3 14-92 0 0,-2-14-80 0 0,6 15-1493 0 0,-7-20 1677 0 0,-1 0-1 0 0,0 0 1 0 0,1 0-1 0 0,-1 0 1 0 0,1 0-1 0 0,0 0 1 0 0,-1 0-1 0 0,1 0 1 0 0,0 0-1 0 0,-1 0 1 0 0,1 0-1 0 0,0 0 1 0 0,0 0-1 0 0,0 0 0 0 0,0-1 1 0 0,0 1-1 0 0,0 0 1 0 0,0-1-1 0 0,0 1 1 0 0,0-1-1 0 0,1 1 1 0 0,16 6-1310 0 0,-14-5 570 0 0,1-4-1414 0 0,-4 1 2090 0 0,1 0 0 0 0,-1 0 0 0 0,1 0-1 0 0,0 0 1 0 0,0 0 0 0 0,-1 1 0 0 0,1-1 0 0 0,0 1 0 0 0,3-1 0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84 2336 0 0,'8'-20'1067'0'0,"-6"16"1519"0"0,-1 4-2555 0 0,-1-1 0 0 0,0 1 1 0 0,1 0-1 0 0,-1-1 0 0 0,1 1 1 0 0,-1 0-1 0 0,0-1 0 0 0,1 1 1 0 0,-1 0-1 0 0,0-1 0 0 0,1 1 1 0 0,-1-1-1 0 0,0 1 0 0 0,0 0 1 0 0,0-1-1 0 0,1 1 0 0 0,-1-1 1 0 0,0 1-1 0 0,0-1 0 0 0,0 1 1 0 0,0-1-1 0 0,0 1 0 0 0,0-2 1 0 0,0 2 95 0 0,0-1 0 0 0,0 1 1 0 0,0-1-1 0 0,0 1 0 0 0,1-1 1 0 0,-1 1-1 0 0,0-1 0 0 0,0 1 0 0 0,0-1 1 0 0,0 1-1 0 0,1-1 0 0 0,-1 1 1 0 0,0 0-1 0 0,0-1 0 0 0,1 1 1 0 0,-1-1-1 0 0,0 1 0 0 0,1 0 1 0 0,-1-1-1 0 0,0 1 0 0 0,1 0 1 0 0,-1-1-1 0 0,1 1 0 0 0,1 0-87 0 0,-1 0 0 0 0,0 0-1 0 0,0 1 1 0 0,1-1-1 0 0,-1 1 1 0 0,0-1 0 0 0,0 1-1 0 0,0-1 1 0 0,0 1 0 0 0,0 0-1 0 0,0 0 1 0 0,0-1 0 0 0,0 1-1 0 0,0 0 1 0 0,0 0 0 0 0,0 0-1 0 0,0 0 1 0 0,-1 0-1 0 0,1 0 1 0 0,0 0 0 0 0,-1 0-1 0 0,1 1 1 0 0,0 0 0 0 0,10 29 658 0 0,-10-26-668 0 0,0-1 192 0 0,1 1 1 0 0,3 17-56 0 0,-3-17-131 0 0,-1 0 112 0 0,5 16 16 0 0,-4-16-65 0 0,3 17 180 0 0,-3-17-64 0 0,-2-1-131 0 0,0-1-52 0 0,1-1-1 0 0,-1 1 1 0 0,-1 0 0 0 0,1 0-1 0 0,0-1 1 0 0,0 1-1 0 0,-1 0 1 0 0,0-1 0 0 0,1 1-1 0 0,-1 0 1 0 0,0-1-1 0 0,-2 4 1 0 0,1-3-7 0 0,-3-5-13 0 0,-12-5-3 0 0,13 5-30 0 0,-1-7-63 0 0,1 4 91 0 0,-7-30-14 0 0,10 30-5 0 0,1 1 1 0 0,-1-1-1 0 0,1 1 1 0 0,0-1-1 0 0,0 0 1 0 0,1 1 0 0 0,-1-1-1 0 0,1 1 1 0 0,0-1-1 0 0,2-5 1 0 0,-1 3 25 0 0,0 3-4 0 0,0-1 1 0 0,0 0 0 0 0,0 1 0 0 0,0-1 0 0 0,1 1 0 0 0,0 0 0 0 0,0 0 0 0 0,0 0 0 0 0,0 0 0 0 0,5-4 0 0 0,-5 5 1 0 0,4-5 62 0 0,-6 6-64 0 0,0 1-1 0 0,1-1 0 0 0,-1 1 1 0 0,0-1-1 0 0,1 1 1 0 0,-1 0-1 0 0,1 0 1 0 0,-1 0-1 0 0,1 0 1 0 0,0 0-1 0 0,-1 0 0 0 0,4-1 1 0 0,5-3 113 0 0,-1 1-21 0 0,0 0-1 0 0,0 0 1 0 0,0 1-1 0 0,0 0 1 0 0,1 0 0 0 0,10 0-1 0 0,-15 2-70 0 0,1 1 0 0 0,-1 0 0 0 0,1 0-1 0 0,-1 1 1 0 0,1-1 0 0 0,-1 1 0 0 0,0 0 0 0 0,0 1 0 0 0,1-1-1 0 0,-1 1 1 0 0,0 0 0 0 0,0 1 0 0 0,0-1 0 0 0,-1 1 0 0 0,6 4-1 0 0,38 34 216 0 0,-41-34-129 0 0,-5-6-111 0 0,-1 0 0 0 0,1 0-1 0 0,-1 1 1 0 0,1-1 0 0 0,-1 1 0 0 0,0 0 0 0 0,0-1-1 0 0,0 1 1 0 0,0 0 0 0 0,0-1 0 0 0,0 1 0 0 0,0 0-1 0 0,0 2 1 0 0,3 8 4 0 0,0-4-98 0 0,-1-1 0 0 0,-1 1 0 0 0,0 0 0 0 0,0 0 0 0 0,0 0 0 0 0,-1 0 0 0 0,0 0 0 0 0,0 0 0 0 0,-1 0 0 0 0,-1 0 0 0 0,-1 14 0 0 0,-23 42-1472 0 0,19-53 440 0 0,-1 1 0 0 0,0-1 0 0 0,-1 0 1 0 0,-12 12-1 0 0,13-15 163 0 0,4-4-1355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26 4388 0 0,'10'-26'7388'0'0,"-6"30"-6677"0"0,11 10-39 0 0,-10-4-85 0 0,5 63 783 0 0,5 124-159 0 0,-5-48-2199 0 0,-9-123 570 0 0,3 4-456 0 0,-1-19 197 0 0,-1-3-182 0 0,0 0 0 0 0,0 0 0 0 0,-1 0 0 0 0,0 11 0 0 0,8 2-4096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0 128 2652 0 0,'0'0'2149'0'0,"0"-4"-1265"0"0,2-16-165 0 0,-2 15-100 0 0,4 3-101 0 0,19-9-188 0 0,1 0 0 0 0,43-11 0 0 0,-36 12-791 0 0,75-24-4345 0 0,-78 26 1582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238 65 3624 0 0,'-38'-64'8787'0'0,"34"66"-8389"0"0,-1 2-313 0 0,-1 0 1 0 0,1 0 0 0 0,0 1 0 0 0,0 0 0 0 0,1 0 0 0 0,0 0 0 0 0,-1 1 0 0 0,2-1 0 0 0,-1 1 0 0 0,1 0-1 0 0,0 0 1 0 0,-4 10 0 0 0,-31 92 225 0 0,31-84-227 0 0,-79 285 65 0 0,84-304-217 0 0,1 0-39 0 0,-1 18-1156 0 0,9-34 1275 0 0,0 0 1 0 0,0-1 0 0 0,-1 0 0 0 0,-1 0-1 0 0,0-1 1 0 0,4-15 0 0 0,21-94 286 0 0,-18 70-189 0 0,-5 23-74 0 0,55-205 1436 0 0,-60 230-1198 0 0,14-4 35 0 0,-13 6-252 0 0,-3 2-53 0 0,0 0 0 0 0,0 0 0 0 0,0 0 0 0 0,0 0 0 0 0,1 0 0 0 0,-1 0 0 0 0,0-1 0 0 0,0 1 1 0 0,0 0-1 0 0,0 0 0 0 0,0 0 0 0 0,1 0 0 0 0,-1 0 0 0 0,0 0 0 0 0,0 0 0 0 0,0 0 0 0 0,1 0 0 0 0,-1 0 0 0 0,0 0 0 0 0,0 0 1 0 0,0 0-1 0 0,0 0 0 0 0,1 0 0 0 0,-1 0 0 0 0,0 0 0 0 0,0 0 0 0 0,0 0 0 0 0,0 0 0 0 0,1 1 0 0 0,-1-1 0 0 0,0 0 0 0 0,0 0 1 0 0,0 0-1 0 0,0 0 0 0 0,1 0 0 0 0,-1 0 0 0 0,0 0 0 0 0,0 1 0 0 0,0-1 0 0 0,0 0 0 0 0,0 0 0 0 0,0 0 0 0 0,0 0 0 0 0,0 0 1 0 0,0 1-1 0 0,1-1 0 0 0,-1 0 0 0 0,10 14 108 0 0,-1 0 0 0 0,0 1 0 0 0,-1-1 0 0 0,0 2 1 0 0,-1-1-1 0 0,-1 1 0 0 0,4 17 0 0 0,27 127 233 0 0,-26-104-284 0 0,8 30-47 0 0,26 158-4732 0 0,-44-239 3903 0 0,-2 2-115 0 0,1-4 770 0 0,-4 29-1723 0 0,3-30 1513 0 0,1 0 0 0 0,-1 0 0 0 0,0 0 0 0 0,0 0 0 0 0,0 0 0 0 0,0 0 0 0 0,0-1 0 0 0,0 1 0 0 0,-1 0 0 0 0,1-1 0 0 0,-2 2 0 0 0,-13 11-3834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39 300 2688 0 0,'-36'-33'3745'0'0,"33"30"-2347"0"0,4-1-950 0 0,3-14 14 0 0,-4 18-450 0 0,0 0 1 0 0,0-1-1 0 0,0 1 1 0 0,0 0-1 0 0,0 0 1 0 0,0-1-1 0 0,0 1 1 0 0,0 0-1 0 0,0 0 1 0 0,0-1-1 0 0,0 1 1 0 0,0 0-1 0 0,1 0 1 0 0,-1 0-1 0 0,0-1 1 0 0,0 1-1 0 0,0 0 1 0 0,0 0-1 0 0,1 0 1 0 0,-1-1-1 0 0,0 1 0 0 0,0 0 1 0 0,0 0-1 0 0,1 0 1 0 0,-1 0-1 0 0,0-1 1 0 0,0 1-1 0 0,1 0 1 0 0,-1 0-1 0 0,0 0 1 0 0,0 0-1 0 0,1 0 1 0 0,38-11 282 0 0,0 1 0 0 0,0 2 0 0 0,1 2 0 0 0,43-1 1 0 0,4-3-307 0 0,16-2-343 0 0,42-6-2370 0 0,234-57-1 0 0,-358 68 2674 0 0,32-17 0 0 0,-44 19 302 0 0,-5 4 524 0 0,-1-2-367 0 0,11-9 2651 0 0,-14 7-2815 0 0,-2-12-4 0 0,1 13 640 0 0,1 4-870 0 0,-1 0 1 0 0,1 0-1 0 0,0 1 0 0 0,-1-1 0 0 0,1 0 0 0 0,0 1 0 0 0,-1-1 0 0 0,1 0 0 0 0,0 1 0 0 0,0-1 0 0 0,-1 0 1 0 0,1 1-1 0 0,0-1 0 0 0,0 1 0 0 0,0-1 0 0 0,0 1 0 0 0,0-1 0 0 0,-1 0 0 0 0,1 1 0 0 0,0-1 0 0 0,0 1 1 0 0,0-1-1 0 0,0 1 0 0 0,0-1 0 0 0,1 1 0 0 0,-1 0 0 0 0,0-1 0 0 0,0 1 0 0 0,0-1 0 0 0,0 0 1 0 0,0 1-1 0 0,0-1 0 0 0,0 1 0 0 0,0-1 0 0 0,0 1 0 0 0,-1-1 0 0 0,1 0 1 0 0,0 1-1 0 0,0-1 0 0 0,0 1 0 0 0,0-1 0 0 0,-1 0 0 0 0,1 1 0 0 0,0-1 0 0 0,0 1 1 0 0,-1-1-1 0 0,1 0 0 0 0,0 1 0 0 0,0-1 0 0 0,-1 0 0 0 0,0 1 0 0 0,0 5 179 0 0,-13 124 728 0 0,11-80-746 0 0,1 3-79 0 0,1-48-67 0 0,2 0-22 0 0,0 24-19 0 0,0-24 29 0 0,1 15-11 0 0,-2-16-35 0 0,8 2-330 0 0,-7-5 354 0 0,-1-1 0 0 0,0 0 0 0 0,0 1 0 0 0,1-1 0 0 0,-1 1 0 0 0,0-1 0 0 0,0 0 0 0 0,1 1 0 0 0,-1-1 0 0 0,1 0 0 0 0,-1 1 0 0 0,0-1 0 0 0,1 0 1 0 0,-1 0-1 0 0,1 1 0 0 0,-1-1 0 0 0,1 0 0 0 0,-1 0 0 0 0,0 0 0 0 0,1 0 0 0 0,-1 1 0 0 0,1-1 0 0 0,-1 0 0 0 0,1 0 0 0 0,-1 0 0 0 0,1 0 0 0 0,-1 0 0 0 0,1 0 0 0 0,-1 0 0 0 0,1 0 0 0 0,-1-1 0 0 0,1 1 0 0 0,-1 0 0 0 0,1 0 0 0 0,0-1 0 0 0,10-7-40 0 0,0 0 1 0 0,0-1-1 0 0,-1-1 0 0 0,14-15 1 0 0,-22 22 38 0 0,1-1 39 0 0,-1 1-32 0 0,2-4 105 0 0,0 0 0 0 0,1 0 0 0 0,-1 1 0 0 0,2 0-1 0 0,-1-1 1 0 0,7-5 0 0 0,-10 16 16 0 0,7 11-1 0 0,-7-11-1 0 0,-1 1-16 0 0,3 15-21 0 0,-2-15-21 0 0,-1 0-14 0 0,10 48 46 0 0,-9-48-100 0 0,6 18-131 0 0,-5-20 75 0 0,-2-2 47 0 0,-1 0 1 0 0,1 0 0 0 0,0 0-1 0 0,0 0 1 0 0,0 0 0 0 0,0-1-1 0 0,0 1 1 0 0,0 0 0 0 0,0-1-1 0 0,1 1 1 0 0,-1-1 0 0 0,0 1-1 0 0,0-1 1 0 0,0 1 0 0 0,0-1-1 0 0,1 0 1 0 0,-1 0 0 0 0,0 0-1 0 0,0 0 1 0 0,1 1 0 0 0,-1-2-1 0 0,0 1 1 0 0,0 0 0 0 0,2 0-1 0 0,14-1 76 0 0,-14-2-82 0 0,48-78-543 0 0,-47 74 550 0 0,0 0 0 0 0,0 0 0 0 0,1 1 0 0 0,7-9-1 0 0,-9 12 41 0 0,3-4 11 0 0,-5 7-16 0 0,-1-1-1 0 0,0 1 1 0 0,0-1 0 0 0,0 1 0 0 0,0 0 0 0 0,0-1 0 0 0,1 1 0 0 0,-1-1 0 0 0,0 1 0 0 0,0 0 0 0 0,1-1 0 0 0,-1 1 0 0 0,0 0 0 0 0,0-1 0 0 0,1 1-1 0 0,-1 0 1 0 0,0-1 0 0 0,1 1 0 0 0,-1 0 0 0 0,1 0 0 0 0,-1-1 0 0 0,0 1 0 0 0,1 0 0 0 0,-1 0 0 0 0,1 0 0 0 0,-1 0 0 0 0,0 0 0 0 0,1-1-1 0 0,-1 1 1 0 0,1 0 0 0 0,-1 0 0 0 0,1 0 0 0 0,-1 0 0 0 0,1 0 0 0 0,-1 0 0 0 0,0 1 0 0 0,2-1 0 0 0,1 1-17 0 0,-1-1 19 0 0,-1 0-1 0 0,1 1 0 0 0,0 0 1 0 0,0-1-1 0 0,0 1 1 0 0,-1 0-1 0 0,1 0 0 0 0,0 0 1 0 0,-1 0-1 0 0,1 0 1 0 0,-1 0-1 0 0,1 0 0 0 0,-1 1 1 0 0,0-1-1 0 0,1 0 0 0 0,-1 1 1 0 0,0-1-1 0 0,0 1 1 0 0,0 0-1 0 0,0-1 0 0 0,0 1 1 0 0,-1 0-1 0 0,1 0 0 0 0,1 2 1 0 0,27 67-409 0 0,-27-67 153 0 0,0 0-46 0 0,6 11-47 0 0,-6-11-72 0 0,1-1-614 0 0,-1-1 849 0 0,22 13-1923 0 0,-22-15 1691 0 0,0 1 1 0 0,0-1-1 0 0,0 0 1 0 0,0 1-1 0 0,1-1 1 0 0,-1 0-1 0 0,0 0 1 0 0,0-1-1 0 0,0 1 1 0 0,3-1-1 0 0,24-6-3098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115 1 1956 0 0,'0'0'4643'0'0,"-5"1"-4147"0"0,0 0-302 0 0,0 1 0 0 0,0-1 1 0 0,1 1-1 0 0,-1 1 1 0 0,1-1-1 0 0,-1 1 0 0 0,1-1 1 0 0,0 1-1 0 0,0 0 1 0 0,0 1-1 0 0,1-1 0 0 0,-1 1 1 0 0,1-1-1 0 0,-1 1 1 0 0,-4 8-1 0 0,-24 56 962 0 0,30-63-1039 0 0,2 0-34 0 0,-4 18-36 0 0,3-17-63 0 0,2-1-42 0 0,3 14-46 0 0,-4-14-68 0 0,1-4 160 0 0,-1-1 0 0 0,1 0 1 0 0,-1 0-1 0 0,1 0 0 0 0,-1 1 1 0 0,1-1-1 0 0,-1 0 0 0 0,1 0 1 0 0,-1 1-1 0 0,0-1 1 0 0,1 0-1 0 0,-1 1 0 0 0,0-1 1 0 0,1 1-1 0 0,-1-1 0 0 0,0 0 1 0 0,1 1-1 0 0,-1-1 0 0 0,0 1 1 0 0,0-1-1 0 0,0 1 0 0 0,1-1 1 0 0,-1 1-1 0 0,0-1 0 0 0,0 1 1 0 0,0 0-1 0 0,0 0-3 0 0,0-1 1 0 0,0 1-1 0 0,0-1 1 0 0,1 1-1 0 0,-1-1 0 0 0,0 1 1 0 0,0-1-1 0 0,0 1 0 0 0,1-1 1 0 0,-1 0-1 0 0,0 1 0 0 0,0-1 1 0 0,1 1-1 0 0,-1-1 0 0 0,0 0 1 0 0,1 1-1 0 0,-1-1 0 0 0,1 0 1 0 0,-1 1-1 0 0,0-1 1 0 0,1 0-1 0 0,-1 1 0 0 0,1-1 1 0 0,-1 0-1 0 0,1 0 0 0 0,0 1 1 0 0,0-1-28 0 0,1 0-1 0 0,-1 0 1 0 0,1 1 0 0 0,-1-1 0 0 0,1 0 0 0 0,-1 1 0 0 0,1-1 0 0 0,-1 1 0 0 0,1 0-1 0 0,-1 0 1 0 0,3 1 0 0 0,-1 0-50 0 0,2 0-196 0 0,0-1 3 0 0,17 2 40 0 0,-16-2 59 0 0,0-1 33 0 0,49-11 11 0 0,-50 9 261 0 0,-1-1 60 0 0,0 1-65 0 0,-1 0 1 0 0,1-1 0 0 0,-1 1-1 0 0,0-1 1 0 0,0 0-1 0 0,0 0 1 0 0,-1 0 0 0 0,1 0-1 0 0,-1 0 1 0 0,1 0-1 0 0,-1-1 1 0 0,0 0 0 0 0,-1 1-1 0 0,1-1 1 0 0,0 0-1 0 0,1-5 1 0 0,0-50 1034 0 0,-4 53-951 0 0,-1 1 7 0 0,-3-16-43 0 0,3 16-68 0 0,1 4-71 0 0,-1-1 0 0 0,0 1 0 0 0,1-1 0 0 0,0 1 0 0 0,-1-1 0 0 0,1 1 0 0 0,0-1 0 0 0,0 0 0 0 0,-1-2 0 0 0,-1 1 71 0 0,-1 1-18 0 0,-11-3-10 0 0,11 3-34 0 0,-1 3-88 0 0,-4 1-223 0 0,1 0 1 0 0,-1 1 0 0 0,1 0 0 0 0,-1 1 0 0 0,1-1 0 0 0,0 2 0 0 0,0-1 0 0 0,-11 10 0 0 0,16-12-562 0 0,2-2 785 0 0,1 0-1 0 0,0 1 1 0 0,-1-1-1 0 0,1 0 1 0 0,-1 0-1 0 0,1 0 1 0 0,0 1-1 0 0,-1-1 1 0 0,1 0-1 0 0,0 1 1 0 0,-1-1-1 0 0,1 0 1 0 0,0 1-1 0 0,0-1 1 0 0,-1 1-1 0 0,1-1 1 0 0,0 0-1 0 0,0 1 1 0 0,0-1-1 0 0,0 1 1 0 0,-1-1-1 0 0,1 0 1 0 0,0 1-1 0 0,0-1 1 0 0,0 2-1 0 0,-3 7-922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35 3872 0 0,'0'0'1506'0'0,"2"-3"-237"0"0,-2 3-1269 0 0,4-10 4481 0 0,-22 15-3597 0 0,9 18-414 0 0,9-19-380 0 0,-2 47 123 0 0,3-46-143 0 0,0 0-45 0 0,5 16-23 0 0,-5-17-40 0 0,0-1 0 0 0,1 1 0 0 0,-1-1 0 0 0,1 0 0 0 0,0 1-1 0 0,0-1 1 0 0,0 0 0 0 0,1 0 0 0 0,-1 0 0 0 0,1-1 0 0 0,4 5 0 0 0,-5-5 2 0 0,1 0-175 0 0,1 0 5 0 0,15 3 12 0 0,-14-4 7 0 0,1-1-191 0 0,21 0 207 0 0,-20 0 5 0 0,-2-1 46 0 0,2-2 122 0 0,0 1-1 0 0,-1-1 1 0 0,1 0-1 0 0,-1-1 0 0 0,0 0 1 0 0,0 0-1 0 0,0 0 1 0 0,0 0-1 0 0,8-10 0 0 0,-6 4 169 0 0,-1 0 0 0 0,-1-1-1 0 0,1 0 1 0 0,-1 0-1 0 0,-1 0 1 0 0,6-18 0 0 0,-10 25 109 0 0,4-16 244 0 0,-3 15-425 0 0,0 0 1348 0 0,-3 1-1185 0 0,-4-9-3 0 0,-4 16 215 0 0,6 0-422 0 0,1 0 1 0 0,0 1-1 0 0,-1-1 1 0 0,1 1-1 0 0,0-1 0 0 0,1 1 1 0 0,-1 0-1 0 0,-1 4 1 0 0,-14 65-124 0 0,17-68-108 0 0,0 0-64 0 0,0 17-71 0 0,0-16-100 0 0,1-2-61 0 0,1 0 190 0 0,0 0 0 0 0,0-1 1 0 0,1 1-1 0 0,-1-1 1 0 0,1 1-1 0 0,0-1 1 0 0,0 0-1 0 0,5 4 0 0 0,-4-4-471 0 0,-3-2 636 0 0,1 0 0 0 0,0 0 0 0 0,-1-1 0 0 0,1 1 0 0 0,0-1 0 0 0,-1 1 0 0 0,1-1 0 0 0,0 0 0 0 0,0 1 0 0 0,0-1 0 0 0,-1 0 0 0 0,4 0 0 0 0,-3 0-106 0 0,4 1-623 0 0,1-1 515 0 0,0 0 0 0 0,1-1 0 0 0,-1 1 0 0 0,0-2 0 0 0,0 1 0 0 0,0-1 0 0 0,1 0 0 0 0,-2 0 0 0 0,1-1 0 0 0,0 0 0 0 0,0 0 0 0 0,6-5 0 0 0,28-31 186 0 0,10-29 3321 0 0,-49 64-2638 0 0,-2 3-419 0 0,1-1-1 0 0,-1 0 1 0 0,1 1-1 0 0,-1-1 1 0 0,1 1 0 0 0,0-1-1 0 0,0 1 1 0 0,0-1-1 0 0,0 1 1 0 0,0 0-1 0 0,0 0 1 0 0,0-1-1 0 0,0 1 1 0 0,0 0-1 0 0,2-1 1 0 0,8-12 1536 0 0,-11 14-1638 0 0,0 0 1 0 0,0 1-1 0 0,0-1 0 0 0,0 0 0 0 0,0 0 1 0 0,0 1-1 0 0,0-1 0 0 0,0 0 0 0 0,0 1 1 0 0,0-1-1 0 0,0 0 0 0 0,1 0 1 0 0,-1 1-1 0 0,0-1 0 0 0,0 0 0 0 0,0 1 1 0 0,0-1-1 0 0,0 0 0 0 0,1 0 0 0 0,-1 1 1 0 0,0-1-1 0 0,0 0 0 0 0,1 0 1 0 0,-1 0-1 0 0,0 1 0 0 0,0-1 0 0 0,1 0 1 0 0,-1 0-1 0 0,0 0 0 0 0,0 0 1 0 0,1 0-1 0 0,-1 1 0 0 0,1-1 22 0 0,-1 0 0 0 0,1 0 0 0 0,0 1 0 0 0,-1-1 0 0 0,1 0-1 0 0,-1 1 1 0 0,1-1 0 0 0,-1 1 0 0 0,1-1 0 0 0,-1 1 0 0 0,0-1 0 0 0,1 1 0 0 0,-1-1 0 0 0,1 1 0 0 0,-1-1-1 0 0,0 1 1 0 0,0 0 0 0 0,1-1 0 0 0,-1 1 0 0 0,0-1 0 0 0,0 1 0 0 0,0 0 0 0 0,1-1 0 0 0,-1 1 0 0 0,0 0-1 0 0,0-1 1 0 0,0 1 0 0 0,0 0 0 0 0,2 22 192 0 0,-2-17-21 0 0,0 0-38 0 0,-1 18-21 0 0,1-18-28 0 0,-1 0-26 0 0,0 17-30 0 0,1-18-18 0 0,-1 0 1 0 0,-1 12-2 0 0,1-13 25 0 0,1 1-42 0 0,-2 12-3 0 0,1-12-10 0 0,0-9-254 0 0,-4-13 255 0 0,5 16-13 0 0,-1-1 0 0 0,1 0-1 0 0,0 1 1 0 0,-1-1 0 0 0,1 0 0 0 0,0 1 0 0 0,0-1-1 0 0,0 0 1 0 0,0 1 0 0 0,0-1 0 0 0,1 0 0 0 0,-1 1-1 0 0,0-1 1 0 0,1 0 0 0 0,1-2 0 0 0,-1-1-6 0 0,0-2 23 0 0,0 1-1 0 0,1-1 0 0 0,-1 1 1 0 0,1-1-1 0 0,1 1 1 0 0,-1-1-1 0 0,1 1 0 0 0,0 0 1 0 0,0 0-1 0 0,1 1 0 0 0,0-1 1 0 0,0 1-1 0 0,0-1 1 0 0,0 1-1 0 0,1 0 0 0 0,0 1 1 0 0,0-1-1 0 0,1 1 0 0 0,-1 0 1 0 0,8-4-1 0 0,-8 6-7 0 0,-1-1-1 0 0,1 1 1 0 0,0 1-1 0 0,0-1 1 0 0,0 1-1 0 0,0 0 1 0 0,0 0 0 0 0,0 0-1 0 0,7 0 1 0 0,-7 1-4 0 0,-1 0 11 0 0,1 0-1 0 0,0 0 1 0 0,-1 0 0 0 0,1 1 0 0 0,-1 0 0 0 0,0 0-1 0 0,1 0 1 0 0,-1 0 0 0 0,0 1 0 0 0,8 3-1 0 0,-8-3-19 0 0,2 1 73 0 0,0 0-1 0 0,0 0 1 0 0,-1 1-1 0 0,1 0 0 0 0,-1 0 1 0 0,1 0-1 0 0,8 10 1 0 0,-12-11-48 0 0,3 2-4 0 0,-1 0 1 0 0,0 0-1 0 0,-1 0 1 0 0,1 1-1 0 0,-1-1 1 0 0,0 1-1 0 0,2 7 0 0 0,-2-7 11 0 0,-2-2-82 0 0,1 0 0 0 0,-1 0 0 0 0,0 0 0 0 0,0-1 0 0 0,-1 1 0 0 0,1 0 0 0 0,-1 0 0 0 0,1 0 0 0 0,-1 0-1 0 0,-1 0 1 0 0,1 0 0 0 0,0 0 0 0 0,-1 0 0 0 0,-2 7 0 0 0,-1 0-548 0 0,0-2-1 0 0,-1 1 1 0 0,-10 16 0 0 0,6-10-606 0 0,-3-1-861 0 0,11-15 1901 0 0,1 0-1 0 0,-1 1 1 0 0,1-1-1 0 0,0 0 1 0 0,-1 1-1 0 0,1-1 0 0 0,-1 1 1 0 0,1-1-1 0 0,0 1 1 0 0,-1-1-1 0 0,1 0 1 0 0,0 1-1 0 0,0 0 0 0 0,-1-1 1 0 0,1 1-1 0 0,0-1 1 0 0,0 1-1 0 0,0-1 0 0 0,0 1 1 0 0,0-1-1 0 0,0 2 1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22 4772 0 0,'2'-4'1437'0'0,"10"-13"5008"0"0,-9 20-5796 0 0,-1-1-545 0 0,0 0-1 0 0,0 0 0 0 0,-1 0 0 0 0,1 1 1 0 0,0-1-1 0 0,-1 1 0 0 0,0-1 1 0 0,1 1-1 0 0,-1 0 0 0 0,0-1 1 0 0,0 1-1 0 0,-1 0 0 0 0,1 0 1 0 0,0 0-1 0 0,-1-1 0 0 0,0 1 0 0 0,0 0 1 0 0,0 4-1 0 0,7 73 608 0 0,23 290-3901 0 0,-23-327-315 0 0,-3-13-1417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9 220 2660 0 0,'-7'-22'1412'0'0,"5"18"-270"0"0,3 2-1028 0 0,0 0 0 0 0,-1 1 0 0 0,1-1 0 0 0,0 0 0 0 0,0 0 0 0 0,0 1 0 0 0,0-1 0 0 0,0 1 0 0 0,0-1 0 0 0,1 1 0 0 0,-1-1 0 0 0,0 1 0 0 0,1 0 0 0 0,-1 0 0 0 0,1 0 0 0 0,0 0 0 0 0,-1 0 0 0 0,1 0 0 0 0,3-1 0 0 0,36-16 435 0 0,17-1-375 0 0,103-18 1 0 0,65 6-867 0 0,-125 18-79 0 0,157-22-3058 0 0,-174 24 769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444 747 1932 0 0,'0'0'10052'0'0,"1"-5"-9756"0"0,1-3-72 0 0,-1 0-1 0 0,-1-1 1 0 0,0 1-1 0 0,0 0 0 0 0,0-1 1 0 0,-3-14-1 0 0,-14-58 129 0 0,10 53-275 0 0,-21-90 482 0 0,27 114-420 0 0,-4-20-123 0 0,4 20 10 0 0,5 2-674 0 0,13-3 623 0 0,-13 4-10 0 0,1-1-38 0 0,15-3 22 0 0,-15 3-9 0 0,0 1 2 0 0,16-4 6 0 0,-16 3 5 0 0,1 1-3 0 0,17-3 1 0 0,-17 3 4 0 0,0-1 2 0 0,20-3-27 0 0,-20 3-4 0 0,0 1-4 0 0,48-8-208 0 0,-49 8 199 0 0,2 0-8 0 0,19-3 5 0 0,-19 2 35 0 0,-1 1 93 0 0,50-7-310 0 0,-52 8 186 0 0,3-1 4 0 0,18-2 16 0 0,-18 2 6 0 0,-1 0 9 0 0,17-1 18 0 0,-17 1 28 0 0,0 1-82 0 0,18-1 47 0 0,-18 1 5 0 0,-1 0-12 0 0,16 0 58 0 0,-15 0-25 0 0,-1 0-41 0 0,19 1 47 0 0,-18-1 0 0 0,-1 1-8 0 0,16 1 32 0 0,-16-1 66 0 0,0-1-30 0 0,13 2 54 0 0,-13-1 54 0 0,2-1-239 0 0,21 0 134 0 0,-21 0 21 0 0,-1 0-1 0 0,64 2 213 0 0,242-13 584 0 0,-72 2-668 0 0,205-2-156 0 0,221-3-492 0 0,-592 16 262 0 0,-22-2 56 0 0,-1-2 9 0 0,254-9-445 0 0,-288 11 543 0 0,-13 0 12 0 0,57-8-57 0 0,334-42 94 0 0,666-51-593 0 0,-951 93 560 0 0,494-27-104 0 0,14-2-10 0 0,-508 27 27 0 0,-84 6 59 0 0,1 1-1 0 0,31 2 0 0 0,-24 0 11 0 0,71-4 2 0 0,71-6 23 0 0,-126 7-38 0 0,-2 4 21 0 0,-30 0 11 0 0,62-4-19 0 0,-19 1 38 0 0,-7 3-27 0 0,553-2 172 0 0,-295 6-153 0 0,175 7 113 0 0,-424-8-80 0 0,1374 94-4 0 0,-472-13-5 0 0,127-22-595 0 0,-982-56 558 0 0,107 10-80 0 0,-158-11 76 0 0,-54-4 4 0 0,2-1-5 0 0,26 1-1 0 0,155 13 175 0 0,-182-13-130 0 0,22 0 10 0 0,-23 0-34 0 0,2-1-4 0 0,17 2-7 0 0,23 4-37 0 0,77 3-127 0 0,-124-9 163 0 0,175 4-23 0 0,-146-4-2 0 0,36 3 56 0 0,-59-3-5 0 0,-1 0 24 0 0,150-3-171 0 0,-149 3 109 0 0,0 0-9 0 0,18 1 35 0 0,-18 0-13 0 0,-1-1-8 0 0,15 4 17 0 0,-15-4 14 0 0,1 1 25 0 0,0 0 0 0 0,-1 0 0 0 0,1 1 0 0 0,0-1 0 0 0,-1 1 0 0 0,8 4 0 0 0,-9-5 457 0 0,-5 3-487 0 0,-3 13-2 0 0,4-13 34 0 0,-11 17 25 0 0,7 2-72 0 0,3-18 10 0 0,0 0 28 0 0,-1 47 529 0 0,3 1 1 0 0,9 73-1 0 0,1-2 175 0 0,0 90 9 0 0,16 270 333 0 0,-21-412-974 0 0,34 394 428 0 0,31-4-365 0 0,-47-330-92 0 0,8 168-1 0 0,-24 136 82 0 0,-9 117-33 0 0,4-231-182 0 0,60 439 0 0 0,30 379 298 0 0,-85 71-127 0 0,-19-949-32 0 0,-12 395 127 0 0,32-2-35 0 0,146 1541 317 0 0,-109-1394-111 0 0,7 96 205 0 0,10-307-279 0 0,58 129-233 0 0,-110-658-68 0 0,-10-57-35 0 0,-1 1 15 0 0,3 19 19 0 0,-3-19-6 0 0,1 0-28 0 0,3 14 7 0 0,-3-15-5 0 0,-1 0 16 0 0,4 12 13 0 0,-3-12-4 0 0,-1 0 1 0 0,0 14-7 0 0,0-14-15 0 0,0 1 57 0 0,0 18 64 0 0,0-18-100 0 0,-1-1-49 0 0,-1 16 38 0 0,1-16-4 0 0,0-1 7 0 0,-2 13 7 0 0,1-8-9 0 0,-3 10 18 0 0,-15 78 434 0 0,-8 108 0 0 0,20-139-386 0 0,1 25 88 0 0,6-81-142 0 0,-9 126 77 0 0,10-93-66 0 0,-4 32 61 0 0,3 18-94 0 0,1-87 6 0 0,0 0-4 0 0,1 22 0 0 0,-1-21 2 0 0,1-2-3 0 0,0 17-26 0 0,-1-17-20 0 0,0 0-72 0 0,0 15 93 0 0,0-15 22 0 0,-1-1-170 0 0,-1 18-236 0 0,0-23 420 0 0,1 0-1 0 0,0 0 0 0 0,0 1 1 0 0,0-1-1 0 0,0 0 0 0 0,-1 1 1 0 0,1-1-1 0 0,0 1 0 0 0,-1-1 1 0 0,1 1-1 0 0,0 0 0 0 0,-3-1 1 0 0,1 1-4 0 0,-2-2-15 0 0,2 0-87 0 0,-64-29-373 0 0,62 30 431 0 0,0-1-63 0 0,-68-13-139 0 0,-1 3 1 0 0,-86-3-1 0 0,155 15 181 0 0,-3-1 5 0 0,-21-1-2 0 0,22 1-5 0 0,-1 1 36 0 0,-22-1-63 0 0,23 1-6 0 0,0 0 14 0 0,-21 0 9 0 0,21 0 14 0 0,0 0 1 0 0,-18 0 1 0 0,18 0 34 0 0,2 0 3 0 0,-19 0 2 0 0,18 0-10 0 0,1 0-2 0 0,-19 0-2 0 0,19 0 14 0 0,-2 0 10 0 0,-58 1-95 0 0,-327 1-345 0 0,-504-5 123 0 0,94 32 97 0 0,190 17-206 0 0,404-30 300 0 0,-508 10-887 0 0,259-14 225 0 0,-93 22 513 0 0,280-15 211 0 0,-198 25 200 0 0,133-10-5 0 0,235-25-118 0 0,-698 54 15 0 0,685-57 1 0 0,-308 16-25 0 0,-296-19-50 0 0,386 2 65 0 0,-314 14 247 0 0,0-1-422 0 0,-277-48 397 0 0,679 6-214 0 0,-518-40 389 0 0,351 30-326 0 0,103 7 195 0 0,151 16-76 0 0,107 8-167 0 0,-1-2 17 0 0,-82-7-34 0 0,-45-4 74 0 0,106 9-24 0 0,14 4-118 0 0,-109-10 260 0 0,161 12-147 0 0,-1 1 16 0 0,-19-3 1 0 0,19 3-11 0 0,2-1-43 0 0,-15-1 42 0 0,14 2 71 0 0,1-1-67 0 0,-15-1-16 0 0,14 1 81 0 0,0 1-104 0 0,-26-4 133 0 0,-7-1-29 0 0,-40 1 1 0 0,57 0 34 0 0,16 3 149 0 0,1 0-255 0 0,-15-3 9 0 0,14 3 221 0 0,5 0-282 0 0,0 1 0 0 0,0 0 0 0 0,0-1 0 0 0,0 1 0 0 0,0 0 0 0 0,0-1 0 0 0,0 1 0 0 0,0 0 0 0 0,0-1 0 0 0,0 1 0 0 0,0 0 0 0 0,0-1 0 0 0,-1 1 0 0 0,1 0 0 0 0,0 0 0 0 0,0-1 0 0 0,0 1 0 0 0,-1 0 0 0 0,1 0 0 0 0,0-1 0 0 0,0 1 0 0 0,-1 0 0 0 0,1 0 0 0 0,0 0 0 0 0,0-1 1 0 0,-1 1-1 0 0,1 0 0 0 0,0 0 0 0 0,-1 0 0 0 0,1 0 0 0 0,-1-1 5 0 0,0 1 1 0 0,0-1 0 0 0,1 1-1 0 0,-1-1 1 0 0,0 1 0 0 0,1-1-1 0 0,-1 1 1 0 0,0-1-1 0 0,1 0 1 0 0,-1 1 0 0 0,1-1-1 0 0,-1 0 1 0 0,1 1 0 0 0,-1-1-1 0 0,1 0 1 0 0,0 0-1 0 0,-1 0 1 0 0,1 1 0 0 0,0-1-1 0 0,-1-1 1 0 0,-5-18-2 0 0,5 15-37 0 0,0 0-193 0 0,-2-18-16 0 0,2 17-77 0 0,1-1-172 0 0,1-18-1268 0 0,1 0 1 0 0,1 0-1 0 0,1 0 1 0 0,1 0 0 0 0,15-40-1 0 0,-5 26-4133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624 1 2292 0 0,'0'0'8449'0'0,"4"2"-8074"0"0,16 6 283 0 0,-19-6-603 0 0,0-1-1 0 0,0 1 1 0 0,-1 0-1 0 0,1 0 0 0 0,0 0 1 0 0,-1 0-1 0 0,0 0 1 0 0,1-1-1 0 0,-1 5 0 0 0,1-2 192 0 0,0 2-24 0 0,12 127 787 0 0,-15-37-777 0 0,-3 41 115 0 0,-31 178 0 0 0,28-256-221 0 0,-92 620 900 0 0,16-17-650 0 0,45-335-242 0 0,-36 365 17 0 0,68-619-123 0 0,-62 762 215 0 0,26-279-300 0 0,-8 282 67 0 0,17-220 106 0 0,-35 502 0 0 0,50-214 511 0 0,16-543-371 0 0,-9 559 541 0 0,4-460-514 0 0,4 846 224 0 0,25-67 296 0 0,-12-602-118 0 0,-7-376-622 0 0,16 379 16 0 0,-6-480-116 0 0,-2-66 150 0 0,10 73-166 0 0,-20-164 49 0 0,1 1-1 0 0,9 93-25 0 0,-8-78 18 0 0,-1-16-1 0 0,-1-1 1 0 0,0 49 81 0 0,0-47-90 0 0,0 0-28 0 0,-1 17 62 0 0,0-17 1 0 0,1-1 2 0 0,-3 47 190 0 0,3-47-144 0 0,-1 2 22 0 0,-7 127 536 0 0,5-113-550 0 0,3-16-17 0 0,0 1 8 0 0,0 21-7 0 0,0-21-6 0 0,0 1-4 0 0,2 116 546 0 0,4 56 345 0 0,-3-143-895 0 0,-2-31 17 0 0,-1 1 24 0 0,3 18-9 0 0,-3-18-12 0 0,1 0-11 0 0,3 16 7 0 0,-3-17-5 0 0,-1 1-11 0 0,2 15-11 0 0,-1-15 13 0 0,0-2 51 0 0,1 14-106 0 0,-1-14-50 0 0,-1 1-175 0 0,2 9 411 0 0,-6-51-24568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145 224 2280 0 0,'-6'1'1554'0'0,"-77"18"4342"0"0,78-18-4626 0 0,4-1-1231 0 0,-1 0 1 0 0,1 0-1 0 0,-1 0 1 0 0,1 0 0 0 0,-1 0-1 0 0,1 0 1 0 0,0 0-1 0 0,-1 1 1 0 0,1-1-1 0 0,-1 0 1 0 0,1 1 0 0 0,-2 0-1 0 0,0 0 50 0 0,-2 0 685 0 0,-14 6-499 0 0,15-6 1850 0 0,6 0-2108 0 0,0-1-1 0 0,-1 1 0 0 0,1 0 1 0 0,0-1-1 0 0,-1 1 1 0 0,1 0-1 0 0,-1 0 0 0 0,1 0 1 0 0,-1 0-1 0 0,2 2 0 0 0,1-1 64 0 0,3-2 14 0 0,207-17 259 0 0,-165 11-447 0 0,39-1 89 0 0,-83 6-81 0 0,2 1 40 0 0,21-1-31 0 0,-21 1-5 0 0,-1-1 41 0 0,236-16-222 0 0,280-46 146 0 0,-137 13 105 0 0,366-17-116 0 0,-281 53 18 0 0,-180 9 238 0 0,346-9-123 0 0,-259 13-3 0 0,49-2 151 0 0,-27 0-23 0 0,-104 3 110 0 0,44 3-193 0 0,-80 1 28 0 0,65-4 124 0 0,701 5 520 0 0,38 10-452 0 0,-821-11-210 0 0,240 8-80 0 0,-164 0-84 0 0,255 13 172 0 0,732 43-113 0 0,-144-73 13 0 0,-1125 3 66 0 0,72-4 64 0 0,-3 1-81 0 0,-34 1 15 0 0,-20 1-8 0 0,98-3 49 0 0,-142 6-99 0 0,20-2 17 0 0,-21 2-46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337 111 4368 0 0,'0'0'5764'0'0,"-1"4"-5553"0"0,0 0-100 0 0,-1 0-1 0 0,1 0 1 0 0,-1 0 0 0 0,0 0 0 0 0,-1-1-1 0 0,1 1 1 0 0,-1-1 0 0 0,1 1-1 0 0,-1-1 1 0 0,0 0 0 0 0,0 0 0 0 0,0 0-1 0 0,-1-1 1 0 0,-6 5 0 0 0,-2 1 319 0 0,0-1 0 0 0,0-1 0 0 0,-15 5 0 0 0,22-9 63 0 0,-1-1-284 0 0,-14 0-71 0 0,14-1 23 0 0,-16-10 267 0 0,21 9-416 0 0,1-1-1 0 0,-1 1 0 0 0,0 0 1 0 0,1-1-1 0 0,-1 1 0 0 0,0 0 0 0 0,0 0 1 0 0,0-1-1 0 0,0 1 0 0 0,0 0 1 0 0,0 0-1 0 0,-2-1 0 0 0,3 1 2 0 0,-3-2-5 0 0,2-2 44 0 0,-4-13-14 0 0,4 13-44 0 0,2-1 58 0 0,-1-1-22 0 0,1-1 1 0 0,1 1-1 0 0,0 0 0 0 0,0 0 0 0 0,0 0 0 0 0,1 0 0 0 0,-1 0 0 0 0,2 1 0 0 0,-1-1 0 0 0,8-9 0 0 0,-6 10-10 0 0,-1 1-1 0 0,1 0 1 0 0,0 0-1 0 0,1 0 1 0 0,-1 1-1 0 0,1 0 1 0 0,0 0-1 0 0,10-5 1 0 0,-12 7-16 0 0,0 1 0 0 0,1 0 0 0 0,-1 0 1 0 0,1 0-1 0 0,0 0 0 0 0,-1 1 1 0 0,1 0-1 0 0,-1 0 0 0 0,1 0 0 0 0,0 0 1 0 0,-1 1-1 0 0,1-1 0 0 0,-1 1 1 0 0,1 0-1 0 0,-1 1 0 0 0,1-1 1 0 0,6 4-1 0 0,-2 0-5 0 0,1 1 1 0 0,-1 0 0 0 0,0 0-1 0 0,-1 0 1 0 0,1 1 0 0 0,-1 1-1 0 0,-1-1 1 0 0,0 1-1 0 0,0 1 1 0 0,0-1 0 0 0,-1 1-1 0 0,0 0 1 0 0,-1 0 0 0 0,0 1-1 0 0,0 0 1 0 0,-1 0-1 0 0,0 0 1 0 0,-1 0 0 0 0,0 1-1 0 0,-1-1 1 0 0,0 1 0 0 0,1 19-1 0 0,-2-15-4 0 0,-1 0-1 0 0,0 0 1 0 0,-1 0 0 0 0,-1 0-1 0 0,0 0 1 0 0,-1 0 0 0 0,0-1-1 0 0,-1 1 1 0 0,-1-1-1 0 0,0 0 1 0 0,-1 0 0 0 0,-1 0-1 0 0,0-1 1 0 0,-1 0 0 0 0,0-1-1 0 0,-15 18 1 0 0,16-22 4 0 0,0-1-1 0 0,0 0 1 0 0,-1 0 0 0 0,1 0-1 0 0,-1-1 1 0 0,-1 0 0 0 0,1-1 0 0 0,-1 0-1 0 0,-13 5 1 0 0,8-5-135 0 0,0-1 1 0 0,0 0-1 0 0,-1-1 0 0 0,0-1 0 0 0,-27 1 0 0 0,33-4 25 0 0,0-2 0 0 0,0 1 0 0 0,0-1-1 0 0,1-1 1 0 0,0 1 0 0 0,-1-1-1 0 0,1-1 1 0 0,1 0 0 0 0,-1 0-1 0 0,1 0 1 0 0,0-1 0 0 0,-11-11 0 0 0,-20-32-207 0 0,34 41 314 0 0,1 1-1 0 0,0-1 0 0 0,1 0 1 0 0,-1 0-1 0 0,2-1 0 0 0,-1 1 1 0 0,1 0-1 0 0,0-9 0 0 0,0 12 0 0 0,11-13 184 0 0,-7 15-155 0 0,1 1-6 0 0,12-4 54 0 0,-12 4 10 0 0,3 2 28 0 0,8 1-14 0 0,-1 1 1 0 0,0 1-1 0 0,0-1 1 0 0,0 2-1 0 0,18 7 0 0 0,69 35 457 0 0,-65-29-562 0 0,1 0-1 0 0,51 14 1 0 0,-63-24-720 0 0,0-1 0 0 0,29 2 1 0 0,-43-7 62 0 0,0-1 0 0 0,0 0 1 0 0,0 0-1 0 0,-1-1 1 0 0,1 0-1 0 0,0-1 0 0 0,0-1 1 0 0,19-6-1 0 0,-9 0-1799 0 0,-15 7-1743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220 133 3076 0 0,'6'-26'1657'0'0,"-5"21"-250"0"0,-1 0-256 0 0,0 0-810 0 0,0 0 0 0 0,-1 0-1 0 0,0 0 1 0 0,0-1 0 0 0,0 1-1 0 0,0 1 1 0 0,-1-1 0 0 0,0 0-1 0 0,0 0 1 0 0,0 1 0 0 0,-1-1-1 0 0,1 1 1 0 0,-1-1-1 0 0,-4-3 1 0 0,-8-4 40 0 0,11 9 0 0 0,-1 2-1 0 0,-14-2-30 0 0,14 2-29 0 0,-1 2 24 0 0,-1 1-249 0 0,-1 0-1 0 0,1 1 1 0 0,0 0-1 0 0,-1 0 0 0 0,1 0 1 0 0,1 1-1 0 0,-1 0 1 0 0,0 1-1 0 0,1 0 0 0 0,0 0 1 0 0,0 0-1 0 0,1 0 1 0 0,-1 1-1 0 0,1 0 0 0 0,0 0 1 0 0,1 1-1 0 0,0-1 1 0 0,0 1-1 0 0,0 0 0 0 0,-3 8 1 0 0,4-7-69 0 0,0 0-1 0 0,0 0 1 0 0,0 0 0 0 0,1 0 0 0 0,1 0 0 0 0,-1 1-1 0 0,2-1 1 0 0,-1 1 0 0 0,1 15 0 0 0,1-16-42 0 0,1 0 0 0 0,-1 0-1 0 0,1 0 1 0 0,1 0 0 0 0,-1 0 0 0 0,1 0 0 0 0,1-1-1 0 0,-1 0 1 0 0,1 0 0 0 0,1 0 0 0 0,-1 0 0 0 0,1 0-1 0 0,0-1 1 0 0,1 0 0 0 0,0 0 0 0 0,0 0 0 0 0,12 8 0 0 0,23 7-269 0 0,-37-20 226 0 0,1 0 0 0 0,16 4-11 0 0,-15-4 13 0 0,0-2 0 0 0,0 0 78 0 0,0 0 0 0 0,1 0 0 0 0,-1 0 0 0 0,0-1 0 0 0,0 0 0 0 0,0-1 0 0 0,0 1 0 0 0,0-1 0 0 0,-1 0 0 0 0,1 0 0 0 0,-1-1 0 0 0,1 1 0 0 0,-1-1 0 0 0,-1-1 0 0 0,1 1 0 0 0,0-1 0 0 0,-1 1 0 0 0,0-1 0 0 0,0-1 0 0 0,-1 1 0 0 0,4-6 0 0 0,-3 5-20 0 0,-1 1 1 0 0,0 0 0 0 0,0-1-1 0 0,0 0 1 0 0,-1 1-1 0 0,1-1 1 0 0,-1 0-1 0 0,-1 0 1 0 0,1-1 0 0 0,-1 1-1 0 0,0 0 1 0 0,-1 0-1 0 0,0-1 1 0 0,0 1 0 0 0,0 0-1 0 0,0-1 1 0 0,-1 1-1 0 0,0 0 1 0 0,0 0-1 0 0,-1 0 1 0 0,0 0 0 0 0,-3-6-1 0 0,2 2-219 0 0,1 4-15 0 0,-1-1 0 0 0,0 1 0 0 0,0-1 0 0 0,0 1 0 0 0,-1 0 0 0 0,1 0 0 0 0,-2 0 0 0 0,1 1 0 0 0,-1 0 0 0 0,-7-8 0 0 0,6 8-402 0 0,-1 0-1 0 0,0 0 1 0 0,0 0 0 0 0,0 1 0 0 0,0 0 0 0 0,-1 0 0 0 0,0 1 0 0 0,1 0 0 0 0,-1 0 0 0 0,-15-2 0 0 0,-1 2-1854 0 0,18 3-1760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211 97 3728 0 0,'0'0'6198'0'0,"5"1"-6016"0"0,15 6 870 0 0,-22-3-817 0 0,-20 30 776 0 0,20-31-648 0 0,-2 0-209 0 0,-28 13 721 0 0,30-15-823 0 0,1 0-1 0 0,-1 0 1 0 0,1-1-1 0 0,-1 1 0 0 0,0-1 1 0 0,1 1-1 0 0,-1-1 0 0 0,0 0 1 0 0,1 0-1 0 0,-1 1 1 0 0,0-1-1 0 0,1 0 0 0 0,-1-1 1 0 0,0 1-1 0 0,1 0 0 0 0,-1 0 1 0 0,0-1-1 0 0,1 1 1 0 0,-1-1-1 0 0,1 1 0 0 0,-1-1 1 0 0,0 0-1 0 0,-1-1 141 0 0,1 0-165 0 0,-1-1-1 0 0,1 0 1 0 0,0 0-1 0 0,0 0 1 0 0,0 0-1 0 0,1 0 1 0 0,-1 0 0 0 0,1 0-1 0 0,0 0 1 0 0,-1-1-1 0 0,0-6 1 0 0,1 6 35 0 0,2-1 12 0 0,1-16-10 0 0,-1 16-10 0 0,0 0 12 0 0,6-15-9 0 0,-5 15-11 0 0,2 1-15 0 0,10-14-3 0 0,-11 14 2 0 0,-1 3-26 0 0,0 0-1 0 0,-1 0 1 0 0,1 0 0 0 0,0 0 0 0 0,-1 0 0 0 0,1-1 0 0 0,-1 1-1 0 0,0 0 1 0 0,1-1 0 0 0,1-2 0 0 0,1 0 5 0 0,1 3 13 0 0,15-6-13 0 0,-15 6 3 0 0,0 1-13 0 0,0 0 0 0 0,1 1 1 0 0,-1 0-1 0 0,0 0 0 0 0,0 0 0 0 0,0 0 0 0 0,0 1 1 0 0,0 0-1 0 0,0 0 0 0 0,0 0 0 0 0,-1 1 0 0 0,1 0 1 0 0,-1 0-1 0 0,1 0 0 0 0,5 5 0 0 0,-2 2 2 0 0,-1 0 0 0 0,0 0 0 0 0,0 1 0 0 0,-1 0 1 0 0,0 0-1 0 0,-1 0 0 0 0,0 1 0 0 0,-1-1 0 0 0,0 1 0 0 0,-1 0 0 0 0,-1 1 0 0 0,3 18 0 0 0,-6-16-59 0 0,0 0 0 0 0,-1 0 0 0 0,0 0-1 0 0,-1 0 1 0 0,-1-1 0 0 0,0 1 0 0 0,-1-1 0 0 0,-1 0-1 0 0,-8 15 1 0 0,9-19 15 0 0,0 0 1 0 0,-1-1 1 0 0,0 0 0 0 0,-9 11-1 0 0,6-9 5 0 0,0-1 0 0 0,0 0 0 0 0,-1 0 0 0 0,0-1-1 0 0,-1-1 1 0 0,0 0 0 0 0,0 0 0 0 0,-1-1-1 0 0,0 0 1 0 0,-25 10 0 0 0,32-16 7 0 0,-1 0-10 0 0,-19 2-27 0 0,19-2-33 0 0,0-2-47 0 0,3 1 189 0 0,0 0-110 0 0,0-1 0 0 0,0 1 0 0 0,0-1 1 0 0,0 1-1 0 0,0-1 0 0 0,0 0 0 0 0,0 0 0 0 0,1 0 0 0 0,-1-1 1 0 0,0 1-1 0 0,1-1 0 0 0,-1 1 0 0 0,1-1 0 0 0,-1 0 1 0 0,1 0-1 0 0,0 0 0 0 0,-3-3 0 0 0,-15-29-502 0 0,18 30 394 0 0,1-1 8 0 0,-4-16 23 0 0,4 16 29 0 0,1 0 11 0 0,1-5 19 0 0,1 0 1 0 0,0 0-1 0 0,0 1 0 0 0,1-1 1 0 0,4-12-1 0 0,-5 18 51 0 0,2 2-11 0 0,1-1 57 0 0,1 0-1 0 0,-1 1 1 0 0,1 0-1 0 0,-1 0 1 0 0,10-1-1 0 0,-10 2 22 0 0,0 2 4 0 0,7 1 15 0 0,1 1 0 0 0,-1 0 0 0 0,0 1 1 0 0,0 0-1 0 0,-1 1 0 0 0,1 0 0 0 0,-1 1 0 0 0,14 9 0 0 0,141 82-136 0 0,-162-95-155 0 0,18 4-376 0 0,-16-4 481 0 0,-1 0-332 0 0,1-1-116 0 0,17 1-153 0 0,-17-2-127 0 0,0 0-127 0 0,17-4-117 0 0,-17 3-24 0 0,-1-1-739 0 0,21-9-1318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76 1 2060 0 0,'0'0'7259'0'0,"-5"1"-6838"0"0,-23 4 358 0 0,25-1-445 0 0,-7 12-33 0 0,7-13-34 0 0,1 2-22 0 0,-7 15-7 0 0,6-15-44 0 0,2 0-35 0 0,-6 14 2 0 0,5-14-30 0 0,1 0-24 0 0,0 1-30 0 0,1 1-1 0 0,0 0 1 0 0,0-1-1 0 0,1 1 1 0 0,0 6-1 0 0,1-8-56 0 0,-2-5-18 0 0,0 0-1 0 0,1 0 0 0 0,-1 0 0 0 0,1 0 1 0 0,-1 0-1 0 0,1 0 0 0 0,-1 0 1 0 0,0 0-1 0 0,1 1 0 0 0,-1-1 0 0 0,0 0 1 0 0,1 0-1 0 0,-1 0 0 0 0,1 1 1 0 0,-1-1-1 0 0,0 0 0 0 0,0 0 1 0 0,1 1-1 0 0,-1-1 0 0 0,0 0 0 0 0,1 1 1 0 0,-1-1-1 0 0,0 0 0 0 0,0 1 1 0 0,1-1-1 0 0,-1 1 0 0 0,14 11 76 0 0,4-4-47 0 0,-14-6 2 0 0,2-1 16 0 0,16 3 18 0 0,-17-3 9 0 0,0 0 10 0 0,42 10 195 0 0,-43-10-206 0 0,1 1 0 0 0,57 29 355 0 0,-59-29-332 0 0,1 1-25 0 0,-1 0-95 0 0,1 1 75 0 0,0-1-1 0 0,0 1 0 0 0,0 0 1 0 0,-1-1-1 0 0,1 2 0 0 0,-1-1 1 0 0,0 0-1 0 0,-1 1 0 0 0,1-1 0 0 0,-1 1 1 0 0,1 0-1 0 0,0 5 0 0 0,0 8 19 0 0,-3-14 15 0 0,-1 1 0 0 0,0-1-58 0 0,0 1-1 0 0,-1 0 1 0 0,1-1-1 0 0,-1 1 1 0 0,0-1-1 0 0,-1 1 1 0 0,1-1-1 0 0,-1 0 1 0 0,0 0-1 0 0,0 0 1 0 0,0 0-1 0 0,0-1 1 0 0,-5 5-1 0 0,0-2-14 0 0,-1 1 0 0 0,0-1 1 0 0,0-1-1 0 0,0 1 0 0 0,-13 4 0 0 0,18-8-94 0 0,-9 2-88 0 0,13-4 91 0 0,-1 1 1 0 0,0-1 0 0 0,0 1 0 0 0,0-1 0 0 0,1 1-1 0 0,-1-1 1 0 0,0 0 0 0 0,0 1 0 0 0,0-1 0 0 0,0 0-1 0 0,0 0 1 0 0,0 0 0 0 0,0 0 0 0 0,0 0 0 0 0,0 0 0 0 0,1 0-1 0 0,-1 0 1 0 0,0 0 0 0 0,0 0 0 0 0,-2-1 0 0 0,-15-1-566 0 0,13 2-64 0 0,5-1-136 0 0,0 0 811 0 0,0 1 0 0 0,0 0 1 0 0,0-1-1 0 0,0 1 0 0 0,0 0 0 0 0,0-1 0 0 0,0 1 0 0 0,0 0 0 0 0,-1-1 0 0 0,1 1 1 0 0,0 0-1 0 0,0-1 0 0 0,0 1 0 0 0,0 0 0 0 0,-1 0 0 0 0,1-1 0 0 0,0 1 1 0 0,0 0-1 0 0,-1 0 0 0 0,1-1 0 0 0,0 1 0 0 0,0 0 0 0 0,-1 0 0 0 0,1 0 0 0 0,0-1 1 0 0,-1 1-1 0 0,1 0 0 0 0,0 0 0 0 0,-1 0 0 0 0,0 0-94 0 0,0-1-1 0 0,1 1 1 0 0,-1-1-1 0 0,0 1 1 0 0,1 0-1 0 0,-1-1 1 0 0,0 1-1 0 0,1-1 1 0 0,-1 0 0 0 0,0 1-1 0 0,1-1 1 0 0,-1 1-1 0 0,1-1 1 0 0,-1 0-1 0 0,1 0 1 0 0,0 1-1 0 0,-1-1 1 0 0,1 0-1 0 0,0 0 1 0 0,-1 1 0 0 0,1-1-1 0 0,0 0 1 0 0,0 0-1 0 0,0-1 1 0 0,-2-4-334 0 0,-2-16-2780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2 181 1680 0 0,'0'0'4100'0'0,"-1"-5"-3431"0"0,1 2-278 0 0,0 0 0 0 0,0-1 0 0 0,0 1 0 0 0,0 0 0 0 0,1 0 0 0 0,-1 0-1 0 0,1-1 1 0 0,0 1 0 0 0,0 0 0 0 0,3-6 0 0 0,-2 6 26 0 0,-2 2-371 0 0,1 0 0 0 0,0 0 0 0 0,0 0 0 0 0,-1 0-1 0 0,1 0 1 0 0,0 0 0 0 0,0 0 0 0 0,0 1-1 0 0,0-1 1 0 0,0 0 0 0 0,0 1 0 0 0,0-1 0 0 0,0 1-1 0 0,3-2 1 0 0,4-2 415 0 0,47-23 663 0 0,2 3 0 0 0,72-22 0 0 0,-120 44-1109 0 0,-4 0-199 0 0,3-1-690 0 0,1 0 0 0 0,0 1 0 0 0,0 0 1 0 0,12-1-1 0 0,-16 3-1024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117 1 4104 0 0,'0'0'7156'0'0,"-3"4"-6600"0"0,-3 8-109 0 0,0 1 0 0 0,0 0-1 0 0,1 0 1 0 0,1 0-1 0 0,0 1 1 0 0,1 0-1 0 0,-3 23 1 0 0,-1 4 55 0 0,-13 68 713 0 0,-23 109-188 0 0,40-195-1564 0 0,2-19 96 0 0,27-22-16674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105 126 4560 0 0,'0'0'4526'0'0,"-4"-2"-3692"0"0,-8-7-144 0 0,8 7 818 0 0,3-2-1107 0 0,-3-12-32 0 0,2 12 263 0 0,5-1-363 0 0,6-14-12 0 0,-7 15-30 0 0,3 0-13 0 0,7-5-32 0 0,1 0 0 0 0,0 1 0 0 0,1 1-1 0 0,25-11 1 0 0,-35 17-154 0 0,9-1 46 0 0,-10 2-66 0 0,-1-1-1 0 0,1 0 0 0 0,0 1 0 0 0,0 0 0 0 0,-1 0 0 0 0,1 0 0 0 0,0 0 0 0 0,0 0 1 0 0,0 0-1 0 0,-1 1 0 0 0,1-1 0 0 0,0 1 0 0 0,0 0 0 0 0,-1 0 0 0 0,1 0 1 0 0,-1 0-1 0 0,4 2 0 0 0,25 27 97 0 0,-29-27-70 0 0,-1 2-12 0 0,1 5-7 0 0,-1-6-12 0 0,0 0-1 0 0,0 1 1 0 0,0-1-1 0 0,-1 1 1 0 0,0-1-1 0 0,0 7 1 0 0,-1 0 5 0 0,-1-1 0 0 0,-1 0 0 0 0,1 0 0 0 0,-2 0 0 0 0,-5 12-1 0 0,-33 52 77 0 0,40-70-29 0 0,2-4-49 0 0,0 1-1 0 0,0-1 0 0 0,0 1 1 0 0,-1-1-1 0 0,1 1 0 0 0,0-1 1 0 0,0 1-1 0 0,0 0 0 0 0,-1-1 1 0 0,1 0-1 0 0,0 1 1 0 0,-1-1-1 0 0,1 1 0 0 0,0-1 1 0 0,-1 1-1 0 0,1-1 0 0 0,-1 0 1 0 0,1 1-1 0 0,0-1 0 0 0,-1 0 1 0 0,1 1-1 0 0,-1-1 1 0 0,1 0-1 0 0,-1 1 0 0 0,1-1 1 0 0,-2 0-1 0 0,2 0-3 0 0,-1 0 0 0 0,1 1 0 0 0,-1-1 0 0 0,1 0 0 0 0,-1 0 0 0 0,1 1 0 0 0,-1-1 0 0 0,1 0 0 0 0,-1 1 0 0 0,1-1 0 0 0,0 0 1 0 0,-1 1-1 0 0,1-1 0 0 0,-1 1 0 0 0,1-1 0 0 0,0 1 0 0 0,-1-1 0 0 0,1 1 0 0 0,0-1 0 0 0,0 1 0 0 0,0-1 0 0 0,-1 1 0 0 0,1-1 0 0 0,0 1 0 0 0,0-1 0 0 0,0 2 0 0 0,-12 12 187 0 0,27-23-189 0 0,-11 7 13 0 0,1 1-15 0 0,14-2-4 0 0,-14 2-8 0 0,1 0-3 0 0,17-1-1 0 0,-17 2 12 0 0,0 1 11 0 0,43 12 14 0 0,-44-11-9 0 0,-1 1 9 0 0,12 8 3 0 0,-12-9 6 0 0,-4-1-28 0 0,0-1 1 0 0,0 0 0 0 0,0 1 0 0 0,0-1 0 0 0,0 1 0 0 0,0-1 0 0 0,0 0 0 0 0,0 1 0 0 0,1-1 0 0 0,-1 0 0 0 0,0 1 0 0 0,0-1 0 0 0,0 0 0 0 0,0 1 0 0 0,0-1 0 0 0,1 0 0 0 0,-1 1 0 0 0,0-1 0 0 0,0 0 0 0 0,1 0 0 0 0,-1 1 0 0 0,0-1 0 0 0,1 0 0 0 0,-1 0 0 0 0,0 1 0 0 0,0-1 0 0 0,1 0 0 0 0,0 0 2 0 0,-1 1 1 0 0,1-1-1 0 0,-1 0 0 0 0,1 1 1 0 0,-1-1-1 0 0,1 0 1 0 0,-1 1-1 0 0,0-1 0 0 0,1 1 1 0 0,-1-1-1 0 0,0 1 0 0 0,1-1 1 0 0,-1 1-1 0 0,0-1 1 0 0,1 1-1 0 0,-1-1 0 0 0,0 1 1 0 0,0-1-1 0 0,0 1 0 0 0,0-1 1 0 0,0 1-1 0 0,1 0 1 0 0,-1-1-1 0 0,0 1 0 0 0,0-1 1 0 0,0 1-1 0 0,0-1 0 0 0,-1 1 1 0 0,1-1-1 0 0,0 2 1 0 0,0 1 5 0 0,0 0 1 0 0,-1 0-1 0 0,1 0 1 0 0,-1 0-1 0 0,1 0 1 0 0,-1 0-1 0 0,0 0 1 0 0,0 0 0 0 0,0 0-1 0 0,-1 0 1 0 0,1-1-1 0 0,-1 1 1 0 0,0 0-1 0 0,1-1 1 0 0,-1 1-1 0 0,0-1 1 0 0,-5 4 0 0 0,-10 7 40 0 0,-2 0 0 0 0,1-1 0 0 0,-2-1 0 0 0,1-1 0 0 0,-1-1 0 0 0,-1-1 0 0 0,-40 11 0 0 0,27-13-91 0 0,28-6-118 0 0,-30 0-139 0 0,29 0 50 0 0,1-1-110 0 0,-17-3-107 0 0,17 3-105 0 0,1-1-102 0 0,-12-4-91 0 0,13 4-68 0 0,3 2 788 0 0,1-1 1 0 0,0 1-1 0 0,0 0 0 0 0,0-1 1 0 0,0 1-1 0 0,0 0 0 0 0,0-1 1 0 0,0 1-1 0 0,-1 0 0 0 0,1-1 0 0 0,0 1 1 0 0,0 0-1 0 0,0 0 0 0 0,-1-1 1 0 0,1 1-1 0 0,0 0 0 0 0,0 0 0 0 0,-1-1 1 0 0,1 1-1 0 0,0 0 0 0 0,0 0 1 0 0,-1 0-1 0 0,1 0 0 0 0,0-1 0 0 0,-1 1 1 0 0,1 0-1 0 0,0 0 0 0 0,-1 0 1 0 0,-7-6-741 0 0,8-3-3262 0 0,5-13 1593 0 0,-4 17-1737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1 3948 0 0,'0'0'7684'0'0,"1"4"-7241"0"0,0-1-277 0 0,-1 0-1 0 0,0 0 1 0 0,1 1-1 0 0,-1-1 1 0 0,0 0-1 0 0,-1 0 1 0 0,1 1-1 0 0,0-1 1 0 0,-1 0-1 0 0,0 0 1 0 0,-1 4-1 0 0,0-3 482 0 0,-1 25 38 0 0,3-23-474 0 0,4 16 41 0 0,-3-18-132 0 0,2 1-51 0 0,7 9-18 0 0,1 0 0 0 0,0 0 0 0 0,1-2 0 0 0,1 1 0 0 0,24 18 0 0 0,24 23-26 0 0,-58-51 127 0 0,-1 1-52 0 0,10 13-26 0 0,-9-13-2 0 0,-2 0 2 0 0,1 1-25 0 0,-1 0-1 0 0,-1 0 0 0 0,1-1 1 0 0,-1 1-1 0 0,0 0 0 0 0,0 0 1 0 0,-1 6-1 0 0,1-6 22 0 0,-3-2-21 0 0,-5 12-7 0 0,6-12-10 0 0,-1 0-10 0 0,-2 1 11 0 0,2 0-198 0 0,0-1 0 0 0,0-1 0 0 0,-1 1-1 0 0,1 0 1 0 0,-1-1 0 0 0,0 0 0 0 0,0 1 0 0 0,1-2 0 0 0,-1 1 0 0 0,-1 0 0 0 0,1-1-1 0 0,0 0 1 0 0,0 0 0 0 0,-9 1 0 0 0,-8-2-583 0 0,16 0-43 0 0,0-1-46 0 0,-1-2-27 0 0,0-1-1 0 0,0 1 1 0 0,0-1 0 0 0,0 0 0 0 0,1-1-1 0 0,-1 1 1 0 0,1-1 0 0 0,-8-9 0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1 204 2732 0 0,'14'-39'7819'0'0,"-11"30"-8074"0"0,-1 4 915 0 0,2 2-66 0 0,10-9-100 0 0,1 1 0 0 0,0 1-1 0 0,0 0 1 0 0,1 1-1 0 0,0 1 1 0 0,26-9 0 0 0,113-32 18 0 0,-109 36-1296 0 0,-42 11 155 0 0,-3 2 599 0 0,0 1 0 0 0,-1-1 0 0 0,1 0 0 0 0,0 0 1 0 0,0 0-1 0 0,-1 0 0 0 0,1 0 0 0 0,0 0 0 0 0,0 0 0 0 0,-1 0 1 0 0,1 0-1 0 0,0 0 0 0 0,0 0 0 0 0,-1-1 0 0 0,1 1 1 0 0,0 0-1 0 0,-1 0 0 0 0,1-1 0 0 0,0 1 0 0 0,0-1 0 0 0,6-2-1592 0 0,0 2-4411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30 4356 0 0,'0'0'4627'0'0,"0"-5"-3510"0"0,-2-15-185 0 0,2 15 2575 0 0,1 10-2994 0 0,5 36 202 0 0,-2 1-1 0 0,-2 0 1 0 0,-4 50-1 0 0,-5-21-525 0 0,-9 76-193 0 0,16-142-157 0 0,-1 1-127 0 0,1 46-2384 0 0,1-48 1691 0 0,4 0-3645 0 0,4 2 4121 0 0,-2-4-3197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0 113 3144 0 0,'0'0'8208'0'0,"2"-4"-7544"0"0,3-15-34 0 0,-3 15-33 0 0,3 2-32 0 0,212-47 3038 0 0,-59 16-4961 0 0,-154 32 590 0 0,-18 25-14477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119 3 3692 0 0,'0'0'6418'0'0,"-4"-1"-5980"0"0,2 1-349 0 0,1-1 0 0 0,-1 1 0 0 0,0 0 0 0 0,1 0 0 0 0,-1-1 0 0 0,0 1 0 0 0,1 0 0 0 0,-1 0 0 0 0,0 1 0 0 0,1-1 0 0 0,-1 0 0 0 0,0 1 0 0 0,1-1 0 0 0,-1 1 0 0 0,0-1 0 0 0,1 1 0 0 0,-1 0 0 0 0,1-1 0 0 0,-3 3 0 0 0,1-1 256 0 0,0 1-25 0 0,-5 10-23 0 0,0 0 0 0 0,0 1 0 0 0,1-1 0 0 0,1 1 0 0 0,0 1 0 0 0,1-1 0 0 0,1 1 0 0 0,-5 23-1 0 0,9-33-171 0 0,-1 1-24 0 0,0 84 245 0 0,1-85-306 0 0,0-4-40 0 0,0-1-1 0 0,1 0 0 0 0,-1 0 0 0 0,0 0 0 0 0,0 0 0 0 0,1 0 0 0 0,-1 0 0 0 0,0 0 0 0 0,0 1 0 0 0,1-1 0 0 0,-1 0 1 0 0,0 0-1 0 0,0 0 0 0 0,0 1 0 0 0,1-1 0 0 0,-1 0 0 0 0,0 0 0 0 0,0 1 0 0 0,0-1 0 0 0,0 0 0 0 0,0 0 0 0 0,1 1 0 0 0,-1-1 1 0 0,0 0-1 0 0,0 0 0 0 0,0 1 0 0 0,0-1 0 0 0,0 0 0 0 0,0 0 0 0 0,0 1 0 0 0,0 0 0 0 0,0-1 7 0 0,0 0-1 0 0,0 1 1 0 0,0-1 0 0 0,0 1-1 0 0,0-1 1 0 0,0 1-1 0 0,0-1 1 0 0,1 0-1 0 0,-1 1 1 0 0,0-1-1 0 0,0 1 1 0 0,0-1 0 0 0,1 0-1 0 0,-1 1 1 0 0,0-1-1 0 0,0 1 1 0 0,1-1-1 0 0,-1 0 1 0 0,0 1 0 0 0,1-1-1 0 0,-1 0 1 0 0,0 0-1 0 0,1 1 1 0 0,-1-1-1 0 0,1 0 1 0 0,-1 0 0 0 0,0 0-1 0 0,1 1 1 0 0,-1-1-1 0 0,1 0 1 0 0,-1 0-1 0 0,0 0 1 0 0,1 0-1 0 0,-1 0 1 0 0,1 0 0 0 0,-1 0-1 0 0,1 0 1 0 0,-1 0-1 0 0,1 0 1 0 0,20-2 51 0 0,-16 1-21 0 0,0-1 10 0 0,57-32 282 0 0,-35 18-188 0 0,1 1 1 0 0,1 1 0 0 0,55-18-1 0 0,-79 31-144 0 0,1 1 50 0 0,-2 0-39 0 0,5 0 40 0 0,0 0 1 0 0,-1 0 0 0 0,16 4 0 0 0,-21-3-35 0 0,1 0 0 0 0,0 0 0 0 0,-1 0-1 0 0,1 1 1 0 0,-1-1 0 0 0,0 1 0 0 0,0 0 0 0 0,1 0 0 0 0,-1 0 0 0 0,0 0-1 0 0,-1 1 1 0 0,1-1 0 0 0,0 1 0 0 0,-1 0 0 0 0,3 3 0 0 0,10 16 139 0 0,-2 10-137 0 0,-14-22-11 0 0,1-4 1 0 0,0-2 3 0 0,-1 0 0 0 0,1 0 0 0 0,0 0-1 0 0,-1 0 1 0 0,0 0 0 0 0,0 0 0 0 0,0 0 0 0 0,-1 0 0 0 0,1 0 0 0 0,-1-1 0 0 0,0 1 0 0 0,0-1 0 0 0,-3 5 0 0 0,3-5-15 0 0,-1 2-1 0 0,0 0-1 0 0,0-1 1 0 0,0 1 0 0 0,-1-1-1 0 0,1 0 1 0 0,-1 0-1 0 0,0 0 1 0 0,-7 5 0 0 0,-2 2-23 0 0,-6 3-141 0 0,-1 1 0 0 0,-1-2 0 0 0,0-1 0 0 0,0-1 0 0 0,-1 0 0 0 0,-1-2 0 0 0,0-1 0 0 0,0 0 0 0 0,-38 6 0 0 0,56-13-359 0 0,-2-1-117 0 0,-45-8-1635 0 0,48 6 1472 0 0,-1 0-70 0 0,-3-4 722 0 0,-17-17-6258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180 77 4900 0 0,'3'-4'1935'0'0,"7"-16"1579"0"0,0-2 2225 0 0,-15 22-5435 0 0,-16-3-30 0 0,18 4-210 0 0,0 0 1 0 0,-1 0-1 0 0,1 0 1 0 0,0 0 0 0 0,0 0-1 0 0,1 0 1 0 0,-1 1 0 0 0,0 0-1 0 0,0-1 1 0 0,1 1-1 0 0,-1 0 1 0 0,1 0 0 0 0,-5 5-1 0 0,-6 4 56 0 0,1 1-1 0 0,0 1 0 0 0,1 0 1 0 0,0 0-1 0 0,1 1 0 0 0,0 1 1 0 0,1-1-1 0 0,1 2 0 0 0,-10 23 1 0 0,14-29-100 0 0,1-1-1 0 0,0 1 1 0 0,0-1 0 0 0,0 14 0 0 0,1-16-15 0 0,1-2-41 0 0,2 2-23 0 0,0-4 55 0 0,-1 0-38 0 0,0 0 0 0 0,0 1 1 0 0,1-1-1 0 0,-1 1 1 0 0,1-1-1 0 0,0 0 0 0 0,0 1 1 0 0,0-1-1 0 0,0 0 0 0 0,1 0 1 0 0,-1 0-1 0 0,1 0 1 0 0,0 0-1 0 0,0 0 0 0 0,0 0 1 0 0,0-1-1 0 0,0 1 0 0 0,1-1 1 0 0,-1 1-1 0 0,1-1 1 0 0,0 0-1 0 0,0 0 0 0 0,-1 0 1 0 0,1 0-1 0 0,0-1 0 0 0,1 1 1 0 0,-1-1-1 0 0,6 2 1 0 0,-1-2-62 0 0,0 0 0 0 0,0-1 1 0 0,0 1-1 0 0,0-2 0 0 0,0 1 0 0 0,1-1 1 0 0,-1 0-1 0 0,0-1 0 0 0,0 0 1 0 0,-1 0-1 0 0,15-7 0 0 0,-10 4 164 0 0,-1-1 0 0 0,0-1 0 0 0,0 0 0 0 0,-1 0 0 0 0,0-1 0 0 0,14-14 0 0 0,-20 18-1 0 0,0-1 0 0 0,-1 0 0 0 0,0 0 1 0 0,0 0-1 0 0,0 0 0 0 0,0-1 0 0 0,-1 1 0 0 0,0-1 0 0 0,0 1 0 0 0,0-1 0 0 0,-1 0 0 0 0,0 0 0 0 0,0 1 1 0 0,0-12-1 0 0,-2 5-273 0 0,-1 0 0 0 0,0 0 0 0 0,-1 0 0 0 0,0 1 0 0 0,-1-1 0 0 0,0 1 0 0 0,-1 0 0 0 0,0 0 0 0 0,-1 0 0 0 0,0 1 0 0 0,-1-1 0 0 0,-12-13 0 0 0,15 20-256 0 0,0 0-1 0 0,0 0 1 0 0,-1 1-1 0 0,1-1 0 0 0,-1 1 1 0 0,0 0-1 0 0,1 1 1 0 0,-1-1-1 0 0,-1 1 0 0 0,1 0 1 0 0,-6-1-1 0 0,7 1 144 0 0,-11-1-2951 0 0,-29-1-2334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28 106 3140 0 0,'0'0'1704'0'0,"-4"-1"-940"0"0,-20-2 4963 0 0,26 6-5462 0 0,1-1-214 0 0,-1 0-1 0 0,1 0 1 0 0,-1 0 0 0 0,1 0-1 0 0,0-1 1 0 0,0 1-1 0 0,0-1 1 0 0,-1 0-1 0 0,1 0 1 0 0,0 0-1 0 0,1 0 1 0 0,-1-1-1 0 0,0 1 1 0 0,0-1-1 0 0,0 0 1 0 0,0 1 0 0 0,0-1-1 0 0,6-1 1 0 0,71-7 240 0 0,-62 5-220 0 0,7 0 79 0 0,-1-2 0 0 0,0 0 1 0 0,0-2-1 0 0,41-16 0 0 0,-61 21 1 0 0,-3 2-125 0 0,1-1 0 0 0,0 0 0 0 0,0 1 0 0 0,-1-1 0 0 0,1 0 0 0 0,0 0 0 0 0,-1 1 0 0 0,1-1 0 0 0,-1-1 0 0 0,1 1 0 0 0,-1 0 0 0 0,2-2 0 0 0,-1 1 0 0 0,-1 1 0 0 0,0 0 0 0 0,1 0 0 0 0,-1 0 0 0 0,1 0 0 0 0,-1 0 0 0 0,1 0 0 0 0,-1 0 1 0 0,1 0-1 0 0,0 1 0 0 0,0-1 0 0 0,2 0 0 0 0,-3 0-2 0 0,0 0-1 0 0,0 0 1 0 0,0 0 0 0 0,0 0-1 0 0,-1 0 1 0 0,1 0 0 0 0,0-1-1 0 0,-1 1 1 0 0,1 0 0 0 0,-1 0-1 0 0,1-1 1 0 0,-1 1 0 0 0,0 0-1 0 0,1 0 1 0 0,-1-1 0 0 0,0 1-1 0 0,0-2 1 0 0,-8-12-2 0 0,6 12 205 0 0,-18 6-184 0 0,15-3-30 0 0,0 0 190 0 0,5 0-198 0 0,0 1-1 0 0,0-1 1 0 0,0 1-1 0 0,0-1 1 0 0,0 0 0 0 0,0 1-1 0 0,0-1 1 0 0,0 0-1 0 0,0 1 1 0 0,0-1-1 0 0,0 0 1 0 0,-1 1 0 0 0,1-1-1 0 0,0 0 1 0 0,0 1-1 0 0,0-1 1 0 0,-1 0-1 0 0,1 0 1 0 0,0 1 0 0 0,0-1-1 0 0,-1 0 1 0 0,1 0-1 0 0,0 0 1 0 0,-1 1-1 0 0,1-1 1 0 0,0 0 0 0 0,0 0-1 0 0,-1 1 1 0 0,0-1 17 0 0,0 0 1 0 0,0 1-1 0 0,1-1 1 0 0,-1 1-1 0 0,0-1 1 0 0,1 1-1 0 0,-1-1 1 0 0,0 1-1 0 0,1 0 1 0 0,-1-1-1 0 0,1 1 1 0 0,-1 0-1 0 0,1-1 1 0 0,-1 1-1 0 0,1 0 1 0 0,0-1-1 0 0,-1 1 1 0 0,1 0-1 0 0,0 1 1 0 0,-5 13 316 0 0,4-11-179 0 0,0 3-68 0 0,-21 225 318 0 0,15-174-1278 0 0,-3 0 0 0 0,-24 78 0 0 0,33-131-209 0 0,-1 0 0 0 0,0-1 0 0 0,0 1 1 0 0,0-1-1 0 0,-1 1 0 0 0,1-1 0 0 0,-6 7 0 0 0,7-10 883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12 136 3776 0 0,'0'0'1472'0'0,"-3"-2"-239"0"0,2 1-1065 0 0,1 1 1 0 0,-1-1 0 0 0,0 0-1 0 0,1 1 1 0 0,-1-1 0 0 0,0 1-1 0 0,1-1 1 0 0,-1 0 0 0 0,1 0-1 0 0,0 1 1 0 0,-1-1 0 0 0,1 0-1 0 0,-1 0 1 0 0,1 1 0 0 0,0-1-1 0 0,0 0 1 0 0,-1 0 0 0 0,1-1-1 0 0,1 1-114 0 0,-1 0-1 0 0,0 0 1 0 0,1 0-1 0 0,0 0 1 0 0,-1 0-1 0 0,1 1 1 0 0,-1-1-1 0 0,1 0 1 0 0,0 0-1 0 0,0 1 1 0 0,-1-1-1 0 0,1 0 1 0 0,0 1-1 0 0,0-1 1 0 0,0 1-1 0 0,0-1 1 0 0,0 1-1 0 0,0-1 1 0 0,0 1-1 0 0,0 0 1 0 0,0-1-1 0 0,0 1 1 0 0,0 0-1 0 0,0 0 1 0 0,1 0-1 0 0,267-51 269 0 0,-19 5-7741 0 0,-221 39 3480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72 0 3072 0 0,'0'0'4680'0'0,"-5"2"-4238"0"0,-15 4 2 0 0,15-4-20 0 0,2 2 8 0 0,-7 14 594 0 0,-15 35-1 0 0,23-48-744 0 0,2 1-2 0 0,-1 17-18 0 0,0-18-15 0 0,3 1-10 0 0,0-1-174 0 0,0 0 0 0 0,0 0 0 0 0,0 0-1 0 0,1 0 1 0 0,0 0 0 0 0,0-1 0 0 0,0 1 0 0 0,0-1 0 0 0,1 1 0 0 0,-1-1 0 0 0,1 0 0 0 0,8 6 0 0 0,113 52 423 0 0,-121-60-428 0 0,0 1-9 0 0,15 6 4 0 0,-14-6-10 0 0,-2-1-3 0 0,8 7-8 0 0,-8-7 17 0 0,-2 2-10 0 0,4 11 14 0 0,-4-11-4 0 0,-3-1-20 0 0,-5 10-22 0 0,6-9 0 0 0,-4-1-2 0 0,-3 4-125 0 0,-1-1-1 0 0,0 0 0 0 0,0-1 1 0 0,0 1-1 0 0,-1-2 1 0 0,-19 7-1 0 0,-23 0-1858 0 0,47-10 938 0 0,-2-2-381 0 0,-1 1 880 0 0,-5-2-91 0 0,-3-3-2672 0 0,-3-2-1512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0 178 3816 0 0,'5'-3'1357'0'0,"34"-21"1264"0"0,67-28 1 0 0,72-10-2205 0 0,-57 30-4352 0 0,-100 27 1404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98 5 3376 0 0,'0'0'5657'0'0,"-4"0"-5137"0"0,-15-4-57 0 0,14 3-127 0 0,2 4 47 0 0,-34 21 901 0 0,34-21-1040 0 0,1-2-158 0 0,0 0 0 0 0,1 1 0 0 0,-1-1 0 0 0,0 1 0 0 0,1-1-1 0 0,0 1 1 0 0,-1-1 0 0 0,1 1 0 0 0,0 0 0 0 0,0 0 0 0 0,0 0 0 0 0,0 0 0 0 0,0-1 0 0 0,0 1 0 0 0,0 0-1 0 0,0 3 1 0 0,-3 5 438 0 0,5-6-310 0 0,0 0-162 0 0,0-1 1 0 0,0 0-1 0 0,1 1 0 0 0,-1-1 1 0 0,1 0-1 0 0,0 0 1 0 0,0 0-1 0 0,0 0 0 0 0,0-1 1 0 0,1 1-1 0 0,-1 0 1 0 0,5 2-1 0 0,0 1 34 0 0,1-1-1 0 0,-1 0 1 0 0,1-1 0 0 0,14 6-1 0 0,168 67 90 0 0,-151-53-133 0 0,-30-17-26 0 0,-6-5 2 0 0,-3-1-16 0 0,0-1-1 0 0,1 1 0 0 0,-1-1 0 0 0,0 1 0 0 0,0-1 0 0 0,0 1 1 0 0,0-1-1 0 0,0 0 0 0 0,0 1 0 0 0,1-1 0 0 0,-1 1 0 0 0,0-1 0 0 0,0 0 1 0 0,1 1-1 0 0,-1-1 0 0 0,0 1 0 0 0,0-1 0 0 0,1 0 0 0 0,-1 1 1 0 0,0-1-1 0 0,1 0 0 0 0,-1 0 0 0 0,1 1 0 0 0,-1-1 0 0 0,0 0 1 0 0,2 1-1 0 0,-2-1 8 0 0,1 0 1 0 0,-1 0 0 0 0,1 1 0 0 0,-1-1 0 0 0,1 0-1 0 0,-1 1 1 0 0,1-1 0 0 0,-1 1 0 0 0,1-1-1 0 0,-1 1 1 0 0,0-1 0 0 0,1 1 0 0 0,-1-1-1 0 0,0 1 1 0 0,1-1 0 0 0,-1 1 0 0 0,0-1 0 0 0,0 1-1 0 0,1-1 1 0 0,-1 1 0 0 0,0 0 0 0 0,0-1-1 0 0,0 1 1 0 0,0-1 0 0 0,0 1 0 0 0,0 0-1 0 0,0-1 1 0 0,0 1 0 0 0,0-1 0 0 0,0 1 0 0 0,0 0-1 0 0,0-1 1 0 0,-1 2 0 0 0,1 1-13 0 0,0 0 3 0 0,0 0-1 0 0,-1 0 1 0 0,1-1 0 0 0,-1 1 0 0 0,0 0-1 0 0,0-1 1 0 0,1 1 0 0 0,-2 0 0 0 0,1-1-1 0 0,0 1 1 0 0,0-1 0 0 0,-1 0-1 0 0,0 1 1 0 0,1-1 0 0 0,-1 0 0 0 0,0 0-1 0 0,0 0 1 0 0,-3 2 0 0 0,-18 12 23 0 0,0 0 0 0 0,-40 18 0 0 0,50-27-296 0 0,0-2-1 0 0,0 0 1 0 0,0 0-1 0 0,0-1 1 0 0,-1-1-1 0 0,0 0 1 0 0,-20 2 0 0 0,27-6-485 0 0,0 0 1 0 0,0 0-1 0 0,1 0 1 0 0,-1 0-1 0 0,0-1 1 0 0,-9-4-1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0 104 3368 0 0,'14'-8'877'0'0,"1"0"0"0"0,-1 1 0 0 0,1 1 0 0 0,1 1 0 0 0,16-4 0 0 0,84-13 384 0 0,-55 12-588 0 0,113-13-943 0 0,-60 18-6485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361 145 3356 0 0,'0'0'1818'0'0,"2"-5"-301"0"0,4-11-245 0 0,-5 12 784 0 0,-3-1-1277 0 0,1 1-616 0 0,-1 1 1 0 0,0-1-1 0 0,0 0 1 0 0,-1 0-1 0 0,1 1 0 0 0,-1-1 1 0 0,1 1-1 0 0,-1 0 1 0 0,0 0-1 0 0,0 0 1 0 0,-1 0-1 0 0,1 1 1 0 0,-1-1-1 0 0,1 1 1 0 0,-1 0-1 0 0,-7-4 1 0 0,1 2-45 0 0,1 0 1 0 0,-1 1 0 0 0,0 0 0 0 0,1 0 0 0 0,-1 1-1 0 0,-1 0 1 0 0,1 1 0 0 0,0 0 0 0 0,0 1 0 0 0,0 0 0 0 0,-1 1-1 0 0,1 0 1 0 0,0 0 0 0 0,0 1 0 0 0,0 0 0 0 0,-13 5-1 0 0,-32 23 248 0 0,50-26-347 0 0,-1 1 0 0 0,1 0 0 0 0,1 0 0 0 0,-1 0 0 0 0,1 0 0 0 0,0 0 1 0 0,0 1-1 0 0,-5 9 0 0 0,6-10-1 0 0,-3 7 20 0 0,-10 34 5 0 0,15-36-32 0 0,1-1 2 0 0,-1-2-10 0 0,0 0 1 0 0,1 1-1 0 0,0-1 1 0 0,0 1-1 0 0,1-1 0 0 0,2 11 1 0 0,-2-11-5 0 0,0-2 2 0 0,1 0 1 0 0,-1 0-1 0 0,1-1 0 0 0,0 1 0 0 0,1-1 0 0 0,-1 0 1 0 0,1 1-1 0 0,0-1 0 0 0,0 0 0 0 0,6 6 0 0 0,-6-6 0 0 0,1 0-11 0 0,1 0 1 0 0,-1-1-1 0 0,1 0 0 0 0,0 0 1 0 0,0 0-1 0 0,0 0 0 0 0,0-1 0 0 0,0 1 1 0 0,0-1-1 0 0,1-1 0 0 0,-1 1 1 0 0,1-1-1 0 0,-1 0 0 0 0,1 0 1 0 0,9 0-1 0 0,-6-2-14 0 0,0 1 0 0 0,0-2 0 0 0,0 1 0 0 0,0-1 0 0 0,0 0 1 0 0,0-1-1 0 0,-1 0 0 0 0,1-1 0 0 0,-1 0 0 0 0,0 0 0 0 0,0 0 0 0 0,-1-1 0 0 0,1 0 1 0 0,-1-1-1 0 0,7-7 0 0 0,-10 10 20 0 0,0-1-1 0 0,0 1 1 0 0,-1-1 0 0 0,0 0 0 0 0,0-1 0 0 0,0 1-1 0 0,0 0 1 0 0,-1-1 0 0 0,0 0 0 0 0,0 1 0 0 0,0-1-1 0 0,0 0 1 0 0,1-6 0 0 0,11-47-46 0 0,-15 34-43 0 0,0 15 51 0 0,1-4-148 0 0,-3-11-42 0 0,-3 7-310 0 0,5 10 348 0 0,1 5 116 0 0,0 0 0 0 0,0 0 0 0 0,-1 0 0 0 0,1 0 0 0 0,-1 0 0 0 0,0 0 0 0 0,1 0 0 0 0,-1 0 0 0 0,0 0 0 0 0,0 0 0 0 0,0 1-1 0 0,0-1 1 0 0,0 0 0 0 0,-1 1 0 0 0,-1-3 0 0 0,0-2-226 0 0,2 4 163 0 0,0 0 1 0 0,0-1-1 0 0,-1 1 0 0 0,1 0 0 0 0,-1 1 0 0 0,1-1 1 0 0,-1 0-1 0 0,1 0 0 0 0,-1 1 0 0 0,0-1 0 0 0,0 1 1 0 0,0-1-1 0 0,-3-1 0 0 0,-3-3-904 0 0,0 1-1 0 0,-1 0 1 0 0,0 0-1 0 0,-13-5 1 0 0,-4 2-4661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194 156 3448 0 0,'0'0'10057'0'0,"-2"-2"-9875"0"0,0 1-151 0 0,1 0 0 0 0,-1 0 0 0 0,1 0 0 0 0,0 0 1 0 0,0 0-1 0 0,0-1 0 0 0,0 1 0 0 0,0 0 1 0 0,0-1-1 0 0,0 1 0 0 0,0 0 0 0 0,0-1 0 0 0,0 1 1 0 0,1-1-1 0 0,-1 0 0 0 0,1 1 0 0 0,-1-1 0 0 0,1 1 1 0 0,0-1-1 0 0,-1 0 0 0 0,1 1 0 0 0,0-1 1 0 0,0 0-1 0 0,0 1 0 0 0,0-1 0 0 0,1 0 0 0 0,0-2 1 0 0,1-3-8 0 0,0 0 0 0 0,0 0 1 0 0,1 0-1 0 0,0 0 1 0 0,1 0-1 0 0,-1 1 0 0 0,1 0 1 0 0,6-8-1 0 0,0 6 12 0 0,-1 1-1 0 0,2 0 1 0 0,20-12 0 0 0,-27 18-49 0 0,3 1-32 0 0,1 0 49 0 0,0 1-1 0 0,0 1 0 0 0,-1-1 1 0 0,1 1-1 0 0,0 1 0 0 0,-1 0 1 0 0,1 0-1 0 0,-1 0 0 0 0,0 1 1 0 0,0-1-1 0 0,0 2 0 0 0,0-1 1 0 0,-1 1-1 0 0,0 0 0 0 0,0 1 1 0 0,0-1-1 0 0,-1 1 0 0 0,1 0 1 0 0,-1 1-1 0 0,-1-1 0 0 0,1 1 1 0 0,-1 0-1 0 0,4 10 0 0 0,-5-13-2 0 0,-1 0-1 0 0,0 1 1 0 0,1-1-1 0 0,-2 0 1 0 0,1 1-1 0 0,0-1 0 0 0,-1 1 1 0 0,2 8-1 0 0,-2-4 3 0 0,1 2-7 0 0,-1 1-1 0 0,0-1 1 0 0,0 1 0 0 0,-1-1-1 0 0,-1 1 1 0 0,0-1 0 0 0,-1 0-1 0 0,0 1 1 0 0,0-1 0 0 0,-1 0-1 0 0,0 0 1 0 0,-1 0 0 0 0,-8 14-1 0 0,3-9-26 0 0,0-1-1 0 0,-2 0 0 0 0,1-1 0 0 0,-2 0 0 0 0,0-1 0 0 0,0 0 1 0 0,-2-1-1 0 0,1-1 0 0 0,-1 0 0 0 0,-1 0 0 0 0,0-1 1 0 0,0-1-1 0 0,-1-1 0 0 0,0 0 0 0 0,-1-1 0 0 0,0-1 0 0 0,-32 8 1 0 0,43-13-13 0 0,0 0 0 0 0,-1-1 1 0 0,1 1-1 0 0,0-1 0 0 0,-1 0 1 0 0,1-1-1 0 0,0 1 0 0 0,-1-1 1 0 0,1-1-1 0 0,0 1 0 0 0,0-1 1 0 0,0 0-1 0 0,0 0 0 0 0,0-1 1 0 0,0 0-1 0 0,1 0 0 0 0,-7-4 1 0 0,8 3 18 0 0,0-1 0 0 0,1 1 0 0 0,-1-1 0 0 0,1 1 0 0 0,0-1 0 0 0,0 0 0 0 0,0 0 0 0 0,0-1 0 0 0,1 1 0 0 0,0-1 0 0 0,0 1 0 0 0,-1-11 0 0 0,2 11-22 0 0,1 4 42 0 0,1 1 1 0 0,-1-1-1 0 0,0 0 0 0 0,1 0 0 0 0,-1 0 1 0 0,0 0-1 0 0,1 1 0 0 0,-1-1 0 0 0,0 0 1 0 0,0 0-1 0 0,0 0 0 0 0,0 0 0 0 0,0 0 1 0 0,0 0-1 0 0,0 0 0 0 0,0 0 0 0 0,0 1 1 0 0,-1-2-1 0 0,1 0 0 0 0,0 0 0 0 0,0 1-1 0 0,-1-1 1 0 0,1 1 0 0 0,0-1 0 0 0,0 0-1 0 0,1 1 1 0 0,-1-1 0 0 0,0 1 0 0 0,0-1 0 0 0,1 0-1 0 0,-1 1 1 0 0,2-3 0 0 0,-1-1 0 0 0,1 1-1 0 0,-1-1 1 0 0,1 1 0 0 0,1-1-1 0 0,-1 1 1 0 0,1 0 0 0 0,-1 0-1 0 0,1 0 1 0 0,1 0 0 0 0,-1 0-1 0 0,0 0 1 0 0,1 1 0 0 0,7-6-1 0 0,-4 6 4 0 0,-1 0-1 0 0,1 1 1 0 0,0 0 0 0 0,-1 0-1 0 0,1 1 1 0 0,0-1 0 0 0,0 2-1 0 0,0-1 1 0 0,1 1 0 0 0,-1 0-1 0 0,0 0 1 0 0,0 1 0 0 0,0 0-1 0 0,0 0 1 0 0,0 1 0 0 0,12 4-1 0 0,13 6 89 0 0,1 1-1 0 0,-1 2 0 0 0,-1 1 1 0 0,-1 2-1 0 0,-1 0 1 0 0,48 41-1 0 0,-73-55-81 0 0,33 24-102 0 0,8-7-1411 0 0,-40-20 941 0 0,-5-1 523 0 0,1-1 1 0 0,-1 1 0 0 0,1-1-1 0 0,-1 1 1 0 0,0 0-1 0 0,1-1 1 0 0,0 1 0 0 0,-1 0-1 0 0,1-1 1 0 0,-1 1 0 0 0,1 0-1 0 0,-1 0 1 0 0,1 0-1 0 0,0-1 1 0 0,-1 1 0 0 0,1 0-1 0 0,-1 0 1 0 0,1 0-1 0 0,0 0 1 0 0,-1 0 0 0 0,1 0-1 0 0,-1 0 1 0 0,2 1 0 0 0,-1-1-77 0 0,1 0-1 0 0,-1 0 1 0 0,1 0 0 0 0,-1 0 0 0 0,0 0 0 0 0,1 0 0 0 0,-1-1 0 0 0,1 1 0 0 0,-1 0 0 0 0,0-1 0 0 0,1 1 0 0 0,-1-1 0 0 0,2 0-1 0 0,2-1-347 0 0,13-8-3143 0 0,1-3-816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46 138 3896 0 0,'0'0'2393'0'0,"-5"-1"-1426"0"0,-15-1-111 0 0,15 1 1911 0 0,-8-14-2219 0 0,10 12-145 0 0,5-1-227 0 0,1-2-117 0 0,-1 1 0 0 0,1-1 0 0 0,1 1-1 0 0,-1 0 1 0 0,1 0 0 0 0,0 0 0 0 0,0 0-1 0 0,1 1 1 0 0,-1 0 0 0 0,9-7-1 0 0,51-28 293 0 0,-60 37-322 0 0,1 0-12 0 0,15-4-3 0 0,-15 4 6 0 0,0 2 5 0 0,16 0-18 0 0,-19 1-4 0 0,0 0 0 0 0,0-1 0 0 0,0 1 0 0 0,-1 0 0 0 0,1 0 0 0 0,0 0 0 0 0,0 1 0 0 0,0-1 0 0 0,-1 0 0 0 0,1 1 0 0 0,-1-1 0 0 0,1 1 1 0 0,-1 0-1 0 0,0-1 0 0 0,1 1 0 0 0,-1 0 0 0 0,0 0 0 0 0,0-1 0 0 0,0 1 0 0 0,1 4 0 0 0,-2-5-4 0 0,1 0 0 0 0,0 0 0 0 0,-1 1-1 0 0,1-1 1 0 0,0 0 0 0 0,-1 1 0 0 0,0-1 0 0 0,1 1-1 0 0,-1-1 1 0 0,0 1 0 0 0,0-1 0 0 0,0 0-1 0 0,0 1 1 0 0,0-1 0 0 0,0 1 0 0 0,0 1 0 0 0,0 1 0 0 0,0 1 6 0 0,0 1 3 0 0,0 5-6 0 0,0-4-1 0 0,-1 1-1 0 0,1-1 0 0 0,-1 1 1 0 0,0-1-1 0 0,-1 1 0 0 0,0-1 1 0 0,-5 14-1 0 0,-18 43-45 0 0,24-61 63 0 0,-2 1 12 0 0,0 0 0 0 0,1 0 1 0 0,-1 0-1 0 0,1 1 1 0 0,0-1-1 0 0,-2 9 1 0 0,2-10 204 0 0,7-3-227 0 0,13-2-9 0 0,-13 1 146 0 0,0 0-130 0 0,18-1-12 0 0,-18 2-36 0 0,2 0-36 0 0,20 0 53 0 0,-23 0 14 0 0,1 1 0 0 0,-1-1 0 0 0,1 1 0 0 0,0 0 0 0 0,-1 1-1 0 0,0-1 1 0 0,1 1 0 0 0,-1 0 0 0 0,6 3 0 0 0,-2-1-33 0 0,-4-2 37 0 0,0 1 0 0 0,0-1 0 0 0,0 1 0 0 0,0-1 1 0 0,-1 1-1 0 0,1 0 0 0 0,-1 1 0 0 0,0-1 1 0 0,0 1-1 0 0,0-1 0 0 0,-1 1 0 0 0,1 0 0 0 0,-1 0 1 0 0,0 0-1 0 0,3 6 0 0 0,-2-2 1 0 0,-1-5 3 0 0,-2 2 4 0 0,0 0-10 0 0,0 1 0 0 0,-1-1 0 0 0,1 1 0 0 0,-1-1 0 0 0,0 0 1 0 0,-1 1-1 0 0,1-1 0 0 0,-1 0 0 0 0,0 0 0 0 0,-1 0 0 0 0,1 0 0 0 0,-5 6 1 0 0,2-4 3 0 0,-1-1 1 0 0,1 0 0 0 0,-1 0 0 0 0,-1 0 0 0 0,1-1 0 0 0,-1 0 0 0 0,0 0 0 0 0,0 0 0 0 0,0-1-1 0 0,-1 0 1 0 0,-14 5 0 0 0,-8 0 10 0 0,25-8-2 0 0,-1 0-3 0 0,5-1-17 0 0,-4 1-130 0 0,0-1-1 0 0,0 0 0 0 0,0 1 1 0 0,0-1-1 0 0,0-1 0 0 0,0 1 1 0 0,1-1-1 0 0,-1 0 0 0 0,0 0 1 0 0,0 0-1 0 0,1-1 0 0 0,-1 0 1 0 0,0 1-1 0 0,1-2 1 0 0,0 1-1 0 0,-1 0 0 0 0,1-1 1 0 0,0 0-1 0 0,1 0 0 0 0,-1 0 1 0 0,0-1-1 0 0,-4-4 0 0 0,6 5-62 0 0,-16-21-1858 0 0,9 0-2088 0 0,5 2 18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174 92 3432 0 0,'0'0'5591'0'0,"-1"5"-5322"0"0,0-1-159 0 0,0-1 1 0 0,0 0-1 0 0,-1 0 0 0 0,1 0 1 0 0,-1 1-1 0 0,1-2 0 0 0,-1 1 1 0 0,0 0-1 0 0,0 0 0 0 0,-4 3 1 0 0,3-3 549 0 0,-14 6-300 0 0,13-7 344 0 0,-22-5-450 0 0,21 3-68 0 0,3-2-175 0 0,1 1 1 0 0,-1-1-1 0 0,1 0 1 0 0,0 0-1 0 0,0 0 1 0 0,-1 1 0 0 0,1-1-1 0 0,0 0 1 0 0,1 0-1 0 0,-1-1 1 0 0,0 1-1 0 0,1 0 1 0 0,-1 0-1 0 0,1 0 1 0 0,-1 0-1 0 0,1-1 1 0 0,0 1-1 0 0,0 0 1 0 0,0 0-1 0 0,0-1 1 0 0,1 1 0 0 0,-1 0-1 0 0,0 0 1 0 0,1 0-1 0 0,0 0 1 0 0,-1 0-1 0 0,1-1 1 0 0,0 1-1 0 0,0 0 1 0 0,0 1-1 0 0,0-1 1 0 0,1 0-1 0 0,-1 0 1 0 0,3-3-1 0 0,3-2-10 0 0,0 0-1 0 0,0 0 1 0 0,0 0 0 0 0,1 1-1 0 0,17-11 1 0 0,-20 14 11 0 0,0 1 0 0 0,1-1 0 0 0,-1 1 0 0 0,1 0 0 0 0,0 0 0 0 0,0 1 0 0 0,8-2 0 0 0,-10 3-10 0 0,1-1 0 0 0,2 1 8 0 0,-2 0-12 0 0,-2 0 8 0 0,1-1 1 0 0,0 1-1 0 0,0 1 0 0 0,0-1 0 0 0,0 0 0 0 0,-1 1 0 0 0,1 0 0 0 0,0 0 0 0 0,-1 0 0 0 0,1 0 0 0 0,0 1 0 0 0,-1-1 0 0 0,1 1 0 0 0,-1 0 0 0 0,5 3 1 0 0,-3-2 3 0 0,-3-2-6 0 0,-1 0-1 0 0,1 0 1 0 0,0 0 0 0 0,-1 1 0 0 0,1-1 0 0 0,-1 0-1 0 0,0 1 1 0 0,1-1 0 0 0,-1 1 0 0 0,0-1 0 0 0,0 1-1 0 0,0 0 1 0 0,2 3 0 0 0,23 55-113 0 0,-25-57 116 0 0,0 0 0 0 0,0 0 1 0 0,0 0-1 0 0,0 0 1 0 0,-1 0-1 0 0,1 1 1 0 0,-1-1-1 0 0,0 0 1 0 0,0 6-1 0 0,-1 0 5 0 0,2 5-5 0 0,-2 0 0 0 0,1 0 0 0 0,-2 0 1 0 0,0 0-1 0 0,-1 0 0 0 0,-8 25 1 0 0,2-12-7 0 0,-2-2 1 0 0,-17 30 0 0 0,20-38-3 0 0,-2 0 1 0 0,0-1 0 0 0,-2 0 0 0 0,1-1 0 0 0,-2-1 0 0 0,0 1 0 0 0,-25 20 0 0 0,33-31 7 0 0,0 0-1 0 0,0-1 1 0 0,-1 1 0 0 0,1-1-1 0 0,-9 3 1 0 0,4-1 54 0 0,6-3-52 0 0,-24 2-62 0 0,23-4 19 0 0,1-1 14 0 0,-1-1 16 0 0,1 0 1 0 0,-1 0-1 0 0,1 0 1 0 0,0 0 0 0 0,0-1-1 0 0,0 0 1 0 0,0 0 0 0 0,0 0-1 0 0,1 0 1 0 0,-1 0-1 0 0,1-1 1 0 0,0 0 0 0 0,-5-7-1 0 0,-10-32 70 0 0,17 38-56 0 0,1 4-8 0 0,1 1 0 0 0,-1-1-1 0 0,0 1 1 0 0,0-1 0 0 0,1 1 0 0 0,-1-1 0 0 0,0 1-1 0 0,0-1 1 0 0,0 0 0 0 0,0 1 0 0 0,0-1-1 0 0,0 1 1 0 0,0-1 0 0 0,0 0 0 0 0,0 1-1 0 0,0-1 1 0 0,0 1 0 0 0,0-1 0 0 0,0 0-1 0 0,0 1 1 0 0,-1-2 0 0 0,1 2-2 0 0,0-1 0 0 0,-1 0 1 0 0,1 0-1 0 0,0 0 0 0 0,0 0 1 0 0,0 0-1 0 0,0 0 0 0 0,0 0 1 0 0,0 0-1 0 0,0 0 0 0 0,0 0 0 0 0,0 0 1 0 0,1 0-1 0 0,-1 0 0 0 0,0 0 1 0 0,1 0-1 0 0,-1 0 0 0 0,0 0 1 0 0,1-1-1 0 0,6-14-13 0 0,-5 12 3 0 0,1 1 18 0 0,2 0-5 0 0,-1-1 1 0 0,1 2-1 0 0,0-1 0 0 0,0 0 0 0 0,0 1 1 0 0,9-3-1 0 0,-9 4 14 0 0,1 1 25 0 0,10 2 15 0 0,0 0 0 0 0,-1 2 0 0 0,0-1 0 0 0,0 2 1 0 0,16 6-1 0 0,26 18-2 0 0,44 20-392 0 0,-97-48-7 0 0,17 4-445 0 0,-15-3 608 0 0,0-1-456 0 0,0 0-84 0 0,9-2-972 0 0,1-1-1 0 0,-1 0 0 0 0,27-8 0 0 0,-37 8-2401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152 31 2652 0 0,'0'0'2568'0'0,"-4"-1"-1579"0"0,2 1-866 0 0,0-1 1 0 0,0 1-1 0 0,0-1 0 0 0,0 1 0 0 0,0 0 0 0 0,0 0 1 0 0,0 0-1 0 0,0 0 0 0 0,0 0 0 0 0,0 0 0 0 0,0 1 1 0 0,0-1-1 0 0,0 1 0 0 0,0-1 0 0 0,0 1 0 0 0,0 0 0 0 0,1 0 1 0 0,-1 0-1 0 0,0 0 0 0 0,0 0 0 0 0,1 0 0 0 0,-1 0 1 0 0,1 0-1 0 0,-1 1 0 0 0,-1 1 0 0 0,-9 9 290 0 0,0 0 0 0 0,1 0-1 0 0,0 1 1 0 0,1 1 0 0 0,0 0-1 0 0,2 0 1 0 0,-9 17 0 0 0,11-8-7 0 0,6-17-343 0 0,-1-1 114 0 0,1 2-19 0 0,0-6-154 0 0,0 6 26 0 0,1 0 1 0 0,-1 0 0 0 0,1 0-1 0 0,0 0 1 0 0,1 0 0 0 0,-1 0-1 0 0,1 0 1 0 0,1 0 0 0 0,-1 0-1 0 0,1-1 1 0 0,1 1 0 0 0,-1-1 0 0 0,1 0-1 0 0,0 0 1 0 0,6 7 0 0 0,21 14 0 0 0,-28-24-25 0 0,-1-3-7 0 0,-1 0 0 0 0,1 1 0 0 0,0-1 0 0 0,-1 0 0 0 0,1 1 0 0 0,-1 0 0 0 0,1-1 0 0 0,-1 1 0 0 0,1 0 0 0 0,-1-1 0 0 0,0 1 0 0 0,2 2 0 0 0,1-1-2 0 0,1 0-9 0 0,-1-1 29 0 0,15 1 3 0 0,-17-2-15 0 0,-1 0-1 0 0,0 1 1 0 0,1-1-1 0 0,-1 0 1 0 0,1 0-1 0 0,-1 0 1 0 0,1 0-1 0 0,-1-1 1 0 0,1 1-1 0 0,-1 0 1 0 0,1 0-1 0 0,-1-1 1 0 0,2 0-1 0 0,2-1 7 0 0,-1 1 15 0 0,0-1-7 0 0,1-1-12 0 0,-1-1-1 0 0,1 1 1 0 0,-1-1-1 0 0,0 0 1 0 0,0 0-1 0 0,0 0 1 0 0,-1-1-1 0 0,1 1 1 0 0,-1-1 0 0 0,0 0-1 0 0,4-10 1 0 0,-2-3-261 0 0,-1-1 1 0 0,0 0-1 0 0,-2-1 1 0 0,0 1-1 0 0,-1 0 1 0 0,-1-1 0 0 0,-3-28-1 0 0,2 42-15 0 0,-3-21-366 0 0,-2 8-332 0 0,5 16 750 0 0,-8-25-1433 0 0,-6 7-2521 0 0,-2 6-109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72 3060 0 0,'0'0'8432'0'0,"5"1"-8278"0"0,9 0-42 0 0,-1-1 1 0 0,1 0-1 0 0,-1 0 1 0 0,1-2 0 0 0,21-4-1 0 0,6-1-33 0 0,-35 6-124 0 0,0 0-1 0 0,0 0 0 0 0,0-1 0 0 0,10-5 1 0 0,-5 2 36 0 0,-7 4 96 0 0,0-1 7 0 0,52-35 635 0 0,-53 35-157 0 0,-3 8-438 0 0,-5 57 315 0 0,-2-9-361 0 0,-8 48-80 0 0,-2 124 1 0 0,17-220-320 0 0,0 0-118 0 0,0 51-2636 0 0,0-52 1885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14 110 3356 0 0,'-13'-18'4289'0'0,"12"17"-4246"0"0,1 0 1 0 0,0 1-1 0 0,0-1 1 0 0,0 0-1 0 0,0 1 0 0 0,0-1 1 0 0,0 0-1 0 0,0 1 0 0 0,0-1 1 0 0,1 0-1 0 0,-1 1 0 0 0,0-1 1 0 0,0 0-1 0 0,0 1 0 0 0,1-1 1 0 0,-1 1-1 0 0,0-1 1 0 0,1 0-1 0 0,-1 1 0 0 0,1-1 1 0 0,-1 1-1 0 0,0-1 0 0 0,1 1 1 0 0,-1-1-1 0 0,1 1 0 0 0,0 0 1 0 0,-1-1-1 0 0,1 1 1 0 0,-1 0-1 0 0,1-1 0 0 0,-1 1 1 0 0,1 0-1 0 0,0 0 0 0 0,-1-1 1 0 0,1 1-1 0 0,0 0 0 0 0,-1 0 1 0 0,2 0-1 0 0,46-13 395 0 0,92-12 0 0 0,52 7-2663 0 0,-155 13 1402 0 0,-2-1-2667 0 0,6 0-144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195 8 1924 0 0,'0'0'1170'0'0,"-4"-1"-167"0"0,-1-1-504 0 0,1 1-1 0 0,-1 0 1 0 0,0 0 0 0 0,0 0-1 0 0,1 1 1 0 0,-1 0-1 0 0,-6 0 1 0 0,6 1 31 0 0,1 1-30 0 0,-7 5-209 0 0,-1 0 0 0 0,1 2 0 0 0,1-1 0 0 0,0 1-1 0 0,0 0 1 0 0,1 1 0 0 0,0 0 0 0 0,1 1 0 0 0,0 0 0 0 0,0 0-1 0 0,1 1 1 0 0,1 0 0 0 0,-6 15 0 0 0,10-23-227 0 0,1 1-1 0 0,0-1 1 0 0,0 1 0 0 0,0-1-1 0 0,1 1 1 0 0,0-1 0 0 0,0 1-1 0 0,0 0 1 0 0,1 5 0 0 0,-1-3 3 0 0,1-2-14 0 0,0 0 0 0 0,0 0-1 0 0,1 0 1 0 0,-1 0 0 0 0,1 0 0 0 0,0 0 0 0 0,0-1-1 0 0,1 1 1 0 0,-1 0 0 0 0,6 5 0 0 0,-6-6-29 0 0,6 10 156 0 0,6 2-70 0 0,-3-7 27 0 0,-3-2-76 0 0,0 0 1 0 0,1-1-1 0 0,1 1 0 0 0,-1-2 1 0 0,1 1-1 0 0,0-1 0 0 0,0-1 1 0 0,18 6-1 0 0,-23-9-30 0 0,2-2-3 0 0,-2 1-31 0 0,1-1 8 0 0,0 1 0 0 0,-1-1 0 0 0,1 0 0 0 0,0 0 0 0 0,0 0 1 0 0,-1-1-1 0 0,1 0 0 0 0,-1 0 0 0 0,0-1 0 0 0,9-4 0 0 0,39-34 42 0 0,-41 32-41 0 0,-11 8-5 0 0,1 0 1 0 0,-1 0-1 0 0,0-1 0 0 0,1 1 0 0 0,-1 0 1 0 0,0-1-1 0 0,0 1 0 0 0,0-1 1 0 0,0 1-1 0 0,0-1 0 0 0,0 1 1 0 0,1-3-1 0 0,3-6 2 0 0,1-1-44 0 0,0 0 0 0 0,-1 0 0 0 0,-1-1 0 0 0,6-17 0 0 0,-9 23-48 0 0,0 0-1 0 0,-1 1 1 0 0,1-1-1 0 0,-1 0 0 0 0,0 1 1 0 0,-1-1-1 0 0,1 0 1 0 0,-1 1-1 0 0,0-1 1 0 0,-1 1-1 0 0,1-1 0 0 0,-1 1 1 0 0,0 0-1 0 0,-5-9 1 0 0,2 7-166 0 0,0-1 0 0 0,0 0-1 0 0,-1 1 1 0 0,0 0 0 0 0,0 0 0 0 0,-1 1 0 0 0,0 0 0 0 0,0 0 0 0 0,0 1 0 0 0,-17-10 0 0 0,20 13-198 0 0,-2 1-55 0 0,-6 2-593 0 0,-1-1 0 0 0,1 1 0 0 0,0 1 0 0 0,0 0 0 0 0,-15 6 0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1 2568 0 0,'0'0'6250'0'0,"0"5"-5897"0"0,0 16 12 0 0,0-16-16 0 0,0 1-47 0 0,-3 30 562 0 0,-10 46 1 0 0,12-77-666 0 0,0 1-28 0 0,-10 46 388 0 0,11-48-246 0 0,-1 1-210 0 0,1-1-47 0 0,0 1 0 0 0,1-1 0 0 0,-1 0 0 0 0,1 0 0 0 0,0 0 0 0 0,0 0 0 0 0,0 0 0 0 0,3 7 0 0 0,-2-7 18 0 0,2-3-17 0 0,6 3-29 0 0,0-1 0 0 0,1 0 0 0 0,-1-1 0 0 0,1 0 0 0 0,0 0 0 0 0,-1-1 0 0 0,18-1 0 0 0,76-7-27 0 0,-99 6 9 0 0,22-1-18 0 0,-18 1 8 0 0,43-8 25 0 0,-7 2-44 0 0,-38 5 12 0 0,8-5 2 0 0,25-15-41 0 0,-35 19 50 0 0,8-13-32 0 0,-11 12 61 0 0,-1-1-12 0 0,1 1-18 0 0,-1 3-4 0 0,-1 0 0 0 0,1-1 0 0 0,-1 1-1 0 0,0-1 1 0 0,1 1 0 0 0,-1 0 0 0 0,0-1 0 0 0,0 1 0 0 0,0-1 0 0 0,0 1 0 0 0,0-1 0 0 0,0 1 0 0 0,0 0 0 0 0,0-1 0 0 0,0 1 0 0 0,-1-3 0 0 0,-4-17 11 0 0,-3 1-14 0 0,6 16 3 0 0,0 1 10 0 0,-12-15 10 0 0,11 15-35 0 0,2 1 16 0 0,-12-9 24 0 0,12 11-19 0 0,0 0 0 0 0,-1 0 0 0 0,1 0 0 0 0,0 0 0 0 0,0 0 0 0 0,0 1 1 0 0,0-1-1 0 0,0 0 0 0 0,0 1 0 0 0,0-1 0 0 0,0 1 0 0 0,0-1 0 0 0,0 1 1 0 0,0 0-1 0 0,0-1 0 0 0,0 1 0 0 0,0 0 0 0 0,0 0 0 0 0,1 0 0 0 0,-1 0 1 0 0,0-1-1 0 0,1 1 0 0 0,-1 0 0 0 0,0 0 0 0 0,1 0 0 0 0,-1 0 0 0 0,1 0 1 0 0,0 1-1 0 0,-1 1 0 0 0,-2 3 30 0 0,1 0 1 0 0,0 0 0 0 0,1 1-1 0 0,-1-1 1 0 0,1 7 0 0 0,-5 57 120 0 0,5-55-112 0 0,1-9-41 0 0,-2 55 24 0 0,4-32 3 0 0,16 141-1075 0 0,-17-166 608 0 0,1 0-110 0 0,-2-4 519 0 0,7 18-877 0 0,-7-17 570 0 0,1 0 1 0 0,-1 0-1 0 0,1 0 1 0 0,-1 0 0 0 0,1 0-1 0 0,-1-1 1 0 0,1 1-1 0 0,0 0 1 0 0,0 0-1 0 0,-1 0 1 0 0,1-1 0 0 0,0 1-1 0 0,0 0 1 0 0,0-1-1 0 0,0 1 1 0 0,-1-1-1 0 0,1 1 1 0 0,0-1-1 0 0,0 1 1 0 0,0-1 0 0 0,2 1-1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139 130 3568 0 0,'0'0'3926'0'0,"-2"-4"-3299"0"0,0-1-84 0 0,0 1 0 0 0,-1-1 0 0 0,0 1 0 0 0,0 0 1 0 0,-5-7-1 0 0,5 9 497 0 0,3 1-1027 0 0,0 1 1 0 0,0 0-1 0 0,0-1 0 0 0,0 1 1 0 0,0 0-1 0 0,0-1 1 0 0,0 1-1 0 0,-1-1 0 0 0,1 1 1 0 0,0 0-1 0 0,0-1 1 0 0,0 1-1 0 0,0 0 0 0 0,0 0 1 0 0,-1-1-1 0 0,1 1 1 0 0,0 0-1 0 0,0-1 0 0 0,0 1 1 0 0,-1 0-1 0 0,1 0 1 0 0,0-1-1 0 0,0 1 0 0 0,-1 0 1 0 0,1 0-1 0 0,0 0 1 0 0,-1-1-1 0 0,1 1 0 0 0,-1 0 1 0 0,0 0 21 0 0,1-1 1 0 0,-1 1-1 0 0,1 0 1 0 0,-1-1-1 0 0,1 1 1 0 0,-1-1-1 0 0,1 1 0 0 0,-1 0 1 0 0,1-1-1 0 0,0 1 1 0 0,-1-1-1 0 0,1 1 1 0 0,-1-1-1 0 0,1 0 1 0 0,0 1-1 0 0,0-1 1 0 0,-1 1-1 0 0,1-1 1 0 0,0 0-1 0 0,0 1 0 0 0,0-1 1 0 0,-1 1-1 0 0,1-1 1 0 0,0 0-1 0 0,0 1 1 0 0,0-1-1 0 0,0-1 1 0 0,0-1 17 0 0,1-1 0 0 0,-1 0 1 0 0,0 0-1 0 0,1 0 0 0 0,0 1 1 0 0,0-1-1 0 0,0 0 0 0 0,0 1 1 0 0,2-4-1 0 0,-1 3 70 0 0,2 1-8 0 0,11-9 10 0 0,-11 9-5 0 0,1 2-15 0 0,0 0-88 0 0,0 0 0 0 0,0 1 0 0 0,1-1 0 0 0,-1 1 0 0 0,0 0 0 0 0,0 1 0 0 0,1-1 0 0 0,-1 1 0 0 0,0 0 0 0 0,0 0 0 0 0,0 1-1 0 0,0 0 1 0 0,9 4 0 0 0,-8-3-4 0 0,0 1-1 0 0,0 0 0 0 0,0 1 1 0 0,-1-1-1 0 0,1 1 0 0 0,-1 0 1 0 0,0 0-1 0 0,-1 1 0 0 0,1 0 0 0 0,-1 0 1 0 0,0 0-1 0 0,3 7 0 0 0,0 0 1 0 0,0 0-1 0 0,-1 1 1 0 0,-1-1-1 0 0,6 21 1 0 0,-10-25-16 0 0,1 0 0 0 0,-1 0 1 0 0,-1 0-1 0 0,0 0 0 0 0,0 0 1 0 0,-1 0-1 0 0,0 0 1 0 0,0 0-1 0 0,-1 0 0 0 0,-4 11 1 0 0,2-7-9 0 0,-2 0 1 0 0,1-1 0 0 0,-2 0-1 0 0,1 0 1 0 0,-2 0-1 0 0,1-1 1 0 0,-2 0 0 0 0,0-1-1 0 0,0 1 1 0 0,0-2-1 0 0,-1 1 1 0 0,-1-1 0 0 0,0-1-1 0 0,0 0 1 0 0,-1-1-1 0 0,-16 9 1 0 0,-26 7-114 0 0,49-21 82 0 0,-1-1 2 0 0,-18 3 24 0 0,18-3-5 0 0,1-2-28 0 0,-14-3 2 0 0,15 3 21 0 0,4 0 25 0 0,0 1 0 0 0,0 0 0 0 0,-1-1 0 0 0,1 1 0 0 0,0 0 0 0 0,0-1 0 0 0,0 1 0 0 0,0 0 0 0 0,0-1 0 0 0,0 1 0 0 0,-1 0 0 0 0,1-1 0 0 0,0 1 0 0 0,0 0-1 0 0,0 0 1 0 0,-1-1 0 0 0,1 1 0 0 0,0 0 0 0 0,-1 0 0 0 0,1 0 0 0 0,0-1 0 0 0,0 1 0 0 0,-1 0 0 0 0,1 0 0 0 0,0 0 0 0 0,-1 0 0 0 0,1-1 0 0 0,0 1 0 0 0,-1 0 0 0 0,1 0 0 0 0,0 0-1 0 0,-1 0 1 0 0,0 0-2 0 0,0 0 1 0 0,1 0-1 0 0,-1-1 0 0 0,0 1 0 0 0,0 0 0 0 0,0-1 0 0 0,1 1 0 0 0,-1-1 0 0 0,0 1 0 0 0,1-1 0 0 0,-1 1 0 0 0,0-1 0 0 0,1 1 0 0 0,-1-1 0 0 0,1 0 0 0 0,-1 1 0 0 0,1-1 0 0 0,-1 0 0 0 0,1 1 1 0 0,-1-1-1 0 0,1 0 0 0 0,-1-1 0 0 0,-5-16-17 0 0,5 14 45 0 0,1 4-26 0 0,0-1 1 0 0,0 1-1 0 0,0-1 1 0 0,0 1-1 0 0,0-1 0 0 0,0 1 1 0 0,0-1-1 0 0,1 1 0 0 0,-1-1 1 0 0,0 1-1 0 0,0-1 0 0 0,0 1 1 0 0,0 0-1 0 0,1-1 1 0 0,-1 1-1 0 0,0-1 0 0 0,1 1 1 0 0,-1 0-1 0 0,0-1 0 0 0,1 1 1 0 0,-1 0-1 0 0,0-1 1 0 0,1 1-1 0 0,-1 0 0 0 0,1-1 1 0 0,0 1-1 0 0,-1 0 0 0 0,0 0 0 0 0,1-1 1 0 0,-1 1-1 0 0,0 0 0 0 0,1-1 1 0 0,-1 1-1 0 0,0 0 0 0 0,1-1 0 0 0,-1 1 1 0 0,0 0-1 0 0,1-1 0 0 0,-1 1 0 0 0,0-1 1 0 0,0 1-1 0 0,0 0 0 0 0,1-1 1 0 0,-1 1-1 0 0,0-1 0 0 0,0 1 0 0 0,0-1 1 0 0,0 1-1 0 0,0-1 0 0 0,0 1 0 0 0,0-1 1 0 0,5-1-14 0 0,12-4 8 0 0,-16 5 7 0 0,1 1 1 0 0,-1-1-1 0 0,0 1 0 0 0,1 0 0 0 0,-1-1 0 0 0,0 1 0 0 0,1 0 1 0 0,-1 0-1 0 0,0 0 0 0 0,1 0 0 0 0,-1 0 0 0 0,1 0 0 0 0,-1 1 0 0 0,0-1 1 0 0,1 0-1 0 0,-1 1 0 0 0,0-1 0 0 0,2 2 0 0 0,1-1 4 0 0,8 3 81 0 0,0 0-1 0 0,0 1 1 0 0,0 0-1 0 0,19 12 1 0 0,-13-8-43 0 0,27 15-26 0 0,-16-9 153 0 0,41 16-1 0 0,-57-26-419 0 0,1-1 0 0 0,0 0 1 0 0,1-1-1 0 0,-1-1 0 0 0,1 0 0 0 0,16-1 1 0 0,17-1-1466 0 0,-38 0 1358 0 0,27-3-1813 0 0,-28 3 1629 0 0,4-2-128 0 0,8-3-2688 0 0,11-3-1573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39 146 2724 0 0,'0'0'1997'0'0,"2"-4"-1149"0"0,7-9-96 0 0,-6 10-68 0 0,7-15 538 0 0,-8 15-656 0 0,0-2-15 0 0,23-43 1470 0 0,-23 43-1570 0 0,0 1-9 0 0,7-13-20 0 0,-7 12 331 0 0,-1 1-455 0 0,-1 3-252 0 0,1 1 1 0 0,-1-1-1 0 0,1 1 1 0 0,-1-1-1 0 0,0 0 1 0 0,0 1 0 0 0,1-1-1 0 0,-1 0 1 0 0,0 0-1 0 0,0 1 1 0 0,0-1-1 0 0,0 0 1 0 0,0 1 0 0 0,0-1-1 0 0,0 0 1 0 0,0 0-1 0 0,0 1 1 0 0,0-1-1 0 0,0 0 1 0 0,-1 1 0 0 0,1-1-1 0 0,0-1 1 0 0,-16 3 289 0 0,8 4-333 0 0,-21 46-6 0 0,17-23 62 0 0,5-2 1 0 0,-10 38-122 0 0,15-56 62 0 0,-1 11-17 0 0,3 1 11 0 0,-1-9 15 0 0,0 0 0 0 0,1 0 1 0 0,1 0-1 0 0,0 0 0 0 0,1 0 0 0 0,0 0 0 0 0,0 0 1 0 0,1 0-1 0 0,9 19 0 0 0,-10-26 6 0 0,-2-2-10 0 0,1-1-1 0 0,0 1 1 0 0,0 0-1 0 0,0-1 1 0 0,1 1-1 0 0,-1-1 1 0 0,0 1-1 0 0,0-1 1 0 0,1 0-1 0 0,-1 1 1 0 0,3 0-1 0 0,-1 2-3 0 0,1-2-6 0 0,11 5-3 0 0,-12-5-16 0 0,3-2-8 0 0,16 0 46 0 0,-16 0-2 0 0,-2-2 2 0 0,1 0-3 0 0,1 0 0 0 0,-1-1 0 0 0,0 0 0 0 0,0 0 0 0 0,8-6 0 0 0,-4-6 68 0 0,-6 10-92 0 0,5-4 31 0 0,-5 2-17 0 0,5-23 38 0 0,-7 22 8 0 0,0 1-1 0 0,-1 0 0 0 0,1-1 1 0 0,-1 1-1 0 0,-1-1 0 0 0,1 1 0 0 0,-3-11 1 0 0,2 14-67 0 0,0-5-19 0 0,-6-13-13 0 0,-1 8-37 0 0,-1-2-277 0 0,-1 0 0 0 0,-15-16-1 0 0,21 29-9 0 0,0 1-63 0 0,-13-4-36 0 0,12 4-3 0 0,0 4 24 0 0,1 0 282 0 0,-1 0-1 0 0,1 0 1 0 0,0 0 0 0 0,0 1-1 0 0,0-1 1 0 0,0 1 0 0 0,1 0-1 0 0,-1 0 1 0 0,1 1 0 0 0,-1-1-1 0 0,1 1 1 0 0,0 0 0 0 0,-4 6-1 0 0,2 0-519 0 0,0 0 0 0 0,1 1 0 0 0,0-1 0 0 0,1 1 0 0 0,0 0 0 0 0,-2 14 0 0 0,0 2-1172 0 0,4-21-1320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208 47 2988 0 0,'0'0'2139'0'0,"0"-5"-1355"0"0,-1 2-569 0 0,1 0 0 0 0,-1 0 0 0 0,1 0 1 0 0,-1 0-1 0 0,0 0 0 0 0,0 0 0 0 0,-1 0 0 0 0,1 0 1 0 0,0 0-1 0 0,-1 1 0 0 0,-2-4 0 0 0,2 3 169 0 0,0 4-361 0 0,0 0 1 0 0,1 0-1 0 0,-1-1 0 0 0,0 1 1 0 0,0 0-1 0 0,0-1 1 0 0,0 1-1 0 0,1-1 0 0 0,-1 0 1 0 0,-2 1-1 0 0,-1 0 129 0 0,1 3 22 0 0,-8 6 1 0 0,1 0 1 0 0,1 1 0 0 0,0 1 0 0 0,0 0 0 0 0,1 0 0 0 0,-11 21 0 0 0,2 2 49 0 0,-16 44 1 0 0,31-73-210 0 0,-5 19 28 0 0,4-3-14 0 0,-4 34-40 0 0,7-51-91 0 0,1 1-40 0 0,-1 20-61 0 0,0-20-31 0 0,2-2-28 0 0,3 15-45 0 0,-3-14-25 0 0,-1-5-67 0 0,1 0 380 0 0,-1 0 0 0 0,0 0-1 0 0,1 0 1 0 0,-1 0 0 0 0,0 0-1 0 0,1 1 1 0 0,-1-1 0 0 0,0 0-1 0 0,1 0 1 0 0,-1 0 0 0 0,0 1-1 0 0,0-1 1 0 0,1 0 0 0 0,-1 0-1 0 0,0 1 1 0 0,0-1 0 0 0,1 0-1 0 0,-1 0 1 0 0,0 1 0 0 0,0-1-1 0 0,0 0 1 0 0,0 1 0 0 0,1-1-1 0 0,-1 0 1 0 0,0 1 0 0 0,0 0-1 0 0,0-1-15 0 0,0 1-1 0 0,0-1 1 0 0,1 1-1 0 0,-1-1 1 0 0,0 0-1 0 0,0 1 1 0 0,1-1-1 0 0,-1 1 1 0 0,0-1-1 0 0,0 1 1 0 0,1-1-1 0 0,-1 0 1 0 0,0 1-1 0 0,1-1 1 0 0,-1 0 0 0 0,1 1-1 0 0,-1-1 1 0 0,0 0-1 0 0,1 0 1 0 0,-1 1-1 0 0,1-1 1 0 0,-1 0-1 0 0,1 0 1 0 0,-1 0-1 0 0,1 0 1 0 0,-1 1-1 0 0,1-1 1 0 0,-1 0-1 0 0,1 0 1 0 0,-1 0-1 0 0,1 0 1 0 0,-1 0-1 0 0,1 0 1 0 0,-1 0-1 0 0,1 0 1 0 0,-1-1-1 0 0,1 1 1 0 0,7-2-49 0 0,0-1-1 0 0,-1 1 1 0 0,1-1-1 0 0,-1-1 1 0 0,0 1-1 0 0,0-1 1 0 0,0-1-1 0 0,0 1 1 0 0,5-7-1 0 0,23-20 132 0 0,-23 19 198 0 0,1-1 0 0 0,0 2 0 0 0,1 0-1 0 0,1 1 1 0 0,0 0 0 0 0,0 1 0 0 0,31-14-1 0 0,-37 20-123 0 0,-1 1-1 0 0,0 0 1 0 0,1 0-1 0 0,-1 1 1 0 0,1 0-1 0 0,-1 1 1 0 0,1-1-1 0 0,-1 2 0 0 0,1-1 1 0 0,0 1-1 0 0,-1 0 1 0 0,11 4-1 0 0,-12-4-72 0 0,-1 1-1 0 0,0 0 1 0 0,0 1-1 0 0,0 0 0 0 0,0-1 1 0 0,0 2-1 0 0,-1-1 1 0 0,0 1-1 0 0,1 0 1 0 0,-1 0-1 0 0,0 0 0 0 0,-1 1 1 0 0,1-1-1 0 0,-1 1 1 0 0,0 0-1 0 0,0 1 0 0 0,-1-1 1 0 0,5 10-1 0 0,-6-12-80 0 0,0 2 44 0 0,5 14 18 0 0,-5-15-16 0 0,-1 1-106 0 0,2 15 28 0 0,-2-15-60 0 0,-6-1-2556 0 0,5-4 2638 0 0,0 1-1 0 0,0-1 0 0 0,-1 1 1 0 0,1-1-1 0 0,0 1 0 0 0,-1-1 1 0 0,1 1-1 0 0,0-1 0 0 0,-1 1 1 0 0,1-1-1 0 0,-1 0 0 0 0,1 1 1 0 0,-1-1-1 0 0,1 0 0 0 0,-1 1 1 0 0,1-1-1 0 0,-1 0 0 0 0,1 0 0 0 0,-1 1 1 0 0,1-1-1 0 0,-1 0 0 0 0,1 0 1 0 0,-1 0-1 0 0,0 0 0 0 0,1 0 1 0 0,-1 0-1 0 0,1 0 0 0 0,-1 0 1 0 0,0 0-1 0 0,-37-23-1041 0 0,34 21 915 0 0,2 1 152 0 0,0 1 1 0 0,0 0 0 0 0,0 0 0 0 0,0-1 0 0 0,0 1-1 0 0,1-1 1 0 0,-1 0 0 0 0,0 1 0 0 0,0-1 0 0 0,0 0 0 0 0,-1-2-1 0 0,-2 1-6 0 0,-1-1-11 0 0,0 2 50 0 0,-17-4 46 0 0,17 3 39 0 0,1 2 99 0 0,-16-2 37 0 0,16 1 10 0 0,0 2 34 0 0,-15 3 19 0 0,15-2-21 0 0,5-2-264 0 0,0 0 0 0 0,-1 1 0 0 0,1-1 0 0 0,0 1 0 0 0,0-1 0 0 0,-1 0 0 0 0,1 1 0 0 0,0-1 0 0 0,-1 0 1 0 0,1 1-1 0 0,0-1 0 0 0,-1 0 0 0 0,1 0 0 0 0,0 1 0 0 0,-1-1 0 0 0,1 0 0 0 0,0 0 0 0 0,-1 0 0 0 0,1 1 0 0 0,-1-1 0 0 0,1 0 0 0 0,-1 0 0 0 0,1 0 0 0 0,0 0 0 0 0,-1 0 0 0 0,1 0 0 0 0,-2 0 0 0 0,2 0 2 0 0,-1 0-1 0 0,0 0 0 0 0,0 0 0 0 0,1 0 0 0 0,-1 1 0 0 0,0-1 0 0 0,0 0 1 0 0,1 0-1 0 0,-1 1 0 0 0,0-1 0 0 0,1 0 0 0 0,-1 1 0 0 0,0-1 0 0 0,1 1 1 0 0,-1-1-1 0 0,0 1 0 0 0,1-1 0 0 0,-1 1 0 0 0,1-1 0 0 0,-1 1 0 0 0,1-1 0 0 0,-1 1 1 0 0,0 1-1 0 0,-4 7 153 0 0,1 1 0 0 0,-1 0 0 0 0,2 0 1 0 0,-5 14-1 0 0,8-18 25 0 0,0-1-38 0 0,10 47 205 0 0,-8-47-296 0 0,0-2-8 0 0,2 1-30 0 0,-1 0 1 0 0,1-1-1 0 0,-1 1 0 0 0,1-1 0 0 0,0 0 0 0 0,8 4 0 0 0,-8-5 21 0 0,1-4-19 0 0,3 1-4 0 0,0-1-1 0 0,0-1 1 0 0,-1 1-1 0 0,1-1 1 0 0,-1-1-1 0 0,0 1 1 0 0,0-1 0 0 0,9-7-1 0 0,53-54 71 0 0,-62 60-84 0 0,5-6 45 0 0,1 1-1 0 0,1 0 0 0 0,0 1 0 0 0,15-8 0 0 0,25-2 209 0 0,-49 18-176 0 0,3 1-44 0 0,-4 0-42 0 0,0 0 0 0 0,1 0 0 0 0,-1 0 0 0 0,0 0 0 0 0,0 0-1 0 0,1 1 1 0 0,-1 0 0 0 0,0 0 0 0 0,0 0 0 0 0,0 0-1 0 0,0 0 1 0 0,0 1 0 0 0,0 0 0 0 0,5 3 0 0 0,-5-3-71 0 0,-1 1 1 0 0,1 0 0 0 0,0 1 0 0 0,-1-1-1 0 0,1 1 1 0 0,-1-1 0 0 0,0 1-1 0 0,0 0 1 0 0,-1 0 0 0 0,1 0 0 0 0,-1 1-1 0 0,0-1 1 0 0,0 0 0 0 0,0 1-1 0 0,-1 0 1 0 0,2 4 0 0 0,-3 5-711 0 0,-1 1-1 0 0,0-1 1 0 0,-1 0 0 0 0,-1 0 0 0 0,0 0-1 0 0,-1 0 1 0 0,-6 15 0 0 0,7-23-2692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104 26 3680 0 0,'0'0'3954'0'0,"-1"-4"-3297"0"0,-1-13-93 0 0,1 12 2221 0 0,-10 23-1987 0 0,8-13-694 0 0,1 0 0 0 0,0 1 0 0 0,0-1 0 0 0,1 1-1 0 0,-1-1 1 0 0,1 1 0 0 0,1 0 0 0 0,-1-1 0 0 0,1 10 0 0 0,-1-3-26 0 0,-64 397 1650 0 0,64-405-1739 0 0,0 2-34 0 0,-3 17-67 0 0,4-17-100 0 0,-1-1-529 0 0,0 14 238 0 0,1-14-107 0 0,13 6-2899 0 0,-4-11-1309 0 0,16-11 136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35 2748 0 0,'6'-12'469'0'0,"7"-9"5149"0"0,-13 21-5573 0 0,1-1-1 0 0,-1 1 1 0 0,0 0-1 0 0,1 0 1 0 0,-1 0-1 0 0,1 0 0 0 0,-1 0 1 0 0,1 0-1 0 0,-1 0 1 0 0,1 0-1 0 0,-1 0 0 0 0,1 0 1 0 0,-1 0-1 0 0,1 0 1 0 0,-1 0-1 0 0,1 0 0 0 0,-1 0 1 0 0,0 1-1 0 0,1-1 1 0 0,-1 0-1 0 0,1 0 1 0 0,-1 1-1 0 0,0-1 0 0 0,1 0 1 0 0,-1 0-1 0 0,1 1 1 0 0,-1-1-1 0 0,0 0 0 0 0,1 1 1 0 0,-1-1-1 0 0,0 0 1 0 0,0 1-1 0 0,1-1 0 0 0,-1 1 1 0 0,0-1-1 0 0,0 1 1 0 0,0-1-1 0 0,1 0 0 0 0,-1 1 1 0 0,0 0-1 0 0,2 2 170 0 0,-1 3-40 0 0,2 22 2 0 0,-1-1 1 0 0,-1 1-1 0 0,-2 0 1 0 0,0 0 0 0 0,-2-1-1 0 0,-1 1 1 0 0,-10 33-1 0 0,-9 16 585 0 0,22-73-451 0 0,2-4-308 0 0,-1 0 0 0 0,0 0 0 0 0,1 0 0 0 0,-1 0 0 0 0,1 1 1 0 0,-1-1-1 0 0,1 0 0 0 0,-1 0 0 0 0,0 0 0 0 0,1 0 1 0 0,-1 0-1 0 0,1 0 0 0 0,-1 1 0 0 0,0-1 0 0 0,1 0 0 0 0,-1 0 1 0 0,0 1-1 0 0,1-1 0 0 0,-1 0 0 0 0,0 1 0 0 0,0-1 1 0 0,1 0-1 0 0,-1 1 0 0 0,0-1 0 0 0,0 0 0 0 0,1 1 0 0 0,-1-1 1 0 0,0 1-1 0 0,0-1-1 0 0,1 1 0 0 0,-1 0 1 0 0,0-1-1 0 0,1 1 0 0 0,-1-1 0 0 0,1 1 0 0 0,-1-1 1 0 0,1 1-1 0 0,-1-1 0 0 0,1 0 0 0 0,-1 1 1 0 0,1-1-1 0 0,-1 0 0 0 0,1 1 0 0 0,-1-1 1 0 0,1 0-1 0 0,0 1 0 0 0,-1-1 0 0 0,1 0 0 0 0,-1 0 1 0 0,1 0-1 0 0,0 0 0 0 0,-1 0 0 0 0,1 0 1 0 0,0 0-1 0 0,-1 0 0 0 0,1 0 0 0 0,0 0 1 0 0,-1 0-1 0 0,1 0 0 0 0,1 0 0 0 0,15-2 45 0 0,22-2-94 0 0,0-3 0 0 0,53-14 0 0 0,-41 7 46 0 0,-10 1-12 0 0,60-29 1 0 0,-98 40 28 0 0,12-13 21 0 0,-13 12 14 0 0,0-1-11 0 0,-1-1-23 0 0,0 1 1 0 0,-1-1-1 0 0,1 1 1 0 0,-1-1-1 0 0,0 1 1 0 0,0-1-1 0 0,-1 1 0 0 0,-1-9 1 0 0,0 8 48 0 0,1 1-23 0 0,0 0 0 0 0,-1 1 0 0 0,0 0 0 0 0,0-1 0 0 0,0 1 0 0 0,-1 0 0 0 0,1 0 0 0 0,-1 0 0 0 0,-3-3 0 0 0,5 5-36 0 0,-1-2 114 0 0,-2 1-34 0 0,1-1-45 0 0,-1 1-1 0 0,1 1 1 0 0,0-1 0 0 0,-1 0-1 0 0,0 1 1 0 0,1 0-1 0 0,-1 0 1 0 0,-5-1-1 0 0,-1 0-21 0 0,8 5 49 0 0,-3 6-48 0 0,1 0 0 0 0,0 0-1 0 0,1 0 1 0 0,0 0 0 0 0,1 1-1 0 0,-3 18 1 0 0,-2 69 84 0 0,5 3-1939 0 0,12 100-1 0 0,-9-193 1313 0 0,0 0 0 0 0,1 0 0 0 0,-1 0 0 0 0,2-1 0 0 0,-1 1 0 0 0,1-1 0 0 0,5 10 0 0 0,-8-15 457 0 0,2 3-1220 0 0,3-1-912 0 0,15 10-1538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138 103 2876 0 0,'0'0'1426'0'0,"-1"-6"-146"0"0,-9-44 1637 0 0,9 46-2069 0 0,-1 0-151 0 0,-7-13-134 0 0,7 13-90 0 0,2 4-454 0 0,0 0-1 0 0,-1 0 1 0 0,1 0 0 0 0,0 0 0 0 0,-1 0 0 0 0,1-1 0 0 0,0 1 0 0 0,-1 0-1 0 0,1 0 1 0 0,0 0 0 0 0,-1-1 0 0 0,1 1 0 0 0,0 0 0 0 0,0 0 0 0 0,-1-1-1 0 0,1 1 1 0 0,0 0 0 0 0,0-1 0 0 0,0 1 0 0 0,-1 0 0 0 0,1-1 0 0 0,0 1-1 0 0,0 0 1 0 0,0-1 0 0 0,0 1 0 0 0,0 0 0 0 0,0-1 0 0 0,0 0 21 0 0,-1 1 1 0 0,1-1 0 0 0,0 1-1 0 0,0-1 1 0 0,0 1-1 0 0,0-1 1 0 0,0 1 0 0 0,-1 0-1 0 0,1-1 1 0 0,0 1-1 0 0,0-1 1 0 0,-1 1 0 0 0,1 0-1 0 0,0-1 1 0 0,-1 1 0 0 0,1 0-1 0 0,0-1 1 0 0,-1 1-1 0 0,1 0 1 0 0,0 0 0 0 0,-1-1-1 0 0,1 1 1 0 0,-1 0 0 0 0,1 0-1 0 0,0-1 1 0 0,-1 1-1 0 0,1 0 1 0 0,-1 0 0 0 0,1 0-1 0 0,-1 0 1 0 0,1 0 0 0 0,-1 0-1 0 0,1 0 1 0 0,-1 0-1 0 0,1 0 1 0 0,-1 0 0 0 0,1 0-1 0 0,-1 0 1 0 0,-3 1 29 0 0,1 0 1 0 0,-1 1-1 0 0,1-1 1 0 0,0 1-1 0 0,0 0 1 0 0,-1-1-1 0 0,1 1 1 0 0,0 1-1 0 0,1-1 1 0 0,-1 0-1 0 0,0 1 1 0 0,1-1-1 0 0,-1 1 1 0 0,1 0-1 0 0,0 0 1 0 0,0 0-1 0 0,0 0 1 0 0,0 0-1 0 0,1 0 1 0 0,-2 4-1 0 0,-21 52 443 0 0,17-40-355 0 0,4 7-25 0 0,2-23-112 0 0,1 10 28 0 0,-1 1 0 0 0,2-1 0 0 0,0 0 1 0 0,0 1-1 0 0,4 13 0 0 0,-3-21-62 0 0,1 0 0 0 0,0 1 0 0 0,-1-1 0 0 0,2-1 0 0 0,-1 1 0 0 0,1 0 0 0 0,0-1 0 0 0,0 0 0 0 0,0 0 0 0 0,1 0 0 0 0,0 0 0 0 0,10 7 0 0 0,-11-9-99 0 0,-3-3 98 0 0,1 0-1 0 0,0 0 0 0 0,0 0 0 0 0,-1 1 1 0 0,1-1-1 0 0,0 1 0 0 0,-1 0 0 0 0,1-1 1 0 0,0 1-1 0 0,-1 0 0 0 0,2 1 0 0 0,2 0-19 0 0,0 0-71 0 0,1-2 0 0 0,-1 1 89 0 0,0-1 0 0 0,1 0 0 0 0,-1 0 0 0 0,0 0 0 0 0,0-1 0 0 0,1 0 0 0 0,-1 0 0 0 0,0 0 0 0 0,0 0 0 0 0,0-1 0 0 0,0 0 0 0 0,0 0 0 0 0,0-1 0 0 0,-1 1 0 0 0,1-1 0 0 0,-1 0 0 0 0,0 0 0 0 0,1 0 0 0 0,-1-1 0 0 0,-1 1-1 0 0,1-1 1 0 0,-1 0 0 0 0,1 0 0 0 0,-1-1 0 0 0,3-4 0 0 0,-2 1 34 0 0,0 0-1 0 0,0 0 1 0 0,-1 0-1 0 0,0 0 1 0 0,0-1-1 0 0,-1 1 1 0 0,0-1-1 0 0,0 0 1 0 0,-1-10-1 0 0,-6-47-596 0 0,3 57 295 0 0,-1 0-1 0 0,0 0 1 0 0,0 0-1 0 0,-1 0 1 0 0,0 0-1 0 0,0 1 1 0 0,-1 0-1 0 0,0 0 1 0 0,-7-8-1 0 0,11 14 178 0 0,0 1 0 0 0,0 0-1 0 0,0-1 1 0 0,0 1 0 0 0,0 0-1 0 0,-1 0 1 0 0,1 0 0 0 0,0-1 0 0 0,-1 1-1 0 0,1 1 1 0 0,-1-1 0 0 0,1 0-1 0 0,-1 0 1 0 0,0 0 0 0 0,1 1-1 0 0,-4-1 1 0 0,0-1-284 0 0,3 1 113 0 0,-1-1-1 0 0,1 1 1 0 0,0 0 0 0 0,-1 0 0 0 0,1 0-1 0 0,0 0 1 0 0,-1 0 0 0 0,1 1 0 0 0,-1-1-1 0 0,1 1 1 0 0,-5 0 0 0 0,-1-1-780 0 0,1-1-3714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71 3636 0 0,'-1'-4'1412'0'0,"-2"-12"-183"0"0,2 12 690 0 0,-1-1-1128 0 0,-3-13-64 0 0,3 13 1031 0 0,-5-10-1162 0 0,4 11 2351 0 0,2 8-2879 0 0,0 0 0 0 0,0 1 1 0 0,0-1-1 0 0,0 0 1 0 0,1 1-1 0 0,0-1 0 0 0,0 0 1 0 0,1 9-1 0 0,-1 8 94 0 0,9 490 1292 0 0,-9-505-1442 0 0,0 1-26 0 0,0 19 4 0 0,0-19-55 0 0,0-3-88 0 0,-2 16-85 0 0,2-15-130 0 0,5 2-2944 0 0,0 2 2685 0 0,1-9-2852 0 0,8-8 176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100 143 2520 0 0,'0'0'8460'0'0,"-1"-5"-8090"0"0,-3-12-18 0 0,3 13 824 0 0,2-1-1055 0 0,2-20 71 0 0,-2 24-178 0 0,0-1-1 0 0,1 0 1 0 0,-1 1-1 0 0,1 0 1 0 0,-1-1-1 0 0,1 1 1 0 0,-1 0-1 0 0,1 0 1 0 0,2-2 0 0 0,2-2 3 0 0,29-20 42 0 0,36-3-8 0 0,-48 21 48 0 0,-18 5-102 0 0,1 2-27 0 0,17-4 9 0 0,-17 3-9 0 0,0 2 4 0 0,-4 0 23 0 0,0-1 2 0 0,0 1 0 0 0,-1 0 1 0 0,1-1-1 0 0,0 0 0 0 0,0 1 1 0 0,0-1-1 0 0,-1 0 0 0 0,1 0 1 0 0,0 0-1 0 0,0 0 1 0 0,0 0-1 0 0,3-1 0 0 0,-5 1 2 0 0,1 0-1 0 0,0 0 0 0 0,-1 0 1 0 0,1 0-1 0 0,0 0 1 0 0,-1 1-1 0 0,1-1 1 0 0,0 0-1 0 0,-1 0 0 0 0,1 1 1 0 0,0-1-1 0 0,-1 0 1 0 0,1 1-1 0 0,-1-1 0 0 0,1 1 1 0 0,-1-1-1 0 0,1 1 1 0 0,-1-1-1 0 0,1 1 1 0 0,-1-1-1 0 0,1 1 0 0 0,-1-1 1 0 0,0 1-1 0 0,1 0 1 0 0,-1-1-1 0 0,0 1 0 0 0,0-1 1 0 0,1 1-1 0 0,-1 1 1 0 0,8 17 0 0 0,-8-19 1 0 0,1 4 10 0 0,-2 2 3 0 0,-15 52 66 0 0,10-42-64 0 0,-1 0 0 0 0,-1 0 0 0 0,-15 21 0 0 0,-18 24 31 0 0,38-54-42 0 0,-27 31-27 0 0,23-23-1015 0 0,7-14 1024 0 0,0-1-1 0 0,0 1 1 0 0,0-1-1 0 0,1 1 1 0 0,-1-1-1 0 0,0 1 1 0 0,1-1-1 0 0,-1 1 1 0 0,0-1-1 0 0,1 1 1 0 0,-1-1-1 0 0,0 1 1 0 0,1-1-1 0 0,-1 0 1 0 0,1 1-1 0 0,-1-1 1 0 0,1 0-1 0 0,-1 1 1 0 0,1-1-1 0 0,-1 0 1 0 0,1 0-1 0 0,-1 1 1 0 0,1-1-1 0 0,-1 0 1 0 0,1 0-1 0 0,-1 0 1 0 0,1 0-1 0 0,0 0 1 0 0,-1 0-1 0 0,1 0 1 0 0,-1 0-1 0 0,1 0 1 0 0,-1 0-1 0 0,1 0 1 0 0,1 0-1 0 0,5 0-39 0 0,-4-1 39 0 0,35-10-181 0 0,-34 9 200 0 0,24-2 75 0 0,-23 4 49 0 0,0-1-62 0 0,13-1 1 0 0,-13 1 119 0 0,18 11 174 0 0,-21-7-246 0 0,1 3-73 0 0,-1-1 0 0 0,0 0 0 0 0,0 1 0 0 0,-1 0 0 0 0,1-1 0 0 0,-1 1 0 0 0,-1 0 0 0 0,1 0 0 0 0,-1 0 0 0 0,0 8 1 0 0,-1-9-12 0 0,0 0-14 0 0,-1 2 5 0 0,0-1-1 0 0,0 1 1 0 0,-1 0-1 0 0,1-1 0 0 0,-2 1 1 0 0,1-1-1 0 0,-1 0 1 0 0,0 0-1 0 0,0 0 0 0 0,-5 5 1 0 0,-2-2-58 0 0,0-1 0 0 0,0 0 1 0 0,-1 0-1 0 0,0-2 0 0 0,0 1 1 0 0,-1-1-1 0 0,1-1 0 0 0,-1 0 0 0 0,0-1 1 0 0,-1 0-1 0 0,1-1 0 0 0,-22 2 1 0 0,27-4-70 0 0,-50 3-550 0 0,53-4 453 0 0,0 0-1 0 0,0-1 0 0 0,1 1 1 0 0,-1-1-1 0 0,0 0 0 0 0,0-1 0 0 0,1 1 1 0 0,-1-1-1 0 0,0 0 0 0 0,1 0 1 0 0,-8-4-1 0 0,10 3-152 0 0,0 1-1 0 0,-1-1 1 0 0,1 0 0 0 0,0 1 0 0 0,1-1-1 0 0,-1 0 1 0 0,0 0 0 0 0,1 0-1 0 0,-1 0 1 0 0,0-6 0 0 0,0 4-777 0 0,3-2-719 0 0,5-27-1305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11 3516 0 0,'10'-7'-746'0'0,"-2"4"4115"0"0,-10 17 1417 0 0,0-10-4517 0 0,2-3-247 0 0,0 0-1 0 0,0 0 1 0 0,0 0-1 0 0,0 0 0 0 0,-1-1 1 0 0,1 1-1 0 0,0 0 1 0 0,0 0-1 0 0,-1 0 0 0 0,1-1 1 0 0,0 1-1 0 0,-1 0 1 0 0,1 0-1 0 0,-1-1 0 0 0,1 1 1 0 0,-1 0-1 0 0,0-1 1 0 0,0 1-1 0 0,-9 14 315 0 0,7-10-221 0 0,1 1-1 0 0,0 0 1 0 0,0-1-1 0 0,1 1 1 0 0,0 0-1 0 0,0 0 1 0 0,0 0-1 0 0,1 0 1 0 0,0 9 0 0 0,0-10-29 0 0,4-2-24 0 0,1 1-30 0 0,0 0 0 0 0,1 0 0 0 0,-1-1 0 0 0,1 1 0 0 0,0-1 0 0 0,0-1 0 0 0,0 1 0 0 0,8 1 0 0 0,61 14-50 0 0,-15-5 14 0 0,-11 2 118 0 0,-44-13 0 0 0,-1 0-2 0 0,1 2-22 0 0,0-1 1 0 0,0 1 0 0 0,-1 0 0 0 0,1 0 0 0 0,-1 1-1 0 0,0-1 1 0 0,0 1 0 0 0,-1 0 0 0 0,0 0 0 0 0,5 9-1 0 0,-6-10 57 0 0,-3-3-139 0 0,1-1 0 0 0,-1 1 0 0 0,1-1 0 0 0,0 1 0 0 0,-1-1 0 0 0,1 1 0 0 0,0 0-1 0 0,0-1 1 0 0,-1 1 0 0 0,1-1 0 0 0,0 1 0 0 0,0 0 0 0 0,0-1 0 0 0,0 1 0 0 0,0-1 0 0 0,0 1 0 0 0,0 0 0 0 0,0-1 0 0 0,0 1 0 0 0,0 0 0 0 0,0-1 0 0 0,0 1-1 0 0,-1 19 138 0 0,-2-12-102 0 0,0 0-1 0 0,0 0 0 0 0,-1 0 0 0 0,0-1 0 0 0,-1 1 0 0 0,0-1 0 0 0,0 0 1 0 0,0-1-1 0 0,-1 1 0 0 0,0-1 0 0 0,0 0 0 0 0,-1 0 0 0 0,-7 5 1 0 0,3-4-204 0 0,0-1 0 0 0,0 1 1 0 0,0-2-1 0 0,-1 0 1 0 0,0 0-1 0 0,0-1 1 0 0,0-1-1 0 0,-23 4 1 0 0,30-6-168 0 0,0-1 0 0 0,0 1 0 0 0,0-1 0 0 0,0 0 0 0 0,0-1-1 0 0,1 1 1 0 0,-1-1 0 0 0,0 0 0 0 0,0 0 0 0 0,0 0 0 0 0,0-1 0 0 0,1 0 0 0 0,-1 0 0 0 0,1 0 0 0 0,-1 0 0 0 0,1-1 0 0 0,0 0 0 0 0,0 0 0 0 0,0 0 0 0 0,0 0 0 0 0,1-1 0 0 0,-1 1 0 0 0,1-1 0 0 0,0 0 0 0 0,-5-7 0 0 0,4 2-1856 0 0,-3-17-1518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1 227 2096 0 0,'2'-4'1268'0'0,"6"-12"-216"0"0,-6 12-203 0 0,0 0-103 0 0,5-4-352 0 0,0-1-1 0 0,0 1 1 0 0,0 1-1 0 0,1 0 1 0 0,0 0-1 0 0,1 0 1 0 0,0 1-1 0 0,0 0 1 0 0,0 1-1 0 0,0 0 1 0 0,15-6-1 0 0,24-8 568 0 0,55-13 0 0 0,-70 22-593 0 0,41-11-24 0 0,-5 2-696 0 0,-66 18 91 0 0,23-7-2120 0 0,-8 5-3395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14 172 3656 0 0,'0'0'5043'0'0,"-2"-3"-4061"0"0,-10-10 4278 0 0,13 8-5150 0 0,1-12-53 0 0,-1 12 74 0 0,3 4-101 0 0,42-13 91 0 0,-40 13-123 0 0,0 2-10 0 0,20 1 18 0 0,-20-2-21 0 0,-1 2-41 0 0,16 5 22 0 0,-15-6 39 0 0,-2 2 9 0 0,3 1-10 0 0,-1 1-1 0 0,0-1 1 0 0,0 1-1 0 0,0 0 1 0 0,-1 1 0 0 0,0-1-1 0 0,0 1 1 0 0,0 0-1 0 0,-1 1 1 0 0,4 7-1 0 0,-6-10 12 0 0,0 2 0 0 0,2 18-13 0 0,-3-18-37 0 0,-1 0 23 0 0,-1 8 19 0 0,0 0 0 0 0,-1 0-1 0 0,0 0 1 0 0,-1-1 0 0 0,-1 1 0 0 0,0-1-1 0 0,-6 13 1 0 0,-9 15-57 0 0,17-37 46 0 0,0 0 7 0 0,-2 10-188 0 0,15-19-579 0 0,21-31 281 0 0,-9-1 334 0 0,-2 0 0 0 0,-1-2 0 0 0,-2 0 0 0 0,-2-1 0 0 0,15-57 0 0 0,-30 92 143 0 0,2-25 66 0 0,-2 24-33 0 0,-1 1-38 0 0,3-13-107 0 0,-3 13 290 0 0,0 0-122 0 0,-1-13-26 0 0,0 13 97 0 0,-19 15-96 0 0,16-8-19 0 0,2 6-48 0 0,2-8 42 0 0,-1 0 0 0 0,1 0 0 0 0,0 0 0 0 0,0 0 0 0 0,0 0 0 0 0,0 0 1 0 0,0 0-1 0 0,-1-1 0 0 0,1 1 0 0 0,0 0 0 0 0,0 0 0 0 0,0 0 0 0 0,0 0 0 0 0,-1 0 0 0 0,1 0 0 0 0,0 0 0 0 0,0 0 0 0 0,0 0 0 0 0,0 1 1 0 0,-1-1-1 0 0,1 0 0 0 0,0 0 0 0 0,0 0 0 0 0,0 0 0 0 0,0 0 0 0 0,-1 0 0 0 0,1 0 0 0 0,0 0 0 0 0,0 0 0 0 0,0 0 0 0 0,0 1 1 0 0,0-1-1 0 0,0 0 0 0 0,-1 0 0 0 0,1 0 0 0 0,0 0 0 0 0,0 0 0 0 0,0 0 0 0 0,0 1 0 0 0,0-1 0 0 0,0 0 0 0 0,0 0 0 0 0,0 0 1 0 0,0 0-1 0 0,0 1 0 0 0,0-1 0 0 0,0 0 0 0 0,0 0 0 0 0,0 0 0 0 0,-10 43 54 0 0,8-24-18 0 0,2 0-1 0 0,3 30 0 0 0,-2-43-15 0 0,1-1 14 0 0,1 1-30 0 0,0 0 0 0 0,0 0-1 0 0,1 0 1 0 0,-1 0-1 0 0,1-1 1 0 0,1 0 0 0 0,-1 0-1 0 0,1 0 1 0 0,0 0 0 0 0,0-1-1 0 0,0 1 1 0 0,0-1 0 0 0,1-1-1 0 0,0 1 1 0 0,0-1 0 0 0,12 5-1 0 0,-14-6-73 0 0,2 0-113 0 0,17 4 34 0 0,-17-4-35 0 0,1-1-78 0 0,18-2-1076 0 0,42-4 1 0 0,-63 3 673 0 0,-2 3 573 0 0,-1-2-1 0 0,1 1 1 0 0,0 0 0 0 0,-1 0-1 0 0,1 0 1 0 0,0-1-1 0 0,-1 1 1 0 0,1-1 0 0 0,-1 1-1 0 0,1-1 1 0 0,-1 0-1 0 0,3-1 1 0 0,-1 0-114 0 0,3 1-417 0 0,-2-2-123 0 0,35-21-3287 0 0,-35 21 1466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 1984 0 0,'0'0'1554'0'0,"2"-3"-812"0"0,4-5-1085 0 0,-5 8 540 0 0,-1 0 1 0 0,1-1 0 0 0,-1 1 0 0 0,1 0 0 0 0,-1 0 0 0 0,0-1 0 0 0,1 1 0 0 0,-1 0-1 0 0,1 0 1 0 0,-1 0 0 0 0,1 0 0 0 0,0 0 0 0 0,-1 0 0 0 0,1 0 0 0 0,-1 0-1 0 0,1 0 1 0 0,-1 0 0 0 0,1 0 0 0 0,-1 0 0 0 0,1 0 0 0 0,-1 0 0 0 0,1 0 0 0 0,-1 1-1 0 0,1-1 1 0 0,-1 0 0 0 0,0 0 0 0 0,1 1 0 0 0,-1-1 0 0 0,1 0 0 0 0,-1 0-1 0 0,0 1 1 0 0,1-1 0 0 0,-1 1 0 0 0,1-1 0 0 0,-1 0 0 0 0,0 1 0 0 0,0-1 0 0 0,1 1-1 0 0,-1-1 1 0 0,1 1 0 0 0,1 2 537 0 0,-1 3-409 0 0,27 209 2289 0 0,-11-122-2494 0 0,-16-88-220 0 0,0 1-77 0 0,4 15-93 0 0,-4-15-115 0 0,1-2-969 0 0,4 12 478 0 0,-5-12-225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11 153 3308 0 0,'-1'-4'1510'0'0,"-7"-33"4285"0"0,7 26-5944 0 0,1 6 1063 0 0,1 0-554 0 0,0 3-260 0 0,0-1 0 0 0,0 0 0 0 0,0 0 0 0 0,1 0 1 0 0,-1 1-1 0 0,1-1 0 0 0,0 1 0 0 0,0-1 0 0 0,0 1 0 0 0,0 0 1 0 0,0 0-1 0 0,4-3 0 0 0,-3 2 279 0 0,4 3-302 0 0,18-1 86 0 0,-18 1 4 0 0,-1 1-25 0 0,6 2-62 0 0,1 1 1 0 0,-1 0-1 0 0,0 0 0 0 0,0 1 1 0 0,19 12-1 0 0,-28-15-63 0 0,-2-1-17 0 0,-1-1 1 0 0,1 0 0 0 0,-1 0 0 0 0,1 0-1 0 0,-1 0 1 0 0,1 0 0 0 0,-1 1-1 0 0,1-1 1 0 0,-1 0 0 0 0,1 0 0 0 0,-1 1-1 0 0,1-1 1 0 0,-1 0 0 0 0,1 1-1 0 0,-1-1 1 0 0,1 0 0 0 0,-1 1 0 0 0,0-1-1 0 0,1 1 1 0 0,-1-1 0 0 0,0 1 0 0 0,1-1-1 0 0,-1 1 1 0 0,0-1 0 0 0,1 2-1 0 0,-1-2 1 0 0,0 1-1 0 0,1 0 1 0 0,-1-1 0 0 0,0 1-1 0 0,1 0 1 0 0,-1-1-1 0 0,1 1 1 0 0,-1-1-1 0 0,1 1 1 0 0,-1 0-1 0 0,1-1 1 0 0,0 1-1 0 0,-1-1 1 0 0,1 0-1 0 0,0 1 1 0 0,-1-1-1 0 0,1 0 1 0 0,1 1-1 0 0,-1 0 0 0 0,0 1 0 0 0,0-1 0 0 0,1 1 0 0 0,-1-1 0 0 0,0 1 0 0 0,0-1 0 0 0,-1 1 0 0 0,1-1 0 0 0,0 1 0 0 0,0 2 0 0 0,2 0 8 0 0,-3 0-11 0 0,3 41 128 0 0,-3-40-107 0 0,-2 0 11 0 0,-25 64 105 0 0,25-64-117 0 0,0-2-8 0 0,-15 38-593 0 0,21-42 503 0 0,16-2-14 0 0,-15 2 6 0 0,-1-2-10 0 0,12-8-119 0 0,-1-2 0 0 0,0 0-1 0 0,-1-1 1 0 0,20-24 0 0 0,-28 29 191 0 0,1 1-1 0 0,-1-1 1 0 0,-1 0 0 0 0,6-11-1 0 0,-7 12 21 0 0,19-35-102 0 0,7-34 59 0 0,-28 72 44 0 0,-1 1-3 0 0,4-14 6 0 0,-4 14 146 0 0,-3 4-142 0 0,0 1 1 0 0,0-1-1 0 0,0 1 0 0 0,0-1 1 0 0,0 1-1 0 0,0 0 0 0 0,0 0 1 0 0,0 0-1 0 0,0 0 0 0 0,0 0 0 0 0,1 1 1 0 0,-1-1-1 0 0,0 1 0 0 0,1-1 1 0 0,-1 1-1 0 0,1-1 0 0 0,0 1 0 0 0,-1 0 1 0 0,1-1-1 0 0,0 1 0 0 0,0 0 1 0 0,-1 3-1 0 0,-2 2 11 0 0,1 0 0 0 0,0 1 0 0 0,1-1 0 0 0,-4 15-1 0 0,-1 25 218 0 0,7-42-141 0 0,0 2-13 0 0,0-5-84 0 0,1 6-19 0 0,-1 0 1 0 0,1 0-1 0 0,1 1 0 0 0,-1-1 1 0 0,1 0-1 0 0,1 0 0 0 0,0-1 0 0 0,0 1 1 0 0,0 0-1 0 0,1-1 0 0 0,0 0 1 0 0,1 0-1 0 0,-1 0 0 0 0,1 0 1 0 0,6 5-1 0 0,-3-4-428 0 0,0-1 0 0 0,0 0 0 0 0,17 10 0 0 0,-15-11-1185 0 0,0-1 0 0 0,0-1 0 0 0,15 5 0 0 0,-3-2-2575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79 2616 0 0,'1'-5'1008'0'0,"8"-37"3939"0"0,-8 38-3844 0 0,-1 4-1087 0 0,0 0 0 0 0,0-1 0 0 0,0 1 0 0 0,0-1 0 0 0,0 1 0 0 0,0 0 0 0 0,0-1 0 0 0,1 1 0 0 0,-1-1 0 0 0,0 1 1 0 0,0 0-1 0 0,0-1 0 0 0,1 1 0 0 0,-1 0 0 0 0,0-1 0 0 0,1 1 0 0 0,-1 0 0 0 0,0-1 0 0 0,1 1 0 0 0,-1 0 0 0 0,0 0 1 0 0,1-1-1 0 0,-1 1 0 0 0,0 0 0 0 0,1 0 0 0 0,-1 0 0 0 0,1-1 0 0 0,0 1 28 0 0,-1 0 0 0 0,1 0 0 0 0,-1 0 0 0 0,1-1 0 0 0,-1 1 1 0 0,1 0-1 0 0,-1-1 0 0 0,0 1 0 0 0,1 0 0 0 0,-1-1 0 0 0,1 1 0 0 0,-1-1 0 0 0,0 1 0 0 0,1-1 0 0 0,-1 1 0 0 0,0 0 0 0 0,0-1 0 0 0,1 1 1 0 0,-1-1-1 0 0,0-1 0 0 0,4 1 124 0 0,13-6-91 0 0,-13 6 514 0 0,1 2-426 0 0,15 4-36 0 0,-15-3-25 0 0,-4-2-89 0 0,0 1 0 0 0,1 0 0 0 0,-1 0 0 0 0,1 0 0 0 0,-1 0 0 0 0,0 0 0 0 0,0 0 0 0 0,0 0 0 0 0,1 0 0 0 0,-1 1 0 0 0,1 0 0 0 0,1 1 38 0 0,-1 1 4 0 0,6 13-6 0 0,-6-13-2 0 0,-1 1-5 0 0,4 17-25 0 0,-4-17 13 0 0,-1 2 22 0 0,0 4-41 0 0,-1 0 1 0 0,-1 0-1 0 0,0 0 0 0 0,0 0 0 0 0,-1-1 1 0 0,0 1-1 0 0,-1-1 0 0 0,0 1 0 0 0,0-1 1 0 0,-1 0-1 0 0,-1-1 0 0 0,0 1 0 0 0,0-1 1 0 0,-1 0-1 0 0,-12 13 0 0 0,16-20 15 0 0,2-1-31 0 0,-1 0 0 0 0,0-1 0 0 0,1 1 0 0 0,-1 0 0 0 0,1 0 1 0 0,0 0-1 0 0,-1 0 0 0 0,1 1 0 0 0,0-1 0 0 0,0 0 0 0 0,-2 3 1 0 0,2-4-1 0 0,-3 3-18 0 0,0-1-87 0 0,-13 4 85 0 0,12-4 1 0 0,1-3-45 0 0,-15-3 44 0 0,14 3-11 0 0,5-1-92 0 0,0 1 122 0 0,0 0 0 0 0,-1-1 1 0 0,1 1-1 0 0,0 0 0 0 0,-1 0 0 0 0,1 0 0 0 0,-1-1 0 0 0,0 1 1 0 0,1 0-1 0 0,-1 0 0 0 0,-1-2 0 0 0,1 1-2 0 0,-1-1-13 0 0,2 3-61 0 0,0 0 80 0 0,1 0 1 0 0,-1 0-1 0 0,0 0 0 0 0,1 0 1 0 0,-1 0-1 0 0,0-1 0 0 0,0 1 1 0 0,1 0-1 0 0,-1 0 0 0 0,0 0 1 0 0,0 0-1 0 0,1 0 0 0 0,-1 0 1 0 0,0-1-1 0 0,0 1 1 0 0,0 0-1 0 0,1 0 0 0 0,-1 0 1 0 0,0 0-1 0 0,0-1 0 0 0,0 1 1 0 0,1 0-1 0 0,-1 0 0 0 0,0-1 1 0 0,0 1-1 0 0,0 0 1 0 0,0 0-1 0 0,0-1 0 0 0,0 1 1 0 0,0 0-1 0 0,0 0 0 0 0,1-1 1 0 0,-1 1-1 0 0,0-1 6 0 0,0 1 1 0 0,0-1-1 0 0,0 1 1 0 0,0-1-1 0 0,1 1 1 0 0,-1-1-1 0 0,0 1 1 0 0,0 0-1 0 0,1-1 1 0 0,-1 1-1 0 0,0-1 1 0 0,1 1-1 0 0,-1 0 1 0 0,1-1-1 0 0,-1 1 1 0 0,0 0-1 0 0,1-1 1 0 0,-1 1-1 0 0,1 0 1 0 0,-1 0-1 0 0,1-1 1 0 0,-1 1-1 0 0,1 0 1 0 0,-1 0-1 0 0,1 0 1 0 0,-1 0-1 0 0,1 0 1 0 0,-1 0-1 0 0,1 0 1 0 0,-1 0-1 0 0,1 0 1 0 0,-1 0-1 0 0,1 0 1 0 0,-1 0-1 0 0,1 0 1 0 0,0 0-1 0 0,25 1 34 0 0,-20 0-4 0 0,0 0-1 0 0,56 17 195 0 0,68 16-2345 0 0,-50-21-4049 0 0,-74-12 1439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 63 2480 0 0,'-1'-4'1500'0'0,"-3"-12"-167"0"0,2 11 1531 0 0,1 1-2187 0 0,-6-12-124 0 0,5 12 2080 0 0,0 7-2469 0 0,-3 12-22 0 0,3-12-9 0 0,3 3 14 0 0,4 15-24 0 0,-4-15-29 0 0,2-1-12 0 0,2 6-45 0 0,0 0 0 0 0,1-1 1 0 0,1 0-1 0 0,0 0 0 0 0,0-1 0 0 0,1 0 0 0 0,0 0 0 0 0,0 0 1 0 0,1-1-1 0 0,19 13 0 0 0,-24-19-56 0 0,1 0-13 0 0,5 0 3 0 0,0 0-1 0 0,1-1 1 0 0,-1 0-1 0 0,0-1 0 0 0,20-2 1 0 0,-25 1 27 0 0,-5 1 2 0 0,1 0 0 0 0,-1 0 0 0 0,1 0 0 0 0,-1 0 1 0 0,1 0-1 0 0,-1 0 0 0 0,1-1 0 0 0,-1 1 0 0 0,1 0 0 0 0,-1 0 0 0 0,1-1 0 0 0,-1 1 1 0 0,1 0-1 0 0,-1-1 0 0 0,1 1 0 0 0,-1 0 0 0 0,0-1 0 0 0,1 1 0 0 0,-1-1 1 0 0,0 1-1 0 0,1 0 0 0 0,-1-1 0 0 0,0 1 0 0 0,1-1 0 0 0,-1 0 0 0 0,0 1-1 0 0,0-1-1 0 0,1 1 1 0 0,-1-1-1 0 0,0 1 1 0 0,1-1-1 0 0,-1 1 1 0 0,0-1-1 0 0,1 1 1 0 0,-1-1-1 0 0,0 1 1 0 0,1 0-1 0 0,-1-1 1 0 0,1 1-1 0 0,-1 0 1 0 0,1 0-1 0 0,-1-1 1 0 0,0 1-1 0 0,1 0 1 0 0,0 0-1 0 0,-1-1 1 0 0,1 1 0 0 0,-1 0-1 0 0,1 0 1 0 0,-1 0-1 0 0,1 0 1 0 0,2-4-51 0 0,2 0 43 0 0,0-1 3 0 0,9-31 6 0 0,-14 34 1 0 0,1 0 0 0 0,0 0 0 0 0,0-1 0 0 0,-1 1 0 0 0,1 0 0 0 0,-1 0 1 0 0,0 0-1 0 0,1-1 0 0 0,-1 1 0 0 0,-1-4 0 0 0,1 0 4 0 0,1 0 23 0 0,-6-85 828 0 0,5 91-853 0 0,0 1 1 0 0,0-1 0 0 0,0 1 0 0 0,0-1-1 0 0,0 0 1 0 0,-1 1 0 0 0,1-1-1 0 0,0 1 1 0 0,0-1 0 0 0,0 0 0 0 0,0 1-1 0 0,0-1 1 0 0,0 1 0 0 0,-1-1 0 0 0,1 0-1 0 0,0 1 1 0 0,0-1 0 0 0,-1 0-1 0 0,1 1 1 0 0,0-1 0 0 0,0 0 0 0 0,-1 1-1 0 0,1-1 1 0 0,0 0 0 0 0,-1 0 0 0 0,1 0-1 0 0,-1 1 1 0 0,1-1 0 0 0,-1 0-1 0 0,1 1 1 0 0,-1-1 0 0 0,0 0 0 0 0,1 1 0 0 0,-1-1 0 0 0,0 1 0 0 0,1-1 0 0 0,-1 1 0 0 0,1-1 0 0 0,-1 1 0 0 0,1-1 0 0 0,-1 1 0 0 0,1-1 0 0 0,0 1 0 0 0,-1 0 0 0 0,1-1 0 0 0,0 1 0 0 0,-1 0 0 0 0,1 0 0 0 0,0-1 0 0 0,0 1 0 0 0,0 0 0 0 0,0-1 0 0 0,-1 1-1 0 0,1 0 1 0 0,0 0 0 0 0,0-1 0 0 0,1 2 0 0 0,-1 73 275 0 0,4-1-1 0 0,15 87 1 0 0,-5-52-282 0 0,-11-65-61 0 0,-2 0-1 0 0,-2 1 1 0 0,-7 48-1 0 0,7-85 75 0 0,-1-1-1 0 0,0 0 1 0 0,-1 0-1 0 0,0-1 1 0 0,0 1-1 0 0,0 0 1 0 0,0-1-1 0 0,-10 12 1 0 0,10-15 83 0 0,-16 5 119 0 0,16-6 96 0 0,-2-2-291 0 0,1 0 0 0 0,-1-1 0 0 0,1 0 0 0 0,-1 0 0 0 0,1 0 0 0 0,-1 0 0 0 0,1-1 1 0 0,0 0-1 0 0,0 1 0 0 0,0-2 0 0 0,0 1 0 0 0,0 0 0 0 0,0-1 0 0 0,0 0 0 0 0,1 1 0 0 0,-6-7 0 0 0,3 2-23 0 0,2 1 1 0 0,-1-1-1 0 0,0 0 0 0 0,-4-10 0 0 0,5-7-70 0 0,4 21 65 0 0,0-12-174 0 0,-1 13 154 0 0,1-1 0 0 0,0 0 0 0 0,0 1 0 0 0,1-1 0 0 0,-1 0 0 0 0,0 1-1 0 0,1-1 1 0 0,0 1 0 0 0,-1-1 0 0 0,1 0 0 0 0,2-3 0 0 0,-1-1-63 0 0,-2 4 43 0 0,1 1-1 0 0,0-1 1 0 0,-1 1-1 0 0,1-1 1 0 0,0 1-1 0 0,0-1 1 0 0,1 1-1 0 0,-1 0 1 0 0,0-1-1 0 0,4-2 1 0 0,3-8-341 0 0,1 2 0 0 0,0-1 0 0 0,21-19 0 0 0,-19 22-646 0 0,0 1-1 0 0,0 0 0 0 0,19-10 0 0 0,-11 8-508 0 0,-14 8-1052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191 63 3856 0 0,'0'0'1495'0'0,"-1"-4"-289"0"0,-21-34 1951 0 0,19 34-2609 0 0,-1 2-115 0 0,-11-8-66 0 0,11 8-34 0 0,-1 1-47 0 0,2 0-166 0 0,-1 1 1 0 0,1-1-1 0 0,-1 1 1 0 0,0 0-1 0 0,1 0 0 0 0,-1 1 1 0 0,0-1-1 0 0,1 1 1 0 0,-1 0-1 0 0,1 0 1 0 0,-1 0-1 0 0,1 0 0 0 0,-1 0 1 0 0,1 1-1 0 0,0 0 1 0 0,-1-1-1 0 0,1 1 0 0 0,0 0 1 0 0,0 1-1 0 0,1-1 1 0 0,-4 3-1 0 0,0 2 23 0 0,0 0 0 0 0,0 1 0 0 0,1 0 0 0 0,0-1 0 0 0,0 1 0 0 0,0 1 0 0 0,2-1 0 0 0,-1 1 0 0 0,1 0 0 0 0,0 0 0 0 0,-2 13-1 0 0,2 7 34 0 0,3-24-104 0 0,0 2-5 0 0,1-3-84 0 0,-1 0-3 0 0,0 0-1 0 0,0 0 1 0 0,0 0-1 0 0,1 0 1 0 0,-1-1 0 0 0,1 1-1 0 0,0 0 1 0 0,1 0-1 0 0,-1 0 1 0 0,1-1 0 0 0,-1 1-1 0 0,1-1 1 0 0,0 1-1 0 0,0-1 1 0 0,1 0 0 0 0,-1 0-1 0 0,1 0 1 0 0,-1 0-1 0 0,1 0 1 0 0,0 0 0 0 0,0-1-1 0 0,1 1 1 0 0,4 2-1 0 0,42 7-819 0 0,-44-11 635 0 0,0-2 11 0 0,-1 1 156 0 0,1-1 32 0 0,0 1 0 0 0,0-1 1 0 0,0 0-1 0 0,0 0 1 0 0,0-1-1 0 0,0 0 0 0 0,-1 0 1 0 0,1 0-1 0 0,-1-1 0 0 0,1 0 1 0 0,-1 0-1 0 0,0 0 0 0 0,0-1 1 0 0,0 1-1 0 0,7-9 0 0 0,-11 11 27 0 0,3-3 54 0 0,-1 0 0 0 0,1 0-1 0 0,-1 0 1 0 0,0-1 0 0 0,0 1 0 0 0,0-1-1 0 0,-1 0 1 0 0,1 0 0 0 0,-1 0-1 0 0,0 0 1 0 0,-1 0 0 0 0,1 0-1 0 0,-1-1 1 0 0,0 1 0 0 0,0 0-1 0 0,-1-10 1 0 0,1 4 44 0 0,-1 9-109 0 0,0 0 0 0 0,0 0-1 0 0,0 0 1 0 0,0-1 0 0 0,0 1-1 0 0,-1 0 1 0 0,1 0 0 0 0,-1 0-1 0 0,1 0 1 0 0,-1 0 0 0 0,0 0-1 0 0,-1-2 1 0 0,-6-16 24 0 0,7 18-58 0 0,0 1-1 0 0,1-1 0 0 0,-1 1 0 0 0,0-1 0 0 0,0 1 0 0 0,0 0 0 0 0,0-1 0 0 0,0 1 0 0 0,0 0 0 0 0,0 0 0 0 0,-1 0 0 0 0,1 0 0 0 0,0 0 0 0 0,-1 0 0 0 0,1 0 0 0 0,0 0 0 0 0,-1 0 0 0 0,-1 0 0 0 0,-5 1-314 0 0,1 0 0 0 0,-1 1 0 0 0,1 0 0 0 0,-1 1 0 0 0,1-1 1 0 0,0 1-1 0 0,0 1 0 0 0,0-1 0 0 0,0 1 0 0 0,0 0 0 0 0,0 1 0 0 0,1 0 0 0 0,-1 0 0 0 0,1 0 0 0 0,0 1 0 0 0,1 0 0 0 0,-1 0 0 0 0,1 0 0 0 0,0 1 0 0 0,0 0 0 0 0,1 0 0 0 0,-6 9 0 0 0,5-9-95 0 0,-11 19-2857 0 0,2 3-729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142 55 3300 0 0,'1'-4'1258'0'0,"1"-14"-123"0"0,-2 14 1388 0 0,-1 1-1872 0 0,-6-11-62 0 0,5 11 411 0 0,-1 1-588 0 0,0 1-254 0 0,0 0 1 0 0,0 0 0 0 0,0 0 0 0 0,0 0 0 0 0,0 1 0 0 0,0-1-1 0 0,0 1 1 0 0,-1 0 0 0 0,1 0 0 0 0,0 0 0 0 0,0 0-1 0 0,0 1 1 0 0,0-1 0 0 0,0 1 0 0 0,0 0 0 0 0,0 0 0 0 0,0 0-1 0 0,0 0 1 0 0,-4 2 0 0 0,3-1 78 0 0,1 3-31 0 0,-4 3-115 0 0,1 1 1 0 0,0 0 0 0 0,1 1-1 0 0,0-1 1 0 0,0 1-1 0 0,-4 14 1 0 0,-7 64-385 0 0,16-83 27 0 0,0 1-38 0 0,1 8-290 0 0,1-1 0 0 0,1-1 0 0 0,0 1 0 0 0,6 16 1 0 0,-6-26 41 0 0,0-1-78 0 0,0-1 244 0 0,-1 1 0 0 0,1-1 0 0 0,0-1 0 0 0,0 1 0 0 0,0 0 0 0 0,0-1 0 0 0,0 1 0 0 0,0-1 0 0 0,1 0 0 0 0,-1 0 0 0 0,3 0 0 0 0,-1-1-1633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3512 0 0,'0'0'3662'0'0,"6"1"-3043"0"0,21 1 930 0 0,-24 3-1075 0 0,2 6-165 0 0,-1 0 0 0 0,0 0 1 0 0,0 1-1 0 0,-1-1 0 0 0,-1 1 0 0 0,0 0 0 0 0,1 24 0 0 0,-3-29-248 0 0,0-6-63 0 0,-1 0 0 0 0,1 0 1 0 0,-1 0-1 0 0,1 1 0 0 0,0-1 1 0 0,0 0-1 0 0,0 0 0 0 0,0 0 1 0 0,0 1-1 0 0,0-1 0 0 0,0 0 1 0 0,0 0-1 0 0,0 0 0 0 0,0 1 1 0 0,1-1-1 0 0,0 1 0 0 0,1 13-181 0 0,1 9-352 0 0,-3-19 151 0 0,1 0-1272 0 0,-1 1 1310 0 0,1 3 43 0 0,-1 1-5801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83 1 2592 0 0,'-5'0'1327'0'0,"1"0"-909"0"0,0 1 0 0 0,1-1 0 0 0,-1 1 0 0 0,0 0-1 0 0,1 0 1 0 0,-1 1 0 0 0,1-1 0 0 0,-7 4 0 0 0,7-3 316 0 0,0 3-58 0 0,-2 2-379 0 0,1 1 1 0 0,0 0 0 0 0,0 0 0 0 0,1 0 0 0 0,0 1 0 0 0,0-1 0 0 0,-2 17-1 0 0,4-6-293 0 0,0 0 0 0 0,2 0 0 0 0,5 37 0 0 0,-5-50-271 0 0,1-2-32 0 0,5 14-43 0 0,-6-14-42 0 0,0-4 368 0 0,-1 0-1 0 0,0 0 1 0 0,1 0-1 0 0,-1 0 1 0 0,0 0-1 0 0,0 1 0 0 0,1-1 1 0 0,-1 0-1 0 0,0 0 1 0 0,1 0-1 0 0,-1 0 1 0 0,0 0-1 0 0,0 0 1 0 0,1 1-1 0 0,-1-1 1 0 0,0 0-1 0 0,0 0 1 0 0,1 0-1 0 0,-1 1 0 0 0,0-1 1 0 0,0 0-1 0 0,0 0 1 0 0,0 1-1 0 0,1-1 1 0 0,-1 0-1 0 0,0 0 1 0 0,0 1-1 0 0,0-1 1 0 0,0 0-1 0 0,0 1 1 0 0,0-1-1 0 0,0 1 0 0 0,1 0-65 0 0,-1-1 0 0 0,0 1 0 0 0,0 0 0 0 0,0-1 0 0 0,1 1 0 0 0,-1-1 0 0 0,0 1 0 0 0,1 0 0 0 0,-1-1 0 0 0,1 1-1 0 0,-1-1 1 0 0,1 1 0 0 0,-1-1 0 0 0,1 1 0 0 0,-1-1 0 0 0,1 1 0 0 0,-1-1 0 0 0,1 0 0 0 0,-1 1 0 0 0,1-1-1 0 0,0 0 1 0 0,-1 0 0 0 0,1 1 0 0 0,0-1 0 0 0,0 0 0 0 0,17 5-319 0 0,-14-4 73 0 0,-3-2-459 0 0,-1 0 767 0 0,0 1 0 0 0,0 0 0 0 0,0 0 0 0 0,0-1 0 0 0,0 1 0 0 0,1 0 0 0 0,-1 0 0 0 0,0-1 0 0 0,0 1 0 0 0,0 0 0 0 0,1 0 0 0 0,-1 0 0 0 0,0 0 0 0 0,0-1 0 0 0,1 1-1 0 0,-1 0 1 0 0,0 0 0 0 0,0 0 0 0 0,1 0 0 0 0,-1 0 0 0 0,0 0 0 0 0,0 0 0 0 0,1 0 0 0 0,-1 0 0 0 0,0-1 0 0 0,1 1 0 0 0,-1 0 0 0 0,0 1 0 0 0,1-1 0 0 0,-1 0-18 0 0,1-1 0 0 0,0 1 1 0 0,0 0-1 0 0,-1 0 1 0 0,1 0-1 0 0,0 0 0 0 0,0-1 1 0 0,-1 1-1 0 0,1 0 1 0 0,0-1-1 0 0,-1 1 0 0 0,1 0 1 0 0,-1-1-1 0 0,1 1 1 0 0,0-1-1 0 0,-1 1 0 0 0,1-1 1 0 0,-1 1-1 0 0,1-1 0 0 0,-1 1 1 0 0,0-1-1 0 0,1 0 1 0 0,-1 1-1 0 0,1-2 0 0 0,6-14-98 0 0,-5 12 47 0 0,-1-1 28 0 0,2-12 89 0 0,-2 13 138 0 0,0-1 84 0 0,19-58 2902 0 0,-18 60-2121 0 0,-2 3-1005 0 0,0-1 0 0 0,0 1 0 0 0,0-1-1 0 0,1 1 1 0 0,-1-1 0 0 0,0 1-1 0 0,1 0 1 0 0,-1-1 0 0 0,0 1-1 0 0,1 0 1 0 0,-1-1 0 0 0,0 1-1 0 0,1 0 1 0 0,-1-1 0 0 0,1 1 0 0 0,-1 0-1 0 0,1 0 1 0 0,-1-1 0 0 0,0 1-1 0 0,1 0 1 0 0,-1 0 0 0 0,1 0-1 0 0,-1 0 1 0 0,2-1 0 0 0,9-6 1973 0 0,-6 9-1591 0 0,23 3 317 0 0,-25-1-499 0 0,2 1-63 0 0,0 1 1 0 0,-1 0 0 0 0,0 0-1 0 0,0 0 1 0 0,0 0 0 0 0,-1 1-1 0 0,0 0 1 0 0,0 0-1 0 0,2 7 1 0 0,-3 2-133 0 0,0 0 0 0 0,-1 0 0 0 0,-1 1 0 0 0,0-1 0 0 0,-3 18 0 0 0,-7 38-2824 0 0,9-67 2312 0 0,-6 18-3563 0 0,4-19 2701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0 2800 0 0,'0'0'10915'0'0,"0"5"-10815"0"0,3 12-15 0 0,-3-12-28 0 0,0 1 39 0 0,-1 154 917 0 0,0-153-936 0 0,1-1-25 0 0,0 19-29 0 0,0-18 35 0 0,0-3-4 0 0,-1 16 11 0 0,1-15 43 0 0,-1 0-144 0 0,0 16 63 0 0,1-16 56 0 0,0 0-98 0 0,1 13-13 0 0,0-13-41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213 64 3092 0 0,'0'0'1737'0'0,"-1"-4"-375"0"0,-15-36 1722 0 0,14 37-2655 0 0,-2 0-76 0 0,1 1-289 0 0,0 1-1 0 0,0-1 1 0 0,1 1 0 0 0,-1-1-1 0 0,0 1 1 0 0,0 0 0 0 0,0 0-1 0 0,-1 0 1 0 0,1 1-1 0 0,0-1 1 0 0,0 1 0 0 0,0 0-1 0 0,-1 0 1 0 0,1 0 0 0 0,0 0-1 0 0,0 0 1 0 0,0 1 0 0 0,-5 0-1 0 0,1 2 84 0 0,-1 0 0 0 0,1 1 0 0 0,0-1-1 0 0,1 1 1 0 0,-1 1 0 0 0,1-1 0 0 0,-1 1-1 0 0,1 0 1 0 0,1 1 0 0 0,-1-1 0 0 0,1 1-1 0 0,0 0 1 0 0,0 0 0 0 0,1 1 0 0 0,0 0-1 0 0,0-1 1 0 0,0 1 0 0 0,1 1 0 0 0,-4 12-1 0 0,4-12-83 0 0,0 1-1 0 0,1-1 1 0 0,0 1-1 0 0,1 0 1 0 0,0 0-1 0 0,0-1 1 0 0,1 1-1 0 0,0 0 1 0 0,0 0-1 0 0,1 0 1 0 0,0 0-1 0 0,1 0 1 0 0,0-1-1 0 0,5 14 1 0 0,-5-18-84 0 0,-1-1-1 0 0,1 1 1 0 0,0-1 0 0 0,1 0 0 0 0,-1 0 0 0 0,0 0-1 0 0,1 0 1 0 0,0 0 0 0 0,0-1 0 0 0,-1 1 0 0 0,2-1 0 0 0,-1 0-1 0 0,0 0 1 0 0,0 0 0 0 0,7 3 0 0 0,35 8-342 0 0,-40-13 251 0 0,2 0 17 0 0,0-1 83 0 0,1 1-1 0 0,0 0 0 0 0,0-1 0 0 0,0 0 1 0 0,0 0-1 0 0,-1-1 0 0 0,1 0 1 0 0,-1-1-1 0 0,1 1 0 0 0,-1-1 1 0 0,0-1-1 0 0,0 0 0 0 0,0 0 1 0 0,0 0-1 0 0,7-6 0 0 0,-9 4 78 0 0,1 0-1 0 0,-1 0 1 0 0,0-1-1 0 0,0 0 0 0 0,-1 0 1 0 0,0 0-1 0 0,0 0 1 0 0,0 0-1 0 0,-1-1 0 0 0,0 0 1 0 0,-1 1-1 0 0,0-1 1 0 0,0 0-1 0 0,0-10 0 0 0,-1 14-20 0 0,-2-2-4 0 0,-2-17-43 0 0,2 17-60 0 0,-2 2-50 0 0,-6-15-66 0 0,7 15-113 0 0,-2 1-160 0 0,1 1 325 0 0,1 1 0 0 0,-1-1 1 0 0,0 1-1 0 0,1-1 0 0 0,-1 1 0 0 0,0 0 1 0 0,0 0-1 0 0,0 1 0 0 0,0-1 1 0 0,0 1-1 0 0,0-1 0 0 0,0 1 0 0 0,0 0 1 0 0,0 0-1 0 0,0 0 0 0 0,0 0 1 0 0,0 1-1 0 0,0-1 0 0 0,0 1 1 0 0,0 0-1 0 0,1 0 0 0 0,-1 0 0 0 0,0 0 1 0 0,0 0-1 0 0,-2 2 0 0 0,-9 8-1050 0 0,1 1 1 0 0,1 0-1 0 0,0 1 0 0 0,1 1 0 0 0,-17 24 0 0 0,24-33-2402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243 30 3728 0 0,'0'0'1637'0'0,"-2"-3"-300"0"0,0 0-971 0 0,0 1 0 0 0,0 0 0 0 0,0-1-1 0 0,-1 1 1 0 0,1 0 0 0 0,-1 1 0 0 0,1-1 0 0 0,-1 0 0 0 0,1 1 0 0 0,-1-1-1 0 0,-5-1 1 0 0,4 1 176 0 0,-2 3-133 0 0,-2 0-264 0 0,0 0 0 0 0,-1 0 0 0 0,1 1 1 0 0,0 1-1 0 0,0-1 0 0 0,0 1 0 0 0,0 1 0 0 0,1-1 0 0 0,-1 1 0 0 0,1 1 0 0 0,0-1 0 0 0,0 1 1 0 0,0 1-1 0 0,1-1 0 0 0,0 1 0 0 0,-10 12 0 0 0,6-6-132 0 0,1 1 1 0 0,1 0-1 0 0,0 1 1 0 0,0-1-1 0 0,-8 27 1 0 0,14-35-224 0 0,2 1-74 0 0,0-2 93 0 0,1 0-1 0 0,-1 1 0 0 0,1-1 1 0 0,0 0-1 0 0,0 1 0 0 0,0-1 1 0 0,0 0-1 0 0,1 0 1 0 0,0 0-1 0 0,0 0 0 0 0,0 0 1 0 0,0-1-1 0 0,0 1 0 0 0,1 0 1 0 0,0-1-1 0 0,0 0 0 0 0,0 0 1 0 0,0 0-1 0 0,0 0 1 0 0,7 4-1 0 0,-7-5-475 0 0,18 1-521 0 0,-16-2 944 0 0,-1-1-1 0 0,1 1 1 0 0,0-1-1 0 0,-1 0 1 0 0,1 0-1 0 0,0 0 1 0 0,-1 0-1 0 0,8-2 1 0 0,4-4 110 0 0,1 1 0 0 0,-1-2 1 0 0,-1 0-1 0 0,1-1 0 0 0,-1 0 0 0 0,0-2 1 0 0,18-14-1 0 0,42-24 2834 0 0,-72 46-2215 0 0,2-1-2 0 0,14-5-10 0 0,-15 6 466 0 0,2 2-462 0 0,20 0 305 0 0,-25 0-719 0 0,0 0-1 0 0,1 1 0 0 0,-1 0 1 0 0,0-1-1 0 0,0 1 1 0 0,1 0-1 0 0,-1 0 1 0 0,0-1-1 0 0,0 1 1 0 0,0 0-1 0 0,0 0 1 0 0,0 0-1 0 0,0 0 1 0 0,-1 1-1 0 0,1-1 1 0 0,0 0-1 0 0,0 0 1 0 0,0 2-1 0 0,8 15 316 0 0,-6-10-232 0 0,0 0 0 0 0,-1 1-1 0 0,0-1 1 0 0,-1 1 0 0 0,1 0 0 0 0,-1 0 0 0 0,-1 9 0 0 0,1-3-33 0 0,0 39-6 0 0,-1-48-265 0 0,1-5-94 0 0,-1 0 259 0 0,0-1-1 0 0,0 1 1 0 0,1 0-1 0 0,-1 0 1 0 0,0-1-1 0 0,0 1 1 0 0,0 0-1 0 0,0 0 1 0 0,0-1-1 0 0,0 1 1 0 0,0 0 0 0 0,0 0-1 0 0,0-1 1 0 0,0 1-1 0 0,0 0 1 0 0,0 0-1 0 0,0-1 1 0 0,-1 1-1 0 0,1 0 1 0 0,-1 1-1 0 0,-1 7-2334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0 3128 0 0,'-5'1'1430'0'0,"-15"1"-210"0"0,15-2 647 0 0,3 5-1105 0 0,-9 45 1209 0 0,10-44-1724 0 0,2-5-236 0 0,-1 0 1 0 0,1-1-1 0 0,-1 1 1 0 0,0 0-1 0 0,1 0 0 0 0,-1 0 1 0 0,0 0-1 0 0,0 0 0 0 0,0 0 1 0 0,1 0-1 0 0,-1 0 1 0 0,0 0-1 0 0,0 0 0 0 0,0 0 1 0 0,-1-1-1 0 0,1 1 0 0 0,0 2 1 0 0,0 21 124 0 0,23 42 109 0 0,-21-63-272 0 0,-1-1 17 0 0,0 0-1 0 0,0-1 0 0 0,0 1 0 0 0,0 0 0 0 0,0-1 1 0 0,0 1-1 0 0,1-1 0 0 0,-1 0 0 0 0,0 1 1 0 0,1-1-1 0 0,1 1 0 0 0,0 2-111 0 0,-2-4 118 0 0,-1 0 0 0 0,0 0 0 0 0,1 0 0 0 0,-1 0 0 0 0,1 0 0 0 0,-1 0 0 0 0,0 0 0 0 0,1 0 0 0 0,-1 0-1 0 0,0 0 1 0 0,1 0 0 0 0,-1 1 0 0 0,0-1 0 0 0,1 0 0 0 0,-1 0 0 0 0,0 0 0 0 0,1 0 0 0 0,-1 1 0 0 0,0-1 0 0 0,1 0 0 0 0,-1 0 0 0 0,0 1 0 0 0,0-1 0 0 0,1 0 0 0 0,-1 1 0 0 0,0-1 0 0 0,0 0-1 0 0,1 1 1 0 0,-1 0-7 0 0,1-1-1 0 0,-1 1 1 0 0,0 0-1 0 0,1-1 1 0 0,-1 1-1 0 0,1-1 1 0 0,0 1-1 0 0,-1-1 1 0 0,1 1-1 0 0,-1-1 1 0 0,1 0-1 0 0,0 1 0 0 0,-1-1 1 0 0,1 0-1 0 0,0 1 1 0 0,0-1-1 0 0,-1 0 1 0 0,1 0-1 0 0,0 1 1 0 0,0-1-1 0 0,-1 0 1 0 0,1 0-1 0 0,0 0 0 0 0,1 0 1 0 0,20 2-8 0 0,-17-2 37 0 0,17-14 378 0 0,12-16 678 0 0,-30 27-738 0 0,0 0 14 0 0,44-22 1163 0 0,-43 24-1179 0 0,1 0-44 0 0,-2 1-225 0 0,1 0 0 0 0,0 0 0 0 0,0 1-1 0 0,0-1 1 0 0,0 1 0 0 0,-1 0 0 0 0,1 0-1 0 0,0 1 1 0 0,-1-1 0 0 0,1 1 0 0 0,-1 0-1 0 0,1 0 1 0 0,-1 1 0 0 0,0-1 0 0 0,5 5-1 0 0,-2-1-180 0 0,-1 1 0 0 0,-1-1 0 0 0,1 1 0 0 0,-1 0 0 0 0,-1 0 0 0 0,1 1 0 0 0,-1 0 0 0 0,0-1 0 0 0,-1 1 0 0 0,0 1 0 0 0,0-1 0 0 0,-1 0 0 0 0,0 1 0 0 0,1 12 0 0 0,-2-16-464 0 0,-2 2-95 0 0,-1 19-113 0 0,1-20-188 0 0,1-5 902 0 0,0-1 0 0 0,-1 1 0 0 0,1-1 0 0 0,0 1 0 0 0,-1-1 0 0 0,1 1 0 0 0,0-1 0 0 0,0 1 0 0 0,-1-1 0 0 0,1 1 0 0 0,0 0 0 0 0,0-1 0 0 0,0 1 0 0 0,0-1 0 0 0,0 1 0 0 0,0 0 1 0 0,0-1-1 0 0,0 1 0 0 0,0 0 0 0 0,0-1 0 0 0,0 1 0 0 0,0-1 0 0 0,0 1 0 0 0,0 0 0 0 0,1 0 0 0 0,-1-1-82 0 0,0 1 0 0 0,0 0 1 0 0,1-1-1 0 0,-1 1 0 0 0,0-1 0 0 0,0 1 1 0 0,0 0-1 0 0,0-1 0 0 0,0 1 0 0 0,0-1 1 0 0,0 1-1 0 0,0 0 0 0 0,0-1 0 0 0,0 1 1 0 0,0-1-1 0 0,-1 1 0 0 0,1 0 0 0 0,0-1 0 0 0,0 1 1 0 0,-1-1-1 0 0,1 1 0 0 0,0-1 0 0 0,-1 1 1 0 0,1-1-1 0 0,-1 1 0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69 2312 0 0,'2'-6'756'0'0,"1"0"-1"0"0,0 0 0 0 0,1 0 0 0 0,-1 0 1 0 0,1 0-1 0 0,1 1 0 0 0,8-10 1 0 0,-10 12-270 0 0,9-1 113 0 0,-12 3-549 0 0,1 1 0 0 0,0-1-1 0 0,-1 1 1 0 0,1-1 0 0 0,0 1 0 0 0,0-1 0 0 0,0 1-1 0 0,-1 0 1 0 0,1-1 0 0 0,0 1 0 0 0,0 0 0 0 0,0-1-1 0 0,0 1 1 0 0,0 0 0 0 0,0 0 0 0 0,0 0 0 0 0,0 0 0 0 0,-1 0-1 0 0,1 0 1 0 0,0 0 0 0 0,0 0 0 0 0,1 1 0 0 0,2-1-24 0 0,-1 0 24 0 0,0 0 0 0 0,1 0 1 0 0,-1 1-1 0 0,0-1 0 0 0,1 1 0 0 0,-1-1 1 0 0,0 1-1 0 0,0 1 0 0 0,1-1 1 0 0,-1 0-1 0 0,0 1 0 0 0,0-1 0 0 0,4 4 1 0 0,-3-1-20 0 0,1-1 1 0 0,-1 1 0 0 0,0 0 0 0 0,-1 0-1 0 0,1 1 1 0 0,-1-1 0 0 0,0 1 0 0 0,0 0-1 0 0,0 0 1 0 0,-1 0 0 0 0,0 0 0 0 0,0 0-1 0 0,0 0 1 0 0,0 1 0 0 0,-1-1 0 0 0,0 1 0 0 0,0-1-1 0 0,0 1 1 0 0,-1 6 0 0 0,0-2-3 0 0,-1 0 0 0 0,0 0 0 0 0,-1-1 0 0 0,0 1 0 0 0,-1 0 0 0 0,0-1 0 0 0,0 0 0 0 0,-1 1 0 0 0,0-1 0 0 0,-1-1 0 0 0,0 1 0 0 0,-6 8 0 0 0,-2-1 79 0 0,-1 0 0 0 0,-28 23 0 0 0,39-36-65 0 0,-1-1 2 0 0,-12 5-18 0 0,12-5 35 0 0,-2-2-56 0 0,-18 0-11 0 0,19 0 6 0 0,-3-5-42 0 0,8 6 40 0 0,-1-1 1 0 0,1 0-1 0 0,-1-1 0 0 0,1 1 0 0 0,-1 0 0 0 0,1 0 0 0 0,0 0 0 0 0,-1 0 0 0 0,1 0 0 0 0,-1 0 0 0 0,1 0 0 0 0,0-1 0 0 0,-1 1 0 0 0,1 0 0 0 0,-1 0 0 0 0,1-1 0 0 0,0 1 0 0 0,-1 0 0 0 0,1 0 0 0 0,0-1 0 0 0,0 1 0 0 0,-1 0 0 0 0,1-1 1 0 0,0 1-1 0 0,0 0 0 0 0,-1-1 0 0 0,1 1 0 0 0,0-1 0 0 0,0 1 0 0 0,0 0 0 0 0,0-1 0 0 0,0 1 0 0 0,-1-1 0 0 0,1 1 0 0 0,0 0 0 0 0,0-1 0 0 0,0 1 0 0 0,0-1 0 0 0,5-20-220 0 0,0 22 218 0 0,14 0 70 0 0,-14-1-33 0 0,-1 2-19 0 0,89 43 14 0 0,-66-30-546 0 0,0-2-1 0 0,52 19 1 0 0,-75-31-48 0 0,3 0-150 0 0,18 3-244 0 0,-18-2-279 0 0,-2-2-122 0 0,16 1-952 0 0,-16-1-1621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194 180 3060 0 0,'24'-68'5886'0'0,"-24"64"-5108"0"0,1-2-112 0 0,0-18-150 0 0,-1 18-72 0 0,-1 1-53 0 0,0 0-239 0 0,0 0 1 0 0,0-1-1 0 0,0 1 1 0 0,-1 1-1 0 0,0-1 0 0 0,0 0 1 0 0,-1 0-1 0 0,1 1 1 0 0,-1-1-1 0 0,0 1 1 0 0,-6-7-1 0 0,5 8 29 0 0,-22 9 8 0 0,19-4-155 0 0,0 1-5 0 0,0 0 0 0 0,1 0 1 0 0,-1 1-1 0 0,1 0 0 0 0,0 0 0 0 0,0 0 1 0 0,0 1-1 0 0,1 0 0 0 0,-1 0 0 0 0,1 0 1 0 0,-8 12-1 0 0,8-11-5 0 0,-3 3 2 0 0,1 1 0 0 0,0-1 0 0 0,0 2 0 0 0,1-1 0 0 0,0 1 0 0 0,1 0 0 0 0,0 0 0 0 0,1 0 0 0 0,0 1 0 0 0,-3 16 0 0 0,7-23-21 0 0,-1-1 0 0 0,1 1 0 0 0,0 0 0 0 0,0-1 0 0 0,1 1 0 0 0,-1-1 0 0 0,1 1 0 0 0,0-1 0 0 0,3 7 0 0 0,-3-6 21 0 0,0-2-21 0 0,1 1 0 0 0,0-1-1 0 0,0 1 1 0 0,0-1 0 0 0,0 0-1 0 0,0 0 1 0 0,1 0 0 0 0,-1 0-1 0 0,1 0 1 0 0,0 0-1 0 0,0-1 1 0 0,0 0 0 0 0,0 1-1 0 0,5 1 1 0 0,-6-2 17 0 0,3 1-38 0 0,0 0 0 0 0,0-1 0 0 0,-1 1 0 0 0,2-1 1 0 0,-1 0-1 0 0,0-1 0 0 0,0 1 0 0 0,11 1 0 0 0,-9-2-9 0 0,6 2-64 0 0,-11-2 84 0 0,0-1 0 0 0,-1 0 0 0 0,1 1 0 0 0,0-1 0 0 0,0 0 1 0 0,0 0-1 0 0,0 0 0 0 0,0 0 0 0 0,0 0 0 0 0,3-1 0 0 0,5-1-21 0 0,53-13-158 0 0,-42 9 112 0 0,3-7 43 0 0,-17 8 10 0 0,30-21-2 0 0,-30 19 23 0 0,-3 1 0 0 0,8-6 12 0 0,2-7-3 0 0,-10 11 3 0 0,2-7 26 0 0,-1 0 0 0 0,-1-1 0 0 0,4-20 1 0 0,-8 31-33 0 0,-1-1 13 0 0,1 2-44 0 0,0 1 0 0 0,0-1-1 0 0,-1 0 1 0 0,0 1 0 0 0,0-1 0 0 0,0 1 0 0 0,0-1-1 0 0,0 1 1 0 0,-1-1 0 0 0,1 1 0 0 0,-1 0 0 0 0,0 0-1 0 0,0 0 1 0 0,0 0 0 0 0,-1 0 0 0 0,1 0 0 0 0,-1 0-1 0 0,1 1 1 0 0,-1-1 0 0 0,0 1 0 0 0,0 0 0 0 0,0 0-1 0 0,0 0 1 0 0,-6-2 0 0 0,5 2-415 0 0,-3 2-87 0 0,-1-1 337 0 0,6 0 113 0 0,0 1-1 0 0,-1 0 0 0 0,1-1 1 0 0,-1 1-1 0 0,1 0 1 0 0,-1 0-1 0 0,1 1 0 0 0,0-1 1 0 0,-1 0-1 0 0,1 1 0 0 0,-1-1 1 0 0,1 1-1 0 0,-4 1 0 0 0,-3 1-177 0 0,-1 0-177 0 0,-1 1 0 0 0,1-1-1 0 0,0 2 1 0 0,1-1 0 0 0,-1 1 0 0 0,1 1 0 0 0,-16 11-1 0 0,19-12 167 0 0,-2 2-631 0 0,0-1 1 0 0,0 1 0 0 0,1 1-1 0 0,-10 11 1 0 0,1 3-2219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200 23 3856 0 0,'0'0'3069'0'0,"-1"-3"-2381"0"0,-5-17 1035 0 0,0 21-1452 0 0,2 0-220 0 0,-1 1 0 0 0,1-1 0 0 0,-1 1 0 0 0,1 0 0 0 0,-1 0 0 0 0,1 0 0 0 0,0 1 0 0 0,0-1 0 0 0,0 1 0 0 0,0 0 0 0 0,1 0 0 0 0,-1 0 0 0 0,1 1 0 0 0,0-1 0 0 0,-5 8 0 0 0,-8 11-42 0 0,1 0 0 0 0,1 1-1 0 0,0 0 1 0 0,2 1 0 0 0,1 0 0 0 0,1 1 0 0 0,-10 40 0 0 0,19-61-261 0 0,1-2 199 0 0,0 0 0 0 0,0 0 1 0 0,0-1-1 0 0,0 1 0 0 0,0 0 0 0 0,0 0 0 0 0,0-1 0 0 0,-1 1 0 0 0,1 0 0 0 0,-1-1 0 0 0,1 1 1 0 0,-2 2-1 0 0,2-3-37 0 0,-1 4-374 0 0,1-2-325 0 0,0-1 534 0 0,0 0-1 0 0,0 0 1 0 0,1 0 0 0 0,-1 1 0 0 0,1-1 0 0 0,0 0 0 0 0,-1 0 0 0 0,1 0 0 0 0,2 3 0 0 0,1-5-219 0 0,15 2 39 0 0,-14-1 58 0 0,-4-2 339 0 0,1 0 0 0 0,-1 0 0 0 0,1 0 0 0 0,-1 0 0 0 0,1 0 0 0 0,0 0 0 0 0,-1 0 0 0 0,1 1 0 0 0,0-1 0 0 0,0 1 0 0 0,1-1 0 0 0,23-12 428 0 0,30-23-1 0 0,-47 30-311 0 0,10-7 300 0 0,23-11 813 0 0,-35 20-1066 0 0,1 0 144 0 0,0 0 1 0 0,0 1-1 0 0,1 0 1 0 0,0 0 0 0 0,0 0-1 0 0,0 1 1 0 0,13-1-1 0 0,-17 3-189 0 0,-1 0 0 0 0,1 0-1 0 0,-1 1 1 0 0,1 0 0 0 0,-1 0-1 0 0,1 0 1 0 0,-1 0 0 0 0,1 0-1 0 0,-1 1 1 0 0,0 0 0 0 0,0 0-1 0 0,0 0 1 0 0,0 1 0 0 0,0-1 0 0 0,0 1-1 0 0,-1 0 1 0 0,1 0 0 0 0,-1 0-1 0 0,0 0 1 0 0,0 1 0 0 0,0-1-1 0 0,0 1 1 0 0,0 0 0 0 0,-1 0 0 0 0,0 0-1 0 0,0 0 1 0 0,0 0 0 0 0,0 1-1 0 0,1 7 1 0 0,13 64 317 0 0,-16-72-343 0 0,1 2-17 0 0,0 17-5 0 0,-1-18-25 0 0,1 0-113 0 0,2 16-86 0 0,-2-16-90 0 0,-30-14-10642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86 1 2088 0 0,'-3'2'1175'0'0,"-6"7"-740"0"0,1 1 0 0 0,0 0 0 0 0,0 0 1 0 0,1 0-1 0 0,1 1 0 0 0,-1 0 0 0 0,2 0 0 0 0,0 1 0 0 0,0 0 0 0 0,1 0 1 0 0,-5 23-1 0 0,8-30-362 0 0,1 1-40 0 0,7 50 54 0 0,-6-51-140 0 0,1-4 48 0 0,-1 0-1 0 0,1 0 0 0 0,-1 0 1 0 0,1 0-1 0 0,-1 0 0 0 0,0 0 1 0 0,1 1-1 0 0,-1-1 0 0 0,0 0 0 0 0,1 3 1 0 0,2-1-95 0 0,1-2-120 0 0,17 2 132 0 0,-16-2 14 0 0,-1-2 58 0 0,0 0 11 0 0,18-7-7 0 0,2-6 14 0 0,-16 8 8 0 0,4-4 69 0 0,2-1 49 0 0,-2 1 253 0 0,1 0 0 0 0,0 1 1 0 0,0 1-1 0 0,24-11 0 0 0,-34 18-178 0 0,2 1-48 0 0,-2-1-126 0 0,0 0 1 0 0,0 1-1 0 0,0 0 0 0 0,0 0 0 0 0,1 1 1 0 0,-1-1-1 0 0,0 1 0 0 0,0 0 0 0 0,0 0 1 0 0,0 0-1 0 0,0 0 0 0 0,0 1 1 0 0,-1-1-1 0 0,1 1 0 0 0,5 3 0 0 0,-5-1-40 0 0,0 0-1 0 0,-1 0 0 0 0,1 0 0 0 0,-1 0 0 0 0,0 0 0 0 0,0 1 0 0 0,0 0 0 0 0,0-1 1 0 0,-1 1-1 0 0,0 0 0 0 0,2 6 0 0 0,-3-5-89 0 0,0-1 0 0 0,0 1 1 0 0,0-1-1 0 0,-1 1 0 0 0,0-1 0 0 0,0 1 0 0 0,0-1 1 0 0,-1 1-1 0 0,0-1 0 0 0,0 1 0 0 0,-3 8 0 0 0,2-6 9 0 0,-1 6-642 0 0,-1 0 1 0 0,0 0-1 0 0,-1-1 1 0 0,0 1-1 0 0,-2-1 0 0 0,1 0 1 0 0,-11 14-1 0 0,3-7-2912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7.9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46 102 3000 0 0,'0'0'2546'0'0,"-2"-3"-1560"0"0,-1-2-582 0 0,1 1-1 0 0,1-1 1 0 0,-1 1 0 0 0,1-1 0 0 0,0 0 0 0 0,0 0-1 0 0,0 1 1 0 0,1-1 0 0 0,-1 0 0 0 0,1 0 0 0 0,0 0-1 0 0,1-5 1 0 0,0 5-153 0 0,-1 5-247 0 0,1-1 1 0 0,-1 1 0 0 0,0-1 0 0 0,0 1-1 0 0,0 0 1 0 0,0-1 0 0 0,0 1-1 0 0,1-1 1 0 0,-1 1 0 0 0,0 0 0 0 0,0-1-1 0 0,1 1 1 0 0,-1-1 0 0 0,0 1 0 0 0,1 0-1 0 0,-1 0 1 0 0,0-1 0 0 0,1 1-1 0 0,-1 0 1 0 0,0-1 0 0 0,1 1 0 0 0,-1 0-1 0 0,1 0 1 0 0,-1 0 0 0 0,1 0-1 0 0,-1-1 1 0 0,1 1 0 0 0,-1 0 0 0 0,1 0 0 0 0,-1 0 0 0 0,1 0 0 0 0,-1-1 0 0 0,1 1 1 0 0,-1 0-1 0 0,1 0 0 0 0,-1 0 0 0 0,0-1 0 0 0,1 1 0 0 0,-1 0 0 0 0,1-1 0 0 0,-1 1 1 0 0,0 0-1 0 0,1-1 0 0 0,-1 1 0 0 0,0-1 0 0 0,0 1 0 0 0,1 0 0 0 0,-1-1 0 0 0,0 1 1 0 0,0-1-1 0 0,0 1 0 0 0,1-1 0 0 0,-1 0 0 0 0,4 0 33 0 0,14-5 13 0 0,-14 5 55 0 0,1 3-106 0 0,-1 0 8 0 0,1 1-1 0 0,-1 0 0 0 0,0 0 1 0 0,0 0-1 0 0,0 1 0 0 0,-1-1 0 0 0,1 1 1 0 0,-1 0-1 0 0,0 0 0 0 0,0 0 1 0 0,0 0-1 0 0,0 1 0 0 0,2 6 0 0 0,-3-6 41 0 0,-1 1 8 0 0,0 55 265 0 0,-5-34-115 0 0,3-23-118 0 0,0 1 6 0 0,-3 16-2 0 0,4-16 69 0 0,-2 0-104 0 0,-2 13-5 0 0,3-13 112 0 0,0-1-120 0 0,1-2-29 0 0,-1-1-6 0 0,0 0 0 0 0,1 1 1 0 0,0-1-1 0 0,-1 0 1 0 0,1 1-1 0 0,0-1 0 0 0,0 1 1 0 0,0-1-1 0 0,-1 0 0 0 0,2 1 1 0 0,-1-1-1 0 0,0 3 0 0 0,5-4-50 0 0,45-9-362 0 0,-46 8 299 0 0,2 2-66 0 0,15 0 104 0 0,-16-1 14 0 0,16 10-69 0 0,-7 5 49 0 0,-11-12 42 0 0,-1 1 17 0 0,10 45 4 0 0,-12-43 8 0 0,-1-1-26 0 0,-4 16-11 0 0,4-16 7 0 0,-1 0 19 0 0,1 0 7 0 0,1-4 2 0 0,-1 1 0 0 0,1 0 1 0 0,-1-1-1 0 0,1 1 0 0 0,-1 0 0 0 0,0-1 1 0 0,1 1-1 0 0,-1-1 0 0 0,0 1 1 0 0,0-1-1 0 0,0 0 0 0 0,-2 3 1 0 0,-9 9 10 0 0,-1 0-16 0 0,12-12 7 0 0,-1 0 0 0 0,1 1 0 0 0,0-1 0 0 0,-1 0 0 0 0,1 0 0 0 0,-1 0 0 0 0,0 0 0 0 0,1 0 0 0 0,-1-1 0 0 0,0 1 0 0 0,1 0 0 0 0,-3 0 0 0 0,-1 1-1 0 0,0 0-15 0 0,-1-1-28 0 0,-14 1-4 0 0,14-2-11 0 0,0-1-46 0 0,-6-1-250 0 0,0 0 0 0 0,0-1 0 0 0,1-1 0 0 0,-1 0 0 0 0,1 0 1 0 0,-21-13-1 0 0,29 15-399 0 0,-1-1-266 0 0,-11-10-226 0 0,11 9-22 0 0,1 1-871 0 0,-10-15-1488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123 22 2864 0 0,'-2'-4'1190'0'0,"-13"-13"1529"0"0,9 17-2375 0 0,-17 0-46 0 0,17 0-61 0 0,2 3-42 0 0,-2 2-109 0 0,1 0-1 0 0,0 0 1 0 0,0 1-1 0 0,0 0 0 0 0,1 0 1 0 0,0 0-1 0 0,0 0 1 0 0,0 1-1 0 0,1-1 0 0 0,-3 10 1 0 0,2-7 0 0 0,1 0 1 0 0,1 0-1 0 0,0 0 1 0 0,0 1-1 0 0,1-1 1 0 0,0 0-1 0 0,1 1 1 0 0,0 0-1 0 0,0-1 1 0 0,1 1-1 0 0,0-1 1 0 0,1 0-1 0 0,0 1 1 0 0,1-1-1 0 0,5 14 1 0 0,-6-17-59 0 0,1 0-1 0 0,1 0 1 0 0,-1-1 0 0 0,1 1-1 0 0,-1-1 1 0 0,1 0 0 0 0,1 0-1 0 0,-1-1 1 0 0,1 1 0 0 0,0-1-1 0 0,0 0 1 0 0,0 0 0 0 0,1 0-1 0 0,-1-1 1 0 0,1 0 0 0 0,0 0-1 0 0,11 4 1 0 0,-11-5-21 0 0,0-1 1 0 0,0 1-1 0 0,0-1 0 0 0,0 0 0 0 0,1 0 1 0 0,-1-1-1 0 0,0 0 0 0 0,13-1 1 0 0,-14 1 9 0 0,13 0 42 0 0,-15 0-54 0 0,-1 0 0 0 0,1 0 0 0 0,-1 0 0 0 0,0 0 0 0 0,1-1 0 0 0,-1 1 0 0 0,1-1 0 0 0,-1 1 0 0 0,5-3 0 0 0,5-1 47 0 0,55-21 178 0 0,-54 20-96 0 0,-11 5-123 0 0,-1-1 0 0 0,1 0-1 0 0,0 1 1 0 0,-1-1-1 0 0,1 0 1 0 0,0 0-1 0 0,-1 0 1 0 0,1 0-1 0 0,-1 0 1 0 0,1-1 0 0 0,1-1-1 0 0,7-7 145 0 0,0 2-9 0 0,-2-1 0 0 0,1 0-1 0 0,-1-1 1 0 0,12-17 0 0 0,-18 23-120 0 0,1 0 1 0 0,-1-1-1 0 0,0 0 1 0 0,-1 0-1 0 0,1 1 0 0 0,-1-1 1 0 0,0 0-1 0 0,0 0 1 0 0,0 0-1 0 0,-1 0 1 0 0,0-1-1 0 0,0 1 0 0 0,0 0 1 0 0,0 0-1 0 0,-1 0 1 0 0,-2-7-1 0 0,-18-50-87 0 0,20 60 54 0 0,1 1 0 0 0,-1-1 0 0 0,0 1 0 0 0,0-1-1 0 0,1 1 1 0 0,-1-1 0 0 0,0 1 0 0 0,0-1 0 0 0,0 1 0 0 0,-1 0-1 0 0,1-1 1 0 0,0 1 0 0 0,0 0 0 0 0,-1 0 0 0 0,1 0-1 0 0,-2-1 1 0 0,-2-1-23 0 0,3 1-12 0 0,-1 0 0 0 0,0 0 0 0 0,1 0-1 0 0,-1 0 1 0 0,0 0 0 0 0,0 1 0 0 0,-1-1-1 0 0,1 1 1 0 0,0 0 0 0 0,0 0 0 0 0,-1 0-1 0 0,1 0 1 0 0,0 1 0 0 0,-1-1 0 0 0,-6 1-1 0 0,7 0 16 0 0,-7 0-99 0 0,1 1 0 0 0,-1 0 0 0 0,1 1 0 0 0,0 0 0 0 0,0 1 0 0 0,0 0 0 0 0,0 0 0 0 0,0 1 0 0 0,0 0 0 0 0,1 0 0 0 0,0 1 0 0 0,0 0 0 0 0,-9 8 0 0 0,0 2-1475 0 0,1 1-1 0 0,0 1 1 0 0,-21 30 0 0 0,34-42-2011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8.0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222 0 2044 0 0,'0'0'1834'0'0,"-6"1"-1087"0"0,2 0-696 0 0,0-1 112 0 0,1 1 1 0 0,-1 0 0 0 0,1-1-1 0 0,0 1 1 0 0,-1 1 0 0 0,1-1-1 0 0,0 0 1 0 0,0 1 0 0 0,0 0 0 0 0,0-1-1 0 0,0 1 1 0 0,0 0 0 0 0,-4 4-1 0 0,-13 16 235 0 0,1 1-1 0 0,1 1 0 0 0,1 0 0 0 0,1 2 0 0 0,1 0 1 0 0,2 0-1 0 0,0 1 0 0 0,-16 53 0 0 0,28-76-359 0 0,0 21-10 0 0,0-20-18 0 0,12 16-432 0 0,-5-21 229 0 0,2-1 77 0 0,0 0 1 0 0,0 0-1 0 0,0-1 1 0 0,0 0-1 0 0,0-1 1 0 0,0 1-1 0 0,12-8 1 0 0,51-33-330 0 0,-53 29 493 0 0,1 2 0 0 0,1 0 0 0 0,0 2 1 0 0,22-9-1 0 0,-34 17 72 0 0,1 0 0 0 0,-1 1 0 0 0,17 0 0 0 0,-19 1-7 0 0,-2 3-6 0 0,3 2-63 0 0,-1 0 0 0 0,0 1-1 0 0,0 0 1 0 0,0 0 0 0 0,0 0 0 0 0,-1 1 0 0 0,0-1 0 0 0,-1 1 0 0 0,5 10 0 0 0,-7-14 38 0 0,0 2-50 0 0,-1-1-93 0 0,1 1 0 0 0,-1 0 0 0 0,0-1-1 0 0,-1 1 1 0 0,1-1 0 0 0,-1 1 0 0 0,0 0-1 0 0,0 0 1 0 0,0-1 0 0 0,0 1 0 0 0,-1 0-1 0 0,-2 7 1 0 0,1-8-125 0 0,-11 0-187 0 0,-5 5 219 0 0,-1-3 87 0 0,15-5 12 0 0,-2 1 25 0 0,-16 4-22 0 0,17-4 32 0 0,-1-1 10 0 0,-15 6 18 0 0,16-5 14 0 0,1 0 50 0 0,-10 8 172 0 0,2 0 0 0 0,-17 18-1 0 0,25-24-121 0 0,3 0-12 0 0,-12 40-59 0 0,12-40 82 0 0,1 1-89 0 0,1 1-52 0 0,0 0 0 0 0,1 0 1 0 0,0 0-1 0 0,0-1 1 0 0,5 11-1 0 0,-5-12 81 0 0,8 1-66 0 0,-9-5-8 0 0,-1 1-1 0 0,1-1 1 0 0,-1 1 0 0 0,0-1 0 0 0,1 0 0 0 0,-1 1 0 0 0,1-1 0 0 0,0 0 0 0 0,-1 1-1 0 0,1-1 1 0 0,-1 0 0 0 0,1 0 0 0 0,-1 1 0 0 0,1-1 0 0 0,0 0 0 0 0,-1 0 0 0 0,1 0-1 0 0,0 0 1 0 0,-1 0 0 0 0,1 0 0 0 0,-1 0 0 0 0,1 0 0 0 0,0 0 0 0 0,-1 0 0 0 0,1 0-1 0 0,-1 0 1 0 0,2-1 0 0 0,16-2 1 0 0,-14 2-16 0 0,0-1-8 0 0,8-6 35 0 0,0 1 1 0 0,-1-1-1 0 0,0-1 0 0 0,0 0 0 0 0,9-11 1 0 0,-4 4 224 0 0,1 0 0 0 0,33-22 0 0 0,-30 28-36 0 0,0 0-1 0 0,21-6 0 0 0,-36 15-123 0 0,1 1-13 0 0,20 4 27 0 0,-24-3-85 0 0,1 0 1 0 0,0 0-1 0 0,0 0 0 0 0,0 0 0 0 0,-1 1 1 0 0,1-1-1 0 0,-1 1 0 0 0,1 0 0 0 0,-1 0 1 0 0,0 0-1 0 0,1 0 0 0 0,-1 0 1 0 0,0 0-1 0 0,0 1 0 0 0,-1-1 0 0 0,1 1 1 0 0,1 2-1 0 0,-2-3-10 0 0,2 2 0 0 0,0 1 0 0 0,-1-1-1 0 0,0 1 1 0 0,0-1 0 0 0,0 1 0 0 0,-1 0 0 0 0,0 0-1 0 0,0 0 1 0 0,0 0 0 0 0,0 6 0 0 0,0-3-10 0 0,0 0-57 0 0,0 0 0 0 0,-1-1 1 0 0,-1 1-1 0 0,1 0 0 0 0,-1 0 0 0 0,0 0 0 0 0,-4 11 0 0 0,3-13 24 0 0,-1 8-410 0 0,-1-1-1 0 0,0 0 1 0 0,-11 23-1 0 0,11-29-202 0 0,1 0 0 0 0,-1 0 0 0 0,-1-1 0 0 0,1 1 0 0 0,-1-1 0 0 0,0 0 0 0 0,-8 6 0 0 0,-10 7-2815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8.0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1 3112 0 0,'0'0'6031'0'0,"-3"3"-5724"0"0,-6 10-28 0 0,7-10 0 0 0,1 2-39 0 0,-6 76 892 0 0,6-77-980 0 0,1 3-4 0 0,0-5-148 0 0,-2 26 432 0 0,2 0 0 0 0,5 39 0 0 0,-4-63-359 0 0,0-1-59 0 0,1-1 1 0 0,-1 0 0 0 0,1 0-1 0 0,0 1 1 0 0,0-1 0 0 0,0 0-1 0 0,0 0 1 0 0,0-1 0 0 0,1 1-1 0 0,-1 0 1 0 0,0-1 0 0 0,1 0-1 0 0,0 1 1 0 0,2 0 0 0 0,-1 0-10 0 0,24 4-57 0 0,-23-5-26 0 0,1-2 25 0 0,57-7-325 0 0,-56 7 337 0 0,1-1 0 0 0,-1-1 0 0 0,1 1-1 0 0,-1-1 1 0 0,0-1 0 0 0,0 1 0 0 0,0-1-1 0 0,-1 0 1 0 0,1-1 0 0 0,9-8 0 0 0,-13 10-7 0 0,0-1 70 0 0,7-12 41 0 0,-7 12 24 0 0,-2-1 19 0 0,11-35 861 0 0,-11 35 77 0 0,-6 6-1026 0 0,-12 3-4 0 0,16-4-7 0 0,0 1-1 0 0,0-1 1 0 0,1 1 0 0 0,-1-1-1 0 0,0 1 1 0 0,0 0-1 0 0,1-1 1 0 0,-1 1 0 0 0,1 0-1 0 0,-1 0 1 0 0,0 0-1 0 0,1-1 1 0 0,0 1-1 0 0,-1 0 1 0 0,1 0 0 0 0,-1 0-1 0 0,1 0 1 0 0,0 0-1 0 0,0 0 1 0 0,-1 0 0 0 0,1 0-1 0 0,0 1 1 0 0,-5 14-304 0 0,1 0 1 0 0,1 0 0 0 0,0 1 0 0 0,1-1-1 0 0,1 1 1 0 0,0-1 0 0 0,2 1 0 0 0,3 27-1 0 0,3 23-1643 0 0,2 16-3561 0 0,-5-52 964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8.0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179 51 2724 0 0,'0'0'2420'0'0,"0"-4"-1496"0"0,-9-39 2314 0 0,8 40-2181 0 0,-5 3-828 0 0,2 1-207 0 0,1-1 34 0 0,0 0-1 0 0,-1 1 0 0 0,1 0 0 0 0,0-1 1 0 0,0 1-1 0 0,0 0 0 0 0,-1 1 1 0 0,1-1-1 0 0,0 0 0 0 0,1 1 1 0 0,-1 0-1 0 0,0 0 0 0 0,0 0 0 0 0,-2 2 1 0 0,-15 17 472 0 0,-21 32 0 0 0,40-52-515 0 0,-5 7 108 0 0,1 1 0 0 0,0 0 0 0 0,1 0 0 0 0,-7 18 1 0 0,8-18-77 0 0,0 0 0 0 0,0 0 1 0 0,0 0-1 0 0,1 1 1 0 0,1-1-1 0 0,0 1 1 0 0,0 0-1 0 0,1-1 0 0 0,0 1 1 0 0,0-1-1 0 0,1 1 1 0 0,1 0-1 0 0,4 16 1 0 0,-4-22-43 0 0,0 0 0 0 0,0 0 1 0 0,0-1-1 0 0,0 1 1 0 0,1 0-1 0 0,0-1 1 0 0,-1 1-1 0 0,1-1 1 0 0,1 0-1 0 0,-1 0 0 0 0,0 0 1 0 0,1-1-1 0 0,-1 1 1 0 0,1-1-1 0 0,0 0 1 0 0,0 0-1 0 0,0 0 1 0 0,0 0-1 0 0,0-1 0 0 0,0 0 1 0 0,1 0-1 0 0,6 1 1 0 0,-9-1-5 0 0,3 0 10 0 0,2-1 1 0 0,1 2-7 0 0,-5-2-1 0 0,0 1 1 0 0,0-1-1 0 0,0 0 1 0 0,1 0 0 0 0,-1 0-1 0 0,0 0 1 0 0,0-1-1 0 0,4 0 1 0 0,26-4-27 0 0,-20 2 13 0 0,2-5 162 0 0,-14 7-152 0 0,7-2-24 0 0,-1-1 0 0 0,1 0 1 0 0,-1 0-1 0 0,-1 0 0 0 0,1-1 1 0 0,0 0-1 0 0,-1 0 0 0 0,10-11 1 0 0,-10 7 36 0 0,-1 0 1 0 0,1 0 0 0 0,-2-1-1 0 0,7-14 1 0 0,-10 19-25 0 0,0 0-1 0 0,1 0 1 0 0,-2 0 0 0 0,1-1 0 0 0,-1 1-1 0 0,1 0 1 0 0,-1 0 0 0 0,-1-1 0 0 0,1 1 0 0 0,-1 0-1 0 0,0 0 1 0 0,0 0 0 0 0,-3-7 0 0 0,2 5-75 0 0,-1 0 0 0 0,0 1 0 0 0,0 0 0 0 0,-1-1 0 0 0,1 1 0 0 0,-1 0 0 0 0,-1 0 1 0 0,1 1-1 0 0,-1 0 0 0 0,0-1 0 0 0,0 2 0 0 0,-10-8 0 0 0,12 10-294 0 0,-5 2-33 0 0,1-2 275 0 0,5 1 85 0 0,0 1 0 0 0,0 0 0 0 0,-1-1 0 0 0,1 1 1 0 0,0 0-1 0 0,-1 0 0 0 0,1 0 0 0 0,0 0 1 0 0,0 0-1 0 0,-1 1 0 0 0,1-1 0 0 0,0 1 0 0 0,-5 1 1 0 0,0-1-106 0 0,5-1 86 0 0,-1 1 0 0 0,1-1 1 0 0,-1 1-1 0 0,1 0 0 0 0,-1-1 0 0 0,1 1 0 0 0,0 0 0 0 0,-1 1 0 0 0,1-1 0 0 0,0 0 0 0 0,-3 2 0 0 0,-5 3-389 0 0,0 1-1 0 0,0-1 1 0 0,1 2 0 0 0,0-1-1 0 0,0 1 1 0 0,1 1 0 0 0,-13 15-1 0 0,16-18 114 0 0,-12 19-2229 0 0,6 0-568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8.0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165 34 2100 0 0,'0'0'1648'0'0,"-2"-4"-1089"0"0,-1 0-324 0 0,0 1 0 0 0,-1-1 0 0 0,1 1 0 0 0,0 0 0 0 0,-1 0 0 0 0,-5-4 1 0 0,5 5 541 0 0,-2 3-500 0 0,-16 2-13 0 0,17-2 4 0 0,4 0-207 0 0,-1 1 1 0 0,1-1 0 0 0,0 1 0 0 0,-1-1-1 0 0,1 1 1 0 0,-1-1 0 0 0,0 0 0 0 0,1 0-1 0 0,-4 2 1 0 0,-1 5 82 0 0,-1 0 0 0 0,1 0-1 0 0,1 1 1 0 0,0 0 0 0 0,0 0 0 0 0,0 0 0 0 0,1 0-1 0 0,1 1 1 0 0,-1 0 0 0 0,-1 14 0 0 0,3-18-108 0 0,-8 44 220 0 0,-1 41-332 0 0,11-85-106 0 0,12 39-2710 0 0,-10-41 2161 0 0,4-4-3066 0 0,24-1 1485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8.0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159 6 2340 0 0,'0'0'2144'0'0,"5"-1"-1240"0"0,14-2-112 0 0,-15 2 426 0 0,14 14-266 0 0,-15-10-525 0 0,0 1-58 0 0,16 34 517 0 0,-18-34-643 0 0,1 2-38 0 0,12 41 216 0 0,-12-43-336 0 0,-1 1-28 0 0,12 41 102 0 0,-12-41-165 0 0,-5-3-3194 0 0,3-2 3110 0 0,-1 1-1 0 0,1-1 1 0 0,-1 1-1 0 0,1-1 1 0 0,-1 0-1 0 0,0 0 0 0 0,1 0 1 0 0,-1 0-1 0 0,-2 0 1 0 0,3 0-60 0 0,-3-1 34 0 0,1 0 1 0 0,-1 0 0 0 0,1 0 0 0 0,-1 0-1 0 0,1 0 1 0 0,-1-1 0 0 0,1 0 0 0 0,0 0 0 0 0,0 0-1 0 0,0 0 1 0 0,-4-4 0 0 0,1 4 100 0 0,0-1-1 0 0,0 1 1 0 0,0 0 0 0 0,-1 0 0 0 0,1 1 0 0 0,0-1-1 0 0,-9 1 1 0 0,10 0 39 0 0,-1 0 193 0 0,0 2 20 0 0,-1-1-91 0 0,0 1 1 0 0,0 0 0 0 0,0 0-1 0 0,0 1 1 0 0,1 0 0 0 0,-1 0-1 0 0,0 1 1 0 0,1 0-1 0 0,0 0 1 0 0,0 0 0 0 0,-10 7-1 0 0,13-7 150 0 0,0 1-157 0 0,-11 14-74 0 0,10-14-103 0 0,0 8 198 0 0,4-11-146 0 0,-1-1 0 0 0,1 1 1 0 0,-1 0-1 0 0,1 0 0 0 0,-1 0 1 0 0,1-1-1 0 0,0 1 0 0 0,-1 0 1 0 0,1 0-1 0 0,0 0 0 0 0,0 0 1 0 0,-1 0-1 0 0,1 0 0 0 0,0 0 1 0 0,0 0-1 0 0,0 0 0 0 0,0 0 1 0 0,0-1-1 0 0,0 1 0 0 0,1 2 0 0 0,0 2-21 0 0,-1 1-1 0 0,2-1 1 0 0,-1 1-1 0 0,1-1 0 0 0,-1 1 1 0 0,5 7-1 0 0,-4-9-165 0 0,1-2 253 0 0,2 1-31 0 0,-1 0 1 0 0,1-1 0 0 0,0 1-1 0 0,-1-1 1 0 0,1 0 0 0 0,7 1-1 0 0,-8-2 20 0 0,2-2 14 0 0,18-8 183 0 0,1-1-1 0 0,-1-1 1 0 0,-1-1 0 0 0,28-18-1 0 0,-8 4 182 0 0,-15 15-256 0 0,-23 10-123 0 0,2 0-8 0 0,18-1 6 0 0,-18 2 4 0 0,-2 1-40 0 0,-1 1-27 0 0,0-1-2 0 0,0 0 0 0 0,0 0 0 0 0,-1 0 1 0 0,1 1-1 0 0,0 0 0 0 0,-1 0 0 0 0,0 0 0 0 0,1 0 1 0 0,-1 0-1 0 0,0 1 0 0 0,0-1 0 0 0,0 1 0 0 0,4 6 1 0 0,-2-3-60 0 0,0 1 1 0 0,-1 0-1 0 0,0 0 1 0 0,0 0-1 0 0,-1 1 1 0 0,0-1-1 0 0,0 1 1 0 0,-1 0 0 0 0,0 0-1 0 0,0 0 1 0 0,-1 0-1 0 0,1 0 1 0 0,-2 0-1 0 0,0 0 1 0 0,0 1-1 0 0,0-1 1 0 0,-1 0-1 0 0,0 0 1 0 0,0 0-1 0 0,-1 0 1 0 0,-4 11 0 0 0,-1 0-1988 0 0,-1-1 1 0 0,-12 20-1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8.0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0 3240 0 0,'0'0'3276'0'0,"-2"3"-2725"0"0,-1-1-304 0 0,1 0-1 0 0,0 0 0 0 0,0 0 1 0 0,0 1-1 0 0,0-1 0 0 0,0 1 1 0 0,1-1-1 0 0,-1 1 0 0 0,1 0 1 0 0,-1-1-1 0 0,1 1 0 0 0,-1 4 1 0 0,2-5-207 0 0,0 0 0 0 0,0-1 0 0 0,0 1 0 0 0,0 0 0 0 0,0-1 0 0 0,0 1 0 0 0,1-1 0 0 0,-1 1 1 0 0,1 0-1 0 0,-1-1 0 0 0,1 1 0 0 0,0-1 0 0 0,-1 1 0 0 0,1-1 0 0 0,0 0 0 0 0,0 1 0 0 0,0-1 0 0 0,0 0 0 0 0,0 0 0 0 0,0 1 0 0 0,1-1 1 0 0,-1 0-1 0 0,2 1 0 0 0,-1 0 202 0 0,3 0-145 0 0,39 20 224 0 0,-40-20-254 0 0,-3-1-59 0 0,1-1 0 0 0,-1 0 0 0 0,0 1 0 0 0,1-1-1 0 0,-1 1 1 0 0,0-1 0 0 0,0 1 0 0 0,1 0 0 0 0,-1-1 0 0 0,0 1 0 0 0,0 0-1 0 0,2 2 1 0 0,-1-2 9 0 0,2 2 61 0 0,0 0 8 0 0,10 10 131 0 0,23 30 0 0 0,-34-39-153 0 0,-1 0-7 0 0,5 13 3 0 0,-6-13 29 0 0,0 0 10 0 0,3 12-4 0 0,-3-12 48 0 0,-1 2-153 0 0,-9 46-112 0 0,7-47-141 0 0,1-4-232 0 0,-1 0 382 0 0,1 0 0 0 0,-1 0 0 0 0,1 1-1 0 0,0-1 1 0 0,-1 1 0 0 0,1-1 0 0 0,0 1 0 0 0,-1 2 0 0 0,-1-1-727 0 0,-24-9-9655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8.0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4 205 2624 0 0,'0'0'4835'0'0,"-1"-4"-4048"0"0,-1-15-162 0 0,1 14 366 0 0,2 1-896 0 0,0 0 1 0 0,0-1 0 0 0,0 1 0 0 0,0 0-1 0 0,1-1 1 0 0,0 1 0 0 0,0 0 0 0 0,0 0-1 0 0,0 0 1 0 0,1 0 0 0 0,-1 1 0 0 0,1-1-1 0 0,5-5 1 0 0,1 0-63 0 0,1 0 0 0 0,-1 0 0 0 0,15-9 0 0 0,19-12-469 0 0,7 2-862 0 0,-46 26 473 0 0,0 0 0 0 0,0 1 0 0 0,0-1 0 0 0,1 1 0 0 0,-1 0-1 0 0,7-1 1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8.0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90 1 3568 0 0,'0'0'4135'0'0,"-5"1"-3748"0"0,-15 2-12 0 0,19-3-344 0 0,0 0 0 0 0,1 1 0 0 0,-1-1 1 0 0,0 1-1 0 0,0-1 0 0 0,1 0 0 0 0,-1 1 1 0 0,0-1-1 0 0,1 1 0 0 0,-1 0 0 0 0,0-1 1 0 0,1 1-1 0 0,-1 0 0 0 0,1-1 0 0 0,-1 1 1 0 0,1 0-1 0 0,0-1 0 0 0,-1 1 0 0 0,1 0 0 0 0,-1 0 1 0 0,1 0-1 0 0,0-1 0 0 0,0 1 0 0 0,0 0 1 0 0,-1 1-1 0 0,-5 11 293 0 0,0-1 0 0 0,1 1 1 0 0,0 1-1 0 0,1-1 0 0 0,-4 28 0 0 0,1 0 532 0 0,-2 65 1 0 0,9-101-814 0 0,1 1 1 0 0,-1 0 0 0 0,2 0 0 0 0,-1 0-1 0 0,0-1 1 0 0,1 1 0 0 0,3 6 0 0 0,-2-4-3 0 0,-1-4-21 0 0,1 0 0 0 0,-1 1 0 0 0,1-1 0 0 0,-1 0 0 0 0,1-1 0 0 0,0 1 0 0 0,0 0 0 0 0,5 3 1 0 0,-3-2-5 0 0,-2-2 10 0 0,2 0-8 0 0,13 8-10 0 0,-13-9-10 0 0,0-1 15 0 0,49 5 72 0 0,-48-6-85 0 0,-2-2 15 0 0,13-6 8 0 0,-12 6-2 0 0,-5 2-19 0 0,0 0-1 0 0,0-1 1 0 0,0 1-1 0 0,0-1 1 0 0,1 1-1 0 0,-1-1 1 0 0,0 1 0 0 0,0-1-1 0 0,1 1 1 0 0,-1-1-1 0 0,0 1 1 0 0,1 0 0 0 0,-1-1-1 0 0,0 1 1 0 0,1 0-1 0 0,-1-1 1 0 0,0 1 0 0 0,1 0-1 0 0,-1-1 1 0 0,1 1-1 0 0,-1 0 1 0 0,1 0 0 0 0,0-1-1 0 0,8-8 67 0 0,-7 5-71 0 0,-1-1-1 0 0,0 0 1 0 0,0 0 0 0 0,-1 0-1 0 0,0 0 1 0 0,1 0 0 0 0,-2 0-1 0 0,1-5 1 0 0,-1 5-24 0 0,0 4 19 0 0,1 0 1 0 0,0-1 0 0 0,-1 1-1 0 0,1 0 1 0 0,-1-1 0 0 0,1 1-1 0 0,-1 0 1 0 0,0 0 0 0 0,0-1-1 0 0,0 1 1 0 0,1 0-1 0 0,-3-2 1 0 0,1 1-1 0 0,0-2-29 0 0,-2 1-60 0 0,2 2 27 0 0,-1-1 0 0 0,1 1 1 0 0,-1-1-1 0 0,1 1 0 0 0,-1 0 0 0 0,0 0 1 0 0,1 0-1 0 0,-1 0 0 0 0,0 1 1 0 0,0-1-1 0 0,1 1 0 0 0,-1-1 1 0 0,0 1-1 0 0,0 0 0 0 0,0 0 1 0 0,0 0-1 0 0,1 1 0 0 0,-1-1 0 0 0,0 1 1 0 0,-3 0-1 0 0,-10 8-1677 0 0,1 0-1 0 0,0 1 1 0 0,-19 16 0 0 0,28-21 704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29.6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2404 0 0,'0'0'5549'0'0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42.0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1292 10 3544 0 0,'-8'-1'1394'0'0,"-1"-2"-974"0"0,-30-1 1336 0 0,-18 3-158 0 0,19 2-1031 0 0,1 2-1 0 0,-1 2 1 0 0,1 1-1 0 0,1 2 0 0 0,-41 14 1 0 0,55-14-391 0 0,1 0 0 0 0,0 2 1 0 0,0 1-1 0 0,1 0 0 0 0,0 2 1 0 0,1 0-1 0 0,1 1 0 0 0,0 1 0 0 0,1 0 1 0 0,-16 19-1 0 0,-6 15 22 0 0,2 1 0 0 0,-52 94 0 0 0,-42 120 367 0 0,99-197-367 0 0,-182 453 784 0 0,173-394-863 0 0,6 2 0 0 0,-24 162 0 0 0,54-250-91 0 0,2-1 0 0 0,2 1 0 0 0,1 0 0 0 0,3 0 0 0 0,1 0 0 0 0,1-1 0 0 0,22 76-1 0 0,-11-65-6 0 0,3-1 0 0 0,1-1 0 0 0,3-1 0 0 0,2-1 0 0 0,48 68 0 0 0,-45-77-2 0 0,1-2-1 0 0,1-1 1 0 0,2-1-1 0 0,1-1 1 0 0,2-3 0 0 0,1 0-1 0 0,1-2 1 0 0,80 42 0 0 0,-70-46-12 0 0,1-2 1 0 0,1-3-1 0 0,0-2 1 0 0,2-2-1 0 0,-1-2 1 0 0,2-2-1 0 0,85 5 1 0 0,-75-14-3 0 0,-1-3 1 0 0,1-3-1 0 0,0-2 1 0 0,-1-3-1 0 0,-1-2 1 0 0,0-3-1 0 0,89-35 1 0 0,-26-2 148 0 0,-1-6 0 0 0,158-100-1 0 0,-218 119-28 0 0,-1-3-1 0 0,-3-2 0 0 0,-1-3 0 0 0,79-84 1 0 0,-108 99-98 0 0,-1-1-1 0 0,-1-1 1 0 0,-3-2 0 0 0,0 0 0 0 0,-3-2 0 0 0,-1 0 0 0 0,-1-1 0 0 0,-3-1 0 0 0,14-53-1 0 0,-19 50-33 0 0,-2 0 0 0 0,-2 0-1 0 0,-2 0 1 0 0,-2-1 0 0 0,-2 1-1 0 0,-1-1 1 0 0,-3 1 0 0 0,-1 0-1 0 0,-2 0 1 0 0,-2 0 0 0 0,-2 1-1 0 0,-2 0 1 0 0,-33-73 0 0 0,-18-11-107 0 0,-6 2 0 0 0,-145-195 0 0 0,181 276 162 0 0,-2 2-1 0 0,-64-58 0 0 0,-92-59-416 0 0,147 123 299 0 0,-7-4-70 0 0,-2 3-1 0 0,-63-32 1 0 0,104 62 131 0 0,-22-9-9 0 0,-8-2-2 0 0,26 11 17 0 0,-2 3-8 0 0,-35-8-12 0 0,48 10 7 0 0,1 0 12 0 0,-16-2 10 0 0,16 2-8 0 0,-1 1 4 0 0,-18-2-10 0 0,19 1-2 0 0,-1 1-43 0 0,-16-1 65 0 0,16 0 22 0 0,1 1-25 0 0,-47 2-40 0 0,47-2 28 0 0,-1 1-12 0 0,-15 1 36 0 0,16-2-7 0 0,0 0 8 0 0,-17 0 12 0 0,16 0-25 0 0,0 0 19 0 0,-17 0-11 0 0,17 0 39 0 0,0 0-38 0 0,-55-3 53 0 0,55 3 20 0 0,1 0-71 0 0,-14-2 659 0 0,-35-9-8830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42.9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863 69 2432 0 0,'-7'-7'364'0'0,"-1"0"1"0"0,0 1-1 0 0,0 0 0 0 0,0 0 0 0 0,-1 1 0 0 0,1 0 0 0 0,-1 0 0 0 0,-1 1 1 0 0,1 0-1 0 0,-1 1 0 0 0,1 0 0 0 0,-1 1 0 0 0,0 0 0 0 0,0 0 1 0 0,-19 0-1 0 0,7 4-58 0 0,-1 0 0 0 0,1 1 0 0 0,-1 1 0 0 0,1 2 0 0 0,-31 10 0 0 0,21 0-82 0 0,-1 1 0 0 0,2 1 0 0 0,0 1 0 0 0,1 2 0 0 0,2 1 0 0 0,0 2 0 0 0,-48 51 0 0 0,42-36-147 0 0,2 2 0 0 0,2 1 0 0 0,1 2 0 0 0,3 0 0 0 0,-21 49 0 0 0,38-73-43 0 0,1 1-1 0 0,1 0 0 0 0,0 0 1 0 0,2 0-1 0 0,1 1 1 0 0,0-1-1 0 0,2 1 0 0 0,0 0 1 0 0,2 0-1 0 0,2 26 1 0 0,-1-38-35 0 0,0 0 0 0 0,1 0 0 0 0,0-1 0 0 0,1 1 0 0 0,0-1 0 0 0,0 0 0 0 0,1 0 0 0 0,0 0 0 0 0,1 0 0 0 0,0 0 0 0 0,0-1 0 0 0,1 0 0 0 0,0 0 0 0 0,0-1 0 0 0,1 1 0 0 0,0-2 0 0 0,1 1 0 0 0,-1-1 0 0 0,1 0 0 0 0,0 0 0 0 0,1-1 0 0 0,-1 0 0 0 0,1 0 0 0 0,17 5 0 0 0,-12-5-58 0 0,-1-1 1 0 0,1 0-1 0 0,0-1 0 0 0,0-1 1 0 0,0 0-1 0 0,0-1 0 0 0,0 0 1 0 0,1-1-1 0 0,-1-1 1 0 0,0 0-1 0 0,0-1 0 0 0,0 0 1 0 0,0-1-1 0 0,0-1 0 0 0,23-10 1 0 0,-22 7 70 0 0,0-1 0 0 0,0 0 1 0 0,-1-1-1 0 0,0-1 0 0 0,-1 0 1 0 0,0-1-1 0 0,-1-1 0 0 0,0 0 0 0 0,0 0 1 0 0,13-20-1 0 0,-12 13 201 0 0,-1-1 0 0 0,-1 0 0 0 0,0 0 0 0 0,-2-1-1 0 0,0 0 1 0 0,10-43 0 0 0,-18 59-10 0 0,5-20 125 0 0,-5 20 201 0 0,-8 23-381 0 0,2-3-102 0 0,1 1-1 0 0,1 0 0 0 0,0 0 0 0 0,1 0 1 0 0,-1 22-1 0 0,1-2 19 0 0,-14 195 425 0 0,16-180-1050 0 0,2 1 0 0 0,13 73 0 0 0,-8-107-609 0 0,-5-15 923 0 0,0 1-626 0 0,10 9-3209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43.1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51 105 3568 0 0,'-30'-31'3781'0'0,"27"28"-2630"0"0,0 0-678 0 0,-11-10 1161 0 0,23 3-1459 0 0,-8 8-165 0 0,0 1 1 0 0,1-1 0 0 0,-1 1 0 0 0,1-1 0 0 0,-1 1 0 0 0,1 0 0 0 0,0 0 0 0 0,-1 0-1 0 0,1 0 1 0 0,0 0 0 0 0,0 0 0 0 0,-1 1 0 0 0,1-1 0 0 0,0 1 0 0 0,0-1 0 0 0,0 1-1 0 0,0 0 1 0 0,0-1 0 0 0,4 1 0 0 0,80-10-468 0 0,69-2-4002 0 0,-127 8 2219 0 0,-21 4-1563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43.6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89 3232 0 0,'0'0'3861'0'0,"3"-2"-3687"0"0,1-1-129 0 0,0 1 0 0 0,0 0 1 0 0,0 0-1 0 0,0 0 0 0 0,0 1 0 0 0,0-1 1 0 0,0 1-1 0 0,1 0 0 0 0,-1 1 1 0 0,1-1-1 0 0,-1 1 0 0 0,9-1 0 0 0,-1 1 19 0 0,0 1 0 0 0,0 0-1 0 0,0 0 1 0 0,-1 1-1 0 0,1 0 1 0 0,0 1 0 0 0,-1 1-1 0 0,0 0 1 0 0,0 0-1 0 0,0 1 1 0 0,0 0 0 0 0,11 9-1 0 0,-17-11-24 0 0,-1 1 0 0 0,1 0 0 0 0,-1 0 0 0 0,0 0 0 0 0,-1 0 0 0 0,1 1 0 0 0,4 8 0 0 0,-3-7 14 0 0,5 15 196 0 0,-9-16-192 0 0,1-1 128 0 0,-2 2 6 0 0,3 17 34 0 0,-3-17-18 0 0,0-2 53 0 0,-1 3-40 0 0,0-1 0 0 0,0 0-1 0 0,-1 0 1 0 0,1 1 0 0 0,-1-1 0 0 0,-1-1 0 0 0,1 1 0 0 0,-1 0-1 0 0,-4 7 1 0 0,4-10 634 0 0,-1-2-682 0 0,-15 6 311 0 0,19-7-477 0 0,-1 0 0 0 0,1 0-1 0 0,-1-1 1 0 0,1 1 0 0 0,-1 0 0 0 0,1 0 0 0 0,-1 0-1 0 0,1-1 1 0 0,0 1 0 0 0,-1 0 0 0 0,1-1 0 0 0,-1 1 0 0 0,1 0-1 0 0,0-1 1 0 0,-1 1 0 0 0,1 0 0 0 0,0-1 0 0 0,-1 1-1 0 0,1-1 1 0 0,0 1 0 0 0,0-1 0 0 0,-1 1 0 0 0,1-1 0 0 0,0 1-1 0 0,0-1 1 0 0,0 0 0 0 0,0 1-3 0 0,-1-1 0 0 0,1 1 1 0 0,0-1-1 0 0,0 1 0 0 0,0-1 0 0 0,0 1 1 0 0,-1-1-1 0 0,1 1 0 0 0,0-1 0 0 0,0 1 0 0 0,-1 0 1 0 0,1-1-1 0 0,0 1 0 0 0,-1-1 0 0 0,1 1 1 0 0,-1 0-1 0 0,1-1 0 0 0,0 1 0 0 0,-1 0 0 0 0,1 0 1 0 0,-1-1-1 0 0,1 1 0 0 0,-1 0 0 0 0,1 0 1 0 0,-1 0-1 0 0,0-1 0 0 0,-1-4 9 0 0,-1-4-103 0 0,1 0 0 0 0,0 0 0 0 0,0 0 0 0 0,1-1 0 0 0,0 1 0 0 0,1-1 0 0 0,0 1-1 0 0,1 0 1 0 0,0-1 0 0 0,0 1 0 0 0,1 0 0 0 0,0 0 0 0 0,0 0 0 0 0,1 0 0 0 0,0 0 0 0 0,6-10 0 0 0,-5 11-193 0 0,0 0 1 0 0,1 0-1 0 0,0 0 1 0 0,0 1-1 0 0,0 0 1 0 0,1 0-1 0 0,0 1 1 0 0,1-1-1 0 0,0 1 1 0 0,0 1-1 0 0,0-1 1 0 0,0 1-1 0 0,1 0 1 0 0,0 1-1 0 0,0 0 1 0 0,8-3-1 0 0,-8 4-747 0 0,1 1-1 0 0,-1 0 1 0 0,0 1-1 0 0,9-1 1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44.1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128 18 3296 0 0,'0'0'6219'0'0,"-2"-3"-5895"0"0,1 2-277 0 0,1 0 1 0 0,-1 0 0 0 0,1 0-1 0 0,-1 1 1 0 0,0-1-1 0 0,1 0 1 0 0,-1 0-1 0 0,0 0 1 0 0,0 1 0 0 0,0-1-1 0 0,0 0 1 0 0,0 1-1 0 0,0-1 1 0 0,0 1-1 0 0,0-1 1 0 0,0 1 0 0 0,-1-1-1 0 0,0 1 0 0 0,0 0-1 0 0,0 0 1 0 0,0 0-1 0 0,0 1 1 0 0,1-1-1 0 0,-1 0 1 0 0,0 1-1 0 0,0-1 1 0 0,0 1-1 0 0,1 0 1 0 0,-1-1-1 0 0,0 1 1 0 0,1 0 0 0 0,-4 2-1 0 0,-4 4 21 0 0,-1 0 0 0 0,2 0 0 0 0,-1 1 0 0 0,1 0 0 0 0,0 1 0 0 0,-7 10 0 0 0,13-16-41 0 0,0 2-22 0 0,-5 13-33 0 0,6-13-56 0 0,1 1-277 0 0,3 19 95 0 0,-2-22 173 0 0,0 0 1 0 0,0-1-1 0 0,0 1 1 0 0,1 0-1 0 0,-1-1 1 0 0,1 1-1 0 0,0-1 1 0 0,0 0-1 0 0,0 1 1 0 0,0-1-1 0 0,0 0 1 0 0,0 0-1 0 0,1-1 1 0 0,-1 1-1 0 0,0 0 1 0 0,1-1-1 0 0,0 1 1 0 0,-1-1-1 0 0,1 0 0 0 0,5 2 1 0 0,-6-2 70 0 0,1 0-261 0 0,3 1 21 0 0,18 3 24 0 0,-19-4 88 0 0,1-1 23 0 0,49-5 311 0 0,-49 4 10 0 0,-2-2 72 0 0,14-8 18 0 0,-14 9-14 0 0,-4 0-234 0 0,1 0 1 0 0,0 1-1 0 0,-1-1 1 0 0,1 1-1 0 0,0-1 1 0 0,0 1-1 0 0,0 0 1 0 0,0-1-1 0 0,0 1 1 0 0,0 0-1 0 0,0 0 1 0 0,2-2-1 0 0,-2 2 26 0 0,2-3 193 0 0,-2-1 12 0 0,4-13-23 0 0,-4 13-26 0 0,0 0-3 0 0,0-17-23 0 0,-1 16 0 0 0,-1 2-35 0 0,-1-16-34 0 0,2 15-21 0 0,-2 1-14 0 0,-7-14-23 0 0,7 14-33 0 0,1 3-34 0 0,-1 0 1 0 0,1-1-1 0 0,-1 1 1 0 0,1 0-1 0 0,0-1 0 0 0,0 1 1 0 0,-1-1-1 0 0,1 1 1 0 0,-1-4-1 0 0,-1 2-24 0 0,2 3 26 0 0,1 0-1 0 0,0 1 0 0 0,-1-1 0 0 0,1 0 0 0 0,-1 0 0 0 0,1 0 1 0 0,0 0-1 0 0,-1 0 0 0 0,1 0 0 0 0,-1 0 0 0 0,1 0 1 0 0,-1 0-1 0 0,1 0 0 0 0,-1-1 0 0 0,1 1 0 0 0,0 0 0 0 0,-1 0 1 0 0,1 0-1 0 0,-1 0 0 0 0,1-1 0 0 0,0 1 0 0 0,-1 0 0 0 0,1 0 1 0 0,0-1-1 0 0,-1 1 0 0 0,1 0 0 0 0,0-1 0 0 0,-1 1 1 0 0,1-1-10 0 0,-1 0 1 0 0,0 1-1 0 0,1-1 1 0 0,-1 1 0 0 0,0-1-1 0 0,1 1 1 0 0,-1 0 0 0 0,0-1-1 0 0,1 1 1 0 0,-1 0 0 0 0,0-1-1 0 0,0 1 1 0 0,1 0 0 0 0,-1 0-1 0 0,0-1 1 0 0,0 1 0 0 0,0 0-1 0 0,1 0 1 0 0,-1 0-1 0 0,0 0 1 0 0,0 0 0 0 0,0 0-1 0 0,-1 1 1 0 0,-3 0-85 0 0,0 0 0 0 0,0 0 0 0 0,1 0 0 0 0,-1 1-1 0 0,0-1 1 0 0,1 1 0 0 0,-1 1 0 0 0,1-1 0 0 0,-1 1 0 0 0,1-1 0 0 0,0 1-1 0 0,0 0 1 0 0,1 1 0 0 0,-1-1 0 0 0,-5 7 0 0 0,7-7-332 0 0,-4 15-419 0 0,4-14 673 0 0,1 0-407 0 0,1-3 551 0 0,1-1 0 0 0,-1 0 0 0 0,0 0 0 0 0,0 1 1 0 0,1-1-1 0 0,-1 0 0 0 0,0 1 0 0 0,0-1 0 0 0,0 0 0 0 0,0 1 0 0 0,1-1 0 0 0,-1 1 0 0 0,0-1 0 0 0,0 0 0 0 0,0 1 0 0 0,0-1 0 0 0,0 0 0 0 0,0 1 0 0 0,0-1 0 0 0,0 1 0 0 0,0-1 0 0 0,0 0 0 0 0,0 1 0 0 0,0-1 0 0 0,0 1 0 0 0,0-1 0 0 0,-1 0 0 0 0,1 1 0 0 0,0-1 0 0 0,0 1 0 0 0,0-1-31 0 0,-1 1 1 0 0,1 0-1 0 0,0-1 0 0 0,0 1 1 0 0,0-1-1 0 0,0 1 0 0 0,-1 0 0 0 0,1-1 1 0 0,0 1-1 0 0,0-1 0 0 0,0 1 1 0 0,0 0-1 0 0,1-1 0 0 0,-1 1 1 0 0,0-1-1 0 0,0 1 0 0 0,0 0 0 0 0,0-1 1 0 0,1 1-1 0 0,-1-1 0 0 0,0 1 1 0 0,1-1-1 0 0,-1 1 0 0 0,0-1 0 0 0,1 1 1 0 0,-1-1-1 0 0,0 1 0 0 0,1-1 1 0 0,-1 1-1 0 0,1-1 0 0 0,0 1 0 0 0,3 2-242 0 0,11 12-1900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44.8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1 134 2848 0 0,'0'0'1090'0'0,"2"-5"-126"0"0,9-13-88 0 0,-8 13-143 0 0,-2 1-94 0 0,6-14-59 0 0,-5 14-26 0 0,-1 0-29 0 0,3-8-135 0 0,2-9 1626 0 0,-5 22-1375 0 0,-2 12-898 0 0,0-8 290 0 0,1 0-31 0 0,0 15-13 0 0,0-19 8 0 0,0 0 0 0 0,0 1 0 0 0,0-1 0 0 0,0 0-1 0 0,1 1 1 0 0,-1-1 0 0 0,0 0 0 0 0,0 1 0 0 0,1-1 0 0 0,-1 0 0 0 0,1 1-1 0 0,-1-1 1 0 0,1 0 0 0 0,0 0 0 0 0,-1 0 0 0 0,2 2 0 0 0,0 0-10 0 0,0 2-41 0 0,1-2-56 0 0,30 32-430 0 0,-29-32 407 0 0,1-2 19 0 0,13 6 0 0 0,-13-6 10 0 0,1 0-40 0 0,2-1 130 0 0,1 0 1 0 0,-1 0-1 0 0,0-1 0 0 0,10-2 0 0 0,-14 1 84 0 0,0 1-27 0 0,0-1 1 0 0,0 0-1 0 0,0 0 0 0 0,0-1 1 0 0,-1 1-1 0 0,1-1 1 0 0,-1 0-1 0 0,0 0 0 0 0,5-6 1 0 0,-7 8-31 0 0,3-2 128 0 0,-2-1 0 0 0,7-12-9 0 0,-7 12 4 0 0,0-1 0 0 0,2-11-10 0 0,-3 12 207 0 0,0 0-268 0 0,1-11 42 0 0,-11 26 78 0 0,7-8-153 0 0,-3 20-52 0 0,4-18 62 0 0,2 0-20 0 0,0 13-49 0 0,-1-13-41 0 0,2 0-38 0 0,-1-2 70 0 0,-1 0-24 0 0,1-1-1 0 0,0 1 0 0 0,-1 0 1 0 0,1-1-1 0 0,0 1 1 0 0,1-1-1 0 0,-1 1 0 0 0,0-1 1 0 0,1 0-1 0 0,-1 0 1 0 0,1 1-1 0 0,0-1 0 0 0,0 0 1 0 0,0 0-1 0 0,0-1 1 0 0,3 4-1 0 0,14 6-280 0 0,-14-8-105 0 0,0-2 28 0 0,1 1 312 0 0,0-1 0 0 0,0 1 0 0 0,0-1 0 0 0,1 0-1 0 0,-1-1 1 0 0,0 0 0 0 0,0 0 0 0 0,0 0 0 0 0,0-1 0 0 0,1 1 0 0 0,-1-1-1 0 0,0-1 1 0 0,0 1 0 0 0,0-1 0 0 0,-1 0 0 0 0,1-1 0 0 0,0 1 0 0 0,-1-1-1 0 0,0 0 1 0 0,1-1 0 0 0,-1 1 0 0 0,0-1 0 0 0,8-8 0 0 0,-5 2 435 0 0,-1 0 0 0 0,0-1 1 0 0,-1 0-1 0 0,0 0 0 0 0,-1 0 1 0 0,0 0-1 0 0,-1-1 1 0 0,5-16-1 0 0,-8 24 109 0 0,0-1-10 0 0,4-13-19 0 0,-4 13 311 0 0,0 1-392 0 0,3-4 1254 0 0,-3 26-778 0 0,-1 51-400 0 0,-1-42-186 0 0,1 202 659 0 0,5 118-2277 0 0,5-281-1075 0 0,-9-62 1691 0 0,3 7-1941 0 0,0 1-1267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45.1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1 249 2256 0 0,'3'-36'1368'0'0,"-2"20"-889"0"0,1 0 0 0 0,0 1 0 0 0,0-1 1 0 0,2 1-1 0 0,0 0 0 0 0,1 0 1 0 0,0 0-1 0 0,9-15 0 0 0,-13 28-450 0 0,18-28 712 0 0,-18 28-660 0 0,1 0 1 0 0,-1 0-1 0 0,1 0 0 0 0,0 1 1 0 0,0-1-1 0 0,0 0 0 0 0,0 1 0 0 0,0-1 1 0 0,0 1-1 0 0,0 0 0 0 0,1-1 0 0 0,-1 1 1 0 0,0 0-1 0 0,5-1 0 0 0,15-1 112 0 0,-16 2-32 0 0,0 3-31 0 0,1-1-108 0 0,0 1 1 0 0,0 1 0 0 0,0-1-1 0 0,0 1 1 0 0,-1 0 0 0 0,1 0 0 0 0,-1 1-1 0 0,0 0 1 0 0,0 0 0 0 0,0 1-1 0 0,-1-1 1 0 0,1 1 0 0 0,-1 1-1 0 0,0-1 1 0 0,0 1 0 0 0,-1-1 0 0 0,0 1-1 0 0,7 13 1 0 0,-3 4-12 0 0,-8-18-15 0 0,1 0-28 0 0,-1 2-9 0 0,0-2 31 0 0,0-1-23 0 0,0 1-1 0 0,0 0 1 0 0,0-1 0 0 0,-1 1 0 0 0,0-1-1 0 0,1 1 1 0 0,-2-1 0 0 0,1 1 0 0 0,-1-1 0 0 0,1 0-1 0 0,-1 1 1 0 0,0-1 0 0 0,-4 5 0 0 0,-2 2-297 0 0,-1 0 0 0 0,-1-1 0 0 0,0 0 0 0 0,0-1 1 0 0,-22 16-1 0 0,19-16-806 0 0,-1-1 0 0 0,0-1 0 0 0,-15 7 1 0 0,4-5-2603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46.6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16 2764 0 0,'0'0'3662'0'0,"-2"-4"-2719"0"0,2 3-634 0 0,-1 0 0 0 0,1 0 0 0 0,-1 0 0 0 0,1 1 0 0 0,-1-1 0 0 0,0 0 1 0 0,1 0-1 0 0,-1 1 0 0 0,0-1 0 0 0,0 0 0 0 0,0 1 0 0 0,0-1 0 0 0,0 0 0 0 0,-1 0 1 0 0,-7 4 2290 0 0,3 15-2941 0 0,-4 71 1985 0 0,0 174 0 0 0,9-199-1951 0 0,1-58 6 0 0,0-2-970 0 0,2 14 236 0 0,-1-14-213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48.6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547 87 2520 0 0,'-4'-6'356'0'0,"0"0"-67"0"0,0 1 0 0 0,0-1 1 0 0,-1 1-1 0 0,0 0 1 0 0,1 0-1 0 0,-2 1 0 0 0,1-1 1 0 0,0 1-1 0 0,-1 0 1 0 0,0 0-1 0 0,0 1 0 0 0,0 0 1 0 0,-11-4-1 0 0,10 4-134 0 0,3 2-70 0 0,1-1 0 0 0,0 1 0 0 0,0 0 0 0 0,0 1 0 0 0,-1-1 1 0 0,1 0-1 0 0,0 1 0 0 0,-7 0 0 0 0,2-2 50 0 0,5 1-81 0 0,0 1 1 0 0,0-1-1 0 0,0 1 1 0 0,0 0-1 0 0,0 0 1 0 0,0 0 0 0 0,0 0-1 0 0,0 0 1 0 0,0 0-1 0 0,0 1 1 0 0,-4 1-1 0 0,-13 3 82 0 0,1 1-1 0 0,0 1 0 0 0,0 1 0 0 0,0 0 1 0 0,1 2-1 0 0,0 0 0 0 0,1 1 0 0 0,0 0 0 0 0,1 2 1 0 0,0 0-1 0 0,1 0 0 0 0,1 2 0 0 0,0 0 1 0 0,-24 33-1 0 0,26-30-93 0 0,1 0 0 0 0,0 0 0 0 0,1 1-1 0 0,1 1 1 0 0,1 0 0 0 0,-8 30 0 0 0,12-35-17 0 0,1 0-1 0 0,1 0 1 0 0,0 1-1 0 0,1-1 0 0 0,1 1 1 0 0,0-1-1 0 0,1 1 1 0 0,1-1-1 0 0,4 22 1 0 0,-2-24-49 0 0,0-1 1 0 0,1 0 0 0 0,0 0-1 0 0,0 0 1 0 0,2-1 0 0 0,-1 1-1 0 0,16 18 1 0 0,-16-23-31 0 0,0 0 1 0 0,1 0 0 0 0,0 0-1 0 0,0-1 1 0 0,0 0-1 0 0,1-1 1 0 0,0 0-1 0 0,0 0 1 0 0,0 0 0 0 0,1-1-1 0 0,0 0 1 0 0,11 3-1 0 0,-16-6 48 0 0,4 1-51 0 0,1 0 1 0 0,-1 0-1 0 0,1-1 0 0 0,-1 0 1 0 0,18-1-1 0 0,17-3 22 0 0,-34-1 44 0 0,-2 0-2 0 0,7-1 62 0 0,-1 0 0 0 0,1-2 0 0 0,-1 1 0 0 0,0-2 0 0 0,-1 0 1 0 0,0 0-1 0 0,0-1 0 0 0,19-20 0 0 0,-18 14 17 0 0,0 0 1 0 0,14-23-1 0 0,-24 34-48 0 0,7-18 272 0 0,-8 17-253 0 0,-1 1 99 0 0,2-1 0 0 0,5-13-11 0 0,-6 13 83 0 0,-1 1-144 0 0,5-10 74 0 0,-9 36 154 0 0,-5 29-142 0 0,4-4-83 0 0,1 4-13 0 0,2 1-10 0 0,3-2-28 0 0,3-6-560 0 0,12 51 0 0 0,-15-90-1 0 0,3 5-180 0 0,-1-5-843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48.8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 48 3628 0 0,'-4'-2'1245'0'0,"-3"-1"-772"0"0,-19-8 3287 0 0,26 11-3736 0 0,0 0 1 0 0,0 0-1 0 0,0 0 1 0 0,0-1-1 0 0,0 1 1 0 0,0 0-1 0 0,0 0 0 0 0,-1 0 1 0 0,1 0-1 0 0,0 0 1 0 0,0 0-1 0 0,0 0 1 0 0,0 0-1 0 0,0 0 1 0 0,0 0-1 0 0,0-1 0 0 0,0 1 1 0 0,0 0-1 0 0,0 0 1 0 0,0 0-1 0 0,0 0 1 0 0,0 0-1 0 0,0 0 1 0 0,-1-1-1 0 0,1 1 0 0 0,0 0 1 0 0,0 0-1 0 0,0 0 1 0 0,0 0-1 0 0,0 0 1 0 0,0 0-1 0 0,0-1 0 0 0,1 1 1 0 0,-1 0-1 0 0,0 0 1 0 0,0 0-1 0 0,0 0 1 0 0,0 0-1 0 0,0 0 1 0 0,0 0-1 0 0,0-1 0 0 0,0 1 1 0 0,0 0-1 0 0,0 0 1 0 0,0 0-1 0 0,0 0 1 0 0,0 0-1 0 0,0 0 1 0 0,1 0-1 0 0,-1 0 0 0 0,0 0 1 0 0,0-1-1 0 0,0 1 1 0 0,0 0-1 0 0,0 0 1 0 0,1 0-1 0 0,19-3-269 0 0,46-1 135 0 0,29-3-1552 0 0,-38 3-616 0 0,-22 0-685 0 0,-10 0-238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49.2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61 1596 0 0,'0'0'5237'0'0,"6"0"-5205"0"0,20 0 78 0 0,-20 0-9 0 0,0 1 1 0 0,-4 0-80 0 0,5 0 28 0 0,1 1 0 0 0,0 0 0 0 0,-1 0 0 0 0,0 1 0 0 0,1 0 0 0 0,-1 0 1 0 0,0 0-1 0 0,9 7 0 0 0,-9-3 62 0 0,0 0 0 0 0,0 1 0 0 0,0 0 1 0 0,-1 0-1 0 0,0 1 0 0 0,-1-1 0 0 0,1 1 1 0 0,-2 0-1 0 0,1 1 0 0 0,-2-1 0 0 0,5 16 0 0 0,-6-21 93 0 0,1 24 227 0 0,-3-23 50 0 0,0 0-222 0 0,-3 16-4 0 0,3-16 510 0 0,-2-1-512 0 0,-5 13-16 0 0,5-13 737 0 0,1-5-964 0 0,-1 1 1 0 0,1 0 0 0 0,0-1 0 0 0,-1 1 0 0 0,1-1 0 0 0,0 1 0 0 0,0-1 0 0 0,-1 0 0 0 0,1 1 0 0 0,0-1 0 0 0,0 0 0 0 0,-2-2 0 0 0,1 2 10 0 0,-2-1 3 0 0,2-4-163 0 0,-4-16 52 0 0,5 17-74 0 0,1-3-98 0 0,1-6-13 0 0,0-1 0 0 0,1 1 0 0 0,1-1 0 0 0,0 1 0 0 0,0 0 0 0 0,12-27 0 0 0,-12 34 132 0 0,-3 4 72 0 0,1 0-1 0 0,0 1 0 0 0,0-1 1 0 0,1 0-1 0 0,-1 1 1 0 0,1 0-1 0 0,-1-1 1 0 0,1 1-1 0 0,0 0 1 0 0,-1 0-1 0 0,4-3 1 0 0,-4 4 18 0 0,8-9-673 0 0,1 0 1 0 0,-1 0 0 0 0,2 1-1 0 0,-1 1 1 0 0,17-10 0 0 0,-7 6-1189 0 0,-15 9-1342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49.8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100 81 2708 0 0,'0'0'2216'0'0,"0"-6"-1322"0"0,2-22 1661 0 0,-2 22-2029 0 0,0-16-56 0 0,0 17 1111 0 0,-3 2-1418 0 0,3 2-146 0 0,-1 0 0 0 0,1 1 1 0 0,0-1-1 0 0,-1 0 0 0 0,0 1 0 0 0,1-1 0 0 0,-1 0 0 0 0,1 1 0 0 0,-1-1 1 0 0,0 1-1 0 0,1-1 0 0 0,-1 1 0 0 0,0-1 0 0 0,1 1 0 0 0,-1 0 1 0 0,0-1-1 0 0,0 1 0 0 0,-1-1 0 0 0,1 2 1 0 0,0-1 0 0 0,-1 1 0 0 0,1 0 1 0 0,0-1-1 0 0,-1 1 0 0 0,1 0 0 0 0,0 0 0 0 0,0 0 0 0 0,0 0 0 0 0,0 0 1 0 0,0 0-1 0 0,0 0 0 0 0,0 0 0 0 0,-1 2 0 0 0,-8 10 43 0 0,0-1 0 0 0,2 1 0 0 0,-1 1 0 0 0,2 0 0 0 0,-12 28 0 0 0,18-38-84 0 0,0 1-56 0 0,-1 18-38 0 0,1-17-23 0 0,4 17-238 0 0,-2-18 148 0 0,1-1-18 0 0,6 12 2 0 0,-6-12-5 0 0,1-1 6 0 0,1 1 113 0 0,0-1 0 0 0,1 0 0 0 0,-1 0 0 0 0,1 0 0 0 0,9 3 0 0 0,-9-4 40 0 0,0-3 162 0 0,14-4 74 0 0,-14 4 6 0 0,-1-2 18 0 0,11-8 14 0 0,-11 9-56 0 0,-1-2 36 0 0,3-5-85 0 0,0 0 0 0 0,-1 0 0 0 0,0-1 0 0 0,0 1 0 0 0,-1-1 1 0 0,-1 0-1 0 0,5-16 0 0 0,-8 22-40 0 0,1-2-10 0 0,-2-8-27 0 0,0 1 0 0 0,0 0 0 0 0,-2-1-1 0 0,-4-16 1 0 0,5 27-237 0 0,-1 1 202 0 0,0 1 16 0 0,0 0 0 0 0,0 0 0 0 0,1 1 0 0 0,-1-1 0 0 0,0 1 0 0 0,0-1 0 0 0,0 1 0 0 0,0 0 0 0 0,0 0 0 0 0,0 0 0 0 0,1 1 0 0 0,-1-1 0 0 0,0 1 0 0 0,0-1 0 0 0,0 1 0 0 0,1 0 0 0 0,-1 0 0 0 0,-3 2 0 0 0,-1 1-178 0 0,-1 0 0 0 0,1 1 0 0 0,0 0 0 0 0,1 0 0 0 0,-7 7 0 0 0,10-9-249 0 0,0 2-105 0 0,-6 13-80 0 0,7-13-95 0 0,3 0-1134 0 0,4 16 69 0 0,-4-16-1267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50.6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65 3116 0 0,'3'-4'1172'0'0,"7"-12"-153"0"0,-7 12 591 0 0,-2-1-954 0 0,5-10-52 0 0,1-6 2147 0 0,-14 33-2083 0 0,5-8-591 0 0,1 2-5 0 0,-2 0-51 0 0,-3 48 137 0 0,6-49-213 0 0,-1 1-1 0 0,2 0 1 0 0,-1 0 0 0 0,1 0-1 0 0,0 0 1 0 0,0 0-1 0 0,0-1 1 0 0,1 1-1 0 0,3 8 1 0 0,-3-9 44 0 0,0-1-80 0 0,1 0 0 0 0,-1 0 0 0 0,1 0 0 0 0,0 0-1 0 0,0-1 1 0 0,0 1 0 0 0,0-1 0 0 0,0 0 0 0 0,1 0 0 0 0,0 0 0 0 0,-1 0 0 0 0,9 4-1 0 0,-10-7 81 0 0,1 2-173 0 0,2 0 65 0 0,16 3 14 0 0,-16-3 39 0 0,0-3-17 0 0,0 1 111 0 0,0-1 0 0 0,0 1 0 0 0,0-1 0 0 0,0 0 0 0 0,0-1 0 0 0,0 1 0 0 0,0-1 0 0 0,-1 0 0 0 0,1 0 0 0 0,-1-1 0 0 0,1 1 0 0 0,-1-1 0 0 0,7-6 0 0 0,-6 4 29 0 0,0 0-1 0 0,-1 0 1 0 0,1-1 0 0 0,-1 0-1 0 0,-1 1 1 0 0,1-1 0 0 0,-1-1-1 0 0,0 1 1 0 0,0 0-1 0 0,-1-1 1 0 0,2-9 0 0 0,1-1 39 0 0,-4 13-28 0 0,0-1 62 0 0,3-14 11 0 0,-3 15 32 0 0,-1-1-46 0 0,0-9 345 0 0,-9 27-303 0 0,7-9-179 0 0,1 3 61 0 0,-4 19 6 0 0,4-20-23 0 0,1 2-6 0 0,0 0-87 0 0,0 0 0 0 0,0 0 0 0 0,1 0 0 0 0,0 1 0 0 0,0-1 0 0 0,1 0 0 0 0,0 0 0 0 0,1 0 0 0 0,0-1-1 0 0,0 1 1 0 0,0-1 0 0 0,1 1 0 0 0,7 9 0 0 0,20 10-608 0 0,-28-24 441 0 0,2-2-17 0 0,15 6-26 0 0,-15-6-3 0 0,0-1 16 0 0,0 0 211 0 0,0 0 1 0 0,-1-1 0 0 0,1 0 0 0 0,0 0 0 0 0,-1 0 0 0 0,1 0 0 0 0,-1-1 0 0 0,0 0 0 0 0,1 0 0 0 0,-1 0 0 0 0,0 0 0 0 0,0 0-1 0 0,0-1 1 0 0,0 0 0 0 0,-1 0 0 0 0,5-4 0 0 0,26-41 179 0 0,-25 29 500 0 0,12-36-1 0 0,-17 42-314 0 0,-2 10 50 0 0,-1-2-24 0 0,5-14-25 0 0,-5 15 408 0 0,1 0-543 0 0,2-13-18 0 0,-3 13 757 0 0,-1 9-755 0 0,-5 33 88 0 0,1 0 0 0 0,3 0-1 0 0,3 49 1 0 0,29 134 166 0 0,-5-61-980 0 0,-12-74-1033 0 0,-4-33-814 0 0,-9-47 1665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50.9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0 247 2256 0 0,'0'-23'691'0'0,"1"0"-1"0"0,7-39 1 0 0,-7 54-547 0 0,1 0 0 0 0,0 1 0 0 0,0-1 0 0 0,1 1 0 0 0,0 0 0 0 0,1 0 0 0 0,-1 0 0 0 0,1 0 0 0 0,1 0-1 0 0,-1 1 1 0 0,1 0 0 0 0,11-11 0 0 0,-13 12-55 0 0,-1 3-57 0 0,-1 1 1 0 0,0-1-1 0 0,0 1 1 0 0,1 0-1 0 0,-1-1 1 0 0,1 1-1 0 0,-1 0 1 0 0,1 0-1 0 0,0 0 1 0 0,-1 0-1 0 0,1 0 1 0 0,0 0-1 0 0,0 0 1 0 0,2 0-1 0 0,2-2 61 0 0,0 1 0 0 0,1 0 0 0 0,-1 0 0 0 0,1 1 0 0 0,0-1 0 0 0,-1 2 0 0 0,1-1 0 0 0,0 1 0 0 0,0 0 0 0 0,0 0 0 0 0,-1 0 0 0 0,1 1 0 0 0,10 3 0 0 0,-8 0 23 0 0,0 0 0 0 0,-1 1 0 0 0,1 0 0 0 0,-1 1 0 0 0,0-1 0 0 0,0 2 0 0 0,-1-1 0 0 0,0 1 0 0 0,0 0 0 0 0,-1 0 0 0 0,1 1 0 0 0,-2 0 0 0 0,1 0 0 0 0,-1 1 0 0 0,0-1 1 0 0,3 11-1 0 0,-6-14-43 0 0,1 1 0 0 0,-1 0 0 0 0,-1 0 1 0 0,1 0-1 0 0,-1 0 0 0 0,-1 0 1 0 0,1 11-1 0 0,0-11-39 0 0,-1 0 14 0 0,0 1 1 0 0,0 0 0 0 0,-1 0-1 0 0,1 0 1 0 0,-1-1 0 0 0,-4 14-1 0 0,3-14-29 0 0,2-3-13 0 0,0-1-1 0 0,-1 0 1 0 0,1 0 0 0 0,-1 0-1 0 0,1 1 1 0 0,-1-1 0 0 0,0 0-1 0 0,0 0 1 0 0,0 0 0 0 0,0 0-1 0 0,0 0 1 0 0,-2 2 0 0 0,-8 11 29 0 0,6-7-119 0 0,-1 0 1 0 0,0-1-1 0 0,0 0 1 0 0,-1-1-1 0 0,0 1 1 0 0,0-1-1 0 0,-1 0 1 0 0,1-1-1 0 0,-14 7 1 0 0,17-10-312 0 0,-1-1-159 0 0,3 0 277 0 0,-1-1 0 0 0,0 1 1 0 0,1-1-1 0 0,-1 0 0 0 0,0 0 0 0 0,1 0 0 0 0,-1 0 0 0 0,0-1 0 0 0,1 1 0 0 0,-1-1 0 0 0,1 0 1 0 0,-1 1-1 0 0,-3-3 0 0 0,2 1-1741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51.6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142 58 2580 0 0,'0'0'7930'0'0,"1"-4"-7780"0"0,4-13-16 0 0,-4 13 72 0 0,1 2-178 0 0,0-1-1 0 0,0 1 1 0 0,0 0 0 0 0,0 0-1 0 0,0 0 1 0 0,1 0-1 0 0,-1 0 1 0 0,1 0-1 0 0,0 1 1 0 0,-1-1-1 0 0,1 1 1 0 0,3-2-1 0 0,-2 1 21 0 0,20-2 46 0 0,-20 4-59 0 0,1 1 29 0 0,-1 0-57 0 0,-1-1 5 0 0,0 1 0 0 0,0-1-1 0 0,0 1 1 0 0,0 0-1 0 0,0 0 1 0 0,0 0 0 0 0,0 1-1 0 0,0-1 1 0 0,-1 1-1 0 0,1-1 1 0 0,0 1 0 0 0,-1 0-1 0 0,0 0 1 0 0,1 0 0 0 0,-1 0-1 0 0,3 4 1 0 0,25 49 100 0 0,-28-53-108 0 0,-1 0 0 0 0,0 0 0 0 0,0 1 1 0 0,0-1-1 0 0,0 1 0 0 0,0-1 0 0 0,-1 0 0 0 0,1 1 0 0 0,-1 0 0 0 0,0-1 0 0 0,1 4 0 0 0,-1 17 50 0 0,2 12 23 0 0,-3-23-73 0 0,0 0-1 0 0,-1 0 0 0 0,0 0 0 0 0,-1 0 1 0 0,-1-1-1 0 0,0 1 0 0 0,0-1 0 0 0,-1 0 0 0 0,-9 16 1 0 0,4-12-4 0 0,0 0 1 0 0,-1 0-1 0 0,-1-1 1 0 0,0 0-1 0 0,-24 21 1 0 0,8-11 5 0 0,17-17 2 0 0,-4 0-11 0 0,-28 12-112 0 0,39-18 50 0 0,-1 0-26 0 0,-1-1 33 0 0,1 0 0 0 0,-1 0 0 0 0,1-1 0 0 0,0 1 0 0 0,0-1 0 0 0,-9-2 0 0 0,10 1-57 0 0,1-2 10 0 0,0 0 64 0 0,0 0-1 0 0,1-1 1 0 0,-1 1 0 0 0,1-1-1 0 0,0 0 1 0 0,0 1-1 0 0,0-1 1 0 0,1 0-1 0 0,0 0 1 0 0,0 0 0 0 0,0 0-1 0 0,0-1 1 0 0,1-8-1 0 0,3-36-179 0 0,-3 44 196 0 0,0 4 14 0 0,0 0 15 0 0,1 1-1 0 0,-1-1 0 0 0,0 0 0 0 0,1 0 0 0 0,0 0 1 0 0,-1 1-1 0 0,1-1 0 0 0,0 0 0 0 0,1-2 0 0 0,0 2 58 0 0,3 3 73 0 0,4 3-104 0 0,-1 1 0 0 0,0-1 0 0 0,0 2 0 0 0,0-1-1 0 0,0 1 1 0 0,-1 0 0 0 0,0 1 0 0 0,0 0 0 0 0,8 10 0 0 0,36 33 137 0 0,-25-28-122 0 0,0-1-1 0 0,2-1 0 0 0,31 17 0 0 0,-39-27-830 0 0,-1-2-1 0 0,1 0 1 0 0,37 9-1 0 0,-49-15 348 0 0,23 6-3001 0 0,-4-1-774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52.8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1106 371 3012 0 0,'-9'-9'354'0'0,"0"0"0"0"0,-1 1 0 0 0,0 0 0 0 0,-1 0 0 0 0,0 1 0 0 0,0 1 0 0 0,0 0 0 0 0,-1 1 0 0 0,0 0-1 0 0,0 0 1 0 0,0 1 0 0 0,-1 1 0 0 0,1 0 0 0 0,-19-1 0 0 0,15 3-138 0 0,0 1 0 0 0,0 0-1 0 0,0 2 1 0 0,0-1 0 0 0,0 2 0 0 0,1 0-1 0 0,-1 1 1 0 0,1 1 0 0 0,0 1 0 0 0,0 0 0 0 0,-18 9-1 0 0,9 0-19 0 0,1 0 1 0 0,0 2-1 0 0,1 0 0 0 0,1 1 0 0 0,1 1 0 0 0,0 1 0 0 0,2 1 0 0 0,0 1 0 0 0,-22 36 0 0 0,-9 23 90 0 0,-54 125 1 0 0,88-173-278 0 0,-70 173 398 0 0,-71 257 1 0 0,136-394-249 0 0,2 0-1 0 0,4 1 1 0 0,3 1 0 0 0,3 0-1 0 0,1 141 1 0 0,10-167-120 0 0,2-1-1 0 0,1 0 1 0 0,2 0-1 0 0,3-1 1 0 0,1 0 0 0 0,2-1-1 0 0,2 0 1 0 0,1-1 0 0 0,3-1-1 0 0,41 64 1 0 0,-33-66-13 0 0,0-3 1 0 0,3 0-1 0 0,1-2 1 0 0,1-1-1 0 0,2-1 1 0 0,0-2 0 0 0,3-2-1 0 0,0-2 1 0 0,1-1-1 0 0,2-2 1 0 0,0-1-1 0 0,1-3 1 0 0,1-1-1 0 0,88 22 1 0 0,-39-19-39 0 0,2-4 0 0 0,0-4 0 0 0,0-4 0 0 0,1-5 0 0 0,0-3 0 0 0,-1-4 0 0 0,173-32 0 0 0,-181 18 18 0 0,-1-4-1 0 0,-1-3 0 0 0,-1-5 1 0 0,-2-3-1 0 0,-1-3 0 0 0,-2-4 1 0 0,-1-3-1 0 0,113-86 0 0 0,-111 66 101 0 0,115-119 0 0 0,-149 132-82 0 0,-2-1-1 0 0,-2-2 1 0 0,49-86-1 0 0,-71 101 21 0 0,-1-1 0 0 0,-3 0 0 0 0,-1-1-1 0 0,-1-1 1 0 0,-3 0 0 0 0,-1-1-1 0 0,-2 1 1 0 0,-2-1 0 0 0,-2-1 0 0 0,-4-77-1 0 0,-5 51-53 0 0,-2 0-1 0 0,-4 1 1 0 0,-2 1-1 0 0,-3 0 0 0 0,-50-122 1 0 0,39 125-9 0 0,-4 2-1 0 0,-1 1 1 0 0,-4 2-1 0 0,-2 2 1 0 0,-2 1 0 0 0,-3 2-1 0 0,-3 2 1 0 0,-64-56 0 0 0,51 56-18 0 0,-3 4 0 0 0,-2 2 0 0 0,-2 2 0 0 0,-2 4 0 0 0,-2 3 0 0 0,-144-54 0 0 0,81 49 40 0 0,-2 5 0 0 0,-1 6 0 0 0,-1 6 1 0 0,-1 6-1 0 0,-236-1 0 0 0,305 21-51 0 0,-101 14-1 0 0,141-10 2 0 0,0 1 0 0 0,0 1 0 0 0,1 1-1 0 0,1 2 1 0 0,-51 24 0 0 0,73-30-108 0 0,0 0-1 0 0,0 0 1 0 0,1 1 0 0 0,-1-1 0 0 0,1 1-1 0 0,-9 10 1 0 0,12-11-318 0 0,0 1-96 0 0,-4 14-119 0 0,5-14-177 0 0,3 0-240 0 0,2 2-125 0 0,1 0 0 0 0,0-1 1 0 0,0 1-1 0 0,7 5 0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54.3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1305 7 2664 0 0,'-25'-3'502'0'0,"-1"1"0"0"0,-1 1 0 0 0,1 1 0 0 0,0 1 0 0 0,0 1 0 0 0,0 1 0 0 0,-31 9 0 0 0,-13 7 105 0 0,-89 38-1 0 0,85-26-319 0 0,1 3 0 0 0,2 3 0 0 0,-81 57 0 0 0,102-59-142 0 0,2 3-1 0 0,1 2 0 0 0,2 1 0 0 0,-72 87 0 0 0,98-102-75 0 0,0 1-1 0 0,2 0 1 0 0,1 1 0 0 0,1 1-1 0 0,1 0 1 0 0,2 1-1 0 0,1 1 1 0 0,1 0 0 0 0,2 0-1 0 0,-6 43 1 0 0,12-56-54 0 0,0 0 1 0 0,1 0 0 0 0,1 0-1 0 0,1-1 1 0 0,1 1 0 0 0,0 0-1 0 0,1 0 1 0 0,1-1-1 0 0,1 1 1 0 0,0-1 0 0 0,1 0-1 0 0,1-1 1 0 0,1 0 0 0 0,0 0-1 0 0,1 0 1 0 0,1-1-1 0 0,0 0 1 0 0,1-1 0 0 0,0 0-1 0 0,15 12 1 0 0,-10-13-24 0 0,0 0-1 0 0,1-1 1 0 0,1 0 0 0 0,0-2 0 0 0,1 0-1 0 0,0-1 1 0 0,0-1 0 0 0,1 0-1 0 0,0-2 1 0 0,0 0 0 0 0,0-2 0 0 0,1 0-1 0 0,0-1 1 0 0,0-1 0 0 0,0-1 0 0 0,36-3-1 0 0,-23-1-23 0 0,-1-1 0 0 0,0-2 0 0 0,-1-1 0 0 0,0-2 0 0 0,0-1 0 0 0,0-1 0 0 0,-1-2 0 0 0,-1-1 0 0 0,54-34 0 0 0,-69 37 26 0 0,1-1-1 0 0,-1 0 0 0 0,-1-1 1 0 0,-1-1-1 0 0,0 0 0 0 0,0-1 1 0 0,-1 0-1 0 0,-1-1 0 0 0,-1 0 1 0 0,0-1-1 0 0,-1 0 0 0 0,-1 0 1 0 0,-1-1-1 0 0,0 0 0 0 0,-1-1 1 0 0,-1 1-1 0 0,4-31 0 0 0,-8 15 174 0 0,-4 10 45 0 0,-7-29 115 0 0,9 48-183 0 0,-12-11 201 0 0,10 12-153 0 0,-1 6-10 0 0,0 1-135 0 0,1-1 0 0 0,0 0-1 0 0,-1 1 1 0 0,1 0 0 0 0,0 0 0 0 0,0 0 0 0 0,1 0-1 0 0,-1 0 1 0 0,1 1 0 0 0,0-1 0 0 0,-1 1-1 0 0,-1 6 1 0 0,-5 12 147 0 0,1 0-1 0 0,1 0 1 0 0,-8 45-1 0 0,0 71 217 0 0,11-88-258 0 0,1-24-126 0 0,-12 198 411 0 0,16-185-595 0 0,1 0 0 0 0,1 0 0 0 0,17 73 0 0 0,-1-52-1137 0 0,-17-55 741 0 0,1 0-138 0 0,6 11-241 0 0,-7-12-285 0 0,18-15-7658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54.5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 71 3680 0 0,'0'0'1388'0'0,"-4"-3"-261"0"0,-12-7-229 0 0,12 8 490 0 0,1 0-882 0 0,-5-13 437 0 0,8 15-928 0 0,0-1 1 0 0,1 0-1 0 0,-1 0 0 0 0,0 1 1 0 0,1-1-1 0 0,-1 0 1 0 0,0 1-1 0 0,1-1 0 0 0,-1 0 1 0 0,1 1-1 0 0,-1-1 1 0 0,1 1-1 0 0,0-1 0 0 0,-1 0 1 0 0,1 1-1 0 0,0 0 1 0 0,-1-1-1 0 0,1 1 0 0 0,0-1 1 0 0,-1 1-1 0 0,1 0 0 0 0,0-1 1 0 0,0 1-1 0 0,-1 0 1 0 0,1 0-1 0 0,0 0 0 0 0,0-1 1 0 0,0 1-1 0 0,-1 0 1 0 0,2 0-1 0 0,47-7-244 0 0,0 1 1 0 0,64 1 0 0 0,3 1-5749 0 0,-72 1 2272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54.9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22 2988 0 0,'0'0'4396'0'0,"2"-3"-4294"0"0,1 1-75 0 0,0 0 1 0 0,1 0-1 0 0,-1 0 0 0 0,0 0 0 0 0,1 1 1 0 0,-1-1-1 0 0,1 1 0 0 0,-1 0 1 0 0,1 0-1 0 0,0 0 0 0 0,-1 1 1 0 0,1-1-1 0 0,0 1 0 0 0,0 0 0 0 0,-1 0 1 0 0,1 0-1 0 0,0 0 0 0 0,-1 1 1 0 0,1-1-1 0 0,0 1 0 0 0,4 2 0 0 0,8 1 60 0 0,0 1-1 0 0,0 0 1 0 0,26 13-1 0 0,-40-17-70 0 0,0 0 0 0 0,1 0-1 0 0,-1 1 1 0 0,0-1 0 0 0,0 0 0 0 0,0 1-1 0 0,0-1 1 0 0,0 1 0 0 0,0 0 0 0 0,0 0-1 0 0,-1 0 1 0 0,3 2 0 0 0,0 2 28 0 0,1-1 0 0 0,-1-1 0 0 0,0 1-1 0 0,-1-1 1 0 0,1 1-1 0 0,-1 0 1 0 0,0 1-1 0 0,0-1 1 0 0,-1 0-1 0 0,1 1 1 0 0,1 8 0 0 0,-2-9-19 0 0,3 7 133 0 0,-5-10-144 0 0,1 0 0 0 0,0 0 0 0 0,0 0 0 0 0,-1 0-1 0 0,1 0 1 0 0,-1 0 0 0 0,0 0 0 0 0,1 0 0 0 0,-1 0 0 0 0,0 0 0 0 0,-1 2 0 0 0,1 10 171 0 0,0-3 92 0 0,0 0-1 0 0,-1 0 1 0 0,-1 0 0 0 0,0 0-1 0 0,0 0 1 0 0,-1-1-1 0 0,0 1 1 0 0,-1 0-1 0 0,0-1 1 0 0,-11 18 0 0 0,13-25 101 0 0,2-3-363 0 0,-1 0 1 0 0,1 0-1 0 0,-1 0 0 0 0,1 1 0 0 0,0-1 1 0 0,-1 0-1 0 0,1 0 0 0 0,-1 0 0 0 0,1 0 0 0 0,0 0 1 0 0,-1 0-1 0 0,1 1 0 0 0,0-1 0 0 0,-1 0 1 0 0,1 0-1 0 0,0 0 0 0 0,-1 1 0 0 0,1-1 0 0 0,0 0 1 0 0,0 1-1 0 0,-1-1 0 0 0,1 0 0 0 0,0 1 0 0 0,0-1 1 0 0,-1 0-1 0 0,1 1 0 0 0,0-1 0 0 0,0 0 1 0 0,0 1-1 0 0,0-1 0 0 0,0 1 0 0 0,-1 0 23 0 0,1-1 0 0 0,0 1-1 0 0,0-1 1 0 0,-1 1 0 0 0,1-1 0 0 0,0 1-1 0 0,-1 0 1 0 0,1-1 0 0 0,0 1 0 0 0,-1-1-1 0 0,1 0 1 0 0,-1 1 0 0 0,1-1-1 0 0,-1 1 1 0 0,1-1 0 0 0,-1 0 0 0 0,1 1-1 0 0,-1-1 1 0 0,0 0 0 0 0,1 1 0 0 0,-1-1-1 0 0,1 0 1 0 0,-1 0 0 0 0,0 0 0 0 0,1 0-1 0 0,-1 1 1 0 0,1-1 0 0 0,-1 0-1 0 0,0 0 1 0 0,1 0 0 0 0,-1 0 0 0 0,0-1-1 0 0,-20 1 118 0 0,16 0-52 0 0,0-8-42 0 0,5 8-59 0 0,-1 0-1 0 0,0-1 1 0 0,1 1 0 0 0,-1-1-1 0 0,1 0 1 0 0,-1 1-1 0 0,0-1 1 0 0,1 1 0 0 0,-1-1-1 0 0,1 0 1 0 0,0 1-1 0 0,-1-1 1 0 0,1 0 0 0 0,0 0-1 0 0,-1 1 1 0 0,1-1-1 0 0,0 0 1 0 0,0 0 0 0 0,-1 1-1 0 0,1-1 1 0 0,0-2-1 0 0,-2-8-196 0 0,0 0-1 0 0,1 0 1 0 0,1 0-1 0 0,0 0 1 0 0,0 0-1 0 0,1 0 1 0 0,0 0-1 0 0,1 0 1 0 0,0 0-1 0 0,1 0 1 0 0,0 0-1 0 0,1 1 1 0 0,0 0-1 0 0,0-1 1 0 0,9-13-1 0 0,-8 17-312 0 0,-1 0 1 0 0,1 0-1 0 0,1 1 0 0 0,-1-1 1 0 0,1 1-1 0 0,0 0 0 0 0,0 1 0 0 0,1 0 1 0 0,14-9-1 0 0,-18 12-508 0 0,2 1-72 0 0,16-6-704 0 0,-16 6-1270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55.4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81 32 2880 0 0,'0'0'2977'0'0,"4"-2"-2233"0"0,7-3-113 0 0,-7 7 980 0 0,-14 16 1898 0 0,-4 8-3739 0 0,13-25 234 0 0,-4 9 26 0 0,0 1 0 0 0,1-1 0 0 0,1 1 0 0 0,-1 0 0 0 0,2 0 0 0 0,0 0 0 0 0,-2 15 0 0 0,4-22-101 0 0,1-1 1 0 0,-1 1 0 0 0,1 0-1 0 0,0 0 1 0 0,0 0-1 0 0,0 0 1 0 0,1 0 0 0 0,-1-1-1 0 0,1 1 1 0 0,0-1-1 0 0,0 1 1 0 0,0-1 0 0 0,0 1-1 0 0,1-1 1 0 0,-1 0-1 0 0,1 0 1 0 0,0-1 0 0 0,0 1-1 0 0,0 0 1 0 0,0-1-1 0 0,4 3 1 0 0,0-2-18 0 0,1 1 1 0 0,0-1-1 0 0,-1 0 1 0 0,1-1-1 0 0,0 0 1 0 0,1 0-1 0 0,-1-1 0 0 0,0 0 1 0 0,0 0-1 0 0,1-1 1 0 0,-1 0-1 0 0,0 0 1 0 0,1-1-1 0 0,15-4 1 0 0,-19 4 171 0 0,0-1 0 0 0,-1 0 0 0 0,1 0 0 0 0,-1 0 0 0 0,1 0 0 0 0,-1-1 0 0 0,0 0 0 0 0,5-3 0 0 0,-4 1 33 0 0,-2 3-43 0 0,0 0 0 0 0,-1 0 0 0 0,1-1 0 0 0,-1 1 0 0 0,0-1 0 0 0,0 0 1 0 0,0 1-1 0 0,0-1 0 0 0,0 0 0 0 0,0 0 0 0 0,-1 0 0 0 0,1-1 0 0 0,-1 1 0 0 0,0 0 0 0 0,1-6 0 0 0,-2 7-38 0 0,0-11 143 0 0,0 0 0 0 0,-1 0 0 0 0,0 0-1 0 0,-5-21 1 0 0,4 29-147 0 0,0 0 0 0 0,0 0 0 0 0,0 1 1 0 0,0-1-1 0 0,-1 0 0 0 0,0 1 0 0 0,0 0 0 0 0,0 0 0 0 0,0 0 1 0 0,-1 0-1 0 0,0 0 0 0 0,1 1 0 0 0,-1-1 0 0 0,-1 1 0 0 0,-6-4 1 0 0,3 3-37 0 0,1 0 0 0 0,-1 0 0 0 0,0 1 1 0 0,0 0-1 0 0,0 0 0 0 0,0 1 0 0 0,-1 0 1 0 0,1 1-1 0 0,-1-1 0 0 0,1 2 0 0 0,-1-1 1 0 0,1 1-1 0 0,-1 1 0 0 0,1-1 1 0 0,-1 2-1 0 0,1-1 0 0 0,0 1 0 0 0,-1 0 1 0 0,-8 4-1 0 0,9-3-136 0 0,0 1-1 0 0,0 0 1 0 0,0 1 0 0 0,1 0 0 0 0,-1 0 0 0 0,-7 7-1 0 0,13-9-257 0 0,-4 17-668 0 0,5-16 265 0 0,1-4 744 0 0,1 1 1 0 0,-1-1-1 0 0,1 0 1 0 0,-1 0-1 0 0,0 1 1 0 0,1-1-1 0 0,-1 0 1 0 0,0 0-1 0 0,1 1 1 0 0,-1-1-1 0 0,0 0 1 0 0,0 1-1 0 0,1-1 1 0 0,-1 1-1 0 0,0-1 1 0 0,0 0-1 0 0,1 1 1 0 0,-1-1-1 0 0,0 1 1 0 0,0-1-1 0 0,0 1 1 0 0,0-1-1 0 0,0 0 1 0 0,0 1-1 0 0,0-1 1 0 0,0 1-1 0 0,0-1 1 0 0,0 1-1 0 0,0 0-38 0 0,0 0-1 0 0,0 0 1 0 0,1 0-1 0 0,-1 0 1 0 0,0 0-1 0 0,0 0 1 0 0,0 0-1 0 0,1-1 1 0 0,-1 1-1 0 0,1 0 1 0 0,-1 0-1 0 0,0 0 1 0 0,1 0-1 0 0,0-1 1 0 0,-1 1-1 0 0,1 0 1 0 0,-1 0-1 0 0,1-1 1 0 0,0 1-1 0 0,0 0 1 0 0,12 10-2129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56.2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 51 3364 0 0,'2'-3'-152'0'0,"8"-15"2287"0"0,-9 17-1691 0 0,-1-1 0 0 0,1 1 1 0 0,0-1-1 0 0,0 1 0 0 0,-1-1 1 0 0,1 1-1 0 0,-1-1 0 0 0,0 0 1 0 0,1 1-1 0 0,-1-1 0 0 0,0 0 1 0 0,0 1-1 0 0,0-1 0 0 0,0 0 1 0 0,0 1-1 0 0,-1-3 1 0 0,-4 5-299 0 0,-18 4-12 0 0,18-3 5 0 0,3 3 29 0 0,-3 6-100 0 0,-5 21 111 0 0,8-17-99 0 0,1 0 0 0 0,1 26 0 0 0,1-34-89 0 0,0 1-1 0 0,0-1 0 0 0,0 0 1 0 0,1 0-1 0 0,-1 0 0 0 0,2 0 1 0 0,3 9-1 0 0,-4-11-55 0 0,1-2-19 0 0,2 1 21 0 0,-1 0 1 0 0,1 0 0 0 0,0-1-1 0 0,0 1 1 0 0,8 3 0 0 0,-9-5 8 0 0,2-3-62 0 0,-3 1 86 0 0,1 0 33 0 0,0 0 0 0 0,0 0 0 0 0,0-1 1 0 0,0 0-1 0 0,0 0 0 0 0,0 0 1 0 0,0 0-1 0 0,0 0 0 0 0,-1-1 0 0 0,1 0 1 0 0,5-3-1 0 0,-1-1 11 0 0,0-1 0 0 0,0 0 0 0 0,-1-1 0 0 0,0 0 0 0 0,0 0 1 0 0,-1 0-1 0 0,0-1 0 0 0,0 0 0 0 0,-1 0 0 0 0,0-1 0 0 0,4-12 0 0 0,-7 18 38 0 0,4-17 283 0 0,-4 17-264 0 0,0-1 12 0 0,0 1-47 0 0,5-12-18 0 0,-5 12 217 0 0,-3 9-255 0 0,0 17 71 0 0,1-17 133 0 0,0 1-163 0 0,0 17-43 0 0,0-17-19 0 0,1 0 12 0 0,2 4-56 0 0,0 1-1 0 0,1-1 1 0 0,0 0-1 0 0,0 0 0 0 0,1 0 1 0 0,1 0-1 0 0,7 10 1 0 0,-12-19 62 0 0,-1-1 1 0 0,1 1 0 0 0,0 0 0 0 0,-1 0 0 0 0,1 0 0 0 0,0-1 0 0 0,0 1 0 0 0,0 0 0 0 0,-1 0 0 0 0,1-1 0 0 0,0 1 0 0 0,0-1-1 0 0,0 1 1 0 0,0-1 0 0 0,2 1 0 0 0,0 0-46 0 0,0 1-143 0 0,3 0 13 0 0,15 6 11 0 0,-16-6 31 0 0,0-2 31 0 0,-4 0 120 0 0,4 0-27 0 0,0 0 0 0 0,-1 0 0 0 0,1-1 0 0 0,0 1 0 0 0,-1-1 0 0 0,1 0 0 0 0,0 0 0 0 0,-1 0 1 0 0,1-1-1 0 0,-1 0 0 0 0,7-3 0 0 0,-6 2 36 0 0,0 0 0 0 0,0-1 0 0 0,-1 1 0 0 0,1-1 0 0 0,-1 0 0 0 0,0 0 1 0 0,0 0-1 0 0,0-1 0 0 0,0 1 0 0 0,-1-1 0 0 0,0 0 0 0 0,0 0 0 0 0,0 0 0 0 0,0-1 1 0 0,3-10-1 0 0,-5 12 9 0 0,14-41 801 0 0,-14 40-396 0 0,0 1-229 0 0,5-20 1340 0 0,-8 31-1300 0 0,-5 24 50 0 0,2 1 0 0 0,1 0 0 0 0,0 38 0 0 0,5 110 152 0 0,-1-165-378 0 0,7 83-35 0 0,-1-33-124 0 0,5 46-2592 0 0,-11-105 1918 0 0,1-1-31 0 0,2 5 990 0 0,7 24-8515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56.5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0 286 2568 0 0,'5'-55'2028'0'0,"-5"46"-1776"0"0,6-26 814 0 0,-4 26-892 0 0,9-24 584 0 0,-9 28-686 0 0,2-4 65 0 0,-1 1-1 0 0,1-1 1 0 0,1 1-1 0 0,-1 1 0 0 0,1-1 1 0 0,1 1-1 0 0,-1-1 1 0 0,1 2-1 0 0,1-1 0 0 0,6-6 1 0 0,-6 8-15 0 0,0-1 1 0 0,0 1-1 0 0,1 1 0 0 0,-1-1 1 0 0,1 1-1 0 0,0 0 0 0 0,0 1 1 0 0,0 0-1 0 0,1 0 1 0 0,-1 1-1 0 0,1 0 0 0 0,0 0 1 0 0,0 1-1 0 0,-1 0 0 0 0,1 1 1 0 0,0 0-1 0 0,13 2 1 0 0,-17-1-71 0 0,0 0 1 0 0,-1 0 0 0 0,1 1 0 0 0,0 0 0 0 0,0 0-1 0 0,-1 0 1 0 0,1 0 0 0 0,-1 1 0 0 0,0-1 0 0 0,0 1-1 0 0,6 6 1 0 0,-7-6-34 0 0,2 1 27 0 0,-1 0 0 0 0,1 0 1 0 0,-1 1-1 0 0,0-1 1 0 0,-1 1-1 0 0,1 0 0 0 0,-1 0 1 0 0,4 8-1 0 0,-5-8-18 0 0,0-1 6 0 0,0 1 0 0 0,-1-1 1 0 0,1 1-1 0 0,-1-1 0 0 0,0 1 0 0 0,-1 0 0 0 0,1-1 1 0 0,-1 1-1 0 0,0 9 0 0 0,0-8 1 0 0,-1 1-4 0 0,-1 1 0 0 0,0-1-1 0 0,0 0 1 0 0,0 1 0 0 0,-1-1-1 0 0,0 0 1 0 0,0 0 0 0 0,-1-1-1 0 0,0 1 1 0 0,0-1 0 0 0,0 0-1 0 0,-1 0 1 0 0,0 0 0 0 0,-9 8-1 0 0,6-7-44 0 0,1 0 0 0 0,-1 0 0 0 0,0-1 0 0 0,-1 0 0 0 0,0 0-1 0 0,0-1 1 0 0,-14 6 0 0 0,-66 14-1749 0 0,85-24 1065 0 0,-2-3-298 0 0,-16-3-253 0 0,16 3-127 0 0,4-1-962 0 0,-13-13-1645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57.1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0 112 3420 0 0,'31'-18'6734'0'0,"-23"14"-6957"0"0,-5 1 2448 0 0,-1 0-1883 0 0,1-3-223 0 0,0 0 0 0 0,0 1 0 0 0,0-1 1 0 0,1 1-1 0 0,0 0 0 0 0,0 0 0 0 0,0 1 0 0 0,1-1 1 0 0,0 1-1 0 0,-1 0 0 0 0,1 0 0 0 0,9-5 0 0 0,-7 6-118 0 0,0 0 0 0 0,0 1 0 0 0,0 0 0 0 0,0 0-1 0 0,0 1 1 0 0,1-1 0 0 0,-1 2 0 0 0,1-1 0 0 0,-1 1-1 0 0,1 0 1 0 0,-1 1 0 0 0,10 1 0 0 0,29 5 40 0 0,-38-4-13 0 0,-1 1-8 0 0,4-1-19 0 0,-9-2-2 0 0,0-1 0 0 0,-1 1 0 0 0,1-1 0 0 0,0 1 0 0 0,0 0 0 0 0,-1 0 0 0 0,1 0 0 0 0,0 0 0 0 0,-1 0 0 0 0,3 2 0 0 0,8 6-7 0 0,-3-1 7 0 0,1 1 0 0 0,-1 0 0 0 0,-1 0 0 0 0,10 14 1 0 0,-16-19 11 0 0,-1 2 17 0 0,4 15 30 0 0,-4-15 13 0 0,-2 0 13 0 0,0 1-29 0 0,-1 0 1 0 0,0 0 0 0 0,-1-1 0 0 0,1 1 0 0 0,-1-1 0 0 0,0 1-1 0 0,-1-1 1 0 0,0 0 0 0 0,0 0 0 0 0,-8 10 0 0 0,-46 28 378 0 0,54-41-342 0 0,-5 2-48 0 0,0-3 162 0 0,12-5-207 0 0,0 0 0 0 0,-1 1 0 0 0,1-1 0 0 0,0 1 0 0 0,0 0 0 0 0,0 0 0 0 0,0 0 0 0 0,1 1 0 0 0,-1-1 0 0 0,0 1 0 0 0,1-1 0 0 0,-1 1 0 0 0,1 0 0 0 0,-1 1 0 0 0,8-2 0 0 0,56 5-17 0 0,-63-2 25 0 0,1 0 0 0 0,-1 0 0 0 0,1 1 0 0 0,-1 0 0 0 0,0 0 0 0 0,1 0 0 0 0,-1 0 0 0 0,0 1 0 0 0,-1 0 0 0 0,1-1 0 0 0,6 7 0 0 0,-6-6 6 0 0,-1 0-10 0 0,0 1 1 0 0,0-1-1 0 0,0 0 0 0 0,0 1 0 0 0,0 0 1 0 0,-1-1-1 0 0,1 1 0 0 0,-1 0 0 0 0,0 0 1 0 0,0 0-1 0 0,2 9 0 0 0,-3-10 6 0 0,0 2 0 0 0,0-1-1 0 0,0 1 1 0 0,0 0 0 0 0,-1-1-1 0 0,0 1 1 0 0,0 0 0 0 0,0 0-1 0 0,-1-1 1 0 0,1 1 0 0 0,-1-1-1 0 0,-2 9 1 0 0,2-9-11 0 0,0-2 1 0 0,1 1 0 0 0,-1-1 0 0 0,1 0 0 0 0,-1 1-1 0 0,0-1 1 0 0,0 0 0 0 0,0 0 0 0 0,0 0 0 0 0,0 0 0 0 0,0 0 0 0 0,-1 0 0 0 0,1 0-1 0 0,-1 0 1 0 0,-1 2 0 0 0,-3 3-4 0 0,-4 5-198 0 0,1-1 0 0 0,-2 0 0 0 0,1 0 0 0 0,-2-1 0 0 0,1-1 0 0 0,-1 0 0 0 0,-1 0 0 0 0,-24 12 0 0 0,-6 0-3864 0 0,-62 19 0 0 0,99-37 3438 0 0,-23 8-4699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7:58.5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1069 26 2680 0 0,'-24'-7'1273'0'0,"-1"1"-1"0"0,0 1 1 0 0,-37-1-1 0 0,42 5-979 0 0,-1 1-1 0 0,1 2 0 0 0,0 0 1 0 0,0 1-1 0 0,0 1 1 0 0,0 0-1 0 0,0 2 0 0 0,-19 8 1 0 0,0 3 42 0 0,2 2-1 0 0,0 1 1 0 0,1 2 0 0 0,0 2 0 0 0,3 1 0 0 0,-54 50 0 0 0,47-35-13 0 0,2 1 0 0 0,2 3 0 0 0,2 1 1 0 0,-42 71-1 0 0,52-72-144 0 0,3 1 1 0 0,1 0 0 0 0,-15 59 0 0 0,-25 146 17 0 0,42-139 68 0 0,4 1 1 0 0,6 1-1 0 0,4-1 0 0 0,23 222 1 0 0,4-169 111 0 0,8-2 0 0 0,6-2 0 0 0,8-1 0 0 0,124 294 0 0 0,-135-381-207 0 0,3-2 0 0 0,4-1-1 0 0,2-2 1 0 0,80 97-1 0 0,-82-118-112 0 0,3-2 0 0 0,1-2 0 0 0,2-2 1 0 0,1-3-1 0 0,3-1 0 0 0,80 44 0 0 0,-66-47-60 0 0,2-3 0 0 0,2-2 0 0 0,0-4 1 0 0,2-3-1 0 0,1-3 0 0 0,0-3 0 0 0,1-3 1 0 0,0-3-1 0 0,1-4 0 0 0,0-2 0 0 0,144-14 0 0 0,-92-7-148 0 0,-1-5 0 0 0,-1-6 0 0 0,144-52 0 0 0,342-178-250 0 0,-518 212 412 0 0,-1-3 0 0 0,-4-4 0 0 0,-1-4 0 0 0,-3-4 0 0 0,77-73 0 0 0,-120 94 0 0 0,-2-1-1 0 0,-1-2 1 0 0,-3-2-1 0 0,39-65 1 0 0,-52 73-38 0 0,-1-1 0 0 0,-3-1 1 0 0,-1-1-1 0 0,-1-1 0 0 0,-3 0 0 0 0,10-60 1 0 0,-15 47 12 0 0,-2 0-1 0 0,-3-1 1 0 0,-3 1 0 0 0,-1 0 0 0 0,-3-1 0 0 0,-3 1 0 0 0,-2 1 0 0 0,-2-1 0 0 0,-2 2 0 0 0,-33-78 0 0 0,15 55-9 0 0,-4 3 0 0 0,-3 0 0 0 0,-3 3 1 0 0,-3 1-1 0 0,-3 2 0 0 0,-80-83 1 0 0,38 56-108 0 0,-4 3-1 0 0,-160-116 1 0 0,120 116 69 0 0,-4 6 1 0 0,-4 6-1 0 0,-3 6 0 0 0,-190-66 0 0 0,82 54 81 0 0,-469-92-1 0 0,610 157-135 0 0,-185-9 0 0 0,239 27 106 0 0,1 2-1 0 0,0 3 1 0 0,0 2-1 0 0,0 3 0 0 0,-60 17 1 0 0,106-22 1 0 0,-18 5 9 0 0,0 2-5 0 0,10-2-20 0 0,14-7 38 0 0,0 0 0 0 0,0 1 0 0 0,1 0 0 0 0,-1 0 0 0 0,1 0 0 0 0,-8 8 0 0 0,10-9 318 0 0,13 10-542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8:11.4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187 22 4172 0 0,'0'0'6140'0'0,"2"4"-5967"0"0,4 12-19 0 0,-5-12-15 0 0,-2 1-44 0 0,0 0 1 0 0,0-1-1 0 0,0 1 1 0 0,-1-1 0 0 0,0 1-1 0 0,0-1 1 0 0,-4 7-1 0 0,5-9-125 0 0,-1 2 135 0 0,0 0-2 0 0,-8 13-11 0 0,8-13-16 0 0,2-4-70 0 0,-1 0 1 0 0,1 0 0 0 0,-1 0-1 0 0,1 1 1 0 0,-1-1 0 0 0,1 0-1 0 0,-1 0 1 0 0,1 1 0 0 0,-1-1-1 0 0,1 0 1 0 0,0 0 0 0 0,-1 1-1 0 0,1-1 1 0 0,-1 1-1 0 0,1-1 1 0 0,0 0 0 0 0,-1 1-1 0 0,1-1 1 0 0,0 1 0 0 0,0-1-1 0 0,-1 0 1 0 0,1 1 0 0 0,0-1-1 0 0,0 1 1 0 0,0-1 0 0 0,-1 2-1 0 0,1-2-1 0 0,0 1 0 0 0,0-1 0 0 0,0 1 0 0 0,0-1 0 0 0,0 1 0 0 0,-1-1 0 0 0,1 1 0 0 0,0-1 0 0 0,0 0 0 0 0,-1 1 0 0 0,1-1-1 0 0,0 1 1 0 0,-1-1 0 0 0,1 0 0 0 0,0 1 0 0 0,-1-1 0 0 0,1 0 0 0 0,-1 1 0 0 0,1-1 0 0 0,0 0 0 0 0,-1 0 0 0 0,1 1 0 0 0,-1-1 0 0 0,1 0 0 0 0,-1 0 0 0 0,0 1-1 0 0,0-1 0 0 0,1 0 0 0 0,-1 0 0 0 0,1 0 0 0 0,-1 0 0 0 0,1 0 0 0 0,-1 0 0 0 0,1 0 0 0 0,0 0 0 0 0,-1 0 0 0 0,1 1 0 0 0,-1-1 0 0 0,1 0 0 0 0,-1 0 0 0 0,1 1 0 0 0,0-1 0 0 0,-1 0 0 0 0,1 1 0 0 0,-1-1 0 0 0,1 0 0 0 0,0 1 0 0 0,0-1 0 0 0,-1 0 0 0 0,1 1 0 0 0,-1 0 0 0 0,-13 11 216 0 0,-30-2 453 0 0,40-9-535 0 0,1-3-48 0 0,-8-8 83 0 0,9 7-142 0 0,0-1-41 0 0,-3-12 6 0 0,3 12 24 0 0,2-1-5 0 0,-1-15-9 0 0,3-7 51 0 0,-1 23-19 0 0,1 0 14 0 0,6-12 58 0 0,-6 12-92 0 0,1 0-38 0 0,9-12-3 0 0,-10 13-7 0 0,-1 3 25 0 0,-1 0 0 0 0,1 0 0 0 0,-1 0 0 0 0,1 0 0 0 0,-1 0-1 0 0,1-1 1 0 0,-1 1 0 0 0,1 0 0 0 0,-1 0 0 0 0,1 0 0 0 0,-1 0 0 0 0,1-1 0 0 0,-1 1 0 0 0,0 0 0 0 0,1 0 0 0 0,-1-1 0 0 0,1 1-1 0 0,-1 0 1 0 0,0-1 0 0 0,1 1 0 0 0,-1 0 0 0 0,0-1 0 0 0,1 1 0 0 0,-1 0 0 0 0,0-1 0 0 0,1 0 9 0 0,0 0 1 0 0,0 0 0 0 0,0 0-1 0 0,-1 0 1 0 0,1 0 0 0 0,0 0-1 0 0,0 0 1 0 0,0 1-1 0 0,0-1 1 0 0,1 0 0 0 0,-1 1-1 0 0,0-1 1 0 0,0 1 0 0 0,2-1-1 0 0,15-6 20 0 0,-13 5 3 0 0,0 3-11 0 0,0-1-13 0 0,0 0 0 0 0,0 1 0 0 0,-1-1 0 0 0,1 1 0 0 0,0 1 0 0 0,-1-1 0 0 0,1 0 0 0 0,0 1 0 0 0,-1 0 0 0 0,0 0 0 0 0,0 1 0 0 0,1-1 0 0 0,-1 1 0 0 0,-1 0 0 0 0,5 3 0 0 0,1 4-4 0 0,-2 0 0 0 0,1 0 1 0 0,-1 0-1 0 0,-1 1 0 0 0,0-1 0 0 0,-1 2 0 0 0,0-1 0 0 0,0 1 1 0 0,-1-1-1 0 0,-1 1 0 0 0,0 0 0 0 0,0 1 0 0 0,1 20 1 0 0,-2-11-35 0 0,0 0 0 0 0,-2 1 0 0 0,-1 23-1 0 0,-1-35 2 0 0,1 1-1 0 0,-2-1 0 0 0,1 0 1 0 0,-1 0-1 0 0,-1 0 0 0 0,0 0 0 0 0,-1-1 1 0 0,-6 12-1 0 0,7-17 5 0 0,0 0 0 0 0,0 1 0 0 0,-1-1 0 0 0,0-1 0 0 0,0 1 0 0 0,0-1 0 0 0,-1 0 0 0 0,1 0 0 0 0,-1-1 0 0 0,0 1 0 0 0,-12 4 0 0 0,2-1-40 0 0,12-5-23 0 0,-13 1 47 0 0,-9-1 7 0 0,2-3-18 0 0,17 1-45 0 0,2-2-55 0 0,-43-22-71 0 0,44 22 194 0 0,3 2 34 0 0,1 0 1 0 0,0-1-1 0 0,-1 1 1 0 0,1 0-1 0 0,-1 0 0 0 0,1 0 1 0 0,-1-1-1 0 0,1 1 1 0 0,0 0-1 0 0,-1 0 1 0 0,1-1-1 0 0,0 1 1 0 0,-1 0-1 0 0,1-1 0 0 0,0 1 1 0 0,-1 0-1 0 0,1-1 1 0 0,0 1-1 0 0,-1 0 1 0 0,1-1-1 0 0,0 1 0 0 0,0-1 1 0 0,0 1-1 0 0,0-1 1 0 0,-1 1-1 0 0,1-1 1 0 0,0 0-3 0 0,0 1 0 0 0,0-1 1 0 0,0 1-1 0 0,0-1 0 0 0,-1 1 0 0 0,1 0 1 0 0,0-1-1 0 0,0 1 0 0 0,0-1 0 0 0,-1 1 1 0 0,1 0-1 0 0,0-1 0 0 0,-1 1 1 0 0,1 0-1 0 0,0-1 0 0 0,-1 1 0 0 0,1 0 1 0 0,0-1-1 0 0,-1 1 0 0 0,1 0 0 0 0,-1 0 1 0 0,1-1-1 0 0,0 1 0 0 0,-1 0 1 0 0,1 0-1 0 0,-2 0 0 0 0,1-4-3 0 0,0 1 3 0 0,0 3 1 0 0,0-1 1 0 0,1 0-1 0 0,-1 0 0 0 0,1 0 1 0 0,-1 0-1 0 0,1 0 1 0 0,-1 0-1 0 0,1 0 1 0 0,0 0-1 0 0,-1 0 1 0 0,1 0-1 0 0,0-1 0 0 0,0 1 1 0 0,0 0-1 0 0,0 0 1 0 0,0 0-1 0 0,0 0 1 0 0,0 0-1 0 0,1-2 0 0 0,2-15-49 0 0,-3 17 49 0 0,0 0 0 0 0,0 0 0 0 0,1 0 0 0 0,-1 0 0 0 0,0 0 0 0 0,1 0 0 0 0,-1 1 0 0 0,0-1 0 0 0,1 0 0 0 0,-1 0 0 0 0,1 0 0 0 0,0 0 0 0 0,-1 0 1 0 0,1 1-1 0 0,0-1 0 0 0,-1 0 0 0 0,1 1 0 0 0,1-2 0 0 0,1 0 1 0 0,-1-1 3 0 0,1 1-10 0 0,11-8 12 0 0,-10 7-14 0 0,1 2 13 0 0,15-5 9 0 0,-15 5-7 0 0,0 1 1 0 0,5 1-17 0 0,0 0 0 0 0,-1 0 0 0 0,1 1 0 0 0,-1 0 0 0 0,1 0 0 0 0,11 6-1 0 0,2 3-24 0 0,41 27-1 0 0,-56-33 40 0 0,12 7 12 0 0,27 23 0 0 0,-35-26-474 0 0,-1-2 0 0 0,1 0 0 0 0,1 0 0 0 0,0-1-1 0 0,-1-1 1 0 0,2 0 0 0 0,-1 0 0 0 0,23 3 0 0 0,-30-6-1 0 0,19-1-2883 0 0,1-3-744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8:12.1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 0 3140 0 0,'0'0'7118'0'0,"0"7"-6949"0"0,-2 32 143 0 0,-10 63 0 0 0,8-75-832 0 0,0-1 1 0 0,2 1 0 0 0,1-1 0 0 0,4 54 0 0 0,-1-63-852 0 0,1-5 623 0 0,1 1-1690 0 0,4 9-1420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8:12.9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299 82 3452 0 0,'0'0'1255'0'0,"-1"-5"-85"0"0,-10-43 1673 0 0,9 44-2368 0 0,-1 1-51 0 0,-9-9-55 0 0,10 9 221 0 0,-4 2-328 0 0,-16-3 22 0 0,21 3-263 0 0,0 1 0 0 0,0 0-1 0 0,0 0 1 0 0,0 0 0 0 0,-1 0 0 0 0,1 0-1 0 0,0 0 1 0 0,0 0 0 0 0,0 0-1 0 0,0 0 1 0 0,0 0 0 0 0,0 1 0 0 0,0-1-1 0 0,0 0 1 0 0,0 1 0 0 0,0-1-1 0 0,0 1 1 0 0,0-1 0 0 0,0 1 0 0 0,0 0-1 0 0,-1 0 1 0 0,0 1 51 0 0,-5 1 20 0 0,1 1 0 0 0,-1 0 0 0 0,1 0 0 0 0,0 0 1 0 0,0 1-1 0 0,1 0 0 0 0,-1 0 0 0 0,-6 8 0 0 0,-33 47 347 0 0,34-42-365 0 0,0 1 1 0 0,0 0 0 0 0,2 0-1 0 0,0 1 1 0 0,2 1 0 0 0,0-1-1 0 0,1 1 1 0 0,-4 32 0 0 0,8-41-68 0 0,1 1 1 0 0,0-1 0 0 0,1 0-1 0 0,0 0 1 0 0,1 0 0 0 0,1 1-1 0 0,-1-1 1 0 0,2 0 0 0 0,0-1-1 0 0,1 1 1 0 0,0 0 0 0 0,0-1-1 0 0,1 0 1 0 0,1 0 0 0 0,0 0-1 0 0,9 12 1 0 0,-6-11-53 0 0,-7-10 31 0 0,-1 1-1 0 0,1-1 1 0 0,0 0-1 0 0,0 0 1 0 0,0-1-1 0 0,0 1 1 0 0,1 0-1 0 0,-1-1 1 0 0,0 1-1 0 0,4 1 1 0 0,14 7-80 0 0,0-1 0 0 0,29 10 0 0 0,-44-18 63 0 0,2-1 19 0 0,-2 0 6 0 0,3 0 8 0 0,0 0 0 0 0,1-1 0 0 0,-1 0-1 0 0,10-2 1 0 0,-15 2 12 0 0,0 0 0 0 0,1 0 0 0 0,-1 0 0 0 0,0 0 0 0 0,0-1-1 0 0,0 1 1 0 0,0-1 0 0 0,0 0 0 0 0,0 0 0 0 0,0 0-1 0 0,-1-1 1 0 0,1 1 0 0 0,-1 0 0 0 0,1-1 0 0 0,-1 0-1 0 0,3-5 1 0 0,20-60 186 0 0,-24 63-181 0 0,-2-1-6 0 0,1 4-16 0 0,0-2-7 0 0,0 1 1 0 0,-1-1-1 0 0,1 1 1 0 0,-1-1-1 0 0,0 1 1 0 0,1 0-1 0 0,-2-1 1 0 0,1 1-1 0 0,0 0 1 0 0,-1-1-1 0 0,1 1 1 0 0,-1 0-1 0 0,0 0 1 0 0,0 1 0 0 0,0-1-1 0 0,-5-4 1 0 0,3 4-67 0 0,0 1 0 0 0,0 0 0 0 0,0 0 0 0 0,-1 1 0 0 0,1-1 0 0 0,0 1 1 0 0,-1 0-1 0 0,1 0 0 0 0,-1 1 0 0 0,1-1 0 0 0,-1 1 0 0 0,1 0 1 0 0,-1 0-1 0 0,-6 2 0 0 0,-3 0-187 0 0,0 1 0 0 0,1 0 1 0 0,-1 1-1 0 0,-14 7 0 0 0,-1 2-1407 0 0,2 1 0 0 0,0 1 0 0 0,-26 20 0 0 0,24-14-2657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8:16.8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4181 3648 0 0,'0'0'5608'0'0,"3"-3"-5287"0"0,9-9-12 0 0,-9 9 318 0 0,2 1-321 0 0,15-5 11 0 0,-15 6 12 0 0,0-1-11 0 0,56-11 838 0 0,216-28 906 0 0,77-46-1731 0 0,-9-29 230 0 0,-132 43-365 0 0,598-236 5 0 0,-533 189 114 0 0,-6-11-1 0 0,304-199 1 0 0,-510 286-260 0 0,67-58 1 0 0,-101 74 46 0 0,-1-2 0 0 0,-2-1 0 0 0,45-62 1 0 0,-3-9 197 0 0,27-41-152 0 0,116-129 0 0 0,448-459-104 0 0,-274 274-42 0 0,-281 319 29 0 0,151-149 0 0 0,-204 237-44 0 0,44-35 386 0 0,-57 56-323 0 0,10-2-42 0 0,74-29 356 0 0,-92 46-207 0 0,36-21 0 0 0,-66 33-130 0 0,2-1 26 0 0,13-6-1 0 0,-13 6-2 0 0,-1 1-4 0 0,55-36 130 0 0,-56 36-101 0 0,15-11-782 0 0,-19 7 447 0 0,-1-14 27 0 0,1 14 109 0 0,-3 4-148 0 0,-17-9-216 0 0,-1 2-1 0 0,-1 0 1 0 0,0 1 0 0 0,0 1 0 0 0,-46-7-1 0 0,64 14 406 0 0,-2-1 20 0 0,-21-1 17 0 0,21 2 13 0 0,1-1 7 0 0,-17 0 10 0 0,17 1-1 0 0,1 0 3 0 0,-16 0-23 0 0,16 0 8 0 0,10 1 17 0 0,167 8 174 0 0,-166-9-64 0 0,-1 1 61 0 0,12 6 22 0 0,-13-5-13 0 0,-1 1-13 0 0,0 2-98 0 0,1 0 1 0 0,-1 0-1 0 0,0 0 0 0 0,-1 1 1 0 0,1-1-1 0 0,-1 1 0 0 0,0 0 1 0 0,-1-1-1 0 0,1 1 0 0 0,-1 0 1 0 0,0 11-1 0 0,1 7-72 0 0,-3 36-1 0 0,0-55-15 0 0,-1 11-780 0 0,0 1-1 0 0,-1 0 1 0 0,-1-1-1 0 0,-1 0 1 0 0,-1 0-1 0 0,0 0 1 0 0,-9 17-1 0 0,2-8-2953 0 0,-3 0-2618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8:20.8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11508 2548 0 0,'0'0'4244'0'0,"2"-4"-3772"0"0,3-15-67 0 0,-4 18-376 0 0,-1 0-1 0 0,1 0 0 0 0,-1 1 0 0 0,1-1 1 0 0,0 0-1 0 0,-1 0 0 0 0,1 1 0 0 0,0-1 1 0 0,-1 0-1 0 0,1 1 0 0 0,0-1 0 0 0,0 1 1 0 0,0-1-1 0 0,0 1 0 0 0,-1-1 0 0 0,1 1 1 0 0,0 0-1 0 0,0-1 0 0 0,0 1 0 0 0,0 0 1 0 0,0 0-1 0 0,0-1 0 0 0,2 1 0 0 0,54-21 1072 0 0,73-17-1 0 0,-55 17-539 0 0,193-51 524 0 0,155-49-968 0 0,-352 92 115 0 0,-2-2 0 0 0,0-4 0 0 0,-3-2 0 0 0,-1-3 0 0 0,105-87 0 0 0,-55 27 131 0 0,192-218 1 0 0,-251 253-184 0 0,-3-2 0 0 0,-2-3 0 0 0,-4-1 0 0 0,-3-3-1 0 0,-3-2 1 0 0,37-97 0 0 0,133-330 78 0 0,51-144-80 0 0,75-506 678 0 0,-135 289-55 0 0,-59 93-591 0 0,-115 598-354 0 0,50-217 172 0 0,-11 70 26 0 0,-55 257-83 0 0,191-946 118 0 0,-140 740 106 0 0,98-372-361 0 0,-48 288 121 0 0,179-380 1 0 0,-48 228 4 0 0,-218 452 63 0 0,44-90-80 0 0,164-299-35 0 0,-196 381 95 0 0,-9 14-29 0 0,-4 7 3 0 0,53-67-1 0 0,-49 70-70 0 0,-26 33 122 0 0,10-13 15 0 0,-10 13-50 0 0,-1 1-60 0 0,25-27 210 0 0,-25 27-90 0 0,14-12 18 0 0,0 1-207 0 0,-13 12 153 0 0,40-22 34 0 0,-39 22-38 0 0,-2 2-11 0 0,-1 0 1 0 0,0-1 0 0 0,1 1-1 0 0,-1 0 1 0 0,1-1-1 0 0,-1 1 1 0 0,0-1-1 0 0,1 0 1 0 0,-1 1-1 0 0,0-1 1 0 0,0 0-1 0 0,2-1 1 0 0,0 0 1 0 0,1 0 10 0 0,0 0 22 0 0,39-18 193 0 0,-39 18-202 0 0,0 0-40 0 0,12-7 37 0 0,-12 7 9 0 0,1-1-4 0 0,12-6-5 0 0,-12 6-10 0 0,0 1-4 0 0,14-8-5 0 0,10-4-16 0 0,-25 12 19 0 0,1 0 11 0 0,16-9-10 0 0,-15 8-14 0 0,-1 0 0 0 0,14-6 18 0 0,-14 6-13 0 0,0 1-19 0 0,41-23 83 0 0,-25 14-52 0 0,-16 8 3 0 0,-1 1 11 0 0,14-8 19 0 0,-14 8-7 0 0,17-10 159 0 0,-17 10-180 0 0,11-7-28 0 0,-11 7 15 0 0,15-9 90 0 0,-15 9-101 0 0,32-16 79 0 0,-32 16-92 0 0,0 1-16 0 0,14-5 37 0 0,-14 5-19 0 0,0 0 3 0 0,40-11 132 0 0,-40 10-107 0 0,0 1-148 0 0,13-6 163 0 0,-13 6-3 0 0,17-9-73 0 0,-18 7 37 0 0,-2 1-55 0 0,0 1 0 0 0,1 0 0 0 0,-1-1 0 0 0,0 1 0 0 0,0 0 0 0 0,0-1 0 0 0,0 0-1 0 0,0 1 1 0 0,0-1 0 0 0,0 0 0 0 0,0 1 0 0 0,-1-1 0 0 0,1 0 0 0 0,-1 0 0 0 0,1 0-1 0 0,-1 1 1 0 0,0-1 0 0 0,0 0 0 0 0,0 0 0 0 0,0 0 0 0 0,0 0 0 0 0,0 0 0 0 0,0 0-1 0 0,0 1 1 0 0,-1-1 0 0 0,1 0 0 0 0,-2-3 0 0 0,-8-14-440 0 0,8 15-8 0 0,-1 0 20 0 0,-10-13 44 0 0,10 13 8 0 0,-1 1 28 0 0,-12-11 34 0 0,12 10 64 0 0,-1 1-6 0 0,-11-8-4 0 0,12 9 32 0 0,-1 0 50 0 0,-41-13-353 0 0,41 14 527 0 0,0 0 8 0 0,-17-2 13 0 0,16 2 12 0 0,1 0 7 0 0,-49-1 208 0 0,48 1 134 0 0,1 1-272 0 0,-17 0 76 0 0,16 0 540 0 0,11 3-604 0 0,53 12 204 0 0,-26-12-204 0 0,-27-2 16 0 0,2-1 24 0 0,22 0 27 0 0,-22 0 19 0 0,0 0 11 0 0,21 1 11 0 0,-21-1-1 0 0,-1 0 11 0 0,16 0 22 0 0,-16 0 199 0 0,-1 0-202 0 0,16 0 28 0 0,-16 0 638 0 0,0 1-747 0 0,15 0-13 0 0,-15-1 270 0 0,-6 1-350 0 0,1 1 0 0 0,0-1-1 0 0,-1 1 1 0 0,1-1 0 0 0,0 1-1 0 0,0-1 1 0 0,0 1 0 0 0,0-1-1 0 0,1 1 1 0 0,-1-1-1 0 0,0 1 1 0 0,1 2 0 0 0,0-1 8 0 0,-1 1 31 0 0,-1 3-8 0 0,-11 112-196 0 0,2 15-3182 0 0,0-49-3386 0 0,5-53 651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8:36.3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35 149 4172 0 0,'-7'3'561'0'0,"-9"2"7545"0"0,16-5-8069 0 0,-1 0 0 0 0,1 0-1 0 0,-1 0 1 0 0,1 0 0 0 0,-1 0-1 0 0,1 0 1 0 0,-1 0 0 0 0,1-1-1 0 0,-1 1 1 0 0,1 0 0 0 0,0 0 0 0 0,-1 0-1 0 0,1-1 1 0 0,-1 1 0 0 0,1 0-1 0 0,0-1 1 0 0,-1 1 0 0 0,1 0-1 0 0,0-1 1 0 0,-1 1 0 0 0,1 0-1 0 0,0-1 1 0 0,0 1 0 0 0,-1-1 0 0 0,1 1-1 0 0,0 0 1 0 0,0-1 0 0 0,0 1-1 0 0,-1-2 1 0 0,1-18 1146 0 0,0 17-1120 0 0,1-1 0 0 0,0 1 0 0 0,-1 0 0 0 0,1 0 0 0 0,1 0 0 0 0,-1 0 0 0 0,0 0 0 0 0,1 0 0 0 0,-1 0 0 0 0,1 1 0 0 0,3-5 0 0 0,12-8-29 0 0,2 1 1 0 0,-1 1 0 0 0,30-16-1 0 0,-44 27-18 0 0,1 0 12 0 0,16-4-19 0 0,-16 4 1 0 0,0 1 8 0 0,15-2-14 0 0,-15 2-19 0 0,-4 2-13 0 0,1 0 27 0 0,-1 0-1 0 0,0-1 1 0 0,1 1-1 0 0,-1 0 1 0 0,1-1-1 0 0,-1 1 1 0 0,1-1-1 0 0,-1 0 1 0 0,1 0-1 0 0,-1 1 0 0 0,4-1 1 0 0,-2 0 0 0 0,2 1 8 0 0,-5 0-7 0 0,0-1 0 0 0,0 0 0 0 0,0 1 0 0 0,0-1 0 0 0,0 0 0 0 0,0 1 0 0 0,0-1 0 0 0,0 0 0 0 0,0 0 0 0 0,0 1 0 0 0,0-1 0 0 0,0 0 0 0 0,1 1 0 0 0,-1-1 0 0 0,0 0 0 0 0,0 0 0 0 0,0 1 0 0 0,1-1 0 0 0,-1 0 0 0 0,0 0 0 0 0,0 0 0 0 0,1 1 0 0 0,-1-1 0 0 0,0 0 0 0 0,0 0 0 0 0,1 0 0 0 0,-1 0 0 0 0,0 1 0 0 0,1-1 0 0 0,-1 0 0 0 0,1 0 4 0 0,0 1 0 0 0,-1-1-1 0 0,1 0 1 0 0,0 1 0 0 0,0-1-1 0 0,-1 1 1 0 0,1-1-1 0 0,-1 1 1 0 0,1 0 0 0 0,0-1-1 0 0,-1 1 1 0 0,1-1 0 0 0,-1 1-1 0 0,1 0 1 0 0,-1 0 0 0 0,0-1-1 0 0,1 1 1 0 0,-1 0 0 0 0,1 1-1 0 0,5 16 14 0 0,-5-14 25 0 0,-1 2-56 0 0,-2 12-4 0 0,0 1 0 0 0,-2-1 1 0 0,0 0-1 0 0,-12 35 0 0 0,4-25-1 0 0,10-23-5 0 0,0-1 17 0 0,-6 11 16 0 0,-12 31 117 0 0,19-42 22 0 0,60-2-547 0 0,-54-2 395 0 0,1 0-21 0 0,19 0 22 0 0,-19 0-17 0 0,0 1-15 0 0,43 18 1 0 0,-45-17 27 0 0,-2 0 4 0 0,0-1 0 0 0,-1 1 0 0 0,0-1 0 0 0,1 1 0 0 0,-1-1 0 0 0,0 1 0 0 0,1-1 0 0 0,-1 1 0 0 0,1 2 0 0 0,1 0-1 0 0,-1 0-16 0 0,6 15 5 0 0,-6-14 2 0 0,-2-1-6 0 0,1 15 3 0 0,0-15 28 0 0,-2 2-18 0 0,0 0 4 0 0,0 0 0 0 0,-1 0 0 0 0,1 0 0 0 0,-1 0 0 0 0,-1 0 0 0 0,1 0 0 0 0,-1 0 0 0 0,0-1 0 0 0,0 1 0 0 0,-1-1 0 0 0,-5 7 0 0 0,-1-3 1 0 0,0-1 1 0 0,0 0 0 0 0,-1 0-1 0 0,0-1 1 0 0,-20 9 0 0 0,-10 0-32 0 0,35-14 33 0 0,-11 0 10 0 0,-2 2-10 0 0,14-4-50 0 0,-2 0-25 0 0,3 0 50 0 0,-1 0-85 0 0,0 0 0 0 0,0 0-1 0 0,0 0 1 0 0,0-1 0 0 0,0 0-1 0 0,0 0 1 0 0,0 0 0 0 0,0 0 0 0 0,1-1-1 0 0,-1 0 1 0 0,0 0 0 0 0,1 0-1 0 0,0-1 1 0 0,-1 1 0 0 0,1-1-1 0 0,0 0 1 0 0,0 0 0 0 0,1-1-1 0 0,-1 1 1 0 0,-3-6 0 0 0,4 5-338 0 0,0-1 0 0 0,0 1 0 0 0,0-1 1 0 0,1 0-1 0 0,0 0 0 0 0,0 0 0 0 0,1 0 0 0 0,-1 0 1 0 0,1-1-1 0 0,0 1 0 0 0,0 0 0 0 0,1 0 0 0 0,0-1 1 0 0,0 1-1 0 0,0-1 0 0 0,0 1 0 0 0,1 0 0 0 0,0-1 1 0 0,1-4-1 0 0,-1 5-3761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8:36.6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17 3368 0 0,'2'-3'1272'0'0,"10"-10"3718"0"0,-11 18-4800 0 0,4 14-18 0 0,-4-14-46 0 0,-2 1-43 0 0,-21 125-665 0 0,11-67-1960 0 0,10-59 1308 0 0,1 1-919 0 0,-3 19-1497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8:37.4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105 1 3504 0 0,'0'0'1106'0'0,"-4"2"-85"0"0,-14 5-160 0 0,14-5-154 0 0,0 1-75 0 0,-50 45 1762 0 0,51-45-2172 0 0,0 1-43 0 0,2-2-129 0 0,-1 0 0 0 0,0 0 1 0 0,1 0-1 0 0,0 1 1 0 0,-1-1-1 0 0,1 0 1 0 0,0 1-1 0 0,0-1 0 0 0,1 1 1 0 0,-1-1-1 0 0,0 1 1 0 0,1 0-1 0 0,-1-1 0 0 0,1 1 1 0 0,0 0-1 0 0,0-1 1 0 0,0 1-1 0 0,0 0 0 0 0,1-1 1 0 0,-1 1-1 0 0,1-1 1 0 0,1 5-1 0 0,0-3 9 0 0,-2-4-56 0 0,0 1 1 0 0,0-1-1 0 0,1 1 1 0 0,-1-1-1 0 0,0 0 1 0 0,1 1-1 0 0,-1-1 1 0 0,0 0-1 0 0,1 1 1 0 0,-1-1-1 0 0,0 0 1 0 0,1 1-1 0 0,-1-1 1 0 0,1 0-1 0 0,-1 0 1 0 0,1 1-1 0 0,-1-1 1 0 0,0 0-1 0 0,1 0 1 0 0,-1 0-1 0 0,1 0 1 0 0,-1 0-1 0 0,1 0 1 0 0,0 0-1 0 0,0 0-1 0 0,-1 0-1 0 0,1 1 1 0 0,-1-1 0 0 0,1 0-1 0 0,-1 0 1 0 0,1 0-1 0 0,-1 0 1 0 0,0 0 0 0 0,1 0-1 0 0,-1 1 1 0 0,1-1-1 0 0,-1 0 1 0 0,1 0 0 0 0,-1 1-1 0 0,0-1 1 0 0,1 0-1 0 0,-1 1 1 0 0,1-1 0 0 0,-1 0-1 0 0,0 1 1 0 0,0-1-1 0 0,1 0 1 0 0,-1 1 0 0 0,1 0-1 0 0,3 1 35 0 0,38 14 69 0 0,-38-14-51 0 0,3-1-18 0 0,131 37 424 0 0,-90-13 40 0 0,-44-22-361 0 0,0 0-17 0 0,10 11-69 0 0,-11-10 64 0 0,9 14 112 0 0,-10-15-42 0 0,6 22-47 0 0,-7-20 44 0 0,-2-4-171 0 0,1 1-1 0 0,-1 0 1 0 0,0 0-1 0 0,1-1 1 0 0,-1 1-1 0 0,1 0 1 0 0,0 0-1 0 0,-1 0 1 0 0,1-1-1 0 0,0 1 0 0 0,0 0 1 0 0,1 3-1 0 0,-1-4 10 0 0,-1 4 69 0 0,1-3-84 0 0,-1 0 0 0 0,1-1 1 0 0,-1 1-1 0 0,1 0 0 0 0,-1-1 0 0 0,1 1 1 0 0,-1-1-1 0 0,0 1 0 0 0,0-1 0 0 0,0 0 1 0 0,0 1-1 0 0,-2 1 0 0 0,1 0 7 0 0,-2 3 17 0 0,0 0-1 0 0,-1 0 1 0 0,0-1 0 0 0,0 1 0 0 0,0-1-1 0 0,0 0 1 0 0,-1 0 0 0 0,0-1 0 0 0,0 0-1 0 0,-9 5 1 0 0,-24 12 210 0 0,35-20-332 0 0,-1 1-52 0 0,-15 6-78 0 0,15-6-103 0 0,1-1-126 0 0,-14 2-135 0 0,14-2-135 0 0,0-2-1291 0 0,-18-5-1065 0 0,20 2 265 0 0,-9-16-2012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8:37.6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0 241 2704 0 0,'2'-4'1246'0'0,"4"-13"-150"0"0,-5 13-93 0 0,0 0-647 0 0,0 0-1 0 0,1-1 1 0 0,-1 1-1 0 0,1 0 1 0 0,0 0-1 0 0,0 0 1 0 0,0 1-1 0 0,0-1 1 0 0,6-5-1 0 0,-1-1 117 0 0,0 1-1 0 0,1 0 1 0 0,11-8-1 0 0,30-18 149 0 0,1 7-316 0 0,14-1-178 0 0,3 3-1472 0 0,-62 25 314 0 0,-1 0-545 0 0,2-1 1041 0 0,13-2-3081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8:44.5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3604 0 0,'0'0'1016'0'0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8:49.1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6866 3444 0 0,'0'0'6677'0'0,"3"-3"-6560"0"0,2-2-95 0 0,0 1 0 0 0,1 0 1 0 0,0 0-1 0 0,-1 1 0 0 0,1 0 1 0 0,1 0-1 0 0,-1 0 1 0 0,0 1-1 0 0,1-1 0 0 0,-1 2 1 0 0,8-2-1 0 0,19-7 137 0 0,84-24 218 0 0,-52 17-268 0 0,71-20-24 0 0,-68 19-100 0 0,-10 3 180 0 0,40-11 251 0 0,148-62 0 0 0,178-55-233 0 0,-286 100-161 0 0,296-77 36 0 0,-20 7 60 0 0,35-50 41 0 0,-9-25 332 0 0,-390 166-461 0 0,1198-564 606 0 0,-544 205-560 0 0,-480 256-88 0 0,736-487 228 0 0,-782 490-198 0 0,503-361 511 0 0,-546 384-384 0 0,79-60-137 0 0,-162 117-26 0 0,650-491-52 0 0,-276 264-6 0 0,-213 139 2 0 0,1096-777 62 0 0,-1282 887 27 0 0,770-550 125 0 0,-674 492-170 0 0,234-109 0 0 0,156-8 163 0 0,-454 176-108 0 0,409-147 9 0 0,-464 164 2 0 0,-3 2-27 0 0,1 0 0 0 0,-1 0 0 0 0,1-1-1 0 0,0 1 1 0 0,-1-1 0 0 0,1 1 0 0 0,-1-1 0 0 0,1 0 0 0 0,-1 1 0 0 0,0-1-1 0 0,1 0 1 0 0,1-1 0 0 0,0-1 14 0 0,2 1 57 0 0,-1 0 5 0 0,36-20 539 0 0,-37 20-242 0 0,1 0-236 0 0,-3 2-160 0 0,0 0 0 0 0,-1 0 0 0 0,1-1 0 0 0,0 1 0 0 0,0-1 1 0 0,0 1-1 0 0,0 0 0 0 0,-1-1 0 0 0,1 0 0 0 0,0 1 0 0 0,-1-1 0 0 0,1 1 0 0 0,0-1 1 0 0,-1 0-1 0 0,1 1 0 0 0,-1-1 0 0 0,1 0 0 0 0,-1 0 0 0 0,1 0 0 0 0,-1 1 0 0 0,1-1 0 0 0,-1 0 1 0 0,0 0-1 0 0,0 0 0 0 0,1 0 0 0 0,-1 0 0 0 0,0 1 0 0 0,0-1 0 0 0,0 0 0 0 0,0 0 1 0 0,0 0-1 0 0,0 0 0 0 0,0 0 0 0 0,0 0 0 0 0,0 0 0 0 0,-1 0 0 0 0,1 1 0 0 0,0-1 1 0 0,-1 0-1 0 0,1 0 0 0 0,0 0 0 0 0,-1 0 0 0 0,0 0 0 0 0,-7-3-137 0 0,0 1 0 0 0,0 0 0 0 0,0 0-1 0 0,-1 1 1 0 0,1 0 0 0 0,-1 1 0 0 0,1 0 0 0 0,-16 0-1 0 0,-35-2-118 0 0,-74-4-124 0 0,127 7 386 0 0,1 0-48 0 0,-14 3 79 0 0,44-1-24 0 0,55 0 27 0 0,-17-1 184 0 0,13 1 548 0 0,-69-2-695 0 0,-2 1 23 0 0,16 1 29 0 0,-16-2 131 0 0,0 2-8 0 0,-2-1-219 0 0,-1-1 1 0 0,0 0 0 0 0,0 1-1 0 0,0-1 1 0 0,-1 1 0 0 0,1 0-1 0 0,0-1 1 0 0,0 1 0 0 0,0 0-1 0 0,-1 0 1 0 0,1 0 0 0 0,0 0-1 0 0,-1 1 1 0 0,1-1 0 0 0,-1 0-1 0 0,1 1 1 0 0,-1-1 0 0 0,0 1-1 0 0,0-1 1 0 0,0 1-1 0 0,1 0 1 0 0,-2 0 0 0 0,1-1-1 0 0,1 5 1 0 0,4 15 51 0 0,-4-15-33 0 0,-2 1-26 0 0,-1 27-220 0 0,-1 0 1 0 0,-2 0-1 0 0,-1-1 1 0 0,-18 61-1 0 0,14-67-2248 0 0,-1-1-1 0 0,-1 0 1 0 0,-24 40-1 0 0,21-45-2738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8:53.8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10092 3296 0 0,'0'0'6587'0'0,"2"-3"-6392"0"0,1 0-139 0 0,0 1 1 0 0,0-1 0 0 0,0 1 0 0 0,0-1-1 0 0,0 1 1 0 0,0 0 0 0 0,1 0 0 0 0,-1 1 0 0 0,1-1-1 0 0,-1 1 1 0 0,1-1 0 0 0,0 1 0 0 0,0 0-1 0 0,7 0 1 0 0,65-9 128 0 0,-63 9-153 0 0,50-6 33 0 0,105-28 0 0 0,-70 13-45 0 0,1162-325 540 0 0,-431 25-390 0 0,-647 230 191 0 0,-5-7 0 0 0,-4-8-1 0 0,285-232 1 0 0,-371 261-5 0 0,91-105 0 0 0,62-101 161 0 0,-239 283-516 0 0,148-181 191 0 0,463-580 322 0 0,-277 275-139 0 0,-213 300-169 0 0,186-312-57 0 0,-178 279-75 0 0,66-123 336 0 0,118-186 294 0 0,597-688-524 0 0,-773 1050-136 0 0,7 7 0 0 0,281-241-1 0 0,508-341-153 0 0,-295 291-101 0 0,-568 403 210 0 0,70-48-13 0 0,593-386-85 0 0,-44 120 22 0 0,-326 182-45 0 0,22-3 21 0 0,-262 123 23 0 0,-85 39 125 0 0,-35 19-25 0 0,1 0-6 0 0,16-10-54 0 0,14-7 62 0 0,58-22 0 0 0,-88 39-11 0 0,-4 2-14 0 0,0 0 0 0 0,0-1 0 0 0,1 1 1 0 0,-1 0-1 0 0,0 0 0 0 0,0-1 0 0 0,0 1 0 0 0,0 0 1 0 0,0-1-1 0 0,0 1 0 0 0,1-1 0 0 0,-1 1 0 0 0,0-1 0 0 0,-1 0 1 0 0,3-1-1 0 0,11-7 14 0 0,32-14-30 0 0,2 2-120 0 0,133-51 282 0 0,-177 70-157 0 0,-2 1 15 0 0,0 0 0 0 0,0 0-1 0 0,0 0 1 0 0,0 0 0 0 0,1 0 0 0 0,-1 0 0 0 0,0 0-1 0 0,0 1 1 0 0,0-1 0 0 0,3 0 0 0 0,-2 1 1 0 0,0 0 1 0 0,-1-1-1 0 0,1 0 1 0 0,0 0-1 0 0,-1 0 1 0 0,1 0 0 0 0,-1 0-1 0 0,1 0 1 0 0,-1 0-1 0 0,4-3 1 0 0,-1 0-11 0 0,0 1 0 0 0,0 1 0 0 0,0-1 0 0 0,0 1 0 0 0,7-2 0 0 0,-7 2-57 0 0,-2 0-37 0 0,-10-14-229 0 0,6 13 308 0 0,-1-1-49 0 0,-1 2 17 0 0,-5-5 19 0 0,-15-8-110 0 0,-36-5 56 0 0,-61-5 138 0 0,115 24-56 0 0,3 0 3 0 0,1 1 3 0 0,-1-1 0 0 0,1 0 0 0 0,-1 1 0 0 0,0-1 0 0 0,1 1 0 0 0,-1 0 0 0 0,0 0 0 0 0,1 0 1 0 0,-1-1-1 0 0,0 1 0 0 0,-2 1 0 0 0,3-1-2 0 0,-4-1-29 0 0,10 3-198 0 0,6 3 228 0 0,4 0 24 0 0,69 8 20 0 0,-61-9-34 0 0,-18-3 3 0 0,1 0 10 0 0,84 10 561 0 0,-85-10-395 0 0,-5-1-186 0 0,0 0 0 0 0,0 1 1 0 0,0-1-1 0 0,0 0 1 0 0,1 0-1 0 0,-1 1 1 0 0,0-1-1 0 0,0 0 1 0 0,0 1-1 0 0,0-1 1 0 0,0 0-1 0 0,0 0 1 0 0,1 1-1 0 0,-1-1 1 0 0,0 0-1 0 0,0 0 1 0 0,0 1-1 0 0,1-1 1 0 0,-1 0-1 0 0,0 0 1 0 0,0 1-1 0 0,0-1 1 0 0,1 0-1 0 0,-1 0 1 0 0,0 0-1 0 0,1 0 1 0 0,-1 0-1 0 0,0 1 1 0 0,0-1-1 0 0,1 0 1 0 0,-1 0-1 0 0,1 0 1 0 0,0 0 1 0 0,-1 0 1 0 0,1 1 0 0 0,-1-1 0 0 0,1 0 0 0 0,0 0-1 0 0,-1 1 1 0 0,1-1 0 0 0,-1 0 0 0 0,1 1 0 0 0,-1-1 0 0 0,1 1-1 0 0,-1-1 1 0 0,1 1 0 0 0,-1-1 0 0 0,1 1 0 0 0,-1-1-1 0 0,0 1 1 0 0,1-1 0 0 0,-1 1 0 0 0,0-1 0 0 0,1 1-1 0 0,-1 0 1 0 0,0-1 0 0 0,0 1 0 0 0,0 0 0 0 0,1 0 0 0 0,2 17 25 0 0,-2-14-12 0 0,0 2 2 0 0,0 23-591 0 0,-1-1 1 0 0,-4 38 0 0 0,1-42-1735 0 0,-1 1 0 0 0,-1-2 0 0 0,-11 35 0 0 0,6-32-3714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9:02.9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0 2976 0 0,'0'0'3341'0'0,"-30"2"-5238"0"0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9:05.6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 43 2552 0 0,'0'0'3612'0'0,"-1"-4"-2718"0"0,-3-17 3672 0 0,3 17-4209 0 0,-2-10 257 0 0,3 23 959 0 0,8 36-240 0 0,32 184 524 0 0,-39-225-1867 0 0,0 1 8 0 0,3 14-10 0 0,-4-14 0 0 0,1 0 0 0 0,1 0-370 0 0,0 4 584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9:05.8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168 19 3480 0 0,'0'0'1176'0'0,"-2"-3"-133"0"0,-6-9-191 0 0,6 9 1646 0 0,-2 4-2082 0 0,-12 5-75 0 0,12-5-54 0 0,-4 6 34 0 0,-4 2-127 0 0,-9 16-1091 0 0,-31 49-1 0 0,17-18-3848 0 0,32-50 719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9:06.1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86 3872 0 0,'0'0'5947'0'0,"5"0"-5478"0"0,54-5 405 0 0,146-24-352 0 0,17-2-2559 0 0,-73 14-3837 0 0,-117 13 2141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9:11.8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1 2956 0 0,'0'0'9430'0'0,"1"4"-9304"0"0,1 13-28 0 0,-1-12 41 0 0,-2-1-132 0 0,-1 15-77 0 0,1-14-88 0 0,0-1-74 0 0,-6 9-56 0 0,-8 16-2102 0 0,7-7-3956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9:12.2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25 2860 0 0,'0'0'5225'0'0,"0"-4"-5185"0"0,5-17 4839 0 0,-1 22-4652 0 0,12 5-18 0 0,-12-5 144 0 0,-2 4-220 0 0,3 13-50 0 0,-3-13-15 0 0,-2 0-16 0 0,0 45-483 0 0,0-44 178 0 0,-1-1-57 0 0,-14 48-1639 0 0,13-48 1161 0 0,0-1-359 0 0,1-2 569 0 0,-7 7 331 0 0,5-1-4152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9:12.9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119 28 3228 0 0,'-3'-3'1613'0'0,"2"1"-1077"0"0,0 0 1 0 0,0 0-1 0 0,0 0 0 0 0,-1 0 1 0 0,1 1-1 0 0,-1-1 0 0 0,1 1 0 0 0,-1-1 1 0 0,0 1-1 0 0,1-1 0 0 0,-4-1 1 0 0,-9 0-274 0 0,12 4-172 0 0,1 1-1 0 0,-1-1 1 0 0,1 0 0 0 0,0 0-1 0 0,-1 1 1 0 0,1-1-1 0 0,0 1 1 0 0,0-1-1 0 0,-2 4 1 0 0,-2 3 154 0 0,-1 1 0 0 0,1 0 0 0 0,0 0 1 0 0,1 1-1 0 0,0 0 0 0 0,1-1 0 0 0,-4 19 0 0 0,3-13-63 0 0,1-7-107 0 0,-5 26 210 0 0,6-23-216 0 0,-2 15 92 0 0,0 1 1 0 0,1 28-1 0 0,3-46-130 0 0,1 0 0 0 0,0 0 1 0 0,0 0-1 0 0,1 0 0 0 0,0 0 0 0 0,0 0 0 0 0,1-1 0 0 0,0 1 0 0 0,1-1 1 0 0,7 14-1 0 0,-4-15-83 0 0,20 13 65 0 0,-17-14-11 0 0,5-2-15 0 0,-8-1-8 0 0,1-1-1 0 0,0 1 0 0 0,0-2 1 0 0,0 1-1 0 0,0-1 0 0 0,0 0 1 0 0,0-1-1 0 0,0 0 0 0 0,0 0 1 0 0,0-1-1 0 0,0 0 0 0 0,14-4 0 0 0,-16 4 34 0 0,0-1-1 0 0,0 0 0 0 0,-1 0 0 0 0,1 0 1 0 0,0-1-1 0 0,-1 0 0 0 0,0 0 0 0 0,1 0 1 0 0,-1-1-1 0 0,0 0 0 0 0,-1 0 0 0 0,1 0 1 0 0,-1 0-1 0 0,0-1 0 0 0,6-8 0 0 0,-3-1 177 0 0,0 1 0 0 0,-1-1 0 0 0,4-15 0 0 0,-10 25 17 0 0,0-2-1 0 0,-1 0-98 0 0,0 0 0 0 0,0 0 0 0 0,-1 0 0 0 0,1 0 0 0 0,-6-10 0 0 0,5 12 114 0 0,-3 3-150 0 0,-16-5 60 0 0,19 7-124 0 0,0-1-1 0 0,1 1 1 0 0,-1 0 0 0 0,1 0-1 0 0,-1-1 1 0 0,1 1-1 0 0,-1 0 1 0 0,1 0 0 0 0,-1 0-1 0 0,1 1 1 0 0,0-1-1 0 0,-2 2 1 0 0,2-2 2 0 0,-1 0-7 0 0,1 0 0 0 0,0 0 0 0 0,0 0-1 0 0,-1 0 1 0 0,1 0 0 0 0,0 0 0 0 0,0 0 0 0 0,0 0 0 0 0,0 1 0 0 0,0-1 0 0 0,0 0-1 0 0,1 1 1 0 0,-1-1 0 0 0,0 1 0 0 0,1-1 0 0 0,-1 0 0 0 0,0 3 0 0 0,0 0 1 0 0,-5 11-110 0 0,0-1 1 0 0,1 1-1 0 0,1 1 1 0 0,0-1-1 0 0,1 1 1 0 0,1-1-1 0 0,-1 29 1 0 0,0-15-250 0 0,-1 58-2202 0 0,7 108 0 0 0,1-92-3359 0 0,-4-67 202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9:22.13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43 2972 0 0,'0'0'9754'0'0,"5"0"-9597"0"0,99-16 503 0 0,52-3-495 0 0,-102 15-120 0 0,15 1-4 0 0,-56 3-43 0 0,158 2 145 0 0,-124 0-88 0 0,87 9-23 0 0,-60-1-47 0 0,-12-3 7 0 0,-14-2 67 0 0,-1 1 56 0 0,-38-6-91 0 0,30 6 88 0 0,-29-3-95 0 0,32 4 52 0 0,300 50 522 0 0,6 28-48 0 0,-140-25 87 0 0,363 158 0 0 0,164 165-53 0 0,-729-380-575 0 0,587 376 126 0 0,282 296-86 0 0,53-55-321 0 0,-697-491 257 0 0,333 135 1 0 0,182-12 190 0 0,-742-251-168 0 0,923 219 246 0 0,-416-109-450 0 0,120 1 250 0 0,-625-111-35 0 0,0 0 20 0 0,56 8-1567 0 0,-63-14 943 0 0,0 0 361 0 0,-1 0 0 0 0,0 0 0 0 0,0 0 0 0 0,-1 1 0 0 0,1-1 0 0 0,-1 1 0 0 0,0 0 0 0 0,0-1 1 0 0,0 1-1 0 0,-7-5 0 0 0,-46-42-1238 0 0,29 28 1330 0 0,9 7 216 0 0,-1 0 0 0 0,-30-17-1 0 0,45 30-22 0 0,0 2 12 0 0,-40-14 310 0 0,40 13 674 0 0,7 7-926 0 0,0-1-96 0 0,1 0 0 0 0,-1 0 0 0 0,1-1 0 0 0,0 1-1 0 0,0-1 1 0 0,0 1 0 0 0,1-1 0 0 0,-1-1 0 0 0,6 4 0 0 0,54 20 103 0 0,-13-8 48 0 0,58 27 1491 0 0,-109-44-1656 0 0,0-1-1 0 0,0 0 0 0 0,1 1 0 0 0,-1-1 0 0 0,0 0 0 0 0,0 1 1 0 0,0-1-1 0 0,0 0 0 0 0,0 1 0 0 0,1-1 0 0 0,-1 0 0 0 0,0 1 1 0 0,0-1-1 0 0,0 0 0 0 0,1 0 0 0 0,-1 1 0 0 0,0-1 0 0 0,1 0 0 0 0,-1 0 1 0 0,0 0-1 0 0,0 1 0 0 0,1-1 0 0 0,-1 0 0 0 0,0 0 0 0 0,1 0 1 0 0,-1 0-1 0 0,0 0 0 0 0,1 0 0 0 0,0 1 0 0 0,-1-1 7 0 0,1 0 0 0 0,-1 0-1 0 0,1 0 1 0 0,-1 0 0 0 0,1 0 0 0 0,-1 0-1 0 0,0 1 1 0 0,1-1 0 0 0,-1 0 0 0 0,1 0-1 0 0,-1 1 1 0 0,0-1 0 0 0,1 0 0 0 0,-1 1-1 0 0,1-1 1 0 0,-1 0 0 0 0,0 1 0 0 0,0-1-1 0 0,1 1 1 0 0,-1-1 0 0 0,0 0 0 0 0,0 1-1 0 0,1-1 1 0 0,-1 1 0 0 0,0-1 0 0 0,0 1-1 0 0,0-1 1 0 0,0 1 0 0 0,0-1 0 0 0,0 1-1 0 0,1-1 1 0 0,-1 1 0 0 0,0-1 0 0 0,-1 1-1 0 0,1-1 1 0 0,0 1 0 0 0,-2 8 25 0 0,-1 0 1 0 0,-1 0-1 0 0,1 0 0 0 0,-1-1 1 0 0,-1 0-1 0 0,0 0 0 0 0,0 0 1 0 0,0 0-1 0 0,-1-1 0 0 0,0 0 1 0 0,-8 7-1 0 0,0 3-73 0 0,-19 19-1933 0 0,-72 62 0 0 0,3-16-5896 0 0,75-62 2629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49:24.6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1612 2340 0 0,'0'0'6954'0'0,"5"-2"-6609"0"0,21-10 86 0 0,1 1 0 0 0,0 1 0 0 0,54-11 0 0 0,-9 3-18 0 0,640-142 311 0 0,-435 115-598 0 0,152-28-69 0 0,165-55 342 0 0,-385 81-408 0 0,-31 5-94 0 0,248-47 466 0 0,439-41-607 0 0,-661 97 477 0 0,663-102-62 0 0,-544 89-140 0 0,768-96 454 0 0,-583 84-351 0 0,281-25-13 0 0,-9 7 138 0 0,-497 41-42 0 0,-109 11 45 0 0,-136 17-59 0 0,-32 5-93 0 0,0 1-16 0 0,107-22 1151 0 0,-114 19-1321 0 0,-3-13-42 0 0,3 13-61 0 0,0 3-18 0 0,0-1 158 0 0,0 1-1 0 0,-1-1 1 0 0,1 1-1 0 0,-1-1 1 0 0,1 1-1 0 0,-1 0 1 0 0,0 0-1 0 0,-2-2 1 0 0,0 0-116 0 0,3 2 124 0 0,-1 0-1 0 0,0 0 1 0 0,1 0 0 0 0,-1 0-1 0 0,1 0 1 0 0,-1 0-1 0 0,1-1 1 0 0,-1 1 0 0 0,1 0-1 0 0,-2-4 1 0 0,-10-5-111 0 0,-1 0 1 0 0,0 1 0 0 0,0 1 0 0 0,-1 0-1 0 0,-30-12 1 0 0,43 20 135 0 0,-17-7-29 0 0,-1 1 0 0 0,0 1 1 0 0,-39-5-1 0 0,54 10 44 0 0,-54-7 15 0 0,54 7 227 0 0,5 1-247 0 0,1 0 0 0 0,-1 0 0 0 0,1 0 1 0 0,0 0-1 0 0,-1 0 0 0 0,1 0 0 0 0,0 0 0 0 0,0 0 0 0 0,0 0 1 0 0,0-1-1 0 0,-1 1 0 0 0,1 0 0 0 0,0-1 0 0 0,1 1 0 0 0,-1 0 0 0 0,0-1 1 0 0,0 0-1 0 0,0 1 0 0 0,1 0 0 0 0,16 5 2 0 0,15 5 16 0 0,46 8 0 0 0,-47-12 15 0 0,97 20 1126 0 0,-124-26-823 0 0,-4-1-317 0 0,-1 0 0 0 0,1 1 1 0 0,0-1-1 0 0,0 0 0 0 0,0 1 0 0 0,-1-1 1 0 0,1 1-1 0 0,0-1 0 0 0,-1 1 1 0 0,1-1-1 0 0,0 1 0 0 0,-1 0 0 0 0,1-1 1 0 0,-1 1-1 0 0,1 0 0 0 0,-1 0 0 0 0,1-1 1 0 0,-1 1-1 0 0,1 0 0 0 0,-1 0 1 0 0,0-1-1 0 0,0 1 0 0 0,1 0 0 0 0,-1 0 1 0 0,0 0-1 0 0,0 0 0 0 0,0 0 1 0 0,0 1-1 0 0,3 17 154 0 0,-3-13-155 0 0,0 0 1 0 0,-1 0 0 0 0,0-1-1 0 0,0 1 1 0 0,0 0-1 0 0,-3 7 1 0 0,3-7-25 0 0,-5 18-533 0 0,-1-1-1 0 0,-10 24 1 0 0,4-11-689 0 0,3-10-1047 0 0,-1-1-1 0 0,-1 0 1 0 0,-27 42-1 0 0,17-36-2973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35:43.0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5384 0 0,'0'0'5381'0'0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35:45.5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100 27 3928 0 0,'0'0'1447'0'0,"1"-6"-239"0"0,-1-14 205 0 0,-3 29 1513 0 0,-6 48 1584 0 0,6-36-5577 0 0,-57 411 1800 0 0,37-246-5507 0 0,21-176 3109 0 0,1-1 1233 0 0,2 0-3729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35:45.9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37 195 1872 0 0,'2'-6'1350'0'0,"3"-10"-685"0"0,0 1 1 0 0,1-1 0 0 0,13-22-1 0 0,-14 31-529 0 0,-1 0 0 0 0,1 0 0 0 0,0 1 0 0 0,1 0 0 0 0,0 0 0 0 0,0 1 0 0 0,0-1 0 0 0,0 1 0 0 0,1 0 0 0 0,14-7 0 0 0,3 2 261 0 0,39-11-1 0 0,-58 21-249 0 0,2 1-16 0 0,-3-1-129 0 0,0 0 40 0 0,-1 0-1 0 0,1 1 1 0 0,-1-1-1 0 0,1 1 1 0 0,-1 0-1 0 0,1 0 0 0 0,-1 0 1 0 0,0 0-1 0 0,1 1 1 0 0,-1-1-1 0 0,0 1 1 0 0,0 0-1 0 0,0 0 1 0 0,0 0-1 0 0,4 5 1 0 0,-4-3-6 0 0,0-1 1 0 0,0 1 0 0 0,-1 0-1 0 0,1 0 1 0 0,-1 0 0 0 0,0 0-1 0 0,0 1 1 0 0,-1-1-1 0 0,1 1 1 0 0,-1-1 0 0 0,0 1-1 0 0,0-1 1 0 0,0 1 0 0 0,-1 5-1 0 0,0-1 10 0 0,-1 1 0 0 0,0-1-1 0 0,0 0 1 0 0,-1 1 0 0 0,-1-1 0 0 0,0 0-1 0 0,-4 10 1 0 0,0-4 24 0 0,-1 0 0 0 0,-1-1 0 0 0,0-1 0 0 0,-1 1 0 0 0,0-1 0 0 0,-1-1 0 0 0,0 0 0 0 0,-1-1-1 0 0,0 0 1 0 0,-1 0 0 0 0,-1-2 0 0 0,1 0 0 0 0,-20 10 0 0 0,6-6-2 0 0,5-6-61 0 0,-25 8-376 0 0,43-14 42 0 0,-2-1-715 0 0,-16-2 336 0 0,17 1-114 0 0,-9-17-3909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35:46.4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97 2920 0 0,'0'0'971'0'0,"1"5"-137"0"0,1 1-546 0 0,0-1-1 0 0,0 0 1 0 0,0 0-1 0 0,1 0 1 0 0,-1 0-1 0 0,1 0 0 0 0,1 0 1 0 0,-1-1-1 0 0,1 1 1 0 0,5 4-1 0 0,-6-6-20 0 0,17 3 190 0 0,-15-5-73 0 0,1-2-215 0 0,2 0-38 0 0,1 0-1 0 0,-1 0 1 0 0,1-1-1 0 0,8-4 1 0 0,-13 5 14 0 0,-1-4-23 0 0,8-11-32 0 0,-8 12-38 0 0,-1-1-28 0 0,5-16 10 0 0,-5 16-12 0 0,-2-1-2 0 0,1-17-2 0 0,-1 18-16 0 0,0-1 18 0 0,-1-1-9 0 0,-1 0 0 0 0,0 1 0 0 0,0-1 0 0 0,-4-9 1 0 0,4 12-42 0 0,-3 2-126 0 0,-12-8 191 0 0,12 7 52 0 0,0 4-42 0 0,-17 0-32 0 0,16-1 16 0 0,-10 11 29 0 0,13-10-47 0 0,0 1 1 0 0,0 0-1 0 0,0-1 1 0 0,0 1-1 0 0,0 1 1 0 0,1-1-1 0 0,-1 0 1 0 0,1 1-1 0 0,-5 4 1 0 0,2 1 31 0 0,0-1 0 0 0,1 1 1 0 0,0 0-1 0 0,0 0 1 0 0,0 0-1 0 0,1 1 1 0 0,0-1-1 0 0,1 1 0 0 0,0 0 1 0 0,1-1-1 0 0,-1 1 1 0 0,2 0-1 0 0,-1 0 1 0 0,1 0-1 0 0,0 0 0 0 0,1 0 1 0 0,0 0-1 0 0,1 0 1 0 0,0-1-1 0 0,0 1 0 0 0,1 0 1 0 0,0-1-1 0 0,6 13 1 0 0,-6-16-84 0 0,1-1 1 0 0,-1 1 0 0 0,1-1 0 0 0,0 0-1 0 0,0 0 1 0 0,0 0 0 0 0,1 0 0 0 0,0-1-1 0 0,-1 0 1 0 0,1 0 0 0 0,0 0 0 0 0,0 0-1 0 0,1-1 1 0 0,-1 0 0 0 0,0 0 0 0 0,10 2-1 0 0,-11-3-375 0 0,1-1-74 0 0,1-1-46 0 0,-1 0 1 0 0,0 1-1 0 0,1-2 0 0 0,-1 1 0 0 0,0 0 0 0 0,0-1 0 0 0,0 0 0 0 0,0-1 0 0 0,0 1 1 0 0,0-1-1 0 0,-1 0 0 0 0,8-6 0 0 0,-8 6-2560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35:47.0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79 2156 0 0,'0'0'1267'0'0,"3"-3"-745"0"0,-2 2-413 0 0,0 0 0 0 0,0 0 1 0 0,1 0-1 0 0,-1 0 0 0 0,1 0 0 0 0,-1 0 0 0 0,1 0 0 0 0,-1 1 0 0 0,1-1 1 0 0,-1 0-1 0 0,1 1 0 0 0,0-1 0 0 0,-1 1 0 0 0,1 0 0 0 0,0 0 1 0 0,0 0-1 0 0,-1-1 0 0 0,1 1 0 0 0,0 1 0 0 0,-1-1 0 0 0,1 0 1 0 0,0 0-1 0 0,-1 1 0 0 0,1-1 0 0 0,0 1 0 0 0,-1-1 0 0 0,1 1 0 0 0,2 1 1 0 0,1 2 15 0 0,0 1 0 0 0,1 0 1 0 0,-1 0-1 0 0,-1 0 1 0 0,1 1-1 0 0,-1 0 0 0 0,0 0 1 0 0,0 0-1 0 0,-1 0 1 0 0,1 0-1 0 0,-2 1 0 0 0,1-1 1 0 0,-1 1-1 0 0,0 0 1 0 0,0 0-1 0 0,0 0 0 0 0,-1 0 1 0 0,0 0-1 0 0,-1 0 1 0 0,0 1-1 0 0,0-1 0 0 0,0 0 1 0 0,-3 11-1 0 0,0 5 156 0 0,2-18 73 0 0,-1 0-62 0 0,-5 14-7 0 0,5-15 384 0 0,0 0-289 0 0,-6 11-10 0 0,6-11 882 0 0,1-4-1244 0 0,0 0 0 0 0,0 0 1 0 0,0-1-1 0 0,0 1 1 0 0,0 0-1 0 0,0-1 1 0 0,0 1-1 0 0,1-1 0 0 0,-1 1 1 0 0,0-1-1 0 0,0 0 1 0 0,0 1-1 0 0,1-1 1 0 0,-1 0-1 0 0,0 1 0 0 0,0-1 1 0 0,1 0-1 0 0,-1 0 1 0 0,1 1-1 0 0,-1-1 1 0 0,1 0-1 0 0,-1 0 0 0 0,1 0 1 0 0,0 0-1 0 0,-1 0 1 0 0,1 0-1 0 0,0 0 0 0 0,-1 0 1 0 0,1 0-1 0 0,0 0 1 0 0,0 0-1 0 0,0 0 1 0 0,0 0-1 0 0,0 0 0 0 0,1-1 1 0 0,-1-4-69 0 0,0 0 0 0 0,0 0 0 0 0,1 0 0 0 0,0 1 0 0 0,0-1 0 0 0,3-6 1 0 0,-1 4-59 0 0,0-1-115 0 0,0-1-1 0 0,1 1 1 0 0,1 0 0 0 0,-1 0-1 0 0,1 0 1 0 0,12-14 0 0 0,27-25-1201 0 0,-32 35 656 0 0,1 3 495 0 0,1 0-320 0 0,81-48-1108 0 0,-92 56 1688 0 0,-2 2 103 0 0,1-1 1 0 0,-1 1-1 0 0,0 0 0 0 0,0-1 1 0 0,0 1-1 0 0,1-1 0 0 0,-1 0 1 0 0,0 1-1 0 0,0-1 0 0 0,0 0 1 0 0,0 0-1 0 0,0 0 0 0 0,1-1 1 0 0,-43 25 136 0 0,37-20-182 0 0,1 1-9 0 0,-8 12-70 0 0,8-13 92 0 0,-6 19 176 0 0,10-17-205 0 0,5 14-20 0 0,-4-14 11 0 0,1-1 2 0 0,13 12-5 0 0,0-1-1 0 0,19 14 1 0 0,10 9 28 0 0,-42-35-36 0 0,-2-1 9 0 0,0-1 1 0 0,0 1-1 0 0,0 0 0 0 0,0-1 1 0 0,0 1-1 0 0,1-1 1 0 0,-1 1-1 0 0,0-1 0 0 0,1 0 1 0 0,-1 0-1 0 0,2 2 1 0 0,1 1 70 0 0,-2 0 29 0 0,6 12 37 0 0,-6-12-13 0 0,-1 1 65 0 0,2 13 36 0 0,-2-13 207 0 0,-2 0-261 0 0,-5 13-22 0 0,4-13-37 0 0,-1-2-2 0 0,-1 3-82 0 0,-8 6 76 0 0,-37 8 8 0 0,-9-9-605 0 0,52-11 228 0 0,0 0-63 0 0,-17-2-83 0 0,17 1-208 0 0,2-1-98 0 0,-10-8-77 0 0,11 7-153 0 0,2-2-2304 0 0,0-22-270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35:47.5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43 2412 0 0,'4'-2'1177'0'0,"6"-5"-484"0"0,9-6 2940 0 0,-16 13-2391 0 0,-10 10-1482 0 0,5-7 417 0 0,-7 16 169 0 0,1 4-61 0 0,7-20-150 0 0,0 3-7 0 0,-5 47 186 0 0,6-48-261 0 0,2 0-16 0 0,0 2-37 0 0,1 0-1 0 0,0 0 0 0 0,0 0 1 0 0,6 8-1 0 0,-6-12-7 0 0,-2-2-12 0 0,1-1 0 0 0,0 1 0 0 0,-1 0 0 0 0,1 0 1 0 0,0 0-1 0 0,-1 1 0 0 0,0-1 0 0 0,1 0 0 0 0,-1 0 0 0 0,1 1 0 0 0,1 2 1 0 0,-3-4 4 0 0,4 4-29 0 0,0-3 43 0 0,12 7 10 0 0,-12-6 131 0 0,3-2-25 0 0,18-1 50 0 0,-18 0 69 0 0,-7 1-217 0 0,0-1 1 0 0,0 1 0 0 0,0 0-1 0 0,0-1 1 0 0,1 1 0 0 0,-1-1-1 0 0,0 1 1 0 0,0-1-1 0 0,1 1 1 0 0,-1 0 0 0 0,0-1-1 0 0,1 1 1 0 0,-1 0 0 0 0,0-1-1 0 0,1 1 1 0 0,-1 0 0 0 0,0-1-1 0 0,1 1 1 0 0,-1 0 0 0 0,0 0-1 0 0,1 0 1 0 0,-1-1 0 0 0,2 1-1 0 0,11-11 402 0 0,4-27 459 0 0,-15 33-640 0 0,-1-1-43 0 0,-1 2-173 0 0,1-3 23 0 0,0 1-1 0 0,-1 0 1 0 0,1 0 0 0 0,-1 0-1 0 0,-1 0 1 0 0,1-1-1 0 0,-1 1 1 0 0,0 0 0 0 0,-1 0-1 0 0,1 0 1 0 0,-1 0 0 0 0,0 0-1 0 0,-1 1 1 0 0,1-1 0 0 0,-1 0-1 0 0,-5-6 1 0 0,-24-16-186 0 0,28 26-54 0 0,-1 0-54 0 0,-16-5-59 0 0,16 5-78 0 0,3 2-114 0 0,1 1 440 0 0,-1-1 0 0 0,1 0 0 0 0,-1 1-1 0 0,1-1 1 0 0,-1 0 0 0 0,1 0-1 0 0,-1 0 1 0 0,1 0 0 0 0,-1 0 0 0 0,0-1-1 0 0,-2 0 1 0 0,1 1-77 0 0,-2 0-361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36:08.8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45 4252 0 0,'0'0'4723'0'0,"2"-4"-4201"0"0,7-7 1283 0 0,-8 12-1752 0 0,0 0-1 0 0,0-1 0 0 0,0 1 1 0 0,0 0-1 0 0,-1 0 0 0 0,1 0 0 0 0,0 0 1 0 0,-1-1-1 0 0,1 1 0 0 0,0 0 1 0 0,-1 0-1 0 0,1 0 0 0 0,-1 0 0 0 0,0 1 1 0 0,1-1-1 0 0,-1 0 0 0 0,0 0 1 0 0,0 0-1 0 0,0 0 0 0 0,1 1 0 0 0,21 107 751 0 0,-21-105-769 0 0,-1 2-16 0 0,1 18 3 0 0,-1-18-9 0 0,0-1-18 0 0,-5 51 1151 0 0,-11-73-923 0 0,14 14-195 0 0,0 0-1 0 0,0 0 1 0 0,0 0 0 0 0,1 0 0 0 0,-1-1 0 0 0,1 1 0 0 0,0-1 0 0 0,0 1 0 0 0,0-1-1 0 0,-1-6 1 0 0,-2-41 196 0 0,5 34-181 0 0,0-1 0 0 0,0 1 0 0 0,2 0-1 0 0,6-23 1 0 0,-9 39-45 0 0,0-1 0 0 0,1 1 0 0 0,-1 0 0 0 0,0 0 0 0 0,1 0 0 0 0,-1 0 1 0 0,1 0-1 0 0,0 0 0 0 0,-1 0 0 0 0,1 0 0 0 0,0 0 0 0 0,-1 0 0 0 0,1 0 0 0 0,0 0 0 0 0,1 0 0 0 0,1-2-3 0 0,-1 0-5 0 0,2 1-3 0 0,-2 0 6 0 0,0 1 12 0 0,0-1-1 0 0,-1 1 0 0 0,1 0 1 0 0,0 0-1 0 0,0-1 0 0 0,0 1 1 0 0,0 0-1 0 0,1 1 0 0 0,-1-1 1 0 0,0 0-1 0 0,0 1 0 0 0,0-1 1 0 0,1 1-1 0 0,-1-1 0 0 0,0 1 1 0 0,1 0-1 0 0,-1 0 0 0 0,0 0 0 0 0,0 1 1 0 0,1-1-1 0 0,-1 0 0 0 0,4 2 1 0 0,2 4-100 0 0,1 0 0 0 0,-1 1 1 0 0,0-1-1 0 0,0 2 0 0 0,-1-1 1 0 0,0 1-1 0 0,0 0 0 0 0,-1 1 1 0 0,0 0-1 0 0,0 0 0 0 0,-1 0 1 0 0,-1 1-1 0 0,1-1 0 0 0,-1 1 1 0 0,4 16-1 0 0,-5-14-616 0 0,0 1 1 0 0,-1 0-1 0 0,0-1 0 0 0,-1 1 0 0 0,0 0 1 0 0,-1 0-1 0 0,0 0 0 0 0,-1 0 1 0 0,-1-1-1 0 0,0 1 0 0 0,-1 0 0 0 0,-7 23 1 0 0,-2-10-3833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2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3760 0 0,'0'0'4933'0'0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409 28 2084 0 0,'0'0'946'0'0,"-1"-4"-138"0"0,-2-19 7757 0 0,0 26-8421 0 0,-1 3-46 0 0,0 1-1 0 0,1-1 1 0 0,0 0-1 0 0,0 1 1 0 0,0-1-1 0 0,1 1 0 0 0,0 0 1 0 0,0 0-1 0 0,-1 12 1 0 0,-4 68 354 0 0,6-73-436 0 0,1 33 128 0 0,33 401 669 0 0,-26-390-741 0 0,10 56 35 0 0,-16-109-68 0 0,9 87 35 0 0,-10-86-66 0 0,1 0 28 0 0,0 56 111 0 0,-1-56-130 0 0,0 0 5 0 0,3 55 290 0 0,-3-55-329 0 0,1 1 10 0 0,0 19-1 0 0,-1-20 2 0 0,0 1 9 0 0,-1 104 179 0 0,-3 34-5 0 0,6-89-264 0 0,-2-51 90 0 0,0 2 49 0 0,0 76 71 0 0,1-2-178 0 0,-1-77 73 0 0,0 4 1 0 0,-3 85-48 0 0,3-89 42 0 0,0 3 2 0 0,-2 50 2 0 0,2-52-6 0 0,0 1 5 0 0,-2 220 223 0 0,-1-188-151 0 0,3-32-84 0 0,0 2-20 0 0,-11 128 14 0 0,0-8 312 0 0,5-46-462 0 0,-7 64 72 0 0,12-140 104 0 0,-7 55 10 0 0,7-56-24 0 0,0 1-16 0 0,-13 122 58 0 0,14-122-66 0 0,-1 1 16 0 0,-5 81 16 0 0,6-83 5 0 0,-1 2 0 0 0,-7 107 189 0 0,8-109-184 0 0,0 2 2 0 0,-2 87 54 0 0,0-2-42 0 0,-17 239 14 0 0,3-87 99 0 0,12-116-34 0 0,-8 29-81 0 0,-4 87-30 0 0,14-184 132 0 0,0 11-170 0 0,2-57 10 0 0,2 45 11 0 0,-3-46 7 0 0,-1 2-3 0 0,0-7 0 0 0,0 27-23 0 0,2 55 45 0 0,-1-44-7 0 0,0-2-8 0 0,-1 76 8 0 0,2-89-42 0 0,0 1 40 0 0,0-8-7 0 0,5 41 82 0 0,-3 4-18 0 0,-2-14-5 0 0,-1 147-188 0 0,-1-78 75 0 0,0-58 136 0 0,0 120 2 0 0,0-98-105 0 0,1-21-52 0 0,0-17 106 0 0,0-1 132 0 0,1 5-283 0 0,0 122-79 0 0,-2 279 66 0 0,-31 563 220 0 0,24-807-93 0 0,-60 895 173 0 0,40-727-177 0 0,2-20 196 0 0,11-87-105 0 0,7-108 39 0 0,-9 853 574 0 0,19-755-370 0 0,-6 323-165 0 0,1 0 203 0 0,-9 590 346 0 0,9-1054-809 0 0,-2 187 375 0 0,8-245-147 0 0,1 0 55 0 0,-3-57-124 0 0,0-1 24 0 0,2 51 106 0 0,-2-50-166 0 0,0-1-1 0 0,2 13-2 0 0,-2-13 311 0 0,0 0-303 0 0,0 16-27 0 0,0-16 53 0 0,-14-14-9233 0 0,10 0 3902 0 0,-1-14-2054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493 62 3484 0 0,'0'0'1436'0'0,"-1"-5"-270"0"0,-23-36 1488 0 0,21 38-2294 0 0,-2 1-125 0 0,-14-5-4 0 0,14 5-54 0 0,-3 2-22 0 0,-1-1-102 0 0,5 1-14 0 0,-1 0-1 0 0,1 0 1 0 0,0 0-1 0 0,0 0 1 0 0,-1 1-1 0 0,1 0 1 0 0,-5 1-1 0 0,-11 3 75 0 0,0 1 0 0 0,0 1 0 0 0,1 0 0 0 0,0 2 0 0 0,0 0 0 0 0,1 1 0 0 0,0 1 0 0 0,1 1 0 0 0,0 0 0 0 0,1 1 0 0 0,0 1 0 0 0,1 0 0 0 0,1 2 0 0 0,0-1 0 0 0,1 2 0 0 0,1-1 0 0 0,0 2 0 0 0,2 0 0 0 0,-10 21 0 0 0,10-16-68 0 0,1 0 0 0 0,2 0 0 0 0,0 1 0 0 0,2 0 0 0 0,0 0 0 0 0,2 1 0 0 0,-1 27 0 0 0,4-42-56 0 0,0-7 5 0 0,-1-1 0 0 0,1 0 0 0 0,0 1-1 0 0,0-1 1 0 0,0 0 0 0 0,1 1-1 0 0,-1-1 1 0 0,0 0 0 0 0,1 1 0 0 0,1 2-1 0 0,4 15 39 0 0,-3-11-12 0 0,-1 0 0 0 0,2-1 0 0 0,-1 1-1 0 0,1-1 1 0 0,1 0 0 0 0,-1 0 0 0 0,1 0-1 0 0,1-1 1 0 0,-1 0 0 0 0,1 0 0 0 0,0 0 0 0 0,1-1-1 0 0,0 0 1 0 0,0 0 0 0 0,0 0 0 0 0,1-1-1 0 0,12 6 1 0 0,-12-7-11 0 0,0-1 0 0 0,0 0 0 0 0,0-1 0 0 0,1 0 0 0 0,-1 0 0 0 0,1-1 0 0 0,10 1 0 0 0,-10 0-8 0 0,-5-1-7 0 0,0-1 1 0 0,0 1-1 0 0,0-1 1 0 0,0 0-1 0 0,0 0 1 0 0,0 0-1 0 0,0-1 0 0 0,5 0 1 0 0,13-2-20 0 0,1-1 0 0 0,-1-1 0 0 0,0-1 0 0 0,-1-1 0 0 0,28-12 1 0 0,-31 10-12 0 0,0-2 0 0 0,-1 0 1 0 0,0-1-1 0 0,-1-1 1 0 0,0-1-1 0 0,-1 0 0 0 0,24-30 1 0 0,-30 33-17 0 0,-1-1-1 0 0,0-1 1 0 0,-1 1 0 0 0,0-2 0 0 0,-1 1 0 0 0,0 0 0 0 0,-1-1 0 0 0,0 0-1 0 0,-2-1 1 0 0,1 1 0 0 0,-2 0 0 0 0,2-23 0 0 0,-3 28 32 0 0,0 4 9 0 0,0 1 0 0 0,-1 0 0 0 0,0-1 0 0 0,0 1 0 0 0,0 0 0 0 0,-1-1 0 0 0,-1-5 0 0 0,0-6-18 0 0,-1 0-1 0 0,-9-26 0 0 0,10 34 13 0 0,-1 1 1 0 0,0 0 0 0 0,-1 0-1 0 0,1 0 1 0 0,-1 1-1 0 0,-1-1 1 0 0,1 1 0 0 0,-1 0-1 0 0,0 0 1 0 0,-8-6-1 0 0,8 7 11 0 0,4 3 9 0 0,-1 0-1 0 0,1 1 1 0 0,-1-1-1 0 0,0 1 1 0 0,1-1-1 0 0,-1 1 1 0 0,0 0-1 0 0,0-1 1 0 0,0 1-1 0 0,0 0 0 0 0,0 0 1 0 0,-3 0-1 0 0,2-1 3 0 0,-4-1-8 0 0,1 0 1 0 0,0 0 0 0 0,-1 1 0 0 0,0 0 0 0 0,1 0-1 0 0,-1 0 1 0 0,0 1 0 0 0,0 0 0 0 0,0 1 0 0 0,0-1-1 0 0,0 1 1 0 0,0 1 0 0 0,0-1 0 0 0,0 1 0 0 0,0 0-1 0 0,1 1 1 0 0,-14 4 0 0 0,-21 12-7 0 0,34-12 7 0 0,2 0 0 0 0,-4 2-1 0 0,-18 31 12 0 0,25-29-7 0 0,0-3-2 0 0,1-5 0 0 0,0 0-1 0 0,1 0 0 0 0,-1 1 0 0 0,0-1 1 0 0,1 0-1 0 0,-1 0 0 0 0,1 0 0 0 0,0 0 0 0 0,0 1 1 0 0,0-1-1 0 0,0 0 0 0 0,0 0 0 0 0,1 5 0 0 0,0 0-1 0 0,-1 6 14 0 0,0 1 0 0 0,1-1 0 0 0,1 1 0 0 0,0-1 0 0 0,1 1 1 0 0,1-1-1 0 0,6 18 0 0 0,5 3-7 0 0,24 41 1 0 0,-28-55-38 0 0,85 125 2 0 0,-68-107 12 0 0,-2 2 0 0 0,29 55 1 0 0,-54-91 13 0 0,1 0 0 0 0,-1 0 0 0 0,1 0 0 0 0,-1 0-1 0 0,0 0 1 0 0,-1 1 0 0 0,1-1 0 0 0,-1 0 0 0 0,0 0 0 0 0,0 1 0 0 0,0-1 0 0 0,-2 8 0 0 0,2-8 3 0 0,0-2-1 0 0,0-1 0 0 0,-1 1 0 0 0,1-1 0 0 0,0 1 0 0 0,0-1 0 0 0,-1 1-1 0 0,1-1 1 0 0,-1 1 0 0 0,0-1 0 0 0,1 0 0 0 0,-1 1 0 0 0,0-1-1 0 0,0 0 1 0 0,1 1 0 0 0,-1-1 0 0 0,0 0 0 0 0,-3 2 0 0 0,1 0-8 0 0,-1 3-23 0 0,0-1 0 0 0,0 0 0 0 0,-1 0-1 0 0,0 0 1 0 0,0-1 0 0 0,0 0-1 0 0,-1 0 1 0 0,0 0 0 0 0,1 0-1 0 0,-1-1 1 0 0,-7 3 0 0 0,0-1-158 0 0,0 0-1 0 0,0-1 1 0 0,0 0 0 0 0,-20 3-1 0 0,27-7 112 0 0,-64 6-1916 0 0,64-6 1385 0 0,-1 0 1 0 0,1-1-1 0 0,-1 0 0 0 0,1 0 1 0 0,-1 0-1 0 0,-6-3 1 0 0,-18-9-3228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 42 2888 0 0,'0'0'992'0'0,"-2"-5"-97"0"0,-3-12-171 0 0,3 12 1345 0 0,0 2-1662 0 0,2 2-364 0 0,0 1 1 0 0,0-1 0 0 0,0 1-1 0 0,0-1 1 0 0,-1 1 0 0 0,1-1 0 0 0,0 1-1 0 0,0-1 1 0 0,-1 1 0 0 0,1-1-1 0 0,0 1 1 0 0,-1-1 0 0 0,1 1-1 0 0,-1-1 1 0 0,1 1 0 0 0,0 0-1 0 0,-1-1 1 0 0,1 1 0 0 0,-1 0 0 0 0,1-1-1 0 0,-1 1 1 0 0,1 0 0 0 0,-1 0-1 0 0,1 0 1 0 0,-1-1 0 0 0,1 1-1 0 0,-1 0 1 0 0,0 0 0 0 0,-12 10 525 0 0,13-9-613 0 0,-3 2 147 0 0,1 3-11 0 0,-5 14-13 0 0,5-15-18 0 0,1 2-6 0 0,-1 10-37 0 0,0 0-1 0 0,1 0 1 0 0,1-1 0 0 0,0 1-1 0 0,2 0 1 0 0,0 0 0 0 0,1 0-1 0 0,0-1 1 0 0,11 30 0 0 0,-13-42-19 0 0,0-2 5 0 0,-1-1 0 0 0,0 1 0 0 0,1-1 0 0 0,0 1 0 0 0,-1-1-1 0 0,1 1 1 0 0,0-1 0 0 0,0 0 0 0 0,-1 1 0 0 0,1-1 0 0 0,0 0 0 0 0,3 2 0 0 0,-3-1 3 0 0,2 2-8 0 0,1-1-17 0 0,11 8 11 0 0,-11-8 0 0 0,1-2-63 0 0,16 2 32 0 0,-16-2-18 0 0,0-2-26 0 0,0 0 69 0 0,1 0 1 0 0,0-1 0 0 0,-1 1 0 0 0,1-1-1 0 0,-1 0 1 0 0,1-1 0 0 0,-1 1-1 0 0,0-1 1 0 0,0 0 0 0 0,0 0 0 0 0,-1-1-1 0 0,1 1 1 0 0,-1-1 0 0 0,0 0 0 0 0,0-1-1 0 0,0 1 1 0 0,0-1 0 0 0,-1 1-1 0 0,0-1 1 0 0,0 0 0 0 0,0 0 0 0 0,0 0-1 0 0,-1-1 1 0 0,3-9 0 0 0,1-2 20 0 0,-5 12 3 0 0,0-1 3 0 0,3-19-31 0 0,-4 19 31 0 0,0 0-7 0 0,-4-50 51 0 0,3 51 140 0 0,-2 8-125 0 0,-8 13-4 0 0,8-13-12 0 0,3 4-20 0 0,-1 5-18 0 0,1 1 0 0 0,0-1 0 0 0,1 0 0 0 0,1 1 0 0 0,0-1 0 0 0,6 21 0 0 0,-4-22 25 0 0,-2-4-133 0 0,0 1 1 0 0,1-1-1 0 0,0 1 0 0 0,0-1 1 0 0,1 0-1 0 0,0 0 1 0 0,0-1-1 0 0,1 1 0 0 0,0-1 1 0 0,0 0-1 0 0,0 0 0 0 0,1-1 1 0 0,0 1-1 0 0,0-1 0 0 0,9 6 1 0 0,-11-9-361 0 0,1-1-99 0 0,-2 0 562 0 0,1 1-351 0 0,0-1 0 0 0,0 0-1 0 0,-1-1 1 0 0,1 1 0 0 0,0-1 0 0 0,0 0 0 0 0,0 0-1 0 0,0 0 1 0 0,0 0 0 0 0,0 0 0 0 0,-1-1-1 0 0,1 0 1 0 0,0 0 0 0 0,4-1 0 0 0,11-6-2675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150 33 2432 0 0,'0'0'886'0'0,"-1"-4"-158"0"0,0 2-572 0 0,0 1 1 0 0,0-1 0 0 0,0 0-1 0 0,0 0 1 0 0,0 0 0 0 0,0 1-1 0 0,-1-1 1 0 0,1 0-1 0 0,-1 1 1 0 0,1-1 0 0 0,-1 1-1 0 0,1 0 1 0 0,-1 0 0 0 0,0-1-1 0 0,0 1 1 0 0,-2-1 0 0 0,0 0 359 0 0,0 4-299 0 0,-2 0-139 0 0,1 1 0 0 0,0-1 0 0 0,0 1 0 0 0,0 0 0 0 0,1 1 0 0 0,-1-1 0 0 0,1 1 0 0 0,-1 0 0 0 0,1 0 0 0 0,0 0-1 0 0,-4 7 1 0 0,0 0-20 0 0,1 1-1 0 0,1 0 1 0 0,-1 0-1 0 0,2 0 0 0 0,0 1 1 0 0,0-1-1 0 0,1 1 1 0 0,-3 22-1 0 0,6-31-12 0 0,2 3-13 0 0,0 18 2 0 0,-1-19-12 0 0,2-1-14 0 0,5 16-13 0 0,-5-16-31 0 0,0-1-15 0 0,9 13-5 0 0,-9-13-34 0 0,2-2-12 0 0,32 17-265 0 0,-32-17 293 0 0,1-3-107 0 0,18-3 137 0 0,-18 4 2 0 0,-2-3 23 0 0,9-5 6 0 0,-10 6-1 0 0,1-2-12 0 0,6-10 46 0 0,-7 10-2 0 0,0 0-33 0 0,3-12 291 0 0,-1 1-1 0 0,0-1 1 0 0,-1 0-1 0 0,2-30 1 0 0,-5 41 477 0 0,0 1-690 0 0,2-15 43 0 0,-2 15 460 0 0,1 9-502 0 0,2 16 5 0 0,-2-16-12 0 0,0 0-6 0 0,2 14-14 0 0,-2-14-11 0 0,1 1-26 0 0,0 0-36 0 0,5 20-176 0 0,1-1-1 0 0,15 32 0 0 0,-17-48-607 0 0,0 0-1 0 0,1-1 1 0 0,11 12 0 0 0,-15-17-272 0 0,15 5-1831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97 1400 0 0,'4'-24'547'0'0,"-3"19"525"0"0,-1 5-1051 0 0,1 0 0 0 0,-1 0 0 0 0,1-1 0 0 0,-1 1 0 0 0,0 0 0 0 0,1 0 0 0 0,-1 0 0 0 0,0 0 1 0 0,1 0-1 0 0,-1 0 0 0 0,0-1 0 0 0,1 1 0 0 0,-1 0 0 0 0,0 0 0 0 0,1-1 0 0 0,-1 1 0 0 0,0 0 0 0 0,0 0 0 0 0,1-1 0 0 0,-1 1 0 0 0,0 0 0 0 0,0-1 1 0 0,1 1-1 0 0,-1 0 0 0 0,0-1 0 0 0,0 1 0 0 0,0 0 0 0 0,0-1 0 0 0,1 0 25 0 0,-1 1 1 0 0,0-1-1 0 0,0 1 1 0 0,0-1-1 0 0,1 1 1 0 0,-1-1-1 0 0,0 1 1 0 0,1-1-1 0 0,-1 1 1 0 0,0-1-1 0 0,1 1 1 0 0,-1 0-1 0 0,0-1 1 0 0,1 1-1 0 0,-1 0 1 0 0,1-1-1 0 0,-1 1 1 0 0,1 0-1 0 0,-1 0 0 0 0,1-1 1 0 0,-1 1-1 0 0,1 0 1 0 0,-1 0-1 0 0,1 0 1 0 0,-1 0-1 0 0,1 0 1 0 0,-1-1-1 0 0,1 1 1 0 0,-1 0-1 0 0,1 0 1 0 0,-1 0-1 0 0,1 0 1 0 0,-1 1-1 0 0,1-1 1 0 0,0 0-1 0 0,5 1 106 0 0,-1 1-1 0 0,1-1 1 0 0,-1 1 0 0 0,0 0-1 0 0,1 0 1 0 0,-1 1-1 0 0,0 0 1 0 0,-1 0 0 0 0,1 0-1 0 0,0 0 1 0 0,-1 1-1 0 0,7 6 1 0 0,2 5 261 0 0,-1 0-1 0 0,-1 1 1 0 0,-1 0 0 0 0,17 34 0 0 0,-25-46-167 0 0,-1 1 13 0 0,2 14-6 0 0,-2-14 212 0 0,-1 0-228 0 0,0 0-107 0 0,0-1 0 0 0,-1 0 0 0 0,1 1 0 0 0,-1-1 0 0 0,0 0 0 0 0,-1 0 0 0 0,1 0 0 0 0,-3 5 0 0 0,2-6 314 0 0,-2-1-247 0 0,2-2-153 0 0,0 1 1 0 0,-1 0-1 0 0,1-1 0 0 0,-1 1 1 0 0,1-1-1 0 0,0 0 0 0 0,-1 0 1 0 0,1 0-1 0 0,-1 0 0 0 0,1 0 1 0 0,-1 0-1 0 0,1-1 0 0 0,-1 1 1 0 0,-3-2-1 0 0,1 0 18 0 0,2-1-9 0 0,-23-37 39 0 0,24 35-129 0 0,1-1-46 0 0,0-3-60 0 0,1 0 0 0 0,0 0 0 0 0,1 0 0 0 0,-1 0 0 0 0,2 0 0 0 0,-1 1 0 0 0,1-1 0 0 0,5-12 0 0 0,19-32-1135 0 0,-19 42 55 0 0,0 1-1 0 0,1 0 1 0 0,0 1-1 0 0,1-1 1 0 0,17-14-1 0 0,-10 11-2191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 24 2668 0 0,'-1'-5'1116'0'0,"1"4"-843"0"0,1 0 0 0 0,-1 0 0 0 0,0 0 1 0 0,0 0-1 0 0,0 0 0 0 0,0 0 0 0 0,0 0 0 0 0,-1 0 1 0 0,1 1-1 0 0,0-1 0 0 0,0 0 0 0 0,-1 0 1 0 0,1 0-1 0 0,0 0 0 0 0,-1 0 0 0 0,1 1 1 0 0,-1-1-1 0 0,0-1 0 0 0,-6 6 2708 0 0,1 4-4135 0 0,5-7 1172 0 0,0 0-1 0 0,0 0 1 0 0,1 1-1 0 0,-1-1 0 0 0,0 0 1 0 0,1 0-1 0 0,-1 1 1 0 0,1-1-1 0 0,-1 0 0 0 0,1 1 1 0 0,0-1-1 0 0,0 0 1 0 0,-1 1-1 0 0,1-1 0 0 0,0 1 1 0 0,0-1-1 0 0,0 0 0 0 0,1 1 1 0 0,-1 2-1 0 0,1-2 37 0 0,-26 210 892 0 0,25-180-938 0 0,4-5-16 0 0,-5-15-6 0 0,1-2 2 0 0,0 1 1 0 0,1-1-1 0 0,1 1 0 0 0,-1-1 1 0 0,2 1-1 0 0,5 16 0 0 0,10 21-197 0 0,-16-44 26 0 0,1 0-67 0 0,10 11-64 0 0,-10-11-89 0 0,14 4-653 0 0,-15-7 831 0 0,2 1-732 0 0,2-3-1483 0 0,17-2 225 0 0,-17 2-1547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65 2308 0 0,'0'0'1111'0'0,"-5"-1"-213"0"0,-7-3 1320 0 0,10-1-920 0 0,20-4-674 0 0,36-5-1773 0 0,-51 14 1316 0 0,104-26-5282 0 0,-85 21 2795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 56 1644 0 0,'0'0'1398'0'0,"-3"3"-858"0"0,-23 28 1585 0 0,23-28-1297 0 0,-4 18-436 0 0,5-17 214 0 0,4 0-539 0 0,-2-2-70 0 0,1-1 11 0 0,-1 1 1 0 0,0-1 0 0 0,1 0-1 0 0,-1 0 1 0 0,1 1-1 0 0,-1-1 1 0 0,1 0 0 0 0,-1 0-1 0 0,1 0 1 0 0,0 1-1 0 0,0-1 1 0 0,-1 0-1 0 0,1 0 1 0 0,0 0 0 0 0,0 0-1 0 0,0-1 1 0 0,0 1-1 0 0,0 0 1 0 0,0 0 0 0 0,1-1-1 0 0,-1 1 1 0 0,0 0-1 0 0,0-1 1 0 0,0 1 0 0 0,1-1-1 0 0,-1 1 1 0 0,0-1-1 0 0,1 0 1 0 0,-1 0-1 0 0,0 0 1 0 0,1 1 0 0 0,-1-1-1 0 0,0 0 1 0 0,2-1-1 0 0,19-1-29 0 0,-16 1 51 0 0,-1 0 99 0 0,43-18-454 0 0,-43 17 276 0 0,-1-2-2 0 0,31-30-50 0 0,-33 31 109 0 0,0-1-24 0 0,4-13 5 0 0,-5 13-8 0 0,-1-1-15 0 0,0-14 42 0 0,0 14-12 0 0,-2 1 0 0 0,1 2 26 0 0,-1 0 0 0 0,1 0 0 0 0,-1 0 0 0 0,0 0 0 0 0,1 1 0 0 0,-1-1-1 0 0,0 1 1 0 0,0-1 0 0 0,0 1 0 0 0,0-1 0 0 0,0 1 0 0 0,0 0 0 0 0,0 0 0 0 0,-1 0 0 0 0,-3-1-1 0 0,2 1 121 0 0,-1 3 25 0 0,-13 3-7 0 0,13-4 25 0 0,0 2 6 0 0,0 0-111 0 0,-1 0 1 0 0,1 1-1 0 0,0-1 0 0 0,0 1 0 0 0,1 0 1 0 0,-1 0-1 0 0,1 1 0 0 0,0 0 0 0 0,0-1 1 0 0,0 1-1 0 0,1 0 0 0 0,0 1 0 0 0,0-1 0 0 0,0 1 1 0 0,0-1-1 0 0,1 1 0 0 0,0 0 0 0 0,0 0 1 0 0,0 6-1 0 0,1-8-6 0 0,1 2-32 0 0,0 0-34 0 0,0-1 0 0 0,0 1 1 0 0,0 0-1 0 0,1-1 0 0 0,0 1 0 0 0,0-1 0 0 0,0 0 0 0 0,1 1 1 0 0,0-1-1 0 0,0 0 0 0 0,0 0 0 0 0,1 0 0 0 0,0 0 1 0 0,-1 0-1 0 0,2-1 0 0 0,-1 1 0 0 0,0-1 0 0 0,1 0 1 0 0,0 0-1 0 0,0 0 0 0 0,0-1 0 0 0,1 1 0 0 0,-1-1 0 0 0,9 5 1 0 0,-5-4-225 0 0,1 0 0 0 0,-1-1 1 0 0,1 0-1 0 0,0 0 1 0 0,-1-1-1 0 0,1 0 0 0 0,0 0 1 0 0,1-1-1 0 0,8 0 0 0 0,-12-1-462 0 0,-1-1-188 0 0,18-6-156 0 0,-18 5-50 0 0,-1 0-668 0 0,18-12-1243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1952 0 0,'3'4'1165'0'0,"14"16"-282"0"0,0 1 1 0 0,-2 1-1 0 0,0 1 0 0 0,-2 0 1 0 0,0 1-1 0 0,9 25 0 0 0,-20-45-737 0 0,1 8 100 0 0,-2-11-202 0 0,0 0-1 0 0,-1 0 0 0 0,1 0 0 0 0,-1 0 0 0 0,1 0 0 0 0,-1 0 0 0 0,1 0 1 0 0,-1 0-1 0 0,0 1 0 0 0,0-1 0 0 0,1 0 0 0 0,-1 0 0 0 0,0 0 1 0 0,0 0-1 0 0,0 2 0 0 0,1 17 132 0 0,-1-15 108 0 0,-2-2-148 0 0,-6 13-3 0 0,6-12 114 0 0,-1-2-93 0 0,-10 6-16 0 0,10-5 241 0 0,-3-4-272 0 0,-14-1-27 0 0,19 2-74 0 0,-1 0 0 0 0,1-1 0 0 0,0 1-1 0 0,0 0 1 0 0,0-1 0 0 0,1 1 0 0 0,-1-1 0 0 0,0 1 0 0 0,0-1-1 0 0,0 1 1 0 0,0-1 0 0 0,0 0 0 0 0,0 1 0 0 0,1-1-1 0 0,-1 0 1 0 0,0 0 0 0 0,1 1 0 0 0,-1-1 0 0 0,0 0 0 0 0,1 0-1 0 0,-1 0 1 0 0,1 0 0 0 0,-1-1 0 0 0,1 1 6 0 0,-3-2 40 0 0,3 1-46 0 0,-1 0 1 0 0,1 1-1 0 0,0-1 0 0 0,-1 0 1 0 0,1 1-1 0 0,-1-1 0 0 0,0 1 0 0 0,1-1 1 0 0,-1 1-1 0 0,0-1 0 0 0,0 1 1 0 0,-1-2-1 0 0,-1-1 5 0 0,1-1 12 0 0,2-2-18 0 0,-1-1-135 0 0,1 0 0 0 0,0 0 0 0 0,0-1 0 0 0,1 1 0 0 0,0 0 0 0 0,0 0 0 0 0,1 0 0 0 0,0 0 0 0 0,0 0 0 0 0,1 0 0 0 0,0 1 0 0 0,1-1 0 0 0,0 1 0 0 0,0 0 0 0 0,9-12 0 0 0,-10 16-404 0 0,1-1 0 0 0,-1 1 0 0 0,1 0 0 0 0,0 0 1 0 0,0 0-1 0 0,0 0 0 0 0,6-2 0 0 0,-2 0-1195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25 2356 0 0,'0'0'8879'0'0,"1"-5"-8435"0"0,2-11-45 0 0,-2 12 2658 0 0,-1 4-3046 0 0,0 1 0 0 0,0-1 0 0 0,0 1 0 0 0,0-1 0 0 0,0 1-1 0 0,0-1 1 0 0,0 1 0 0 0,0-1 0 0 0,0 0 0 0 0,0 1-1 0 0,0-1 1 0 0,0 1 0 0 0,0-1 0 0 0,0 1 0 0 0,0-1 0 0 0,0 1-1 0 0,0-1 1 0 0,1 0 0 0 0,-1 1 0 0 0,0-1 0 0 0,0 1 0 0 0,1-1-1 0 0,-1 0 1 0 0,1 1 0 0 0,-1 0 22 0 0,1 0 0 0 0,0 1 0 0 0,0-1 1 0 0,-1 0-1 0 0,1 0 0 0 0,-1 1 0 0 0,1-1 0 0 0,-1 0 0 0 0,1 1 1 0 0,-1-1-1 0 0,0 0 0 0 0,0 1 0 0 0,1 1 0 0 0,20 282 1409 0 0,-20-279-1410 0 0,-1-1 16 0 0,1 14-18 0 0,0-15-10 0 0,-1 1-10 0 0,2 12-7 0 0,-1-13-30 0 0,-10-24-13172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229 25 2496 0 0,'-1'-2'468'0'0,"0"1"-1"0"0,0-1 1 0 0,-1 0-1 0 0,1 1 1 0 0,0-1 0 0 0,-1 1-1 0 0,1 0 1 0 0,-1-1-1 0 0,1 1 1 0 0,-1 0-1 0 0,0 0 1 0 0,1 0-1 0 0,-1 0 1 0 0,-3-1-1 0 0,-6-1-827 0 0,7 2 1131 0 0,-1 3-504 0 0,-14 5-137 0 0,15-6 49 0 0,-1 1-11 0 0,-17 10-152 0 0,0 1 1 0 0,-26 21-1 0 0,36-24-930 0 0,0 0-1 0 0,-15 16 1 0 0,25-23-75 0 0,-7 13-1688 0 0,7-14 2020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77 3824 0 0,'0'0'7132'0'0,"6"1"-6838"0"0,15 2-160 0 0,1-1 1 0 0,0 0-1 0 0,-1-2 1 0 0,1-1 0 0 0,0-1-1 0 0,27-5 1 0 0,7 0-23 0 0,236-29 224 0 0,-84 9-3897 0 0,-179 22-782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517 2 2972 0 0,'0'0'951'0'0,"-7"0"-204"0"0,-1-1-542 0 0,-26 3 629 0 0,-16 7-237 0 0,1 2-1 0 0,0 3 1 0 0,1 2 0 0 0,0 1-1 0 0,-79 43 1 0 0,123-58-508 0 0,1 2-3 0 0,2-3-71 0 0,-1 0 0 0 0,1 0 0 0 0,0 0 0 0 0,-1 0 0 0 0,1 0 0 0 0,0 1 0 0 0,0-1 0 0 0,0 0 0 0 0,0 1 0 0 0,-1 2 0 0 0,3 0 22 0 0,0-2-40 0 0,0 0 1 0 0,0 0 0 0 0,0 0 0 0 0,0 0 0 0 0,0 0 0 0 0,0 0 0 0 0,1 0 0 0 0,-1 0-1 0 0,0 0 1 0 0,1-1 0 0 0,0 1 0 0 0,0-1 0 0 0,-1 1 0 0 0,1-1 0 0 0,0 1 0 0 0,0-1-1 0 0,0 0 1 0 0,0 0 0 0 0,0 0 0 0 0,4 1 0 0 0,111 43 125 0 0,-82-34-63 0 0,-1 2 1 0 0,-1 1 0 0 0,53 31-1 0 0,-83-43-36 0 0,1 1 0 0 0,0 0 0 0 0,-1 1 0 0 0,1-1 0 0 0,-1 0 0 0 0,0 1 0 0 0,-1 0 0 0 0,1 0 0 0 0,0 0 0 0 0,2 5 1 0 0,-4-7-21 0 0,1 2 108 0 0,-1 9 29 0 0,0-11-118 0 0,-1 0 0 0 0,1 1 0 0 0,-1-1 0 0 0,0 0 0 0 0,0 0 0 0 0,0 1 0 0 0,0-1 0 0 0,0 0 0 0 0,-1 0 0 0 0,1 1 0 0 0,-1-1 0 0 0,1 0 0 0 0,-1 0 0 0 0,0 0 0 0 0,0 0 0 0 0,0 0 0 0 0,0 0 0 0 0,0 0 0 0 0,-2 3 0 0 0,-4 3 37 0 0,0-1-1 0 0,0 0 1 0 0,-1 0-1 0 0,1 0 1 0 0,-1-1-1 0 0,-1 0 1 0 0,1-1-1 0 0,-1 0 1 0 0,0 0-1 0 0,0-1 1 0 0,-1 0-1 0 0,1-1 1 0 0,-1 0-1 0 0,0 0 1 0 0,-20 2-1 0 0,-13 2 111 0 0,27-6-123 0 0,1-1-1 0 0,0 0 0 0 0,-1-1 0 0 0,1-1 0 0 0,-1 0 0 0 0,-20-7 0 0 0,29 7-54 0 0,1 0-5 0 0,0 0 0 0 0,0 0 0 0 0,0-1 0 0 0,0 0 0 0 0,0 0 0 0 0,1 0-1 0 0,-1 0 1 0 0,1-1 0 0 0,0 0 0 0 0,0 0 0 0 0,1-1 0 0 0,-1 0 0 0 0,1 1 0 0 0,-5-8-1 0 0,4 6-46 0 0,3 5 31 0 0,1-1-1 0 0,-1 0 0 0 0,1 0 1 0 0,-1 0-1 0 0,1 0 1 0 0,0-1-1 0 0,0 1 1 0 0,0 0-1 0 0,0 0 0 0 0,0-1 1 0 0,1 1-1 0 0,-2-5 1 0 0,0-1-119 0 0,0 1 0 0 0,1-1 0 0 0,-1 0 0 0 0,1 0 0 0 0,1 0 0 0 0,0 0 1 0 0,0 0-1 0 0,0 0 0 0 0,1 0 0 0 0,1 1 0 0 0,-1-1 0 0 0,1 0 0 0 0,0 0 0 0 0,1 1 0 0 0,4-9 1 0 0,-1 7-334 0 0,0 1 1 0 0,1 0-1 0 0,0 0 1 0 0,0 0 0 0 0,1 1-1 0 0,0 0 1 0 0,1 1 0 0 0,-1 0-1 0 0,1 0 1 0 0,0 1 0 0 0,1 0-1 0 0,10-4 1 0 0,5 0-2633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 32 2704 0 0,'0'0'2980'0'0,"0"-5"-1816"0"0,0-10-530 0 0,0 4 3740 0 0,0 11-4361 0 0,0 0 0 0 0,0 1 0 0 0,0-1 0 0 0,0 0 0 0 0,0 0 0 0 0,0 1 0 0 0,0-1 0 0 0,0 0 0 0 0,0 0 0 0 0,-1 1 0 0 0,1-1 0 0 0,0 0 0 0 0,0 0 0 0 0,0 1 0 0 0,0-1 0 0 0,-1 0 0 0 0,1 0-1 0 0,0 0 1 0 0,0 1 0 0 0,0-1 0 0 0,-1 0 0 0 0,1 0 0 0 0,0 0 0 0 0,0 0 0 0 0,0 1 0 0 0,-1-1 0 0 0,1 0 0 0 0,0 0 0 0 0,0 0 0 0 0,-1 0 0 0 0,1 0 0 0 0,0 0 0 0 0,-1 0 0 0 0,1 0 0 0 0,0 0 0 0 0,-1 0-1 0 0,1 0-1 0 0,-1 0 0 0 0,0 0-1 0 0,1 1 1 0 0,-1-1 0 0 0,0 0-1 0 0,1 0 1 0 0,-1 1-1 0 0,1-1 1 0 0,-1 0 0 0 0,0 1-1 0 0,1-1 1 0 0,-1 0-1 0 0,1 1 1 0 0,-1-1 0 0 0,1 1-1 0 0,0-1 1 0 0,-1 1-1 0 0,1-1 1 0 0,-1 1 0 0 0,1-1-1 0 0,0 1 1 0 0,-1-1 0 0 0,1 1-1 0 0,0 0 1 0 0,0-1-1 0 0,-1 1 1 0 0,1 0 0 0 0,0-1-1 0 0,0 1 1 0 0,0 0-1 0 0,-17 98 2 0 0,5 1-1 0 0,1 177 0 0 0,12-269-641 0 0,0-1 0 0 0,0 1 0 0 0,1-1 0 0 0,3 12 0 0 0,-3-13 479 0 0,-1-1-834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61 2112 0 0,'32'-34'2558'0'0,"-29"31"-1866"0"0,-2 2-614 0 0,1 1 0 0 0,-1-1-1 0 0,1 1 1 0 0,-1-1-1 0 0,1 0 1 0 0,-1 1-1 0 0,1-1 1 0 0,-1 0 0 0 0,0 0-1 0 0,0 0 1 0 0,1 0-1 0 0,1-2 1 0 0,-1 1 66 0 0,2-1 769 0 0,1 2-536 0 0,16-3-139 0 0,-16 3 488 0 0,-1 3-404 0 0,0 0-207 0 0,-1 0 0 0 0,1 1 0 0 0,-1 0 0 0 0,1 0 0 0 0,-1 0 0 0 0,0 0 0 0 0,4 5 1 0 0,-5-5 56 0 0,-1 3-2 0 0,2 14 0 0 0,-2-14-62 0 0,-2 0-2 0 0,0 5-54 0 0,-1 0 1 0 0,-1 1-1 0 0,0-2 1 0 0,0 1-1 0 0,-1 0 1 0 0,-1-1 0 0 0,1 1-1 0 0,-2-1 1 0 0,1-1-1 0 0,-2 1 1 0 0,1-1-1 0 0,-9 10 1 0 0,4-7-91 0 0,9-9-69 0 0,-1 0-67 0 0,1-3-482 0 0,-7 7 1495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96 1944 0 0,'0'0'4595'0'0,"4"1"-4076"0"0,53 30 2227 0 0,-53-29-2524 0 0,1-2-395 0 0,43-4 402 0 0,-44 3-181 0 0,15-8 12 0 0,-15 7-32 0 0,-2 1-23 0 0,-1 0 0 0 0,1 0 1 0 0,-1 0-1 0 0,1 0 1 0 0,-1 0-1 0 0,0 0 0 0 0,1 0 1 0 0,-1-1-1 0 0,0 1 0 0 0,0 0 1 0 0,1-2-1 0 0,2 0 17 0 0,-1-1-7 0 0,1 1-13 0 0,1-2 0 0 0,4-29 1 0 0,-7 29-18 0 0,-4 0 20 0 0,-5-16-13 0 0,-7 5 12 0 0,10 14 23 0 0,-1 2-1 0 0,0 1 5 0 0,0-1-1 0 0,1 1 1 0 0,-1 1 0 0 0,1-1-1 0 0,-1 1 1 0 0,1-1 0 0 0,-1 1 0 0 0,1 1-1 0 0,0-1 1 0 0,0 0 0 0 0,0 1-1 0 0,0 0 1 0 0,1 0 0 0 0,-1 0 0 0 0,1 1-1 0 0,0-1 1 0 0,0 1 0 0 0,0 0-1 0 0,0-1 1 0 0,0 1 0 0 0,1 1 0 0 0,0-1-1 0 0,0 0 1 0 0,0 0 0 0 0,0 1-1 0 0,1-1 1 0 0,-1 1 0 0 0,1 0 0 0 0,1-1-1 0 0,-1 1 1 0 0,0 0 0 0 0,1-1-1 0 0,0 7 1 0 0,0-9-38 0 0,0 6 16 0 0,1 0 0 0 0,-1 0 1 0 0,1 0-1 0 0,3 9 1 0 0,-3-13-29 0 0,0-1 0 0 0,0 0 0 0 0,0 1 0 0 0,1-1-1 0 0,-1 0 1 0 0,1 0 0 0 0,0 0 0 0 0,0 0 0 0 0,0 0 0 0 0,0 0 0 0 0,0-1 0 0 0,1 1 0 0 0,-1-1 0 0 0,1 1 0 0 0,0-1 0 0 0,6 4 0 0 0,-2-3-256 0 0,0 0 1 0 0,0 0-1 0 0,1-1 0 0 0,-1 0 1 0 0,1 0-1 0 0,-1 0 0 0 0,1-1 1 0 0,0 0-1 0 0,0-1 1 0 0,0 0-1 0 0,-1 0 0 0 0,1-1 1 0 0,0 0-1 0 0,11-2 0 0 0,46-16-3572 0 0,-59 16 729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0 3012 0 0,'0'0'3941'0'0,"-4"1"-3522"0"0,-15 2-31 0 0,14-2-34 0 0,0 20 225 0 0,3-17-326 0 0,1 1-33 0 0,-1 55 406 0 0,2-53-655 0 0,-1-5 40 0 0,1-1 0 0 0,0 1 0 0 0,0 0-1 0 0,0 0 1 0 0,0 0 0 0 0,0 0 0 0 0,0 0 0 0 0,0 0 0 0 0,0-1 0 0 0,1 1 0 0 0,-1 0 0 0 0,2 3-1 0 0,-1-2 10 0 0,-1 3 54 0 0,1-1-12 0 0,0-2-77 0 0,6 33 223 0 0,-7-35-218 0 0,0 1-1 0 0,0-1 1 0 0,1 0 0 0 0,-1 0-1 0 0,0 0 1 0 0,1 1 0 0 0,-1-1 0 0 0,1 0-1 0 0,0 0 1 0 0,-1 0 0 0 0,1 0-1 0 0,0 0 1 0 0,0 0 0 0 0,0 0-1 0 0,0 0 1 0 0,-1 0 0 0 0,1 0-1 0 0,0-1 1 0 0,1 1 0 0 0,-1 0-1 0 0,0 0 1 0 0,0-1 0 0 0,0 1 0 0 0,0-1-1 0 0,0 1 1 0 0,1-1 0 0 0,1 1-1 0 0,1-2-7 0 0,1 1 0 0 0,-1-1 0 0 0,0 0-1 0 0,0 0 1 0 0,0 0 0 0 0,0-1 0 0 0,0 1 0 0 0,-1-1-1 0 0,1 0 1 0 0,0 0 0 0 0,-1-1 0 0 0,1 1 0 0 0,-1-1-1 0 0,4-3 1 0 0,2-4 43 0 0,0 1 0 0 0,-1-2 0 0 0,11-17 1 0 0,-16 24 101 0 0,-1 0-24 0 0,0 1 0 0 0,0-1 0 0 0,0 1 0 0 0,1-1 0 0 0,-1 1 0 0 0,7-5 0 0 0,-6 4-34 0 0,0 1 112 0 0,-1 7-107 0 0,7 11-81 0 0,-6-11 147 0 0,-4 5-83 0 0,2-3-44 0 0,13 30 64 0 0,-13-33-212 0 0,1 0 0 0 0,-1 0 0 0 0,1 0-1 0 0,0 0 1 0 0,0 0 0 0 0,0-1 0 0 0,0 1 0 0 0,0-1-1 0 0,1 1 1 0 0,-1-1 0 0 0,1 0 0 0 0,-1 0-1 0 0,1 0 1 0 0,0 0 0 0 0,0-1 0 0 0,0 1 0 0 0,0-1-1 0 0,0 1 1 0 0,0-1 0 0 0,0 0 0 0 0,6 1-1 0 0,-4-1-610 0 0,1-2-56 0 0,-2 1 647 0 0,1 0-282 0 0,0 0 0 0 0,0 0 0 0 0,0-1 0 0 0,-1 0 0 0 0,1 0 0 0 0,0 0 0 0 0,0-1 0 0 0,8-3 0 0 0,9-6-2156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147 252 2376 0 0,'0'0'852'0'0,"-1"-4"-172"0"0,-1-15-85 0 0,2 14 318 0 0,-3 2-499 0 0,-8-9-51 0 0,9 9 601 0 0,-3 3-652 0 0,-15-4-30 0 0,15 4-40 0 0,1 1 46 0 0,-1 2-156 0 0,0 0 0 0 0,-1 0 0 0 0,1 1 0 0 0,0-1 0 0 0,0 1 0 0 0,1 0 1 0 0,-1 1-1 0 0,1-1 0 0 0,0 1 0 0 0,0 0 0 0 0,-3 5 0 0 0,-21 54 418 0 0,27-60-512 0 0,0 1-8 0 0,-3 16-10 0 0,3-16 2 0 0,2 0 7 0 0,-1-5-44 0 0,5 35 2 0 0,-5-34-49 0 0,1 1-1 0 0,-1-1 1 0 0,0 0 0 0 0,1 1-1 0 0,-1-1 1 0 0,0 0 0 0 0,1 1-1 0 0,0-1 1 0 0,-1 0 0 0 0,1 0-1 0 0,0 0 1 0 0,0 0 0 0 0,-1 1-1 0 0,1-1 1 0 0,0 0 0 0 0,0 0-1 0 0,0 0 1 0 0,0-1 0 0 0,0 1-1 0 0,1 0 1 0 0,-1 0 0 0 0,0 0-1 0 0,0-1 1 0 0,0 1 0 0 0,1-1-1 0 0,-1 1 1 0 0,0-1 0 0 0,3 1-1 0 0,-2-1 52 0 0,2 0-126 0 0,0-1 0 0 0,0 1 1 0 0,0-1-1 0 0,0 1 0 0 0,0-1 0 0 0,0-1 0 0 0,0 1 0 0 0,0 0 1 0 0,0-1-1 0 0,-1 0 0 0 0,5-2 0 0 0,-2 0 81 0 0,0-1-1 0 0,-1 0 1 0 0,1 1-1 0 0,-1-2 1 0 0,0 1-1 0 0,-1-1 1 0 0,1 1-1 0 0,-1-1 1 0 0,0-1-1 0 0,0 1 1 0 0,-1 0-1 0 0,0-1 1 0 0,0 0-1 0 0,-1 0 1 0 0,3-8 0 0 0,8-56 766 0 0,-11 55-437 0 0,-2-5-65 0 0,-2-3 202 0 0,-1-7 314 0 0,-1 0 0 0 0,-11-37 0 0 0,13 63-526 0 0,2 4-174 0 0,0-1 1 0 0,-1 1 0 0 0,1-1-1 0 0,-1 1 1 0 0,0-1 0 0 0,1 1-1 0 0,-1 0 1 0 0,0-1 0 0 0,0 1-1 0 0,0 0 1 0 0,0 0-1 0 0,-2-3 1 0 0,1 2 21 0 0,0-2 202 0 0,0 4-233 0 0,1-1 0 0 0,0 1 0 0 0,-1-1 0 0 0,1 0 0 0 0,0 1 0 0 0,0-1 0 0 0,0 0 0 0 0,-1 0-1 0 0,1 0 1 0 0,0 0 0 0 0,0 0 0 0 0,-1-1 0 0 0,1 1 13 0 0,-2-2 292 0 0,-1 7-108 0 0,0 0-130 0 0,0 1 0 0 0,0 0 1 0 0,1 0-1 0 0,0 1 1 0 0,0-1-1 0 0,0 0 0 0 0,0 1 1 0 0,1 0-1 0 0,0 0 0 0 0,0 0 1 0 0,-1 10-1 0 0,0 2 70 0 0,2 1 0 0 0,0 0 0 0 0,3 36 1 0 0,0-32-143 0 0,2 0 1 0 0,1 0-1 0 0,1-1 1 0 0,1 1-1 0 0,14 32 1 0 0,-19-52-75 0 0,0 0-1 0 0,0 0 1 0 0,0 1 0 0 0,0-1-1 0 0,1-1 1 0 0,-1 1 0 0 0,1 0-1 0 0,0 0 1 0 0,0-1 0 0 0,0 0-1 0 0,0 0 1 0 0,0 1 0 0 0,0-2-1 0 0,0 1 1 0 0,1 0 0 0 0,-1-1 0 0 0,1 1-1 0 0,-1-1 1 0 0,6 1 0 0 0,-1-1-175 0 0,0-1 0 0 0,0 1 0 0 0,0-1 0 0 0,0-1 0 0 0,0 1 1 0 0,0-1-1 0 0,8-3 0 0 0,-8 2 159 0 0,1-1 0 0 0,-1-1-1 0 0,0 0 1 0 0,0 0 0 0 0,0 0 0 0 0,-1-1 0 0 0,1 0-1 0 0,-1-1 1 0 0,0 1 0 0 0,9-11 0 0 0,26-42 625 0 0,-40 54-329 0 0,-2 3-195 0 0,1 0 1 0 0,0 0 0 0 0,-1 0 0 0 0,1 0-1 0 0,-1 0 1 0 0,0 0 0 0 0,1 0-1 0 0,-1 0 1 0 0,0 0 0 0 0,1 0 0 0 0,-1 0-1 0 0,0 0 1 0 0,0 0 0 0 0,0-2 0 0 0,0-2 2660 0 0,-2 7-2656 0 0,0-1-1 0 0,0 0 1 0 0,0 1 0 0 0,1-1-1 0 0,-1 1 1 0 0,1 0 0 0 0,-1-1-1 0 0,1 1 1 0 0,-1 0 0 0 0,1 0 0 0 0,0 0-1 0 0,0 0 1 0 0,0 0 0 0 0,0 0-1 0 0,0 0 1 0 0,1 0 0 0 0,-2 4 0 0 0,1-1 54 0 0,0 2-17 0 0,-1 18-44 0 0,1-19-45 0 0,2 0 40 0 0,3 17 12 0 0,-4-18-27 0 0,2 0-93 0 0,19 35-71 0 0,-19-37-48 0 0,2-1-91 0 0,11 7-80 0 0,-11-7-38 0 0,2-2-607 0 0,1 0 712 0 0,-1 0 0 0 0,1-1-1 0 0,-1 1 1 0 0,1-1 0 0 0,-1-1 0 0 0,1 1-1 0 0,7-4 1 0 0,-10 3-210 0 0,1 0-1 0 0,0-1 1 0 0,-1 1 0 0 0,0-1-1 0 0,1 0 1 0 0,-1-1-1 0 0,-1 1 1 0 0,1-1-1 0 0,3-3 1 0 0,11-14-2500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139 18 2908 0 0,'-5'1'1147'0'0,"-60"24"2169"0"0,62-23-2917 0 0,-1 1-58 0 0,0 0-255 0 0,0 0-1 0 0,0 0 0 0 0,1 0 1 0 0,0 1-1 0 0,0-1 0 0 0,0 1 1 0 0,0 0-1 0 0,0 0 0 0 0,1 0 1 0 0,-1 0-1 0 0,1 0 1 0 0,0 1-1 0 0,0-1 0 0 0,0 5 1 0 0,2-8-94 0 0,0 0 1 0 0,1 0-1 0 0,-1 0 1 0 0,1 0 0 0 0,-1 0-1 0 0,1 0 1 0 0,-1-1 0 0 0,1 1-1 0 0,0 0 1 0 0,-1 0 0 0 0,1 0-1 0 0,0-1 1 0 0,0 1 0 0 0,0 0-1 0 0,-1-1 1 0 0,1 1 0 0 0,0-1-1 0 0,0 1 1 0 0,0-1-1 0 0,0 1 1 0 0,0-1 0 0 0,0 0-1 0 0,2 1 1 0 0,16 4-111 0 0,-14-4 50 0 0,0-2-6 0 0,12-2 38 0 0,-13 2 30 0 0,1-1 42 0 0,12-7 44 0 0,-12 7 14 0 0,-5 1-78 0 0,1-1 1 0 0,0 1-1 0 0,-1 0 0 0 0,1 0 1 0 0,0 0-1 0 0,0 0 1 0 0,0 0-1 0 0,0 0 0 0 0,0 0 1 0 0,0 0-1 0 0,0 0 1 0 0,3-1-1 0 0,-2 1 24 0 0,1-3 122 0 0,-2 0-10 0 0,5-12-12 0 0,-5 12 178 0 0,-1-3-213 0 0,0 0 0 0 0,-1 0 0 0 0,0 0 0 0 0,-1 0 0 0 0,1 1 1 0 0,-4-8-1 0 0,3 10 49 0 0,-1 2-104 0 0,-10-6-7 0 0,10 6 2 0 0,-3 4-64 0 0,1 0-38 0 0,0 0 0 0 0,0 0-1 0 0,0 0 1 0 0,0 1 0 0 0,0-1 0 0 0,1 1-1 0 0,-1 0 1 0 0,1 1 0 0 0,0-1 0 0 0,0 1-1 0 0,0 0 1 0 0,0 0 0 0 0,1 0 0 0 0,-5 7-1 0 0,3-5-171 0 0,1 1 0 0 0,0 0 0 0 0,0 1 0 0 0,1-1 0 0 0,0 1 0 0 0,1-1 0 0 0,-1 1-1 0 0,1 0 1 0 0,1 0 0 0 0,-1 0 0 0 0,1 0 0 0 0,1 0 0 0 0,0 0 0 0 0,0 0 0 0 0,0 0 0 0 0,1 0-1 0 0,0 0 1 0 0,4 13 0 0 0,17 22-3121 0 0,-20-40 795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28 3300 0 0,'0'0'3757'0'0,"0"-4"-3157"0"0,1-15-82 0 0,0 14 1434 0 0,-3 9-1670 0 0,0 0-163 0 0,0 1 0 0 0,0-1 0 0 0,0 1 1 0 0,1-1-1 0 0,0 1 0 0 0,-1 7 0 0 0,2-7 33 0 0,-1-3-136 0 0,1-1 0 0 0,-1 1 0 0 0,1 0 0 0 0,-1 0 0 0 0,1-1 1 0 0,0 1-1 0 0,0 0 0 0 0,0 0 0 0 0,0 0 0 0 0,0-1 0 0 0,0 1 0 0 0,1 2 0 0 0,-1 1 10 0 0,0 1 39 0 0,1 0-10 0 0,4 48 15 0 0,-4-49-30 0 0,0 0-9 0 0,0-2-32 0 0,1 0 0 0 0,-1 0 0 0 0,0-1 1 0 0,1 1-1 0 0,-1 0 0 0 0,1-1 0 0 0,0 1 0 0 0,0-1 0 0 0,0 1 0 0 0,0-1 0 0 0,4 3 0 0 0,-3-3-49 0 0,1-3-153 0 0,12-6 116 0 0,-12 5 32 0 0,1-1 7 0 0,6-6-12 0 0,0-2-1 0 0,-1 1 1 0 0,17-23 0 0 0,1-4 78 0 0,-25 34-6 0 0,-2 2-10 0 0,0 0 1 0 0,1 0 0 0 0,-1 0-1 0 0,0-1 1 0 0,0 1 0 0 0,0 0 0 0 0,0-1-1 0 0,0 1 1 0 0,0-1 0 0 0,0 1-1 0 0,1-4 1 0 0,-2 5-1 0 0,3-4 8 0 0,-2 3 4 0 0,-1 0 8 0 0,1 1 0 0 0,0-1 1 0 0,0 0-1 0 0,0 0 1 0 0,0 0-1 0 0,0 1 1 0 0,0-1-1 0 0,0 0 1 0 0,0 1-1 0 0,0-1 1 0 0,0 1-1 0 0,0 0 1 0 0,0-1-1 0 0,0 1 1 0 0,0 0-1 0 0,2-1 1 0 0,4 15 39 0 0,-5-10 62 0 0,-2 1-114 0 0,0 18 2 0 0,0-17-13 0 0,1 0-4 0 0,1 17-5 0 0,-2-18-18 0 0,2 0-29 0 0,2 15-68 0 0,-3-15-85 0 0,2-1-53 0 0,-1-1 145 0 0,0 0 1 0 0,0 0-1 0 0,1-1 0 0 0,-1 1 0 0 0,1-1 1 0 0,-1 0-1 0 0,1 1 0 0 0,0-1 1 0 0,0 0-1 0 0,0-1 0 0 0,0 1 1 0 0,0 0-1 0 0,0-1 0 0 0,6 2 0 0 0,-1-1-272 0 0,0 0 0 0 0,0-1 0 0 0,0 0 0 0 0,1-1-1 0 0,-1 1 1 0 0,11-2 0 0 0,11-2-988 0 0,1-2 0 0 0,34-9 0 0 0,-37 5-1126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340 47 2368 0 0,'0'-6'1324'0'0,"-1"-15"-210"0"0,1 15 639 0 0,-5 4-1053 0 0,-11-7-106 0 0,12 7-82 0 0,-1 3-81 0 0,-2 0-302 0 0,-1 1 1 0 0,1 0-1 0 0,-1 0 0 0 0,1 1 0 0 0,0 0 1 0 0,0 1-1 0 0,0-1 0 0 0,0 1 1 0 0,1 0-1 0 0,-11 10 0 0 0,5-4-29 0 0,0 1-1 0 0,2 0 1 0 0,-1 1-1 0 0,-11 17 1 0 0,20-26-82 0 0,-10 19 78 0 0,4-2-39 0 0,-9 33 53 0 0,15-48-67 0 0,2 1-31 0 0,-1 17-18 0 0,1-17-21 0 0,1-2-35 0 0,3 12-41 0 0,-2-12-27 0 0,-2-4 124 0 0,0 0-1 0 0,1 0 1 0 0,-1 0 0 0 0,0 0 0 0 0,0 0 0 0 0,1 0 0 0 0,-1 0-1 0 0,0 0 1 0 0,1 0 0 0 0,-1 1 0 0 0,0-1 0 0 0,1 0 0 0 0,-1 0 0 0 0,0 0-1 0 0,0 0 1 0 0,1 1 0 0 0,-1-1 0 0 0,0 0 0 0 0,0 0 0 0 0,0 0 0 0 0,1 1-1 0 0,-1-1 1 0 0,0 0 0 0 0,0 0 0 0 0,0 1 0 0 0,1-1 0 0 0,-1 0 0 0 0,0 0-1 0 0,0 1 1 0 0,0-1 0 0 0,0 0 0 0 0,0 1 0 0 0,0-1 0 0 0,1 1-17 0 0,-1 0 0 0 0,0-1 0 0 0,0 1 0 0 0,0-1 1 0 0,1 1-1 0 0,-1-1 0 0 0,0 1 0 0 0,1-1 1 0 0,-1 1-1 0 0,1-1 0 0 0,-1 1 0 0 0,0-1 0 0 0,1 1 1 0 0,-1-1-1 0 0,1 0 0 0 0,-1 1 0 0 0,1-1 0 0 0,0 0 1 0 0,-1 1-1 0 0,1-1 0 0 0,-1 0 0 0 0,1 0 1 0 0,-1 1-1 0 0,1-1 0 0 0,0 0 0 0 0,-1 0 0 0 0,1 0 1 0 0,-1 0-1 0 0,1 0 0 0 0,1 0 0 0 0,20 2-159 0 0,-17-1 38 0 0,1-3 29 0 0,2 0 96 0 0,-1-1 1 0 0,0 1-1 0 0,0-2 0 0 0,0 1 1 0 0,0-1-1 0 0,0 0 0 0 0,-1 0 1 0 0,1-1-1 0 0,-1 0 0 0 0,10-11 1 0 0,21-36 62 0 0,-32 43 212 0 0,1 0 0 0 0,-1 0 0 0 0,-1-1-1 0 0,0 0 1 0 0,0 0 0 0 0,-1 0 0 0 0,-1 0-1 0 0,1-1 1 0 0,-1 1 0 0 0,0-12 0 0 0,-2 20-210 0 0,-1-1 0 0 0,1 1 0 0 0,-1 0 0 0 0,1 0 0 0 0,-1 0 0 0 0,0 0 0 0 0,0 0 0 0 0,0 0 0 0 0,-2-4 326 0 0,-11 21-155 0 0,12-12-200 0 0,0-1-1 0 0,0 1 1 0 0,0 0-1 0 0,1-1 1 0 0,-1 1-1 0 0,1 0 0 0 0,0 0 1 0 0,0 0-1 0 0,0 0 1 0 0,0 0-1 0 0,0 0 1 0 0,1 0-1 0 0,-1 0 1 0 0,1 5-1 0 0,-2 7 29 0 0,-5 36-9 0 0,3 0 1 0 0,3 77 0 0 0,18 108 151 0 0,2 48-84 0 0,-19-269-110 0 0,-4 14 8 0 0,-1-8-29 0 0,4-18 24 0 0,1 2 6 0 0,-1 1 0 0 0,0-1-1 0 0,0 0 1 0 0,0 0 0 0 0,-1 0-1 0 0,0 1 1 0 0,0-1 0 0 0,0-1 0 0 0,-1 1-1 0 0,1 0 1 0 0,-1-1 0 0 0,-4 6 0 0 0,-24 13 29 0 0,26-22-28 0 0,1 1 6 0 0,-10-1-7 0 0,11 0-2 0 0,1-1 0 0 0,0 0 0 0 0,0 0 1 0 0,0 0-1 0 0,0 0 0 0 0,0 0 0 0 0,0 0 0 0 0,0-1 1 0 0,0 1-1 0 0,0-1 0 0 0,0 0 0 0 0,0 1 1 0 0,1-1-1 0 0,-3-1 0 0 0,-9-4-9 0 0,1-1 0 0 0,0 0-1 0 0,0-1 1 0 0,0 0 0 0 0,1-1 0 0 0,1 0 0 0 0,0-1-1 0 0,0 0 1 0 0,0 0 0 0 0,2-1 0 0 0,-1 0 0 0 0,1-1-1 0 0,1 0 1 0 0,-11-23 0 0 0,12 23-139 0 0,1-1-1 0 0,0 1 1 0 0,1-1 0 0 0,1 0-1 0 0,0-1 1 0 0,0 1 0 0 0,1 0-1 0 0,1-1 1 0 0,0 0 0 0 0,1 1-1 0 0,1-1 1 0 0,0 1 0 0 0,1-1-1 0 0,0 1 1 0 0,1 0 0 0 0,5-14-1 0 0,-3 14-613 0 0,0 0-1 0 0,2 1 1 0 0,-1 0-1 0 0,2 0 1 0 0,-1 1-1 0 0,2 0 0 0 0,-1 0 1 0 0,18-15-1 0 0,0 3-3502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333 163 2436 0 0,'1'-5'1188'0'0,"0"-8"-411"0"0,-1 0 0 0 0,0 0 0 0 0,0-1-1 0 0,-2 1 1 0 0,1 1 0 0 0,-5-17-1 0 0,4 25-435 0 0,-1-1-181 0 0,-1-1 44 0 0,-2-1 1 0 0,1 1-1 0 0,-1 0 0 0 0,-9-7 1 0 0,11 10-31 0 0,-1 3-25 0 0,-2-1-101 0 0,0 1 0 0 0,0 1-1 0 0,0 0 1 0 0,0 0 0 0 0,0 0 0 0 0,0 0 0 0 0,1 1 0 0 0,-1 1-1 0 0,1-1 1 0 0,-1 1 0 0 0,-10 6 0 0 0,7-3 16 0 0,1 0 0 0 0,-1 1 0 0 0,1 0 0 0 0,0 1 0 0 0,1 0 0 0 0,0 0-1 0 0,-9 11 1 0 0,4 0 0 0 0,-1 1 0 0 0,2 0 0 0 0,1 1 0 0 0,1 0 0 0 0,0 0 0 0 0,-12 43 0 0 0,19-53-57 0 0,1-1-1 0 0,0 0 0 0 0,0 1 1 0 0,1-1-1 0 0,0 1 0 0 0,1 0 1 0 0,0-1-1 0 0,1 1 0 0 0,0-1 1 0 0,0 1-1 0 0,1-1 0 0 0,1 1 1 0 0,0-1-1 0 0,0 0 0 0 0,1 0 1 0 0,0-1-1 0 0,9 15 0 0 0,-8-17-20 0 0,0-1 0 0 0,1 1 0 0 0,0-1 0 0 0,1 0 0 0 0,0 0 0 0 0,0-1 0 0 0,0 0 0 0 0,0 0 0 0 0,1 0 0 0 0,-1-1-1 0 0,1-1 1 0 0,15 6 0 0 0,-4-3-118 0 0,0-1-1 0 0,0-1 1 0 0,0-1-1 0 0,28 1 0 0 0,-28-4 46 0 0,0-1 0 0 0,0-1 0 0 0,1-1-1 0 0,-1-1 1 0 0,0 0 0 0 0,-1-1-1 0 0,1-1 1 0 0,-1-1 0 0 0,-1-1-1 0 0,1 0 1 0 0,-1-1 0 0 0,0-1 0 0 0,-1-1-1 0 0,-1 0 1 0 0,20-18 0 0 0,-27 22 54 0 0,-1 0 1 0 0,1-1-1 0 0,-1 0 1 0 0,-1 0 0 0 0,1 0-1 0 0,-1-1 1 0 0,-1 0-1 0 0,0-1 1 0 0,0 1 0 0 0,-1-1-1 0 0,0 0 1 0 0,-1 0-1 0 0,0 0 1 0 0,0 0-1 0 0,-1 0 1 0 0,0-1 0 0 0,-1 1-1 0 0,0-1 1 0 0,-1 1-1 0 0,0-1 1 0 0,-1 0 0 0 0,-2-10-1 0 0,1 11 77 0 0,0 1 0 0 0,-1 0 1 0 0,0-1-1 0 0,-1 2 0 0 0,0-1 0 0 0,0 0 0 0 0,-1 1 0 0 0,0 0 0 0 0,0 0 1 0 0,-1 0-1 0 0,0 0 0 0 0,-1 1 0 0 0,1 0 0 0 0,-1 1 0 0 0,-1-1 0 0 0,1 1 0 0 0,-1 1 1 0 0,0 0-1 0 0,-1 0 0 0 0,1 0 0 0 0,-1 1 0 0 0,0 0 0 0 0,0 1 0 0 0,0 0 1 0 0,-10-2-1 0 0,13 4-20 0 0,0 0 1 0 0,0 0 0 0 0,0 1 0 0 0,-1 0-1 0 0,1 0 1 0 0,0 1 0 0 0,0 0-1 0 0,0 0 1 0 0,0 0 0 0 0,0 1 0 0 0,1-1-1 0 0,-1 2 1 0 0,0-1 0 0 0,1 0 0 0 0,-1 1-1 0 0,1 0 1 0 0,0 1 0 0 0,0-1 0 0 0,0 1-1 0 0,1 0 1 0 0,-6 5 0 0 0,7-5-9 0 0,0 0 1 0 0,1 0-1 0 0,-1 0 1 0 0,1 0-1 0 0,0 1 1 0 0,0-1-1 0 0,0 0 1 0 0,1 1-1 0 0,-2 7 1 0 0,1-4 5 0 0,1-3-11 0 0,0 1-1 0 0,0 0 1 0 0,1 0-1 0 0,-1 0 1 0 0,1 0-1 0 0,1 0 1 0 0,-1 0 0 0 0,1 0-1 0 0,1 6 1 0 0,-1-7-10 0 0,3 16 21 0 0,0 0 0 0 0,2-1 1 0 0,0 1-1 0 0,1-1 0 0 0,16 32 0 0 0,59 84-67 0 0,-4-5-68 0 0,-75-123 126 0 0,1 0-1 0 0,-1 0 1 0 0,-1 0-1 0 0,3 13 1 0 0,-5-19-13 0 0,1 2 13 0 0,-2 2 6 0 0,2 0-15 0 0,-1-3-3 0 0,0-1 1 0 0,0 0 0 0 0,0 0-1 0 0,0 0 1 0 0,0 0 0 0 0,-1 0-1 0 0,1 0 1 0 0,-1 1 0 0 0,1-1-1 0 0,-1 0 1 0 0,-1 2 0 0 0,1 1-5 0 0,-1 0 1 0 0,0-1-1 0 0,0 1 1 0 0,0 0 0 0 0,-1-1-1 0 0,0 1 1 0 0,1-1-1 0 0,-1 0 1 0 0,-1 0-1 0 0,1 0 1 0 0,-1-1 0 0 0,1 1-1 0 0,-1-1 1 0 0,-8 6-1 0 0,7-6-37 0 0,2-1-119 0 0,-13 4-363 0 0,13-4 396 0 0,-1 0-425 0 0,3-5-1826 0 0,1 3 2311 0 0,0-1 0 0 0,-1 1 1 0 0,1 0-1 0 0,0-1 0 0 0,-1 1 1 0 0,1 0-1 0 0,0-1 1 0 0,-1 1-1 0 0,1 0 0 0 0,-1 0 1 0 0,1-1-1 0 0,0 1 0 0 0,-1 0 1 0 0,1 0-1 0 0,-1 0 0 0 0,1 0 1 0 0,-1 0-1 0 0,1 0 0 0 0,-1-1 1 0 0,0 1-42 0 0,1 0 1 0 0,0 0 0 0 0,-1 0-1 0 0,1 0 1 0 0,-1 0 0 0 0,1 0-1 0 0,-1 0 1 0 0,1-1 0 0 0,0 1 0 0 0,-1 0-1 0 0,1 0 1 0 0,-1 0 0 0 0,1-1-1 0 0,0 1 1 0 0,-1 0 0 0 0,1-1-1 0 0,0 1 1 0 0,-1 0 0 0 0,1-1-1 0 0,0 1 1 0 0,-1 0 0 0 0,1-1 0 0 0,0 1-1 0 0,0-1 1 0 0,0 1 0 0 0,-1-1-1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32 2720 0 0,'2'-4'1660'0'0,"3"-5"-1206"0"0,8-10 4932 0 0,-10 20-3305 0 0,-3 13-2462 0 0,-1-9 582 0 0,1 1-41 0 0,-3 49 205 0 0,3-50-289 0 0,1 2-19 0 0,13 74 158 0 0,-13-78-208 0 0,-1-1-9 0 0,0 0 0 0 0,1 0 0 0 0,0-1 0 0 0,-1 1 0 0 0,1 0 0 0 0,0-1 0 0 0,0 1 0 0 0,-1-1 1 0 0,1 1-1 0 0,1-1 0 0 0,0 2 0 0 0,0 1-42 0 0,1-1 43 0 0,7 10 7 0 0,-9-12-8 0 0,-1 0 0 0 0,1 0 0 0 0,0 0 0 0 0,0 0 0 0 0,-1 0 0 0 0,1-1 0 0 0,0 1 0 0 0,0 0-1 0 0,0 0 1 0 0,0-1 0 0 0,0 1 0 0 0,0-1 0 0 0,0 1 0 0 0,0-1 0 0 0,1 0 0 0 0,-1 1 0 0 0,1-1 0 0 0,2 1-10 0 0,-1 1-33 0 0,3-3-55 0 0,-2 0 94 0 0,0 0 0 0 0,0 0 0 0 0,0 0 0 0 0,0-1 1 0 0,0 1-1 0 0,-1-1 0 0 0,1 0 0 0 0,0 0 0 0 0,-1-1 0 0 0,1 1 0 0 0,-1-1 0 0 0,0 0 0 0 0,0 0 0 0 0,0 0 0 0 0,0 0 0 0 0,-1 0 0 0 0,4-5 0 0 0,5-13 2 0 0,-1-1 0 0 0,10-33 0 0 0,-18 51 56 0 0,-1-1 1 0 0,5-12-39 0 0,-5 13-10 0 0,1-1 29 0 0,3-17 244 0 0,-5 28-251 0 0,0 14-18 0 0,0-14 12 0 0,1-1-17 0 0,-1 6-24 0 0,1 1 0 0 0,0-1 0 0 0,6 21 1 0 0,-5-27-127 0 0,0-1 0 0 0,-1 1 1 0 0,2-1-1 0 0,-1 0 1 0 0,0 1-1 0 0,1-1 0 0 0,0 0 1 0 0,0-1-1 0 0,0 1 1 0 0,0 0-1 0 0,1-1 1 0 0,-1 0-1 0 0,8 6 0 0 0,1-3-719 0 0,-1 0 1 0 0,1 0-1 0 0,1-1 0 0 0,-1 0 0 0 0,1-1 0 0 0,24 4 0 0 0,-30-7-933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182 43 2664 0 0,'0'0'2571'0'0,"-1"-5"-1932"0"0,-3-20 788 0 0,-16 12-46 0 0,16 14-1119 0 0,-3 0-144 0 0,1 1-1 0 0,-1 0 1 0 0,1 1 0 0 0,0 0-1 0 0,0 0 1 0 0,0 0 0 0 0,0 0-1 0 0,0 1 1 0 0,1 0 0 0 0,0 0-1 0 0,0 1 1 0 0,0-1 0 0 0,0 1-1 0 0,-5 7 1 0 0,1-2-36 0 0,1 1 0 0 0,1 0 0 0 0,0 0 0 0 0,0 1 0 0 0,1 0-1 0 0,-7 17 1 0 0,12-25-47 0 0,-2 25-2 0 0,2-24-41 0 0,3 0-16 0 0,-1-1-41 0 0,1 1-1 0 0,0-1 1 0 0,0 0-1 0 0,0 0 0 0 0,1 0 1 0 0,-1 0-1 0 0,4 4 1 0 0,-3-5-107 0 0,16 3-173 0 0,-15-4 200 0 0,2-2-260 0 0,18 0 200 0 0,-18 0 41 0 0,-1-2 48 0 0,15-6 12 0 0,-15 6 15 0 0,-1 0 39 0 0,35-31-181 0 0,-35 29 332 0 0,-2 0 30 0 0,8-14 22 0 0,-8 14 26 0 0,0 0 35 0 0,5-13 39 0 0,-6 13 384 0 0,1 0-320 0 0,6-8 638 0 0,-7 12-873 0 0,0 0 1 0 0,-1 1-1 0 0,1-1 1 0 0,0 0 0 0 0,-1 1-1 0 0,1-1 1 0 0,-1 0-1 0 0,1 1 1 0 0,-1-1-1 0 0,1 1 1 0 0,-1-1-1 0 0,1 1 1 0 0,-1-1 0 0 0,0 1-1 0 0,1-1 1 0 0,-1 1-1 0 0,1-1 1 0 0,-1 1-1 0 0,0-1 1 0 0,0 1-1 0 0,1 0 1 0 0,-1 0 0 0 0,2 3-6 0 0,4 49 43 0 0,-5-49-153 0 0,1 1-103 0 0,14 47-1254 0 0,-15-47 849 0 0,2-1-61 0 0,7 13-92 0 0,-7-13-173 0 0,0-2-33 0 0,7 9-41 0 0,-7-8-58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0 398 1488 0 0,'0'-30'850'0'0,"0"24"-122"0"0,1 1-120 0 0,1-15-94 0 0,-1 15-30 0 0,0 0-48 0 0,2-14-75 0 0,-2 14-54 0 0,1 1-94 0 0,5-11-54 0 0,-5 11-11 0 0,-1 3-126 0 0,1 0 0 0 0,-1 0-1 0 0,0 0 1 0 0,1 0 0 0 0,-1 0 0 0 0,0 0 0 0 0,1-1-1 0 0,-1 1 1 0 0,0 0 0 0 0,2-3 0 0 0,0 1 89 0 0,1 2 15 0 0,12-4 26 0 0,-12 4 259 0 0,3 2-166 0 0,-2 0-140 0 0,1 0-1 0 0,0 0 0 0 0,-1 0 0 0 0,1 1 0 0 0,-1-1 1 0 0,0 2-1 0 0,1-1 0 0 0,-1 0 0 0 0,0 1 0 0 0,0 0 1 0 0,0 0-1 0 0,-1 1 0 0 0,1-1 0 0 0,-1 1 0 0 0,0 0 1 0 0,6 8-1 0 0,14 26 425 0 0,-22-34-3 0 0,-1 2-280 0 0,1 16 20 0 0,-1-17 274 0 0,-2 0-276 0 0,-3 12 2 0 0,3-13 306 0 0,1-4-560 0 0,0 0 0 0 0,-1 0 0 0 0,1 1 0 0 0,0-1 1 0 0,-1 0-1 0 0,1 0 0 0 0,-1 0 0 0 0,1 0 0 0 0,0 0 0 0 0,-1 0 1 0 0,1 1-1 0 0,0-1 0 0 0,0 0 0 0 0,-1 0 0 0 0,1 1 0 0 0,0-1 0 0 0,-1 0 1 0 0,1 0-1 0 0,0 1 0 0 0,0-1 0 0 0,0 0 0 0 0,-1 0 0 0 0,1 1 1 0 0,0-1-1 0 0,0 0 0 0 0,0 1 0 0 0,0-1 0 0 0,-1 1 0 0 0,1-1 0 0 0,0 1 1 0 0,0 0 40 0 0,0-1 0 0 0,-1 1 0 0 0,1 0 1 0 0,0 0-1 0 0,-1-1 0 0 0,1 1 1 0 0,0 0-1 0 0,-1-1 0 0 0,1 1 0 0 0,-1 0 1 0 0,1-1-1 0 0,-1 1 0 0 0,0-1 0 0 0,1 1 1 0 0,-1-1-1 0 0,0 1 0 0 0,1-1 1 0 0,-1 1-1 0 0,0-1 0 0 0,1 0 0 0 0,-1 1 1 0 0,-1-1-1 0 0,0 1-25 0 0,0 0-1 0 0,0-1 1 0 0,1 0-1 0 0,-1 1 1 0 0,0-1-1 0 0,0 0 1 0 0,0 0-1 0 0,0 0 1 0 0,0 0-1 0 0,1 0 1 0 0,-1 0 0 0 0,0-1-1 0 0,0 1 1 0 0,0-1-1 0 0,0 1 1 0 0,1-1-1 0 0,-1 0 1 0 0,-2 0-1 0 0,1-1-5 0 0,2-2-163 0 0,0-3-85 0 0,0 0-1 0 0,1 1 1 0 0,0-1 0 0 0,0 0-1 0 0,1 0 1 0 0,-1 1-1 0 0,1-1 1 0 0,1 0 0 0 0,-1 1-1 0 0,1-1 1 0 0,1 1 0 0 0,-1 0-1 0 0,1 0 1 0 0,6-11 0 0 0,4-5-559 0 0,1 1 1 0 0,0 0-1 0 0,18-19 1 0 0,75-72-2101 0 0,-75 79 2581 0 0,-29 30 294 0 0,1 0 32 0 0,12-10 60 0 0,-12 9 111 0 0,14-9 413 0 0,-15 10-205 0 0,0 0 20 0 0,-1 1-226 0 0,-1 1 0 0 0,1-1 0 0 0,-1 1 1 0 0,1-1-1 0 0,0 1 0 0 0,-1 0 1 0 0,1-1-1 0 0,0 1 0 0 0,0 0 0 0 0,0 0 1 0 0,0 0-1 0 0,0 0 0 0 0,0 1 0 0 0,0-1 1 0 0,0 1-1 0 0,1-1 0 0 0,-1 1 0 0 0,0 0 1 0 0,0-1-1 0 0,0 1 0 0 0,0 0 1 0 0,1 1-1 0 0,-1-1 0 0 0,2 1 0 0 0,-3-1-190 0 0,-1 0-1 0 0,0 0 0 0 0,0 0 0 0 0,0 0 1 0 0,0 0-1 0 0,1 0 0 0 0,-1 0 0 0 0,0 0 1 0 0,0 0-1 0 0,0 0 0 0 0,0 1 0 0 0,1-1 1 0 0,-1 0-1 0 0,0 0 0 0 0,0 0 0 0 0,0 0 1 0 0,0 0-1 0 0,0 1 0 0 0,0-1 0 0 0,1 0 1 0 0,-1 0-1 0 0,0 0 0 0 0,0 1 0 0 0,0-1 0 0 0,0 0 1 0 0,0 0-1 0 0,0 0 0 0 0,0 0 0 0 0,0 1 1 0 0,0-1-1 0 0,0 0 0 0 0,0 0 0 0 0,0 0 1 0 0,0 1-1 0 0,0-1 0 0 0,0 0 0 0 0,0 0 1 0 0,0 0-1 0 0,0 1 0 0 0,0-1 0 0 0,-18 190 754 0 0,14-157-743 0 0,-13 168-291 0 0,18-194 57 0 0,0 1 0 0 0,0-1 0 0 0,1 0-1 0 0,0 0 1 0 0,0 0 0 0 0,5 9 0 0 0,-5-11-236 0 0,-2-5 434 0 0,1 0 0 0 0,-1 0 1 0 0,0 0-1 0 0,0 0 0 0 0,1 0 1 0 0,-1 0-1 0 0,0 0 0 0 0,1 0 1 0 0,-1 0-1 0 0,0 0 1 0 0,1 0-1 0 0,-1 0 0 0 0,0 1 1 0 0,0-1-1 0 0,1 0 0 0 0,-1 0 1 0 0,0 0-1 0 0,0 0 0 0 0,1 1 1 0 0,-1-1-1 0 0,0 0 0 0 0,0 0 1 0 0,1 1-1 0 0,-1-1 1 0 0,0 0-1 0 0,0 0 0 0 0,0 1 1 0 0,0-1-1 0 0,0 0 0 0 0,1 1 1 0 0,-1-1-1 0 0,0 1-87 0 0,0-1 0 0 0,1 1-1 0 0,-1 0 1 0 0,0-1 0 0 0,1 1 0 0 0,-1-1 0 0 0,1 1-1 0 0,-1-1 1 0 0,0 1 0 0 0,1-1 0 0 0,-1 1-1 0 0,1-1 1 0 0,0 1 0 0 0,-1-1 0 0 0,1 0 0 0 0,-1 1-1 0 0,1-1 1 0 0,0 0 0 0 0,-1 0 0 0 0,1 1-1 0 0,-1-1 1 0 0,1 0 0 0 0,0 0 0 0 0,-1 0-1 0 0,2 0 1 0 0,17 4-806 0 0,-15-4-117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17 115 3244 0 0,'-3'-2'1024'0'0,"2"1"-887"0"0,0 0 0 0 0,0 0 0 0 0,0 0 0 0 0,0 0 0 0 0,0 0 0 0 0,0 0 1 0 0,0 0-1 0 0,0 0 0 0 0,1-1 0 0 0,-1 1 0 0 0,0 0 0 0 0,1 0 0 0 0,-1-1 0 0 0,1 1 1 0 0,-1-1-1 0 0,1 1 0 0 0,0 0 0 0 0,-1-1 0 0 0,1 1 0 0 0,0-1 0 0 0,0 1 0 0 0,0 0 1 0 0,0-1-1 0 0,0 1 0 0 0,1-1 0 0 0,-1-1 0 0 0,1-2 16 0 0,4 3-53 0 0,15-8-372 0 0,0 1 1 0 0,41-12-1 0 0,27 0-4228 0 0,-52 12 1632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74 59 2508 0 0,'0'0'1018'0'0,"-3"4"-73"0"0,-20 30 1554 0 0,21-31-1831 0 0,0 1-435 0 0,1-3-209 0 0,1 0-1 0 0,-1 0 0 0 0,1 0 0 0 0,-1 0 1 0 0,1 1-1 0 0,-1-1 0 0 0,1 0 0 0 0,0 0 0 0 0,0 0 1 0 0,0 1-1 0 0,-1-1 0 0 0,1 0 0 0 0,1 1 1 0 0,-1-1-1 0 0,0 0 0 0 0,0 0 0 0 0,0 1 1 0 0,1-1-1 0 0,-1 0 0 0 0,0 0 0 0 0,1 0 1 0 0,-1 0-1 0 0,1 1 0 0 0,-1-1 0 0 0,2 1 0 0 0,0 1-50 0 0,5-3-169 0 0,18 0 95 0 0,-18 0 31 0 0,-3-1 28 0 0,15-4 30 0 0,-14 3 23 0 0,-1 0 37 0 0,3-1 8 0 0,-1-1 1 0 0,1 0-1 0 0,-1-1 1 0 0,0 1-1 0 0,-1-1 0 0 0,9-9 1 0 0,-12 11 21 0 0,-1-2-48 0 0,1-13 62 0 0,-1 13 82 0 0,-2 1-151 0 0,-4-15 38 0 0,4 14 114 0 0,-2 2-77 0 0,-7-13 13 0 0,7 12 92 0 0,-17-2 143 0 0,16 4-157 0 0,-1 3-128 0 0,1-1-1 0 0,0 1 1 0 0,0 0 0 0 0,0 0 0 0 0,0 0 0 0 0,0 0-1 0 0,0 1 1 0 0,0 0 0 0 0,1 0 0 0 0,-1 0-1 0 0,1 0 1 0 0,-1 0 0 0 0,1 1 0 0 0,0 0-1 0 0,-1-1 1 0 0,-3 7 0 0 0,-1-1 29 0 0,2 0 1 0 0,-1 1-1 0 0,2 0 1 0 0,-11 19-1 0 0,2 18 135 0 0,11-36-180 0 0,2-6-3 0 0,2 2-20 0 0,-1-1-51 0 0,1 0 0 0 0,0 0 0 0 0,0 0 0 0 0,1 0 0 0 0,-1-1 0 0 0,1 1 0 0 0,0 0 0 0 0,0-1 0 0 0,1 1 0 0 0,-1-1 0 0 0,1 0 0 0 0,0 0 0 0 0,0 0 1 0 0,1 0-1 0 0,-1-1 0 0 0,7 7 0 0 0,-7-8-287 0 0,3 0-77 0 0,16 5-94 0 0,-17-5-77 0 0,2-2-119 0 0,1 1 7 0 0,1-1-1 0 0,-1 0 1 0 0,0-1-1 0 0,1 0 1 0 0,-1-1-1 0 0,1 1 1 0 0,-1-2-1 0 0,12-3 1 0 0,0-5-2141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0 182 1912 0 0,'2'-4'1042'0'0,"23"-24"1802"0"0,-22 25-2088 0 0,1 2-477 0 0,1-1-98 0 0,0 1 1 0 0,0 0 0 0 0,0 1 0 0 0,0-1-1 0 0,0 1 1 0 0,1 0 0 0 0,6 1 0 0 0,-6-1 90 0 0,-2 3-20 0 0,2 1-143 0 0,-1 0 1 0 0,1 1-1 0 0,-1-1 0 0 0,0 1 1 0 0,-1 0-1 0 0,1 0 0 0 0,-1 0 1 0 0,0 1-1 0 0,0-1 1 0 0,-1 1-1 0 0,1 0 0 0 0,-1 0 1 0 0,-1 0-1 0 0,1 1 1 0 0,-1-1-1 0 0,3 14 0 0 0,-4-16 51 0 0,-1 1-4 0 0,0 18 63 0 0,0-17-28 0 0,-2-1-13 0 0,-11 37 632 0 0,12-38-230 0 0,-2-1-271 0 0,-9 7 13 0 0,9-7 892 0 0,-1-4-1002 0 0,-16-3-12 0 0,15 3 112 0 0,5-1-303 0 0,-1 1 0 0 0,1-1 1 0 0,0 1-1 0 0,-1-1 1 0 0,1 1-1 0 0,-1-1 0 0 0,1 1 1 0 0,-1 0-1 0 0,0-1 0 0 0,1 1 1 0 0,-1 0-1 0 0,-1-2 1 0 0,0-1 2 0 0,0 0-14 0 0,2-2-74 0 0,3-7-129 0 0,0 0 0 0 0,1 0-1 0 0,0 1 1 0 0,1-1-1 0 0,0 1 1 0 0,1 0 0 0 0,0 1-1 0 0,1-1 1 0 0,0 1 0 0 0,1 1-1 0 0,0-1 1 0 0,17-14-1 0 0,-1 1-1778 0 0,1 1 0 0 0,2 1 0 0 0,55-36-1 0 0,-47 38-2957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442 69 2816 0 0,'0'0'7467'0'0,"-3"3"-7238"0"0,-6 8-13 0 0,7-8 211 0 0,-3-3-208 0 0,-44-1 979 0 0,43 0-803 0 0,3-1-223 0 0,-11-9 246 0 0,14 5-408 0 0,0 2 14 0 0,1-1 0 0 0,-1 0-1 0 0,1 0 1 0 0,0 1 0 0 0,1-1-1 0 0,-1 0 1 0 0,5-8 0 0 0,-4 9 3 0 0,-1 4-25 0 0,1 0 0 0 0,-1-1-1 0 0,0 0 1 0 0,1 1 0 0 0,-1-1 0 0 0,0 1 0 0 0,0-1 0 0 0,0 0-1 0 0,1 0 1 0 0,-1 0 0 0 0,0 0 0 0 0,1-2 0 0 0,0 2 0 0 0,2-1-10 0 0,1 2-20 0 0,19 1 40 0 0,-22 0-9 0 0,0-1 1 0 0,1 1-1 0 0,-1 0 0 0 0,0 0 1 0 0,0 1-1 0 0,0-1 0 0 0,0 0 1 0 0,0 1-1 0 0,0-1 0 0 0,0 1 1 0 0,0-1-1 0 0,0 1 0 0 0,-1 0 1 0 0,1 0-1 0 0,-1 0 0 0 0,1 0 1 0 0,-1 0-1 0 0,0 0 1 0 0,2 4-1 0 0,-3-6-3 0 0,3 6 11 0 0,0-1 1 0 0,0 1 0 0 0,-1 0 0 0 0,1 0-1 0 0,-1 0 1 0 0,-1 0 0 0 0,1 0 0 0 0,-1 0-1 0 0,1 13 1 0 0,-2-14-7 0 0,2 9 8 0 0,-2 0 1 0 0,0 0-1 0 0,0 0 0 0 0,-2 0 0 0 0,0 0 0 0 0,0-1 0 0 0,-1 1 0 0 0,-1 0 0 0 0,0-1 1 0 0,-1 0-1 0 0,0 0 0 0 0,-1 0 0 0 0,-1-1 0 0 0,0 1 0 0 0,0-2 0 0 0,-14 17 0 0 0,8-12-25 0 0,-2-1-1 0 0,0 0 1 0 0,-1-1-1 0 0,0 0 1 0 0,-1-1-1 0 0,0-1 1 0 0,-1-1-1 0 0,-1 0 1 0 0,-31 12-1 0 0,36-17-112 0 0,-5-1 40 0 0,2-2-47 0 0,-40 4-292 0 0,52-7 285 0 0,-1-1 18 0 0,1 0 94 0 0,1 0 1 0 0,-1 0-1 0 0,1 0 0 0 0,-1-1 0 0 0,1 1 1 0 0,0-1-1 0 0,0 0 0 0 0,0-1 1 0 0,0 1-1 0 0,0-1 0 0 0,0 1 0 0 0,0-1 1 0 0,1 0-1 0 0,0-1 0 0 0,-1 1 0 0 0,1-1 1 0 0,-3-5-1 0 0,-3-6-32 0 0,7 11 8 0 0,1-2 10 0 0,-2-16 28 0 0,2 16-32 0 0,2 0-11 0 0,0-1 27 0 0,1-1-1 0 0,0 1 1 0 0,0-1-1 0 0,5-9 1 0 0,-4 13 25 0 0,0 1 6 0 0,0 1 5 0 0,0 1 1 0 0,-1-1-1 0 0,1 1 0 0 0,0 0 1 0 0,0 0-1 0 0,-1 0 1 0 0,1 0-1 0 0,0 0 0 0 0,0 1 1 0 0,0-1-1 0 0,0 1 1 0 0,0 0-1 0 0,0 0 0 0 0,0 0 1 0 0,1 0-1 0 0,-1 1 1 0 0,0-1-1 0 0,0 1 0 0 0,-1 0 1 0 0,6 1-1 0 0,26 15 93 0 0,-1 2 1 0 0,-1 0-1 0 0,42 35 0 0 0,-37-26-322 0 0,1-2-1 0 0,47 25 0 0 0,-66-42-1638 0 0,0-2 0 0 0,1 0-1 0 0,29 7 1 0 0,-44-13-2694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353 69 3572 0 0,'0'0'1002'0'0,"1"-5"-174"0"0,-1 1-656 0 0,0 0-1 0 0,0 1 0 0 0,0-1 0 0 0,0 0 0 0 0,-1 1 0 0 0,0-1 1 0 0,0 1-1 0 0,0-1 0 0 0,0 1 0 0 0,-3-6 0 0 0,2 5 90 0 0,1 4-247 0 0,1 0-1 0 0,-1 0 1 0 0,0 0 0 0 0,1 0-1 0 0,-1 0 1 0 0,0-1 0 0 0,1 1-1 0 0,-1 0 1 0 0,0 0-1 0 0,1 0 1 0 0,-1-1 0 0 0,0 1-1 0 0,1 0 1 0 0,-1 0 0 0 0,1-1-1 0 0,-1 1 1 0 0,0-1 0 0 0,1 1-1 0 0,-1 0 1 0 0,1-1-1 0 0,-1 0 1 0 0,0 0 3 0 0,0 0 0 0 0,0 1 0 0 0,1-1 0 0 0,-1 0 0 0 0,0 1 0 0 0,0-1 0 0 0,0 1 0 0 0,1-1 0 0 0,-1 1 0 0 0,0-1 0 0 0,0 1 0 0 0,0 0 0 0 0,0 0 1 0 0,0-1-1 0 0,0 1 0 0 0,0 0 0 0 0,0 0 0 0 0,0 0 0 0 0,0 0 0 0 0,0 0 0 0 0,0 0 0 0 0,0 0 0 0 0,-1 1 0 0 0,-12 0 174 0 0,-1 2-1 0 0,1 0 1 0 0,0 0 0 0 0,0 1 0 0 0,0 1 0 0 0,1 0-1 0 0,-1 1 1 0 0,2 1 0 0 0,-1 0 0 0 0,-12 9 0 0 0,9-5-107 0 0,1 1 1 0 0,0 0-1 0 0,1 0 1 0 0,1 2 0 0 0,0 0-1 0 0,0 0 1 0 0,-13 23-1 0 0,10-4 47 0 0,14-27-58 0 0,2 24 15 0 0,0-27-84 0 0,1 0 0 0 0,0 0-1 0 0,0 0 1 0 0,0-1 0 0 0,0 1-1 0 0,0 0 1 0 0,0-1-1 0 0,1 1 1 0 0,-1-1 0 0 0,1 1-1 0 0,0-1 1 0 0,0 0 0 0 0,0 0-1 0 0,0 0 1 0 0,0 0-1 0 0,0 0 1 0 0,5 3 0 0 0,-6-4-12 0 0,3 3 2 0 0,1-1 1 0 0,-1 1-1 0 0,1-1 0 0 0,-1 0 1 0 0,1-1-1 0 0,0 1 1 0 0,0-1-1 0 0,7 3 1 0 0,8 3 25 0 0,15 8-2 0 0,-1-2 6 0 0,-1 2 0 0 0,0 1 0 0 0,-1 2 1 0 0,-1 1-1 0 0,30 26 0 0 0,-58-44-23 0 0,-1 1-1 0 0,0 0 1 0 0,0 0 0 0 0,-1 0-1 0 0,1 0 1 0 0,0 0-1 0 0,-1 0 1 0 0,0 0 0 0 0,0 0-1 0 0,0 1 1 0 0,0-1-1 0 0,0 0 1 0 0,-1 1 0 0 0,1-1-1 0 0,-1 5 1 0 0,0-5 0 0 0,0 0 0 0 0,0-1 1 0 0,0 1-1 0 0,-1 0 1 0 0,1-1-1 0 0,-1 1 0 0 0,0-1 1 0 0,0 1-1 0 0,0-1 1 0 0,0 1-1 0 0,0-1 1 0 0,-1 0-1 0 0,1 1 1 0 0,0-1-1 0 0,-1 0 1 0 0,0 0-1 0 0,0 0 1 0 0,-2 2-1 0 0,3-3 0 0 0,-3 3 9 0 0,0 0 1 0 0,-1 0-1 0 0,1 0 1 0 0,-1-1-1 0 0,1 1 0 0 0,-1-1 1 0 0,0-1-1 0 0,-1 1 0 0 0,-7 3 1 0 0,8-4-6 0 0,-23 10 34 0 0,5-6-29 0 0,12-4 10 0 0,0 0 0 0 0,-1 0 0 0 0,1-1 0 0 0,-1 0 0 0 0,1-1 0 0 0,-1-1 0 0 0,1 0 0 0 0,-1 0-1 0 0,-11-3 1 0 0,20 3-26 0 0,-1-1 1 0 0,1 1-1 0 0,-1 0 0 0 0,1-1 0 0 0,0 0 0 0 0,0 0 0 0 0,-1 0 0 0 0,1 0 0 0 0,1 0 0 0 0,-1-1 0 0 0,0 1 0 0 0,1-1 0 0 0,-5-5 0 0 0,5 6-14 0 0,-1-3-47 0 0,-1 0 1 0 0,1 0-1 0 0,1 0 0 0 0,-1 0 1 0 0,1 0-1 0 0,0 0 0 0 0,0-1 0 0 0,0 1 1 0 0,1-1-1 0 0,-2-7 0 0 0,2 8 18 0 0,0 2-23 0 0,0-1-1 0 0,0 1 0 0 0,0-1 1 0 0,1 1-1 0 0,-1-1 1 0 0,1 1-1 0 0,0-8 0 0 0,1 3-77 0 0,-2 6 76 0 0,1-1 0 0 0,0 1 0 0 0,-1-1 0 0 0,1 1 0 0 0,0 0 0 0 0,1-1 0 0 0,-1 1 0 0 0,0 0 0 0 0,1-1 0 0 0,-1 1 0 0 0,1 0 0 0 0,2-5 0 0 0,-1 0-117 0 0,-1 5 94 0 0,-1-1 0 0 0,0 1 0 0 0,1-1 0 0 0,0 1 0 0 0,0-1 0 0 0,0 1 0 0 0,0-1 0 0 0,0 1 0 0 0,0 0 0 0 0,3-4 0 0 0,0 0-121 0 0,-3 4 137 0 0,0 0-1 0 0,0 0 0 0 0,0 0 0 0 0,0 0 0 0 0,0 0 0 0 0,0 1 1 0 0,0-1-1 0 0,1 0 0 0 0,-1 1 0 0 0,1-1 0 0 0,-1 1 1 0 0,1-1-1 0 0,2-1 0 0 0,1-1-125 0 0,-5 4 186 0 0,2-2-63 0 0,-1 0 1 0 0,0 1 0 0 0,1-1 0 0 0,0 0 0 0 0,-1 1 0 0 0,1-1-1 0 0,0 1 1 0 0,0-1 0 0 0,0 1 0 0 0,0 0 0 0 0,0 0 0 0 0,0 0 0 0 0,0 0-1 0 0,0 0 1 0 0,4 0 0 0 0,4-3-555 0 0,51-8-1883 0 0,-54 11 571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44 2836 0 0,'0'0'1382'0'0,"0"-5"-253"0"0,-1-13-99 0 0,1 13 2327 0 0,-2 1-2877 0 0,-2-7 595 0 0,0 11-330 0 0,-3 22 28 0 0,1 46-205 0 0,6-20-363 0 0,14 145-31 0 0,27-8-3244 0 0,-40-180 2362 0 0,0-1-174 0 0,6 12-151 0 0,-5-12-51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1 148 2088 0 0,'1'-8'264'0'0,"0"1"0"0"0,0 0 0 0 0,1 0 0 0 0,0 0 0 0 0,1 0 0 0 0,0 0 0 0 0,0 0 0 0 0,0 1 0 0 0,1-1 0 0 0,0 1 0 0 0,0 0-1 0 0,0 0 1 0 0,1 1 0 0 0,0-1 0 0 0,10-8 0 0 0,-10 10-151 0 0,0 0 1 0 0,0 1-1 0 0,1 0 0 0 0,-1-1 0 0 0,1 2 0 0 0,-1-1 0 0 0,1 1 0 0 0,0-1 0 0 0,0 2 1 0 0,0-1-1 0 0,1 1 0 0 0,-1 0 0 0 0,0 0 0 0 0,0 0 0 0 0,1 1 0 0 0,-1 0 0 0 0,0 1 1 0 0,1-1-1 0 0,-1 1 0 0 0,0 0 0 0 0,0 1 0 0 0,0-1 0 0 0,0 1 0 0 0,7 3 1 0 0,-9-3-82 0 0,0-1 1 0 0,0 1-1 0 0,0 0 1 0 0,0-1-1 0 0,0 2 1 0 0,-1-1 0 0 0,1 0-1 0 0,-1 1 1 0 0,1 0-1 0 0,-1 0 1 0 0,0 0-1 0 0,0 0 1 0 0,-1 0 0 0 0,1 0-1 0 0,0 1 1 0 0,-1 0-1 0 0,0-1 1 0 0,0 1-1 0 0,0 0 1 0 0,0 0 0 0 0,-1 0-1 0 0,1 0 1 0 0,-1 0-1 0 0,0 0 1 0 0,-1 1-1 0 0,1-1 1 0 0,-1 0 0 0 0,1 1-1 0 0,-2 4 1 0 0,1-2-13 0 0,-1 0 1 0 0,0 1 0 0 0,-1-1-1 0 0,0 0 1 0 0,0 0 0 0 0,-1 0-1 0 0,1 0 1 0 0,-2 0 0 0 0,1-1 0 0 0,-1 1-1 0 0,0-1 1 0 0,0 0 0 0 0,0 0-1 0 0,-1 0 1 0 0,0-1 0 0 0,-6 6-1 0 0,8-8-212 0 0,-34 25 460 0 0,34-26-673 0 0,0-1-1 0 0,0 1 1 0 0,0-1-1 0 0,0 1 1 0 0,-1-1-1 0 0,1 0 1 0 0,0 0-1 0 0,0-1 1 0 0,-1 1-1 0 0,1-1 1 0 0,-1 1-1 0 0,-6-1 0 0 0,6-1-570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0 132 2772 0 0,'0'0'886'0'0,"5"1"-146"0"0,14 3-127 0 0,-15-3 369 0 0,1 1-660 0 0,43 12 232 0 0,-43-13-400 0 0,0 0 84 0 0,17 0-111 0 0,-1-1 0 0 0,24-3 0 0 0,-39 2-88 0 0,1 0 0 0 0,-1-1-1 0 0,0 0 1 0 0,1 0 0 0 0,-1 0 0 0 0,0-1 0 0 0,6-4 0 0 0,-8 5-9 0 0,16-12 166 0 0,-17 11-36 0 0,0 0 37 0 0,21-38 568 0 0,-23 36-603 0 0,-1 1 8 0 0,-9-39 573 0 0,8 40-419 0 0,-19-12 623 0 0,16 15-899 0 0,1 1 0 0 0,-1-1 0 0 0,0 1 0 0 0,0 0 0 0 0,0 0-1 0 0,0 0 1 0 0,1 1 0 0 0,-1-1 0 0 0,1 1 0 0 0,-1 0 0 0 0,1 0 0 0 0,-1 0 0 0 0,1 1 0 0 0,0-1 0 0 0,0 1-1 0 0,0 0 1 0 0,1-1 0 0 0,-1 1 0 0 0,-2 4 0 0 0,-3 4 6 0 0,0 1 0 0 0,1 0 0 0 0,-8 20 0 0 0,12-26-54 0 0,1-2 6 0 0,3 58-355 0 0,0-57 135 0 0,2 0-44 0 0,1-1 98 0 0,0 1 0 0 0,1 0 0 0 0,-1-1 0 0 0,1 0 0 0 0,0 0 0 0 0,0-1 1 0 0,0 1-1 0 0,1-1 0 0 0,-1 0 0 0 0,1 0 0 0 0,0-1 0 0 0,0 0 0 0 0,0 0 0 0 0,7 2 1 0 0,-9-4-107 0 0,3 1 32 0 0,0 0 206 0 0,1-1 0 0 0,0 0-1 0 0,0 0 1 0 0,-1-1 0 0 0,1 0 0 0 0,0 0-1 0 0,-1-1 1 0 0,1 0 0 0 0,-1 0 0 0 0,1 0-1 0 0,-1-1 1 0 0,0-1 0 0 0,0 1 0 0 0,0-1-1 0 0,-1 0 1 0 0,1 0 0 0 0,-1-1 0 0 0,6-6-1 0 0,-4 2 101 0 0,0 0-1 0 0,0-1 0 0 0,-1 0 1 0 0,-1 0-1 0 0,0-1 0 0 0,5-13 1 0 0,-9 20 21 0 0,0-1 28 0 0,2-7-283 0 0,6-21 1628 0 0,-9 29-755 0 0,-4 20-597 0 0,1-12-57 0 0,2 1-33 0 0,-1 14 17 0 0,1-14-1 0 0,-1 9-1 0 0,2 12-2 0 0,9 16-19 0 0,-6-37-17 0 0,-3 0-7 0 0,2-2-27 0 0,6 9-47 0 0,-7-9-26 0 0,2-1-6 0 0,0-1 49 0 0,1 0 1 0 0,0 0-1 0 0,-1 0 1 0 0,1 0 0 0 0,0-1-1 0 0,0 1 1 0 0,7-2-1 0 0,-7 1 11 0 0,0-2-1 0 0,5-3 53 0 0,-1 1 0 0 0,0-2 0 0 0,0 1 0 0 0,0-1 0 0 0,-1 0 0 0 0,1-1 1 0 0,10-11-1 0 0,-17 14 78 0 0,-1 4-73 0 0,-1 0 0 0 0,1 0 0 0 0,-1 0 0 0 0,1 0 0 0 0,-1-1 0 0 0,1 1 0 0 0,-1 0 0 0 0,1 0 0 0 0,-1-1 0 0 0,1 1 0 0 0,-1 0 0 0 0,0-1 0 0 0,1 1 0 0 0,-1 0 0 0 0,0-1 0 0 0,1 1 0 0 0,-1-1 0 0 0,0 1 0 0 0,1 0 0 0 0,-1-1 0 0 0,0 1 0 0 0,0-1 0 0 0,0 1 0 0 0,1-1 0 0 0,-1 1 0 0 0,0-1 0 0 0,0 0 6 0 0,0 1-1 0 0,0-1 0 0 0,0 1 0 0 0,1-1 0 0 0,-1 1 1 0 0,0-1-1 0 0,0 1 0 0 0,1-1 0 0 0,-1 1 1 0 0,0-1-1 0 0,0 1 0 0 0,1 0 0 0 0,-1-1 1 0 0,0 1-1 0 0,1 0 0 0 0,-1-1 0 0 0,1 1 1 0 0,-1 0-1 0 0,0-1 0 0 0,1 1 0 0 0,-1 0 1 0 0,1 0-1 0 0,-1-1 0 0 0,1 1 0 0 0,-1 0 0 0 0,2 0 1 0 0,-2 0-8 0 0,0 0 0 0 0,1-1 0 0 0,-1 1 0 0 0,1 0 0 0 0,-1 0 0 0 0,1 0 0 0 0,-1-1 1 0 0,0 1-1 0 0,1 0 0 0 0,-1 0 0 0 0,0-1 0 0 0,1 1 0 0 0,-1 0 0 0 0,0-1 0 0 0,0 1 0 0 0,1 0 1 0 0,-1-1-1 0 0,0 1 0 0 0,0-1 0 0 0,1 1 0 0 0,-1 0 0 0 0,0-1 0 0 0,0 1 0 0 0,0-1 0 0 0,0 1 0 0 0,0-1 1 0 0,1 0 1 0 0,-1 1 0 0 0,0-1 0 0 0,0 1 0 0 0,0 0 0 0 0,0-1 0 0 0,0 1 0 0 0,0-1 0 0 0,1 1 0 0 0,-1 0 0 0 0,0-1 0 0 0,0 1-1 0 0,1-1 1 0 0,-1 1 0 0 0,0 0 0 0 0,0-1 0 0 0,1 1 0 0 0,-1 0 0 0 0,0 0 0 0 0,1-1 0 0 0,-1 1 0 0 0,1 0 0 0 0,-1 0 0 0 0,0-1 0 0 0,1 1 0 0 0,-1 0 0 0 0,1 0 0 0 0,1 0-3 0 0,0 1 0 0 0,0 0 0 0 0,0 0 0 0 0,-1-1 0 0 0,1 1 0 0 0,0 0 0 0 0,-1 1 0 0 0,1-1 1 0 0,-1 0-1 0 0,1 0 0 0 0,-1 1 0 0 0,0-1 0 0 0,0 0 0 0 0,1 1 0 0 0,-1 0 0 0 0,0-1 0 0 0,0 1 0 0 0,0 0 0 0 0,-1-1 0 0 0,1 1 0 0 0,1 4 0 0 0,-2-5-3 0 0,2 3-16 0 0,1 1-25 0 0,-1-1-58 0 0,0 0-1 0 0,1 0 1 0 0,0 0-1 0 0,0 0 1 0 0,0 0-1 0 0,0 0 1 0 0,1-1 0 0 0,-1 0-1 0 0,1 1 1 0 0,0-1-1 0 0,0-1 1 0 0,0 1-1 0 0,9 4 1 0 0,-4-3-382 0 0,1-1-1 0 0,0 0 1 0 0,0 0-1 0 0,0-1 1 0 0,0 0 0 0 0,1-1-1 0 0,-1 0 1 0 0,1 0 0 0 0,-1-1-1 0 0,0-1 1 0 0,1 0 0 0 0,-1 0-1 0 0,0-1 1 0 0,19-6 0 0 0,3-3-2260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264 275 2828 0 0,'0'0'2357'0'0,"-3"-4"-1465"0"0,-7-11-166 0 0,7 11-109 0 0,2 4-543 0 0,-1-1 0 0 0,1 1 0 0 0,-1-1 1 0 0,1 1-1 0 0,-1-1 0 0 0,0 1 0 0 0,1 0 0 0 0,-1 0 0 0 0,0-1 1 0 0,1 1-1 0 0,-1 1 0 0 0,-2-1 0 0 0,-1 0 367 0 0,-4 1-267 0 0,0 0-1 0 0,0 0 0 0 0,0 1 1 0 0,0 0-1 0 0,0 1 0 0 0,0-1 1 0 0,1 2-1 0 0,-1-1 0 0 0,1 2 1 0 0,0-1-1 0 0,0 1 0 0 0,-14 11 1 0 0,12-7-65 0 0,-1 0 1 0 0,1 0-1 0 0,1 1 1 0 0,0 0-1 0 0,1 1 1 0 0,-1 0 0 0 0,-11 24-1 0 0,18-31-54 0 0,1 1-15 0 0,-3 13-16 0 0,3-13-6 0 0,3 0-40 0 0,4 13-92 0 0,-5-13-83 0 0,3-3-57 0 0,1 0 102 0 0,0 0 1 0 0,0-1-1 0 0,1 0 0 0 0,-1 1 1 0 0,0-2-1 0 0,1 1 0 0 0,-1-1 1 0 0,1 1-1 0 0,-1-1 1 0 0,1-1-1 0 0,-1 1 0 0 0,0-1 1 0 0,1 0-1 0 0,-1 0 0 0 0,6-3 1 0 0,2 0-137 0 0,-1-1 1 0 0,1 0-1 0 0,-1-1 1 0 0,21-14-1 0 0,-24 13 214 0 0,-1 0 0 0 0,1 0 0 0 0,-2-1 0 0 0,1 0 0 0 0,-1-1 0 0 0,0 0 0 0 0,-1 0 0 0 0,0 0 0 0 0,0-1 0 0 0,-1 0 0 0 0,5-13 0 0 0,0-5 233 0 0,-1 0-1 0 0,9-46 0 0 0,-9 17 638 0 0,-5 0 3 0 0,-4 52-529 0 0,-1-1-13 0 0,-17-43 755 0 0,16 45-498 0 0,-3 4-270 0 0,3-1-202 0 0,0 1 1 0 0,0 0-1 0 0,0 0 1 0 0,0 0-1 0 0,0 0 1 0 0,0 1-1 0 0,0-1 1 0 0,0 0-1 0 0,0 1 1 0 0,0 0-1 0 0,0-1 1 0 0,0 1-1 0 0,-3 2 1 0 0,2-1 25 0 0,0 0 0 0 0,0 1 0 0 0,0-1 1 0 0,1 1-1 0 0,-1 0 0 0 0,1 0 0 0 0,0 0 0 0 0,0 0 0 0 0,0 0 0 0 0,-3 6 0 0 0,-21 56 446 0 0,20-46-371 0 0,2 2-82 0 0,2 0 54 0 0,1-12-85 0 0,0 28 103 0 0,2-25-140 0 0,-1 1 1 0 0,2-1-1 0 0,0 0 1 0 0,0 1-1 0 0,1-1 1 0 0,1 0-1 0 0,0-1 1 0 0,1 1-1 0 0,0-1 1 0 0,0 1-1 0 0,1-2 1 0 0,1 1-1 0 0,11 13 1 0 0,-15-20-82 0 0,2 0 1 0 0,-1-1-1 0 0,0 0 1 0 0,1 0-1 0 0,-1 0 1 0 0,1 0 0 0 0,0-1-1 0 0,0 0 1 0 0,0 0-1 0 0,0 0 1 0 0,8 1-1 0 0,-9-1 64 0 0,7 1-188 0 0,11 2-7 0 0,-4-4-41 0 0,46-4-180 0 0,-50 1 329 0 0,8-4 6 0 0,-7-1-97 0 0,-2 0 273 0 0,0-1 1 0 0,-1 0 0 0 0,1-1-1 0 0,-2 0 1 0 0,18-18 0 0 0,-26 24 88 0 0,-1 0 9 0 0,-2 2-107 0 0,1-1 0 0 0,0 1 0 0 0,-1 0 0 0 0,1 0 0 0 0,-1-1 0 0 0,1 1 0 0 0,-1 0 0 0 0,1 0 0 0 0,-1-1 0 0 0,0 1 0 0 0,0-1 0 0 0,0 1 0 0 0,0 0 1 0 0,0-1-1 0 0,0 1 0 0 0,0 0 0 0 0,0-1 0 0 0,0 1 0 0 0,-1 0 0 0 0,1-1 0 0 0,0 1 0 0 0,-1 0 0 0 0,1-1 0 0 0,-2 0 0 0 0,0-2 296 0 0,1 4-334 0 0,0 1-1 0 0,0-1 1 0 0,0 0 0 0 0,-1 1-1 0 0,1-1 1 0 0,0 1 0 0 0,0 0-1 0 0,0-1 1 0 0,0 1 0 0 0,0 0-1 0 0,0 0 1 0 0,0-1-1 0 0,0 1 1 0 0,0 0 0 0 0,1 0-1 0 0,-1 0 1 0 0,0 0 0 0 0,-1 2-1 0 0,-7 13 91 0 0,7-13-58 0 0,1 2-3 0 0,-4 14-18 0 0,4-15 87 0 0,1 2-165 0 0,0 15-85 0 0,0-15-79 0 0,2-2-421 0 0,1-1 469 0 0,-1-1 0 0 0,0 1 0 0 0,0 0 0 0 0,1-1 0 0 0,-1 0-1 0 0,1 0 1 0 0,0 0 0 0 0,0 0 0 0 0,-1 0 0 0 0,1 0 0 0 0,6 2 0 0 0,-4-3-443 0 0,1-1-65 0 0,5 0 131 0 0,-1-1-1 0 0,1 0 1 0 0,0-1-1 0 0,0 0 1 0 0,-1-1 0 0 0,1 0-1 0 0,18-9 1 0 0,-17 5-266 0 0,-1 0 1 0 0,1-1-1 0 0,17-15 1 0 0,-13 6-1721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328 37 2476 0 0,'-29'-4'1081'0'0,"-1"2"0"0"0,0 1 0 0 0,0 1 0 0 0,0 1 0 0 0,-52 9 0 0 0,73-8-891 0 0,0 0-1 0 0,0 0 1 0 0,1 1 0 0 0,-12 4-1 0 0,9-2-26 0 0,6-3-4 0 0,5-2-151 0 0,-1 0 0 0 0,1 0 0 0 0,-1 0-1 0 0,0 0 1 0 0,1 0 0 0 0,-1 0 0 0 0,1 0-1 0 0,-1 0 1 0 0,1 0 0 0 0,-1 0 0 0 0,1 1-1 0 0,-1-1 1 0 0,1 0 0 0 0,-1 0 0 0 0,1 1-1 0 0,-1-1 1 0 0,1 0 0 0 0,-1 1 0 0 0,1-1-1 0 0,-1 0 1 0 0,1 1 0 0 0,0-1 0 0 0,-1 1-1 0 0,1-1 1 0 0,-1 2 0 0 0,1-2 12 0 0,-1 1-1 0 0,1-1 1 0 0,0 1 0 0 0,-1-1 0 0 0,1 1-1 0 0,-1-1 1 0 0,1 1 0 0 0,-1-1 0 0 0,1 0-1 0 0,-1 1 1 0 0,1-1 0 0 0,-1 1 0 0 0,0-1-1 0 0,1 0 1 0 0,-1 0 0 0 0,0 1 0 0 0,1-1-1 0 0,-1 0 1 0 0,1 0 0 0 0,-1 0 0 0 0,-1 0-1 0 0,3 5 10 0 0,2 17 4 0 0,2-22-13 0 0,6 1-20 0 0,0-1 0 0 0,0 0 0 0 0,1-1 0 0 0,-1 0 0 0 0,0-1 0 0 0,0 0 0 0 0,0 0 0 0 0,0-1 0 0 0,0-1 0 0 0,-1 0 0 0 0,0 0 0 0 0,1-1 0 0 0,-1-1 0 0 0,18-12 0 0 0,-25 15 10 0 0,-1-1 12 0 0,-1 1-20 0 0,0 0-1 0 0,0 0 0 0 0,0 0 0 0 0,0 0 1 0 0,-1 0-1 0 0,1 0 0 0 0,-1-1 1 0 0,0 1-1 0 0,0 0 0 0 0,0-4 0 0 0,-1 3-30 0 0,-4 3 18 0 0,-1 0-137 0 0,0 0 0 0 0,0 0 0 0 0,-1 1-1 0 0,1 0 1 0 0,0 0 0 0 0,0 1 0 0 0,0 0 0 0 0,0 0-1 0 0,-1 0 1 0 0,1 1 0 0 0,1 0 0 0 0,-12 5-1 0 0,8-2-601 0 0,1 0-1 0 0,1 1 0 0 0,-1 0 0 0 0,1 0 0 0 0,0 1 1 0 0,0 0-1 0 0,-6 8 0 0 0,3 2-2232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0 2948 0 0,'0'0'7495'0'0,"-1"6"-7292"0"0,-23 95 883 0 0,23-96-1005 0 0,1 1-14 0 0,-2 48 74 0 0,2-49-102 0 0,2 0-25 0 0,-1-2-9 0 0,0-2-2 0 0,0 0 0 0 0,-1 0 0 0 0,1 0 0 0 0,0 1 0 0 0,-1-1 0 0 0,1 0 0 0 0,-1 0 0 0 0,0 1-1 0 0,1-1 1 0 0,-1 1 0 0 0,0-1 0 0 0,0 2 0 0 0,4-1-26 0 0,18 3-30 0 0,-20-5 43 0 0,0 0 0 0 0,0 0 0 0 0,0 0 0 0 0,1-1 0 0 0,-1 1 0 0 0,0-1-1 0 0,0 1 1 0 0,0-1 0 0 0,0 0 0 0 0,0 1 0 0 0,0-1 0 0 0,0 0 0 0 0,0 0 0 0 0,2-2 0 0 0,47-46-122 0 0,5-4 310 0 0,-53 50 531 0 0,1 5-640 0 0,-2 0-48 0 0,13 6 103 0 0,-15-2-131 0 0,0 18-24 0 0,0-18-56 0 0,1-1-55 0 0,0 17-62 0 0,-1-16-52 0 0,3-1-70 0 0,-1 1 91 0 0,1-1-1 0 0,0 1 0 0 0,1-1 0 0 0,-1 1 0 0 0,1-1 0 0 0,0 0 1 0 0,1-1-1 0 0,-1 1 0 0 0,1-1 0 0 0,0 0 0 0 0,0 0 0 0 0,0 0 1 0 0,11 5-1 0 0,52 13-2258 0 0,-65-21 2278 0 0,1 0-1 0 0,-1 0 1 0 0,1 0 0 0 0,-1-1-1 0 0,0 1 1 0 0,1-1-1 0 0,-1 0 1 0 0,1 0 0 0 0,4-1-1 0 0,1 0-486 0 0,0 2-2401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639 31 2828 0 0,'0'0'2222'0'0,"-1"-5"-1329"0"0,0-20 864 0 0,-5 25-1424 0 0,-3 0-149 0 0,0 1 0 0 0,-1-1 0 0 0,1 2 0 0 0,0 0 0 0 0,0 0 0 0 0,0 0 0 0 0,-15 7 1 0 0,10 0-95 0 0,0 0 0 0 0,0 1 1 0 0,1 1-1 0 0,1 0 1 0 0,-1 1-1 0 0,2 0 1 0 0,0 0-1 0 0,0 2 1 0 0,1-1-1 0 0,1 1 1 0 0,0 1-1 0 0,-8 19 1 0 0,14-27-116 0 0,0 0 1 0 0,1 0 0 0 0,0 0-1 0 0,0 0 1 0 0,0 0 0 0 0,0 13 0 0 0,2-16 6 0 0,-1 1-115 0 0,3 0-205 0 0,0-2 260 0 0,-1-2 36 0 0,0 0-1 0 0,0 0 0 0 0,-1 0 0 0 0,1 1 1 0 0,0-1-1 0 0,-1 0 0 0 0,1 1 1 0 0,0-1-1 0 0,-1 0 0 0 0,0 1 1 0 0,1-1-1 0 0,-1 3 0 0 0,5-4-153 0 0,2 0 185 0 0,-1-1 1 0 0,1 1 0 0 0,0-1-1 0 0,-1-1 1 0 0,0 1 0 0 0,1-1-1 0 0,-1 0 1 0 0,0-1 0 0 0,0 1-1 0 0,0-1 1 0 0,0 0 0 0 0,0-1-1 0 0,-1 1 1 0 0,9-8 0 0 0,-2 1 299 0 0,-1-1-1 0 0,0 0 1 0 0,-1 0 0 0 0,0-1 0 0 0,-1-1 0 0 0,8-13-1 0 0,8-17 1300 0 0,-23 39 526 0 0,-6 6-2028 0 0,2-2-75 0 0,1 1 0 0 0,-1-1-1 0 0,0 1 1 0 0,0 0 0 0 0,1 0 0 0 0,-1 0-1 0 0,1 0 1 0 0,-1 0 0 0 0,1 0 0 0 0,-1 0 0 0 0,0 2-1 0 0,-15 28 130 0 0,9-9-62 0 0,0 1 0 0 0,2 1 0 0 0,1-1 0 0 0,-3 26 0 0 0,-5 109 256 0 0,8-88-263 0 0,1-16 8 0 0,-16 128-15 0 0,17-164-186 0 0,-1 0 0 0 0,-1-1 0 0 0,-1 0-1 0 0,0 0 1 0 0,-1 0 0 0 0,-1-1 0 0 0,-18 28 0 0 0,22-39 57 0 0,0 0 1 0 0,-1 0-1 0 0,0-1 1 0 0,0 1-1 0 0,0-1 0 0 0,-1 0 1 0 0,0-1-1 0 0,-7 5 1 0 0,12-8 55 0 0,0 1 0 0 0,-1 0 0 0 0,1 0 0 0 0,0-1 0 0 0,-1 1 0 0 0,1-1 0 0 0,0 1 0 0 0,-1-1 0 0 0,1 1 0 0 0,-1-1 0 0 0,1 0 0 0 0,-1 0 0 0 0,1 0 0 0 0,-1 0 0 0 0,1 0 0 0 0,-3 0 0 0 0,-1-1-14 0 0,3 1 19 0 0,-1 1 1 0 0,1-1 0 0 0,-1 0 0 0 0,0 0-1 0 0,1 0 1 0 0,-1-1 0 0 0,1 1-1 0 0,-1 0 1 0 0,1-1 0 0 0,-1 0 0 0 0,1 0-1 0 0,-5-1 1 0 0,-2-2 3 0 0,-6-1 21 0 0,-1-1-1 0 0,1-1 1 0 0,1 0 0 0 0,-1-1-1 0 0,1 0 1 0 0,1-1 0 0 0,-1-1-1 0 0,2 0 1 0 0,-13-12 0 0 0,11 7-1 0 0,0 1 1 0 0,1-2 0 0 0,1 0-1 0 0,0 0 1 0 0,1-1-1 0 0,-15-33 1 0 0,21 40-154 0 0,1 1-1 0 0,1-1 1 0 0,0-1 0 0 0,0 1 0 0 0,1 0 0 0 0,0-1 0 0 0,1 0 0 0 0,0 1 0 0 0,1-1-1 0 0,0 1 1 0 0,0-1 0 0 0,1 0 0 0 0,1 1 0 0 0,0-1 0 0 0,0 1 0 0 0,1 0 0 0 0,0-1-1 0 0,1 1 1 0 0,0 1 0 0 0,1-1 0 0 0,0 1 0 0 0,0-1 0 0 0,1 1 0 0 0,0 1 0 0 0,1-1-1 0 0,0 1 1 0 0,0 1 0 0 0,1-1 0 0 0,16-12 0 0 0,4 0-1948 0 0,2 0 1 0 0,41-20-1 0 0,-40 27-2272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227 0 3776 0 0,'0'0'5471'0'0,"-2"5"-5101"0"0,-73 155 1684 0 0,23-52-1285 0 0,-44 98-42 0 0,94-202-753 0 0,3-10-385 0 0,13-67 374 0 0,29-86-1 0 0,-25 98 203 0 0,-15 50-11 0 0,0 0 0 0 0,2 0 0 0 0,-1 0 0 0 0,1 0 0 0 0,1 0-1 0 0,0 1 1 0 0,0 0 0 0 0,12-13 0 0 0,-16 20 8 0 0,3 2 18 0 0,-3 1-147 0 0,-1-1-10 0 0,1 0 0 0 0,0 1 0 0 0,-1 0 0 0 0,1-1 0 0 0,-1 1 0 0 0,1 0 0 0 0,0 0 0 0 0,-1-1 0 0 0,1 1 1 0 0,0 1-1 0 0,-1-1 0 0 0,1 0 0 0 0,-1 0 0 0 0,1 1 0 0 0,0-1 0 0 0,-1 1 0 0 0,1-1 0 0 0,-1 1 0 0 0,1-1 1 0 0,-1 1-1 0 0,1 0 0 0 0,-1 0 0 0 0,0 0 0 0 0,1 0 0 0 0,-1 0 0 0 0,0 0 0 0 0,0 0 0 0 0,2 2 0 0 0,12 17 50 0 0,-2 0 0 0 0,0 1 0 0 0,-1 0 0 0 0,-1 1 0 0 0,-1 0 0 0 0,-1 1 0 0 0,-1 0 0 0 0,-1 1 0 0 0,-1-1 0 0 0,3 30-1 0 0,-1 6-828 0 0,-3 1-1 0 0,-3 0 0 0 0,-5 60 1 0 0,0-88-194 0 0,-2-7 81 0 0,3-16 538 0 0,1 1-473 0 0,-1 0 0 0 0,-1-1 0 0 0,0 1 1 0 0,0 0-1 0 0,-5 9 0 0 0,4-13-1424 0 0,-9 6-1556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0 254 3392 0 0,'0'0'998'0'0,"3"-4"-148"0"0,1-1-661 0 0,1 1-1 0 0,-1 0 1 0 0,1 0 0 0 0,0 1-1 0 0,0-1 1 0 0,1 1-1 0 0,-1 0 1 0 0,1 1-1 0 0,-1-1 1 0 0,1 1-1 0 0,11-3 1 0 0,79-14 776 0 0,-63 13-610 0 0,141-22 497 0 0,160-35-4148 0 0,-253 29 1460 0 0,-77 32 1790 0 0,0-1 167 0 0,25-27 730 0 0,-27 27 383 0 0,-1-2-960 0 0,3-9 564 0 0,5 27 947 0 0,-8-9-1557 0 0,0 3-15 0 0,21 150 1020 0 0,-22-153-1202 0 0,1 2 39 0 0,2 14 15 0 0,-2-14-45 0 0,1-2-40 0 0,2 13 86 0 0,-3-12 18 0 0,5-6-164 0 0,16 0-37 0 0,-17 1 59 0 0,-1-4 10 0 0,9-11-31 0 0,-1 0 1 0 0,14-26-1 0 0,-6 9 186 0 0,-18 29-57 0 0,0 0-24 0 0,6-9-72 0 0,-6 9 569 0 0,3 4-444 0 0,18 3 64 0 0,-14 19 33 0 0,-7-18-163 0 0,6 13 1 0 0,-6-13-10 0 0,0-1-20 0 0,5 14 8 0 0,-5-14 0 0 0,10 18 32 0 0,-9-20-90 0 0,0 0-14 0 0,0 0 1 0 0,-1-1-1 0 0,1 1 1 0 0,0-1-1 0 0,0 0 1 0 0,0 0-1 0 0,0 0 0 0 0,0 0 1 0 0,0 0-1 0 0,1-1 1 0 0,-1 1-1 0 0,5-1 1 0 0,-3 0-46 0 0,18-10-253 0 0,-19 7 379 0 0,47-50 23 0 0,-48 50-1 0 0,0 0 32 0 0,0-2 53 0 0,0 0 0 0 0,1 1 0 0 0,0-1 0 0 0,0 1 0 0 0,0 0 0 0 0,7-5 0 0 0,-10 9-121 0 0,-1 0-1 0 0,1 0 0 0 0,-1 0 0 0 0,1 0 0 0 0,0 0 0 0 0,-1 0 0 0 0,1 0 0 0 0,-1 0 0 0 0,1 0 0 0 0,-1 1 0 0 0,1-1 1 0 0,-1 0-1 0 0,1 0 0 0 0,-1 1 0 0 0,0-1 0 0 0,1 0 0 0 0,-1 1 0 0 0,1-1 0 0 0,-1 0 0 0 0,0 1 0 0 0,1-1 0 0 0,-1 0 0 0 0,0 1 1 0 0,1-1-1 0 0,-1 1 0 0 0,1 0 0 0 0,-1-1 0 0 0,0 1-1 0 0,1-1 1 0 0,-1 1 0 0 0,0-1 0 0 0,1 1 0 0 0,-1-1-1 0 0,1 1 1 0 0,-1-1 0 0 0,1 1 0 0 0,-1-1-1 0 0,1 0 1 0 0,-1 1 0 0 0,1-1 0 0 0,-1 0 0 0 0,1 0-1 0 0,-1 1 1 0 0,1-1 0 0 0,0 0 0 0 0,-1 0-1 0 0,1 0 1 0 0,-1 0 0 0 0,2 1 0 0 0,-1 4 75 0 0,21 94-193 0 0,-21-95-138 0 0,1 0-55 0 0,21 38-1840 0 0,-20-38 1265 0 0,-2-4 810 0 0,-1 0 0 0 0,1 0 1 0 0,0 0-1 0 0,-1 0 0 0 0,1 0 0 0 0,-1 1 0 0 0,1-1 1 0 0,-1 0-1 0 0,1 0 0 0 0,0 0 0 0 0,-1 1 1 0 0,1-1-1 0 0,-1 0 0 0 0,1 0 0 0 0,-1 1 0 0 0,1-1 1 0 0,-1 0-1 0 0,1 1 0 0 0,-1-1 0 0 0,0 1 1 0 0,1 0-1 0 0,0-1-125 0 0,-1 1 1 0 0,1-1 0 0 0,-1 1-1 0 0,0-1 1 0 0,1 1-1 0 0,-1-1 1 0 0,1 0-1 0 0,-1 1 1 0 0,1-1 0 0 0,0 0-1 0 0,-1 1 1 0 0,1-1-1 0 0,-1 0 1 0 0,1 0 0 0 0,-1 0-1 0 0,1 1 1 0 0,0-1-1 0 0,-1 0 1 0 0,1 0-1 0 0,1 0 1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163 25 3440 0 0,'0'0'3325'0'0,"-1"-4"-2460"0"0,0 2-622 0 0,0 0 0 0 0,0 1 0 0 0,0-1 0 0 0,0 1 0 0 0,1-1 0 0 0,-1 0 0 0 0,1 0 0 0 0,-1 1 1 0 0,1-1-1 0 0,-1-2 0 0 0,-4 5 111 0 0,-16 4-44 0 0,16-4-30 0 0,-3 5-53 0 0,1 0 0 0 0,-1 0 0 0 0,1 1 0 0 0,1 0 0 0 0,-1 1 0 0 0,1 0 1 0 0,1 0-1 0 0,-1 0 0 0 0,-7 17 0 0 0,0 16 176 0 0,12-37-305 0 0,0 1-26 0 0,4 47 16 0 0,-2-47-132 0 0,1-1-35 0 0,8 11-42 0 0,-8-11-33 0 0,1-2-27 0 0,1 1 114 0 0,-1-1-1 0 0,1-1 1 0 0,0 1 0 0 0,0 0 0 0 0,0-1 0 0 0,-1 0 0 0 0,1 0 0 0 0,1 0 0 0 0,-1 0 0 0 0,0 0 0 0 0,0-1 0 0 0,0 0 0 0 0,0 0 0 0 0,0 0 0 0 0,0 0 0 0 0,0-1 0 0 0,1 0 0 0 0,-1 0 0 0 0,0 0 0 0 0,-1 0 0 0 0,1 0-1 0 0,6-4 1 0 0,-5 3-33 0 0,-3 1 110 0 0,-1 0 0 0 0,1 0 0 0 0,0 0 1 0 0,-1 0-1 0 0,1 0 0 0 0,-1-1 0 0 0,1 1 1 0 0,-1 0-1 0 0,0-1 0 0 0,3-3 0 0 0,0 1 64 0 0,0-1 0 0 0,0 0 0 0 0,0-1 0 0 0,-1 1 0 0 0,0-1 0 0 0,0 1 0 0 0,0-1 0 0 0,-1 0 0 0 0,3-8 0 0 0,-5 12-65 0 0,2-2 167 0 0,-1-3-13 0 0,-1-8 4 0 0,0-1-1 0 0,-1 1 1 0 0,-5-27 0 0 0,5 37-159 0 0,-3 1-51 0 0,1 1-23 0 0,0 0-1 0 0,-1 1 1 0 0,1-1 0 0 0,-1 1 0 0 0,0 0-1 0 0,0 0 1 0 0,0 0 0 0 0,0 0-1 0 0,-6-1 1 0 0,4 1-268 0 0,0 2 146 0 0,-1 0-1 0 0,0 1 1 0 0,1 0-1 0 0,-1 0 0 0 0,1 0 1 0 0,-1 0-1 0 0,1 1 1 0 0,-1 0-1 0 0,1 1 1 0 0,0 0-1 0 0,0 0 1 0 0,0 0-1 0 0,0 0 0 0 0,1 1 1 0 0,-1 0-1 0 0,1 0 1 0 0,0 0-1 0 0,0 1 1 0 0,-6 8-1 0 0,-14 28-2464 0 0,23-36 1566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26 3252 0 0,'0'0'5865'0'0,"2"-4"-5258"0"0,2-13-92 0 0,-3 12 2292 0 0,-3 8-2590 0 0,-3 13 159 0 0,0-1 1 0 0,-4 32-1 0 0,8-41-287 0 0,1 0-21 0 0,0 21-22 0 0,0-21-14 0 0,0 0-4 0 0,1 50-187 0 0,0-51 30 0 0,0 0-275 0 0,5 13 119 0 0,-5-13-43 0 0,8 0-516 0 0,-8-4 805 0 0,-1-1-1 0 0,0 1 0 0 0,1-1 0 0 0,-1 1 0 0 0,1-1 1 0 0,-1 0-1 0 0,0 1 0 0 0,1-1 0 0 0,-1 0 1 0 0,1 1-1 0 0,-1-1 0 0 0,1 0 0 0 0,-1 1 0 0 0,1-1 1 0 0,-1 0-1 0 0,1 0 0 0 0,-1 0 0 0 0,1 0 1 0 0,-1 1-1 0 0,1-1 0 0 0,0 0 0 0 0,-1 0 0 0 0,1 0 1 0 0,-1 0-1 0 0,1 0 0 0 0,-1 0 0 0 0,1-1 1 0 0,-1 1-1 0 0,1 0 0 0 0,0 0 0 0 0,-1 0 0 0 0,1-1 1 0 0,19-3-218 0 0,-15 3 7 0 0,0-2 28 0 0,2 0 165 0 0,10-6-142 0 0,-10 1 118 0 0,0 1 0 0 0,0-1 1 0 0,7-14-1 0 0,-2-1 381 0 0,11-33-1 0 0,-21 51-60 0 0,-1 0 38 0 0,4-17 13 0 0,-4 16 322 0 0,3-16-93 0 0,-3 18 1339 0 0,-13 25-1395 0 0,12-15-364 0 0,3 50-42 0 0,-2-51-147 0 0,0 1-68 0 0,3 14-92 0 0,-2-14-80 0 0,6 15-1493 0 0,-7-20 1677 0 0,-1 0-1 0 0,0 0 1 0 0,1 0-1 0 0,-1 0 1 0 0,1 0-1 0 0,0 0 1 0 0,-1 0-1 0 0,1 0 1 0 0,0 0-1 0 0,-1 0 1 0 0,1 0-1 0 0,0 0 1 0 0,0 0-1 0 0,0 0 0 0 0,0-1 1 0 0,0 1-1 0 0,0 0 1 0 0,0-1-1 0 0,0 1 1 0 0,0-1-1 0 0,1 1 1 0 0,16 6-1310 0 0,-14-5 570 0 0,1-4-1414 0 0,-4 1 2090 0 0,1 0 0 0 0,-1 0 0 0 0,1 0-1 0 0,0 0 1 0 0,0 0 0 0 0,-1 1 0 0 0,1-1 0 0 0,0 1 0 0 0,3-1 0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84 2336 0 0,'8'-20'1067'0'0,"-6"16"1519"0"0,-1 4-2555 0 0,-1-1 0 0 0,0 1 1 0 0,1 0-1 0 0,-1-1 0 0 0,1 1 1 0 0,-1 0-1 0 0,0-1 0 0 0,1 1 1 0 0,-1 0-1 0 0,0-1 0 0 0,1 1 1 0 0,-1-1-1 0 0,0 1 0 0 0,0 0 1 0 0,0-1-1 0 0,1 1 0 0 0,-1-1 1 0 0,0 1-1 0 0,0-1 0 0 0,0 1 1 0 0,0-1-1 0 0,0 1 0 0 0,0-2 1 0 0,0 2 95 0 0,0-1 0 0 0,0 1 1 0 0,0-1-1 0 0,0 1 0 0 0,1-1 1 0 0,-1 1-1 0 0,0-1 0 0 0,0 1 0 0 0,0-1 1 0 0,0 1-1 0 0,1-1 0 0 0,-1 1 1 0 0,0 0-1 0 0,0-1 0 0 0,1 1 1 0 0,-1-1-1 0 0,0 1 0 0 0,1 0 1 0 0,-1-1-1 0 0,0 1 0 0 0,1 0 1 0 0,-1-1-1 0 0,1 1 0 0 0,1 0-87 0 0,-1 0 0 0 0,0 0-1 0 0,0 1 1 0 0,1-1-1 0 0,-1 1 1 0 0,0-1 0 0 0,0 1-1 0 0,0-1 1 0 0,0 1 0 0 0,0 0-1 0 0,0 0 1 0 0,0-1 0 0 0,0 1-1 0 0,0 0 1 0 0,0 0 0 0 0,0 0-1 0 0,0 0 1 0 0,-1 0-1 0 0,1 0 1 0 0,0 0 0 0 0,-1 0-1 0 0,1 1 1 0 0,0 0 0 0 0,10 29 658 0 0,-10-26-668 0 0,0-1 192 0 0,1 1 1 0 0,3 17-56 0 0,-3-17-131 0 0,-1 0 112 0 0,5 16 16 0 0,-4-16-65 0 0,3 17 180 0 0,-3-17-64 0 0,-2-1-131 0 0,0-1-52 0 0,1-1-1 0 0,-1 1 1 0 0,-1 0 0 0 0,1 0-1 0 0,0-1 1 0 0,0 1-1 0 0,-1 0 1 0 0,0-1 0 0 0,1 1-1 0 0,-1 0 1 0 0,0-1-1 0 0,-2 4 1 0 0,1-3-7 0 0,-3-5-13 0 0,-12-5-3 0 0,13 5-30 0 0,-1-7-63 0 0,1 4 91 0 0,-7-30-14 0 0,10 30-5 0 0,1 1 1 0 0,-1-1-1 0 0,1 1 1 0 0,0-1-1 0 0,0 0 1 0 0,1 1 0 0 0,-1-1-1 0 0,1 1 1 0 0,0-1-1 0 0,2-5 1 0 0,-1 3 25 0 0,0 3-4 0 0,0-1 1 0 0,0 0 0 0 0,0 1 0 0 0,0-1 0 0 0,1 1 0 0 0,0 0 0 0 0,0 0 0 0 0,0 0 0 0 0,0 0 0 0 0,5-4 0 0 0,-5 5 1 0 0,4-5 62 0 0,-6 6-64 0 0,0 1-1 0 0,1-1 0 0 0,-1 1 1 0 0,0-1-1 0 0,1 1 1 0 0,-1 0-1 0 0,1 0 1 0 0,-1 0-1 0 0,1 0 1 0 0,0 0-1 0 0,-1 0 0 0 0,4-1 1 0 0,5-3 113 0 0,-1 1-21 0 0,0 0-1 0 0,0 0 1 0 0,0 1-1 0 0,0 0 1 0 0,1 0 0 0 0,10 0-1 0 0,-15 2-70 0 0,1 1 0 0 0,-1 0 0 0 0,1 0-1 0 0,-1 1 1 0 0,1-1 0 0 0,-1 1 0 0 0,0 0 0 0 0,0 1 0 0 0,1-1-1 0 0,-1 1 1 0 0,0 0 0 0 0,0 1 0 0 0,0-1 0 0 0,-1 1 0 0 0,6 4-1 0 0,38 34 216 0 0,-41-34-129 0 0,-5-6-111 0 0,-1 0 0 0 0,1 0-1 0 0,-1 1 1 0 0,1-1 0 0 0,-1 1 0 0 0,0 0 0 0 0,0-1-1 0 0,0 1 1 0 0,0 0 0 0 0,0-1 0 0 0,0 1 0 0 0,0 0-1 0 0,0 2 1 0 0,3 8 4 0 0,0-4-98 0 0,-1-1 0 0 0,-1 1 0 0 0,0 0 0 0 0,0 0 0 0 0,0 0 0 0 0,-1 0 0 0 0,0 0 0 0 0,0 0 0 0 0,-1 0 0 0 0,-1 0 0 0 0,-1 14 0 0 0,-23 42-1472 0 0,19-53 440 0 0,-1 1 0 0 0,0-1 0 0 0,-1 0 1 0 0,-12 12-1 0 0,13-15 163 0 0,4-4-1355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26 4388 0 0,'10'-26'7388'0'0,"-6"30"-6677"0"0,11 10-39 0 0,-10-4-85 0 0,5 63 783 0 0,5 124-159 0 0,-5-48-2199 0 0,-9-123 570 0 0,3 4-456 0 0,-1-19 197 0 0,-1-3-182 0 0,0 0 0 0 0,0 0 0 0 0,-1 0 0 0 0,0 11 0 0 0,8 2-4096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0 128 2652 0 0,'0'0'2149'0'0,"0"-4"-1265"0"0,2-16-165 0 0,-2 15-100 0 0,4 3-101 0 0,19-9-188 0 0,1 0 0 0 0,43-11 0 0 0,-36 12-791 0 0,75-24-4345 0 0,-78 26 1582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238 65 3624 0 0,'-38'-64'8787'0'0,"34"66"-8389"0"0,-1 2-313 0 0,-1 0 1 0 0,1 0 0 0 0,0 1 0 0 0,0 0 0 0 0,1 0 0 0 0,0 0 0 0 0,-1 1 0 0 0,2-1 0 0 0,-1 1 0 0 0,1 0-1 0 0,0 0 1 0 0,-4 10 0 0 0,-31 92 225 0 0,31-84-227 0 0,-79 285 65 0 0,84-304-217 0 0,1 0-39 0 0,-1 18-1156 0 0,9-34 1275 0 0,0 0 1 0 0,0-1 0 0 0,-1 0 0 0 0,-1 0-1 0 0,0-1 1 0 0,4-15 0 0 0,21-94 286 0 0,-18 70-189 0 0,-5 23-74 0 0,55-205 1436 0 0,-60 230-1198 0 0,14-4 35 0 0,-13 6-252 0 0,-3 2-53 0 0,0 0 0 0 0,0 0 0 0 0,0 0 0 0 0,0 0 0 0 0,1 0 0 0 0,-1 0 0 0 0,0-1 0 0 0,0 1 1 0 0,0 0-1 0 0,0 0 0 0 0,0 0 0 0 0,1 0 0 0 0,-1 0 0 0 0,0 0 0 0 0,0 0 0 0 0,0 0 0 0 0,1 0 0 0 0,-1 0 0 0 0,0 0 0 0 0,0 0 1 0 0,0 0-1 0 0,0 0 0 0 0,1 0 0 0 0,-1 0 0 0 0,0 0 0 0 0,0 0 0 0 0,0 0 0 0 0,0 0 0 0 0,1 1 0 0 0,-1-1 0 0 0,0 0 0 0 0,0 0 1 0 0,0 0-1 0 0,0 0 0 0 0,1 0 0 0 0,-1 0 0 0 0,0 0 0 0 0,0 1 0 0 0,0-1 0 0 0,0 0 0 0 0,0 0 0 0 0,0 0 0 0 0,0 0 0 0 0,0 0 1 0 0,0 1-1 0 0,1-1 0 0 0,-1 0 0 0 0,10 14 108 0 0,-1 0 0 0 0,0 1 0 0 0,-1-1 0 0 0,0 2 1 0 0,-1-1-1 0 0,-1 1 0 0 0,4 17 0 0 0,27 127 233 0 0,-26-104-284 0 0,8 30-47 0 0,26 158-4732 0 0,-44-239 3903 0 0,-2 2-115 0 0,1-4 770 0 0,-4 29-1723 0 0,3-30 1513 0 0,1 0 0 0 0,-1 0 0 0 0,0 0 0 0 0,0 0 0 0 0,0 0 0 0 0,0 0 0 0 0,0-1 0 0 0,0 1 0 0 0,-1 0 0 0 0,1-1 0 0 0,-2 2 0 0 0,-13 11-3834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39 300 2688 0 0,'-36'-33'3745'0'0,"33"30"-2347"0"0,4-1-950 0 0,3-14 14 0 0,-4 18-450 0 0,0 0 1 0 0,0-1-1 0 0,0 1 1 0 0,0 0-1 0 0,0 0 1 0 0,0-1-1 0 0,0 1 1 0 0,0 0-1 0 0,0 0 1 0 0,0-1-1 0 0,0 1 1 0 0,0 0-1 0 0,1 0 1 0 0,-1 0-1 0 0,0-1 1 0 0,0 1-1 0 0,0 0 1 0 0,0 0-1 0 0,1 0 1 0 0,-1-1-1 0 0,0 1 0 0 0,0 0 1 0 0,0 0-1 0 0,1 0 1 0 0,-1 0-1 0 0,0-1 1 0 0,0 1-1 0 0,1 0 1 0 0,-1 0-1 0 0,0 0 1 0 0,0 0-1 0 0,1 0 1 0 0,38-11 282 0 0,0 1 0 0 0,0 2 0 0 0,1 2 0 0 0,43-1 1 0 0,4-3-307 0 0,16-2-343 0 0,42-6-2370 0 0,234-57-1 0 0,-358 68 2674 0 0,32-17 0 0 0,-44 19 302 0 0,-5 4 524 0 0,-1-2-367 0 0,11-9 2651 0 0,-14 7-2815 0 0,-2-12-4 0 0,1 13 640 0 0,1 4-870 0 0,-1 0 1 0 0,1 0-1 0 0,0 1 0 0 0,-1-1 0 0 0,1 0 0 0 0,0 1 0 0 0,-1-1 0 0 0,1 0 0 0 0,0 1 0 0 0,0-1 0 0 0,-1 0 1 0 0,1 1-1 0 0,0-1 0 0 0,0 1 0 0 0,0-1 0 0 0,0 1 0 0 0,0-1 0 0 0,-1 0 0 0 0,1 1 0 0 0,0-1 0 0 0,0 1 1 0 0,0-1-1 0 0,0 1 0 0 0,0-1 0 0 0,1 1 0 0 0,-1 0 0 0 0,0-1 0 0 0,0 1 0 0 0,0-1 0 0 0,0 0 1 0 0,0 1-1 0 0,0-1 0 0 0,0 1 0 0 0,0-1 0 0 0,0 1 0 0 0,-1-1 0 0 0,1 0 1 0 0,0 1-1 0 0,0-1 0 0 0,0 1 0 0 0,0-1 0 0 0,-1 0 0 0 0,1 1 0 0 0,0-1 0 0 0,0 1 1 0 0,-1-1-1 0 0,1 0 0 0 0,0 1 0 0 0,0-1 0 0 0,-1 0 0 0 0,0 1 0 0 0,0 5 179 0 0,-13 124 728 0 0,11-80-746 0 0,1 3-79 0 0,1-48-67 0 0,2 0-22 0 0,0 24-19 0 0,0-24 29 0 0,1 15-11 0 0,-2-16-35 0 0,8 2-330 0 0,-7-5 354 0 0,-1-1 0 0 0,0 0 0 0 0,0 1 0 0 0,1-1 0 0 0,-1 1 0 0 0,0-1 0 0 0,0 0 0 0 0,1 1 0 0 0,-1-1 0 0 0,1 0 0 0 0,-1 1 0 0 0,0-1 0 0 0,1 0 1 0 0,-1 0-1 0 0,1 1 0 0 0,-1-1 0 0 0,1 0 0 0 0,-1 0 0 0 0,0 0 0 0 0,1 0 0 0 0,-1 1 0 0 0,1-1 0 0 0,-1 0 0 0 0,1 0 0 0 0,-1 0 0 0 0,1 0 0 0 0,-1 0 0 0 0,1 0 0 0 0,-1 0 0 0 0,1 0 0 0 0,-1-1 0 0 0,1 1 0 0 0,-1 0 0 0 0,1 0 0 0 0,0-1 0 0 0,10-7-40 0 0,0 0 1 0 0,0-1-1 0 0,-1-1 0 0 0,14-15 1 0 0,-22 22 38 0 0,1-1 39 0 0,-1 1-32 0 0,2-4 105 0 0,0 0 0 0 0,1 0 0 0 0,-1 1 0 0 0,2 0-1 0 0,-1-1 1 0 0,7-5 0 0 0,-10 16 16 0 0,7 11-1 0 0,-7-11-1 0 0,-1 1-16 0 0,3 15-21 0 0,-2-15-21 0 0,-1 0-14 0 0,10 48 46 0 0,-9-48-100 0 0,6 18-131 0 0,-5-20 75 0 0,-2-2 47 0 0,-1 0 1 0 0,1 0 0 0 0,0 0-1 0 0,0 0 1 0 0,0 0 0 0 0,0-1-1 0 0,0 1 1 0 0,0 0 0 0 0,0-1-1 0 0,1 1 1 0 0,-1-1 0 0 0,0 1-1 0 0,0-1 1 0 0,0 1 0 0 0,0-1-1 0 0,1 0 1 0 0,-1 0 0 0 0,0 0-1 0 0,0 0 1 0 0,1 1 0 0 0,-1-2-1 0 0,0 1 1 0 0,0 0 0 0 0,2 0-1 0 0,14-1 76 0 0,-14-2-82 0 0,48-78-543 0 0,-47 74 550 0 0,0 0 0 0 0,0 0 0 0 0,1 1 0 0 0,7-9-1 0 0,-9 12 41 0 0,3-4 11 0 0,-5 7-16 0 0,-1-1-1 0 0,0 1 1 0 0,0-1 0 0 0,0 1 0 0 0,0 0 0 0 0,0-1 0 0 0,1 1 0 0 0,-1-1 0 0 0,0 1 0 0 0,0 0 0 0 0,1-1 0 0 0,-1 1 0 0 0,0 0 0 0 0,0-1 0 0 0,1 1-1 0 0,-1 0 1 0 0,0-1 0 0 0,1 1 0 0 0,-1 0 0 0 0,1 0 0 0 0,-1-1 0 0 0,0 1 0 0 0,1 0 0 0 0,-1 0 0 0 0,1 0 0 0 0,-1 0 0 0 0,0 0 0 0 0,1-1-1 0 0,-1 1 1 0 0,1 0 0 0 0,-1 0 0 0 0,1 0 0 0 0,-1 0 0 0 0,1 0 0 0 0,-1 0 0 0 0,0 1 0 0 0,2-1 0 0 0,1 1-17 0 0,-1-1 19 0 0,-1 0-1 0 0,1 1 0 0 0,0 0 1 0 0,0-1-1 0 0,0 1 1 0 0,-1 0-1 0 0,1 0 0 0 0,0 0 1 0 0,-1 0-1 0 0,1 0 1 0 0,-1 0-1 0 0,1 0 0 0 0,-1 1 1 0 0,0-1-1 0 0,1 0 0 0 0,-1 1 1 0 0,0-1-1 0 0,0 1 1 0 0,0 0-1 0 0,0-1 0 0 0,0 1 1 0 0,-1 0-1 0 0,1 0 0 0 0,1 2 1 0 0,27 67-409 0 0,-27-67 153 0 0,0 0-46 0 0,6 11-47 0 0,-6-11-72 0 0,1-1-614 0 0,-1-1 849 0 0,22 13-1923 0 0,-22-15 1691 0 0,0 1 1 0 0,0-1-1 0 0,0 0 1 0 0,0 1-1 0 0,1-1 1 0 0,-1 0-1 0 0,0 0 1 0 0,0-1-1 0 0,0 1 1 0 0,3-1-1 0 0,24-6-3098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115 1 1956 0 0,'0'0'4643'0'0,"-5"1"-4147"0"0,0 0-302 0 0,0 1 0 0 0,0-1 1 0 0,1 1-1 0 0,-1 1 1 0 0,1-1-1 0 0,-1 1 0 0 0,1-1 1 0 0,0 1-1 0 0,0 0 1 0 0,0 1-1 0 0,1-1 0 0 0,-1 1 1 0 0,1-1-1 0 0,-1 1 1 0 0,-4 8-1 0 0,-24 56 962 0 0,30-63-1039 0 0,2 0-34 0 0,-4 18-36 0 0,3-17-63 0 0,2-1-42 0 0,3 14-46 0 0,-4-14-68 0 0,1-4 160 0 0,-1-1 0 0 0,1 0 1 0 0,-1 0-1 0 0,1 0 0 0 0,-1 1 1 0 0,1-1-1 0 0,-1 0 0 0 0,1 0 1 0 0,-1 1-1 0 0,0-1 1 0 0,1 0-1 0 0,-1 1 0 0 0,0-1 1 0 0,1 1-1 0 0,-1-1 0 0 0,0 0 1 0 0,1 1-1 0 0,-1-1 0 0 0,0 1 1 0 0,0-1-1 0 0,0 1 0 0 0,1-1 1 0 0,-1 1-1 0 0,0-1 0 0 0,0 1 1 0 0,0 0-1 0 0,0 0-3 0 0,0-1 1 0 0,0 1-1 0 0,0-1 1 0 0,1 1-1 0 0,-1-1 0 0 0,0 1 1 0 0,0-1-1 0 0,0 1 0 0 0,1-1 1 0 0,-1 0-1 0 0,0 1 0 0 0,0-1 1 0 0,1 1-1 0 0,-1-1 0 0 0,0 0 1 0 0,1 1-1 0 0,-1-1 0 0 0,1 0 1 0 0,-1 1-1 0 0,0-1 1 0 0,1 0-1 0 0,-1 1 0 0 0,1-1 1 0 0,-1 0-1 0 0,1 0 0 0 0,0 1 1 0 0,0-1-28 0 0,1 0-1 0 0,-1 0 1 0 0,1 1 0 0 0,-1-1 0 0 0,1 0 0 0 0,-1 1 0 0 0,1-1 0 0 0,-1 1 0 0 0,1 0-1 0 0,-1 0 1 0 0,3 1 0 0 0,-1 0-50 0 0,2 0-196 0 0,0-1 3 0 0,17 2 40 0 0,-16-2 59 0 0,0-1 33 0 0,49-11 11 0 0,-50 9 261 0 0,-1-1 60 0 0,0 1-65 0 0,-1 0 1 0 0,1-1 0 0 0,-1 1-1 0 0,0-1 1 0 0,0 0-1 0 0,0 0 1 0 0,-1 0 0 0 0,1 0-1 0 0,-1 0 1 0 0,1 0-1 0 0,-1-1 1 0 0,0 0 0 0 0,-1 1-1 0 0,1-1 1 0 0,0 0-1 0 0,1-5 1 0 0,0-50 1034 0 0,-4 53-951 0 0,-1 1 7 0 0,-3-16-43 0 0,3 16-68 0 0,1 4-71 0 0,-1-1 0 0 0,0 1 0 0 0,1-1 0 0 0,0 1 0 0 0,-1-1 0 0 0,1 1 0 0 0,0-1 0 0 0,0 0 0 0 0,-1-2 0 0 0,-1 1 71 0 0,-1 1-18 0 0,-11-3-10 0 0,11 3-34 0 0,-1 3-88 0 0,-4 1-223 0 0,1 0 1 0 0,-1 1 0 0 0,1 0 0 0 0,-1 1 0 0 0,1-1 0 0 0,0 2 0 0 0,0-1 0 0 0,-11 10 0 0 0,16-12-562 0 0,2-2 785 0 0,1 0-1 0 0,0 1 1 0 0,-1-1-1 0 0,1 0 1 0 0,-1 0-1 0 0,1 0 1 0 0,0 1-1 0 0,-1-1 1 0 0,1 0-1 0 0,0 1 1 0 0,-1-1-1 0 0,1 0 1 0 0,0 1-1 0 0,0-1 1 0 0,-1 1-1 0 0,1-1 1 0 0,0 0-1 0 0,0 1 1 0 0,0-1-1 0 0,0 1 1 0 0,-1-1-1 0 0,1 0 1 0 0,0 1-1 0 0,0-1 1 0 0,0 2-1 0 0,-3 7-922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35 3872 0 0,'0'0'1506'0'0,"2"-3"-237"0"0,-2 3-1269 0 0,4-10 4481 0 0,-22 15-3597 0 0,9 18-414 0 0,9-19-380 0 0,-2 47 123 0 0,3-46-143 0 0,0 0-45 0 0,5 16-23 0 0,-5-17-40 0 0,0-1 0 0 0,1 1 0 0 0,-1-1 0 0 0,1 0 0 0 0,0 1-1 0 0,0-1 1 0 0,0 0 0 0 0,1 0 0 0 0,-1 0 0 0 0,1-1 0 0 0,4 5 0 0 0,-5-5 2 0 0,1 0-175 0 0,1 0 5 0 0,15 3 12 0 0,-14-4 7 0 0,1-1-191 0 0,21 0 207 0 0,-20 0 5 0 0,-2-1 46 0 0,2-2 122 0 0,0 1-1 0 0,-1-1 1 0 0,1 0-1 0 0,-1-1 0 0 0,0 0 1 0 0,0 0-1 0 0,0 0 1 0 0,0 0-1 0 0,8-10 0 0 0,-6 4 169 0 0,-1 0 0 0 0,-1-1-1 0 0,1 0 1 0 0,-1 0-1 0 0,-1 0 1 0 0,6-18 0 0 0,-10 25 109 0 0,4-16 244 0 0,-3 15-425 0 0,0 0 1348 0 0,-3 1-1185 0 0,-4-9-3 0 0,-4 16 215 0 0,6 0-422 0 0,1 0 1 0 0,0 1-1 0 0,-1-1 1 0 0,1 1-1 0 0,0-1 0 0 0,1 1 1 0 0,-1 0-1 0 0,-1 4 1 0 0,-14 65-124 0 0,17-68-108 0 0,0 0-64 0 0,0 17-71 0 0,0-16-100 0 0,1-2-61 0 0,1 0 190 0 0,0 0 0 0 0,0-1 1 0 0,1 1-1 0 0,-1-1 1 0 0,1 1-1 0 0,0-1 1 0 0,0 0-1 0 0,5 4 0 0 0,-4-4-471 0 0,-3-2 636 0 0,1 0 0 0 0,0 0 0 0 0,-1-1 0 0 0,1 1 0 0 0,0-1 0 0 0,-1 1 0 0 0,1-1 0 0 0,0 0 0 0 0,0 1 0 0 0,0-1 0 0 0,-1 0 0 0 0,4 0 0 0 0,-3 0-106 0 0,4 1-623 0 0,1-1 515 0 0,0 0 0 0 0,1-1 0 0 0,-1 1 0 0 0,0-2 0 0 0,0 1 0 0 0,0-1 0 0 0,1 0 0 0 0,-2 0 0 0 0,1-1 0 0 0,0 0 0 0 0,0 0 0 0 0,6-5 0 0 0,28-31 186 0 0,10-29 3321 0 0,-49 64-2638 0 0,-2 3-419 0 0,1-1-1 0 0,-1 0 1 0 0,1 1-1 0 0,-1-1 1 0 0,1 1 0 0 0,0-1-1 0 0,0 1 1 0 0,0-1-1 0 0,0 1 1 0 0,0 0-1 0 0,0 0 1 0 0,0-1-1 0 0,0 1 1 0 0,0 0-1 0 0,2-1 1 0 0,8-12 1536 0 0,-11 14-1638 0 0,0 0 1 0 0,0 1-1 0 0,0-1 0 0 0,0 0 0 0 0,0 0 1 0 0,0 1-1 0 0,0-1 0 0 0,0 0 0 0 0,0 1 1 0 0,0-1-1 0 0,0 0 0 0 0,1 0 1 0 0,-1 1-1 0 0,0-1 0 0 0,0 0 0 0 0,0 1 1 0 0,0-1-1 0 0,0 0 0 0 0,1 0 0 0 0,-1 1 1 0 0,0-1-1 0 0,0 0 0 0 0,1 0 1 0 0,-1 0-1 0 0,0 1 0 0 0,0-1 0 0 0,1 0 1 0 0,-1 0-1 0 0,0 0 0 0 0,0 0 1 0 0,1 0-1 0 0,-1 1 0 0 0,1-1 22 0 0,-1 0 0 0 0,1 0 0 0 0,0 1 0 0 0,-1-1 0 0 0,1 0-1 0 0,-1 1 1 0 0,1-1 0 0 0,-1 1 0 0 0,1-1 0 0 0,-1 1 0 0 0,0-1 0 0 0,1 1 0 0 0,-1-1 0 0 0,1 1 0 0 0,-1-1-1 0 0,0 1 1 0 0,0 0 0 0 0,1-1 0 0 0,-1 1 0 0 0,0-1 0 0 0,0 1 0 0 0,0 0 0 0 0,1-1 0 0 0,-1 1 0 0 0,0 0-1 0 0,0-1 1 0 0,0 1 0 0 0,0 0 0 0 0,2 22 192 0 0,-2-17-21 0 0,0 0-38 0 0,-1 18-21 0 0,1-18-28 0 0,-1 0-26 0 0,0 17-30 0 0,1-18-18 0 0,-1 0 1 0 0,-1 12-2 0 0,1-13 25 0 0,1 1-42 0 0,-2 12-3 0 0,1-12-10 0 0,0-9-254 0 0,-4-13 255 0 0,5 16-13 0 0,-1-1 0 0 0,1 0-1 0 0,0 1 1 0 0,-1-1 0 0 0,1 0 0 0 0,0 1 0 0 0,0-1-1 0 0,0 0 1 0 0,0 1 0 0 0,0-1 0 0 0,1 0 0 0 0,-1 1-1 0 0,0-1 1 0 0,1 0 0 0 0,1-2 0 0 0,-1-1-6 0 0,0-2 23 0 0,0 1-1 0 0,1-1 0 0 0,-1 1 1 0 0,1-1-1 0 0,1 1 1 0 0,-1-1-1 0 0,1 1 0 0 0,0 0 1 0 0,0 0-1 0 0,1 1 0 0 0,0-1 1 0 0,0 1-1 0 0,0-1 1 0 0,0 1-1 0 0,1 0 0 0 0,0 1 1 0 0,0-1-1 0 0,1 1 0 0 0,-1 0 1 0 0,8-4-1 0 0,-8 6-7 0 0,-1-1-1 0 0,1 1 1 0 0,0 1-1 0 0,0-1 1 0 0,0 1-1 0 0,0 0 1 0 0,0 0 0 0 0,0 0-1 0 0,7 0 1 0 0,-7 1-4 0 0,-1 0 11 0 0,1 0-1 0 0,0 0 1 0 0,-1 0 0 0 0,1 1 0 0 0,-1 0 0 0 0,0 0-1 0 0,1 0 1 0 0,-1 0 0 0 0,0 1 0 0 0,8 3-1 0 0,-8-3-19 0 0,2 1 73 0 0,0 0-1 0 0,0 0 1 0 0,-1 1-1 0 0,1 0 0 0 0,-1 0 1 0 0,1 0-1 0 0,8 10 1 0 0,-12-11-48 0 0,3 2-4 0 0,-1 0 1 0 0,0 0-1 0 0,-1 0 1 0 0,1 1-1 0 0,-1-1 1 0 0,0 1-1 0 0,2 7 0 0 0,-2-7 11 0 0,-2-2-82 0 0,1 0 0 0 0,-1 0 0 0 0,0 0 0 0 0,0-1 0 0 0,-1 1 0 0 0,1 0 0 0 0,-1 0 0 0 0,1 0 0 0 0,-1 0-1 0 0,-1 0 1 0 0,1 0 0 0 0,0 0 0 0 0,-1 0 0 0 0,-2 7 0 0 0,-1 0-548 0 0,0-2-1 0 0,-1 1 1 0 0,-10 16 0 0 0,6-10-606 0 0,-3-1-861 0 0,11-15 1901 0 0,1 0-1 0 0,-1 1 1 0 0,1-1-1 0 0,0 0 1 0 0,-1 1-1 0 0,1-1 0 0 0,-1 1 1 0 0,1-1-1 0 0,0 1 1 0 0,-1-1-1 0 0,1 0 1 0 0,0 1-1 0 0,0 0 0 0 0,-1-1 1 0 0,1 1-1 0 0,0-1 1 0 0,0 1-1 0 0,0-1 0 0 0,0 1 1 0 0,0-1-1 0 0,0 2 1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22 4772 0 0,'2'-4'1437'0'0,"10"-13"5008"0"0,-9 20-5796 0 0,-1-1-545 0 0,0 0-1 0 0,0 0 0 0 0,-1 0 0 0 0,1 1 1 0 0,0-1-1 0 0,-1 1 0 0 0,0-1 1 0 0,1 1-1 0 0,-1 0 0 0 0,0-1 1 0 0,0 1-1 0 0,-1 0 0 0 0,1 0 1 0 0,0 0-1 0 0,-1-1 0 0 0,0 1 0 0 0,0 0 1 0 0,0 4-1 0 0,7 73 608 0 0,23 290-3901 0 0,-23-327-315 0 0,-3-13-1417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9 220 2660 0 0,'-7'-22'1412'0'0,"5"18"-270"0"0,3 2-1028 0 0,0 0 0 0 0,-1 1 0 0 0,1-1 0 0 0,0 0 0 0 0,0 0 0 0 0,0 1 0 0 0,0-1 0 0 0,0 1 0 0 0,0-1 0 0 0,1 1 0 0 0,-1-1 0 0 0,0 1 0 0 0,1 0 0 0 0,-1 0 0 0 0,1 0 0 0 0,0 0 0 0 0,-1 0 0 0 0,1 0 0 0 0,3-1 0 0 0,36-16 435 0 0,17-1-375 0 0,103-18 1 0 0,65 6-867 0 0,-125 18-79 0 0,157-22-3058 0 0,-174 24 769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444 747 1932 0 0,'0'0'10052'0'0,"1"-5"-9756"0"0,1-3-72 0 0,-1 0-1 0 0,-1-1 1 0 0,0 1-1 0 0,0 0 0 0 0,0-1 1 0 0,-3-14-1 0 0,-14-58 129 0 0,10 53-275 0 0,-21-90 482 0 0,27 114-420 0 0,-4-20-123 0 0,4 20 10 0 0,5 2-674 0 0,13-3 623 0 0,-13 4-10 0 0,1-1-38 0 0,15-3 22 0 0,-15 3-9 0 0,0 1 2 0 0,16-4 6 0 0,-16 3 5 0 0,1 1-3 0 0,17-3 1 0 0,-17 3 4 0 0,0-1 2 0 0,20-3-27 0 0,-20 3-4 0 0,0 1-4 0 0,48-8-208 0 0,-49 8 199 0 0,2 0-8 0 0,19-3 5 0 0,-19 2 35 0 0,-1 1 93 0 0,50-7-310 0 0,-52 8 186 0 0,3-1 4 0 0,18-2 16 0 0,-18 2 6 0 0,-1 0 9 0 0,17-1 18 0 0,-17 1 28 0 0,0 1-82 0 0,18-1 47 0 0,-18 1 5 0 0,-1 0-12 0 0,16 0 58 0 0,-15 0-25 0 0,-1 0-41 0 0,19 1 47 0 0,-18-1 0 0 0,-1 1-8 0 0,16 1 32 0 0,-16-1 66 0 0,0-1-30 0 0,13 2 54 0 0,-13-1 54 0 0,2-1-239 0 0,21 0 134 0 0,-21 0 21 0 0,-1 0-1 0 0,64 2 213 0 0,242-13 584 0 0,-72 2-668 0 0,205-2-156 0 0,221-3-492 0 0,-592 16 262 0 0,-22-2 56 0 0,-1-2 9 0 0,254-9-445 0 0,-288 11 543 0 0,-13 0 12 0 0,57-8-57 0 0,334-42 94 0 0,666-51-593 0 0,-951 93 560 0 0,494-27-104 0 0,14-2-10 0 0,-508 27 27 0 0,-84 6 59 0 0,1 1-1 0 0,31 2 0 0 0,-24 0 11 0 0,71-4 2 0 0,71-6 23 0 0,-126 7-38 0 0,-2 4 21 0 0,-30 0 11 0 0,62-4-19 0 0,-19 1 38 0 0,-7 3-27 0 0,553-2 172 0 0,-295 6-153 0 0,175 7 113 0 0,-424-8-80 0 0,1374 94-4 0 0,-472-13-5 0 0,127-22-595 0 0,-982-56 558 0 0,107 10-80 0 0,-158-11 76 0 0,-54-4 4 0 0,2-1-5 0 0,26 1-1 0 0,155 13 175 0 0,-182-13-130 0 0,22 0 10 0 0,-23 0-34 0 0,2-1-4 0 0,17 2-7 0 0,23 4-37 0 0,77 3-127 0 0,-124-9 163 0 0,175 4-23 0 0,-146-4-2 0 0,36 3 56 0 0,-59-3-5 0 0,-1 0 24 0 0,150-3-171 0 0,-149 3 109 0 0,0 0-9 0 0,18 1 35 0 0,-18 0-13 0 0,-1-1-8 0 0,15 4 17 0 0,-15-4 14 0 0,1 1 25 0 0,0 0 0 0 0,-1 0 0 0 0,1 1 0 0 0,0-1 0 0 0,-1 1 0 0 0,8 4 0 0 0,-9-5 457 0 0,-5 3-487 0 0,-3 13-2 0 0,4-13 34 0 0,-11 17 25 0 0,7 2-72 0 0,3-18 10 0 0,0 0 28 0 0,-1 47 529 0 0,3 1 1 0 0,9 73-1 0 0,1-2 175 0 0,0 90 9 0 0,16 270 333 0 0,-21-412-974 0 0,34 394 428 0 0,31-4-365 0 0,-47-330-92 0 0,8 168-1 0 0,-24 136 82 0 0,-9 117-33 0 0,4-231-182 0 0,60 439 0 0 0,30 379 298 0 0,-85 71-127 0 0,-19-949-32 0 0,-12 395 127 0 0,32-2-35 0 0,146 1541 317 0 0,-109-1394-111 0 0,7 96 205 0 0,10-307-279 0 0,58 129-233 0 0,-110-658-68 0 0,-10-57-35 0 0,-1 1 15 0 0,3 19 19 0 0,-3-19-6 0 0,1 0-28 0 0,3 14 7 0 0,-3-15-5 0 0,-1 0 16 0 0,4 12 13 0 0,-3-12-4 0 0,-1 0 1 0 0,0 14-7 0 0,0-14-15 0 0,0 1 57 0 0,0 18 64 0 0,0-18-100 0 0,-1-1-49 0 0,-1 16 38 0 0,1-16-4 0 0,0-1 7 0 0,-2 13 7 0 0,1-8-9 0 0,-3 10 18 0 0,-15 78 434 0 0,-8 108 0 0 0,20-139-386 0 0,1 25 88 0 0,6-81-142 0 0,-9 126 77 0 0,10-93-66 0 0,-4 32 61 0 0,3 18-94 0 0,1-87 6 0 0,0 0-4 0 0,1 22 0 0 0,-1-21 2 0 0,1-2-3 0 0,0 17-26 0 0,-1-17-20 0 0,0 0-72 0 0,0 15 93 0 0,0-15 22 0 0,-1-1-170 0 0,-1 18-236 0 0,0-23 420 0 0,1 0-1 0 0,0 0 0 0 0,0 1 1 0 0,0-1-1 0 0,0 0 0 0 0,-1 1 1 0 0,1-1-1 0 0,0 1 0 0 0,-1-1 1 0 0,1 1-1 0 0,0 0 0 0 0,-3-1 1 0 0,1 1-4 0 0,-2-2-15 0 0,2 0-87 0 0,-64-29-373 0 0,62 30 431 0 0,0-1-63 0 0,-68-13-139 0 0,-1 3 1 0 0,-86-3-1 0 0,155 15 181 0 0,-3-1 5 0 0,-21-1-2 0 0,22 1-5 0 0,-1 1 36 0 0,-22-1-63 0 0,23 1-6 0 0,0 0 14 0 0,-21 0 9 0 0,21 0 14 0 0,0 0 1 0 0,-18 0 1 0 0,18 0 34 0 0,2 0 3 0 0,-19 0 2 0 0,18 0-10 0 0,1 0-2 0 0,-19 0-2 0 0,19 0 14 0 0,-2 0 10 0 0,-58 1-95 0 0,-327 1-345 0 0,-504-5 123 0 0,94 32 97 0 0,190 17-206 0 0,404-30 300 0 0,-508 10-887 0 0,259-14 225 0 0,-93 22 513 0 0,280-15 211 0 0,-198 25 200 0 0,133-10-5 0 0,235-25-118 0 0,-698 54 15 0 0,685-57 1 0 0,-308 16-25 0 0,-296-19-50 0 0,386 2 65 0 0,-314 14 247 0 0,0-1-422 0 0,-277-48 397 0 0,679 6-214 0 0,-518-40 389 0 0,351 30-326 0 0,103 7 195 0 0,151 16-76 0 0,107 8-167 0 0,-1-2 17 0 0,-82-7-34 0 0,-45-4 74 0 0,106 9-24 0 0,14 4-118 0 0,-109-10 260 0 0,161 12-147 0 0,-1 1 16 0 0,-19-3 1 0 0,19 3-11 0 0,2-1-43 0 0,-15-1 42 0 0,14 2 71 0 0,1-1-67 0 0,-15-1-16 0 0,14 1 81 0 0,0 1-104 0 0,-26-4 133 0 0,-7-1-29 0 0,-40 1 1 0 0,57 0 34 0 0,16 3 149 0 0,1 0-255 0 0,-15-3 9 0 0,14 3 221 0 0,5 0-282 0 0,0 1 0 0 0,0 0 0 0 0,0-1 0 0 0,0 1 0 0 0,0 0 0 0 0,0-1 0 0 0,0 1 0 0 0,0 0 0 0 0,0-1 0 0 0,0 1 0 0 0,0 0 0 0 0,0-1 0 0 0,-1 1 0 0 0,1 0 0 0 0,0 0 0 0 0,0-1 0 0 0,0 1 0 0 0,-1 0 0 0 0,1 0 0 0 0,0-1 0 0 0,0 1 0 0 0,-1 0 0 0 0,1 0 0 0 0,0 0 0 0 0,0-1 1 0 0,-1 1-1 0 0,1 0 0 0 0,0 0 0 0 0,-1 0 0 0 0,1 0 0 0 0,-1-1 5 0 0,0 1 1 0 0,0-1 0 0 0,1 1-1 0 0,-1-1 1 0 0,0 1 0 0 0,1-1-1 0 0,-1 1 1 0 0,0-1-1 0 0,1 0 1 0 0,-1 1 0 0 0,1-1-1 0 0,-1 0 1 0 0,1 1 0 0 0,-1-1-1 0 0,1 0 1 0 0,0 0-1 0 0,-1 0 1 0 0,1 1 0 0 0,0-1-1 0 0,-1-1 1 0 0,-5-18-2 0 0,5 15-37 0 0,0 0-193 0 0,-2-18-16 0 0,2 17-77 0 0,1-1-172 0 0,1-18-1268 0 0,1 0 1 0 0,1 0-1 0 0,1 0 1 0 0,1 0 0 0 0,15-40-1 0 0,-5 26-4133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624 1 2292 0 0,'0'0'8449'0'0,"4"2"-8074"0"0,16 6 283 0 0,-19-6-603 0 0,0-1-1 0 0,0 1 1 0 0,-1 0-1 0 0,1 0 0 0 0,0 0 1 0 0,-1 0-1 0 0,0 0 1 0 0,1-1-1 0 0,-1 5 0 0 0,1-2 192 0 0,0 2-24 0 0,12 127 787 0 0,-15-37-777 0 0,-3 41 115 0 0,-31 178 0 0 0,28-256-221 0 0,-92 620 900 0 0,16-17-650 0 0,45-335-242 0 0,-36 365 17 0 0,68-619-123 0 0,-62 762 215 0 0,26-279-300 0 0,-8 282 67 0 0,17-220 106 0 0,-35 502 0 0 0,50-214 511 0 0,16-543-371 0 0,-9 559 541 0 0,4-460-514 0 0,4 846 224 0 0,25-67 296 0 0,-12-602-118 0 0,-7-376-622 0 0,16 379 16 0 0,-6-480-116 0 0,-2-66 150 0 0,10 73-166 0 0,-20-164 49 0 0,1 1-1 0 0,9 93-25 0 0,-8-78 18 0 0,-1-16-1 0 0,-1-1 1 0 0,0 49 81 0 0,0-47-90 0 0,0 0-28 0 0,-1 17 62 0 0,0-17 1 0 0,1-1 2 0 0,-3 47 190 0 0,3-47-144 0 0,-1 2 22 0 0,-7 127 536 0 0,5-113-550 0 0,3-16-17 0 0,0 1 8 0 0,0 21-7 0 0,0-21-6 0 0,0 1-4 0 0,2 116 546 0 0,4 56 345 0 0,-3-143-895 0 0,-2-31 17 0 0,-1 1 24 0 0,3 18-9 0 0,-3-18-12 0 0,1 0-11 0 0,3 16 7 0 0,-3-17-5 0 0,-1 1-11 0 0,2 15-11 0 0,-1-15 13 0 0,0-2 51 0 0,1 14-106 0 0,-1-14-50 0 0,-1 1-175 0 0,2 9 411 0 0,-6-51-24568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145 224 2280 0 0,'-6'1'1554'0'0,"-77"18"4342"0"0,78-18-4626 0 0,4-1-1231 0 0,-1 0 1 0 0,1 0-1 0 0,-1 0 1 0 0,1 0 0 0 0,-1 0-1 0 0,1 0 1 0 0,0 0-1 0 0,-1 1 1 0 0,1-1-1 0 0,-1 0 1 0 0,1 1 0 0 0,-2 0-1 0 0,0 0 50 0 0,-2 0 685 0 0,-14 6-499 0 0,15-6 1850 0 0,6 0-2108 0 0,0-1-1 0 0,-1 1 0 0 0,1 0 1 0 0,0-1-1 0 0,-1 1 1 0 0,1 0-1 0 0,-1 0 0 0 0,1 0 1 0 0,-1 0-1 0 0,2 2 0 0 0,1-1 64 0 0,3-2 14 0 0,207-17 259 0 0,-165 11-447 0 0,39-1 89 0 0,-83 6-81 0 0,2 1 40 0 0,21-1-31 0 0,-21 1-5 0 0,-1-1 41 0 0,236-16-222 0 0,280-46 146 0 0,-137 13 105 0 0,366-17-116 0 0,-281 53 18 0 0,-180 9 238 0 0,346-9-123 0 0,-259 13-3 0 0,49-2 151 0 0,-27 0-23 0 0,-104 3 110 0 0,44 3-193 0 0,-80 1 28 0 0,65-4 124 0 0,701 5 520 0 0,38 10-452 0 0,-821-11-210 0 0,240 8-80 0 0,-164 0-84 0 0,255 13 172 0 0,732 43-113 0 0,-144-73 13 0 0,-1125 3 66 0 0,72-4 64 0 0,-3 1-81 0 0,-34 1 15 0 0,-20 1-8 0 0,98-3 49 0 0,-142 6-99 0 0,20-2 17 0 0,-21 2-46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337 111 4368 0 0,'0'0'5764'0'0,"-1"4"-5553"0"0,0 0-100 0 0,-1 0-1 0 0,1 0 1 0 0,-1 0 0 0 0,0 0 0 0 0,-1-1-1 0 0,1 1 1 0 0,-1-1 0 0 0,1 1-1 0 0,-1-1 1 0 0,0 0 0 0 0,0 0 0 0 0,0 0-1 0 0,-1-1 1 0 0,-6 5 0 0 0,-2 1 319 0 0,0-1 0 0 0,0-1 0 0 0,-15 5 0 0 0,22-9 63 0 0,-1-1-284 0 0,-14 0-71 0 0,14-1 23 0 0,-16-10 267 0 0,21 9-416 0 0,1-1-1 0 0,-1 1 0 0 0,0 0 1 0 0,1-1-1 0 0,-1 1 0 0 0,0 0 0 0 0,0 0 1 0 0,0-1-1 0 0,0 1 0 0 0,0 0 1 0 0,0 0-1 0 0,-2-1 0 0 0,3 1 2 0 0,-3-2-5 0 0,2-2 44 0 0,-4-13-14 0 0,4 13-44 0 0,2-1 58 0 0,-1-1-22 0 0,1-1 1 0 0,1 1-1 0 0,0 0 0 0 0,0 0 0 0 0,0 0 0 0 0,1 0 0 0 0,-1 0 0 0 0,2 1 0 0 0,-1-1 0 0 0,8-9 0 0 0,-6 10-10 0 0,-1 1-1 0 0,1 0 1 0 0,0 0-1 0 0,1 0 1 0 0,-1 1-1 0 0,1 0 1 0 0,0 0-1 0 0,10-5 1 0 0,-12 7-16 0 0,0 1 0 0 0,1 0 0 0 0,-1 0 1 0 0,1 0-1 0 0,0 0 0 0 0,-1 1 1 0 0,1 0-1 0 0,-1 0 0 0 0,1 0 0 0 0,0 0 1 0 0,-1 1-1 0 0,1-1 0 0 0,-1 1 1 0 0,1 0-1 0 0,-1 1 0 0 0,1-1 1 0 0,6 4-1 0 0,-2 0-5 0 0,1 1 1 0 0,-1 0 0 0 0,0 0-1 0 0,-1 0 1 0 0,1 1 0 0 0,-1 1-1 0 0,-1-1 1 0 0,0 1-1 0 0,0 1 1 0 0,0-1 0 0 0,-1 1-1 0 0,0 0 1 0 0,-1 0 0 0 0,0 1-1 0 0,0 0 1 0 0,-1 0-1 0 0,0 0 1 0 0,-1 0 0 0 0,0 1-1 0 0,-1-1 1 0 0,0 1 0 0 0,1 19-1 0 0,-2-15-4 0 0,-1 0-1 0 0,0 0 1 0 0,-1 0 0 0 0,-1 0-1 0 0,0 0 1 0 0,-1 0 0 0 0,0-1-1 0 0,-1 1 1 0 0,-1-1-1 0 0,0 0 1 0 0,-1 0 0 0 0,-1 0-1 0 0,0-1 1 0 0,-1 0 0 0 0,0-1-1 0 0,-15 18 1 0 0,16-22 4 0 0,0-1-1 0 0,0 0 1 0 0,-1 0 0 0 0,1 0-1 0 0,-1-1 1 0 0,-1 0 0 0 0,1-1 0 0 0,-1 0-1 0 0,-13 5 1 0 0,8-5-135 0 0,0-1 1 0 0,0 0-1 0 0,-1-1 0 0 0,0-1 0 0 0,-27 1 0 0 0,33-4 25 0 0,0-2 0 0 0,0 1 0 0 0,0-1-1 0 0,1-1 1 0 0,0 1 0 0 0,-1-1-1 0 0,1-1 1 0 0,1 0 0 0 0,-1 0-1 0 0,1 0 1 0 0,0-1 0 0 0,-11-11 0 0 0,-20-32-207 0 0,34 41 314 0 0,1 1-1 0 0,0-1 0 0 0,1 0 1 0 0,-1 0-1 0 0,2-1 0 0 0,-1 1 1 0 0,1 0-1 0 0,0-9 0 0 0,0 12 0 0 0,11-13 184 0 0,-7 15-155 0 0,1 1-6 0 0,12-4 54 0 0,-12 4 10 0 0,3 2 28 0 0,8 1-14 0 0,-1 1 1 0 0,0 1-1 0 0,0-1 1 0 0,0 2-1 0 0,18 7 0 0 0,69 35 457 0 0,-65-29-562 0 0,1 0-1 0 0,51 14 1 0 0,-63-24-720 0 0,0-1 0 0 0,29 2 1 0 0,-43-7 62 0 0,0-1 0 0 0,0 0 1 0 0,0 0-1 0 0,-1-1 1 0 0,1 0-1 0 0,0-1 0 0 0,0-1 1 0 0,19-6-1 0 0,-9 0-1799 0 0,-15 7-1743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220 133 3076 0 0,'6'-26'1657'0'0,"-5"21"-250"0"0,-1 0-256 0 0,0 0-810 0 0,0 0 0 0 0,-1 0-1 0 0,0 0 1 0 0,0-1 0 0 0,0 1-1 0 0,0 1 1 0 0,-1-1 0 0 0,0 0-1 0 0,0 0 1 0 0,0 1 0 0 0,-1-1-1 0 0,1 1 1 0 0,-1-1-1 0 0,-4-3 1 0 0,-8-4 40 0 0,11 9 0 0 0,-1 2-1 0 0,-14-2-30 0 0,14 2-29 0 0,-1 2 24 0 0,-1 1-249 0 0,-1 0-1 0 0,1 1 1 0 0,0 0-1 0 0,-1 0 0 0 0,1 0 1 0 0,1 1-1 0 0,-1 0 1 0 0,0 1-1 0 0,1 0 0 0 0,0 0 1 0 0,0 0-1 0 0,1 0 1 0 0,-1 1-1 0 0,1 0 0 0 0,0 0 1 0 0,1 1-1 0 0,0-1 1 0 0,0 1-1 0 0,0 0 0 0 0,-3 8 1 0 0,4-7-69 0 0,0 0-1 0 0,0 0 1 0 0,0 0 0 0 0,1 0 0 0 0,1 0 0 0 0,-1 1-1 0 0,2-1 1 0 0,-1 1 0 0 0,1 15 0 0 0,1-16-42 0 0,1 0 0 0 0,-1 0-1 0 0,1 0 1 0 0,1 0 0 0 0,-1 0 0 0 0,1 0 0 0 0,1-1-1 0 0,-1 0 1 0 0,1 0 0 0 0,1 0 0 0 0,-1 0 0 0 0,1 0-1 0 0,0-1 1 0 0,1 0 0 0 0,0 0 0 0 0,0 0 0 0 0,12 8 0 0 0,23 7-269 0 0,-37-20 226 0 0,1 0 0 0 0,16 4-11 0 0,-15-4 13 0 0,0-2 0 0 0,0 0 78 0 0,0 0 0 0 0,1 0 0 0 0,-1 0 0 0 0,0-1 0 0 0,0 0 0 0 0,0-1 0 0 0,0 1 0 0 0,0-1 0 0 0,-1 0 0 0 0,1 0 0 0 0,-1-1 0 0 0,1 1 0 0 0,-1-1 0 0 0,-1-1 0 0 0,1 1 0 0 0,0-1 0 0 0,-1 1 0 0 0,0-1 0 0 0,0-1 0 0 0,-1 1 0 0 0,4-6 0 0 0,-3 5-20 0 0,-1 1 1 0 0,0 0 0 0 0,0-1-1 0 0,0 0 1 0 0,-1 1-1 0 0,1-1 1 0 0,-1 0-1 0 0,-1 0 1 0 0,1-1 0 0 0,-1 1-1 0 0,0 0 1 0 0,-1 0-1 0 0,0-1 1 0 0,0 1 0 0 0,0 0-1 0 0,0-1 1 0 0,-1 1-1 0 0,0 0 1 0 0,0 0-1 0 0,-1 0 1 0 0,0 0 0 0 0,-3-6-1 0 0,2 2-219 0 0,1 4-15 0 0,-1-1 0 0 0,0 1 0 0 0,0-1 0 0 0,0 1 0 0 0,-1 0 0 0 0,1 0 0 0 0,-2 0 0 0 0,1 1 0 0 0,-1 0 0 0 0,-7-8 0 0 0,6 8-402 0 0,-1 0-1 0 0,0 0 1 0 0,0 0 0 0 0,0 1 0 0 0,0 0 0 0 0,-1 0 0 0 0,0 1 0 0 0,1 0 0 0 0,-1 0 0 0 0,-15-2 0 0 0,-1 2-1854 0 0,18 3-1760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211 97 3728 0 0,'0'0'6198'0'0,"5"1"-6016"0"0,15 6 870 0 0,-22-3-817 0 0,-20 30 776 0 0,20-31-648 0 0,-2 0-209 0 0,-28 13 721 0 0,30-15-823 0 0,1 0-1 0 0,-1 0 1 0 0,1-1-1 0 0,-1 1 0 0 0,0-1 1 0 0,1 1-1 0 0,-1-1 0 0 0,0 0 1 0 0,1 0-1 0 0,-1 1 1 0 0,0-1-1 0 0,1 0 0 0 0,-1-1 1 0 0,0 1-1 0 0,1 0 0 0 0,-1 0 1 0 0,0-1-1 0 0,1 1 1 0 0,-1-1-1 0 0,1 1 0 0 0,-1-1 1 0 0,0 0-1 0 0,-1-1 141 0 0,1 0-165 0 0,-1-1-1 0 0,1 0 1 0 0,0 0-1 0 0,0 0 1 0 0,0 0-1 0 0,1 0 1 0 0,-1 0 0 0 0,1 0-1 0 0,0 0 1 0 0,-1-1-1 0 0,0-6 1 0 0,1 6 35 0 0,2-1 12 0 0,1-16-10 0 0,-1 16-10 0 0,0 0 12 0 0,6-15-9 0 0,-5 15-11 0 0,2 1-15 0 0,10-14-3 0 0,-11 14 2 0 0,-1 3-26 0 0,0 0-1 0 0,-1 0 1 0 0,1 0 0 0 0,0 0 0 0 0,-1 0 0 0 0,1-1 0 0 0,-1 1-1 0 0,0 0 1 0 0,1-1 0 0 0,1-2 0 0 0,1 0 5 0 0,1 3 13 0 0,15-6-13 0 0,-15 6 3 0 0,0 1-13 0 0,0 0 0 0 0,1 1 1 0 0,-1 0-1 0 0,0 0 0 0 0,0 0 0 0 0,0 0 0 0 0,0 1 1 0 0,0 0-1 0 0,0 0 0 0 0,0 0 0 0 0,-1 1 0 0 0,1 0 1 0 0,-1 0-1 0 0,1 0 0 0 0,5 5 0 0 0,-2 2 2 0 0,-1 0 0 0 0,0 0 0 0 0,0 1 0 0 0,-1 0 1 0 0,0 0-1 0 0,-1 0 0 0 0,0 1 0 0 0,-1-1 0 0 0,0 1 0 0 0,-1 0 0 0 0,-1 1 0 0 0,3 18 0 0 0,-6-16-59 0 0,0 0 0 0 0,-1 0 0 0 0,0 0-1 0 0,-1 0 1 0 0,-1-1 0 0 0,0 1 0 0 0,-1-1 0 0 0,-1 0-1 0 0,-8 15 1 0 0,9-19 15 0 0,0 0 1 0 0,-1-1 1 0 0,0 0 0 0 0,-9 11-1 0 0,6-9 5 0 0,0-1 0 0 0,0 0 0 0 0,-1 0 0 0 0,0-1-1 0 0,-1-1 1 0 0,0 0 0 0 0,0 0 0 0 0,-1-1-1 0 0,0 0 1 0 0,-25 10 0 0 0,32-16 7 0 0,-1 0-10 0 0,-19 2-27 0 0,19-2-33 0 0,0-2-47 0 0,3 1 189 0 0,0 0-110 0 0,0-1 0 0 0,0 1 0 0 0,0-1 1 0 0,0 1-1 0 0,0-1 0 0 0,0 0 0 0 0,0 0 0 0 0,1 0 0 0 0,-1-1 1 0 0,0 1-1 0 0,1-1 0 0 0,-1 1 0 0 0,1-1 0 0 0,-1 0 1 0 0,1 0-1 0 0,0 0 0 0 0,-3-3 0 0 0,-15-29-502 0 0,18 30 394 0 0,1-1 8 0 0,-4-16 23 0 0,4 16 29 0 0,1 0 11 0 0,1-5 19 0 0,1 0 1 0 0,0 0-1 0 0,0 1 0 0 0,1-1 1 0 0,4-12-1 0 0,-5 18 51 0 0,2 2-11 0 0,1-1 57 0 0,1 0-1 0 0,-1 1 1 0 0,1 0-1 0 0,-1 0 1 0 0,10-1-1 0 0,-10 2 22 0 0,0 2 4 0 0,7 1 15 0 0,1 1 0 0 0,-1 0 0 0 0,0 1 1 0 0,0 0-1 0 0,-1 1 0 0 0,1 0 0 0 0,-1 1 0 0 0,14 9 0 0 0,141 82-136 0 0,-162-95-155 0 0,18 4-376 0 0,-16-4 481 0 0,-1 0-332 0 0,1-1-116 0 0,17 1-153 0 0,-17-2-127 0 0,0 0-127 0 0,17-4-117 0 0,-17 3-24 0 0,-1-1-739 0 0,21-9-1318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76 1 2060 0 0,'0'0'7259'0'0,"-5"1"-6838"0"0,-23 4 358 0 0,25-1-445 0 0,-7 12-33 0 0,7-13-34 0 0,1 2-22 0 0,-7 15-7 0 0,6-15-44 0 0,2 0-35 0 0,-6 14 2 0 0,5-14-30 0 0,1 0-24 0 0,0 1-30 0 0,1 1-1 0 0,0 0 1 0 0,0-1-1 0 0,1 1 1 0 0,0 6-1 0 0,1-8-56 0 0,-2-5-18 0 0,0 0-1 0 0,1 0 0 0 0,-1 0 0 0 0,1 0 1 0 0,-1 0-1 0 0,1 0 0 0 0,-1 0 1 0 0,0 0-1 0 0,1 1 0 0 0,-1-1 0 0 0,0 0 1 0 0,1 0-1 0 0,-1 0 0 0 0,1 1 1 0 0,-1-1-1 0 0,0 0 0 0 0,0 0 1 0 0,1 1-1 0 0,-1-1 0 0 0,0 0 0 0 0,1 1 1 0 0,-1-1-1 0 0,0 0 0 0 0,0 1 1 0 0,1-1-1 0 0,-1 1 0 0 0,14 11 76 0 0,4-4-47 0 0,-14-6 2 0 0,2-1 16 0 0,16 3 18 0 0,-17-3 9 0 0,0 0 10 0 0,42 10 195 0 0,-43-10-206 0 0,1 1 0 0 0,57 29 355 0 0,-59-29-332 0 0,1 1-25 0 0,-1 0-95 0 0,1 1 75 0 0,0-1-1 0 0,0 1 0 0 0,0 0 1 0 0,-1-1-1 0 0,1 2 0 0 0,-1-1 1 0 0,0 0-1 0 0,-1 1 0 0 0,1-1 0 0 0,-1 1 1 0 0,1 0-1 0 0,0 5 0 0 0,0 8 19 0 0,-3-14 15 0 0,-1 1 0 0 0,0-1-58 0 0,0 1-1 0 0,-1 0 1 0 0,1-1-1 0 0,-1 1 1 0 0,0-1-1 0 0,-1 1 1 0 0,1-1-1 0 0,-1 0 1 0 0,0 0-1 0 0,0 0 1 0 0,0 0-1 0 0,0-1 1 0 0,-5 5-1 0 0,0-2-14 0 0,-1 1 0 0 0,0-1 1 0 0,0-1-1 0 0,0 1 0 0 0,-13 4 0 0 0,18-8-94 0 0,-9 2-88 0 0,13-4 91 0 0,-1 1 1 0 0,0-1 0 0 0,0 1 0 0 0,0-1 0 0 0,1 1-1 0 0,-1-1 1 0 0,0 0 0 0 0,0 1 0 0 0,0-1 0 0 0,0 0-1 0 0,0 0 1 0 0,0 0 0 0 0,0 0 0 0 0,0 0 0 0 0,0 0 0 0 0,1 0-1 0 0,-1 0 1 0 0,0 0 0 0 0,0 0 0 0 0,-2-1 0 0 0,-15-1-566 0 0,13 2-64 0 0,5-1-136 0 0,0 0 811 0 0,0 1 0 0 0,0 0 1 0 0,0-1-1 0 0,0 1 0 0 0,0 0 0 0 0,0-1 0 0 0,0 1 0 0 0,0 0 0 0 0,-1-1 0 0 0,1 1 1 0 0,0 0-1 0 0,0-1 0 0 0,0 1 0 0 0,0 0 0 0 0,-1 0 0 0 0,1-1 0 0 0,0 1 1 0 0,0 0-1 0 0,-1 0 0 0 0,1-1 0 0 0,0 1 0 0 0,0 0 0 0 0,-1 0 0 0 0,1 0 0 0 0,0-1 1 0 0,-1 1-1 0 0,1 0 0 0 0,0 0 0 0 0,-1 0 0 0 0,0 0-94 0 0,0-1-1 0 0,1 1 1 0 0,-1-1-1 0 0,0 1 1 0 0,1 0-1 0 0,-1-1 1 0 0,0 1-1 0 0,1-1 1 0 0,-1 0 0 0 0,0 1-1 0 0,1-1 1 0 0,-1 1-1 0 0,1-1 1 0 0,-1 0-1 0 0,1 0 1 0 0,0 1-1 0 0,-1-1 1 0 0,1 0-1 0 0,0 0 1 0 0,-1 1 0 0 0,1-1-1 0 0,0 0 1 0 0,0 0-1 0 0,0-1 1 0 0,-2-4-334 0 0,-2-16-2780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2 181 1680 0 0,'0'0'4100'0'0,"-1"-5"-3431"0"0,1 2-278 0 0,0 0 0 0 0,0-1 0 0 0,0 1 0 0 0,0 0 0 0 0,1 0 0 0 0,-1 0-1 0 0,1-1 1 0 0,0 1 0 0 0,0 0 0 0 0,3-6 0 0 0,-2 6 26 0 0,-2 2-371 0 0,1 0 0 0 0,0 0 0 0 0,0 0 0 0 0,-1 0-1 0 0,1 0 1 0 0,0 0 0 0 0,0 0 0 0 0,0 1-1 0 0,0-1 1 0 0,0 0 0 0 0,0 1 0 0 0,0-1 0 0 0,0 1-1 0 0,3-2 1 0 0,4-2 415 0 0,47-23 663 0 0,2 3 0 0 0,72-22 0 0 0,-120 44-1109 0 0,-4 0-199 0 0,3-1-690 0 0,1 0 0 0 0,0 1 0 0 0,0 0 1 0 0,12-1-1 0 0,-16 3-1024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117 1 4104 0 0,'0'0'7156'0'0,"-3"4"-6600"0"0,-3 8-109 0 0,0 1 0 0 0,0 0-1 0 0,1 0 1 0 0,1 0-1 0 0,0 1 1 0 0,1 0-1 0 0,-3 23 1 0 0,-1 4 55 0 0,-13 68 713 0 0,-23 109-188 0 0,40-195-1564 0 0,2-19 96 0 0,27-22-16674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105 126 4560 0 0,'0'0'4526'0'0,"-4"-2"-3692"0"0,-8-7-144 0 0,8 7 818 0 0,3-2-1107 0 0,-3-12-32 0 0,2 12 263 0 0,5-1-363 0 0,6-14-12 0 0,-7 15-30 0 0,3 0-13 0 0,7-5-32 0 0,1 0 0 0 0,0 1 0 0 0,1 1-1 0 0,25-11 1 0 0,-35 17-154 0 0,9-1 46 0 0,-10 2-66 0 0,-1-1-1 0 0,1 0 0 0 0,0 1 0 0 0,0 0 0 0 0,-1 0 0 0 0,1 0 0 0 0,0 0 0 0 0,0 0 1 0 0,0 0-1 0 0,-1 1 0 0 0,1-1 0 0 0,0 1 0 0 0,0 0 0 0 0,-1 0 0 0 0,1 0 1 0 0,-1 0-1 0 0,4 2 0 0 0,25 27 97 0 0,-29-27-70 0 0,-1 2-12 0 0,1 5-7 0 0,-1-6-12 0 0,0 0-1 0 0,0 1 1 0 0,0-1-1 0 0,-1 1 1 0 0,0-1-1 0 0,0 7 1 0 0,-1 0 5 0 0,-1-1 0 0 0,-1 0 0 0 0,1 0 0 0 0,-2 0 0 0 0,-5 12-1 0 0,-33 52 77 0 0,40-70-29 0 0,2-4-49 0 0,0 1-1 0 0,0-1 0 0 0,0 1 1 0 0,-1-1-1 0 0,1 1 0 0 0,0-1 1 0 0,0 1-1 0 0,0 0 0 0 0,-1-1 1 0 0,1 0-1 0 0,0 1 1 0 0,-1-1-1 0 0,1 1 0 0 0,0-1 1 0 0,-1 1-1 0 0,1-1 0 0 0,-1 0 1 0 0,1 1-1 0 0,0-1 0 0 0,-1 0 1 0 0,1 1-1 0 0,-1-1 1 0 0,1 0-1 0 0,-1 1 0 0 0,1-1 1 0 0,-2 0-1 0 0,2 0-3 0 0,-1 0 0 0 0,1 1 0 0 0,-1-1 0 0 0,1 0 0 0 0,-1 0 0 0 0,1 1 0 0 0,-1-1 0 0 0,1 0 0 0 0,-1 1 0 0 0,1-1 0 0 0,0 0 1 0 0,-1 1-1 0 0,1-1 0 0 0,-1 1 0 0 0,1-1 0 0 0,0 1 0 0 0,-1-1 0 0 0,1 1 0 0 0,0-1 0 0 0,0 1 0 0 0,0-1 0 0 0,-1 1 0 0 0,1-1 0 0 0,0 1 0 0 0,0-1 0 0 0,0 2 0 0 0,-12 12 187 0 0,27-23-189 0 0,-11 7 13 0 0,1 1-15 0 0,14-2-4 0 0,-14 2-8 0 0,1 0-3 0 0,17-1-1 0 0,-17 2 12 0 0,0 1 11 0 0,43 12 14 0 0,-44-11-9 0 0,-1 1 9 0 0,12 8 3 0 0,-12-9 6 0 0,-4-1-28 0 0,0-1 1 0 0,0 0 0 0 0,0 1 0 0 0,0-1 0 0 0,0 1 0 0 0,0-1 0 0 0,0 0 0 0 0,0 1 0 0 0,1-1 0 0 0,-1 0 0 0 0,0 1 0 0 0,0-1 0 0 0,0 0 0 0 0,0 1 0 0 0,0-1 0 0 0,1 0 0 0 0,-1 1 0 0 0,0-1 0 0 0,0 0 0 0 0,1 0 0 0 0,-1 1 0 0 0,0-1 0 0 0,1 0 0 0 0,-1 0 0 0 0,0 1 0 0 0,0-1 0 0 0,1 0 0 0 0,0 0 2 0 0,-1 1 1 0 0,1-1-1 0 0,-1 0 0 0 0,1 1 1 0 0,-1-1-1 0 0,1 0 1 0 0,-1 1-1 0 0,0-1 0 0 0,1 1 1 0 0,-1-1-1 0 0,0 1 0 0 0,1-1 1 0 0,-1 1-1 0 0,0-1 1 0 0,1 1-1 0 0,-1-1 0 0 0,0 1 1 0 0,0-1-1 0 0,0 1 0 0 0,0-1 1 0 0,0 1-1 0 0,1 0 1 0 0,-1-1-1 0 0,0 1 0 0 0,0-1 1 0 0,0 1-1 0 0,0-1 0 0 0,-1 1 1 0 0,1-1-1 0 0,0 2 1 0 0,0 1 5 0 0,0 0 1 0 0,-1 0-1 0 0,1 0 1 0 0,-1 0-1 0 0,1 0 1 0 0,-1 0-1 0 0,0 0 1 0 0,0 0 0 0 0,0 0-1 0 0,-1 0 1 0 0,1-1-1 0 0,-1 1 1 0 0,0 0-1 0 0,1-1 1 0 0,-1 1-1 0 0,0-1 1 0 0,-5 4 0 0 0,-10 7 40 0 0,-2 0 0 0 0,1-1 0 0 0,-2-1 0 0 0,1-1 0 0 0,-1-1 0 0 0,-1-1 0 0 0,-40 11 0 0 0,27-13-91 0 0,28-6-118 0 0,-30 0-139 0 0,29 0 50 0 0,1-1-110 0 0,-17-3-107 0 0,17 3-105 0 0,1-1-102 0 0,-12-4-91 0 0,13 4-68 0 0,3 2 788 0 0,1-1 1 0 0,0 1-1 0 0,0 0 0 0 0,0-1 1 0 0,0 1-1 0 0,0 0 0 0 0,0-1 1 0 0,0 1-1 0 0,-1 0 0 0 0,1-1 0 0 0,0 1 1 0 0,0 0-1 0 0,0 0 0 0 0,-1-1 1 0 0,1 1-1 0 0,0 0 0 0 0,0 0 0 0 0,-1-1 1 0 0,1 1-1 0 0,0 0 0 0 0,0 0 1 0 0,-1 0-1 0 0,1 0 0 0 0,0-1 0 0 0,-1 1 1 0 0,1 0-1 0 0,0 0 0 0 0,-1 0 1 0 0,-7-6-741 0 0,8-3-3262 0 0,5-13 1593 0 0,-4 17-1737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1 3948 0 0,'0'0'7684'0'0,"1"4"-7241"0"0,0-1-277 0 0,-1 0-1 0 0,0 0 1 0 0,1 1-1 0 0,-1-1 1 0 0,0 0-1 0 0,-1 0 1 0 0,1 1-1 0 0,0-1 1 0 0,-1 0-1 0 0,0 0 1 0 0,-1 4-1 0 0,0-3 482 0 0,-1 25 38 0 0,3-23-474 0 0,4 16 41 0 0,-3-18-132 0 0,2 1-51 0 0,7 9-18 0 0,1 0 0 0 0,0 0 0 0 0,1-2 0 0 0,1 1 0 0 0,24 18 0 0 0,24 23-26 0 0,-58-51 127 0 0,-1 1-52 0 0,10 13-26 0 0,-9-13-2 0 0,-2 0 2 0 0,1 1-25 0 0,-1 0-1 0 0,-1 0 0 0 0,1-1 1 0 0,-1 1-1 0 0,0 0 0 0 0,0 0 1 0 0,-1 6-1 0 0,1-6 22 0 0,-3-2-21 0 0,-5 12-7 0 0,6-12-10 0 0,-1 0-10 0 0,-2 1 11 0 0,2 0-198 0 0,0-1 0 0 0,0-1 0 0 0,-1 1-1 0 0,1 0 1 0 0,-1-1 0 0 0,0 0 0 0 0,0 1 0 0 0,1-2 0 0 0,-1 1 0 0 0,-1 0 0 0 0,1-1-1 0 0,0 0 1 0 0,0 0 0 0 0,-9 1 0 0 0,-8-2-583 0 0,16 0-43 0 0,0-1-46 0 0,-1-2-27 0 0,0-1-1 0 0,0 1 1 0 0,0-1 0 0 0,0 0 0 0 0,1-1-1 0 0,-1 1 1 0 0,1-1 0 0 0,-8-9 0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1 204 2732 0 0,'14'-39'7819'0'0,"-11"30"-8074"0"0,-1 4 915 0 0,2 2-66 0 0,10-9-100 0 0,1 1 0 0 0,0 1-1 0 0,0 0 1 0 0,1 1-1 0 0,0 1 1 0 0,26-9 0 0 0,113-32 18 0 0,-109 36-1296 0 0,-42 11 155 0 0,-3 2 599 0 0,0 1 0 0 0,-1-1 0 0 0,1 0 0 0 0,0 0 1 0 0,0 0-1 0 0,-1 0 0 0 0,1 0 0 0 0,0 0 0 0 0,0 0 0 0 0,-1 0 1 0 0,1 0-1 0 0,0 0 0 0 0,0 0 0 0 0,-1-1 0 0 0,1 1 1 0 0,0 0-1 0 0,-1 0 0 0 0,1-1 0 0 0,0 1 0 0 0,0-1 0 0 0,6-2-1592 0 0,0 2-4411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30 4356 0 0,'0'0'4627'0'0,"0"-5"-3510"0"0,-2-15-185 0 0,2 15 2575 0 0,1 10-2994 0 0,5 36 202 0 0,-2 1-1 0 0,-2 0 1 0 0,-4 50-1 0 0,-5-21-525 0 0,-9 76-193 0 0,16-142-157 0 0,-1 1-127 0 0,1 46-2384 0 0,1-48 1691 0 0,4 0-3645 0 0,4 2 4121 0 0,-2-4-3197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0 113 3144 0 0,'0'0'8208'0'0,"2"-4"-7544"0"0,3-15-34 0 0,-3 15-33 0 0,3 2-32 0 0,212-47 3038 0 0,-59 16-4961 0 0,-154 32 590 0 0,-18 25-14477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119 3 3692 0 0,'0'0'6418'0'0,"-4"-1"-5980"0"0,2 1-349 0 0,1-1 0 0 0,-1 1 0 0 0,0 0 0 0 0,1 0 0 0 0,-1-1 0 0 0,0 1 0 0 0,1 0 0 0 0,-1 0 0 0 0,0 1 0 0 0,1-1 0 0 0,-1 0 0 0 0,0 1 0 0 0,1-1 0 0 0,-1 1 0 0 0,0-1 0 0 0,1 1 0 0 0,-1 0 0 0 0,1-1 0 0 0,-3 3 0 0 0,1-1 256 0 0,0 1-25 0 0,-5 10-23 0 0,0 0 0 0 0,0 1 0 0 0,1-1 0 0 0,1 1 0 0 0,0 1 0 0 0,1-1 0 0 0,1 1 0 0 0,-5 23-1 0 0,9-33-171 0 0,-1 1-24 0 0,0 84 245 0 0,1-85-306 0 0,0-4-40 0 0,0-1-1 0 0,1 0 0 0 0,-1 0 0 0 0,0 0 0 0 0,0 0 0 0 0,1 0 0 0 0,-1 0 0 0 0,0 0 0 0 0,0 1 0 0 0,1-1 0 0 0,-1 0 1 0 0,0 0-1 0 0,0 0 0 0 0,0 1 0 0 0,1-1 0 0 0,-1 0 0 0 0,0 0 0 0 0,0 1 0 0 0,0-1 0 0 0,0 0 0 0 0,0 0 0 0 0,1 1 0 0 0,-1-1 1 0 0,0 0-1 0 0,0 0 0 0 0,0 1 0 0 0,0-1 0 0 0,0 0 0 0 0,0 0 0 0 0,0 1 0 0 0,0 0 0 0 0,0-1 7 0 0,0 0-1 0 0,0 1 1 0 0,0-1 0 0 0,0 1-1 0 0,0-1 1 0 0,0 1-1 0 0,0-1 1 0 0,1 0-1 0 0,-1 1 1 0 0,0-1-1 0 0,0 1 1 0 0,0-1 0 0 0,1 0-1 0 0,-1 1 1 0 0,0-1-1 0 0,0 1 1 0 0,1-1-1 0 0,-1 0 1 0 0,0 1 0 0 0,1-1-1 0 0,-1 0 1 0 0,0 0-1 0 0,1 1 1 0 0,-1-1-1 0 0,1 0 1 0 0,-1 0 0 0 0,0 0-1 0 0,1 1 1 0 0,-1-1-1 0 0,1 0 1 0 0,-1 0-1 0 0,0 0 1 0 0,1 0-1 0 0,-1 0 1 0 0,1 0 0 0 0,-1 0-1 0 0,1 0 1 0 0,-1 0-1 0 0,1 0 1 0 0,20-2 51 0 0,-16 1-21 0 0,0-1 10 0 0,57-32 282 0 0,-35 18-188 0 0,1 1 1 0 0,1 1 0 0 0,55-18-1 0 0,-79 31-144 0 0,1 1 50 0 0,-2 0-39 0 0,5 0 40 0 0,0 0 1 0 0,-1 0 0 0 0,16 4 0 0 0,-21-3-35 0 0,1 0 0 0 0,0 0 0 0 0,-1 0-1 0 0,1 1 1 0 0,-1-1 0 0 0,0 1 0 0 0,0 0 0 0 0,1 0 0 0 0,-1 0 0 0 0,0 0-1 0 0,-1 1 1 0 0,1-1 0 0 0,0 1 0 0 0,-1 0 0 0 0,3 3 0 0 0,10 16 139 0 0,-2 10-137 0 0,-14-22-11 0 0,1-4 1 0 0,0-2 3 0 0,-1 0 0 0 0,1 0 0 0 0,0 0-1 0 0,-1 0 1 0 0,0 0 0 0 0,0 0 0 0 0,0 0 0 0 0,-1 0 0 0 0,1 0 0 0 0,-1-1 0 0 0,0 1 0 0 0,0-1 0 0 0,-3 5 0 0 0,3-5-15 0 0,-1 2-1 0 0,0 0-1 0 0,0-1 1 0 0,0 1 0 0 0,-1-1-1 0 0,1 0 1 0 0,-1 0-1 0 0,0 0 1 0 0,-7 5 0 0 0,-2 2-23 0 0,-6 3-141 0 0,-1 1 0 0 0,-1-2 0 0 0,0-1 0 0 0,0-1 0 0 0,-1 0 0 0 0,-1-2 0 0 0,0-1 0 0 0,0 0 0 0 0,-38 6 0 0 0,56-13-359 0 0,-2-1-117 0 0,-45-8-1635 0 0,48 6 1472 0 0,-1 0-70 0 0,-3-4 722 0 0,-17-17-6258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180 77 4900 0 0,'3'-4'1935'0'0,"7"-16"1579"0"0,0-2 2225 0 0,-15 22-5435 0 0,-16-3-30 0 0,18 4-210 0 0,0 0 1 0 0,-1 0-1 0 0,1 0 1 0 0,0 0 0 0 0,0 0-1 0 0,1 0 1 0 0,-1 1 0 0 0,0 0-1 0 0,0-1 1 0 0,1 1-1 0 0,-1 0 1 0 0,1 0 0 0 0,-5 5-1 0 0,-6 4 56 0 0,1 1-1 0 0,0 1 0 0 0,1 0 1 0 0,0 0-1 0 0,1 1 0 0 0,0 1 1 0 0,1-1-1 0 0,1 2 0 0 0,-10 23 1 0 0,14-29-100 0 0,1-1-1 0 0,0 1 1 0 0,0-1 0 0 0,0 14 0 0 0,1-16-15 0 0,1-2-41 0 0,2 2-23 0 0,0-4 55 0 0,-1 0-38 0 0,0 0 0 0 0,0 1 1 0 0,1-1-1 0 0,-1 1 1 0 0,1-1-1 0 0,0 0 0 0 0,0 1 1 0 0,0-1-1 0 0,0 0 0 0 0,1 0 1 0 0,-1 0-1 0 0,1 0 1 0 0,0 0-1 0 0,0 0 0 0 0,0 0 1 0 0,0-1-1 0 0,0 1 0 0 0,1-1 1 0 0,-1 1-1 0 0,1-1 1 0 0,0 0-1 0 0,0 0 0 0 0,-1 0 1 0 0,1 0-1 0 0,0-1 0 0 0,1 1 1 0 0,-1-1-1 0 0,6 2 1 0 0,-1-2-62 0 0,0 0 0 0 0,0-1 1 0 0,0 1-1 0 0,0-2 0 0 0,0 1 0 0 0,1-1 1 0 0,-1 0-1 0 0,0-1 0 0 0,0 0 1 0 0,-1 0-1 0 0,15-7 0 0 0,-10 4 164 0 0,-1-1 0 0 0,0-1 0 0 0,0 0 0 0 0,-1 0 0 0 0,0-1 0 0 0,14-14 0 0 0,-20 18-1 0 0,0-1 0 0 0,-1 0 0 0 0,0 0 1 0 0,0 0-1 0 0,0 0 0 0 0,0-1 0 0 0,-1 1 0 0 0,0-1 0 0 0,0 1 0 0 0,0-1 0 0 0,-1 0 0 0 0,0 0 0 0 0,0 1 1 0 0,0-12-1 0 0,-2 5-273 0 0,-1 0 0 0 0,0 0 0 0 0,-1 0 0 0 0,0 1 0 0 0,-1-1 0 0 0,0 1 0 0 0,-1 0 0 0 0,0 0 0 0 0,-1 0 0 0 0,0 1 0 0 0,-1-1 0 0 0,-12-13 0 0 0,15 20-256 0 0,0 0-1 0 0,0 0 1 0 0,-1 1-1 0 0,1-1 0 0 0,-1 1 1 0 0,0 0-1 0 0,1 1 1 0 0,-1-1-1 0 0,-1 1 0 0 0,1 0 1 0 0,-6-1-1 0 0,7 1 144 0 0,-11-1-2951 0 0,-29-1-2334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28 106 3140 0 0,'0'0'1704'0'0,"-4"-1"-940"0"0,-20-2 4963 0 0,26 6-5462 0 0,1-1-214 0 0,-1 0-1 0 0,1 0 1 0 0,-1 0 0 0 0,1 0-1 0 0,0-1 1 0 0,0 1-1 0 0,0-1 1 0 0,-1 0-1 0 0,1 0 1 0 0,0 0-1 0 0,1 0 1 0 0,-1-1-1 0 0,0 1 1 0 0,0-1-1 0 0,0 0 1 0 0,0 1 0 0 0,0-1-1 0 0,6-1 1 0 0,71-7 240 0 0,-62 5-220 0 0,7 0 79 0 0,-1-2 0 0 0,0 0 1 0 0,0-2-1 0 0,41-16 0 0 0,-61 21 1 0 0,-3 2-125 0 0,1-1 0 0 0,0 0 0 0 0,0 1 0 0 0,-1-1 0 0 0,1 0 0 0 0,0 0 0 0 0,-1 1 0 0 0,1-1 0 0 0,-1-1 0 0 0,1 1 0 0 0,-1 0 0 0 0,2-2 0 0 0,-1 1 0 0 0,-1 1 0 0 0,0 0 0 0 0,1 0 0 0 0,-1 0 0 0 0,1 0 0 0 0,-1 0 0 0 0,1 0 0 0 0,-1 0 1 0 0,1 0-1 0 0,0 1 0 0 0,0-1 0 0 0,2 0 0 0 0,-3 0-2 0 0,0 0-1 0 0,0 0 1 0 0,0 0 0 0 0,0 0-1 0 0,-1 0 1 0 0,1 0 0 0 0,0-1-1 0 0,-1 1 1 0 0,1 0 0 0 0,-1 0-1 0 0,1-1 1 0 0,-1 1 0 0 0,0 0-1 0 0,1 0 1 0 0,-1-1 0 0 0,0 1-1 0 0,0-2 1 0 0,-8-12-2 0 0,6 12 205 0 0,-18 6-184 0 0,15-3-30 0 0,0 0 190 0 0,5 0-198 0 0,0 1-1 0 0,0-1 1 0 0,0 1-1 0 0,0-1 1 0 0,0 0 0 0 0,0 1-1 0 0,0-1 1 0 0,0 0-1 0 0,0 1 1 0 0,0-1-1 0 0,0 0 1 0 0,-1 1 0 0 0,1-1-1 0 0,0 0 1 0 0,0 1-1 0 0,0-1 1 0 0,-1 0-1 0 0,1 0 1 0 0,0 1 0 0 0,0-1-1 0 0,-1 0 1 0 0,1 0-1 0 0,0 0 1 0 0,-1 1-1 0 0,1-1 1 0 0,0 0 0 0 0,0 0-1 0 0,-1 1 1 0 0,0-1 17 0 0,0 0 1 0 0,0 1-1 0 0,1-1 1 0 0,-1 1-1 0 0,0-1 1 0 0,1 1-1 0 0,-1-1 1 0 0,0 1-1 0 0,1 0 1 0 0,-1-1-1 0 0,1 1 1 0 0,-1 0-1 0 0,1-1 1 0 0,-1 1-1 0 0,1 0 1 0 0,0-1-1 0 0,-1 1 1 0 0,1 0-1 0 0,0 1 1 0 0,-5 13 316 0 0,4-11-179 0 0,0 3-68 0 0,-21 225 318 0 0,15-174-1278 0 0,-3 0 0 0 0,-24 78 0 0 0,33-131-209 0 0,-1 0 0 0 0,0-1 0 0 0,0 1 1 0 0,0-1-1 0 0,-1 1 0 0 0,1-1 0 0 0,-6 7 0 0 0,7-10 883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12 136 3776 0 0,'0'0'1472'0'0,"-3"-2"-239"0"0,2 1-1065 0 0,1 1 1 0 0,-1-1 0 0 0,0 0-1 0 0,1 1 1 0 0,-1-1 0 0 0,0 1-1 0 0,1-1 1 0 0,-1 0 0 0 0,1 0-1 0 0,0 1 1 0 0,-1-1 0 0 0,1 0-1 0 0,-1 0 1 0 0,1 1 0 0 0,0-1-1 0 0,0 0 1 0 0,-1 0 0 0 0,1-1-1 0 0,1 1-114 0 0,-1 0-1 0 0,0 0 1 0 0,1 0-1 0 0,0 0 1 0 0,-1 0-1 0 0,1 1 1 0 0,-1-1-1 0 0,1 0 1 0 0,0 0-1 0 0,0 1 1 0 0,-1-1-1 0 0,1 0 1 0 0,0 1-1 0 0,0-1 1 0 0,0 1-1 0 0,0-1 1 0 0,0 1-1 0 0,0-1 1 0 0,0 1-1 0 0,0 0 1 0 0,0-1-1 0 0,0 1 1 0 0,0 0-1 0 0,0 0 1 0 0,1 0-1 0 0,267-51 269 0 0,-19 5-7741 0 0,-221 39 3480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72 0 3072 0 0,'0'0'4680'0'0,"-5"2"-4238"0"0,-15 4 2 0 0,15-4-20 0 0,2 2 8 0 0,-7 14 594 0 0,-15 35-1 0 0,23-48-744 0 0,2 1-2 0 0,-1 17-18 0 0,0-18-15 0 0,3 1-10 0 0,0-1-174 0 0,0 0 0 0 0,0 0 0 0 0,0 0-1 0 0,1 0 1 0 0,0 0 0 0 0,0-1 0 0 0,0 1 0 0 0,0-1 0 0 0,1 1 0 0 0,-1-1 0 0 0,1 0 0 0 0,8 6 0 0 0,113 52 423 0 0,-121-60-428 0 0,0 1-9 0 0,15 6 4 0 0,-14-6-10 0 0,-2-1-3 0 0,8 7-8 0 0,-8-7 17 0 0,-2 2-10 0 0,4 11 14 0 0,-4-11-4 0 0,-3-1-20 0 0,-5 10-22 0 0,6-9 0 0 0,-4-1-2 0 0,-3 4-125 0 0,-1-1-1 0 0,0 0 0 0 0,0-1 1 0 0,0 1-1 0 0,-1-2 1 0 0,-19 7-1 0 0,-23 0-1858 0 0,47-10 938 0 0,-2-2-381 0 0,-1 1 880 0 0,-5-2-91 0 0,-3-3-2672 0 0,-3-2-1512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0 178 3816 0 0,'5'-3'1357'0'0,"34"-21"1264"0"0,67-28 1 0 0,72-10-2205 0 0,-57 30-4352 0 0,-100 27 1404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98 5 3376 0 0,'0'0'5657'0'0,"-4"0"-5137"0"0,-15-4-57 0 0,14 3-127 0 0,2 4 47 0 0,-34 21 901 0 0,34-21-1040 0 0,1-2-158 0 0,0 0 0 0 0,1 1 0 0 0,-1-1 0 0 0,0 1 0 0 0,1-1-1 0 0,0 1 1 0 0,-1-1 0 0 0,1 1 0 0 0,0 0 0 0 0,0 0 0 0 0,0 0 0 0 0,0 0 0 0 0,0-1 0 0 0,0 1 0 0 0,0 0-1 0 0,0 3 1 0 0,-3 5 438 0 0,5-6-310 0 0,0 0-162 0 0,0-1 1 0 0,0 0-1 0 0,1 1 0 0 0,-1-1 1 0 0,1 0-1 0 0,0 0 1 0 0,0 0-1 0 0,0 0 0 0 0,0-1 1 0 0,1 1-1 0 0,-1 0 1 0 0,5 2-1 0 0,0 1 34 0 0,1-1-1 0 0,-1 0 1 0 0,1-1 0 0 0,14 6-1 0 0,168 67 90 0 0,-151-53-133 0 0,-30-17-26 0 0,-6-5 2 0 0,-3-1-16 0 0,0-1-1 0 0,1 1 0 0 0,-1-1 0 0 0,0 1 0 0 0,0-1 0 0 0,0 1 1 0 0,0-1-1 0 0,0 0 0 0 0,0 1 0 0 0,1-1 0 0 0,-1 1 0 0 0,0-1 0 0 0,0 0 1 0 0,1 1-1 0 0,-1-1 0 0 0,0 1 0 0 0,0-1 0 0 0,1 0 0 0 0,-1 1 1 0 0,0-1-1 0 0,1 0 0 0 0,-1 0 0 0 0,1 1 0 0 0,-1-1 0 0 0,0 0 1 0 0,2 1-1 0 0,-2-1 8 0 0,1 0 1 0 0,-1 0 0 0 0,1 1 0 0 0,-1-1 0 0 0,1 0-1 0 0,-1 1 1 0 0,1-1 0 0 0,-1 1 0 0 0,1-1-1 0 0,-1 1 1 0 0,0-1 0 0 0,1 1 0 0 0,-1-1-1 0 0,0 1 1 0 0,1-1 0 0 0,-1 1 0 0 0,0-1 0 0 0,0 1-1 0 0,1-1 1 0 0,-1 1 0 0 0,0 0 0 0 0,0-1-1 0 0,0 1 1 0 0,0-1 0 0 0,0 1 0 0 0,0 0-1 0 0,0-1 1 0 0,0 1 0 0 0,0-1 0 0 0,0 1 0 0 0,0 0-1 0 0,0-1 1 0 0,-1 2 0 0 0,1 1-13 0 0,0 0 3 0 0,0 0-1 0 0,-1 0 1 0 0,1-1 0 0 0,-1 1 0 0 0,0 0-1 0 0,0-1 1 0 0,1 1 0 0 0,-2 0 0 0 0,1-1-1 0 0,0 1 1 0 0,0-1 0 0 0,-1 0-1 0 0,0 1 1 0 0,1-1 0 0 0,-1 0 0 0 0,0 0-1 0 0,0 0 1 0 0,-3 2 0 0 0,-18 12 23 0 0,0 0 0 0 0,-40 18 0 0 0,50-27-296 0 0,0-2-1 0 0,0 0 1 0 0,0 0-1 0 0,0-1 1 0 0,-1-1-1 0 0,0 0 1 0 0,-20 2 0 0 0,27-6-485 0 0,0 0 1 0 0,0 0-1 0 0,1 0 1 0 0,-1 0-1 0 0,0-1 1 0 0,-9-4-1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0 104 3368 0 0,'14'-8'877'0'0,"1"0"0"0"0,-1 1 0 0 0,1 1 0 0 0,1 1 0 0 0,16-4 0 0 0,84-13 384 0 0,-55 12-588 0 0,113-13-943 0 0,-60 18-6485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361 145 3356 0 0,'0'0'1818'0'0,"2"-5"-301"0"0,4-11-245 0 0,-5 12 784 0 0,-3-1-1277 0 0,1 1-616 0 0,-1 1 1 0 0,0-1-1 0 0,0 0 1 0 0,-1 0-1 0 0,1 1 0 0 0,-1-1 1 0 0,1 1-1 0 0,-1 0 1 0 0,0 0-1 0 0,0 0 1 0 0,-1 0-1 0 0,1 1 1 0 0,-1-1-1 0 0,1 1 1 0 0,-1 0-1 0 0,-7-4 1 0 0,1 2-45 0 0,1 0 1 0 0,-1 1 0 0 0,0 0 0 0 0,1 0 0 0 0,-1 1-1 0 0,-1 0 1 0 0,1 1 0 0 0,0 0 0 0 0,0 1 0 0 0,0 0 0 0 0,-1 1-1 0 0,1 0 1 0 0,0 0 0 0 0,0 1 0 0 0,0 0 0 0 0,-13 5-1 0 0,-32 23 248 0 0,50-26-347 0 0,-1 1 0 0 0,1 0 0 0 0,1 0 0 0 0,-1 0 0 0 0,1 0 0 0 0,0 0 1 0 0,0 1-1 0 0,-5 9 0 0 0,6-10-1 0 0,-3 7 20 0 0,-10 34 5 0 0,15-36-32 0 0,1-1 2 0 0,-1-2-10 0 0,0 0 1 0 0,1 1-1 0 0,0-1 1 0 0,0 1-1 0 0,1-1 0 0 0,2 11 1 0 0,-2-11-5 0 0,0-2 2 0 0,1 0 1 0 0,-1 0-1 0 0,1-1 0 0 0,0 1 0 0 0,1-1 0 0 0,-1 0 1 0 0,1 1-1 0 0,0-1 0 0 0,0 0 0 0 0,6 6 0 0 0,-6-6 0 0 0,1 0-11 0 0,1 0 1 0 0,-1-1-1 0 0,1 0 0 0 0,0 0 1 0 0,0 0-1 0 0,0 0 0 0 0,0-1 0 0 0,0 1 1 0 0,0-1-1 0 0,1-1 0 0 0,-1 1 1 0 0,1-1-1 0 0,-1 0 0 0 0,1 0 1 0 0,9 0-1 0 0,-6-2-14 0 0,0 1 0 0 0,0-2 0 0 0,0 1 0 0 0,0-1 0 0 0,0 0 1 0 0,0-1-1 0 0,-1 0 0 0 0,1-1 0 0 0,-1 0 0 0 0,0 0 0 0 0,0 0 0 0 0,-1-1 0 0 0,1 0 1 0 0,-1-1-1 0 0,7-7 0 0 0,-10 10 20 0 0,0-1-1 0 0,0 1 1 0 0,-1-1 0 0 0,0 0 0 0 0,0-1 0 0 0,0 1-1 0 0,0 0 1 0 0,-1-1 0 0 0,0 0 0 0 0,0 1 0 0 0,0-1-1 0 0,0 0 1 0 0,1-6 0 0 0,11-47-46 0 0,-15 34-43 0 0,0 15 51 0 0,1-4-148 0 0,-3-11-42 0 0,-3 7-310 0 0,5 10 348 0 0,1 5 116 0 0,0 0 0 0 0,0 0 0 0 0,-1 0 0 0 0,1 0 0 0 0,-1 0 0 0 0,0 0 0 0 0,1 0 0 0 0,-1 0 0 0 0,0 0 0 0 0,0 0 0 0 0,0 1-1 0 0,0-1 1 0 0,0 0 0 0 0,-1 1 0 0 0,-1-3 0 0 0,0-2-226 0 0,2 4 163 0 0,0 0 1 0 0,0-1-1 0 0,-1 1 0 0 0,1 0 0 0 0,-1 1 0 0 0,1-1 1 0 0,-1 0-1 0 0,1 0 0 0 0,-1 1 0 0 0,0-1 0 0 0,0 1 1 0 0,0-1-1 0 0,-3-1 0 0 0,-3-3-904 0 0,0 1-1 0 0,-1 0 1 0 0,0 0-1 0 0,-13-5 1 0 0,-4 2-4661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194 156 3448 0 0,'0'0'10057'0'0,"-2"-2"-9875"0"0,0 1-151 0 0,1 0 0 0 0,-1 0 0 0 0,1 0 0 0 0,0 0 1 0 0,0 0-1 0 0,0-1 0 0 0,0 1 0 0 0,0 0 1 0 0,0-1-1 0 0,0 1 0 0 0,0 0 0 0 0,0-1 0 0 0,0 1 1 0 0,1-1-1 0 0,-1 0 0 0 0,1 1 0 0 0,-1-1 0 0 0,1 1 1 0 0,0-1-1 0 0,-1 0 0 0 0,1 1 0 0 0,0-1 1 0 0,0 0-1 0 0,0 1 0 0 0,0-1 0 0 0,1 0 0 0 0,0-2 1 0 0,1-3-8 0 0,0 0 0 0 0,0 0 1 0 0,1 0-1 0 0,0 0 1 0 0,1 0-1 0 0,-1 1 0 0 0,1 0 1 0 0,6-8-1 0 0,0 6 12 0 0,-1 1-1 0 0,2 0 1 0 0,20-12 0 0 0,-27 18-49 0 0,3 1-32 0 0,1 0 49 0 0,0 1-1 0 0,0 1 0 0 0,-1-1 1 0 0,1 1-1 0 0,0 1 0 0 0,-1 0 1 0 0,1 0-1 0 0,-1 0 0 0 0,0 1 1 0 0,0-1-1 0 0,0 2 0 0 0,0-1 1 0 0,-1 1-1 0 0,0 0 0 0 0,0 1 1 0 0,0-1-1 0 0,-1 1 0 0 0,1 0 1 0 0,-1 1-1 0 0,-1-1 0 0 0,1 1 1 0 0,-1 0-1 0 0,4 10 0 0 0,-5-13-2 0 0,-1 0-1 0 0,0 1 1 0 0,1-1-1 0 0,-2 0 1 0 0,1 1-1 0 0,0-1 0 0 0,-1 1 1 0 0,2 8-1 0 0,-2-4 3 0 0,1 2-7 0 0,-1 1-1 0 0,0-1 1 0 0,0 1 0 0 0,-1-1-1 0 0,-1 1 1 0 0,0-1 0 0 0,-1 0-1 0 0,0 1 1 0 0,0-1 0 0 0,-1 0-1 0 0,0 0 1 0 0,-1 0 0 0 0,-8 14-1 0 0,3-9-26 0 0,0-1-1 0 0,-2 0 0 0 0,1-1 0 0 0,-2 0 0 0 0,0-1 0 0 0,0 0 1 0 0,-2-1-1 0 0,1-1 0 0 0,-1 0 0 0 0,-1 0 0 0 0,0-1 1 0 0,0-1-1 0 0,-1-1 0 0 0,0 0 0 0 0,-1-1 0 0 0,0-1 0 0 0,-32 8 1 0 0,43-13-13 0 0,0 0 0 0 0,-1-1 1 0 0,1 1-1 0 0,0-1 0 0 0,-1 0 1 0 0,1-1-1 0 0,0 1 0 0 0,-1-1 1 0 0,1-1-1 0 0,0 1 0 0 0,0-1 1 0 0,0 0-1 0 0,0 0 0 0 0,0-1 1 0 0,0 0-1 0 0,1 0 0 0 0,-7-4 1 0 0,8 3 18 0 0,0-1 0 0 0,1 1 0 0 0,-1-1 0 0 0,1 1 0 0 0,0-1 0 0 0,0 0 0 0 0,0 0 0 0 0,0-1 0 0 0,1 1 0 0 0,0-1 0 0 0,0 1 0 0 0,-1-11 0 0 0,2 11-22 0 0,1 4 42 0 0,1 1 1 0 0,-1-1-1 0 0,0 0 0 0 0,1 0 0 0 0,-1 0 1 0 0,0 0-1 0 0,1 1 0 0 0,-1-1 0 0 0,0 0 1 0 0,0 0-1 0 0,0 0 0 0 0,0 0 0 0 0,0 0 1 0 0,0 0-1 0 0,0 0 0 0 0,0 0 0 0 0,0 1 1 0 0,-1-2-1 0 0,1 0 0 0 0,0 0 0 0 0,0 1-1 0 0,-1-1 1 0 0,1 1 0 0 0,0-1 0 0 0,0 0-1 0 0,1 1 1 0 0,-1-1 0 0 0,0 1 0 0 0,0-1 0 0 0,1 0-1 0 0,-1 1 1 0 0,2-3 0 0 0,-1-1 0 0 0,1 1-1 0 0,-1-1 1 0 0,1 1 0 0 0,1-1-1 0 0,-1 1 1 0 0,1 0 0 0 0,-1 0-1 0 0,1 0 1 0 0,1 0 0 0 0,-1 0-1 0 0,0 0 1 0 0,1 1 0 0 0,7-6-1 0 0,-4 6 4 0 0,-1 0-1 0 0,1 1 1 0 0,0 0 0 0 0,-1 0-1 0 0,1 1 1 0 0,0-1 0 0 0,0 2-1 0 0,0-1 1 0 0,1 1 0 0 0,-1 0-1 0 0,0 0 1 0 0,0 1 0 0 0,0 0-1 0 0,0 0 1 0 0,0 1 0 0 0,12 4-1 0 0,13 6 89 0 0,1 1-1 0 0,-1 2 0 0 0,-1 1 1 0 0,-1 2-1 0 0,-1 0 1 0 0,48 41-1 0 0,-73-55-81 0 0,33 24-102 0 0,8-7-1411 0 0,-40-20 941 0 0,-5-1 523 0 0,1-1 1 0 0,-1 1 0 0 0,1-1-1 0 0,-1 1 1 0 0,0 0-1 0 0,1-1 1 0 0,0 1 0 0 0,-1 0-1 0 0,1-1 1 0 0,-1 1 0 0 0,1 0-1 0 0,-1 0 1 0 0,1 0-1 0 0,0-1 1 0 0,-1 1 0 0 0,1 0-1 0 0,-1 0 1 0 0,1 0-1 0 0,0 0 1 0 0,-1 0 0 0 0,1 0-1 0 0,-1 0 1 0 0,2 1 0 0 0,-1-1-77 0 0,1 0-1 0 0,-1 0 1 0 0,1 0 0 0 0,-1 0 0 0 0,0 0 0 0 0,1 0 0 0 0,-1-1 0 0 0,1 1 0 0 0,-1 0 0 0 0,0-1 0 0 0,1 1 0 0 0,-1-1 0 0 0,2 0-1 0 0,2-1-347 0 0,13-8-3143 0 0,1-3-816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46 138 3896 0 0,'0'0'2393'0'0,"-5"-1"-1426"0"0,-15-1-111 0 0,15 1 1911 0 0,-8-14-2219 0 0,10 12-145 0 0,5-1-227 0 0,1-2-117 0 0,-1 1 0 0 0,1-1 0 0 0,1 1-1 0 0,-1 0 1 0 0,1 0 0 0 0,0 0 0 0 0,0 0-1 0 0,1 1 1 0 0,-1 0 0 0 0,9-7-1 0 0,51-28 293 0 0,-60 37-322 0 0,1 0-12 0 0,15-4-3 0 0,-15 4 6 0 0,0 2 5 0 0,16 0-18 0 0,-19 1-4 0 0,0 0 0 0 0,0-1 0 0 0,0 1 0 0 0,-1 0 0 0 0,1 0 0 0 0,0 0 0 0 0,0 1 0 0 0,0-1 0 0 0,-1 0 0 0 0,1 1 0 0 0,-1-1 0 0 0,1 1 1 0 0,-1 0-1 0 0,0-1 0 0 0,1 1 0 0 0,-1 0 0 0 0,0 0 0 0 0,0-1 0 0 0,0 1 0 0 0,1 4 0 0 0,-2-5-4 0 0,1 0 0 0 0,0 0 0 0 0,-1 1-1 0 0,1-1 1 0 0,0 0 0 0 0,-1 1 0 0 0,0-1 0 0 0,1 1-1 0 0,-1-1 1 0 0,0 1 0 0 0,0-1 0 0 0,0 0-1 0 0,0 1 1 0 0,0-1 0 0 0,0 1 0 0 0,0 1 0 0 0,0 1 0 0 0,0 1 6 0 0,0 1 3 0 0,0 5-6 0 0,0-4-1 0 0,-1 1-1 0 0,1-1 0 0 0,-1 1 1 0 0,0-1-1 0 0,-1 1 0 0 0,0-1 1 0 0,-5 14-1 0 0,-18 43-45 0 0,24-61 63 0 0,-2 1 12 0 0,0 0 0 0 0,1 0 1 0 0,-1 0-1 0 0,1 1 1 0 0,0-1-1 0 0,-2 9 1 0 0,2-10 204 0 0,7-3-227 0 0,13-2-9 0 0,-13 1 146 0 0,0 0-130 0 0,18-1-12 0 0,-18 2-36 0 0,2 0-36 0 0,20 0 53 0 0,-23 0 14 0 0,1 1 0 0 0,-1-1 0 0 0,1 1 0 0 0,0 0 0 0 0,-1 1-1 0 0,0-1 1 0 0,1 1 0 0 0,-1 0 0 0 0,6 3 0 0 0,-2-1-33 0 0,-4-2 37 0 0,0 1 0 0 0,0-1 0 0 0,0 1 0 0 0,0-1 1 0 0,-1 1-1 0 0,1 0 0 0 0,-1 1 0 0 0,0-1 1 0 0,0 1-1 0 0,0-1 0 0 0,-1 1 0 0 0,1 0 0 0 0,-1 0 1 0 0,0 0-1 0 0,3 6 0 0 0,-2-2 1 0 0,-1-5 3 0 0,-2 2 4 0 0,0 0-10 0 0,0 1 0 0 0,-1-1 0 0 0,1 1 0 0 0,-1-1 0 0 0,0 0 1 0 0,-1 1-1 0 0,1-1 0 0 0,-1 0 0 0 0,0 0 0 0 0,-1 0 0 0 0,1 0 0 0 0,-5 6 1 0 0,2-4 3 0 0,-1-1 1 0 0,1 0 0 0 0,-1 0 0 0 0,-1 0 0 0 0,1-1 0 0 0,-1 0 0 0 0,0 0 0 0 0,0 0 0 0 0,0-1-1 0 0,-1 0 1 0 0,-14 5 0 0 0,-8 0 10 0 0,25-8-2 0 0,-1 0-3 0 0,5-1-17 0 0,-4 1-130 0 0,0-1-1 0 0,0 0 0 0 0,0 1 1 0 0,0-1-1 0 0,0-1 0 0 0,0 1 1 0 0,1-1-1 0 0,-1 0 0 0 0,0 0 1 0 0,0 0-1 0 0,1-1 0 0 0,-1 0 1 0 0,0 1-1 0 0,1-2 1 0 0,0 1-1 0 0,-1 0 0 0 0,1-1 1 0 0,0 0-1 0 0,1 0 0 0 0,-1 0 1 0 0,0-1-1 0 0,-4-4 0 0 0,6 5-62 0 0,-16-21-1858 0 0,9 0-2088 0 0,5 2 18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174 92 3432 0 0,'0'0'5591'0'0,"-1"5"-5322"0"0,0-1-159 0 0,0-1 1 0 0,0 0-1 0 0,-1 0 0 0 0,1 0 1 0 0,-1 1-1 0 0,1-2 0 0 0,-1 1 1 0 0,0 0-1 0 0,0 0 0 0 0,-4 3 1 0 0,3-3 549 0 0,-14 6-300 0 0,13-7 344 0 0,-22-5-450 0 0,21 3-68 0 0,3-2-175 0 0,1 1 1 0 0,-1-1-1 0 0,1 0 1 0 0,0 0-1 0 0,0 0 1 0 0,-1 1 0 0 0,1-1-1 0 0,0 0 1 0 0,1 0-1 0 0,-1-1 1 0 0,0 1-1 0 0,1 0 1 0 0,-1 0-1 0 0,1 0 1 0 0,-1 0-1 0 0,1-1 1 0 0,0 1-1 0 0,0 0 1 0 0,0 0-1 0 0,0-1 1 0 0,1 1 0 0 0,-1 0-1 0 0,0 0 1 0 0,1 0-1 0 0,0 0 1 0 0,-1 0-1 0 0,1-1 1 0 0,0 1-1 0 0,0 0 1 0 0,0 1-1 0 0,0-1 1 0 0,1 0-1 0 0,-1 0 1 0 0,3-3-1 0 0,3-2-10 0 0,0 0-1 0 0,0 0 1 0 0,0 0 0 0 0,1 1-1 0 0,17-11 1 0 0,-20 14 11 0 0,0 1 0 0 0,1-1 0 0 0,-1 1 0 0 0,1 0 0 0 0,0 0 0 0 0,0 1 0 0 0,8-2 0 0 0,-10 3-10 0 0,1-1 0 0 0,2 1 8 0 0,-2 0-12 0 0,-2 0 8 0 0,1-1 1 0 0,0 1-1 0 0,0 1 0 0 0,0-1 0 0 0,0 0 0 0 0,-1 1 0 0 0,1 0 0 0 0,0 0 0 0 0,-1 0 0 0 0,1 0 0 0 0,0 1 0 0 0,-1-1 0 0 0,1 1 0 0 0,-1 0 0 0 0,5 3 1 0 0,-3-2 3 0 0,-3-2-6 0 0,-1 0-1 0 0,1 0 1 0 0,0 0 0 0 0,-1 1 0 0 0,1-1 0 0 0,-1 0-1 0 0,0 1 1 0 0,1-1 0 0 0,-1 1 0 0 0,0-1 0 0 0,0 1-1 0 0,0 0 1 0 0,2 3 0 0 0,23 55-113 0 0,-25-57 116 0 0,0 0 0 0 0,0 0 1 0 0,0 0-1 0 0,0 0 1 0 0,-1 0-1 0 0,1 1 1 0 0,-1-1-1 0 0,0 0 1 0 0,0 6-1 0 0,-1 0 5 0 0,2 5-5 0 0,-2 0 0 0 0,1 0 0 0 0,-2 0 1 0 0,0 0-1 0 0,-1 0 0 0 0,-8 25 1 0 0,2-12-7 0 0,-2-2 1 0 0,-17 30 0 0 0,20-38-3 0 0,-2 0 1 0 0,0-1 0 0 0,-2 0 0 0 0,1-1 0 0 0,-2-1 0 0 0,0 1 0 0 0,-25 20 0 0 0,33-31 7 0 0,0 0-1 0 0,0-1 1 0 0,-1 1 0 0 0,1-1-1 0 0,-9 3 1 0 0,4-1 54 0 0,6-3-52 0 0,-24 2-62 0 0,23-4 19 0 0,1-1 14 0 0,-1-1 16 0 0,1 0 1 0 0,-1 0-1 0 0,1 0 1 0 0,0 0 0 0 0,0-1-1 0 0,0 0 1 0 0,0 0 0 0 0,0 0-1 0 0,1 0 1 0 0,-1 0-1 0 0,1-1 1 0 0,0 0 0 0 0,-5-7-1 0 0,-10-32 70 0 0,17 38-56 0 0,1 4-8 0 0,1 1 0 0 0,-1-1-1 0 0,0 1 1 0 0,0-1 0 0 0,1 1 0 0 0,-1-1 0 0 0,0 1-1 0 0,0-1 1 0 0,0 0 0 0 0,0 1 0 0 0,0-1-1 0 0,0 1 1 0 0,0-1 0 0 0,0 0 0 0 0,0 1-1 0 0,0-1 1 0 0,0 1 0 0 0,0-1 0 0 0,0 0-1 0 0,0 1 1 0 0,-1-2 0 0 0,1 2-2 0 0,0-1 0 0 0,-1 0 1 0 0,1 0-1 0 0,0 0 0 0 0,0 0 1 0 0,0 0-1 0 0,0 0 0 0 0,0 0 1 0 0,0 0-1 0 0,0 0 0 0 0,0 0 0 0 0,0 0 1 0 0,1 0-1 0 0,-1 0 0 0 0,0 0 1 0 0,1 0-1 0 0,-1 0 0 0 0,0 0 1 0 0,1-1-1 0 0,6-14-13 0 0,-5 12 3 0 0,1 1 18 0 0,2 0-5 0 0,-1-1 1 0 0,1 2-1 0 0,0-1 0 0 0,0 0 0 0 0,0 1 1 0 0,9-3-1 0 0,-9 4 14 0 0,1 1 25 0 0,10 2 15 0 0,0 0 0 0 0,-1 2 0 0 0,0-1 0 0 0,0 2 1 0 0,16 6-1 0 0,26 18-2 0 0,44 20-392 0 0,-97-48-7 0 0,17 4-445 0 0,-15-3 608 0 0,0-1-456 0 0,0 0-84 0 0,9-2-972 0 0,1-1-1 0 0,-1 0 0 0 0,27-8 0 0 0,-37 8-2401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152 31 2652 0 0,'0'0'2568'0'0,"-4"-1"-1579"0"0,2 1-866 0 0,0-1 1 0 0,0 1-1 0 0,0-1 0 0 0,0 1 0 0 0,0 0 0 0 0,0 0 1 0 0,0 0-1 0 0,0 0 0 0 0,0 0 0 0 0,0 0 0 0 0,0 1 1 0 0,0-1-1 0 0,0 1 0 0 0,0-1 0 0 0,0 1 0 0 0,0 0 0 0 0,1 0 1 0 0,-1 0-1 0 0,0 0 0 0 0,0 0 0 0 0,1 0 0 0 0,-1 0 1 0 0,1 0-1 0 0,-1 1 0 0 0,-1 1 0 0 0,-9 9 290 0 0,0 0 0 0 0,1 0-1 0 0,0 1 1 0 0,1 1 0 0 0,0 0-1 0 0,2 0 1 0 0,-9 17 0 0 0,11-8-7 0 0,6-17-343 0 0,-1-1 114 0 0,1 2-19 0 0,0-6-154 0 0,0 6 26 0 0,1 0 1 0 0,-1 0 0 0 0,1 0-1 0 0,0 0 1 0 0,1 0 0 0 0,-1 0-1 0 0,1 0 1 0 0,1 0 0 0 0,-1 0-1 0 0,1-1 1 0 0,1 1 0 0 0,-1-1 0 0 0,1 0-1 0 0,0 0 1 0 0,6 7 0 0 0,21 14 0 0 0,-28-24-25 0 0,-1-3-7 0 0,-1 0 0 0 0,1 1 0 0 0,0-1 0 0 0,-1 0 0 0 0,1 1 0 0 0,-1 0 0 0 0,1-1 0 0 0,-1 1 0 0 0,1 0 0 0 0,-1-1 0 0 0,0 1 0 0 0,2 2 0 0 0,1-1-2 0 0,1 0-9 0 0,-1-1 29 0 0,15 1 3 0 0,-17-2-15 0 0,-1 0-1 0 0,0 1 1 0 0,1-1-1 0 0,-1 0 1 0 0,1 0-1 0 0,-1 0 1 0 0,1 0-1 0 0,-1-1 1 0 0,1 1-1 0 0,-1 0 1 0 0,1 0-1 0 0,-1-1 1 0 0,2 0-1 0 0,2-1 7 0 0,-1 1 15 0 0,0-1-7 0 0,1-1-12 0 0,-1-1-1 0 0,1 1 1 0 0,-1-1-1 0 0,0 0 1 0 0,0 0-1 0 0,0 0 1 0 0,-1-1-1 0 0,1 1 1 0 0,-1-1 0 0 0,0 0-1 0 0,4-10 1 0 0,-2-3-261 0 0,-1-1 1 0 0,0 0-1 0 0,-2-1 1 0 0,0 1-1 0 0,-1 0 1 0 0,-1-1 0 0 0,-3-28-1 0 0,2 42-15 0 0,-3-21-366 0 0,-2 8-332 0 0,5 16 750 0 0,-8-25-1433 0 0,-6 7-2521 0 0,-2 6-109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72 3060 0 0,'0'0'8432'0'0,"5"1"-8278"0"0,9 0-42 0 0,-1-1 1 0 0,1 0-1 0 0,-1 0 1 0 0,1-2 0 0 0,21-4-1 0 0,6-1-33 0 0,-35 6-124 0 0,0 0-1 0 0,0 0 0 0 0,0-1 0 0 0,10-5 1 0 0,-5 2 36 0 0,-7 4 96 0 0,0-1 7 0 0,52-35 635 0 0,-53 35-157 0 0,-3 8-438 0 0,-5 57 315 0 0,-2-9-361 0 0,-8 48-80 0 0,-2 124 1 0 0,17-220-320 0 0,0 0-118 0 0,0 51-2636 0 0,0-52 1885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14 110 3356 0 0,'-13'-18'4289'0'0,"12"17"-4246"0"0,1 0 1 0 0,0 1-1 0 0,0-1 1 0 0,0 0-1 0 0,0 1 0 0 0,0-1 1 0 0,0 0-1 0 0,0 1 0 0 0,0-1 1 0 0,1 0-1 0 0,-1 1 0 0 0,0-1 1 0 0,0 0-1 0 0,0 1 0 0 0,1-1 1 0 0,-1 1-1 0 0,0-1 1 0 0,1 0-1 0 0,-1 1 0 0 0,1-1 1 0 0,-1 1-1 0 0,0-1 0 0 0,1 1 1 0 0,-1-1-1 0 0,1 1 0 0 0,0 0 1 0 0,-1-1-1 0 0,1 1 1 0 0,-1 0-1 0 0,1-1 0 0 0,-1 1 1 0 0,1 0-1 0 0,0 0 0 0 0,-1-1 1 0 0,1 1-1 0 0,0 0 0 0 0,-1 0 1 0 0,2 0-1 0 0,46-13 395 0 0,92-12 0 0 0,52 7-2663 0 0,-155 13 1402 0 0,-2-1-2667 0 0,6 0-144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195 8 1924 0 0,'0'0'1170'0'0,"-4"-1"-167"0"0,-1-1-504 0 0,1 1-1 0 0,-1 0 1 0 0,0 0 0 0 0,0 0-1 0 0,1 1 1 0 0,-1 0-1 0 0,-6 0 1 0 0,6 1 31 0 0,1 1-30 0 0,-7 5-209 0 0,-1 0 0 0 0,1 2 0 0 0,1-1 0 0 0,0 1-1 0 0,0 0 1 0 0,1 1 0 0 0,0 0 0 0 0,1 1 0 0 0,0 0 0 0 0,0 0-1 0 0,1 1 1 0 0,1 0 0 0 0,-6 15 0 0 0,10-23-227 0 0,1 1-1 0 0,0-1 1 0 0,0 1 0 0 0,0-1-1 0 0,1 1 1 0 0,0-1 0 0 0,0 1-1 0 0,0 0 1 0 0,1 5 0 0 0,-1-3 3 0 0,1-2-14 0 0,0 0 0 0 0,0 0-1 0 0,1 0 1 0 0,-1 0 0 0 0,1 0 0 0 0,0 0 0 0 0,0-1-1 0 0,1 1 1 0 0,-1 0 0 0 0,6 5 0 0 0,-6-6-29 0 0,6 10 156 0 0,6 2-70 0 0,-3-7 27 0 0,-3-2-76 0 0,0 0 1 0 0,1-1-1 0 0,1 1 0 0 0,-1-2 1 0 0,1 1-1 0 0,0-1 0 0 0,0-1 1 0 0,18 6-1 0 0,-23-9-30 0 0,2-2-3 0 0,-2 1-31 0 0,1-1 8 0 0,0 1 0 0 0,-1-1 0 0 0,1 0 0 0 0,0 0 0 0 0,0 0 1 0 0,-1-1-1 0 0,1 0 0 0 0,-1 0 0 0 0,0-1 0 0 0,9-4 0 0 0,39-34 42 0 0,-41 32-41 0 0,-11 8-5 0 0,1 0 1 0 0,-1 0-1 0 0,0-1 0 0 0,1 1 0 0 0,-1 0 1 0 0,0-1-1 0 0,0 1 0 0 0,0-1 1 0 0,0 1-1 0 0,0-1 0 0 0,0 1 1 0 0,1-3-1 0 0,3-6 2 0 0,1-1-44 0 0,0 0 0 0 0,-1 0 0 0 0,-1-1 0 0 0,6-17 0 0 0,-9 23-48 0 0,0 0-1 0 0,-1 1 1 0 0,1-1-1 0 0,-1 0 0 0 0,0 1 1 0 0,-1-1-1 0 0,1 0 1 0 0,-1 1-1 0 0,0-1 1 0 0,-1 1-1 0 0,1-1 0 0 0,-1 1 1 0 0,0 0-1 0 0,-5-9 1 0 0,2 7-166 0 0,0-1 0 0 0,0 0-1 0 0,-1 1 1 0 0,0 0 0 0 0,0 0 0 0 0,-1 1 0 0 0,0 0 0 0 0,0 0 0 0 0,0 1 0 0 0,-17-10 0 0 0,20 13-198 0 0,-2 1-55 0 0,-6 2-593 0 0,-1-1 0 0 0,1 1 0 0 0,0 1 0 0 0,0 0 0 0 0,-15 6 0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1 2568 0 0,'0'0'6250'0'0,"0"5"-5897"0"0,0 16 12 0 0,0-16-16 0 0,0 1-47 0 0,-3 30 562 0 0,-10 46 1 0 0,12-77-666 0 0,0 1-28 0 0,-10 46 388 0 0,11-48-246 0 0,-1 1-210 0 0,1-1-47 0 0,0 1 0 0 0,1-1 0 0 0,-1 0 0 0 0,1 0 0 0 0,0 0 0 0 0,0 0 0 0 0,0 0 0 0 0,3 7 0 0 0,-2-7 18 0 0,2-3-17 0 0,6 3-29 0 0,0-1 0 0 0,1 0 0 0 0,-1-1 0 0 0,1 0 0 0 0,0 0 0 0 0,-1-1 0 0 0,18-1 0 0 0,76-7-27 0 0,-99 6 9 0 0,22-1-18 0 0,-18 1 8 0 0,43-8 25 0 0,-7 2-44 0 0,-38 5 12 0 0,8-5 2 0 0,25-15-41 0 0,-35 19 50 0 0,8-13-32 0 0,-11 12 61 0 0,-1-1-12 0 0,1 1-18 0 0,-1 3-4 0 0,-1 0 0 0 0,1-1 0 0 0,-1 1-1 0 0,0-1 1 0 0,1 1 0 0 0,-1 0 0 0 0,0-1 0 0 0,0 1 0 0 0,0-1 0 0 0,0 1 0 0 0,0-1 0 0 0,0 1 0 0 0,0 0 0 0 0,0-1 0 0 0,0 1 0 0 0,-1-3 0 0 0,-4-17 11 0 0,-3 1-14 0 0,6 16 3 0 0,0 1 10 0 0,-12-15 10 0 0,11 15-35 0 0,2 1 16 0 0,-12-9 24 0 0,12 11-19 0 0,0 0 0 0 0,-1 0 0 0 0,1 0 0 0 0,0 0 0 0 0,0 0 0 0 0,0 1 1 0 0,0-1-1 0 0,0 0 0 0 0,0 1 0 0 0,0-1 0 0 0,0 1 0 0 0,0-1 0 0 0,0 1 1 0 0,0 0-1 0 0,0-1 0 0 0,0 1 0 0 0,0 0 0 0 0,0 0 0 0 0,1 0 0 0 0,-1 0 1 0 0,0-1-1 0 0,1 1 0 0 0,-1 0 0 0 0,0 0 0 0 0,1 0 0 0 0,-1 0 0 0 0,1 0 1 0 0,0 1-1 0 0,-1 1 0 0 0,-2 3 30 0 0,1 0 1 0 0,0 0 0 0 0,1 1-1 0 0,-1-1 1 0 0,1 7 0 0 0,-5 57 120 0 0,5-55-112 0 0,1-9-41 0 0,-2 55 24 0 0,4-32 3 0 0,16 141-1075 0 0,-17-166 608 0 0,1 0-110 0 0,-2-4 519 0 0,7 18-877 0 0,-7-17 570 0 0,1 0 1 0 0,-1 0-1 0 0,1 0 1 0 0,-1 0 0 0 0,1 0-1 0 0,-1-1 1 0 0,1 1-1 0 0,0 0 1 0 0,0 0-1 0 0,-1 0 1 0 0,1-1 0 0 0,0 1-1 0 0,0 0 1 0 0,0-1-1 0 0,0 1 1 0 0,-1-1-1 0 0,1 1 1 0 0,0-1-1 0 0,0 1 1 0 0,0-1 0 0 0,2 1-1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139 130 3568 0 0,'0'0'3926'0'0,"-2"-4"-3299"0"0,0-1-84 0 0,0 1 0 0 0,-1-1 0 0 0,0 1 0 0 0,0 0 1 0 0,-5-7-1 0 0,5 9 497 0 0,3 1-1027 0 0,0 1 1 0 0,0 0-1 0 0,0-1 0 0 0,0 1 1 0 0,0 0-1 0 0,0-1 1 0 0,0 1-1 0 0,-1-1 0 0 0,1 1 1 0 0,0 0-1 0 0,0-1 1 0 0,0 1-1 0 0,0 0 0 0 0,0 0 1 0 0,-1-1-1 0 0,1 1 1 0 0,0 0-1 0 0,0-1 0 0 0,0 1 1 0 0,-1 0-1 0 0,1 0 1 0 0,0-1-1 0 0,0 1 0 0 0,-1 0 1 0 0,1 0-1 0 0,0 0 1 0 0,-1-1-1 0 0,1 1 0 0 0,-1 0 1 0 0,0 0 21 0 0,1-1 1 0 0,-1 1-1 0 0,1 0 1 0 0,-1-1-1 0 0,1 1 1 0 0,-1-1-1 0 0,1 1 0 0 0,-1 0 1 0 0,1-1-1 0 0,0 1 1 0 0,-1-1-1 0 0,1 1 1 0 0,-1-1-1 0 0,1 0 1 0 0,0 1-1 0 0,0-1 1 0 0,-1 1-1 0 0,1-1 1 0 0,0 0-1 0 0,0 1 0 0 0,0-1 1 0 0,-1 1-1 0 0,1-1 1 0 0,0 0-1 0 0,0 1 1 0 0,0-1-1 0 0,0-1 1 0 0,0-1 17 0 0,1-1 0 0 0,-1 0 1 0 0,0 0-1 0 0,1 0 0 0 0,0 1 1 0 0,0-1-1 0 0,0 0 0 0 0,0 1 1 0 0,2-4-1 0 0,-1 3 70 0 0,2 1-8 0 0,11-9 10 0 0,-11 9-5 0 0,1 2-15 0 0,0 0-88 0 0,0 0 0 0 0,0 1 0 0 0,1-1 0 0 0,-1 1 0 0 0,0 0 0 0 0,0 1 0 0 0,1-1 0 0 0,-1 1 0 0 0,0 0 0 0 0,0 0 0 0 0,0 1-1 0 0,0 0 1 0 0,9 4 0 0 0,-8-3-4 0 0,0 1-1 0 0,0 0 0 0 0,0 1 1 0 0,-1-1-1 0 0,1 1 0 0 0,-1 0 1 0 0,0 0-1 0 0,-1 1 0 0 0,1 0 0 0 0,-1 0 1 0 0,0 0-1 0 0,3 7 0 0 0,0 0 1 0 0,0 0-1 0 0,-1 1 1 0 0,-1-1-1 0 0,6 21 1 0 0,-10-25-16 0 0,1 0 0 0 0,-1 0 1 0 0,-1 0-1 0 0,0 0 0 0 0,0 0 1 0 0,-1 0-1 0 0,0 0 1 0 0,0 0-1 0 0,-1 0 0 0 0,-4 11 1 0 0,2-7-9 0 0,-2 0 1 0 0,1-1 0 0 0,-2 0-1 0 0,1 0 1 0 0,-2 0-1 0 0,1-1 1 0 0,-2 0 0 0 0,0-1-1 0 0,0 1 1 0 0,0-2-1 0 0,-1 1 1 0 0,-1-1 0 0 0,0-1-1 0 0,0 0 1 0 0,-1-1-1 0 0,-16 9 1 0 0,-26 7-114 0 0,49-21 82 0 0,-1-1 2 0 0,-18 3 24 0 0,18-3-5 0 0,1-2-28 0 0,-14-3 2 0 0,15 3 21 0 0,4 0 25 0 0,0 1 0 0 0,0 0 0 0 0,-1-1 0 0 0,1 1 0 0 0,0 0 0 0 0,0-1 0 0 0,0 1 0 0 0,0 0 0 0 0,0-1 0 0 0,0 1 0 0 0,-1 0 0 0 0,1-1 0 0 0,0 1 0 0 0,0 0-1 0 0,0 0 1 0 0,-1-1 0 0 0,1 1 0 0 0,0 0 0 0 0,-1 0 0 0 0,1 0 0 0 0,0-1 0 0 0,0 1 0 0 0,-1 0 0 0 0,1 0 0 0 0,0 0 0 0 0,-1 0 0 0 0,1-1 0 0 0,0 1 0 0 0,-1 0 0 0 0,1 0 0 0 0,0 0-1 0 0,-1 0 1 0 0,0 0-2 0 0,0 0 1 0 0,1 0-1 0 0,-1-1 0 0 0,0 1 0 0 0,0 0 0 0 0,0-1 0 0 0,1 1 0 0 0,-1-1 0 0 0,0 1 0 0 0,1-1 0 0 0,-1 1 0 0 0,0-1 0 0 0,1 1 0 0 0,-1-1 0 0 0,1 0 0 0 0,-1 1 0 0 0,1-1 0 0 0,-1 0 0 0 0,1 1 1 0 0,-1-1-1 0 0,1 0 0 0 0,-1-1 0 0 0,-5-16-17 0 0,5 14 45 0 0,1 4-26 0 0,0-1 1 0 0,0 1-1 0 0,0-1 1 0 0,0 1-1 0 0,0-1 0 0 0,0 1 1 0 0,0-1-1 0 0,1 1 0 0 0,-1-1 1 0 0,0 1-1 0 0,0-1 0 0 0,0 1 1 0 0,0 0-1 0 0,1-1 1 0 0,-1 1-1 0 0,0-1 0 0 0,1 1 1 0 0,-1 0-1 0 0,0-1 0 0 0,1 1 1 0 0,-1 0-1 0 0,0-1 1 0 0,1 1-1 0 0,-1 0 0 0 0,1-1 1 0 0,0 1-1 0 0,-1 0 0 0 0,0 0 0 0 0,1-1 1 0 0,-1 1-1 0 0,0 0 0 0 0,1-1 1 0 0,-1 1-1 0 0,0 0 0 0 0,1-1 0 0 0,-1 1 1 0 0,0 0-1 0 0,1-1 0 0 0,-1 1 0 0 0,0-1 1 0 0,0 1-1 0 0,0 0 0 0 0,1-1 1 0 0,-1 1-1 0 0,0-1 0 0 0,0 1 0 0 0,0-1 1 0 0,0 1-1 0 0,0-1 0 0 0,0 1 0 0 0,0-1 1 0 0,5-1-14 0 0,12-4 8 0 0,-16 5 7 0 0,1 1 1 0 0,-1-1-1 0 0,0 1 0 0 0,1 0 0 0 0,-1-1 0 0 0,0 1 0 0 0,1 0 1 0 0,-1 0-1 0 0,0 0 0 0 0,1 0 0 0 0,-1 0 0 0 0,1 0 0 0 0,-1 1 0 0 0,0-1 1 0 0,1 0-1 0 0,-1 1 0 0 0,0-1 0 0 0,2 2 0 0 0,1-1 4 0 0,8 3 81 0 0,0 0-1 0 0,0 1 1 0 0,0 0-1 0 0,19 12 1 0 0,-13-8-43 0 0,27 15-26 0 0,-16-9 153 0 0,41 16-1 0 0,-57-26-419 0 0,1-1 0 0 0,0 0 1 0 0,1-1-1 0 0,-1-1 0 0 0,1 0 0 0 0,16-1 1 0 0,17-1-1466 0 0,-38 0 1358 0 0,27-3-1813 0 0,-28 3 1629 0 0,4-2-128 0 0,8-3-2688 0 0,11-3-1573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39 146 2724 0 0,'0'0'1997'0'0,"2"-4"-1149"0"0,7-9-96 0 0,-6 10-68 0 0,7-15 538 0 0,-8 15-656 0 0,0-2-15 0 0,23-43 1470 0 0,-23 43-1570 0 0,0 1-9 0 0,7-13-20 0 0,-7 12 331 0 0,-1 1-455 0 0,-1 3-252 0 0,1 1 1 0 0,-1-1-1 0 0,1 1 1 0 0,-1-1-1 0 0,0 0 1 0 0,0 1 0 0 0,1-1-1 0 0,-1 0 1 0 0,0 0-1 0 0,0 1 1 0 0,0-1-1 0 0,0 0 1 0 0,0 1 0 0 0,0-1-1 0 0,0 0 1 0 0,0 0-1 0 0,0 1 1 0 0,0-1-1 0 0,0 0 1 0 0,-1 1 0 0 0,1-1-1 0 0,0-1 1 0 0,-16 3 289 0 0,8 4-333 0 0,-21 46-6 0 0,17-23 62 0 0,5-2 1 0 0,-10 38-122 0 0,15-56 62 0 0,-1 11-17 0 0,3 1 11 0 0,-1-9 15 0 0,0 0 0 0 0,1 0 1 0 0,1 0-1 0 0,0 0 0 0 0,1 0 0 0 0,0 0 0 0 0,0 0 1 0 0,1 0-1 0 0,9 19 0 0 0,-10-26 6 0 0,-2-2-10 0 0,1-1-1 0 0,0 1 1 0 0,0 0-1 0 0,0-1 1 0 0,1 1-1 0 0,-1-1 1 0 0,0 1-1 0 0,0-1 1 0 0,1 0-1 0 0,-1 1 1 0 0,3 0-1 0 0,-1 2-3 0 0,1-2-6 0 0,11 5-3 0 0,-12-5-16 0 0,3-2-8 0 0,16 0 46 0 0,-16 0-2 0 0,-2-2 2 0 0,1 0-3 0 0,1 0 0 0 0,-1-1 0 0 0,0 0 0 0 0,0 0 0 0 0,8-6 0 0 0,-4-6 68 0 0,-6 10-92 0 0,5-4 31 0 0,-5 2-17 0 0,5-23 38 0 0,-7 22 8 0 0,0 1-1 0 0,-1 0 0 0 0,1-1 1 0 0,-1 1-1 0 0,-1-1 0 0 0,1 1 0 0 0,-3-11 1 0 0,2 14-67 0 0,0-5-19 0 0,-6-13-13 0 0,-1 8-37 0 0,-1-2-277 0 0,-1 0 0 0 0,-15-16-1 0 0,21 29-9 0 0,0 1-63 0 0,-13-4-36 0 0,12 4-3 0 0,0 4 24 0 0,1 0 282 0 0,-1 0-1 0 0,1 0 1 0 0,0 0 0 0 0,0 1-1 0 0,0-1 1 0 0,0 1 0 0 0,1 0-1 0 0,-1 0 1 0 0,1 1 0 0 0,-1-1-1 0 0,1 1 1 0 0,0 0 0 0 0,-4 6-1 0 0,2 0-519 0 0,0 0 0 0 0,1 1 0 0 0,0-1 0 0 0,1 1 0 0 0,0 0 0 0 0,-2 14 0 0 0,0 2-1172 0 0,4-21-1320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208 47 2988 0 0,'0'0'2139'0'0,"0"-5"-1355"0"0,-1 2-569 0 0,1 0 0 0 0,-1 0 0 0 0,1 0 1 0 0,-1 0-1 0 0,0 0 0 0 0,0 0 0 0 0,-1 0 0 0 0,1 0 1 0 0,0 0-1 0 0,-1 1 0 0 0,-2-4 0 0 0,2 3 169 0 0,0 4-361 0 0,0 0 1 0 0,1 0-1 0 0,-1-1 0 0 0,0 1 1 0 0,0 0-1 0 0,0-1 1 0 0,0 1-1 0 0,1-1 0 0 0,-1 0 1 0 0,-2 1-1 0 0,-1 0 129 0 0,1 3 22 0 0,-8 6 1 0 0,1 0 1 0 0,1 1 0 0 0,0 1 0 0 0,0 0 0 0 0,1 0 0 0 0,-11 21 0 0 0,2 2 49 0 0,-16 44 1 0 0,31-73-210 0 0,-5 19 28 0 0,4-3-14 0 0,-4 34-40 0 0,7-51-91 0 0,1 1-40 0 0,-1 20-61 0 0,0-20-31 0 0,2-2-28 0 0,3 15-45 0 0,-3-14-25 0 0,-1-5-67 0 0,1 0 380 0 0,-1 0 0 0 0,0 0-1 0 0,1 0 1 0 0,-1 0 0 0 0,0 0-1 0 0,1 1 1 0 0,-1-1 0 0 0,0 0-1 0 0,1 0 1 0 0,-1 0 0 0 0,0 1-1 0 0,0-1 1 0 0,1 0 0 0 0,-1 0-1 0 0,0 1 1 0 0,0-1 0 0 0,1 0-1 0 0,-1 0 1 0 0,0 1 0 0 0,0-1-1 0 0,0 0 1 0 0,0 1 0 0 0,1-1-1 0 0,-1 0 1 0 0,0 1 0 0 0,0 0-1 0 0,0-1-15 0 0,0 1-1 0 0,0-1 1 0 0,1 1-1 0 0,-1-1 1 0 0,0 0-1 0 0,0 1 1 0 0,1-1-1 0 0,-1 1 1 0 0,0-1-1 0 0,0 1 1 0 0,1-1-1 0 0,-1 0 1 0 0,0 1-1 0 0,1-1 1 0 0,-1 0 0 0 0,1 1-1 0 0,-1-1 1 0 0,0 0-1 0 0,1 0 1 0 0,-1 1-1 0 0,1-1 1 0 0,-1 0-1 0 0,1 0 1 0 0,-1 0-1 0 0,1 0 1 0 0,-1 1-1 0 0,1-1 1 0 0,-1 0-1 0 0,1 0 1 0 0,-1 0-1 0 0,1 0 1 0 0,-1 0-1 0 0,1 0 1 0 0,-1 0-1 0 0,1 0 1 0 0,-1-1-1 0 0,1 1 1 0 0,7-2-49 0 0,0-1-1 0 0,-1 1 1 0 0,1-1-1 0 0,-1-1 1 0 0,0 1-1 0 0,0-1 1 0 0,0-1-1 0 0,0 1 1 0 0,5-7-1 0 0,23-20 132 0 0,-23 19 198 0 0,1-1 0 0 0,0 2 0 0 0,1 0-1 0 0,1 1 1 0 0,0 0 0 0 0,0 1 0 0 0,31-14-1 0 0,-37 20-123 0 0,-1 1-1 0 0,0 0 1 0 0,1 0-1 0 0,-1 1 1 0 0,1 0-1 0 0,-1 1 1 0 0,1-1-1 0 0,-1 2 0 0 0,1-1 1 0 0,0 1-1 0 0,-1 0 1 0 0,11 4-1 0 0,-12-4-72 0 0,-1 1-1 0 0,0 0 1 0 0,0 1-1 0 0,0 0 0 0 0,0-1 1 0 0,0 2-1 0 0,-1-1 1 0 0,0 1-1 0 0,1 0 1 0 0,-1 0-1 0 0,0 0 0 0 0,-1 1 1 0 0,1-1-1 0 0,-1 1 1 0 0,0 0-1 0 0,0 1 0 0 0,-1-1 1 0 0,5 10-1 0 0,-6-12-80 0 0,0 2 44 0 0,5 14 18 0 0,-5-15-16 0 0,-1 1-106 0 0,2 15 28 0 0,-2-15-60 0 0,-6-1-2556 0 0,5-4 2638 0 0,0 1-1 0 0,0-1 0 0 0,-1 1 1 0 0,1-1-1 0 0,0 1 0 0 0,-1-1 1 0 0,1 1-1 0 0,0-1 0 0 0,-1 1 1 0 0,1-1-1 0 0,-1 0 0 0 0,1 1 1 0 0,-1-1-1 0 0,1 0 0 0 0,-1 1 1 0 0,1-1-1 0 0,-1 0 0 0 0,1 0 0 0 0,-1 1 1 0 0,1-1-1 0 0,-1 0 0 0 0,1 0 1 0 0,-1 0-1 0 0,0 0 0 0 0,1 0 1 0 0,-1 0-1 0 0,1 0 0 0 0,-1 0 1 0 0,0 0-1 0 0,-37-23-1041 0 0,34 21 915 0 0,2 1 152 0 0,0 1 1 0 0,0 0 0 0 0,0 0 0 0 0,0-1 0 0 0,0 1-1 0 0,1-1 1 0 0,-1 0 0 0 0,0 1 0 0 0,0-1 0 0 0,0 0 0 0 0,-1-2-1 0 0,-2 1-6 0 0,-1-1-11 0 0,0 2 50 0 0,-17-4 46 0 0,17 3 39 0 0,1 2 99 0 0,-16-2 37 0 0,16 1 10 0 0,0 2 34 0 0,-15 3 19 0 0,15-2-21 0 0,5-2-264 0 0,0 0 0 0 0,-1 1 0 0 0,1-1 0 0 0,0 1 0 0 0,0-1 0 0 0,-1 0 0 0 0,1 1 0 0 0,0-1 0 0 0,-1 0 1 0 0,1 1-1 0 0,0-1 0 0 0,-1 0 0 0 0,1 0 0 0 0,0 1 0 0 0,-1-1 0 0 0,1 0 0 0 0,0 0 0 0 0,-1 0 0 0 0,1 1 0 0 0,-1-1 0 0 0,1 0 0 0 0,-1 0 0 0 0,1 0 0 0 0,0 0 0 0 0,-1 0 0 0 0,1 0 0 0 0,-2 0 0 0 0,2 0 2 0 0,-1 0-1 0 0,0 0 0 0 0,0 0 0 0 0,1 0 0 0 0,-1 1 0 0 0,0-1 0 0 0,0 0 1 0 0,1 0-1 0 0,-1 1 0 0 0,0-1 0 0 0,1 0 0 0 0,-1 1 0 0 0,0-1 0 0 0,1 1 1 0 0,-1-1-1 0 0,0 1 0 0 0,1-1 0 0 0,-1 1 0 0 0,1-1 0 0 0,-1 1 0 0 0,1-1 0 0 0,-1 1 1 0 0,0 1-1 0 0,-4 7 153 0 0,1 1 0 0 0,-1 0 0 0 0,2 0 1 0 0,-5 14-1 0 0,8-18 25 0 0,0-1-38 0 0,10 47 205 0 0,-8-47-296 0 0,0-2-8 0 0,2 1-30 0 0,-1 0 1 0 0,1-1-1 0 0,-1 1 0 0 0,1-1 0 0 0,0 0 0 0 0,8 4 0 0 0,-8-5 21 0 0,1-4-19 0 0,3 1-4 0 0,0-1-1 0 0,0-1 1 0 0,-1 1-1 0 0,1-1 1 0 0,-1-1-1 0 0,0 1 1 0 0,0-1 0 0 0,9-7-1 0 0,53-54 71 0 0,-62 60-84 0 0,5-6 45 0 0,1 1-1 0 0,1 0 0 0 0,0 1 0 0 0,15-8 0 0 0,25-2 209 0 0,-49 18-176 0 0,3 1-44 0 0,-4 0-42 0 0,0 0 0 0 0,1 0 0 0 0,-1 0 0 0 0,0 0 0 0 0,0 0-1 0 0,1 1 1 0 0,-1 0 0 0 0,0 0 0 0 0,0 0 0 0 0,0 0-1 0 0,0 0 1 0 0,0 1 0 0 0,0 0 0 0 0,5 3 0 0 0,-5-3-71 0 0,-1 1 1 0 0,1 0 0 0 0,0 1 0 0 0,-1-1-1 0 0,1 1 1 0 0,-1-1 0 0 0,0 1-1 0 0,0 0 1 0 0,-1 0 0 0 0,1 0 0 0 0,-1 1-1 0 0,0-1 1 0 0,0 0 0 0 0,0 1-1 0 0,-1 0 1 0 0,2 4 0 0 0,-3 5-711 0 0,-1 1-1 0 0,0-1 1 0 0,-1 0 0 0 0,-1 0 0 0 0,0 0-1 0 0,-1 0 1 0 0,-6 15 0 0 0,7-23-2692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104 26 3680 0 0,'0'0'3954'0'0,"-1"-4"-3297"0"0,-1-13-93 0 0,1 12 2221 0 0,-10 23-1987 0 0,8-13-694 0 0,1 0 0 0 0,0 1 0 0 0,0-1 0 0 0,1 1-1 0 0,-1-1 1 0 0,1 1 0 0 0,1 0 0 0 0,-1-1 0 0 0,1 10 0 0 0,-1-3-26 0 0,-64 397 1650 0 0,64-405-1739 0 0,0 2-34 0 0,-3 17-67 0 0,4-17-100 0 0,-1-1-529 0 0,0 14 238 0 0,1-14-107 0 0,13 6-2899 0 0,-4-11-1309 0 0,16-11 136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35 2748 0 0,'6'-12'469'0'0,"7"-9"5149"0"0,-13 21-5573 0 0,1-1-1 0 0,-1 1 1 0 0,0 0-1 0 0,1 0 1 0 0,-1 0-1 0 0,1 0 0 0 0,-1 0 1 0 0,1 0-1 0 0,-1 0 1 0 0,1 0-1 0 0,-1 0 0 0 0,1 0 1 0 0,-1 0-1 0 0,1 0 1 0 0,-1 0-1 0 0,1 0 0 0 0,-1 0 1 0 0,0 1-1 0 0,1-1 1 0 0,-1 0-1 0 0,1 0 1 0 0,-1 1-1 0 0,0-1 0 0 0,1 0 1 0 0,-1 0-1 0 0,1 1 1 0 0,-1-1-1 0 0,0 0 0 0 0,1 1 1 0 0,-1-1-1 0 0,0 0 1 0 0,0 1-1 0 0,1-1 0 0 0,-1 1 1 0 0,0-1-1 0 0,0 1 1 0 0,0-1-1 0 0,1 0 0 0 0,-1 1 1 0 0,0 0-1 0 0,2 2 170 0 0,-1 3-40 0 0,2 22 2 0 0,-1-1 1 0 0,-1 1-1 0 0,-2 0 1 0 0,0 0 0 0 0,-2-1-1 0 0,-1 1 1 0 0,-10 33-1 0 0,-9 16 585 0 0,22-73-451 0 0,2-4-308 0 0,-1 0 0 0 0,0 0 0 0 0,1 0 0 0 0,-1 0 0 0 0,1 1 1 0 0,-1-1-1 0 0,1 0 0 0 0,-1 0 0 0 0,0 0 0 0 0,1 0 1 0 0,-1 0-1 0 0,1 0 0 0 0,-1 1 0 0 0,0-1 0 0 0,1 0 0 0 0,-1 0 1 0 0,0 1-1 0 0,1-1 0 0 0,-1 0 0 0 0,0 1 0 0 0,0-1 1 0 0,1 0-1 0 0,-1 1 0 0 0,0-1 0 0 0,0 0 0 0 0,1 1 0 0 0,-1-1 1 0 0,0 1-1 0 0,0-1-1 0 0,1 1 0 0 0,-1 0 1 0 0,0-1-1 0 0,1 1 0 0 0,-1-1 0 0 0,1 1 0 0 0,-1-1 1 0 0,1 1-1 0 0,-1-1 0 0 0,1 0 0 0 0,-1 1 1 0 0,1-1-1 0 0,-1 0 0 0 0,1 1 0 0 0,-1-1 1 0 0,1 0-1 0 0,0 1 0 0 0,-1-1 0 0 0,1 0 0 0 0,-1 0 1 0 0,1 0-1 0 0,0 0 0 0 0,-1 0 0 0 0,1 0 1 0 0,0 0-1 0 0,-1 0 0 0 0,1 0 0 0 0,0 0 1 0 0,-1 0-1 0 0,1 0 0 0 0,1 0 0 0 0,15-2 45 0 0,22-2-94 0 0,0-3 0 0 0,53-14 0 0 0,-41 7 46 0 0,-10 1-12 0 0,60-29 1 0 0,-98 40 28 0 0,12-13 21 0 0,-13 12 14 0 0,0-1-11 0 0,-1-1-23 0 0,0 1 1 0 0,-1-1-1 0 0,1 1 1 0 0,-1-1-1 0 0,0 1 1 0 0,0-1-1 0 0,-1 1 0 0 0,-1-9 1 0 0,0 8 48 0 0,1 1-23 0 0,0 0 0 0 0,-1 1 0 0 0,0 0 0 0 0,0-1 0 0 0,0 1 0 0 0,-1 0 0 0 0,1 0 0 0 0,-1 0 0 0 0,-3-3 0 0 0,5 5-36 0 0,-1-2 114 0 0,-2 1-34 0 0,1-1-45 0 0,-1 1-1 0 0,1 1 1 0 0,0-1 0 0 0,-1 0-1 0 0,0 1 1 0 0,1 0-1 0 0,-1 0 1 0 0,-5-1-1 0 0,-1 0-21 0 0,8 5 49 0 0,-3 6-48 0 0,1 0 0 0 0,0 0-1 0 0,1 0 1 0 0,0 0 0 0 0,1 1-1 0 0,-3 18 1 0 0,-2 69 84 0 0,5 3-1939 0 0,12 100-1 0 0,-9-193 1313 0 0,0 0 0 0 0,1 0 0 0 0,-1 0 0 0 0,2-1 0 0 0,-1 1 0 0 0,1-1 0 0 0,5 10 0 0 0,-8-15 457 0 0,2 3-1220 0 0,3-1-912 0 0,15 10-1538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138 103 2876 0 0,'0'0'1426'0'0,"-1"-6"-146"0"0,-9-44 1637 0 0,9 46-2069 0 0,-1 0-151 0 0,-7-13-134 0 0,7 13-90 0 0,2 4-454 0 0,0 0-1 0 0,-1 0 1 0 0,1 0 0 0 0,0 0 0 0 0,-1 0 0 0 0,1-1 0 0 0,0 1 0 0 0,-1 0-1 0 0,1 0 1 0 0,0 0 0 0 0,-1-1 0 0 0,1 1 0 0 0,0 0 0 0 0,0 0 0 0 0,-1-1-1 0 0,1 1 1 0 0,0 0 0 0 0,0-1 0 0 0,0 1 0 0 0,-1 0 0 0 0,1-1 0 0 0,0 1-1 0 0,0 0 1 0 0,0-1 0 0 0,0 1 0 0 0,0 0 0 0 0,0-1 0 0 0,0 0 21 0 0,-1 1 1 0 0,1-1 0 0 0,0 1-1 0 0,0-1 1 0 0,0 1-1 0 0,0-1 1 0 0,0 1 0 0 0,-1 0-1 0 0,1-1 1 0 0,0 1-1 0 0,0-1 1 0 0,-1 1 0 0 0,1 0-1 0 0,0-1 1 0 0,-1 1 0 0 0,1 0-1 0 0,0-1 1 0 0,-1 1-1 0 0,1 0 1 0 0,0 0 0 0 0,-1-1-1 0 0,1 1 1 0 0,-1 0 0 0 0,1 0-1 0 0,0-1 1 0 0,-1 1-1 0 0,1 0 1 0 0,-1 0 0 0 0,1 0-1 0 0,-1 0 1 0 0,1 0 0 0 0,-1 0-1 0 0,1 0 1 0 0,-1 0-1 0 0,1 0 1 0 0,-1 0 0 0 0,1 0-1 0 0,-1 0 1 0 0,-3 1 29 0 0,1 0 1 0 0,-1 1-1 0 0,1-1 1 0 0,0 1-1 0 0,0 0 1 0 0,-1-1-1 0 0,1 1 1 0 0,0 1-1 0 0,1-1 1 0 0,-1 0-1 0 0,0 1 1 0 0,1-1-1 0 0,-1 1 1 0 0,1 0-1 0 0,0 0 1 0 0,0 0-1 0 0,0 0 1 0 0,0 0-1 0 0,1 0 1 0 0,-2 4-1 0 0,-21 52 443 0 0,17-40-355 0 0,4 7-25 0 0,2-23-112 0 0,1 10 28 0 0,-1 1 0 0 0,2-1 0 0 0,0 0 1 0 0,0 1-1 0 0,4 13 0 0 0,-3-21-62 0 0,1 0 0 0 0,0 1 0 0 0,-1-1 0 0 0,2-1 0 0 0,-1 1 0 0 0,1 0 0 0 0,0-1 0 0 0,0 0 0 0 0,0 0 0 0 0,1 0 0 0 0,0 0 0 0 0,10 7 0 0 0,-11-9-99 0 0,-3-3 98 0 0,1 0-1 0 0,0 0 0 0 0,0 0 0 0 0,-1 1 1 0 0,1-1-1 0 0,0 1 0 0 0,-1 0 0 0 0,1-1 1 0 0,0 1-1 0 0,-1 0 0 0 0,2 1 0 0 0,2 0-19 0 0,0 0-71 0 0,1-2 0 0 0,-1 1 89 0 0,0-1 0 0 0,1 0 0 0 0,-1 0 0 0 0,0 0 0 0 0,0-1 0 0 0,1 0 0 0 0,-1 0 0 0 0,0 0 0 0 0,0 0 0 0 0,0-1 0 0 0,0 0 0 0 0,0 0 0 0 0,0-1 0 0 0,-1 1 0 0 0,1-1 0 0 0,-1 0 0 0 0,0 0 0 0 0,1 0 0 0 0,-1-1 0 0 0,-1 1-1 0 0,1-1 1 0 0,-1 0 0 0 0,1 0 0 0 0,-1-1 0 0 0,3-4 0 0 0,-2 1 34 0 0,0 0-1 0 0,0 0 1 0 0,-1 0-1 0 0,0 0 1 0 0,0-1-1 0 0,-1 1 1 0 0,0-1-1 0 0,0 0 1 0 0,-1-10-1 0 0,-6-47-596 0 0,3 57 295 0 0,-1 0-1 0 0,0 0 1 0 0,0 0-1 0 0,-1 0 1 0 0,0 0-1 0 0,0 1 1 0 0,-1 0-1 0 0,0 0 1 0 0,-7-8-1 0 0,11 14 178 0 0,0 1 0 0 0,0 0-1 0 0,0-1 1 0 0,0 1 0 0 0,0 0-1 0 0,-1 0 1 0 0,1 0 0 0 0,0-1 0 0 0,-1 1-1 0 0,1 1 1 0 0,-1-1 0 0 0,1 0-1 0 0,-1 0 1 0 0,0 0 0 0 0,1 1-1 0 0,-4-1 1 0 0,0-1-284 0 0,3 1 113 0 0,-1-1-1 0 0,1 1 1 0 0,0 0 0 0 0,-1 0 0 0 0,1 0-1 0 0,0 0 1 0 0,-1 0 0 0 0,1 1 0 0 0,-1-1-1 0 0,1 1 1 0 0,-5 0 0 0 0,-1-1-780 0 0,1-1-3714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71 3636 0 0,'-1'-4'1412'0'0,"-2"-12"-183"0"0,2 12 690 0 0,-1-1-1128 0 0,-3-13-64 0 0,3 13 1031 0 0,-5-10-1162 0 0,4 11 2351 0 0,2 8-2879 0 0,0 0 0 0 0,0 1 1 0 0,0-1-1 0 0,0 0 1 0 0,1 1-1 0 0,0-1 0 0 0,0 0 1 0 0,1 9-1 0 0,-1 8 94 0 0,9 490 1292 0 0,-9-505-1442 0 0,0 1-26 0 0,0 19 4 0 0,0-19-55 0 0,0-3-88 0 0,-2 16-85 0 0,2-15-130 0 0,5 2-2944 0 0,0 2 2685 0 0,1-9-2852 0 0,8-8 176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100 143 2520 0 0,'0'0'8460'0'0,"-1"-5"-8090"0"0,-3-12-18 0 0,3 13 824 0 0,2-1-1055 0 0,2-20 71 0 0,-2 24-178 0 0,0-1-1 0 0,1 0 1 0 0,-1 1-1 0 0,1 0 1 0 0,-1-1-1 0 0,1 1 1 0 0,-1 0-1 0 0,1 0 1 0 0,2-2 0 0 0,2-2 3 0 0,29-20 42 0 0,36-3-8 0 0,-48 21 48 0 0,-18 5-102 0 0,1 2-27 0 0,17-4 9 0 0,-17 3-9 0 0,0 2 4 0 0,-4 0 23 0 0,0-1 2 0 0,0 1 0 0 0,-1 0 1 0 0,1-1-1 0 0,0 0 0 0 0,0 1 1 0 0,0-1-1 0 0,-1 0 0 0 0,1 0 1 0 0,0 0-1 0 0,0 0 1 0 0,0 0-1 0 0,3-1 0 0 0,-5 1 2 0 0,1 0-1 0 0,0 0 0 0 0,-1 0 1 0 0,1 0-1 0 0,0 0 1 0 0,-1 1-1 0 0,1-1 1 0 0,0 0-1 0 0,-1 0 0 0 0,1 1 1 0 0,0-1-1 0 0,-1 0 1 0 0,1 1-1 0 0,-1-1 0 0 0,1 1 1 0 0,-1-1-1 0 0,1 1 1 0 0,-1-1-1 0 0,1 1 1 0 0,-1-1-1 0 0,1 1 0 0 0,-1-1 1 0 0,0 1-1 0 0,1 0 1 0 0,-1-1-1 0 0,0 1 0 0 0,0-1 1 0 0,1 1-1 0 0,-1 1 1 0 0,8 17 0 0 0,-8-19 1 0 0,1 4 10 0 0,-2 2 3 0 0,-15 52 66 0 0,10-42-64 0 0,-1 0 0 0 0,-1 0 0 0 0,-15 21 0 0 0,-18 24 31 0 0,38-54-42 0 0,-27 31-27 0 0,23-23-1015 0 0,7-14 1024 0 0,0-1-1 0 0,0 1 1 0 0,0-1-1 0 0,1 1 1 0 0,-1-1-1 0 0,0 1 1 0 0,1-1-1 0 0,-1 1 1 0 0,0-1-1 0 0,1 1 1 0 0,-1-1-1 0 0,0 1 1 0 0,1-1-1 0 0,-1 0 1 0 0,1 1-1 0 0,-1-1 1 0 0,1 0-1 0 0,-1 1 1 0 0,1-1-1 0 0,-1 0 1 0 0,1 0-1 0 0,-1 1 1 0 0,1-1-1 0 0,-1 0 1 0 0,1 0-1 0 0,-1 0 1 0 0,1 0-1 0 0,0 0 1 0 0,-1 0-1 0 0,1 0 1 0 0,-1 0-1 0 0,1 0 1 0 0,-1 0-1 0 0,1 0 1 0 0,1 0-1 0 0,5 0-39 0 0,-4-1 39 0 0,35-10-181 0 0,-34 9 200 0 0,24-2 75 0 0,-23 4 49 0 0,0-1-62 0 0,13-1 1 0 0,-13 1 119 0 0,18 11 174 0 0,-21-7-246 0 0,1 3-73 0 0,-1-1 0 0 0,0 0 0 0 0,0 1 0 0 0,-1 0 0 0 0,1-1 0 0 0,-1 1 0 0 0,-1 0 0 0 0,1 0 0 0 0,-1 0 0 0 0,0 8 1 0 0,-1-9-12 0 0,0 0-14 0 0,-1 2 5 0 0,0-1-1 0 0,0 1 1 0 0,-1 0-1 0 0,1-1 0 0 0,-2 1 1 0 0,1-1-1 0 0,-1 0 1 0 0,0 0-1 0 0,0 0 0 0 0,-5 5 1 0 0,-2-2-58 0 0,0-1 0 0 0,0 0 1 0 0,-1 0-1 0 0,0-2 0 0 0,0 1 1 0 0,-1-1-1 0 0,1-1 0 0 0,-1 0 0 0 0,0-1 1 0 0,-1 0-1 0 0,1-1 0 0 0,-22 2 1 0 0,27-4-70 0 0,-50 3-550 0 0,53-4 453 0 0,0 0-1 0 0,0-1 0 0 0,1 1 1 0 0,-1-1-1 0 0,0 0 0 0 0,0-1 0 0 0,1 1 1 0 0,-1-1-1 0 0,0 0 0 0 0,1 0 1 0 0,-8-4-1 0 0,10 3-152 0 0,0 1-1 0 0,-1-1 1 0 0,1 0 0 0 0,0 1 0 0 0,1-1-1 0 0,-1 0 1 0 0,0 0 0 0 0,1 0-1 0 0,-1 0 1 0 0,0-6 0 0 0,0 4-777 0 0,3-2-719 0 0,5-27-1305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11 3516 0 0,'10'-7'-746'0'0,"-2"4"4115"0"0,-10 17 1417 0 0,0-10-4517 0 0,2-3-247 0 0,0 0-1 0 0,0 0 1 0 0,0 0-1 0 0,0 0 0 0 0,-1-1 1 0 0,1 1-1 0 0,0 0 1 0 0,0 0-1 0 0,-1 0 0 0 0,1-1 1 0 0,0 1-1 0 0,-1 0 1 0 0,1 0-1 0 0,-1-1 0 0 0,1 1 1 0 0,-1 0-1 0 0,0-1 1 0 0,0 1-1 0 0,-9 14 315 0 0,7-10-221 0 0,1 1-1 0 0,0 0 1 0 0,0-1-1 0 0,1 1 1 0 0,0 0-1 0 0,0 0 1 0 0,0 0-1 0 0,1 0 1 0 0,0 9 0 0 0,0-10-29 0 0,4-2-24 0 0,1 1-30 0 0,0 0 0 0 0,1 0 0 0 0,-1-1 0 0 0,1 1 0 0 0,0-1 0 0 0,0-1 0 0 0,0 1 0 0 0,8 1 0 0 0,61 14-50 0 0,-15-5 14 0 0,-11 2 118 0 0,-44-13 0 0 0,-1 0-2 0 0,1 2-22 0 0,0-1 1 0 0,0 1 0 0 0,-1 0 0 0 0,1 0 0 0 0,-1 1-1 0 0,0-1 1 0 0,0 1 0 0 0,-1 0 0 0 0,0 0 0 0 0,5 9-1 0 0,-6-10 57 0 0,-3-3-139 0 0,1-1 0 0 0,-1 1 0 0 0,1-1 0 0 0,0 1 0 0 0,-1-1 0 0 0,1 1 0 0 0,0 0-1 0 0,0-1 1 0 0,-1 1 0 0 0,1-1 0 0 0,0 1 0 0 0,0 0 0 0 0,0-1 0 0 0,0 1 0 0 0,0-1 0 0 0,0 1 0 0 0,0 0 0 0 0,0-1 0 0 0,0 1 0 0 0,0 0 0 0 0,0-1 0 0 0,0 1-1 0 0,-1 19 138 0 0,-2-12-102 0 0,0 0-1 0 0,0 0 0 0 0,-1 0 0 0 0,0-1 0 0 0,-1 1 0 0 0,0-1 0 0 0,0 0 1 0 0,0-1-1 0 0,-1 1 0 0 0,0-1 0 0 0,0 0 0 0 0,-1 0 0 0 0,-7 5 1 0 0,3-4-204 0 0,0-1 0 0 0,0 1 1 0 0,0-2-1 0 0,-1 0 1 0 0,0 0-1 0 0,0-1 1 0 0,0-1-1 0 0,-23 4 1 0 0,30-6-168 0 0,0-1 0 0 0,0 1 0 0 0,0-1 0 0 0,0 0 0 0 0,0-1-1 0 0,1 1 1 0 0,-1-1 0 0 0,0 0 0 0 0,0 0 0 0 0,0 0 0 0 0,0-1 0 0 0,1 0 0 0 0,-1 0 0 0 0,1 0 0 0 0,-1 0 0 0 0,1-1 0 0 0,0 0 0 0 0,0 0 0 0 0,0 0 0 0 0,0 0 0 0 0,1-1 0 0 0,-1 1 0 0 0,1-1 0 0 0,0 0 0 0 0,-5-7 0 0 0,4 2-1856 0 0,-3-17-1518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1 227 2096 0 0,'2'-4'1268'0'0,"6"-12"-216"0"0,-6 12-203 0 0,0 0-103 0 0,5-4-352 0 0,0-1-1 0 0,0 1 1 0 0,0 1-1 0 0,1 0 1 0 0,0 0-1 0 0,1 0 1 0 0,0 1-1 0 0,0 0 1 0 0,0 1-1 0 0,0 0 1 0 0,15-6-1 0 0,24-8 568 0 0,55-13 0 0 0,-70 22-593 0 0,41-11-24 0 0,-5 2-696 0 0,-66 18 91 0 0,23-7-2120 0 0,-8 5-3395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14 172 3656 0 0,'0'0'5043'0'0,"-2"-3"-4061"0"0,-10-10 4278 0 0,13 8-5150 0 0,1-12-53 0 0,-1 12 74 0 0,3 4-101 0 0,42-13 91 0 0,-40 13-123 0 0,0 2-10 0 0,20 1 18 0 0,-20-2-21 0 0,-1 2-41 0 0,16 5 22 0 0,-15-6 39 0 0,-2 2 9 0 0,3 1-10 0 0,-1 1-1 0 0,0-1 1 0 0,0 1-1 0 0,0 0 1 0 0,-1 1 0 0 0,0-1-1 0 0,0 1 1 0 0,0 0-1 0 0,-1 1 1 0 0,4 7-1 0 0,-6-10 12 0 0,0 2 0 0 0,2 18-13 0 0,-3-18-37 0 0,-1 0 23 0 0,-1 8 19 0 0,0 0 0 0 0,-1 0-1 0 0,0 0 1 0 0,-1-1 0 0 0,-1 1 0 0 0,0-1-1 0 0,-6 13 1 0 0,-9 15-57 0 0,17-37 46 0 0,0 0 7 0 0,-2 10-188 0 0,15-19-579 0 0,21-31 281 0 0,-9-1 334 0 0,-2 0 0 0 0,-1-2 0 0 0,-2 0 0 0 0,-2-1 0 0 0,15-57 0 0 0,-30 92 143 0 0,2-25 66 0 0,-2 24-33 0 0,-1 1-38 0 0,3-13-107 0 0,-3 13 290 0 0,0 0-122 0 0,-1-13-26 0 0,0 13 97 0 0,-19 15-96 0 0,16-8-19 0 0,2 6-48 0 0,2-8 42 0 0,-1 0 0 0 0,1 0 0 0 0,0 0 0 0 0,0 0 0 0 0,0 0 0 0 0,0 0 1 0 0,0 0-1 0 0,-1-1 0 0 0,1 1 0 0 0,0 0 0 0 0,0 0 0 0 0,0 0 0 0 0,0 0 0 0 0,-1 0 0 0 0,1 0 0 0 0,0 0 0 0 0,0 0 0 0 0,0 0 0 0 0,0 1 1 0 0,-1-1-1 0 0,1 0 0 0 0,0 0 0 0 0,0 0 0 0 0,0 0 0 0 0,0 0 0 0 0,-1 0 0 0 0,1 0 0 0 0,0 0 0 0 0,0 0 0 0 0,0 0 0 0 0,0 1 1 0 0,0-1-1 0 0,0 0 0 0 0,-1 0 0 0 0,1 0 0 0 0,0 0 0 0 0,0 0 0 0 0,0 0 0 0 0,0 1 0 0 0,0-1 0 0 0,0 0 0 0 0,0 0 0 0 0,0 0 1 0 0,0 0-1 0 0,0 1 0 0 0,0-1 0 0 0,0 0 0 0 0,0 0 0 0 0,0 0 0 0 0,-10 43 54 0 0,8-24-18 0 0,2 0-1 0 0,3 30 0 0 0,-2-43-15 0 0,1-1 14 0 0,1 1-30 0 0,0 0 0 0 0,0 0-1 0 0,1 0 1 0 0,-1 0-1 0 0,1-1 1 0 0,1 0 0 0 0,-1 0-1 0 0,1 0 1 0 0,0 0 0 0 0,0-1-1 0 0,0 1 1 0 0,0-1 0 0 0,1-1-1 0 0,0 1 1 0 0,0-1 0 0 0,12 5-1 0 0,-14-6-73 0 0,2 0-113 0 0,17 4 34 0 0,-17-4-35 0 0,1-1-78 0 0,18-2-1076 0 0,42-4 1 0 0,-63 3 673 0 0,-2 3 573 0 0,-1-2-1 0 0,1 1 1 0 0,0 0 0 0 0,-1 0-1 0 0,1 0 1 0 0,0-1-1 0 0,-1 1 1 0 0,1-1 0 0 0,-1 1-1 0 0,1-1 1 0 0,-1 0-1 0 0,3-1 1 0 0,-1 0-114 0 0,3 1-417 0 0,-2-2-123 0 0,35-21-3287 0 0,-35 21 1466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 1984 0 0,'0'0'1554'0'0,"2"-3"-812"0"0,4-5-1085 0 0,-5 8 540 0 0,-1 0 1 0 0,1-1 0 0 0,-1 1 0 0 0,1 0 0 0 0,-1 0 0 0 0,0-1 0 0 0,1 1 0 0 0,-1 0-1 0 0,1 0 1 0 0,-1 0 0 0 0,1 0 0 0 0,0 0 0 0 0,-1 0 0 0 0,1 0 0 0 0,-1 0-1 0 0,1 0 1 0 0,-1 0 0 0 0,1 0 0 0 0,-1 0 0 0 0,1 0 0 0 0,-1 0 0 0 0,1 0 0 0 0,-1 1-1 0 0,1-1 1 0 0,-1 0 0 0 0,0 0 0 0 0,1 1 0 0 0,-1-1 0 0 0,1 0 0 0 0,-1 0-1 0 0,0 1 1 0 0,1-1 0 0 0,-1 1 0 0 0,1-1 0 0 0,-1 0 0 0 0,0 1 0 0 0,0-1 0 0 0,1 1-1 0 0,-1-1 1 0 0,1 1 0 0 0,1 2 537 0 0,-1 3-409 0 0,27 209 2289 0 0,-11-122-2494 0 0,-16-88-220 0 0,0 1-77 0 0,4 15-93 0 0,-4-15-115 0 0,1-2-969 0 0,4 12 478 0 0,-5-12-225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11 153 3308 0 0,'-1'-4'1510'0'0,"-7"-33"4285"0"0,7 26-5944 0 0,1 6 1063 0 0,1 0-554 0 0,0 3-260 0 0,0-1 0 0 0,0 0 0 0 0,0 0 0 0 0,1 0 1 0 0,-1 1-1 0 0,1-1 0 0 0,0 1 0 0 0,0-1 0 0 0,0 1 0 0 0,0 0 1 0 0,0 0-1 0 0,4-3 0 0 0,-3 2 279 0 0,4 3-302 0 0,18-1 86 0 0,-18 1 4 0 0,-1 1-25 0 0,6 2-62 0 0,1 1 1 0 0,-1 0-1 0 0,0 0 0 0 0,0 1 1 0 0,19 12-1 0 0,-28-15-63 0 0,-2-1-17 0 0,-1-1 1 0 0,1 0 0 0 0,-1 0 0 0 0,1 0-1 0 0,-1 0 1 0 0,1 0 0 0 0,-1 1-1 0 0,1-1 1 0 0,-1 0 0 0 0,1 0 0 0 0,-1 1-1 0 0,1-1 1 0 0,-1 0 0 0 0,1 1-1 0 0,-1-1 1 0 0,1 0 0 0 0,-1 1 0 0 0,0-1-1 0 0,1 1 1 0 0,-1-1 0 0 0,0 1 0 0 0,1-1-1 0 0,-1 1 1 0 0,0-1 0 0 0,1 2-1 0 0,-1-2 1 0 0,0 1-1 0 0,1 0 1 0 0,-1-1 0 0 0,0 1-1 0 0,1 0 1 0 0,-1-1-1 0 0,1 1 1 0 0,-1-1-1 0 0,1 1 1 0 0,-1 0-1 0 0,1-1 1 0 0,0 1-1 0 0,-1-1 1 0 0,1 0-1 0 0,0 1 1 0 0,-1-1-1 0 0,1 0 1 0 0,1 1-1 0 0,-1 0 0 0 0,0 1 0 0 0,0-1 0 0 0,1 1 0 0 0,-1-1 0 0 0,0 1 0 0 0,0-1 0 0 0,-1 1 0 0 0,1-1 0 0 0,0 1 0 0 0,0 2 0 0 0,2 0 8 0 0,-3 0-11 0 0,3 41 128 0 0,-3-40-107 0 0,-2 0 11 0 0,-25 64 105 0 0,25-64-117 0 0,0-2-8 0 0,-15 38-593 0 0,21-42 503 0 0,16-2-14 0 0,-15 2 6 0 0,-1-2-10 0 0,12-8-119 0 0,-1-2 0 0 0,0 0-1 0 0,-1-1 1 0 0,20-24 0 0 0,-28 29 191 0 0,1 1-1 0 0,-1-1 1 0 0,-1 0 0 0 0,6-11-1 0 0,-7 12 21 0 0,19-35-102 0 0,7-34 59 0 0,-28 72 44 0 0,-1 1-3 0 0,4-14 6 0 0,-4 14 146 0 0,-3 4-142 0 0,0 1 1 0 0,0-1-1 0 0,0 1 0 0 0,0-1 1 0 0,0 1-1 0 0,0 0 0 0 0,0 0 1 0 0,0 0-1 0 0,0 0 0 0 0,0 0 0 0 0,1 1 1 0 0,-1-1-1 0 0,0 1 0 0 0,1-1 1 0 0,-1 1-1 0 0,1-1 0 0 0,0 1 0 0 0,-1 0 1 0 0,1-1-1 0 0,0 1 0 0 0,0 0 1 0 0,-1 3-1 0 0,-2 2 11 0 0,1 0 0 0 0,0 1 0 0 0,1-1 0 0 0,-4 15-1 0 0,-1 25 218 0 0,7-42-141 0 0,0 2-13 0 0,0-5-84 0 0,1 6-19 0 0,-1 0 1 0 0,1 0-1 0 0,1 1 0 0 0,-1-1 1 0 0,1 0-1 0 0,1 0 0 0 0,0-1 0 0 0,0 1 1 0 0,0 0-1 0 0,1-1 0 0 0,0 0 1 0 0,1 0-1 0 0,-1 0 0 0 0,1 0 1 0 0,6 5-1 0 0,-3-4-428 0 0,0-1 0 0 0,0 0 0 0 0,17 10 0 0 0,-15-11-1185 0 0,0-1 0 0 0,0-1 0 0 0,15 5 0 0 0,-3-2-2575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79 2616 0 0,'1'-5'1008'0'0,"8"-37"3939"0"0,-8 38-3844 0 0,-1 4-1087 0 0,0 0 0 0 0,0-1 0 0 0,0 1 0 0 0,0-1 0 0 0,0 1 0 0 0,0 0 0 0 0,0-1 0 0 0,1 1 0 0 0,-1-1 0 0 0,0 1 1 0 0,0 0-1 0 0,0-1 0 0 0,1 1 0 0 0,-1 0 0 0 0,0-1 0 0 0,1 1 0 0 0,-1 0 0 0 0,0-1 0 0 0,1 1 0 0 0,-1 0 0 0 0,0 0 1 0 0,1-1-1 0 0,-1 1 0 0 0,0 0 0 0 0,1 0 0 0 0,-1 0 0 0 0,1-1 0 0 0,0 1 28 0 0,-1 0 0 0 0,1 0 0 0 0,-1 0 0 0 0,1-1 0 0 0,-1 1 1 0 0,1 0-1 0 0,-1-1 0 0 0,0 1 0 0 0,1 0 0 0 0,-1-1 0 0 0,1 1 0 0 0,-1-1 0 0 0,0 1 0 0 0,1-1 0 0 0,-1 1 0 0 0,0 0 0 0 0,0-1 0 0 0,1 1 1 0 0,-1-1-1 0 0,0-1 0 0 0,4 1 124 0 0,13-6-91 0 0,-13 6 514 0 0,1 2-426 0 0,15 4-36 0 0,-15-3-25 0 0,-4-2-89 0 0,0 1 0 0 0,1 0 0 0 0,-1 0 0 0 0,1 0 0 0 0,-1 0 0 0 0,0 0 0 0 0,0 0 0 0 0,0 0 0 0 0,1 0 0 0 0,-1 1 0 0 0,1 0 0 0 0,1 1 38 0 0,-1 1 4 0 0,6 13-6 0 0,-6-13-2 0 0,-1 1-5 0 0,4 17-25 0 0,-4-17 13 0 0,-1 2 22 0 0,0 4-41 0 0,-1 0 1 0 0,-1 0-1 0 0,0 0 0 0 0,0 0 0 0 0,-1-1 1 0 0,0 1-1 0 0,-1-1 0 0 0,0 1 0 0 0,0-1 1 0 0,-1 0-1 0 0,-1-1 0 0 0,0 1 0 0 0,0-1 1 0 0,-1 0-1 0 0,-12 13 0 0 0,16-20 15 0 0,2-1-31 0 0,-1 0 0 0 0,0-1 0 0 0,1 1 0 0 0,-1 0 0 0 0,1 0 1 0 0,0 0-1 0 0,-1 0 0 0 0,1 1 0 0 0,0-1 0 0 0,0 0 0 0 0,-2 3 1 0 0,2-4-1 0 0,-3 3-18 0 0,0-1-87 0 0,-13 4 85 0 0,12-4 1 0 0,1-3-45 0 0,-15-3 44 0 0,14 3-11 0 0,5-1-92 0 0,0 1 122 0 0,0 0 0 0 0,-1-1 1 0 0,1 1-1 0 0,0 0 0 0 0,-1 0 0 0 0,1 0 0 0 0,-1-1 0 0 0,0 1 1 0 0,1 0-1 0 0,-1 0 0 0 0,-1-2 0 0 0,1 1-2 0 0,-1-1-13 0 0,2 3-61 0 0,0 0 80 0 0,1 0 1 0 0,-1 0-1 0 0,0 0 0 0 0,1 0 1 0 0,-1 0-1 0 0,0-1 0 0 0,0 1 1 0 0,1 0-1 0 0,-1 0 0 0 0,0 0 1 0 0,0 0-1 0 0,1 0 0 0 0,-1 0 1 0 0,0-1-1 0 0,0 1 1 0 0,0 0-1 0 0,1 0 0 0 0,-1 0 1 0 0,0 0-1 0 0,0-1 0 0 0,0 1 1 0 0,1 0-1 0 0,-1 0 0 0 0,0-1 1 0 0,0 1-1 0 0,0 0 1 0 0,0 0-1 0 0,0-1 0 0 0,0 1 1 0 0,0 0-1 0 0,0 0 0 0 0,1-1 1 0 0,-1 1-1 0 0,0-1 6 0 0,0 1 1 0 0,0-1-1 0 0,0 1 1 0 0,0-1-1 0 0,1 1 1 0 0,-1-1-1 0 0,0 1 1 0 0,0 0-1 0 0,1-1 1 0 0,-1 1-1 0 0,0-1 1 0 0,1 1-1 0 0,-1 0 1 0 0,1-1-1 0 0,-1 1 1 0 0,0 0-1 0 0,1-1 1 0 0,-1 1-1 0 0,1 0 1 0 0,-1 0-1 0 0,1-1 1 0 0,-1 1-1 0 0,1 0 1 0 0,-1 0-1 0 0,1 0 1 0 0,-1 0-1 0 0,1 0 1 0 0,-1 0-1 0 0,1 0 1 0 0,-1 0-1 0 0,1 0 1 0 0,-1 0-1 0 0,1 0 1 0 0,-1 0-1 0 0,1 0 1 0 0,0 0-1 0 0,25 1 34 0 0,-20 0-4 0 0,0 0-1 0 0,56 17 195 0 0,68 16-2345 0 0,-50-21-4049 0 0,-74-12 1439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 63 2480 0 0,'-1'-4'1500'0'0,"-3"-12"-167"0"0,2 11 1531 0 0,1 1-2187 0 0,-6-12-124 0 0,5 12 2080 0 0,0 7-2469 0 0,-3 12-22 0 0,3-12-9 0 0,3 3 14 0 0,4 15-24 0 0,-4-15-29 0 0,2-1-12 0 0,2 6-45 0 0,0 0 0 0 0,1-1 1 0 0,1 0-1 0 0,0 0 0 0 0,0-1 0 0 0,1 0 0 0 0,0 0 0 0 0,0 0 1 0 0,1-1-1 0 0,19 13 0 0 0,-24-19-56 0 0,1 0-13 0 0,5 0 3 0 0,0 0-1 0 0,1-1 1 0 0,-1 0-1 0 0,0-1 0 0 0,20-2 1 0 0,-25 1 27 0 0,-5 1 2 0 0,1 0 0 0 0,-1 0 0 0 0,1 0 0 0 0,-1 0 1 0 0,1 0-1 0 0,-1 0 0 0 0,1-1 0 0 0,-1 1 0 0 0,1 0 0 0 0,-1 0 0 0 0,1-1 0 0 0,-1 1 1 0 0,1 0-1 0 0,-1-1 0 0 0,1 1 0 0 0,-1 0 0 0 0,0-1 0 0 0,1 1 0 0 0,-1-1 1 0 0,0 1-1 0 0,1 0 0 0 0,-1-1 0 0 0,0 1 0 0 0,1-1 0 0 0,-1 0 0 0 0,0 1-1 0 0,0-1-1 0 0,1 1 1 0 0,-1-1-1 0 0,0 1 1 0 0,1-1-1 0 0,-1 1 1 0 0,0-1-1 0 0,1 1 1 0 0,-1-1-1 0 0,0 1 1 0 0,1 0-1 0 0,-1-1 1 0 0,1 1-1 0 0,-1 0 1 0 0,1 0-1 0 0,-1-1 1 0 0,0 1-1 0 0,1 0 1 0 0,0 0-1 0 0,-1-1 1 0 0,1 1 0 0 0,-1 0-1 0 0,1 0 1 0 0,-1 0-1 0 0,1 0 1 0 0,2-4-51 0 0,2 0 43 0 0,0-1 3 0 0,9-31 6 0 0,-14 34 1 0 0,1 0 0 0 0,0 0 0 0 0,0-1 0 0 0,-1 1 0 0 0,1 0 0 0 0,-1 0 1 0 0,0 0-1 0 0,1-1 0 0 0,-1 1 0 0 0,-1-4 0 0 0,1 0 4 0 0,1 0 23 0 0,-6-85 828 0 0,5 91-853 0 0,0 1 1 0 0,0-1 0 0 0,0 1 0 0 0,0-1-1 0 0,0 0 1 0 0,-1 1 0 0 0,1-1-1 0 0,0 1 1 0 0,0-1 0 0 0,0 0 0 0 0,0 1-1 0 0,0-1 1 0 0,0 1 0 0 0,-1-1 0 0 0,1 0-1 0 0,0 1 1 0 0,0-1 0 0 0,-1 0-1 0 0,1 1 1 0 0,0-1 0 0 0,0 0 0 0 0,-1 1-1 0 0,1-1 1 0 0,0 0 0 0 0,-1 0 0 0 0,1 0-1 0 0,-1 1 1 0 0,1-1 0 0 0,-1 0-1 0 0,1 1 1 0 0,-1-1 0 0 0,0 0 0 0 0,1 1 0 0 0,-1-1 0 0 0,0 1 0 0 0,1-1 0 0 0,-1 1 0 0 0,1-1 0 0 0,-1 1 0 0 0,1-1 0 0 0,-1 1 0 0 0,1-1 0 0 0,0 1 0 0 0,-1 0 0 0 0,1-1 0 0 0,0 1 0 0 0,-1 0 0 0 0,1 0 0 0 0,0-1 0 0 0,0 1 0 0 0,0 0 0 0 0,0-1 0 0 0,-1 1-1 0 0,1 0 1 0 0,0 0 0 0 0,0-1 0 0 0,1 2 0 0 0,-1 73 275 0 0,4-1-1 0 0,15 87 1 0 0,-5-52-282 0 0,-11-65-61 0 0,-2 0-1 0 0,-2 1 1 0 0,-7 48-1 0 0,7-85 75 0 0,-1-1-1 0 0,0 0 1 0 0,-1 0-1 0 0,0-1 1 0 0,0 1-1 0 0,0 0 1 0 0,0-1-1 0 0,-10 12 1 0 0,10-15 83 0 0,-16 5 119 0 0,16-6 96 0 0,-2-2-291 0 0,1 0 0 0 0,-1-1 0 0 0,1 0 0 0 0,-1 0 0 0 0,1 0 0 0 0,-1 0 0 0 0,1-1 1 0 0,0 0-1 0 0,0 1 0 0 0,0-2 0 0 0,0 1 0 0 0,0 0 0 0 0,0-1 0 0 0,0 0 0 0 0,1 1 0 0 0,-6-7 0 0 0,3 2-23 0 0,2 1 1 0 0,-1-1-1 0 0,0 0 0 0 0,-4-10 0 0 0,5-7-70 0 0,4 21 65 0 0,0-12-174 0 0,-1 13 154 0 0,1-1 0 0 0,0 0 0 0 0,0 1 0 0 0,1-1 0 0 0,-1 0 0 0 0,0 1-1 0 0,1-1 1 0 0,0 1 0 0 0,-1-1 0 0 0,1 0 0 0 0,2-3 0 0 0,-1-1-63 0 0,-2 4 43 0 0,1 1-1 0 0,0-1 1 0 0,-1 1-1 0 0,1-1 1 0 0,0 1-1 0 0,0-1 1 0 0,1 1-1 0 0,-1 0 1 0 0,0-1-1 0 0,4-2 1 0 0,3-8-341 0 0,1 2 0 0 0,0-1 0 0 0,21-19 0 0 0,-19 22-646 0 0,0 1-1 0 0,0 0 0 0 0,19-10 0 0 0,-11 8-508 0 0,-14 8-1052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3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191 63 3856 0 0,'0'0'1495'0'0,"-1"-4"-289"0"0,-21-34 1951 0 0,19 34-2609 0 0,-1 2-115 0 0,-11-8-66 0 0,11 8-34 0 0,-1 1-47 0 0,2 0-166 0 0,-1 1 1 0 0,1-1-1 0 0,-1 1 1 0 0,0 0-1 0 0,1 0 0 0 0,-1 1 1 0 0,0-1-1 0 0,1 1 1 0 0,-1 0-1 0 0,1 0 1 0 0,-1 0-1 0 0,1 0 0 0 0,-1 0 1 0 0,1 1-1 0 0,0 0 1 0 0,-1-1-1 0 0,1 1 0 0 0,0 0 1 0 0,0 1-1 0 0,1-1 1 0 0,-4 3-1 0 0,0 2 23 0 0,0 0 0 0 0,0 1 0 0 0,1 0 0 0 0,0-1 0 0 0,0 1 0 0 0,0 1 0 0 0,2-1 0 0 0,-1 1 0 0 0,1 0 0 0 0,0 0 0 0 0,-2 13-1 0 0,2 7 34 0 0,3-24-104 0 0,0 2-5 0 0,1-3-84 0 0,-1 0-3 0 0,0 0-1 0 0,0 0 1 0 0,0 0-1 0 0,1 0 1 0 0,-1-1 0 0 0,1 1-1 0 0,0 0 1 0 0,1 0-1 0 0,-1 0 1 0 0,1-1 0 0 0,-1 1-1 0 0,1-1 1 0 0,0 1-1 0 0,0-1 1 0 0,1 0 0 0 0,-1 0-1 0 0,1 0 1 0 0,-1 0-1 0 0,1 0 1 0 0,0 0 0 0 0,0-1-1 0 0,1 1 1 0 0,4 2-1 0 0,42 7-819 0 0,-44-11 635 0 0,0-2 11 0 0,-1 1 156 0 0,1-1 32 0 0,0 1 0 0 0,0-1 1 0 0,0 0-1 0 0,0 0 1 0 0,0-1-1 0 0,0 0 0 0 0,-1 0 1 0 0,1 0-1 0 0,-1-1 0 0 0,1 0 1 0 0,-1 0-1 0 0,0 0 0 0 0,0-1 1 0 0,0 1-1 0 0,7-9 0 0 0,-11 11 27 0 0,3-3 54 0 0,-1 0 0 0 0,1 0-1 0 0,-1 0 1 0 0,0-1 0 0 0,0 1 0 0 0,0-1-1 0 0,-1 0 1 0 0,1 0 0 0 0,-1 0-1 0 0,0 0 1 0 0,-1 0 0 0 0,1 0-1 0 0,-1-1 1 0 0,0 1 0 0 0,0 0-1 0 0,-1-10 1 0 0,1 4 44 0 0,-1 9-109 0 0,0 0 0 0 0,0 0-1 0 0,0 0 1 0 0,0-1 0 0 0,0 1-1 0 0,-1 0 1 0 0,1 0 0 0 0,-1 0-1 0 0,1 0 1 0 0,-1 0 0 0 0,0 0-1 0 0,-1-2 1 0 0,-6-16 24 0 0,7 18-58 0 0,0 1-1 0 0,1-1 0 0 0,-1 1 0 0 0,0-1 0 0 0,0 1 0 0 0,0 0 0 0 0,0-1 0 0 0,0 1 0 0 0,0 0 0 0 0,0 0 0 0 0,-1 0 0 0 0,1 0 0 0 0,0 0 0 0 0,-1 0 0 0 0,1 0 0 0 0,0 0 0 0 0,-1 0 0 0 0,-1 0 0 0 0,-5 1-314 0 0,1 0 0 0 0,-1 1 0 0 0,1 0 0 0 0,-1 1 0 0 0,1-1 1 0 0,0 1-1 0 0,0 1 0 0 0,0-1 0 0 0,0 1 0 0 0,0 0 0 0 0,0 1 0 0 0,1 0 0 0 0,-1 0 0 0 0,1 0 0 0 0,0 1 0 0 0,1 0 0 0 0,-1 0 0 0 0,1 0 0 0 0,0 1 0 0 0,0 0 0 0 0,1 0 0 0 0,-6 9 0 0 0,5-9-95 0 0,-11 19-2857 0 0,2 3-729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4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142 55 3300 0 0,'1'-4'1258'0'0,"1"-14"-123"0"0,-2 14 1388 0 0,-1 1-1872 0 0,-6-11-62 0 0,5 11 411 0 0,-1 1-588 0 0,0 1-254 0 0,0 0 1 0 0,0 0 0 0 0,0 0 0 0 0,0 0 0 0 0,0 1 0 0 0,0-1-1 0 0,0 1 1 0 0,-1 0 0 0 0,1 0 0 0 0,0 0 0 0 0,0 0-1 0 0,0 1 1 0 0,0-1 0 0 0,0 1 0 0 0,0 0 0 0 0,0 0 0 0 0,0 0-1 0 0,0 0 1 0 0,-4 2 0 0 0,3-1 78 0 0,1 3-31 0 0,-4 3-115 0 0,1 1 1 0 0,0 0 0 0 0,1 1-1 0 0,0-1 1 0 0,0 1-1 0 0,-4 14 1 0 0,-7 64-385 0 0,16-83 27 0 0,0 1-38 0 0,1 8-290 0 0,1-1 0 0 0,1-1 0 0 0,0 1 0 0 0,6 16 1 0 0,-6-26 41 0 0,0-1-78 0 0,0-1 244 0 0,-1 1 0 0 0,1-1 0 0 0,0-1 0 0 0,0 1 0 0 0,0 0 0 0 0,0-1 0 0 0,0 1 0 0 0,0-1 0 0 0,1 0 0 0 0,-1 0 0 0 0,3 0 0 0 0,-1-1-1633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4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3512 0 0,'0'0'3662'0'0,"6"1"-3043"0"0,21 1 930 0 0,-24 3-1075 0 0,2 6-165 0 0,-1 0 0 0 0,0 0 1 0 0,0 1-1 0 0,-1-1 0 0 0,-1 1 0 0 0,0 0 0 0 0,1 24 0 0 0,-3-29-248 0 0,0-6-63 0 0,-1 0 0 0 0,1 0 1 0 0,-1 0-1 0 0,1 1 0 0 0,0-1 1 0 0,0 0-1 0 0,0 0 0 0 0,0 0 1 0 0,0 1-1 0 0,0-1 0 0 0,0 0 1 0 0,0 0-1 0 0,0 0 0 0 0,0 1 1 0 0,1-1-1 0 0,0 1 0 0 0,1 13-181 0 0,1 9-352 0 0,-3-19 151 0 0,1 0-1272 0 0,-1 1 1310 0 0,1 3 43 0 0,-1 1-5801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4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83 1 2592 0 0,'-5'0'1327'0'0,"1"0"-909"0"0,0 1 0 0 0,1-1 0 0 0,-1 1 0 0 0,0 0-1 0 0,1 0 1 0 0,-1 1 0 0 0,1-1 0 0 0,-7 4 0 0 0,7-3 316 0 0,0 3-58 0 0,-2 2-379 0 0,1 1 1 0 0,0 0 0 0 0,0 0 0 0 0,1 0 0 0 0,0 1 0 0 0,0-1 0 0 0,-2 17-1 0 0,4-6-293 0 0,0 0 0 0 0,2 0 0 0 0,5 37 0 0 0,-5-50-271 0 0,1-2-32 0 0,5 14-43 0 0,-6-14-42 0 0,0-4 368 0 0,-1 0-1 0 0,0 0 1 0 0,1 0-1 0 0,-1 0 1 0 0,0 0-1 0 0,0 1 0 0 0,1-1 1 0 0,-1 0-1 0 0,0 0 1 0 0,1 0-1 0 0,-1 0 1 0 0,0 0-1 0 0,0 0 1 0 0,1 1-1 0 0,-1-1 1 0 0,0 0-1 0 0,0 0 1 0 0,1 0-1 0 0,-1 1 0 0 0,0-1 1 0 0,0 0-1 0 0,0 0 1 0 0,0 1-1 0 0,1-1 1 0 0,-1 0-1 0 0,0 0 1 0 0,0 1-1 0 0,0-1 1 0 0,0 0-1 0 0,0 1 1 0 0,0-1-1 0 0,0 1 0 0 0,1 0-65 0 0,-1-1 0 0 0,0 1 0 0 0,0 0 0 0 0,0-1 0 0 0,1 1 0 0 0,-1-1 0 0 0,0 1 0 0 0,1 0 0 0 0,-1-1 0 0 0,1 1-1 0 0,-1-1 1 0 0,1 1 0 0 0,-1-1 0 0 0,1 1 0 0 0,-1-1 0 0 0,1 1 0 0 0,-1-1 0 0 0,1 0 0 0 0,-1 1 0 0 0,1-1-1 0 0,0 0 1 0 0,-1 0 0 0 0,1 1 0 0 0,0-1 0 0 0,0 0 0 0 0,17 5-319 0 0,-14-4 73 0 0,-3-2-459 0 0,-1 0 767 0 0,0 1 0 0 0,0 0 0 0 0,0 0 0 0 0,0-1 0 0 0,0 1 0 0 0,1 0 0 0 0,-1 0 0 0 0,0-1 0 0 0,0 1 0 0 0,0 0 0 0 0,1 0 0 0 0,-1 0 0 0 0,0 0 0 0 0,0-1 0 0 0,1 1-1 0 0,-1 0 1 0 0,0 0 0 0 0,0 0 0 0 0,1 0 0 0 0,-1 0 0 0 0,0 0 0 0 0,0 0 0 0 0,1 0 0 0 0,-1 0 0 0 0,0-1 0 0 0,1 1 0 0 0,-1 0 0 0 0,0 1 0 0 0,1-1 0 0 0,-1 0-18 0 0,1-1 0 0 0,0 1 1 0 0,0 0-1 0 0,-1 0 1 0 0,1 0-1 0 0,0 0 0 0 0,0-1 1 0 0,-1 1-1 0 0,1 0 1 0 0,0-1-1 0 0,-1 1 0 0 0,1 0 1 0 0,-1-1-1 0 0,1 1 1 0 0,0-1-1 0 0,-1 1 0 0 0,1-1 1 0 0,-1 1-1 0 0,1-1 0 0 0,-1 1 1 0 0,0-1-1 0 0,1 0 1 0 0,-1 1-1 0 0,1-2 0 0 0,6-14-98 0 0,-5 12 47 0 0,-1-1 28 0 0,2-12 89 0 0,-2 13 138 0 0,0-1 84 0 0,19-58 2902 0 0,-18 60-2121 0 0,-2 3-1005 0 0,0-1 0 0 0,0 1 0 0 0,0-1-1 0 0,1 1 1 0 0,-1-1 0 0 0,0 1-1 0 0,1 0 1 0 0,-1-1 0 0 0,0 1-1 0 0,1 0 1 0 0,-1-1 0 0 0,0 1-1 0 0,1 0 1 0 0,-1-1 0 0 0,1 1 0 0 0,-1 0-1 0 0,1 0 1 0 0,-1-1 0 0 0,0 1-1 0 0,1 0 1 0 0,-1 0 0 0 0,1 0-1 0 0,-1 0 1 0 0,2-1 0 0 0,9-6 1973 0 0,-6 9-1591 0 0,23 3 317 0 0,-25-1-499 0 0,2 1-63 0 0,0 1 1 0 0,-1 0 0 0 0,0 0-1 0 0,0 0 1 0 0,0 0 0 0 0,-1 1-1 0 0,0 0 1 0 0,0 0-1 0 0,2 7 1 0 0,-3 2-133 0 0,0 0 0 0 0,-1 0 0 0 0,-1 1 0 0 0,0-1 0 0 0,-3 18 0 0 0,-7 38-2824 0 0,9-67 2312 0 0,-6 18-3563 0 0,4-19 2701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4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0 2800 0 0,'0'0'10915'0'0,"0"5"-10815"0"0,3 12-15 0 0,-3-12-28 0 0,0 1 39 0 0,-1 154 917 0 0,0-153-936 0 0,1-1-25 0 0,0 19-29 0 0,0-18 35 0 0,0-3-4 0 0,-1 16 11 0 0,1-15 43 0 0,-1 0-144 0 0,0 16 63 0 0,1-16 56 0 0,0 0-98 0 0,1 13-13 0 0,0-13-41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4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213 64 3092 0 0,'0'0'1737'0'0,"-1"-4"-375"0"0,-15-36 1722 0 0,14 37-2655 0 0,-2 0-76 0 0,1 1-289 0 0,0 1-1 0 0,0-1 1 0 0,1 1 0 0 0,-1-1-1 0 0,0 1 1 0 0,0 0 0 0 0,0 0-1 0 0,-1 0 1 0 0,1 1-1 0 0,0-1 1 0 0,0 1 0 0 0,0 0-1 0 0,-1 0 1 0 0,1 0 0 0 0,0 0-1 0 0,0 0 1 0 0,0 1 0 0 0,-5 0-1 0 0,1 2 84 0 0,-1 0 0 0 0,1 1 0 0 0,0-1-1 0 0,1 1 1 0 0,-1 1 0 0 0,1-1 0 0 0,-1 1-1 0 0,1 0 1 0 0,1 1 0 0 0,-1-1 0 0 0,1 1-1 0 0,0 0 1 0 0,0 0 0 0 0,1 1 0 0 0,0 0-1 0 0,0-1 1 0 0,0 1 0 0 0,1 1 0 0 0,-4 12-1 0 0,4-12-83 0 0,0 1-1 0 0,1-1 1 0 0,0 1-1 0 0,1 0 1 0 0,0 0-1 0 0,0-1 1 0 0,1 1-1 0 0,0 0 1 0 0,0 0-1 0 0,1 0 1 0 0,0 0-1 0 0,1 0 1 0 0,0-1-1 0 0,5 14 1 0 0,-5-18-84 0 0,-1-1-1 0 0,1 1 1 0 0,0-1 0 0 0,1 0 0 0 0,-1 0 0 0 0,0 0-1 0 0,1 0 1 0 0,0 0 0 0 0,0-1 0 0 0,-1 1 0 0 0,2-1 0 0 0,-1 0-1 0 0,0 0 1 0 0,0 0 0 0 0,7 3 0 0 0,35 8-342 0 0,-40-13 251 0 0,2 0 17 0 0,0-1 83 0 0,1 1-1 0 0,0 0 0 0 0,0-1 0 0 0,0 0 1 0 0,0 0-1 0 0,-1-1 0 0 0,1 0 1 0 0,-1-1-1 0 0,1 1 0 0 0,-1-1 1 0 0,0-1-1 0 0,0 0 0 0 0,0 0 1 0 0,0 0-1 0 0,7-6 0 0 0,-9 4 78 0 0,1 0-1 0 0,-1 0 1 0 0,0-1-1 0 0,0 0 0 0 0,-1 0 1 0 0,0 0-1 0 0,0 0 1 0 0,0 0-1 0 0,-1-1 0 0 0,0 0 1 0 0,-1 1-1 0 0,0-1 1 0 0,0 0-1 0 0,0-10 0 0 0,-1 14-20 0 0,-2-2-4 0 0,-2-17-43 0 0,2 17-60 0 0,-2 2-50 0 0,-6-15-66 0 0,7 15-113 0 0,-2 1-160 0 0,1 1 325 0 0,1 1 0 0 0,-1-1 1 0 0,0 1-1 0 0,1-1 0 0 0,-1 1 0 0 0,0 0 1 0 0,0 0-1 0 0,0 1 0 0 0,0-1 1 0 0,0 1-1 0 0,0-1 0 0 0,0 1 0 0 0,0 0 1 0 0,0 0-1 0 0,0 0 0 0 0,0 0 1 0 0,0 1-1 0 0,0-1 0 0 0,0 1 1 0 0,0 0-1 0 0,1 0 0 0 0,-1 0 0 0 0,0 0 1 0 0,0 0-1 0 0,-2 2 0 0 0,-9 8-1050 0 0,1 1 1 0 0,1 0-1 0 0,0 1 0 0 0,1 1 0 0 0,-17 24 0 0 0,24-33-2402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4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243 30 3728 0 0,'0'0'1637'0'0,"-2"-3"-300"0"0,0 0-971 0 0,0 1 0 0 0,0 0 0 0 0,0-1-1 0 0,-1 1 1 0 0,1 0 0 0 0,-1 1 0 0 0,1-1 0 0 0,-1 0 0 0 0,1 1 0 0 0,-1-1-1 0 0,-5-1 1 0 0,4 1 176 0 0,-2 3-133 0 0,-2 0-264 0 0,0 0 0 0 0,-1 0 0 0 0,1 1 1 0 0,0 1-1 0 0,0-1 0 0 0,0 1 0 0 0,0 1 0 0 0,1-1 0 0 0,-1 1 0 0 0,1 1 0 0 0,0-1 0 0 0,0 1 1 0 0,0 1-1 0 0,1-1 0 0 0,0 1 0 0 0,-10 12 0 0 0,6-6-132 0 0,1 1 1 0 0,1 0-1 0 0,0 1 1 0 0,0-1-1 0 0,-8 27 1 0 0,14-35-224 0 0,2 1-74 0 0,0-2 93 0 0,1 0-1 0 0,-1 1 0 0 0,1-1 1 0 0,0 0-1 0 0,0 1 0 0 0,0-1 1 0 0,0 0-1 0 0,1 0 1 0 0,0 0-1 0 0,0 0 0 0 0,0 0 1 0 0,0-1-1 0 0,0 1 0 0 0,1 0 1 0 0,0-1-1 0 0,0 0 0 0 0,0 0 1 0 0,0 0-1 0 0,0 0 1 0 0,7 4-1 0 0,-7-5-475 0 0,18 1-521 0 0,-16-2 944 0 0,-1-1-1 0 0,1 1 1 0 0,0-1-1 0 0,-1 0 1 0 0,1 0-1 0 0,0 0 1 0 0,-1 0-1 0 0,8-2 1 0 0,4-4 110 0 0,1 1 0 0 0,-1-2 1 0 0,-1 0-1 0 0,1-1 0 0 0,-1 0 0 0 0,0-2 1 0 0,18-14-1 0 0,42-24 2834 0 0,-72 46-2215 0 0,2-1-2 0 0,14-5-10 0 0,-15 6 466 0 0,2 2-462 0 0,20 0 305 0 0,-25 0-719 0 0,0 0-1 0 0,1 1 0 0 0,-1 0 1 0 0,0-1-1 0 0,0 1 1 0 0,1 0-1 0 0,-1 0 1 0 0,0-1-1 0 0,0 1 1 0 0,0 0-1 0 0,0 0 1 0 0,0 0-1 0 0,0 0 1 0 0,-1 1-1 0 0,1-1 1 0 0,0 0-1 0 0,0 0 1 0 0,0 2-1 0 0,8 15 316 0 0,-6-10-232 0 0,0 0 0 0 0,-1 1-1 0 0,0-1 1 0 0,-1 1 0 0 0,1 0 0 0 0,-1 0 0 0 0,-1 9 0 0 0,1-3-33 0 0,0 39-6 0 0,-1-48-265 0 0,1-5-94 0 0,-1 0 259 0 0,0-1-1 0 0,0 1 1 0 0,1 0-1 0 0,-1 0 1 0 0,0-1-1 0 0,0 1 1 0 0,0 0-1 0 0,0 0 1 0 0,0-1-1 0 0,0 1 1 0 0,0 0 0 0 0,0 0-1 0 0,0-1 1 0 0,0 1-1 0 0,0 0 1 0 0,0 0-1 0 0,0-1 1 0 0,-1 1-1 0 0,1 0 1 0 0,-1 1-1 0 0,-1 7-2334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4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0 3128 0 0,'-5'1'1430'0'0,"-15"1"-210"0"0,15-2 647 0 0,3 5-1105 0 0,-9 45 1209 0 0,10-44-1724 0 0,2-5-236 0 0,-1 0 1 0 0,1-1-1 0 0,-1 1 1 0 0,0 0-1 0 0,1 0 0 0 0,-1 0 1 0 0,0 0-1 0 0,0 0 0 0 0,0 0 1 0 0,1 0-1 0 0,-1 0 1 0 0,0 0-1 0 0,0 0 0 0 0,0 0 1 0 0,-1-1-1 0 0,1 1 0 0 0,0 2 1 0 0,0 21 124 0 0,23 42 109 0 0,-21-63-272 0 0,-1-1 17 0 0,0 0-1 0 0,0-1 0 0 0,0 1 0 0 0,0 0 0 0 0,0-1 1 0 0,0 1-1 0 0,1-1 0 0 0,-1 0 0 0 0,0 1 1 0 0,1-1-1 0 0,1 1 0 0 0,0 2-111 0 0,-2-4 118 0 0,-1 0 0 0 0,0 0 0 0 0,1 0 0 0 0,-1 0 0 0 0,1 0 0 0 0,-1 0 0 0 0,0 0 0 0 0,1 0 0 0 0,-1 0-1 0 0,0 0 1 0 0,1 0 0 0 0,-1 1 0 0 0,0-1 0 0 0,1 0 0 0 0,-1 0 0 0 0,0 0 0 0 0,1 0 0 0 0,-1 1 0 0 0,0-1 0 0 0,1 0 0 0 0,-1 0 0 0 0,0 1 0 0 0,0-1 0 0 0,1 0 0 0 0,-1 1 0 0 0,0-1 0 0 0,0 0-1 0 0,1 1 1 0 0,-1 0-7 0 0,1-1-1 0 0,-1 1 1 0 0,0 0-1 0 0,1-1 1 0 0,-1 1-1 0 0,1-1 1 0 0,0 1-1 0 0,-1-1 1 0 0,1 1-1 0 0,-1-1 1 0 0,1 0-1 0 0,0 1 0 0 0,-1-1 1 0 0,1 0-1 0 0,0 1 1 0 0,0-1-1 0 0,-1 0 1 0 0,1 0-1 0 0,0 1 1 0 0,0-1-1 0 0,-1 0 1 0 0,1 0-1 0 0,0 0 0 0 0,1 0 1 0 0,20 2-8 0 0,-17-2 37 0 0,17-14 378 0 0,12-16 678 0 0,-30 27-738 0 0,0 0 14 0 0,44-22 1163 0 0,-43 24-1179 0 0,1 0-44 0 0,-2 1-225 0 0,1 0 0 0 0,0 0 0 0 0,0 1-1 0 0,0-1 1 0 0,0 1 0 0 0,-1 0 0 0 0,1 0-1 0 0,0 1 1 0 0,-1-1 0 0 0,1 1 0 0 0,-1 0-1 0 0,1 0 1 0 0,-1 1 0 0 0,0-1 0 0 0,5 5-1 0 0,-2-1-180 0 0,-1 1 0 0 0,-1-1 0 0 0,1 1 0 0 0,-1 0 0 0 0,-1 0 0 0 0,1 1 0 0 0,-1 0 0 0 0,0-1 0 0 0,-1 1 0 0 0,0 1 0 0 0,0-1 0 0 0,-1 0 0 0 0,0 1 0 0 0,1 12 0 0 0,-2-16-464 0 0,-2 2-95 0 0,-1 19-113 0 0,1-20-188 0 0,1-5 902 0 0,0-1 0 0 0,-1 1 0 0 0,1-1 0 0 0,0 1 0 0 0,-1-1 0 0 0,1 1 0 0 0,0-1 0 0 0,0 1 0 0 0,-1-1 0 0 0,1 1 0 0 0,0 0 0 0 0,0-1 0 0 0,0 1 0 0 0,0-1 0 0 0,0 1 0 0 0,0 0 1 0 0,0-1-1 0 0,0 1 0 0 0,0 0 0 0 0,0-1 0 0 0,0 1 0 0 0,0-1 0 0 0,0 1 0 0 0,0 0 0 0 0,1 0 0 0 0,-1-1-82 0 0,0 1 0 0 0,0 0 1 0 0,1-1-1 0 0,-1 1 0 0 0,0-1 0 0 0,0 1 1 0 0,0 0-1 0 0,0-1 0 0 0,0 1 0 0 0,0-1 1 0 0,0 1-1 0 0,0 0 0 0 0,0-1 0 0 0,0 1 1 0 0,0-1-1 0 0,-1 1 0 0 0,1 0 0 0 0,0-1 0 0 0,0 1 1 0 0,-1-1-1 0 0,1 1 0 0 0,0-1 0 0 0,-1 1 1 0 0,1-1-1 0 0,-1 1 0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4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69 2312 0 0,'2'-6'756'0'0,"1"0"-1"0"0,0 0 0 0 0,1 0 0 0 0,-1 0 1 0 0,1 0-1 0 0,1 1 0 0 0,8-10 1 0 0,-10 12-270 0 0,9-1 113 0 0,-12 3-549 0 0,1 1 0 0 0,0-1-1 0 0,-1 1 1 0 0,1-1 0 0 0,0 1 0 0 0,0-1 0 0 0,0 1-1 0 0,-1 0 1 0 0,1-1 0 0 0,0 1 0 0 0,0 0 0 0 0,0-1-1 0 0,0 1 1 0 0,0 0 0 0 0,0 0 0 0 0,0 0 0 0 0,0 0 0 0 0,-1 0-1 0 0,1 0 1 0 0,0 0 0 0 0,0 0 0 0 0,1 1 0 0 0,2-1-24 0 0,-1 0 24 0 0,0 0 0 0 0,1 0 1 0 0,-1 1-1 0 0,0-1 0 0 0,1 1 0 0 0,-1-1 1 0 0,0 1-1 0 0,0 1 0 0 0,1-1 1 0 0,-1 0-1 0 0,0 1 0 0 0,0-1 0 0 0,4 4 1 0 0,-3-1-20 0 0,1-1 1 0 0,-1 1 0 0 0,0 0 0 0 0,-1 0-1 0 0,1 1 1 0 0,-1-1 0 0 0,0 1 0 0 0,0 0-1 0 0,0 0 1 0 0,-1 0 0 0 0,0 0 0 0 0,0 0-1 0 0,0 0 1 0 0,0 1 0 0 0,-1-1 0 0 0,0 1 0 0 0,0-1-1 0 0,0 1 1 0 0,-1 6 0 0 0,0-2-3 0 0,-1 0 0 0 0,0 0 0 0 0,-1-1 0 0 0,0 1 0 0 0,-1 0 0 0 0,0-1 0 0 0,0 0 0 0 0,-1 1 0 0 0,0-1 0 0 0,-1-1 0 0 0,0 1 0 0 0,-6 8 0 0 0,-2-1 79 0 0,-1 0 0 0 0,-28 23 0 0 0,39-36-65 0 0,-1-1 2 0 0,-12 5-18 0 0,12-5 35 0 0,-2-2-56 0 0,-18 0-11 0 0,19 0 6 0 0,-3-5-42 0 0,8 6 40 0 0,-1-1 1 0 0,1 0-1 0 0,-1-1 0 0 0,1 1 0 0 0,-1 0 0 0 0,1 0 0 0 0,0 0 0 0 0,-1 0 0 0 0,1 0 0 0 0,-1 0 0 0 0,1 0 0 0 0,0-1 0 0 0,-1 1 0 0 0,1 0 0 0 0,-1 0 0 0 0,1-1 0 0 0,0 1 0 0 0,-1 0 0 0 0,1 0 0 0 0,0-1 0 0 0,0 1 0 0 0,-1 0 0 0 0,1-1 1 0 0,0 1-1 0 0,0 0 0 0 0,-1-1 0 0 0,1 1 0 0 0,0-1 0 0 0,0 1 0 0 0,0 0 0 0 0,0-1 0 0 0,0 1 0 0 0,-1-1 0 0 0,1 1 0 0 0,0 0 0 0 0,0-1 0 0 0,0 1 0 0 0,0-1 0 0 0,5-20-220 0 0,0 22 218 0 0,14 0 70 0 0,-14-1-33 0 0,-1 2-19 0 0,89 43 14 0 0,-66-30-546 0 0,0-2-1 0 0,52 19 1 0 0,-75-31-48 0 0,3 0-150 0 0,18 3-244 0 0,-18-2-279 0 0,-2-2-122 0 0,16 1-952 0 0,-16-1-1621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4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194 180 3060 0 0,'24'-68'5886'0'0,"-24"64"-5108"0"0,1-2-112 0 0,0-18-150 0 0,-1 18-72 0 0,-1 1-53 0 0,0 0-239 0 0,0 0 1 0 0,0-1-1 0 0,0 1 1 0 0,-1 1-1 0 0,0-1 0 0 0,0 0 1 0 0,-1 0-1 0 0,1 1 1 0 0,-1-1-1 0 0,0 1 1 0 0,-6-7-1 0 0,5 8 29 0 0,-22 9 8 0 0,19-4-155 0 0,0 1-5 0 0,0 0 0 0 0,1 0 1 0 0,-1 1-1 0 0,1 0 0 0 0,0 0 0 0 0,0 0 1 0 0,0 1-1 0 0,1 0 0 0 0,-1 0 0 0 0,1 0 1 0 0,-8 12-1 0 0,8-11-5 0 0,-3 3 2 0 0,1 1 0 0 0,0-1 0 0 0,0 2 0 0 0,1-1 0 0 0,0 1 0 0 0,1 0 0 0 0,0 0 0 0 0,1 0 0 0 0,0 1 0 0 0,-3 16 0 0 0,7-23-21 0 0,-1-1 0 0 0,1 1 0 0 0,0 0 0 0 0,0-1 0 0 0,1 1 0 0 0,-1-1 0 0 0,1 1 0 0 0,0-1 0 0 0,3 7 0 0 0,-3-6 21 0 0,0-2-21 0 0,1 1 0 0 0,0-1-1 0 0,0 1 1 0 0,0-1 0 0 0,0 0-1 0 0,0 0 1 0 0,1 0 0 0 0,-1 0-1 0 0,1 0 1 0 0,0 0-1 0 0,0-1 1 0 0,0 0 0 0 0,0 1-1 0 0,5 1 1 0 0,-6-2 17 0 0,3 1-38 0 0,0 0 0 0 0,0-1 0 0 0,-1 1 0 0 0,2-1 1 0 0,-1 0-1 0 0,0-1 0 0 0,0 1 0 0 0,11 1 0 0 0,-9-2-9 0 0,6 2-64 0 0,-11-2 84 0 0,0-1 0 0 0,-1 0 0 0 0,1 1 0 0 0,0-1 0 0 0,0 0 1 0 0,0 0-1 0 0,0 0 0 0 0,0 0 0 0 0,0 0 0 0 0,3-1 0 0 0,5-1-21 0 0,53-13-158 0 0,-42 9 112 0 0,3-7 43 0 0,-17 8 10 0 0,30-21-2 0 0,-30 19 23 0 0,-3 1 0 0 0,8-6 12 0 0,2-7-3 0 0,-10 11 3 0 0,2-7 26 0 0,-1 0 0 0 0,-1-1 0 0 0,4-20 1 0 0,-8 31-33 0 0,-1-1 13 0 0,1 2-44 0 0,0 1 0 0 0,0-1-1 0 0,-1 0 1 0 0,0 1 0 0 0,0-1 0 0 0,0 1 0 0 0,0-1-1 0 0,0 1 1 0 0,-1-1 0 0 0,1 1 0 0 0,-1 0 0 0 0,0 0-1 0 0,0 0 1 0 0,0 0 0 0 0,-1 0 0 0 0,1 0 0 0 0,-1 0-1 0 0,1 1 1 0 0,-1-1 0 0 0,0 1 0 0 0,0 0 0 0 0,0 0-1 0 0,0 0 1 0 0,-6-2 0 0 0,5 2-415 0 0,-3 2-87 0 0,-1-1 337 0 0,6 0 113 0 0,0 1-1 0 0,-1 0 0 0 0,1-1 1 0 0,-1 1-1 0 0,1 0 1 0 0,-1 0-1 0 0,1 1 0 0 0,0-1 1 0 0,-1 0-1 0 0,1 1 0 0 0,-1-1 1 0 0,1 1-1 0 0,-4 1 0 0 0,-3 1-177 0 0,-1 0-177 0 0,-1 1 0 0 0,1-1-1 0 0,0 2 1 0 0,1-1 0 0 0,-1 1 0 0 0,1 1 0 0 0,-16 11-1 0 0,19-12 167 0 0,-2 2-631 0 0,0-1 1 0 0,0 1 0 0 0,1 1-1 0 0,-10 11 1 0 0,1 3-2219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4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200 23 3856 0 0,'0'0'3069'0'0,"-1"-3"-2381"0"0,-5-17 1035 0 0,0 21-1452 0 0,2 0-220 0 0,-1 1 0 0 0,1-1 0 0 0,-1 1 0 0 0,1 0 0 0 0,-1 0 0 0 0,1 0 0 0 0,0 1 0 0 0,0-1 0 0 0,0 1 0 0 0,0 0 0 0 0,1 0 0 0 0,-1 0 0 0 0,1 1 0 0 0,0-1 0 0 0,-5 8 0 0 0,-8 11-42 0 0,1 0 0 0 0,1 1-1 0 0,0 0 1 0 0,2 1 0 0 0,1 0 0 0 0,1 1 0 0 0,-10 40 0 0 0,19-61-261 0 0,1-2 199 0 0,0 0 0 0 0,0 0 1 0 0,0-1-1 0 0,0 1 0 0 0,0 0 0 0 0,0 0 0 0 0,0-1 0 0 0,-1 1 0 0 0,1 0 0 0 0,-1-1 0 0 0,1 1 1 0 0,-2 2-1 0 0,2-3-37 0 0,-1 4-374 0 0,1-2-325 0 0,0-1 534 0 0,0 0-1 0 0,0 0 1 0 0,1 0 0 0 0,-1 1 0 0 0,1-1 0 0 0,0 0 0 0 0,-1 0 0 0 0,1 0 0 0 0,2 3 0 0 0,1-5-219 0 0,15 2 39 0 0,-14-1 58 0 0,-4-2 339 0 0,1 0 0 0 0,-1 0 0 0 0,1 0 0 0 0,-1 0 0 0 0,1 0 0 0 0,0 0 0 0 0,-1 0 0 0 0,1 1 0 0 0,0-1 0 0 0,0 1 0 0 0,1-1 0 0 0,23-12 428 0 0,30-23-1 0 0,-47 30-311 0 0,10-7 300 0 0,23-11 813 0 0,-35 20-1066 0 0,1 0 144 0 0,0 0 1 0 0,0 1-1 0 0,1 0 1 0 0,0 0 0 0 0,0 0-1 0 0,0 1 1 0 0,13-1-1 0 0,-17 3-189 0 0,-1 0 0 0 0,1 0-1 0 0,-1 1 1 0 0,1 0 0 0 0,-1 0-1 0 0,1 0 1 0 0,-1 0 0 0 0,1 0-1 0 0,-1 1 1 0 0,0 0 0 0 0,0 0-1 0 0,0 0 1 0 0,0 1 0 0 0,0-1 0 0 0,0 1-1 0 0,-1 0 1 0 0,1 0 0 0 0,-1 0-1 0 0,0 0 1 0 0,0 1 0 0 0,0-1-1 0 0,0 1 1 0 0,0 0 0 0 0,-1 0 0 0 0,0 0-1 0 0,0 0 1 0 0,0 0 0 0 0,0 1-1 0 0,1 7 1 0 0,13 64 317 0 0,-16-72-343 0 0,1 2-17 0 0,0 17-5 0 0,-1-18-25 0 0,1 0-113 0 0,2 16-86 0 0,-2-16-90 0 0,-30-14-10642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4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86 1 2088 0 0,'-3'2'1175'0'0,"-6"7"-740"0"0,1 1 0 0 0,0 0 0 0 0,0 0 1 0 0,1 0-1 0 0,1 1 0 0 0,-1 0 0 0 0,2 0 0 0 0,0 1 0 0 0,0 0 0 0 0,1 0 1 0 0,-5 23-1 0 0,8-30-362 0 0,1 1-40 0 0,7 50 54 0 0,-6-51-140 0 0,1-4 48 0 0,-1 0-1 0 0,1 0 0 0 0,-1 0 1 0 0,1 0-1 0 0,-1 0 0 0 0,0 0 1 0 0,1 1-1 0 0,-1-1 0 0 0,0 0 0 0 0,1 3 1 0 0,2-1-95 0 0,1-2-120 0 0,17 2 132 0 0,-16-2 14 0 0,-1-2 58 0 0,0 0 11 0 0,18-7-7 0 0,2-6 14 0 0,-16 8 8 0 0,4-4 69 0 0,2-1 49 0 0,-2 1 253 0 0,1 0 0 0 0,0 1 1 0 0,0 1-1 0 0,24-11 0 0 0,-34 18-178 0 0,2 1-48 0 0,-2-1-126 0 0,0 0 1 0 0,0 1-1 0 0,0 0 0 0 0,0 0 0 0 0,1 1 1 0 0,-1-1-1 0 0,0 1 0 0 0,0 0 0 0 0,0 0 1 0 0,0 0-1 0 0,0 0 0 0 0,0 1 1 0 0,-1-1-1 0 0,1 1 0 0 0,5 3 0 0 0,-5-1-40 0 0,0 0-1 0 0,-1 0 0 0 0,1 0 0 0 0,-1 0 0 0 0,0 0 0 0 0,0 1 0 0 0,0 0 0 0 0,0-1 1 0 0,-1 1-1 0 0,0 0 0 0 0,2 6 0 0 0,-3-5-89 0 0,0-1 0 0 0,0 1 1 0 0,0-1-1 0 0,-1 1 0 0 0,0-1 0 0 0,0 1 0 0 0,0-1 1 0 0,-1 1-1 0 0,0-1 0 0 0,0 1 0 0 0,-3 8 0 0 0,2-6 9 0 0,-1 6-642 0 0,-1 0 1 0 0,0 0-1 0 0,-1-1 1 0 0,0 1-1 0 0,-2-1 0 0 0,1 0 1 0 0,-11 14-1 0 0,3-7-2912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4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46 102 3000 0 0,'0'0'2546'0'0,"-2"-3"-1560"0"0,-1-2-582 0 0,1 1-1 0 0,1-1 1 0 0,-1 1 0 0 0,1-1 0 0 0,0 0 0 0 0,0 0-1 0 0,0 1 1 0 0,1-1 0 0 0,-1 0 0 0 0,1 0 0 0 0,0 0-1 0 0,1-5 1 0 0,0 5-153 0 0,-1 5-247 0 0,1-1 1 0 0,-1 1 0 0 0,0-1 0 0 0,0 1-1 0 0,0 0 1 0 0,0-1 0 0 0,0 1-1 0 0,1-1 1 0 0,-1 1 0 0 0,0 0 0 0 0,0-1-1 0 0,1 1 1 0 0,-1-1 0 0 0,0 1 0 0 0,1 0-1 0 0,-1 0 1 0 0,0-1 0 0 0,1 1-1 0 0,-1 0 1 0 0,0-1 0 0 0,1 1 0 0 0,-1 0-1 0 0,1 0 1 0 0,-1 0 0 0 0,1 0-1 0 0,-1-1 1 0 0,1 1 0 0 0,-1 0 0 0 0,1 0 0 0 0,-1 0 0 0 0,1 0 0 0 0,-1-1 0 0 0,1 1 1 0 0,-1 0-1 0 0,1 0 0 0 0,-1 0 0 0 0,0-1 0 0 0,1 1 0 0 0,-1 0 0 0 0,1-1 0 0 0,-1 1 1 0 0,0 0-1 0 0,1-1 0 0 0,-1 1 0 0 0,0-1 0 0 0,0 1 0 0 0,1 0 0 0 0,-1-1 0 0 0,0 1 1 0 0,0-1-1 0 0,0 1 0 0 0,1-1 0 0 0,-1 0 0 0 0,4 0 33 0 0,14-5 13 0 0,-14 5 55 0 0,1 3-106 0 0,-1 0 8 0 0,1 1-1 0 0,-1 0 0 0 0,0 0 1 0 0,0 0-1 0 0,0 1 0 0 0,-1-1 0 0 0,1 1 1 0 0,-1 0-1 0 0,0 0 0 0 0,0 0 1 0 0,0 0-1 0 0,0 1 0 0 0,2 6 0 0 0,-3-6 41 0 0,-1 1 8 0 0,0 55 265 0 0,-5-34-115 0 0,3-23-118 0 0,0 1 6 0 0,-3 16-2 0 0,4-16 69 0 0,-2 0-104 0 0,-2 13-5 0 0,3-13 112 0 0,0-1-120 0 0,1-2-29 0 0,-1-1-6 0 0,0 0 0 0 0,1 1 1 0 0,0-1-1 0 0,-1 0 1 0 0,1 1-1 0 0,0-1 0 0 0,0 1 1 0 0,0-1-1 0 0,-1 0 0 0 0,2 1 1 0 0,-1-1-1 0 0,0 3 0 0 0,5-4-50 0 0,45-9-362 0 0,-46 8 299 0 0,2 2-66 0 0,15 0 104 0 0,-16-1 14 0 0,16 10-69 0 0,-7 5 49 0 0,-11-12 42 0 0,-1 1 17 0 0,10 45 4 0 0,-12-43 8 0 0,-1-1-26 0 0,-4 16-11 0 0,4-16 7 0 0,-1 0 19 0 0,1 0 7 0 0,1-4 2 0 0,-1 1 0 0 0,1 0 1 0 0,-1-1-1 0 0,1 1 0 0 0,-1 0 0 0 0,0-1 1 0 0,1 1-1 0 0,-1-1 0 0 0,0 1 1 0 0,0-1-1 0 0,0 0 0 0 0,-2 3 1 0 0,-9 9 10 0 0,-1 0-16 0 0,12-12 7 0 0,-1 0 0 0 0,1 1 0 0 0,0-1 0 0 0,-1 0 0 0 0,1 0 0 0 0,-1 0 0 0 0,0 0 0 0 0,1 0 0 0 0,-1-1 0 0 0,0 1 0 0 0,1 0 0 0 0,-3 0 0 0 0,-1 1-1 0 0,0 0-15 0 0,-1-1-28 0 0,-14 1-4 0 0,14-2-11 0 0,0-1-46 0 0,-6-1-250 0 0,0 0 0 0 0,0-1 0 0 0,1-1 0 0 0,-1 0 0 0 0,1 0 1 0 0,-21-13-1 0 0,29 15-399 0 0,-1-1-266 0 0,-11-10-226 0 0,11 9-22 0 0,1 1-871 0 0,-10-15-1488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4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123 22 2864 0 0,'-2'-4'1190'0'0,"-13"-13"1529"0"0,9 17-2375 0 0,-17 0-46 0 0,17 0-61 0 0,2 3-42 0 0,-2 2-109 0 0,1 0-1 0 0,0 0 1 0 0,0 1-1 0 0,0 0 0 0 0,1 0 1 0 0,0 0-1 0 0,0 0 1 0 0,0 1-1 0 0,1-1 0 0 0,-3 10 1 0 0,2-7 0 0 0,1 0 1 0 0,1 0-1 0 0,0 0 1 0 0,0 1-1 0 0,1-1 1 0 0,0 0-1 0 0,1 1 1 0 0,0 0-1 0 0,0-1 1 0 0,1 1-1 0 0,0-1 1 0 0,1 0-1 0 0,0 1 1 0 0,1-1-1 0 0,5 14 1 0 0,-6-17-59 0 0,1 0-1 0 0,1 0 1 0 0,-1-1 0 0 0,1 1-1 0 0,-1-1 1 0 0,1 0 0 0 0,1 0-1 0 0,-1-1 1 0 0,1 1 0 0 0,0-1-1 0 0,0 0 1 0 0,0 0 0 0 0,1 0-1 0 0,-1-1 1 0 0,1 0 0 0 0,0 0-1 0 0,11 4 1 0 0,-11-5-21 0 0,0-1 1 0 0,0 1-1 0 0,0-1 0 0 0,0 0 0 0 0,1 0 1 0 0,-1-1-1 0 0,0 0 0 0 0,13-1 1 0 0,-14 1 9 0 0,13 0 42 0 0,-15 0-54 0 0,-1 0 0 0 0,1 0 0 0 0,-1 0 0 0 0,0 0 0 0 0,1-1 0 0 0,-1 1 0 0 0,1-1 0 0 0,-1 1 0 0 0,5-3 0 0 0,5-1 47 0 0,55-21 178 0 0,-54 20-96 0 0,-11 5-123 0 0,-1-1 0 0 0,1 0-1 0 0,0 1 1 0 0,-1-1-1 0 0,1 0 1 0 0,0 0-1 0 0,-1 0 1 0 0,1 0-1 0 0,-1 0 1 0 0,1-1 0 0 0,1-1-1 0 0,7-7 145 0 0,0 2-9 0 0,-2-1 0 0 0,1 0-1 0 0,-1-1 1 0 0,12-17 0 0 0,-18 23-120 0 0,1 0 1 0 0,-1-1-1 0 0,0 0 1 0 0,-1 0-1 0 0,1 1 0 0 0,-1-1 1 0 0,0 0-1 0 0,0 0 1 0 0,0 0-1 0 0,-1 0 1 0 0,0-1-1 0 0,0 1 0 0 0,0 0 1 0 0,0 0-1 0 0,-1 0 1 0 0,-2-7-1 0 0,-18-50-87 0 0,20 60 54 0 0,1 1 0 0 0,-1-1 0 0 0,0 1 0 0 0,0-1-1 0 0,1 1 1 0 0,-1-1 0 0 0,0 1 0 0 0,0-1 0 0 0,0 1 0 0 0,-1 0-1 0 0,1-1 1 0 0,0 1 0 0 0,0 0 0 0 0,-1 0 0 0 0,1 0-1 0 0,-2-1 1 0 0,-2-1-23 0 0,3 1-12 0 0,-1 0 0 0 0,0 0 0 0 0,1 0-1 0 0,-1 0 1 0 0,0 0 0 0 0,0 1 0 0 0,-1-1-1 0 0,1 1 1 0 0,0 0 0 0 0,0 0 0 0 0,-1 0-1 0 0,1 0 1 0 0,0 1 0 0 0,-1-1 0 0 0,-6 1-1 0 0,7 0 16 0 0,-7 0-99 0 0,1 1 0 0 0,-1 0 0 0 0,1 1 0 0 0,0 0 0 0 0,0 1 0 0 0,0 0 0 0 0,0 0 0 0 0,0 1 0 0 0,0 0 0 0 0,1 0 0 0 0,0 1 0 0 0,0 0 0 0 0,-9 8 0 0 0,0 2-1475 0 0,1 1-1 0 0,0 1 1 0 0,-21 30 0 0 0,34-42-2011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4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222 0 2044 0 0,'0'0'1834'0'0,"-6"1"-1087"0"0,2 0-696 0 0,0-1 112 0 0,1 1 1 0 0,-1 0 0 0 0,1-1-1 0 0,0 1 1 0 0,-1 1 0 0 0,1-1-1 0 0,0 0 1 0 0,0 1 0 0 0,0 0 0 0 0,0-1-1 0 0,0 1 1 0 0,0 0 0 0 0,-4 4-1 0 0,-13 16 235 0 0,1 1-1 0 0,1 1 0 0 0,1 0 0 0 0,1 2 0 0 0,1 0 1 0 0,2 0-1 0 0,0 1 0 0 0,-16 53 0 0 0,28-76-359 0 0,0 21-10 0 0,0-20-18 0 0,12 16-432 0 0,-5-21 229 0 0,2-1 77 0 0,0 0 1 0 0,0 0-1 0 0,0-1 1 0 0,0 0-1 0 0,0-1 1 0 0,0 1-1 0 0,12-8 1 0 0,51-33-330 0 0,-53 29 493 0 0,1 2 0 0 0,1 0 0 0 0,0 2 1 0 0,22-9-1 0 0,-34 17 72 0 0,1 0 0 0 0,-1 1 0 0 0,17 0 0 0 0,-19 1-7 0 0,-2 3-6 0 0,3 2-63 0 0,-1 0 0 0 0,0 1-1 0 0,0 0 1 0 0,0 0 0 0 0,0 0 0 0 0,-1 1 0 0 0,0-1 0 0 0,-1 1 0 0 0,5 10 0 0 0,-7-14 38 0 0,0 2-50 0 0,-1-1-93 0 0,1 1 0 0 0,-1 0 0 0 0,0-1-1 0 0,-1 1 1 0 0,1-1 0 0 0,-1 1 0 0 0,0 0-1 0 0,0 0 1 0 0,0-1 0 0 0,0 1 0 0 0,-1 0-1 0 0,-2 7 1 0 0,1-8-125 0 0,-11 0-187 0 0,-5 5 219 0 0,-1-3 87 0 0,15-5 12 0 0,-2 1 25 0 0,-16 4-22 0 0,17-4 32 0 0,-1-1 10 0 0,-15 6 18 0 0,16-5 14 0 0,1 0 50 0 0,-10 8 172 0 0,2 0 0 0 0,-17 18-1 0 0,25-24-121 0 0,3 0-12 0 0,-12 40-59 0 0,12-40 82 0 0,1 1-89 0 0,1 1-52 0 0,0 0 0 0 0,1 0 1 0 0,0 0-1 0 0,0-1 1 0 0,5 11-1 0 0,-5-12 81 0 0,8 1-66 0 0,-9-5-8 0 0,-1 1-1 0 0,1-1 1 0 0,-1 1 0 0 0,0-1 0 0 0,1 0 0 0 0,-1 1 0 0 0,1-1 0 0 0,0 0 0 0 0,-1 1-1 0 0,1-1 1 0 0,-1 0 0 0 0,1 0 0 0 0,-1 1 0 0 0,1-1 0 0 0,0 0 0 0 0,-1 0 0 0 0,1 0-1 0 0,0 0 1 0 0,-1 0 0 0 0,1 0 0 0 0,-1 0 0 0 0,1 0 0 0 0,0 0 0 0 0,-1 0 0 0 0,1 0-1 0 0,-1 0 1 0 0,2-1 0 0 0,16-2 1 0 0,-14 2-16 0 0,0-1-8 0 0,8-6 35 0 0,0 1 1 0 0,-1-1-1 0 0,0-1 0 0 0,0 0 0 0 0,9-11 1 0 0,-4 4 224 0 0,1 0 0 0 0,33-22 0 0 0,-30 28-36 0 0,0 0-1 0 0,21-6 0 0 0,-36 15-123 0 0,1 1-13 0 0,20 4 27 0 0,-24-3-85 0 0,1 0 1 0 0,0 0-1 0 0,0 0 0 0 0,0 0 0 0 0,-1 1 1 0 0,1-1-1 0 0,-1 1 0 0 0,1 0 0 0 0,-1 0 1 0 0,0 0-1 0 0,1 0 0 0 0,-1 0 1 0 0,0 0-1 0 0,0 1 0 0 0,-1-1 0 0 0,1 1 1 0 0,1 2-1 0 0,-2-3-10 0 0,2 2 0 0 0,0 1 0 0 0,-1-1-1 0 0,0 1 1 0 0,0-1 0 0 0,0 1 0 0 0,-1 0 0 0 0,0 0-1 0 0,0 0 1 0 0,0 0 0 0 0,0 6 0 0 0,0-3-10 0 0,0 0-57 0 0,0 0 0 0 0,-1-1 1 0 0,-1 1-1 0 0,1 0 0 0 0,-1 0 0 0 0,0 0 0 0 0,-4 11 0 0 0,3-13 24 0 0,-1 8-410 0 0,-1-1-1 0 0,0 0 1 0 0,-11 23-1 0 0,11-29-202 0 0,1 0 0 0 0,-1 0 0 0 0,-1-1 0 0 0,1 1 0 0 0,-1-1 0 0 0,0 0 0 0 0,-8 6 0 0 0,-10 7-2815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4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1 3112 0 0,'0'0'6031'0'0,"-3"3"-5724"0"0,-6 10-28 0 0,7-10 0 0 0,1 2-39 0 0,-6 76 892 0 0,6-77-980 0 0,1 3-4 0 0,0-5-148 0 0,-2 26 432 0 0,2 0 0 0 0,5 39 0 0 0,-4-63-359 0 0,0-1-59 0 0,1-1 1 0 0,-1 0 0 0 0,1 0-1 0 0,0 1 1 0 0,0-1 0 0 0,0 0-1 0 0,0 0 1 0 0,0-1 0 0 0,1 1-1 0 0,-1 0 1 0 0,0-1 0 0 0,1 0-1 0 0,0 1 1 0 0,2 0 0 0 0,-1 0-10 0 0,24 4-57 0 0,-23-5-26 0 0,1-2 25 0 0,57-7-325 0 0,-56 7 337 0 0,1-1 0 0 0,-1-1 0 0 0,1 1-1 0 0,-1-1 1 0 0,0-1 0 0 0,0 1 0 0 0,0-1-1 0 0,-1 0 1 0 0,1-1 0 0 0,9-8 0 0 0,-13 10-7 0 0,0-1 70 0 0,7-12 41 0 0,-7 12 24 0 0,-2-1 19 0 0,11-35 861 0 0,-11 35 77 0 0,-6 6-1026 0 0,-12 3-4 0 0,16-4-7 0 0,0 1-1 0 0,0-1 1 0 0,1 1 0 0 0,-1-1-1 0 0,0 1 1 0 0,0 0-1 0 0,1-1 1 0 0,-1 1 0 0 0,1 0-1 0 0,-1 0 1 0 0,0 0-1 0 0,1-1 1 0 0,0 1-1 0 0,-1 0 1 0 0,1 0 0 0 0,-1 0-1 0 0,1 0 1 0 0,0 0-1 0 0,0 0 1 0 0,-1 0 0 0 0,1 0-1 0 0,0 1 1 0 0,-5 14-304 0 0,1 0 1 0 0,1 0 0 0 0,0 1 0 0 0,1-1-1 0 0,1 1 1 0 0,0-1 0 0 0,2 1 0 0 0,3 27-1 0 0,3 23-1643 0 0,2 16-3561 0 0,-5-52 964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4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179 51 2724 0 0,'0'0'2420'0'0,"0"-4"-1496"0"0,-9-39 2314 0 0,8 40-2181 0 0,-5 3-828 0 0,2 1-207 0 0,1-1 34 0 0,0 0-1 0 0,-1 1 0 0 0,1 0 0 0 0,0-1 1 0 0,0 1-1 0 0,0 0 0 0 0,-1 1 1 0 0,1-1-1 0 0,0 0 0 0 0,1 1 1 0 0,-1 0-1 0 0,0 0 0 0 0,0 0 0 0 0,-2 2 1 0 0,-15 17 472 0 0,-21 32 0 0 0,40-52-515 0 0,-5 7 108 0 0,1 1 0 0 0,0 0 0 0 0,1 0 0 0 0,-7 18 1 0 0,8-18-77 0 0,0 0 0 0 0,0 0 1 0 0,0 0-1 0 0,1 1 1 0 0,1-1-1 0 0,0 1 1 0 0,0 0-1 0 0,1-1 0 0 0,0 1 1 0 0,0-1-1 0 0,1 1 1 0 0,1 0-1 0 0,4 16 1 0 0,-4-22-43 0 0,0 0 0 0 0,0 0 1 0 0,0-1-1 0 0,0 1 1 0 0,1 0-1 0 0,0-1 1 0 0,-1 1-1 0 0,1-1 1 0 0,1 0-1 0 0,-1 0 0 0 0,0 0 1 0 0,1-1-1 0 0,-1 1 1 0 0,1-1-1 0 0,0 0 1 0 0,0 0-1 0 0,0 0 1 0 0,0 0-1 0 0,0-1 0 0 0,0 0 1 0 0,1 0-1 0 0,6 1 1 0 0,-9-1-5 0 0,3 0 10 0 0,2-1 1 0 0,1 2-7 0 0,-5-2-1 0 0,0 1 1 0 0,0-1-1 0 0,0 0 1 0 0,1 0 0 0 0,-1 0-1 0 0,0 0 1 0 0,0-1-1 0 0,4 0 1 0 0,26-4-27 0 0,-20 2 13 0 0,2-5 162 0 0,-14 7-152 0 0,7-2-24 0 0,-1-1 0 0 0,1 0 1 0 0,-1 0-1 0 0,-1 0 0 0 0,1-1 1 0 0,0 0-1 0 0,-1 0 0 0 0,10-11 1 0 0,-10 7 36 0 0,-1 0 1 0 0,1 0 0 0 0,-2-1-1 0 0,7-14 1 0 0,-10 19-25 0 0,0 0-1 0 0,1 0 1 0 0,-2 0 0 0 0,1-1 0 0 0,-1 1-1 0 0,1 0 1 0 0,-1 0 0 0 0,-1-1 0 0 0,1 1 0 0 0,-1 0-1 0 0,0 0 1 0 0,0 0 0 0 0,-3-7 0 0 0,2 5-75 0 0,-1 0 0 0 0,0 1 0 0 0,0 0 0 0 0,-1-1 0 0 0,1 1 0 0 0,-1 0 0 0 0,-1 0 1 0 0,1 1-1 0 0,-1 0 0 0 0,0-1 0 0 0,0 2 0 0 0,-10-8 0 0 0,12 10-294 0 0,-5 2-33 0 0,1-2 275 0 0,5 1 85 0 0,0 1 0 0 0,0 0 0 0 0,-1-1 0 0 0,1 1 1 0 0,0 0-1 0 0,-1 0 0 0 0,1 0 0 0 0,0 0 1 0 0,0 0-1 0 0,-1 1 0 0 0,1-1 0 0 0,0 1 0 0 0,-5 1 1 0 0,0-1-106 0 0,5-1 86 0 0,-1 1 0 0 0,1-1 1 0 0,-1 1-1 0 0,1 0 0 0 0,-1-1 0 0 0,1 1 0 0 0,0 0 0 0 0,-1 1 0 0 0,1-1 0 0 0,0 0 0 0 0,-3 2 0 0 0,-5 3-389 0 0,0 1-1 0 0,0-1 1 0 0,1 2 0 0 0,0-1-1 0 0,0 1 1 0 0,1 1 0 0 0,-13 15-1 0 0,16-18 114 0 0,-12 19-2229 0 0,6 0-568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4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165 34 2100 0 0,'0'0'1648'0'0,"-2"-4"-1089"0"0,-1 0-324 0 0,0 1 0 0 0,-1-1 0 0 0,1 1 0 0 0,0 0 0 0 0,-1 0 0 0 0,-5-4 1 0 0,5 5 541 0 0,-2 3-500 0 0,-16 2-13 0 0,17-2 4 0 0,4 0-207 0 0,-1 1 1 0 0,1-1 0 0 0,0 1 0 0 0,-1-1-1 0 0,1 1 1 0 0,-1-1 0 0 0,0 0 0 0 0,1 0-1 0 0,-4 2 1 0 0,-1 5 82 0 0,-1 0 0 0 0,1 0-1 0 0,1 1 1 0 0,0 0 0 0 0,0 0 0 0 0,0 0 0 0 0,1 0-1 0 0,1 1 1 0 0,-1 0 0 0 0,-1 14 0 0 0,3-18-108 0 0,-8 44 220 0 0,-1 41-332 0 0,11-85-106 0 0,12 39-2710 0 0,-10-41 2161 0 0,4-4-3066 0 0,24-1 1485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4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159 6 2340 0 0,'0'0'2144'0'0,"5"-1"-1240"0"0,14-2-112 0 0,-15 2 426 0 0,14 14-266 0 0,-15-10-525 0 0,0 1-58 0 0,16 34 517 0 0,-18-34-643 0 0,1 2-38 0 0,12 41 216 0 0,-12-43-336 0 0,-1 1-28 0 0,12 41 102 0 0,-12-41-165 0 0,-5-3-3194 0 0,3-2 3110 0 0,-1 1-1 0 0,1-1 1 0 0,-1 1-1 0 0,1-1 1 0 0,-1 0-1 0 0,0 0 0 0 0,1 0 1 0 0,-1 0-1 0 0,-2 0 1 0 0,3 0-60 0 0,-3-1 34 0 0,1 0 1 0 0,-1 0 0 0 0,1 0 0 0 0,-1 0-1 0 0,1 0 1 0 0,-1-1 0 0 0,1 0 0 0 0,0 0 0 0 0,0 0-1 0 0,0 0 1 0 0,-4-4 0 0 0,1 4 100 0 0,0-1-1 0 0,0 1 1 0 0,0 0 0 0 0,-1 0 0 0 0,1 1 0 0 0,0-1-1 0 0,-9 1 1 0 0,10 0 39 0 0,-1 0 193 0 0,0 2 20 0 0,-1-1-91 0 0,0 1 1 0 0,0 0 0 0 0,0 0-1 0 0,0 1 1 0 0,1 0 0 0 0,-1 0-1 0 0,0 1 1 0 0,1 0-1 0 0,0 0 1 0 0,0 0 0 0 0,-10 7-1 0 0,13-7 150 0 0,0 1-157 0 0,-11 14-74 0 0,10-14-103 0 0,0 8 198 0 0,4-11-146 0 0,-1-1 0 0 0,1 1 1 0 0,-1 0-1 0 0,1 0 0 0 0,-1 0 1 0 0,1-1-1 0 0,0 1 0 0 0,-1 0 1 0 0,1 0-1 0 0,0 0 0 0 0,0 0 1 0 0,-1 0-1 0 0,1 0 0 0 0,0 0 1 0 0,0 0-1 0 0,0 0 0 0 0,0 0 1 0 0,0-1-1 0 0,0 1 0 0 0,1 2 0 0 0,0 2-21 0 0,-1 1-1 0 0,2-1 1 0 0,-1 1-1 0 0,1-1 0 0 0,-1 1 1 0 0,5 7-1 0 0,-4-9-165 0 0,1-2 253 0 0,2 1-31 0 0,-1 0 1 0 0,1-1 0 0 0,0 1-1 0 0,-1-1 1 0 0,1 0 0 0 0,7 1-1 0 0,-8-2 20 0 0,2-2 14 0 0,18-8 183 0 0,1-1-1 0 0,-1-1 1 0 0,-1-1 0 0 0,28-18-1 0 0,-8 4 182 0 0,-15 15-256 0 0,-23 10-123 0 0,2 0-8 0 0,18-1 6 0 0,-18 2 4 0 0,-2 1-40 0 0,-1 1-27 0 0,0-1-2 0 0,0 0 0 0 0,0 0 0 0 0,-1 0 1 0 0,1 1-1 0 0,0 0 0 0 0,-1 0 0 0 0,0 0 0 0 0,1 0 1 0 0,-1 0-1 0 0,0 1 0 0 0,0-1 0 0 0,0 1 0 0 0,4 6 1 0 0,-2-3-60 0 0,0 1 1 0 0,-1 0-1 0 0,0 0 1 0 0,0 0-1 0 0,-1 1 1 0 0,0-1-1 0 0,0 1 1 0 0,-1 0 0 0 0,0 0-1 0 0,0 0 1 0 0,-1 0-1 0 0,1 0 1 0 0,-2 0-1 0 0,0 0 1 0 0,0 1-1 0 0,0-1 1 0 0,-1 0-1 0 0,0 0 1 0 0,0 0-1 0 0,-1 0 1 0 0,-4 11 0 0 0,-1 0-1988 0 0,-1-1 1 0 0,-12 20-1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4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0 3240 0 0,'0'0'3276'0'0,"-2"3"-2725"0"0,-1-1-304 0 0,1 0-1 0 0,0 0 0 0 0,0 0 1 0 0,0 1-1 0 0,0-1 0 0 0,0 1 1 0 0,1-1-1 0 0,-1 1 0 0 0,1 0 1 0 0,-1-1-1 0 0,1 1 0 0 0,-1 4 1 0 0,2-5-207 0 0,0 0 0 0 0,0-1 0 0 0,0 1 0 0 0,0 0 0 0 0,0-1 0 0 0,0 1 0 0 0,1-1 0 0 0,-1 1 1 0 0,1 0-1 0 0,-1-1 0 0 0,1 1 0 0 0,0-1 0 0 0,-1 1 0 0 0,1-1 0 0 0,0 0 0 0 0,0 1 0 0 0,0-1 0 0 0,0 0 0 0 0,0 0 0 0 0,0 1 0 0 0,1-1 1 0 0,-1 0-1 0 0,2 1 0 0 0,-1 0 202 0 0,3 0-145 0 0,39 20 224 0 0,-40-20-254 0 0,-3-1-59 0 0,1-1 0 0 0,-1 0 0 0 0,0 1 0 0 0,1-1-1 0 0,-1 1 1 0 0,0-1 0 0 0,0 1 0 0 0,1 0 0 0 0,-1-1 0 0 0,0 1 0 0 0,0 0-1 0 0,2 2 1 0 0,-1-2 9 0 0,2 2 61 0 0,0 0 8 0 0,10 10 131 0 0,23 30 0 0 0,-34-39-153 0 0,-1 0-7 0 0,5 13 3 0 0,-6-13 29 0 0,0 0 10 0 0,3 12-4 0 0,-3-12 48 0 0,-1 2-153 0 0,-9 46-112 0 0,7-47-141 0 0,1-4-232 0 0,-1 0 382 0 0,1 0 0 0 0,-1 0 0 0 0,1 1-1 0 0,0-1 1 0 0,-1 1 0 0 0,1-1 0 0 0,0 1 0 0 0,-1 2 0 0 0,-1-1-727 0 0,-24-9-9655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4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4 205 2624 0 0,'0'0'4835'0'0,"-1"-4"-4048"0"0,-1-15-162 0 0,1 14 366 0 0,2 1-896 0 0,0 0 1 0 0,0-1 0 0 0,0 1 0 0 0,0 0-1 0 0,1-1 1 0 0,0 1 0 0 0,0 0 0 0 0,0 0-1 0 0,0 0 1 0 0,1 0 0 0 0,-1 1 0 0 0,1-1-1 0 0,5-5 1 0 0,1 0-63 0 0,1 0 0 0 0,-1 0 0 0 0,15-9 0 0 0,19-12-469 0 0,7 2-862 0 0,-46 26 473 0 0,0 0 0 0 0,0 1 0 0 0,0-1 0 0 0,1 1 0 0 0,-1 0-1 0 0,7-1 1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29.4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90 1 3568 0 0,'0'0'4135'0'0,"-5"1"-3748"0"0,-15 2-12 0 0,19-3-344 0 0,0 0 0 0 0,1 1 0 0 0,-1-1 1 0 0,0 1-1 0 0,0-1 0 0 0,1 0 0 0 0,-1 1 1 0 0,0-1-1 0 0,1 1 0 0 0,-1 0 0 0 0,0-1 1 0 0,1 1-1 0 0,-1 0 0 0 0,1-1 0 0 0,-1 1 1 0 0,1 0-1 0 0,0-1 0 0 0,-1 1 0 0 0,1 0 0 0 0,-1 0 1 0 0,1 0-1 0 0,0-1 0 0 0,0 1 0 0 0,0 0 1 0 0,-1 1-1 0 0,-5 11 293 0 0,0-1 0 0 0,1 1 1 0 0,0 1-1 0 0,1-1 0 0 0,-4 28 0 0 0,1 0 532 0 0,-2 65 1 0 0,9-101-814 0 0,1 1 1 0 0,-1 0 0 0 0,2 0 0 0 0,-1 0-1 0 0,0-1 1 0 0,1 1 0 0 0,3 6 0 0 0,-2-4-3 0 0,-1-4-21 0 0,1 0 0 0 0,-1 1 0 0 0,1-1 0 0 0,-1 0 0 0 0,1-1 0 0 0,0 1 0 0 0,0 0 0 0 0,5 3 1 0 0,-3-2-5 0 0,-2-2 10 0 0,2 0-8 0 0,13 8-10 0 0,-13-9-10 0 0,0-1 15 0 0,49 5 72 0 0,-48-6-85 0 0,-2-2 15 0 0,13-6 8 0 0,-12 6-2 0 0,-5 2-19 0 0,0 0-1 0 0,0-1 1 0 0,0 1-1 0 0,0-1 1 0 0,1 1-1 0 0,-1-1 1 0 0,0 1 0 0 0,0-1-1 0 0,1 1 1 0 0,-1-1-1 0 0,0 1 1 0 0,1 0 0 0 0,-1-1-1 0 0,0 1 1 0 0,1 0-1 0 0,-1-1 1 0 0,0 1 0 0 0,1 0-1 0 0,-1-1 1 0 0,1 1-1 0 0,-1 0 1 0 0,1 0 0 0 0,0-1-1 0 0,8-8 67 0 0,-7 5-71 0 0,-1-1-1 0 0,0 0 1 0 0,0 0 0 0 0,-1 0-1 0 0,0 0 1 0 0,1 0 0 0 0,-2 0-1 0 0,1-5 1 0 0,-1 5-24 0 0,0 4 19 0 0,1 0 1 0 0,0-1 0 0 0,-1 1-1 0 0,1 0 1 0 0,-1-1 0 0 0,1 1-1 0 0,-1 0 1 0 0,0 0 0 0 0,0-1-1 0 0,0 1 1 0 0,1 0-1 0 0,-3-2 1 0 0,1 1-1 0 0,0-2-29 0 0,-2 1-60 0 0,2 2 27 0 0,-1-1 0 0 0,1 1 1 0 0,-1-1-1 0 0,1 1 0 0 0,-1 0 0 0 0,0 0 1 0 0,1 0-1 0 0,-1 0 0 0 0,0 1 1 0 0,0-1-1 0 0,1 1 0 0 0,-1-1 1 0 0,0 1-1 0 0,0 0 0 0 0,0 0 1 0 0,0 0-1 0 0,1 1 0 0 0,-1-1 0 0 0,0 1 1 0 0,-3 0-1 0 0,-10 8-1677 0 0,1 0-1 0 0,0 1 1 0 0,-19 16 0 0 0,28-21 704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32.72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3968 0 0,'0'0'9213'0'0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51.8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2772 0 0,'0'0'12733'0'0,"2"5"-12469"0"0,96 321 2341 0 0,-92-306-2601 0 0,5 29 4 0 0,33 212 1093 0 0,-43-256-1016 0 0,17 114 405 0 0,-15-99-361 0 0,13 223 947 0 0,-12-149-676 0 0,-3-29-243 0 0,0-7 63 0 0,1 16-116 0 0,4 74-9 0 0,-4-103-92 0 0,0 1 32 0 0,1 0-16 0 0,16 341 542 0 0,-10-243-283 0 0,-9-139-260 0 0,0 1 0 0 0,5 52 58 0 0,-5-54-33 0 0,0 4 25 0 0,-1 20-21 0 0,0-21-3 0 0,2 0-17 0 0,1 21 8 0 0,-1-21 16 0 0,-1 0 10 0 0,-3 61 73 0 0,2-61-125 0 0,1 27 36 0 0,0-27 38 0 0,0 0-73 0 0,-1 60-28 0 0,3 17 86 0 0,-1 194 319 0 0,-3-138-242 0 0,6-24-106 0 0,1-36 16 0 0,-1 17-127 0 0,-4-90 82 0 0,0-1-12 0 0,0 35-4 0 0,1 25 40 0 0,-1-60-10 0 0,1 1-8 0 0,0 59 33 0 0,-1-54-43 0 0,2 6 22 0 0,-2 20 65 0 0,0-32-108 0 0,0 1-3 0 0,1 19 3 0 0,0-19 5 0 0,-1-1 5 0 0,1 20 10 0 0,-1-19 0 0 0,0-1-14 0 0,6 91 11 0 0,-5-72 6 0 0,-1-21-8 0 0,0 3 0 0 0,2 327 2 0 0,0-181 4 0 0,-2-89-9 0 0,2 198-76 0 0,-2-154 93 0 0,0-48-49 0 0,0-6 40 0 0,1 30 3 0 0,-1-37 2 0 0,8 189 24 0 0,-6-180-53 0 0,8 104 45 0 0,24 166 214 0 0,15 181-248 0 0,-24-173-54 0 0,-10 44 12 0 0,10 126 35 0 0,40 410 24 0 0,-36-309-33 0 0,-23 178-198 0 0,-7-580 143 0 0,40 667-164 0 0,-35-821 222 0 0,-2-39 18 0 0,0 28-19 0 0,-2-4 10 0 0,1-6 0 0 0,7 47 11 0 0,-5-25-1 0 0,2 36-20 0 0,5 69 0 0 0,-2-61 22 0 0,0 31-29 0 0,12 96 88 0 0,-15-157-40 0 0,28 178-80 0 0,-21-195 39 0 0,4 44-48 0 0,-13-71 62 0 0,-2-15-1 0 0,0-1-18 0 0,8 37 104 0 0,-8-37 41 0 0,23-10-509 0 0,-19 5 326 0 0,0-1-133 0 0,13-5 60 0 0,-13 5-16 0 0,1 0-29 0 0,2-1 73 0 0,153-51-1038 0 0,975-151 542 0 0,-983 185 375 0 0,636-69-878 0 0,-299 27 703 0 0,-327 37 388 0 0,999-113-461 0 0,57 57-184 0 0,-502 29 397 0 0,-329 20 224 0 0,-176 15 23 0 0,269-15-30 0 0,-35 10 0 0 0,46 0-45 0 0,104-1-15 0 0,715-28-97 0 0,136-30 187 0 0,-870 55-27 0 0,-230 13 70 0 0,-341 12-77 0 0,1 1 52 0 0,89-3 44 0 0,-91 3-37 0 0,0 0-20 0 0,76-6-6 0 0,-76 6 58 0 0,0-1-30 0 0,49-8-286 0 0,-53 8 241 0 0,0 0 1 0 0,0 0-1 0 0,0 0 0 0 0,-1 0 0 0 0,1-1 0 0 0,0 1 1 0 0,-1 0-1 0 0,1 0 0 0 0,-1 0 0 0 0,0-1 0 0 0,1 1 0 0 0,-1 0 1 0 0,0-1-1 0 0,1 1 0 0 0,-1 0 0 0 0,0-1 0 0 0,0-1 1 0 0,-5-6-41 0 0,-1 1 1 0 0,1-1-1 0 0,-1 1 1 0 0,-1 0 0 0 0,-11-11-1 0 0,3 8 94 0 0,0 1-1 0 0,-1 0 0 0 0,0 1 1 0 0,-1 0-1 0 0,0 1 0 0 0,-23-6 0 0 0,36 13 20 0 0,-2 0 8 0 0,-17-4-26 0 0,17 4-4 0 0,1 1-1 0 0,-16-3 5 0 0,16 3 82 0 0,1 1-76 0 0,3 0-20 0 0,1-1-1 0 0,-1 0 0 0 0,0 0 1 0 0,1 0-1 0 0,-1 1 0 0 0,1-1 1 0 0,-1 0-1 0 0,0 0 1 0 0,1 1-1 0 0,-1-1 0 0 0,1 1 1 0 0,-1-1-1 0 0,1 0 0 0 0,-1 1 1 0 0,1-1-1 0 0,-1 1 1 0 0,1-1-1 0 0,-1 1 0 0 0,1 0 1 0 0,0-1-1 0 0,-1 1 1 0 0,1-1-1 0 0,0 2 0 0 0,9 11 39 0 0,-6-10-25 0 0,2-1 9 0 0,29 11-23 0 0,0-1 0 0 0,65 14 0 0 0,-94-25 32 0 0,0 0-18 0 0,19 6-3 0 0,-18-6 1 0 0,-1 0-1 0 0,42 12 273 0 0,-44-12 70 0 0,-2 12-183 0 0,-1-10-153 0 0,0 0 0 0 0,0 0 0 0 0,0 0-1 0 0,0-1 1 0 0,0 1 0 0 0,-1 0 0 0 0,1 0 0 0 0,-1 0-1 0 0,0-1 1 0 0,0 1 0 0 0,0 0 0 0 0,0-1 0 0 0,0 1-1 0 0,0-1 1 0 0,-3 4 0 0 0,-10 16-233 0 0,-27 31 0 0 0,-11-2-2882 0 0,36-39 1910 0 0,-17 13-5202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53.3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207 139 3368 0 0,'-3'-2'1261'0'0,"-7"-8"-117"0"0,7 7-193 0 0,-1 0-114 0 0,-11-10-53 0 0,11 10-41 0 0,1 0-35 0 0,-12-8-55 0 0,11 8 387 0 0,0 1-635 0 0,-11-6-46 0 0,11 5 519 0 0,-1 5-656 0 0,-13 3-14 0 0,13-3-20 0 0,2 1-4 0 0,-9 12 38 0 0,1 1 1 0 0,-16 28 0 0 0,7-2-39 0 0,18-38-208 0 0,0 1 51 0 0,-5 14-11 0 0,6-14-17 0 0,-1-1 46 0 0,-4 13-1 0 0,5-13 443 0 0,2-4-487 0 0,1-1 0 0 0,-1 1 0 0 0,1-1 0 0 0,-1 1-1 0 0,1-1 1 0 0,-1 1 0 0 0,0-1 0 0 0,1 0-1 0 0,-1 0 1 0 0,0 0 0 0 0,0 0 0 0 0,3-2 0 0 0,-2 2-8 0 0,1-2 9 0 0,0 1 0 0 0,-1-1 1 0 0,1 0-1 0 0,0 0 1 0 0,-1 0-1 0 0,0 0 0 0 0,1 0 1 0 0,-1 0-1 0 0,-1 0 0 0 0,1-1 1 0 0,0 1-1 0 0,1-5 1 0 0,-3 6-25 0 0,40-74 48 0 0,-11 14-99 0 0,4 5 464 0 0,-31 53 136 0 0,26-1 17 0 0,-24 9-404 0 0,24 24 34 0 0,-1 2 1 0 0,-2 1-1 0 0,24 37 0 0 0,11 14-365 0 0,-42-60-349 0 0,31 41-2436 0 0,-22-23-4494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59.6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81 3088 0 0,'-3'-2'1372'0'0,"1"1"-901"0"0,1 1 0 0 0,0-1 0 0 0,-1 0 0 0 0,1 0 0 0 0,0 0 1 0 0,0 0-1 0 0,0-1 0 0 0,-1 1 0 0 0,1 0 0 0 0,1 0 0 0 0,-1-1 0 0 0,0 1 1 0 0,0-1-1 0 0,0 1 0 0 0,1 0 0 0 0,-1-3 0 0 0,-2-6-959 0 0,3 5 3090 0 0,-1 4-2585 0 0,1 0 0 0 0,0 0 0 0 0,0 0 0 0 0,0-1 0 0 0,0 1 0 0 0,0 0 0 0 0,0 0 0 0 0,1 0 0 0 0,-1 0 0 0 0,0 0 0 0 0,1 0 0 0 0,-1 0 0 0 0,0 0 0 0 0,1-2 0 0 0,2-4 507 0 0,0 5-523 0 0,10-5-3 0 0,-10 5-9 0 0,1 1 8 0 0,14-2-16 0 0,-14 2 17 0 0,2 2 21 0 0,14 1-5 0 0,-14-2 2 0 0,-2 3-12 0 0,11 7-28 0 0,-12-8-12 0 0,-3-2 35 0 0,0 1 1 0 0,0 0-1 0 0,0-1 0 0 0,0 1 0 0 0,0-1 0 0 0,0 1 0 0 0,0-1 0 0 0,1 1 0 0 0,-1-1 0 0 0,0 1 0 0 0,0-1 0 0 0,0 1 0 0 0,0-1 0 0 0,1 0 0 0 0,-1 1 0 0 0,0-1 0 0 0,1 1 0 0 0,-1-1 0 0 0,0 1 0 0 0,1-1 0 0 0,-1 0 0 0 0,0 1 1 0 0,1-1-1 0 0,-1 0 0 0 0,1 1 0 0 0,0 0-4 0 0,0 0 1 0 0,0-1-1 0 0,0 1 1 0 0,-1 0-1 0 0,1 0 1 0 0,0 0 0 0 0,0 0-1 0 0,-1 0 1 0 0,1 0-1 0 0,-1 0 1 0 0,1 0-1 0 0,-1 0 1 0 0,1 0-1 0 0,-1 0 1 0 0,0 0-1 0 0,1 0 1 0 0,-1 0 0 0 0,0 2-1 0 0,2 3 2 0 0,-1-4 1 0 0,0 0 1 0 0,0 0 0 0 0,-1 0 0 0 0,1 0 0 0 0,-1 0-1 0 0,0 0 1 0 0,0 0 0 0 0,0 0 0 0 0,0 0-1 0 0,0 0 1 0 0,0 3 0 0 0,0 5-13 0 0,-1 1 1 0 0,0-1-1 0 0,-1 0 0 0 0,0 0 1 0 0,0 0-1 0 0,-1 0 0 0 0,0-1 1 0 0,-10 19-1 0 0,5-9 30 0 0,-16 26-20 0 0,22-42 14 0 0,-1 2-17 0 0,-20 34-43 0 0,21-35 1 0 0,5-6-993 0 0,0 0 971 0 0,0-1 1 0 0,0 1-1 0 0,0-1 1 0 0,0 1-1 0 0,-1-1 1 0 0,0 0-1 0 0,1 0 1 0 0,2-5-1 0 0,-4 6 34 0 0,15-21-321 0 0,-2-1 1 0 0,0 0 0 0 0,-1-1 0 0 0,16-47 0 0 0,-25 63 377 0 0,23-73 199 0 0,-27 78 229 0 0,1 4-445 0 0,-1 0 1 0 0,1 1 0 0 0,-1-1 0 0 0,1 0-1 0 0,-1 0 1 0 0,0 1 0 0 0,1-1-1 0 0,-1 1 1 0 0,0-1 0 0 0,1 0 0 0 0,-1 1-1 0 0,0-1 1 0 0,0 1 0 0 0,1-1-1 0 0,-1 1 1 0 0,0-1 0 0 0,0 0 0 0 0,0 1-1 0 0,0-1 1 0 0,0 1 0 0 0,0-1-1 0 0,1 1 1 0 0,-1 0 0 0 0,0 0 1 0 0,0-1 1 0 0,0 1-1 0 0,0-1 1 0 0,0 1-1 0 0,0-1 1 0 0,0 1-1 0 0,0-1 1 0 0,0 1-1 0 0,0-1 1 0 0,1 1-1 0 0,-1-1 1 0 0,0 1-1 0 0,0-1 1 0 0,1 0-1 0 0,-1 1 1 0 0,0-1-1 0 0,1 1 1 0 0,-1-1-1 0 0,0 0 1 0 0,1 1-1 0 0,-1-1 1 0 0,0 0-1 0 0,2 1 0 0 0,-1 5 110 0 0,1 6-56 0 0,0 1 1 0 0,1-1-1 0 0,0 1 1 0 0,1-1-1 0 0,0 0 0 0 0,1-1 1 0 0,1 1-1 0 0,0-1 0 0 0,0 0 1 0 0,1 0-1 0 0,0-1 0 0 0,12 13 1 0 0,-16-20-70 0 0,19 10-151 0 0,-18-10-1 0 0,1-2-64 0 0,14 4-60 0 0,-15-4-64 0 0,2-1-496 0 0,34-3-956 0 0,-37 2 1355 0 0,1 1 0 0 0,-1-1 0 0 0,0 0 0 0 0,0 0-1 0 0,0 0 1 0 0,0 0 0 0 0,0-1 0 0 0,-1 1 0 0 0,1-1-1 0 0,0 1 1 0 0,-1-1 0 0 0,1 0 0 0 0,4-5 0 0 0,9-13-2689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3:59.8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 1 2084 0 0,'0'0'7995'0'0,"-2"4"-7654"0"0,-7 12-41 0 0,6-12-32 0 0,3 2-46 0 0,-1 42 194 0 0,-6 61-295 0 0,1-57-990 0 0,4-1-996 0 0,0-1-917 0 0,0-16 488 0 0,1-25-1603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4:04.0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90 317 3276 0 0,'0'0'1570'0'0,"-5"-1"-153"0"0,-45-17 3635 0 0,45 16-4361 0 0,0-5 187 0 0,-7-4 223 0 0,0-29 19 0 0,12 36-964 0 0,0 3-145 0 0,1 1 0 0 0,0-1 0 0 0,-1 1 0 0 0,1-1 0 0 0,-1 0-1 0 0,0 0 1 0 0,1 1 0 0 0,-1-1 0 0 0,1 0 0 0 0,-1 0-1 0 0,0 1 1 0 0,0-1 0 0 0,1 0 0 0 0,-1 0 0 0 0,0 0 0 0 0,0 1-1 0 0,0-1 1 0 0,0-1 0 0 0,4-18 145 0 0,-1 13-88 0 0,0 0 0 0 0,1 0 0 0 0,-1 0 0 0 0,1 0 1 0 0,1 0-1 0 0,-1 1 0 0 0,1 0 0 0 0,1 0 0 0 0,6-6 0 0 0,-6 6-140 0 0,1 0 42 0 0,35-15 369 0 0,-38 19-339 0 0,2 1-76 0 0,15-4 21 0 0,-16 4 21 0 0,0 2 13 0 0,1 1 14 0 0,-1-1 0 0 0,1 1-1 0 0,-1 0 1 0 0,0 1-1 0 0,0-1 1 0 0,0 1 0 0 0,0 0-1 0 0,-1 0 1 0 0,1 1-1 0 0,-1-1 1 0 0,0 1-1 0 0,0 0 1 0 0,0 0 0 0 0,4 6-1 0 0,2 7-3 0 0,0 2 0 0 0,12 32 0 0 0,-9-4 18 0 0,-12-42-16 0 0,0 1-24 0 0,6 47 30 0 0,-6-48-1 0 0,0-1 10 0 0,2 15-16 0 0,-2-14-15 0 0,2-9-1064 0 0,10-10 909 0 0,-10 10 8 0 0,-2-2-16 0 0,6-45-200 0 0,-3-1 0 0 0,-3-68 0 0 0,-6 59 408 0 0,4 57 17 0 0,1-1 8 0 0,-7-40 280 0 0,13 63-259 0 0,1 0 0 0 0,18 32 0 0 0,-24-49-65 0 0,8 14 13 0 0,1-1-1 0 0,0 0 1 0 0,1 0 0 0 0,14 14-1 0 0,-17-22-121 0 0,-1 0 0 0 0,1 0 0 0 0,0-1 0 0 0,0 0 0 0 0,0 0 0 0 0,1 0 0 0 0,0-2 0 0 0,11 5 0 0 0,-7-6-827 0 0,1 0 0 0 0,-1-1-1 0 0,1 0 1 0 0,0-2 0 0 0,19-1-1 0 0,-27 1 486 0 0,19-5-2699 0 0,2-1-669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4:04.7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57 3056 0 0,'0'0'10815'0'0,"-1"-3"-10683"0"0,-5-13-27 0 0,5 12 244 0 0,2 0-303 0 0,2-13-16 0 0,-2 12 10 0 0,18-2-85 0 0,-15 6 58 0 0,-2 2-11 0 0,0-1 1 0 0,0 1-1 0 0,1 0 0 0 0,-1 0 1 0 0,0 0-1 0 0,0 0 1 0 0,0 0-1 0 0,0 0 1 0 0,0 1-1 0 0,0-1 0 0 0,-1 1 1 0 0,1-1-1 0 0,0 1 1 0 0,-1 0-1 0 0,3 3 1 0 0,25 38 14 0 0,-1 19 1 0 0,-25-52-23 0 0,1 0 0 0 0,-2 1 0 0 0,1-1 0 0 0,-1 1 0 0 0,0 12 0 0 0,-1-15 3 0 0,3 16 24 0 0,-4 6-2 0 0,-21 87 104 0 0,20-111-142 0 0,0-4 8 0 0,-1 1-1 0 0,1-1 0 0 0,0 1 1 0 0,-1-1-1 0 0,1 0 0 0 0,-1 1 1 0 0,0-1-1 0 0,0 0 0 0 0,0 0 1 0 0,0-1-1 0 0,0 1 0 0 0,0 0 1 0 0,-5 2-1 0 0,4-2-134 0 0,-17-9-397 0 0,16 6 374 0 0,3-1 139 0 0,0 1 1 0 0,0-1 0 0 0,0 1 0 0 0,-1-1-1 0 0,1 1 1 0 0,0 0 0 0 0,-1-1 0 0 0,1 1-1 0 0,0 0 1 0 0,-3-1 0 0 0,-1-5-59 0 0,0 1 1 0 0,1-1-1 0 0,0 0 1 0 0,1 0-1 0 0,-1 0 0 0 0,1 0 1 0 0,-3-12-1 0 0,5 15 53 0 0,3 1-79 0 0,6-11 115 0 0,-6 10 22 0 0,3 5-11 0 0,14 1 3 0 0,-15-2-6 0 0,2 2-3 0 0,15 4-309 0 0,0-2 0 0 0,1 0-1 0 0,0-1 1 0 0,0-1-1 0 0,0 0 1 0 0,0-2-1 0 0,44-6 1 0 0,-6-9-3069 0 0,-49 11 855 0 0,12-5-1786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4:14.4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9 3544 0 0,'0'0'4958'0'0,"-3"-2"-3696"0"0,-12-4 3368 0 0,9 12-2227 0 0,7 12-3038 0 0,71 232-262 0 0,-3-10-4016 0 0,-44-149-31 0 0,-13-45-424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4:15.2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17 4272 0 0,'-1'-4'1476'0'0,"-5"-9"597"0"0,6 14-1938 0 0,-1-1 0 0 0,0 0 1 0 0,1 0-1 0 0,-1 0 0 0 0,1 1 0 0 0,-1-1 0 0 0,1 0 0 0 0,-1 1 1 0 0,1-1-1 0 0,-1 0 0 0 0,1 1 0 0 0,-1-1 0 0 0,1 1 1 0 0,0-1-1 0 0,-1 1 0 0 0,1-1 0 0 0,0 1 0 0 0,-1-1 1 0 0,1 1-1 0 0,0-1 0 0 0,0 1 0 0 0,-1 0 0 0 0,-1 3 306 0 0,1 0-254 0 0,1-2-144 0 0,0-1-21 0 0,0 0 1 0 0,0 1-1 0 0,0-1 0 0 0,0 1 0 0 0,0-1 0 0 0,0 0 1 0 0,-1 1-1 0 0,1-1 0 0 0,0 1 0 0 0,-1-1 0 0 0,1 0 1 0 0,-2 3 135 0 0,2 1-11 0 0,1 17-8 0 0,0-17 9 0 0,0 0-4 0 0,17 43 325 0 0,-16-43-358 0 0,0-2-4 0 0,23 29 175 0 0,-23-30-235 0 0,19 8 72 0 0,-16-9-101 0 0,49 7 34 0 0,-48-7-52 0 0,-1-1-8 0 0,17 1-4 0 0,-16 0 11 0 0,-1-1-16 0 0,15 4 8 0 0,-15-3 26 0 0,12 5 37 0 0,-14-4-43 0 0,1-1 96 0 0,8 14-45 0 0,-10-12-41 0 0,-3 3-7 0 0,1 0 0 0 0,-1 0 0 0 0,-1 0-1 0 0,1 0 1 0 0,-1-1 0 0 0,0 1 0 0 0,0-1 0 0 0,-1 1 0 0 0,0-1 0 0 0,0 0 0 0 0,0 0 0 0 0,0 0-1 0 0,-6 5 1 0 0,-4 5-57 0 0,-1 0 0 0 0,-17 14-1 0 0,30-29 38 0 0,-19 14-539 0 0,17-12 94 0 0,-1 0-152 0 0,-14 3-269 0 0,14-3-353 0 0,-1-3-1952 0 0,-16-1 528 0 0,15 1-1881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4:15.4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1 250 2772 0 0,'0'0'1724'0'0,"0"-5"-405"0"0,1-2-1053 0 0,0 1 1 0 0,0-1-1 0 0,1 1 1 0 0,0-1-1 0 0,0 1 1 0 0,1-1-1 0 0,-1 1 0 0 0,1 0 1 0 0,1 0-1 0 0,-1 1 1 0 0,1-1-1 0 0,0 1 1 0 0,0 0-1 0 0,1-1 1 0 0,-1 2-1 0 0,8-7 1 0 0,9-8-518 0 0,0 2 0 0 0,1 0 0 0 0,0 1 0 0 0,2 2 0 0 0,0 0 0 0 0,31-12-1 0 0,-10 11-4423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4:15.8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110 21 3128 0 0,'0'0'3941'0'0,"-2"-2"-3039"0"0,-7-9-122 0 0,6 8 1463 0 0,-32 8-1675 0 0,34-4-537 0 0,-1 0 0 0 0,1 0-1 0 0,0 0 1 0 0,-1 0 0 0 0,1 0-1 0 0,0 0 1 0 0,-1 0 0 0 0,1 1-1 0 0,0-1 1 0 0,-2 3 0 0 0,-2 2 52 0 0,1 0 1 0 0,-1 1-1 0 0,1-1 1 0 0,0 1-1 0 0,0 0 1 0 0,1 0-1 0 0,0 0 1 0 0,0 1-1 0 0,1-1 1 0 0,0 1 0 0 0,0 0-1 0 0,1-1 1 0 0,0 1-1 0 0,0 0 1 0 0,1 15-1 0 0,0-23-76 0 0,-1 5 40 0 0,3 2-4 0 0,-1-3-37 0 0,-1 0 4 0 0,1 1 0 0 0,0-1 0 0 0,0 0 1 0 0,0 0-1 0 0,1 0 0 0 0,0 0 1 0 0,-1 0-1 0 0,1-1 0 0 0,1 1 0 0 0,-1 0 1 0 0,5 5-1 0 0,-2-5-65 0 0,1 0 0 0 0,-1-1 0 0 0,1 1 0 0 0,-1-1 0 0 0,1-1-1 0 0,0 1 1 0 0,0-1 0 0 0,1 0 0 0 0,8 2 0 0 0,-10-4-57 0 0,1-1 11 0 0,0 0 100 0 0,0 0 0 0 0,0-1 0 0 0,0 0 0 0 0,0 0 0 0 0,0 0 0 0 0,-1-1-1 0 0,1 1 1 0 0,-1-1 0 0 0,0-1 0 0 0,1 1 0 0 0,-2-1 0 0 0,1 0-1 0 0,0 0 1 0 0,-1 0 0 0 0,0-1 0 0 0,0 1 0 0 0,0-1 0 0 0,0 0-1 0 0,-1 0 1 0 0,0-1 0 0 0,0 1 0 0 0,4-11 0 0 0,-5 12 8 0 0,5-19 32 0 0,-4-13-38 0 0,-5 28-12 0 0,0 2-2 0 0,1 2-73 0 0,0 0-1 0 0,0-1 1 0 0,-1 1 0 0 0,1 0-1 0 0,-1 0 1 0 0,0 0 0 0 0,0 0-1 0 0,0 0 1 0 0,-1 0 0 0 0,1 1-1 0 0,-1-1 1 0 0,0 1 0 0 0,0-1-1 0 0,0 1 1 0 0,-1 0 0 0 0,1 0-1 0 0,-1 1 1 0 0,0-1 0 0 0,-6-3-1 0 0,-9-1-437 0 0,14 6-220 0 0,-2 1-320 0 0,-1-1 596 0 0,-8 0-62 0 0,-4 6-2582 0 0,-11 5-1374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4:17.0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13 4480 0 0,'0'0'1595'0'0,"-2"-3"-245"0"0,2 2-1193 0 0,0 1 0 0 0,0-1 0 0 0,-1 1 0 0 0,1-1 0 0 0,0 1 0 0 0,0-1 0 0 0,-1 1-1 0 0,1 0 1 0 0,0-1 0 0 0,0 1 0 0 0,-1-1 0 0 0,1 1 0 0 0,-1 0 0 0 0,1-1 0 0 0,0 1 0 0 0,-1 0-1 0 0,1-1 1 0 0,-1 1 0 0 0,1 0 0 0 0,-1 0 0 0 0,1-1 0 0 0,-1 1 0 0 0,1 0 0 0 0,-1 0-1 0 0,1 0 1 0 0,-1 0 0 0 0,1-1 0 0 0,-1 1 0 0 0,1 0 0 0 0,-2 0 0 0 0,-1 16 731 0 0,7 29-1163 0 0,37 163-410 0 0,18 112-4387 0 0,-50-252 2453 0 0,-1-7-1867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4:17.5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53 3576 0 0,'0'-4'1705'0'0,"-3"-15"-276"0"0,3 14 1570 0 0,-5-15-1916 0 0,5 16 4 0 0,0 9-932 0 0,71 264-672 0 0,-65-246-16 0 0,1-7 154 0 0,-2-5-116 0 0,36 56-4115 0 0,-39-64 2584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4:18.3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50 151 2828 0 0,'-1'-4'1266'0'0,"-4"-12"-172"0"0,4 12 551 0 0,-1 0-959 0 0,2 4-622 0 0,0-1 0 0 0,0 0 0 0 0,0 1 1 0 0,0-1-1 0 0,-1 1 0 0 0,1-1 0 0 0,0 1 0 0 0,0-1 0 0 0,-1 1 0 0 0,1-1 0 0 0,0 1 0 0 0,-1-1 0 0 0,1 1 0 0 0,0 0 0 0 0,-1-1 0 0 0,1 1 0 0 0,-1-1 0 0 0,1 1 0 0 0,-1 0 0 0 0,1-1 0 0 0,-1 1 0 0 0,1 0 0 0 0,-1 0 0 0 0,1-1 0 0 0,-1 1 0 0 0,1 0 0 0 0,-1 0 0 0 0,0 0 0 0 0,-13 8 854 0 0,13-8-1013 0 0,-3 3 307 0 0,-1 17 15 0 0,3-15-173 0 0,1 0 109 0 0,0 1-18 0 0,1 0-108 0 0,-1 2 11 0 0,1 0 0 0 0,0 0 0 0 0,0 0 0 0 0,1 0-1 0 0,0 1 1 0 0,0-2 0 0 0,1 1 0 0 0,0 0 0 0 0,0 0-1 0 0,1 0 1 0 0,6 14 0 0 0,12 9-80 0 0,-17-27 16 0 0,-1-1 21 0 0,1 0 2 0 0,12 9-15 0 0,-12-9-16 0 0,1-1-24 0 0,12 4 4 0 0,-13-4 12 0 0,2-2 1 0 0,16 0 25 0 0,-16 0 21 0 0,-2-2 4 0 0,15-7 14 0 0,-14 7 4 0 0,-3-2 5 0 0,6-11-2 0 0,-7 11-29 0 0,0 1-1 0 0,0-1 0 0 0,-1 1 0 0 0,1-1 0 0 0,-1 1 0 0 0,0-1 1 0 0,0 0-1 0 0,0 1 0 0 0,0-1 0 0 0,0 1 0 0 0,-2-7 1 0 0,1 4 6 0 0,-3-7-1 0 0,0 0-1 0 0,0 0 1 0 0,-2 0-1 0 0,1 1 1 0 0,-1 0-1 0 0,-13-18 0 0 0,17 27-17 0 0,-1-1-22 0 0,-7-11-91 0 0,7 11 36 0 0,1 1-173 0 0,2 2 124 0 0,-1 0 0 0 0,1 0 0 0 0,-1 0 0 0 0,1 0 0 0 0,-1 1-1 0 0,1-1 1 0 0,-1 0 0 0 0,1 0 0 0 0,0 0 0 0 0,-1 0 0 0 0,1 0 0 0 0,0-1-1 0 0,0 1 1 0 0,0-2 0 0 0,0 2 54 0 0,1 1 0 0 0,-1-1 0 0 0,1 0 0 0 0,-1 0 0 0 0,1 0 0 0 0,-1 0 0 0 0,1 1 0 0 0,0-1 0 0 0,-1 0 0 0 0,1 1 0 0 0,0-1 0 0 0,0 0 0 0 0,0 1 0 0 0,-1-1 0 0 0,1 1 0 0 0,0-1 0 0 0,0 1 0 0 0,0 0 0 0 0,0-1 0 0 0,0 1-1 0 0,0 0 1 0 0,0-1 0 0 0,0 1 0 0 0,0 0 0 0 0,1 0 0 0 0,19-4-310 0 0,-15 3 52 0 0,0-1 38 0 0,18-3 541 0 0,1-2 1 0 0,-1 0 0 0 0,0-2 0 0 0,33-17 0 0 0,-53 24 129 0 0,-3 2-328 0 0,0 0 0 0 0,0-1 0 0 0,1 1 0 0 0,-1-1 0 0 0,0 1-1 0 0,0-1 1 0 0,1 1 0 0 0,-1-1 0 0 0,0 0 0 0 0,0 0 0 0 0,0 1-1 0 0,2-3 1 0 0,-1 1 56 0 0,1 0 576 0 0,0 0-391 0 0,10-5-35 0 0,-10 5 784 0 0,-3 7-951 0 0,-1 6 9 0 0,0-1 1 0 0,-1 1-1 0 0,-1-1 1 0 0,-7 19-1 0 0,5-14 22 0 0,0 1 1 0 0,1-1-1 0 0,-3 29 0 0 0,4-23-43 0 0,3-15 74 0 0,0 0-101 0 0,7 37-32 0 0,-4-36-15 0 0,1-2-2 0 0,-3-2-15 0 0,0-1 1 0 0,1 1-1 0 0,0 0 0 0 0,0-1 1 0 0,0 0-1 0 0,0 1 0 0 0,0-1 1 0 0,0 0-1 0 0,0 0 0 0 0,1 0 1 0 0,-1 0-1 0 0,1 0 0 0 0,3 1 1 0 0,-4-1-35 0 0,2 0-158 0 0,1-1-11 0 0,18 5-7 0 0,-18-5 2 0 0,2-2 13 0 0,6 0 68 0 0,1-1 0 0 0,-1-1 0 0 0,21-6 0 0 0,-28 6 134 0 0,-1 1 1 0 0,1-1-1 0 0,-1 0 1 0 0,1 0-1 0 0,-1 0 1 0 0,0-1 0 0 0,-1 0-1 0 0,1 0 1 0 0,0 0-1 0 0,-1-1 1 0 0,7-9 0 0 0,17-29 163 0 0,-27 40-156 0 0,0-1 1 0 0,0 1 0 0 0,0 0 0 0 0,0 0-1 0 0,-1-1 1 0 0,1 1 0 0 0,-1 0 0 0 0,0-1-1 0 0,0 1 1 0 0,0-1 0 0 0,-1 1 0 0 0,1 0-1 0 0,-1-4 1 0 0,0 1-11 0 0,0 1-53 0 0,0 0-1 0 0,-1 0 1 0 0,1 1-1 0 0,-1-1 1 0 0,0 0-1 0 0,-1 1 0 0 0,1 0 1 0 0,-4-6-1 0 0,3 5-22 0 0,1 3-52 0 0,0 0 0 0 0,-1-1 1 0 0,1 1-1 0 0,0 0 0 0 0,-1 0 0 0 0,0 1 0 0 0,1-1 0 0 0,-1 0 0 0 0,0 1 0 0 0,0-1 0 0 0,0 1 0 0 0,0 0 1 0 0,0 0-1 0 0,0 0 0 0 0,-6 0 0 0 0,7 0 9 0 0,1 1 13 0 0,-1-1-28 0 0,0 1 1 0 0,0-1 0 0 0,0 0 0 0 0,0 1 0 0 0,0 0-1 0 0,0-1 1 0 0,0 1 0 0 0,0 0 0 0 0,0 0-1 0 0,0 0 1 0 0,0 0 0 0 0,0 0 0 0 0,0 1-1 0 0,-3 0 1 0 0,-7 1-1820 0 0,-17 4-1392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4:21.4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1 3612 0 0,'0'0'5145'0'0,"-7"32"-4341"0"0,16 19-532 0 0,-2-18-84 0 0,3 6-20 0 0,1 4-16 0 0,1 1-56 0 0,0 3-32 0 0,-1 2-176 0 0,1 2-152 0 0,-2 1-304 0 0,3 2-408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4:22.0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127 162 3368 0 0,'0'0'1126'0'0,"-2"-4"-171"0"0,-5-11-204 0 0,5 11-157 0 0,1 0-73 0 0,-16-68 1476 0 0,16 68-1719 0 0,2 0-37 0 0,13-39 716 0 0,-11 39-696 0 0,19-4 142 0 0,-22 8-395 0 0,1 1 0 0 0,-1-1-1 0 0,0 1 1 0 0,0-1-1 0 0,0 0 1 0 0,0 1-1 0 0,0-1 1 0 0,1 0-1 0 0,-1 1 1 0 0,0-1 0 0 0,0 1-1 0 0,1-1 1 0 0,-1 0-1 0 0,0 0 1 0 0,0 1-1 0 0,1-1 1 0 0,-1 0-1 0 0,0 1 1 0 0,1-1 0 0 0,-1 0-1 0 0,0 0 1 0 0,1 0-1 0 0,-1 0 1 0 0,0 1-1 0 0,2-1 1 0 0,12 12 189 0 0,-9-2-145 0 0,0 0 0 0 0,-1-1 0 0 0,0 1 0 0 0,-1 1 1 0 0,0-1-1 0 0,0 0 0 0 0,-1 1 0 0 0,1 21 0 0 0,-2-14-32 0 0,-1 0 0 0 0,-1 0 0 0 0,0 0 0 0 0,-1 0 0 0 0,-5 18 0 0 0,2-19-39 0 0,-1-1 0 0 0,-1 1 1 0 0,0-1-1 0 0,-1 0 0 0 0,-1-1 0 0 0,0 0 0 0 0,-1 0 0 0 0,0-1 0 0 0,-14 13 0 0 0,21-24 20 0 0,2-2 6 0 0,-1-1 0 0 0,1 0-1 0 0,-1 1 1 0 0,1-1 0 0 0,0 1 0 0 0,-1 0 0 0 0,1-1-1 0 0,0 1 1 0 0,-1 0 0 0 0,1 0 0 0 0,0 0-1 0 0,-2 2 1 0 0,0-1 9 0 0,-1 0 76 0 0,-1-2-120 0 0,-20 2-117 0 0,22-6 198 0 0,-11-11-10 0 0,11 11-15 0 0,1-1-14 0 0,0-7-6 0 0,1 0 1 0 0,0 0-1 0 0,1 0 1 0 0,0-1 0 0 0,3-13-1 0 0,-2 21 11 0 0,-1 4-17 0 0,0 0 0 0 0,1 0 0 0 0,-1 0 0 0 0,0 0 0 0 0,1 0 0 0 0,-1 0 0 0 0,1 0 0 0 0,-1 0 0 0 0,1 0 0 0 0,0 0 0 0 0,-1 1 0 0 0,1-1 0 0 0,0 0 0 0 0,0 0 1 0 0,-1 1-1 0 0,1-1 0 0 0,0 0 0 0 0,0 1 0 0 0,0-1 0 0 0,0 1 0 0 0,0-1 0 0 0,1 0 0 0 0,17-6 50 0 0,-18 7-45 0 0,3-2 49 0 0,1 4-3 0 0,2-1-35 0 0,41 19 89 0 0,13 7-112 0 0,-47-20-366 0 0,0-1 0 0 0,0-1-1 0 0,0 0 1 0 0,0-1 0 0 0,1-1-1 0 0,0 0 1 0 0,-1-1 0 0 0,1-1-1 0 0,0 0 1 0 0,0-1 0 0 0,0 0-1 0 0,0-1 1 0 0,0-1 0 0 0,26-7-1 0 0,-32 9 161 0 0,-6-1 103 0 0,1 1-1 0 0,-1-1 1 0 0,0 1 0 0 0,1-1 0 0 0,-1 0 0 0 0,0 0-1 0 0,0 0 1 0 0,0-1 0 0 0,6-2 0 0 0,-3 1-92 0 0,2 0-288 0 0,-1 0 0 0 0,1-1 0 0 0,-1 0 0 0 0,0 0 0 0 0,-1-1 0 0 0,12-8 0 0 0,6-11-1806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4:22.7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172 158 2184 0 0,'1'-23'934'0'0,"0"18"-235"0"0,-2-1 102 0 0,-12-43 1651 0 0,11 45-2016 0 0,2 4-415 0 0,-1-1 1 0 0,1 1-1 0 0,0-1 0 0 0,0 1 0 0 0,0 0 1 0 0,-1-1-1 0 0,1 1 0 0 0,0-1 0 0 0,-1 1 1 0 0,1 0-1 0 0,-1-1 0 0 0,1 1 0 0 0,0 0 1 0 0,-1-1-1 0 0,1 1 0 0 0,-1 0 0 0 0,1 0 1 0 0,-1-1-1 0 0,1 1 0 0 0,-1 0 0 0 0,1 0 1 0 0,0 0-1 0 0,-1 0 0 0 0,0 0 0 0 0,-10-7 837 0 0,5 8-585 0 0,1 0-193 0 0,0 0 0 0 0,-1 0 1 0 0,1 1-1 0 0,0-1 0 0 0,0 2 0 0 0,0-1 0 0 0,0 0 0 0 0,1 1 0 0 0,-1 0 0 0 0,1 0 1 0 0,-1 0-1 0 0,1 1 0 0 0,0-1 0 0 0,0 1 0 0 0,-5 6 0 0 0,1 4 17 0 0,0 0-1 0 0,1 0 0 0 0,1 0 1 0 0,0 1-1 0 0,0 0 1 0 0,-2 17-1 0 0,7-27-49 0 0,1 1-17 0 0,0 20 10 0 0,0-19-6 0 0,2-2 2 0 0,5 16-29 0 0,-6-16-46 0 0,3-2-15 0 0,10 10-8 0 0,-11-9 8 0 0,2-3 5 0 0,12 6 2 0 0,-13-5 11 0 0,1-3 26 0 0,15 0 30 0 0,-15 1-7 0 0,0-2 18 0 0,1-1 23 0 0,0 1 0 0 0,0-1 0 0 0,-1 0 0 0 0,1 0 0 0 0,-1-1 0 0 0,0 1 0 0 0,0-1 1 0 0,0-1-1 0 0,-1 1 0 0 0,0-1 0 0 0,1 1 0 0 0,3-7 0 0 0,18-43 377 0 0,-23 42-296 0 0,0 0-1 0 0,-1 0 0 0 0,0 0 1 0 0,-1-1-1 0 0,0 1 0 0 0,-2-21 1 0 0,1 26-33 0 0,-3 3-25 0 0,1 0-69 0 0,0 1 1 0 0,0-1-1 0 0,-1 1 0 0 0,1-1 1 0 0,-1 1-1 0 0,0 0 0 0 0,0 0 1 0 0,-7-4-1 0 0,6 4-72 0 0,-1 4-154 0 0,-23 0-185 0 0,27-1 354 0 0,1 0 0 0 0,-1 0 0 0 0,0 1 0 0 0,1-1 0 0 0,-1 0 0 0 0,0 0 1 0 0,1 0-1 0 0,-1 1 0 0 0,0-1 0 0 0,1 0 0 0 0,-1 1 0 0 0,1-1 0 0 0,-1 1 0 0 0,0-1 0 0 0,1 0 0 0 0,-1 1 0 0 0,1-1 1 0 0,-1 1-1 0 0,1 0 0 0 0,0-1 0 0 0,-1 1 0 0 0,1-1 0 0 0,0 1 0 0 0,-1 0 0 0 0,1-1 0 0 0,0 1 0 0 0,0-1 1 0 0,-1 1-1 0 0,1 0 0 0 0,0 0 0 0 0,0-1 0 0 0,0 1 0 0 0,0 1 0 0 0,0 17-911 0 0,0-19 1046 0 0,1 5-607 0 0,3-2-57 0 0,4 1 126 0 0,0-1 1 0 0,0 1-1 0 0,0-2 0 0 0,0 1 0 0 0,0-1 0 0 0,1 0 0 0 0,-1 0 1 0 0,12-1-1 0 0,-7 0 227 0 0,1-2 1 0 0,-1 0 0 0 0,0 0-1 0 0,0-1 1 0 0,-1-1 0 0 0,19-6 0 0 0,-15 3 951 0 0,1-1 0 0 0,-2 0 1 0 0,1-1-1 0 0,22-16 1 0 0,-34 22-180 0 0,-1-1 14 0 0,13-9-14 0 0,-13 9 382 0 0,10-11 880 0 0,-20 23-1730 0 0,0-1 1 0 0,0 2-1 0 0,1-1 0 0 0,0 1 1 0 0,0 0-1 0 0,1 0 0 0 0,1 1 1 0 0,0-1-1 0 0,0 1 0 0 0,1 0 1 0 0,0 0-1 0 0,-1 17 0 0 0,3-23-57 0 0,2 1 27 0 0,1 5-18 0 0,0 0-1 0 0,1-1 0 0 0,1 1 1 0 0,-1-1-1 0 0,8 12 1 0 0,-9-18-35 0 0,3-1 15 0 0,1 0 55 0 0,2 1 1 0 0,-1-2 0 0 0,0 1-1 0 0,1-1 1 0 0,-1 0-1 0 0,1-1 1 0 0,-1 1-1 0 0,15-1 1 0 0,-16-1 243 0 0,-1-3-65 0 0,3 0-106 0 0,0-1 0 0 0,0-1 0 0 0,0 1 0 0 0,-1-1 0 0 0,11-10-1 0 0,-15 12-152 0 0,0 0-1 0 0,-1 0 0 0 0,1 0 0 0 0,-1 0 1 0 0,0 0-1 0 0,0 0 0 0 0,0-1 0 0 0,0 1 1 0 0,-1-1-1 0 0,1 0 0 0 0,-1 1 1 0 0,0-1-1 0 0,0 0 0 0 0,-1 0 0 0 0,1 0 1 0 0,-1 0-1 0 0,1 0 0 0 0,-2-5 0 0 0,1 2-213 0 0,-1-1 0 0 0,0 0 1 0 0,-1 1-1 0 0,0-1 0 0 0,0 1 0 0 0,0 0 0 0 0,-1 0 0 0 0,-1 0 0 0 0,1 0 0 0 0,-1 0 0 0 0,0 0 0 0 0,0 1 0 0 0,-1 0 0 0 0,0 0 1 0 0,-7-7-1 0 0,5 6-420 0 0,0 2 0 0 0,0-1 0 0 0,0 1 1 0 0,-1 0-1 0 0,0 1 0 0 0,0 0 0 0 0,0 0 1 0 0,-15-5-1 0 0,-17-1-4359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4:25.8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29 342 2512 0 0,'-28'8'7127'0'0,"33"-11"-6745"0"0,59-26 57 0 0,98-29 0 0 0,-50 19-307 0 0,172-73-1127 0 0,-101 28-4310 0 0,-136 59 614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4:26.5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 1 3308 0 0,'0'0'2269'0'0,"-4"1"-1440"0"0,1 0-653 0 0,-1 1 1 0 0,1-1-1 0 0,-1 1 1 0 0,1 0-1 0 0,0 0 1 0 0,0 0-1 0 0,0 1 1 0 0,0-1-1 0 0,0 1 1 0 0,0 0-1 0 0,1 0 1 0 0,-1 0-1 0 0,1 0 1 0 0,0 0-1 0 0,0 0 1 0 0,0 0-1 0 0,0 1 1 0 0,0-1-1 0 0,1 1 1 0 0,0-1-1 0 0,0 1 0 0 0,-1 5 1 0 0,0-5 254 0 0,3 2-277 0 0,3 17-56 0 0,-3-17 50 0 0,1-2-2 0 0,3 1-91 0 0,0 1 1 0 0,0-1-1 0 0,0 0 1 0 0,0 0-1 0 0,1 0 1 0 0,0-1-1 0 0,0 0 1 0 0,0 0-1 0 0,13 5 1 0 0,65 25 71 0 0,-75-31-122 0 0,0 0 23 0 0,1 1-1 0 0,-1 0 1 0 0,0 1 0 0 0,0 0-1 0 0,-1 0 1 0 0,1 1-1 0 0,-1 0 1 0 0,0 0 0 0 0,-1 1-1 0 0,0 0 1 0 0,10 12-1 0 0,-15-16 83 0 0,1 2-1 0 0,13 45 359 0 0,-15-44-387 0 0,-3 0-12 0 0,0 1-61 0 0,1 0 0 0 0,-2 0 0 0 0,1 0 0 0 0,-1 0 0 0 0,-1 0 0 0 0,1-1 0 0 0,-1 1 0 0 0,0-1 0 0 0,0 0 0 0 0,-11 11 0 0 0,-2-4-959 0 0,-37 19 1 0 0,49-30 326 0 0,0-1-106 0 0,-19 5-133 0 0,19-5-72 0 0,0-2-102 0 0,-15-2-227 0 0,15 2-959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4:26.9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1 295 1680 0 0,'2'-6'922'0'0,"8"-12"-490"0"0,0 1 1 0 0,1-1 0 0 0,1 2 0 0 0,1-1 0 0 0,0 2 0 0 0,1 0-1 0 0,0 0 1 0 0,21-14 0 0 0,-10 9-96 0 0,0 2 0 0 0,2 1 0 0 0,0 1 0 0 0,49-21-1 0 0,-52 28-173 0 0,-20 7-69 0 0,1 3 21 0 0,17 0 77 0 0,-16-1 75 0 0,-3 3-78 0 0,10 6-48 0 0,-10-6-27 0 0,-1 0-58 0 0,0 0 1 0 0,0 0-1 0 0,0 1 0 0 0,-1-1 0 0 0,1 1 0 0 0,-1-1 0 0 0,0 1 1 0 0,0-1-1 0 0,1 6 0 0 0,6 45 408 0 0,-3-22-433 0 0,-3-22-12 0 0,0 0-1 0 0,0-1 1 0 0,1 1-1 0 0,0 0 1 0 0,0-1 0 0 0,1 0-1 0 0,1 0 1 0 0,0 0-1 0 0,0 0 1 0 0,0-1 0 0 0,8 9-1 0 0,-10-14 12 0 0,9 2-8 0 0,-11-5-23 0 0,0 1 0 0 0,0-1 0 0 0,0 1 0 0 0,-1-1 0 0 0,1 1 0 0 0,0-1 1 0 0,0 1-1 0 0,0-1 0 0 0,0 0 0 0 0,0 1 0 0 0,0-1 0 0 0,0 0 0 0 0,0 0 0 0 0,0 0 0 0 0,0 0 0 0 0,0 0 1 0 0,0 0-1 0 0,0 0 0 0 0,0 0 0 0 0,1-1 0 0 0,3 1 0 0 0,0 0 0 0 0,1-1 0 0 0,-1 0-1 0 0,0 0 1 0 0,-1 0 0 0 0,1-1 0 0 0,0 1 0 0 0,0-1 0 0 0,0 0 0 0 0,-1-1 0 0 0,0 1-1 0 0,1-1 1 0 0,-1 0 0 0 0,0 0 0 0 0,0 0 0 0 0,0-1 0 0 0,-1 1 0 0 0,1-1 0 0 0,-1 0-1 0 0,0 0 1 0 0,0 0 0 0 0,5-9 0 0 0,-6 9-10 0 0,-1-13 20 0 0,0 13-55 0 0,-1-1 0 0 0,0 1 0 0 0,1 0 0 0 0,-2-1 0 0 0,1 1 0 0 0,0 0 0 0 0,-1 0 0 0 0,0-1 0 0 0,0 1 1 0 0,0 0-1 0 0,-3-7 0 0 0,0 2-143 0 0,2 3 2 0 0,0 0 1 0 0,-1-1 0 0 0,0 1 0 0 0,0 0 0 0 0,0 0-1 0 0,-1 1 1 0 0,0-1 0 0 0,0 1 0 0 0,-7-7 0 0 0,4 5-266 0 0,-24-21-453 0 0,1 10-2526 0 0,2 6 120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4:27.8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12 293 3492 0 0,'0'0'2233'0'0,"-3"2"-1405"0"0,-5 3 1912 0 0,29-10-2179 0 0,34-13-605 0 0,25-12-648 0 0,139-77-1 0 0,-39-10-4740 0 0,-151 94 2481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4:28.3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69 3636 0 0,'-31'-50'4122'0'0,"29"46"-3171"0"0,-1 0-172 0 0,3 4-690 0 0,0-1 0 0 0,0 1-1 0 0,-1-1 1 0 0,1 0 0 0 0,0 1-1 0 0,0-1 1 0 0,-1 1 0 0 0,1-1-1 0 0,0 1 1 0 0,-1 0 0 0 0,1-1-1 0 0,0 1 1 0 0,-1-1 0 0 0,1 1-1 0 0,-1 0 1 0 0,1-1 0 0 0,0 1-1 0 0,-1 0 1 0 0,1-1 0 0 0,-1 1-1 0 0,1 0 1 0 0,-1 0 0 0 0,1-1-1 0 0,-1 1 1 0 0,0 0 0 0 0,1 0-1 0 0,-2 0 1 0 0,0 17 825 0 0,1-15-896 0 0,1 0 1 0 0,0 0 0 0 0,0 0 0 0 0,1 0 0 0 0,-1 0 0 0 0,0 0 0 0 0,1 0 0 0 0,-1 0 0 0 0,1 0 0 0 0,-1 0 0 0 0,1 0 0 0 0,0 0 0 0 0,0 0 0 0 0,2 3-1 0 0,2 3 28 0 0,152 361-1233 0 0,-151-358 607 0 0,0-1 0 0 0,1-1 0 0 0,0 1 0 0 0,0-1 0 0 0,12 11 0 0 0,-17-18-335 0 0,4-1-1251 0 0,15 1 155 0 0,-16-1-1404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4:29.0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13 334 2484 0 0,'0'-5'1203'0'0,"-3"-48"2118"0"0,2 47-2020 0 0,1 1-954 0 0,-4-9 589 0 0,2 13-291 0 0,-1 24 2 0 0,3 30-297 0 0,1-30-207 0 0,3 5-41 0 0,-2-15-44 0 0,-1-5-44 0 0,0 0-1 0 0,1 0 1 0 0,-1 0 0 0 0,1 0 0 0 0,1 0 0 0 0,0-1 0 0 0,0 1 0 0 0,0-1-1 0 0,1 1 1 0 0,0-1 0 0 0,5 7 0 0 0,2-3-15 0 0,-10-10-13 0 0,0 0 0 0 0,1 1 0 0 0,-1-1 0 0 0,1 0 0 0 0,-1 0 0 0 0,1 1 0 0 0,0-1 0 0 0,-1 0 0 0 0,1-1 1 0 0,0 1-1 0 0,-1 0 0 0 0,1 0 0 0 0,0-1 0 0 0,0 1 0 0 0,3-1 0 0 0,0 0-10 0 0,0 0-1 0 0,0-1 1 0 0,0 1-1 0 0,0-1 1 0 0,0 0-1 0 0,-1-1 1 0 0,1 1-1 0 0,0-1 1 0 0,0 0-1 0 0,-1 0 1 0 0,0-1-1 0 0,1 1 1 0 0,-1-1-1 0 0,0 0 1 0 0,6-6-1 0 0,-7 5-6 0 0,-1 0 8 0 0,2-15 4 0 0,-3 15 7 0 0,-1-2 10 0 0,-3-5 51 0 0,0 1 0 0 0,-1 0 0 0 0,0-1 1 0 0,0 2-1 0 0,-1-1 0 0 0,0 0 1 0 0,-1 1-1 0 0,-7-10 0 0 0,5 8 53 0 0,5 8-98 0 0,1 0-1 0 0,-1-1 1 0 0,1 1-1 0 0,0-1 1 0 0,0 0-1 0 0,0 0 1 0 0,-2-7-1 0 0,4 9-21 0 0,0 0 1 0 0,0 0-1 0 0,0 0 1 0 0,0 0-1 0 0,0-1 0 0 0,0 1 1 0 0,1 0-1 0 0,-1 0 0 0 0,1 0 1 0 0,-1 0-1 0 0,1 0 0 0 0,0 0 1 0 0,0 0-1 0 0,0 0 1 0 0,0 0-1 0 0,0 1 0 0 0,0-1 1 0 0,0 0-1 0 0,1 1 0 0 0,-1-1 1 0 0,3-1-1 0 0,13-14-198 0 0,0 1 1 0 0,2 1-1 0 0,0 1 0 0 0,27-16 1 0 0,90-41-487 0 0,-109 57 621 0 0,-23 12 55 0 0,1 1 26 0 0,12-2 112 0 0,-12 2 264 0 0,-3 5-176 0 0,0-1-146 0 0,0 0-1 0 0,-1 0 0 0 0,1 0 0 0 0,-1 0 1 0 0,0 1-1 0 0,0-1 0 0 0,0 0 1 0 0,0 1-1 0 0,0-1 0 0 0,-1 1 1 0 0,0-1-1 0 0,0 1 0 0 0,0-1 0 0 0,0 1 1 0 0,0-1-1 0 0,-1 1 0 0 0,0 3 1 0 0,-6 50 306 0 0,6-50-341 0 0,0-1 1 0 0,0 0-1 0 0,1 1 1 0 0,0-1 0 0 0,1 1-1 0 0,-1-1 1 0 0,1 1-1 0 0,0-1 1 0 0,1 0 0 0 0,0 0-1 0 0,0 1 1 0 0,0-1-1 0 0,0 0 1 0 0,1-1-1 0 0,0 1 1 0 0,1 0 0 0 0,-1-1-1 0 0,6 7 1 0 0,-6-10-57 0 0,-1 1-1 0 0,1-1 1 0 0,-1 0 0 0 0,1 0 0 0 0,0 0-1 0 0,0 0 1 0 0,0 0 0 0 0,0-1 0 0 0,1 1 0 0 0,-1-1-1 0 0,0 0 1 0 0,0 0 0 0 0,1 0 0 0 0,4 0 0 0 0,-5 0 8 0 0,2 0-63 0 0,0-1 0 0 0,0 1 1 0 0,1-1-1 0 0,-1 0 0 0 0,0 0 0 0 0,1 0 1 0 0,-1-1-1 0 0,0 0 0 0 0,10-2 0 0 0,-11 1 59 0 0,9 0-136 0 0,-11 2 156 0 0,0 0 0 0 0,0 0 0 0 0,0-1 0 0 0,0 1-1 0 0,0-1 1 0 0,0 0 0 0 0,0 0 0 0 0,0 1 0 0 0,0-1 0 0 0,-1 0-1 0 0,4-3 1 0 0,7-3-122 0 0,-4 3 164 0 0,-1-1 0 0 0,1-1-1 0 0,-1 1 1 0 0,0-1 0 0 0,-1 0-1 0 0,1-1 1 0 0,6-8 0 0 0,-11 12 15 0 0,1-1 1 0 0,-1 0-1 0 0,0 0 1 0 0,-1 0-1 0 0,1 0 1 0 0,0 0-1 0 0,-1 0 1 0 0,0 0-1 0 0,0-1 0 0 0,-1 1 1 0 0,1 0-1 0 0,-1 0 1 0 0,0-1-1 0 0,0 1 1 0 0,0-1-1 0 0,0 1 1 0 0,-1 0-1 0 0,0 0 1 0 0,0-1-1 0 0,-2-4 1 0 0,-1-3-116 0 0,-1 0 1 0 0,0 1 0 0 0,-1 0 0 0 0,-1 0 0 0 0,1 1 0 0 0,-2-1-1 0 0,1 1 1 0 0,-2 1 0 0 0,1 0 0 0 0,-1 0 0 0 0,-1 0 0 0 0,1 1-1 0 0,-1 1 1 0 0,-1-1 0 0 0,-20-9 0 0 0,29 15-76 0 0,-1 1 1 0 0,0 0 0 0 0,0 0-1 0 0,1 0 1 0 0,-1 0-1 0 0,0 1 1 0 0,0-1 0 0 0,0 1-1 0 0,-4 0 1 0 0,-1-1-203 0 0,5 0 128 0 0,1 1 1 0 0,-1-1-1 0 0,1 1 1 0 0,0 0-1 0 0,-1-1 1 0 0,1 1-1 0 0,-1 0 1 0 0,1 0-1 0 0,-1 1 1 0 0,1-1-1 0 0,0 0 1 0 0,-3 2-1 0 0,-2-1-695 0 0,0 0-3193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4:29.9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54 454 3304 0 0,'-5'1'1189'0'0,"-7"2"-968"0"0,-20 4 4088 0 0,32-6-4274 0 0,0-1-1 0 0,0 0 1 0 0,0 0-1 0 0,0 0 0 0 0,0 0 1 0 0,-1 0-1 0 0,1 0 1 0 0,0 0-1 0 0,0 0 0 0 0,0 0 1 0 0,0 0-1 0 0,-1-1 1 0 0,1 1-1 0 0,0 0 0 0 0,0 0 1 0 0,0 0-1 0 0,0 0 0 0 0,0 0 1 0 0,0 0-1 0 0,-1 0 1 0 0,1 0-1 0 0,0 0 0 0 0,0 0 1 0 0,0 0-1 0 0,0-1 1 0 0,0 1-1 0 0,0 0 0 0 0,0 0 1 0 0,-1 0-1 0 0,1 0 1 0 0,0 0-1 0 0,0 0 0 0 0,0-1 1 0 0,0 1-1 0 0,0 0 0 0 0,0 0 1 0 0,0 0-1 0 0,0 0 1 0 0,0 0-1 0 0,0-1 0 0 0,0 1 1 0 0,0 0-1 0 0,0 0 1 0 0,0 0-1 0 0,0 0 0 0 0,0 0 1 0 0,0-1-1 0 0,0 1 1 0 0,0 0-1 0 0,0 0 0 0 0,14-16-225 0 0,3 2 243 0 0,0 2 1 0 0,2 0 0 0 0,0 1-1 0 0,0 0 1 0 0,27-9 0 0 0,4-4 4 0 0,292-157-485 0 0,-124 43-5909 0 0,-189 116 2183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4:30.4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48 3544 0 0,'-14'-38'3570'0'0,"12"29"-318"0"0,14 29-2412 0 0,86 209-72 0 0,-27-55-1700 0 0,-59-149 72 0 0,-10-21 193 0 0,1-1-177 0 0,6 8 218 0 0,-3-7-3405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4:30.9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31 2368 0 0,'-7'-31'7642'0'0,"8"36"-7441"0"0,3 18 312 0 0,1-21-341 0 0,43 10 151 0 0,-43-11-225 0 0,2-2-2 0 0,155-21 589 0 0,-140 18-583 0 0,-17 3-64 0 0,0 1-4 0 0,19-2-1 0 0,-19 2 3 0 0,1 3 17 0 0,-2-2-48 0 0,-1 1 14 0 0,1-1 1 0 0,0 1-1 0 0,-1 0 0 0 0,1 0 1 0 0,-1 0-1 0 0,0 0 0 0 0,0 1 0 0 0,0-1 1 0 0,0 1-1 0 0,0 0 0 0 0,-1 0 1 0 0,1 0-1 0 0,2 4 0 0 0,21 46 18 0 0,-23-44-13 0 0,0 0 0 0 0,-1 0-1 0 0,0 0 1 0 0,-1 0 0 0 0,0 1-1 0 0,0-1 1 0 0,-1 0 0 0 0,0 0-1 0 0,-1 1 1 0 0,0-1 0 0 0,0 0-1 0 0,-1 0 1 0 0,-1 0 0 0 0,1 0-1 0 0,-1 0 1 0 0,-7 13 0 0 0,6-14-318 0 0,0-1 1 0 0,-1 1 0 0 0,0-1 0 0 0,-1-1 0 0 0,0 1 0 0 0,0-1 0 0 0,0 1 0 0 0,0-2 0 0 0,-1 1-1 0 0,0-1 1 0 0,-1 0 0 0 0,-14 7 0 0 0,18-9-802 0 0,4-3 1028 0 0,-1 0 0 0 0,1 1 0 0 0,-1-1 0 0 0,1 0 0 0 0,-1 1 0 0 0,1-1 1 0 0,-1 0-1 0 0,1 0 0 0 0,-1 1 0 0 0,1-1 0 0 0,-1 0 0 0 0,1 0 0 0 0,-1 0 0 0 0,0 0 0 0 0,1 0 0 0 0,-1 0 0 0 0,1 0 0 0 0,-1 0 0 0 0,1 0 0 0 0,-1 0 0 0 0,0 0 0 0 0,1 0 0 0 0,-1 0 0 0 0,1 0 0 0 0,-1-1 0 0 0,0 1-43 0 0,1 0 0 0 0,-1 0 1 0 0,0-1-1 0 0,1 1 1 0 0,-1 0-1 0 0,1 0 0 0 0,-1 0 1 0 0,0 0-1 0 0,1 0 0 0 0,-1 0 1 0 0,1 0-1 0 0,-1 0 0 0 0,0 0 1 0 0,1 0-1 0 0,-1 0 0 0 0,1 0 1 0 0,-1 1-1 0 0,1-1 1 0 0,-1 0-1 0 0,0 0 0 0 0,1 1 1 0 0,-1-1-1 0 0,1 0 0 0 0,-1 1 1 0 0,0 0-1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4:31.0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0 185 1336 0 0,'0'0'844'0'0,"18"-25"252"0"0,6-1-716 0 0,-6 12-156 0 0,1-1-124 0 0,0-2-124 0 0,2 3-156 0 0,0-1-52 0 0,0 0-212 0 0,1 1-60 0 0,1-1-328 0 0,0 0-892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4:31.4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8 2708 0 0,'0'0'1864'0'0,"3"-2"-1140"0"0,-3 1-643 0 0,1 1 0 0 0,-1 0 0 0 0,0-1 0 0 0,1 1 0 0 0,-1 0 0 0 0,0-1 0 0 0,1 1-1 0 0,-1 0 1 0 0,1 0 0 0 0,-1 0 0 0 0,1-1 0 0 0,-1 1 0 0 0,1 0 0 0 0,-1 0-1 0 0,1 0 1 0 0,-1 0 0 0 0,1 0 0 0 0,-1 0 0 0 0,1 0 0 0 0,-1 0 0 0 0,1 0 0 0 0,-1 0-1 0 0,1 0 1 0 0,-1 0 0 0 0,0 0 0 0 0,1 0 0 0 0,-1 0 0 0 0,1 1 0 0 0,-1-1-1 0 0,1 0 1 0 0,2 15 1198 0 0,-3-14-1469 0 0,1 4 434 0 0,-1 2-3 0 0,1 36 184 0 0,2-1 0 0 0,2 1 1 0 0,2-1-1 0 0,18 61 0 0 0,-22-96-386 0 0,0 0 1 0 0,1 0-1 0 0,0 0 0 0 0,0 0 0 0 0,10 11 1 0 0,-10-13-19 0 0,-2-3-14 0 0,0 0 1 0 0,0 0 0 0 0,1 0 0 0 0,-1 0-1 0 0,0-1 1 0 0,1 1 0 0 0,0-1-1 0 0,-1 1 1 0 0,1-1 0 0 0,0 0 0 0 0,0 0-1 0 0,-1 0 1 0 0,1 0 0 0 0,0-1-1 0 0,0 1 1 0 0,0-1 0 0 0,4 0 0 0 0,-3 1-9 0 0,-1-1 7 0 0,1 0 1 0 0,-1-1-1 0 0,1 1 1 0 0,-1-1-1 0 0,1 1 1 0 0,-1-1-1 0 0,0 0 1 0 0,1 0-1 0 0,-1-1 0 0 0,0 1 1 0 0,0-1-1 0 0,0 0 1 0 0,5-3-1 0 0,-5 3-14 0 0,-2 2 7 0 0,1-1 0 0 0,0 0 0 0 0,-1 0 0 0 0,1 0 0 0 0,0 0-1 0 0,-1 0 1 0 0,1 0 0 0 0,-1-1 0 0 0,0 1 0 0 0,1-1-1 0 0,-1 1 1 0 0,0-1 0 0 0,0 1 0 0 0,1-3 0 0 0,2-1 6 0 0,-2 3-2 0 0,0 0 1 0 0,1-1 0 0 0,-1 1-1 0 0,0-1 1 0 0,0 0 0 0 0,-1 1-1 0 0,1-1 1 0 0,2-4 0 0 0,-1-1-9 0 0,-1 6 0 0 0,-1 0 0 0 0,0 0 1 0 0,1 0-1 0 0,-1 0 0 0 0,0 0 1 0 0,0-1-1 0 0,0 1 0 0 0,0-1 1 0 0,-1 1-1 0 0,1-1 0 0 0,-1 1 1 0 0,1-3-1 0 0,0-3 9 0 0,1 0-20 0 0,-1 0-1 0 0,0 0 1 0 0,0 0 0 0 0,0 0-1 0 0,-1 0 1 0 0,0 0-1 0 0,-1-1 1 0 0,0 1 0 0 0,0 0-1 0 0,-5-13 1 0 0,2 7-123 0 0,-1 1 1 0 0,0 1-1 0 0,0-1 0 0 0,-2 1 1 0 0,-8-13-1 0 0,12 20-24 0 0,0 0 1 0 0,0 0-1 0 0,-1 0 0 0 0,1 0 1 0 0,-1 1-1 0 0,0 0 0 0 0,-1-1 1 0 0,1 2-1 0 0,-1-1 1 0 0,0 0-1 0 0,0 1 0 0 0,0 0 1 0 0,0 0-1 0 0,0 0 0 0 0,-1 1 1 0 0,1 0-1 0 0,-12-3 0 0 0,6 3-378 0 0,-1 1 0 0 0,1 0-1 0 0,0 1 1 0 0,0 0-1 0 0,0 1 1 0 0,-1 0 0 0 0,-15 4-1 0 0,-9 8-3086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4:32.1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44 303 3320 0 0,'-40'24'4636'0'0,"36"-22"-3466"0"0,5-2-1150 0 0,-1 0 1 0 0,0-1-1 0 0,1 1 1 0 0,-1-1-1 0 0,1 1 1 0 0,-1 0-1 0 0,0-1 1 0 0,1 1 0 0 0,-1 0-1 0 0,1 0 1 0 0,-1-1-1 0 0,1 1 1 0 0,-1 0-1 0 0,1 0 1 0 0,0 0 0 0 0,-1 0-1 0 0,1 0 1 0 0,-1 0-1 0 0,1-1 1 0 0,-1 1-1 0 0,1 0 1 0 0,0 1 0 0 0,23-6 327 0 0,85-38 28 0 0,29-9-629 0 0,218-118-1 0 0,-345 164-263 0 0,13-9-221 0 0,-9-1-3171 0 0,-2-1-703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4:33.6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0 398 2620 0 0,'0'0'3980'0'0,"2"-3"-3527"0"0,8-9-41 0 0,-8 9 2138 0 0,0-1-2310 0 0,1-3-106 0 0,1 0-1 0 0,0 0 1 0 0,0 0-1 0 0,1 0 1 0 0,0 1 0 0 0,0-1-1 0 0,0 1 1 0 0,1 1-1 0 0,7-7 1 0 0,-10 10-81 0 0,3 1-33 0 0,-1 1-21 0 0,0 0 1 0 0,-1 0 0 0 0,1 0 0 0 0,0 1-1 0 0,0 0 1 0 0,0-1 0 0 0,0 2-1 0 0,-1-1 1 0 0,1 1 0 0 0,0-1-1 0 0,-1 1 1 0 0,1 0 0 0 0,3 4-1 0 0,0-1 5 0 0,0 0-1 0 0,-1 1 0 0 0,0 1 1 0 0,0-1-1 0 0,0 1 0 0 0,8 12 0 0 0,-5-6 9 0 0,-2 1-1 0 0,1 0 0 0 0,-2 1 0 0 0,0 0 0 0 0,0 0 1 0 0,-2 0-1 0 0,0 1 0 0 0,3 15 0 0 0,-5-17-1 0 0,-1-4-2 0 0,0 0 0 0 0,-1 0 0 0 0,0 1 1 0 0,-1-1-1 0 0,-1 12 0 0 0,1-13-5 0 0,-4 29-8 0 0,2-30 7 0 0,0 2-9 0 0,0 0 1 0 0,0-1 0 0 0,-1 1-1 0 0,-1-1 1 0 0,1 0 0 0 0,-2 0-1 0 0,1 0 1 0 0,-8 10-1 0 0,1-7-37 0 0,0-1 0 0 0,-1 0-1 0 0,-14 9 1 0 0,22-18 19 0 0,-1-1 3 0 0,-14 2 11 0 0,15-2 5 0 0,-1-3 7 0 0,2 2 0 0 0,2 0-1 0 0,0 0 0 0 0,0 0 1 0 0,-1 0-1 0 0,1-1 0 0 0,0 1 0 0 0,0 0 1 0 0,0-1-1 0 0,-1 1 0 0 0,1-1 0 0 0,0 1 1 0 0,0-1-1 0 0,0 1 0 0 0,0-1 0 0 0,0 0 1 0 0,0 0-1 0 0,0 1 0 0 0,0-1 0 0 0,0 0 0 0 0,-1-1 1 0 0,-2-2-7 0 0,1 0 1 0 0,0 0-1 0 0,-1-1 1 0 0,1 1-1 0 0,1-1 1 0 0,-1 0-1 0 0,1 1 1 0 0,-1-1 0 0 0,2 0-1 0 0,-1 0 1 0 0,0-1-1 0 0,0-5 1 0 0,0 3-6 0 0,0 1-24 0 0,1-1 1 0 0,-1 0 0 0 0,1 0-1 0 0,1 0 1 0 0,-1-14-1 0 0,1 14-15 0 0,5-9 110 0 0,-5 16-57 0 0,1 0-1 0 0,-1 0 0 0 0,1 0 1 0 0,-1 0-1 0 0,0 0 1 0 0,1 0-1 0 0,-1 0 0 0 0,0 0 1 0 0,0 0-1 0 0,0 0 0 0 0,0 0 1 0 0,0 1-1 0 0,0-1 0 0 0,0 0 1 0 0,0 0-1 0 0,0 0 0 0 0,-1-2 1 0 0,4-2 9 0 0,0 2-10 0 0,0-1 1 0 0,0 0-1 0 0,1 1 0 0 0,-1 0 0 0 0,1 0 0 0 0,0 0 0 0 0,7-5 0 0 0,-7 6 89 0 0,2 3 12 0 0,7 2-42 0 0,-1 1-1 0 0,1 0 1 0 0,-1 1 0 0 0,0 0-1 0 0,15 9 1 0 0,-18-9-53 0 0,4 4-6 0 0,1-1 0 0 0,1-1-1 0 0,-1 0 1 0 0,17 4 0 0 0,-22-8-172 0 0,1-1 0 0 0,0 0 0 0 0,-1 0 0 0 0,1-1 0 0 0,0-1 0 0 0,0 0 0 0 0,0 0 1 0 0,0-1-1 0 0,-1 0 0 0 0,1 0 0 0 0,0-1 0 0 0,-1-1 0 0 0,1 1 0 0 0,-1-2 0 0 0,0 1 0 0 0,0-1 0 0 0,11-7 0 0 0,-8 5-64 0 0,-2-1 0 0 0,1 0-1 0 0,-1 0 1 0 0,18-17-1 0 0,-23 19 196 0 0,-1 0 0 0 0,0 0 0 0 0,0-1 0 0 0,-1 0 0 0 0,1 1 0 0 0,-1-1 0 0 0,-1 0 0 0 0,1-1 0 0 0,-1 1 0 0 0,0 0 0 0 0,0-1 0 0 0,-1 1 0 0 0,1-9 0 0 0,1-1 122 0 0,-2 0 0 0 0,0 0 0 0 0,-1-1 0 0 0,0 1 0 0 0,-2-1 0 0 0,0 1 0 0 0,0 0 0 0 0,-2 0 0 0 0,0 0 0 0 0,-1 0 0 0 0,-7-16 0 0 0,4 14 111 0 0,-2-1-1 0 0,0 1 0 0 0,-16-20 1 0 0,24 34 6 0 0,-1 4-183 0 0,1-1 0 0 0,0 1 0 0 0,-1-1 0 0 0,1 1 0 0 0,-1 0 0 0 0,1 0 0 0 0,0 0 0 0 0,-1 0 0 0 0,1 1 0 0 0,-1-1 0 0 0,-2 1 0 0 0,-11 21 217 0 0,12 5-122 0 0,3-22-74 0 0,1 1 26 0 0,2 18 9 0 0,-2-18-22 0 0,1 0-21 0 0,3 6-1 0 0,0 0 1 0 0,0-1-1 0 0,2 0 1 0 0,6 12-1 0 0,-10-21 28 0 0,2 1-17 0 0,12 9-17 0 0,-12-9-1 0 0,1-2-22 0 0,45-2-2 0 0,-45 0-60 0 0,-3 0 49 0 0,-1 1-1 0 0,1 0 1 0 0,-1-1-1 0 0,1 0 0 0 0,0 1 1 0 0,-1-1-1 0 0,1 0 1 0 0,-1 0-1 0 0,1 0 0 0 0,-1 0 1 0 0,0 0-1 0 0,3-2 1 0 0,-1 1 19 0 0,0 0 21 0 0,0 0 1 0 0,0 0 0 0 0,0-1 0 0 0,0 1 0 0 0,0-1 0 0 0,0 0 0 0 0,-1 1 0 0 0,1-1 0 0 0,-1 0-1 0 0,0-1 1 0 0,2-3 0 0 0,-1 4-26 0 0,-1-2 75 0 0,0 0 7 0 0,4-16-1 0 0,-5 16-1 0 0,-1 0-4 0 0,-10-41 135 0 0,8 42-154 0 0,0 1-52 0 0,1 1 0 0 0,-1 0 0 0 0,0 0 1 0 0,0-1-1 0 0,0 1 0 0 0,0 1 0 0 0,0-1 1 0 0,0 0-1 0 0,-1 0 0 0 0,1 1 0 0 0,0-1 0 0 0,-4 0 1 0 0,3 0-11 0 0,-9 0 8 0 0,0-2-491 0 0,29-9-122 0 0,110-60-714 0 0,-110 61 1320 0 0,0 0-1 0 0,-1-2 0 0 0,-1 1 0 0 0,28-32 0 0 0,-41 41 107 0 0,0 1 39 0 0,8-11-3 0 0,-8 10 909 0 0,-5 8-936 0 0,0 0-85 0 0,1 1 1 0 0,-1 0-1 0 0,1 0 0 0 0,0 0 1 0 0,0 0-1 0 0,0 0 0 0 0,1 0 1 0 0,0 1-1 0 0,0-1 0 0 0,0 0 1 0 0,1 1-1 0 0,0-1 0 0 0,0 1 1 0 0,0-1-1 0 0,1 7 0 0 0,1 3 11 0 0,1 0-1 0 0,0-1 0 0 0,1 1 0 0 0,7 19 1 0 0,-5-20 64 0 0,-6-13-95 0 0,1 1 0 0 0,0 0-1 0 0,-1 0 1 0 0,1-1 0 0 0,0 1 0 0 0,0 0 0 0 0,1-1 0 0 0,-1 1 0 0 0,0-1 0 0 0,0 1 0 0 0,1-1-1 0 0,2 3 1 0 0,0 0 33 0 0,7 5 14 0 0,1-1 0 0 0,-1 1-1 0 0,23 10 1 0 0,-29-18-8 0 0,1 0-3 0 0,18 1 13 0 0,-18-1 8 0 0,0-3 35 0 0,-4 2-110 0 0,3-1 70 0 0,-1 0 0 0 0,0 0 0 0 0,1 0-1 0 0,-1 0 1 0 0,0-1 0 0 0,0 1 0 0 0,0-1 0 0 0,0 0-1 0 0,0-1 1 0 0,-1 1 0 0 0,1 0 0 0 0,-1-1-1 0 0,1 0 1 0 0,-1 0 0 0 0,0 0 0 0 0,0 0 0 0 0,0-1-1 0 0,0 1 1 0 0,-1-1 0 0 0,0 0 0 0 0,1 0-1 0 0,2-7 1 0 0,-3 5-73 0 0,-1 0 0 0 0,0-1 1 0 0,0 1-1 0 0,0-1 0 0 0,-1 1 0 0 0,0-1 0 0 0,0 0 0 0 0,0 1 0 0 0,-1-1 0 0 0,0 1 0 0 0,0-1 1 0 0,-1 1-1 0 0,0 0 0 0 0,0-1 0 0 0,0 1 0 0 0,-1 0 0 0 0,0 0 0 0 0,0 1 0 0 0,-1-1 0 0 0,1 1 0 0 0,-1-1 1 0 0,0 1-1 0 0,-8-7 0 0 0,11 10-47 0 0,-1 1 1 0 0,1-1 0 0 0,-1 1-1 0 0,1 0 1 0 0,-1 0 0 0 0,0-1-1 0 0,0 1 1 0 0,1 0 0 0 0,-1 0-1 0 0,0 1 1 0 0,0-1 0 0 0,0 0-1 0 0,-3 0 1 0 0,-1-1-122 0 0,-8-1-512 0 0,2 3 51 0 0,-1 1 0 0 0,0 0 0 0 0,0 1 0 0 0,1 1 0 0 0,-1 0 0 0 0,1 1 0 0 0,0 0 0 0 0,0 0-1 0 0,-18 11 1 0 0,-7 9-3870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4:45.6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26 2432 0 0,'0'0'6708'0'0,"-1"-4"-6268"0"0,-1-13-32 0 0,1 12 2415 0 0,3 8-2630 0 0,6 13-32 0 0,0 0-1 0 0,-1 1 1 0 0,7 23 0 0 0,8 19-117 0 0,9 14-688 0 0,18 41-1726 0 0,-13-38-3419 0 0,-24-55 941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4:47.2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112 110 3936 0 0,'0'0'3799'0'0,"-2"3"-3233"0"0,-24 23 2149 0 0,23-24-806 0 0,-1 0-1715 0 0,-15 4 402 0 0,13-24-505 0 0,4 15-77 0 0,0-2 23 0 0,2 0-7 0 0,1-14-6 0 0,0 14 4 0 0,0-1-10 0 0,16-47 17 0 0,-8 38 31 0 0,-4 8-37 0 0,-2 3 15 0 0,1 2-6 0 0,13-3 2 0 0,-12 4-10 0 0,-2 3-32 0 0,2 2 9 0 0,-1-1 1 0 0,0 1 0 0 0,0 0 0 0 0,0 0-1 0 0,-1 0 1 0 0,0 1 0 0 0,0-1 0 0 0,0 1 0 0 0,0 0-1 0 0,3 8 1 0 0,0 1 46 0 0,-2 1 0 0 0,6 24-1 0 0,-9-34-47 0 0,-1 3 19 0 0,0-1-30 0 0,1 3 7 0 0,-1 0-1 0 0,-1 0 0 0 0,0 1 1 0 0,0-2-1 0 0,-1 1 1 0 0,0 0-1 0 0,0 0 0 0 0,-1 0 1 0 0,-1-1-1 0 0,-4 11 1 0 0,-31 34-285 0 0,36-52 178 0 0,-1 1-17 0 0,0-1 27 0 0,0-1 0 0 0,0 1 1 0 0,-1-1-1 0 0,1 1 0 0 0,-1-1 0 0 0,1-1 0 0 0,-1 1 0 0 0,1 0 0 0 0,-1-1 0 0 0,-8-1 0 0 0,10-2-29 0 0,-2-1 92 0 0,1 0 0 0 0,0-1 1 0 0,0 0-1 0 0,0 0 1 0 0,0 0-1 0 0,1 0 1 0 0,0-1-1 0 0,0 0 1 0 0,1 1-1 0 0,-1-1 1 0 0,1 0-1 0 0,0 0 1 0 0,1 0-1 0 0,-2-7 1 0 0,3 8 57 0 0,1 4-17 0 0,-1 0 0 0 0,1 0 0 0 0,0 0 0 0 0,0 0 0 0 0,1 0 0 0 0,-1 0 0 0 0,0 0 0 0 0,0 0 0 0 0,0 0 0 0 0,1 0 0 0 0,-1 1 0 0 0,0-1 0 0 0,1 0 0 0 0,-1 1 0 0 0,0 0 0 0 0,1-1-1 0 0,-1 1 1 0 0,1 0 0 0 0,-1-1 0 0 0,1 1 0 0 0,-1 0 0 0 0,1 0 0 0 0,-1 0 0 0 0,1 0 0 0 0,-1 0 0 0 0,1 1 0 0 0,-1-1 0 0 0,1 0 0 0 0,-1 1 0 0 0,0-1 0 0 0,1 1 0 0 0,-1-1 0 0 0,3 3-1 0 0,68 40 257 0 0,-46-26-437 0 0,31 14 1 0 0,-53-29-109 0 0,25 3-455 0 0,-23-4 262 0 0,0-1-87 0 0,6-1-131 0 0,0-1-1 0 0,0 0 0 0 0,0-1 0 0 0,0 0 0 0 0,-1-1 1 0 0,19-8-1 0 0,21-24-2544 0 0,-47 32 776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4:47.5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105 16 2480 0 0,'-3'-2'1181'0'0,"-11"-12"2017"0"0,13 14-3157 0 0,1 0-1 0 0,-1 0 0 0 0,0 0 0 0 0,1 0 0 0 0,-1 0 1 0 0,0 1-1 0 0,1-1 0 0 0,-1 0 0 0 0,1 0 0 0 0,-1 0 1 0 0,1 1-1 0 0,-1-1 0 0 0,0 0 0 0 0,1 1 0 0 0,-1-1 1 0 0,1 0-1 0 0,-1 1 0 0 0,1-1 0 0 0,0 1 0 0 0,-1-1 1 0 0,1 1-1 0 0,-1 0 0 0 0,0 0-8 0 0,1-1-1 0 0,0 1 1 0 0,-1-1-1 0 0,1 1 1 0 0,-1-1-1 0 0,1 1 1 0 0,-1-1-1 0 0,1 1 1 0 0,-1-1-1 0 0,0 1 1 0 0,1-1-1 0 0,-1 0 1 0 0,1 0-1 0 0,-1 1 1 0 0,0-1-1 0 0,1 0 1 0 0,-1 0 0 0 0,0 1-1 0 0,1-1 1 0 0,-2 0-1 0 0,-1 5 348 0 0,-3 5-99 0 0,1 1 1 0 0,0 0-1 0 0,1 1 0 0 0,0-1 1 0 0,-3 21-1 0 0,6-20-158 0 0,0 0 0 0 0,0 0-1 0 0,2 1 1 0 0,2 19 0 0 0,-2-26-100 0 0,0 0 1 0 0,1 0-1 0 0,0 0 1 0 0,0 0-1 0 0,1 0 1 0 0,-1 0-1 0 0,1-1 1 0 0,0 1-1 0 0,1-1 1 0 0,-1 0-1 0 0,1 0 1 0 0,9 9-1 0 0,24 10-222 0 0,-32-22 167 0 0,0-1-7 0 0,16 0 21 0 0,-16-1 15 0 0,18-8 50 0 0,-20 5 22 0 0,0 0-34 0 0,1-1-1 0 0,-1 0 1 0 0,0 0-1 0 0,-1 0 1 0 0,1 0-1 0 0,2-7 0 0 0,-3 7-3 0 0,-2-1-34 0 0,0-3-104 0 0,0 1 0 0 0,0 0-1 0 0,-1-1 1 0 0,0 1-1 0 0,-1 0 1 0 0,1 0 0 0 0,-1 0-1 0 0,-1 0 1 0 0,1 0-1 0 0,-1 0 1 0 0,-1 0-1 0 0,1 1 1 0 0,-1 0 0 0 0,0-1-1 0 0,0 1 1 0 0,-1 1-1 0 0,0-1 1 0 0,0 1 0 0 0,-11-9-1 0 0,11 9-316 0 0,-1 1 0 0 0,0 1 0 0 0,-1-1 1 0 0,1 1-1 0 0,0 0 0 0 0,-1 0 0 0 0,0 1 0 0 0,0 0 0 0 0,1 0 0 0 0,-1 1 0 0 0,0 0 0 0 0,0 0 1 0 0,-9 0-1 0 0,-14 5-2905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4:19.2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23 3120 0 0,'0'0'3725'0'0,"-1"-4"-2907"0"0,-5-11-59 0 0,4 11 1396 0 0,2 10-1627 0 0,3 51 538 0 0,1-27-875 0 0,47 289-819 0 0,-15-71-6522 0 0,-32-199 2606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4:19.6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26 4420 0 0,'0'0'2549'0'0,"1"-4"-1636"0"0,1-14-151 0 0,-2 14 911 0 0,3 7-1322 0 0,3 3-227 0 0,-1 0 0 0 0,0 1 0 0 0,0-1 0 0 0,-1 1-1 0 0,0 1 1 0 0,0-1 0 0 0,3 9 0 0 0,22 65 27 0 0,-15-38 9 0 0,6 18-99 0 0,-9-25-1485 0 0,29 64 1 0 0,-35-91 157 0 0,0 0 1043 0 0,5-3-3677 0 0,7 5 145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4:20.1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57 10 3200 0 0,'0'0'4486'0'0,"-3"-2"-3989"0"0,3 1-449 0 0,-1 1-1 0 0,1-1 1 0 0,-1 0-1 0 0,1 1 1 0 0,-1-1 0 0 0,1 1-1 0 0,-1-1 1 0 0,0 1-1 0 0,1 0 1 0 0,-1-1-1 0 0,0 1 1 0 0,1 0-1 0 0,-1-1 1 0 0,0 1-1 0 0,1 0 1 0 0,-1 0-1 0 0,0-1 1 0 0,0 1-1 0 0,1 0 1 0 0,-1 0-1 0 0,0 0 1 0 0,0 0-1 0 0,1 0 1 0 0,-1 0-1 0 0,0 0 1 0 0,0 1-1 0 0,1-1 1 0 0,-1 0-1 0 0,0 0 1 0 0,0 0-1 0 0,1 1 1 0 0,-1-1-1 0 0,0 0 1 0 0,1 1-1 0 0,-1-1 1 0 0,0 1 0 0 0,1-1-1 0 0,-1 1 1 0 0,1-1-1 0 0,-1 1 1 0 0,-2 2 250 0 0,1 0-32 0 0,-1 0-205 0 0,1 0 0 0 0,0 0 0 0 0,-1 1 0 0 0,2-1 0 0 0,-1 1 0 0 0,0-1 0 0 0,1 1 0 0 0,-1-1 0 0 0,1 1 0 0 0,0 0 0 0 0,1 0 0 0 0,-1 0-1 0 0,0 0 1 0 0,1 0 0 0 0,0-1 0 0 0,0 1 0 0 0,0 0 0 0 0,1 0 0 0 0,-1 0 0 0 0,1 0 0 0 0,0 0 0 0 0,2 6 0 0 0,-1-6-11 0 0,19 6 44 0 0,-16-9-44 0 0,49 7 68 0 0,-49-8-86 0 0,1 1 3 0 0,15 1 1 0 0,-16-1 41 0 0,1-1-40 0 0,17 4-10 0 0,-17-3 68 0 0,-2 0 83 0 0,11 4-17 0 0,-12-3 6 0 0,0 0 53 0 0,25 28 516 0 0,-25-26-574 0 0,-3 1-104 0 0,4 16-18 0 0,-3-16-12 0 0,-2 0-8 0 0,-1 3-41 0 0,0 1-1 0 0,0-1 1 0 0,-1 0-1 0 0,0 0 0 0 0,-1 0 1 0 0,0 0-1 0 0,-8 12 1 0 0,4-10-393 0 0,-1-1 0 0 0,0 0 1 0 0,0-1-1 0 0,-1 0 1 0 0,-17 11-1 0 0,24-17-211 0 0,-1 0-139 0 0,3-1 167 0 0,-9 6 843 0 0,-3-6-6089 0 0,-12-5 1601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4:20.2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0 196 3284 0 0,'5'-9'535'0'0,"-1"0"0"0"0,1 1 0 0 0,0 0 0 0 0,1 0 0 0 0,0 1-1 0 0,0-1 1 0 0,1 1 0 0 0,0 1 0 0 0,10-8 0 0 0,29-22 136 0 0,-22 22-545 0 0,-3 4-255 0 0,81-35-4330 0 0,-93 41 3151 0 0,-5 2-2186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4:20.7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84 15 3072 0 0,'0'0'2729'0'0,"2"-3"-1647"0"0,-2 3-974 0 0,1-1 1 0 0,-1 1-1 0 0,0 0 0 0 0,1 0 1 0 0,-1 0-1 0 0,0-1 1 0 0,0 1-1 0 0,1 0 1 0 0,-1-1-1 0 0,0 1 0 0 0,0 0 1 0 0,0 0-1 0 0,1-1 1 0 0,-1 1-1 0 0,0 0 1 0 0,0-1-1 0 0,0 1 0 0 0,0 0 1 0 0,0-1-1 0 0,1 1 1 0 0,-1-1-1 0 0,0 1 1 0 0,0 0-1 0 0,0-1 1 0 0,0 1-1 0 0,0 0 0 0 0,0-1 1 0 0,0 1-1 0 0,0 0 1 0 0,-1-1-1 0 0,1 1 1 0 0,0-1-1 0 0,0 1 0 0 0,0-1 1 0 0,-13 7 2425 0 0,10-4-3199 0 0,0 0 731 0 0,0 1-1 0 0,0 0 1 0 0,0 0-1 0 0,1 1 1 0 0,-1-1-1 0 0,1 0 1 0 0,0 1-1 0 0,0 0 1 0 0,0-1 0 0 0,0 1-1 0 0,-1 4 1 0 0,2-6-51 0 0,-9 15 188 0 0,3-3-128 0 0,2 0 26 0 0,1-7-86 0 0,1 0 1 0 0,0 0-1 0 0,1 0 0 0 0,0 0 1 0 0,0 1-1 0 0,0-1 0 0 0,1 1 1 0 0,0-1-1 0 0,1 1 0 0 0,0-1 1 0 0,0 1-1 0 0,0 0 0 0 0,1-1 1 0 0,0 1-1 0 0,1-1 0 0 0,4 14 1 0 0,-5-18-75 0 0,1 0 0 0 0,-1-1 0 0 0,1 1 1 0 0,0-1-1 0 0,0 1 0 0 0,0-1 1 0 0,1 0-1 0 0,-1 0 0 0 0,0 0 0 0 0,1 0 1 0 0,0 0-1 0 0,5 3 0 0 0,-5-3-33 0 0,1 0-264 0 0,11 2 20 0 0,-13-3 315 0 0,-1 0 0 0 0,0-1 0 0 0,0 1 0 0 0,0-1 0 0 0,1 1 0 0 0,-1-1 0 0 0,0 0 0 0 0,1 1 0 0 0,-1-1 0 0 0,0 0 0 0 0,1 0 0 0 0,-1 0-1 0 0,0 0 1 0 0,1 0 0 0 0,-1 0 0 0 0,0 0 0 0 0,1-1 0 0 0,0 1 0 0 0,4-1 26 0 0,-1 1 0 0 0,0-1 0 0 0,1 1-1 0 0,-1-1 1 0 0,0 0 0 0 0,1-1 0 0 0,-1 1 0 0 0,0-1 0 0 0,0 0 0 0 0,0 0 0 0 0,-1-1 0 0 0,1 1 0 0 0,0-1-1 0 0,-1 0 1 0 0,0-1 0 0 0,0 1 0 0 0,0-1 0 0 0,0 1 0 0 0,0-1 0 0 0,3-5 0 0 0,-3 3 18 0 0,0 0 0 0 0,-1 0 0 0 0,0 0 1 0 0,0-1-1 0 0,0 1 0 0 0,-1-1 0 0 0,0 0 0 0 0,0 0 1 0 0,-1 0-1 0 0,0 0 0 0 0,0 0 0 0 0,0 0 1 0 0,-1 0-1 0 0,0 0 0 0 0,-1 0 0 0 0,1 0 0 0 0,-1 0 1 0 0,-1 0-1 0 0,1 0 0 0 0,-1 0 0 0 0,-3-6 0 0 0,4 10-41 0 0,-16-33-332 0 0,16 34 270 0 0,0 0 1 0 0,0 0-1 0 0,-1 0 1 0 0,1 1-1 0 0,-1-1 0 0 0,1 0 1 0 0,-1 1-1 0 0,0-1 1 0 0,0 1-1 0 0,1 0 1 0 0,-1-1-1 0 0,0 1 1 0 0,0 0-1 0 0,0 0 1 0 0,0 0-1 0 0,0 0 0 0 0,-1 1 1 0 0,-3-2-1 0 0,1 1-67 0 0,3 0 90 0 0,0 0 0 0 0,0 1 0 0 0,1 0 0 0 0,-1-1 0 0 0,0 1 0 0 0,0 0 0 0 0,0 0 0 0 0,1 0 0 0 0,-1 0 0 0 0,0 0 0 0 0,0 0 0 0 0,0 0 0 0 0,1 1 0 0 0,-1-1 0 0 0,0 1 0 0 0,-2 0 0 0 0,-56 24-3232 0 0,49-18 947 0 0,-19 13-1645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5:15.8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0 4152 0 0,'0'0'7456'0'0,"-3"4"-7219"0"0,-9 9-29 0 0,9-10-39 0 0,4 4-27 0 0,11 64-393 0 0,30 98 0 0 0,7-7-5992 0 0,-43-142 4821 0 0,3 8-2735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5:16.7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27 2540 0 0,'0'0'7860'0'0,"0"-5"-7567"0"0,-3-12-41 0 0,3 13 1165 0 0,2 6-1129 0 0,5 6-126 0 0,0 0 0 0 0,-1 0 1 0 0,-1 0-1 0 0,1 1 0 0 0,-1 0 1 0 0,6 15-1 0 0,20 61-98 0 0,-28-76-109 0 0,24 81-172 0 0,-25-85-11 0 0,-1 0-57 0 0,1 0 131 0 0,7 24-861 0 0,-6-8-3548 0 0,10-8 1037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5:17.3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92 2820 0 0,'0'0'2766'0'0,"-1"-5"-2194"0"0,0-16-122 0 0,1 16 533 0 0,2 1-777 0 0,24-30 466 0 0,-23 31-543 0 0,1 1 6 0 0,11-8-22 0 0,-11 8-7 0 0,1 0-27 0 0,-2 1-42 0 0,1 0 1 0 0,0 0-1 0 0,-1 1 0 0 0,1-1 1 0 0,0 1-1 0 0,0 0 1 0 0,0 0-1 0 0,-1 0 0 0 0,1 1 1 0 0,5 1-1 0 0,-4-1 235 0 0,-3 3-176 0 0,0 2 59 0 0,0 0 0 0 0,0 0 0 0 0,-1 0-1 0 0,0 1 1 0 0,1 10 0 0 0,-2-12 244 0 0,-1 0-262 0 0,-2 16-12 0 0,2-16 71 0 0,0 0-126 0 0,-3 12-4 0 0,3-13 14 0 0,1 1-70 0 0,-4 12 1 0 0,3-12-4 0 0,4-3-104 0 0,-1-1 72 0 0,-2 0 14 0 0,1-1-1 0 0,0 1 0 0 0,-1 0 0 0 0,1-1 1 0 0,0 1-1 0 0,-1-1 0 0 0,1 1 0 0 0,0-1 0 0 0,0 1 1 0 0,0-1-1 0 0,-1 1 0 0 0,1-1 0 0 0,0 0 1 0 0,0 0-1 0 0,0 1 0 0 0,0-1 0 0 0,0 0 1 0 0,0 0-1 0 0,0 0 0 0 0,-1 0 0 0 0,1 0 0 0 0,2 0 1 0 0,18-1 3 0 0,-16 0 53 0 0,0 2-31 0 0,16 3 0 0 0,-16-4 31 0 0,2 7 10 0 0,8 3 257 0 0,5 30 219 0 0,-18-36-363 0 0,-2 1-73 0 0,1 16-10 0 0,0-16 46 0 0,-2 0-69 0 0,-14 34 73 0 0,13-36-130 0 0,0 0-46 0 0,1-2-54 0 0,0 0-1 0 0,0 0 1 0 0,1 0 0 0 0,-1-1 0 0 0,0 1 0 0 0,0 0-1 0 0,0-1 1 0 0,0 1 0 0 0,0-1 0 0 0,-1 1 0 0 0,1-1-1 0 0,0 1 1 0 0,0-1 0 0 0,0 0 0 0 0,0 1 0 0 0,0-1-1 0 0,-1 0 1 0 0,1 0 0 0 0,0 0 0 0 0,0 0 0 0 0,0 0-1 0 0,-1 0 1 0 0,1 0 0 0 0,0-1 0 0 0,0 1 0 0 0,0 0-1 0 0,0-1 1 0 0,-3 0 0 0 0,0 0-674 0 0,2-14-1751 0 0,1 13 2297 0 0,1 1 1 0 0,-1-1 0 0 0,1 0-1 0 0,0 1 1 0 0,0-1 0 0 0,-1 1-1 0 0,1-1 1 0 0,1 1 0 0 0,-1-1-1 0 0,0 0 1 0 0,0 1 0 0 0,0-1-1 0 0,1-1 1 0 0,4-21-3671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5:17.7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0 3596 0 0,'0'0'6639'0'0,"-1"4"-6353"0"0,-2 38 857 0 0,4-37-894 0 0,1-1-200 0 0,6 11 5 0 0,-6-11 40 0 0,1-2-69 0 0,8 9-8 0 0,-8-8 30 0 0,1 0-43 0 0,45 43 525 0 0,-46-43-211 0 0,-1 1-171 0 0,1 4-40 0 0,-1-1 0 0 0,0 1-1 0 0,-1 0 1 0 0,1 0 0 0 0,-2 0-1 0 0,1 12 1 0 0,-2-15-42 0 0,0-1-55 0 0,-5 12-36 0 0,5-12-69 0 0,-1-1-342 0 0,-6 9 91 0 0,6-9-75 0 0,-2-1-2496 0 0,-11 2 2115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5:17.9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0 182 3632 0 0,'2'-28'1342'0'0,"-2"23"1189"0"0,1 0-1933 0 0,4-13-41 0 0,-4 13-61 0 0,1 2-78 0 0,10-14-414 0 0,2 1 1 0 0,0 0-1 0 0,0 1 0 0 0,21-17 1 0 0,-32 30-829 0 0,-3 1 766 0 0,0 1 0 0 0,1-1-1 0 0,-1 1 1 0 0,0-1 0 0 0,0 1 0 0 0,0-1 0 0 0,1 1-1 0 0,-1-1 1 0 0,0 1 0 0 0,1-1 0 0 0,-1 1 0 0 0,0 0-1 0 0,1-1 1 0 0,-1 1 0 0 0,0 0 0 0 0,1-1-1 0 0,-1 1 1 0 0,1 0 0 0 0,-1-1 0 0 0,1 1 0 0 0,-1 0-1 0 0,1 0 1 0 0,-1-1 0 0 0,1 1 0 0 0,-1 0-1 0 0,2 0 1 0 0,-2 0-60 0 0,1 0 1 0 0,-1 0-1 0 0,1-1 0 0 0,-1 1 0 0 0,1 0 0 0 0,-1 0 1 0 0,1 0-1 0 0,-1-1 0 0 0,1 1 0 0 0,-1 0 0 0 0,0-1 1 0 0,1 1-1 0 0,-1 0 0 0 0,1-1 0 0 0,-1 1 0 0 0,0 0 1 0 0,1-1-1 0 0,-1 1 0 0 0,0-1 0 0 0,1 1 0 0 0,-1-1 1 0 0,0 1-1 0 0,0-1 0 0 0,1 1 0 0 0,-1-1 1 0 0,0 0-1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5:24.6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140 58 3112 0 0,'0'0'2915'0'0,"-1"-3"-1799"0"0,-18-33 2949 0 0,17 33-2866 0 0,-19-9 452 0 0,-3 9-1343 0 0,20 3 241 0 0,0 2-384 0 0,-34 25 208 0 0,34-23-170 0 0,2-1-163 0 0,0 0-44 0 0,0 1 0 0 0,-1-1 0 0 0,1 1 1 0 0,0 0-1 0 0,1-1 0 0 0,-1 1 0 0 0,1 0 0 0 0,-1 0 0 0 0,1 0 0 0 0,0 0 0 0 0,1 0 0 0 0,-1 0 1 0 0,1 0-1 0 0,0 6 0 0 0,0-3 3 0 0,0-2 15 0 0,1 0-97 0 0,5 15 58 0 0,-5-15-11 0 0,12 9-143 0 0,-11-11 156 0 0,1 1-68 0 0,15 4 11 0 0,-16-7 99 0 0,2 1-25 0 0,2-1-69 0 0,16 0 38 0 0,-16-1 225 0 0,-2-2-150 0 0,-3 2-48 0 0,2-1 81 0 0,1-1 0 0 0,-1 1 0 0 0,1-1 1 0 0,-1 1-1 0 0,0-1 0 0 0,0 0 0 0 0,0 0 0 0 0,0-1 1 0 0,0 1-1 0 0,0-1 0 0 0,0 1 0 0 0,-1-1 1 0 0,1 0-1 0 0,-1 0 0 0 0,0 0 0 0 0,3-6 1 0 0,4-41 565 0 0,-9 45-584 0 0,-2 1-53 0 0,-5-10 0 0 0,5 10 10 0 0,-2 3-13 0 0,-13-3 2 0 0,12 3 1 0 0,-16 11-35 0 0,21-10 33 0 0,-1 0 0 0 0,1 0 1 0 0,-1 0-1 0 0,1 0 0 0 0,-1 0 0 0 0,1 0 1 0 0,0 1-1 0 0,-1-1 0 0 0,1 0 0 0 0,-1 0 1 0 0,1 1-1 0 0,-1-1 0 0 0,1 0 0 0 0,0 1 1 0 0,-1-1-1 0 0,1 0 0 0 0,0 1 0 0 0,0-1 1 0 0,-1 1-1 0 0,1-1 0 0 0,0 0 0 0 0,0 1 1 0 0,-1-1-1 0 0,1 1 0 0 0,0-1 0 0 0,0 2 0 0 0,0-2-1 0 0,-1 0 0 0 0,1 1 0 0 0,0-1 0 0 0,0 1 0 0 0,0-1 0 0 0,0 1 0 0 0,-1-1-1 0 0,1 1 1 0 0,0-1 0 0 0,-1 0 0 0 0,1 1 0 0 0,0-1 0 0 0,-1 0 0 0 0,1 1 0 0 0,0-1-1 0 0,-1 0 1 0 0,1 1 0 0 0,-1-1 0 0 0,1 0 0 0 0,0 0 0 0 0,-1 1 0 0 0,1-1-1 0 0,-1 0 1 0 0,1 0 0 0 0,-1 0 0 0 0,0 1 0 0 0,0-1-14 0 0,0 1 0 0 0,0 0 0 0 0,0-1 1 0 0,0 1-1 0 0,1 0 0 0 0,-1 0 0 0 0,0 0 0 0 0,0 0 1 0 0,1 0-1 0 0,-1 0 0 0 0,1 0 0 0 0,-1 0 0 0 0,1 0 0 0 0,-1 0 1 0 0,1 0-1 0 0,-1 1 0 0 0,1-1 0 0 0,0 2 0 0 0,-5 15-132 0 0,5-14 23 0 0,1 0-287 0 0,0 0 346 0 0,0 0 1 0 0,1 0 0 0 0,0-1-1 0 0,0 1 1 0 0,0-1 0 0 0,0 1-1 0 0,0-1 1 0 0,4 4-1 0 0,-3-4 143 0 0,2-5 20 0 0,18-5 397 0 0,-13-12 62 0 0,-9 15-523 0 0,0 0 1 0 0,-1 1 0 0 0,0-1-1 0 0,0 0 1 0 0,0 0 0 0 0,0 1-1 0 0,-1-1 1 0 0,0 0-1 0 0,1 0 1 0 0,-3-5 0 0 0,1 5-6 0 0,-19-7-64 0 0,20 11 34 0 0,0 0 1 0 0,-1 0-1 0 0,1 0 1 0 0,0 0 0 0 0,-1 1-1 0 0,1-1 1 0 0,0 0-1 0 0,-1 1 1 0 0,1-1 0 0 0,0 1-1 0 0,0 0 1 0 0,-3 1 0 0 0,3-2-3 0 0,-3 2-7 0 0,4-2-8 0 0,0 1 20 0 0,0-1-1 0 0,0 0 1 0 0,0 1 0 0 0,0-1-1 0 0,0 0 1 0 0,0 1 0 0 0,-1-1 0 0 0,1 0-1 0 0,0 1 1 0 0,0-1 0 0 0,0 0-1 0 0,0 1 1 0 0,0-1 0 0 0,-1 0 0 0 0,1 1-1 0 0,0-1 1 0 0,0 0 0 0 0,-1 0-1 0 0,1 1 1 0 0,0-1 0 0 0,0 0 0 0 0,-1 0-1 0 0,1 1 1 0 0,0-1 0 0 0,-1 0-1 0 0,1 0 1 0 0,0 0 0 0 0,-1 0-1 0 0,1 1 1 0 0,-1-1 0 0 0,0 0-10 0 0,1 0 0 0 0,-1 1 1 0 0,0-1-1 0 0,1 0 0 0 0,-1 1 1 0 0,1-1-1 0 0,-1 1 0 0 0,0-1 0 0 0,1 1 1 0 0,-1-1-1 0 0,1 1 0 0 0,-1-1 1 0 0,1 1-1 0 0,-1 0 0 0 0,1-1 0 0 0,0 1 1 0 0,-1 0-1 0 0,1-1 0 0 0,0 1 1 0 0,-1 0-1 0 0,1-1 0 0 0,0 1 0 0 0,0 0 1 0 0,0 0-1 0 0,0 0 0 0 0,-4 18-59 0 0,3-15-18 0 0,7 3-236 0 0,-6-6 299 0 0,0 0 0 0 0,0 0 0 0 0,1 0 0 0 0,-1 0 0 0 0,1 0 0 0 0,-1 0 0 0 0,0-1 0 0 0,1 1 0 0 0,-1 0 0 0 0,1 0 0 0 0,0-1 0 0 0,-1 1 0 0 0,1 0 0 0 0,0-1 0 0 0,-1 1 0 0 0,1 0 0 0 0,1 0 0 0 0,1 0 27 0 0,0 0 0 0 0,1 0-1 0 0,-1 0 1 0 0,0 0-1 0 0,1 0 1 0 0,-1-1-1 0 0,1 1 1 0 0,-1-1-1 0 0,1 0 1 0 0,3 0-1 0 0,-3-1 200 0 0,4-5-31 0 0,-7 6-149 0 0,-1 0 0 0 0,1-1 0 0 0,-1 1 0 0 0,1 0 0 0 0,0 0 0 0 0,-1-1 0 0 0,1 1 0 0 0,-1 0 1 0 0,1-1-1 0 0,-1 1 0 0 0,1 0 0 0 0,-1-1 0 0 0,1 1 0 0 0,-1-1 0 0 0,1 1 0 0 0,-1-1 0 0 0,0 1 1 0 0,1-1-1 0 0,-1 1 0 0 0,0-1 0 0 0,1 1 0 0 0,-1-1 0 0 0,0 0 0 0 0,12-40 580 0 0,-11 36-532 0 0,-2 5-70 0 0,1 0 0 0 0,-1 0 0 0 0,1-1 0 0 0,-1 1 0 0 0,1 0 0 0 0,0 0 0 0 0,-1 0 0 0 0,1-1 0 0 0,-1 1 0 0 0,1 0 0 0 0,0 0 0 0 0,-1-1-1 0 0,1 1 1 0 0,0 0 0 0 0,-1-1 0 0 0,1 1 0 0 0,0-1 0 0 0,-1 1 0 0 0,1 0 0 0 0,0-1 0 0 0,0 1 0 0 0,0-1 0 0 0,-1 1 0 0 0,1 0 0 0 0,0-1 0 0 0,0 0 0 0 0,0 0-1 0 0,0 1 1 0 0,0 0 0 0 0,-1-1 0 0 0,1 1 0 0 0,0-1 0 0 0,0 1 0 0 0,0-1 0 0 0,0 1-1 0 0,-1 0 1 0 0,1-1 0 0 0,0 1 0 0 0,-1-1 0 0 0,1 1 0 0 0,0 0 0 0 0,-1-1-1 0 0,1 1 1 0 0,0 0 0 0 0,-1 0 0 0 0,1-1 0 0 0,0 1 0 0 0,-1 0 0 0 0,1 0-1 0 0,-1-1 1 0 0,1 1 0 0 0,-1 0 0 0 0,0 0 51 0 0,0 1-53 0 0,-1-1 1 0 0,0 1 0 0 0,1 0 0 0 0,-1-1 0 0 0,0 1 0 0 0,0-1-1 0 0,1 0 1 0 0,-1 0 0 0 0,0 0 0 0 0,0 0 0 0 0,0 0 0 0 0,-2 0 0 0 0,3 0-2 0 0,-4 1-8 0 0,5-1 9 0 0,-1 1 2 0 0,1-1 0 0 0,0 1 0 0 0,0-1-1 0 0,-1 0 1 0 0,1 1 0 0 0,0-1 0 0 0,-1 1 0 0 0,1-1-1 0 0,0 0 1 0 0,-1 1 0 0 0,1-1 0 0 0,0 0-1 0 0,-1 0 1 0 0,1 1 0 0 0,-1-1 0 0 0,1 0 0 0 0,-1 0-1 0 0,1 1 1 0 0,0-1 0 0 0,-1 0 0 0 0,1 0-1 0 0,-1 0 1 0 0,1 0 0 0 0,-2 0 0 0 0,2 0-1 0 0,-1 0 1 0 0,1 0 0 0 0,-1 0 0 0 0,1 0-1 0 0,-1 1 1 0 0,1-1 0 0 0,-1 0-1 0 0,1 0 1 0 0,0 0 0 0 0,-1 0-1 0 0,1 1 1 0 0,-1-1 0 0 0,1 0-1 0 0,-1 1 1 0 0,1-1 0 0 0,0 0-1 0 0,-1 1 1 0 0,1-1 0 0 0,0 0-1 0 0,-1 1 1 0 0,1-1 0 0 0,0 0 0 0 0,0 1-1 0 0,-1-1 1 0 0,1 2 0 0 0,-5 6-10 0 0,4-8 7 0 0,1 1 1 0 0,0-1 0 0 0,-1 0 0 0 0,1 1-1 0 0,-1-1 1 0 0,1 0 0 0 0,0 1 0 0 0,-1-1-1 0 0,1 1 1 0 0,0-1 0 0 0,0 1-1 0 0,-1-1 1 0 0,1 1 0 0 0,0-1 0 0 0,0 1-1 0 0,0-1 1 0 0,-1 1 0 0 0,1-1 0 0 0,0 1-1 0 0,0-1 1 0 0,0 1 0 0 0,0-1 0 0 0,0 1-1 0 0,0-1 1 0 0,0 1 0 0 0,0-1 0 0 0,0 1-1 0 0,1-1 1 0 0,-1 1 0 0 0,0-1-1 0 0,0 1 1 0 0,1 0 0 0 0,4 24-147 0 0,-4-25 147 0 0,-1 1 0 0 0,0-1 0 0 0,0 0 0 0 0,0 1 0 0 0,1-1 0 0 0,-1 1 1 0 0,0-1-1 0 0,1 0 0 0 0,-1 1 0 0 0,0-1 0 0 0,1 0 0 0 0,-1 1 0 0 0,1-1 0 0 0,-1 0 1 0 0,0 0-1 0 0,1 1 0 0 0,-1-1 0 0 0,1 0 0 0 0,-1 0 0 0 0,1 0 0 0 0,-1 1 1 0 0,1-1-1 0 0,-1 0 0 0 0,1 0 0 0 0,0 0 0 0 0,-1 0 1 0 0,1 0-1 0 0,-1 0 1 0 0,1 0-1 0 0,-1 0 1 0 0,1 0 0 0 0,-1 1-1 0 0,1-1 1 0 0,-1 0-1 0 0,1 0 1 0 0,-1 0-1 0 0,0 1 1 0 0,1-1 0 0 0,-1 0-1 0 0,1 0 1 0 0,-1 1-1 0 0,0-1 1 0 0,1 0 0 0 0,-1 1-1 0 0,0-1 1 0 0,1 0-1 0 0,-1 1 1 0 0,0-1-1 0 0,1 1 1 0 0,-1-1 0 0 0,0 1-1 0 0,19 8-26 0 0,-15-8 64 0 0,2-1 6 0 0,21-1 467 0 0,-24-2-406 0 0,-2 3-110 0 0,0-1-3 0 0,0 1 0 0 0,1-1 0 0 0,-1 0 0 0 0,0 1 1 0 0,0-1-1 0 0,1 0 0 0 0,-1 0 0 0 0,0 0 0 0 0,0 0 1 0 0,0 0-1 0 0,1-2 0 0 0,-2 1-38 0 0,0 1-1 0 0,0 0 1 0 0,0-1-1 0 0,0 1 1 0 0,-1 0 0 0 0,1-1-1 0 0,-1 1 1 0 0,1 0 0 0 0,-1-1-1 0 0,1 1 1 0 0,-1 0-1 0 0,-1-2 1 0 0,1 1-61 0 0,0-2-465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5:26.2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30 2640 0 0,'0'0'5257'0'0,"1"-5"-4359"0"0,2-20 4688 0 0,0 27-5094 0 0,-1 0-417 0 0,0-1 0 0 0,0 0-1 0 0,-1 1 1 0 0,1-1 0 0 0,0 1 0 0 0,-1 0 0 0 0,1-1 0 0 0,-1 1 0 0 0,0 0 0 0 0,1 0 0 0 0,-1 0 0 0 0,0 0-1 0 0,0 0 1 0 0,0 0 0 0 0,-1 0 0 0 0,1 0 0 0 0,0 0 0 0 0,-1 1 0 0 0,0-1 0 0 0,1 0 0 0 0,-1 0 0 0 0,0 4 0 0 0,4 33 102 0 0,-2 1 1 0 0,-4 42 0 0 0,-7 23-3319 0 0,8-99 2293 0 0,2 0-48 0 0,0 18-99 0 0,-1-18-234 0 0,2-2-246 0 0,6 11-73 0 0,-6-11-1017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5:26.8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1 108 3012 0 0,'0'0'2594'0'0,"0"-4"-1603"0"0,4-41 2174 0 0,-2 40-2734 0 0,1 1-244 0 0,11-12-7 0 0,-11 12-29 0 0,2 2-42 0 0,12-7 5 0 0,-12 7 21 0 0,0 0-18 0 0,-5 2-120 0 0,46-13 361 0 0,-44 12-298 0 0,1 1 0 0 0,0 0 0 0 0,-1 0 0 0 0,1 0 0 0 0,0 0-1 0 0,-1 0 1 0 0,1 1 0 0 0,0-1 0 0 0,-1 1 0 0 0,1 0-1 0 0,-1-1 1 0 0,1 1 0 0 0,-1 0 0 0 0,0 1 0 0 0,1-1-1 0 0,-1 0 1 0 0,0 1 0 0 0,3 2 0 0 0,-2-2 415 0 0,-2 4-317 0 0,0 17-23 0 0,-1-17-10 0 0,-2-2-13 0 0,-5 14 18 0 0,6-14-43 0 0,-1 0-18 0 0,-19 41 58 0 0,19-40-108 0 0,-8 16-27 0 0,1 2-8 0 0,11-19-2 0 0,-1-2 10 0 0,1 0 0 0 0,-1 0 0 0 0,0 0 0 0 0,1 0 1 0 0,0 0-1 0 0,-1-1 0 0 0,1 1 0 0 0,0 0 0 0 0,0-1 0 0 0,0 1 0 0 0,0-1 0 0 0,0 0 0 0 0,0 0 0 0 0,5 2 0 0 0,-3-2-5 0 0,1 1-32 0 0,40 13 24 0 0,-41-14 29 0 0,17 11 61 0 0,-18-10-37 0 0,0 0-1 0 0,1 0 1 0 0,-1 0 0 0 0,0 1-1 0 0,-1-1 1 0 0,1 1 0 0 0,0 0-1 0 0,-1 0 1 0 0,4 4 0 0 0,-3-4 265 0 0,0 21-144 0 0,-3-20-103 0 0,-2 0 6 0 0,-4 2-161 0 0,1 0 0 0 0,-1 0 0 0 0,0-1 0 0 0,0 0 0 0 0,-1 0 0 0 0,0 0 0 0 0,0-1 0 0 0,0 0 0 0 0,0-1-1 0 0,0 1 1 0 0,-1-1 0 0 0,-12 3 0 0 0,16-5-330 0 0,0 0-100 0 0,-15 4-84 0 0,14-4-117 0 0,3-7-3981 0 0,1 5 4477 0 0,0-1 0 0 0,1 1 0 0 0,-1 0 1 0 0,0 0-1 0 0,0 0 0 0 0,0 0 0 0 0,-1-1 0 0 0,1 2-321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5:27.2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 2828 0 0,'0'0'3561'0'0,"3"-3"-2761"0"0,-3 3-587 0 0,1-1 0 0 0,-1 1 1 0 0,1-1-1 0 0,0 1 0 0 0,-1-1 1 0 0,1 1-1 0 0,0-1 0 0 0,-1 1 0 0 0,1-1 1 0 0,0 1-1 0 0,-1 0 0 0 0,1-1 1 0 0,0 1-1 0 0,0 0 0 0 0,-1 0 1 0 0,1 0-1 0 0,0-1 0 0 0,0 1 1 0 0,0 0-1 0 0,-1 0 0 0 0,1 0 1 0 0,0 0-1 0 0,0 0 0 0 0,0 1 0 0 0,-1-1 1 0 0,1 0-1 0 0,1 1 0 0 0,2 12-246 0 0,-1-9 211 0 0,6 11-21 0 0,-7-11-22 0 0,11 14 84 0 0,-10-15-107 0 0,-3-2-107 0 0,0-1 1 0 0,0 1-1 0 0,0-1 0 0 0,0 1 1 0 0,1-1-1 0 0,-1 1 1 0 0,0-1-1 0 0,0 1 1 0 0,1-1-1 0 0,-1 1 1 0 0,0-1-1 0 0,1 1 0 0 0,-1-1 1 0 0,0 0-1 0 0,1 1 1 0 0,-1-1-1 0 0,0 0 1 0 0,1 1-1 0 0,-1-1 1 0 0,1 0-1 0 0,-1 1 0 0 0,1-1 1 0 0,-1 0-1 0 0,1 0 1 0 0,-1 1-1 0 0,1-1 1 0 0,0 0-1 0 0,0 0 0 0 0,-1 0 0 0 0,1 1 0 0 0,-1-1 0 0 0,1 0 1 0 0,-1 0-1 0 0,0 1 0 0 0,1-1 0 0 0,-1 0 0 0 0,1 0 0 0 0,-1 1 0 0 0,1-1 1 0 0,-1 1-1 0 0,0-1 0 0 0,1 0 0 0 0,-1 1 0 0 0,0-1 0 0 0,0 1 0 0 0,1-1 1 0 0,-1 1-1 0 0,0-1 0 0 0,0 1 0 0 0,1-1 0 0 0,-1 1 0 0 0,0-1 1 0 0,0 2-1 0 0,1-1 11 0 0,0 1 1 0 0,-1 0-1 0 0,1-1 0 0 0,0 1 1 0 0,0-1-1 0 0,0 1 1 0 0,0-1-1 0 0,1 1 1 0 0,-1-1-1 0 0,0 0 1 0 0,4 3-1 0 0,-5-4 3 0 0,3 4 105 0 0,0 0 21 0 0,7 14-2 0 0,-7-14-11 0 0,-1 0 12 0 0,2 7 154 0 0,-1 0 0 0 0,0 0 0 0 0,2 23 0 0 0,-5-29-150 0 0,-1-1-101 0 0,-6 13-19 0 0,5-12-14 0 0,-1-2 18 0 0,-2 2-413 0 0,0-1 1 0 0,-1 0 0 0 0,0 0-1 0 0,0 0 1 0 0,0-1 0 0 0,0 1 0 0 0,-11 3-1 0 0,12-6-524 0 0,-16-11-4211 0 0,19 7 2364 0 0,-11-13-1972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5:27.4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64 2760 0 0,'3'-3'1269'0'0,"-3"3"-1208"0"0,4-6 301 0 0,0 1 1 0 0,1 1-1 0 0,-1-1 0 0 0,1 0 0 0 0,0 1 0 0 0,0 0 1 0 0,0 0-1 0 0,0 1 0 0 0,1-1 0 0 0,-1 1 0 0 0,1 0 0 0 0,0 1 1 0 0,7-3-1 0 0,-4 4-463 0 0,-1 0 0 0 0,0 0-1 0 0,1 1 1 0 0,-1 0 0 0 0,15 2 0 0 0,-16-1-643 0 0,0 0-1 0 0,0 1 1 0 0,-1 0 0 0 0,1 1-1 0 0,-1-1 1 0 0,9 6 0 0 0,4 3-2560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5:27.9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1 3680 0 0,'0'0'10591'0'0,"1"4"-10261"0"0,2 7-381 0 0,0 1 0 0 0,-1 0 0 0 0,-1-1 0 0 0,0 1 0 0 0,-1 0 0 0 0,0 0 0 0 0,-2 13 0 0 0,2-18-209 0 0,-2 7-1523 0 0,-1 0-1 0 0,0 0 0 0 0,-1 0 0 0 0,-11 25 0 0 0,12-33-3190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5:28.8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17 3928 0 0,'0'-5'1754'0'0,"2"-7"6988"0"0,-1 39-6652 0 0,-1 36-2391 0 0,0-62 648 0 0,-2 58-69 0 0,6 125-2849 0 0,2-160 1016 0 0,-5-20 649 0 0,1-1-92 0 0,7 5 268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5:29.2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2696 0 0,'0'0'7346'0'0,"0"6"-7076"0"0,0 45 822 0 0,0-46-756 0 0,0 0-198 0 0,16 39 448 0 0,-13-40-508 0 0,6 0 5 0 0,6 6 284 0 0,72 10 260 0 0,-81-20-528 0 0,0 1 0 0 0,17 5 3 0 0,-17-5 21 0 0,-1 1 11 0 0,41 20 514 0 0,-41-20-512 0 0,-5 0-101 0 0,1 0 0 0 0,0-1 0 0 0,0 1-1 0 0,1-1 1 0 0,-1 1 0 0 0,0-1 0 0 0,0 1 0 0 0,1-1 0 0 0,-1 0 0 0 0,4 2-1 0 0,-2 1 154 0 0,-1 0-48 0 0,6 15 45 0 0,-6-14 0 0 0,-2 0 3 0 0,-3 48 358 0 0,2-48-472 0 0,-1 1-22 0 0,-1 1-149 0 0,0-1-1 0 0,0 1 1 0 0,-1 0 0 0 0,0-1 0 0 0,0 0 0 0 0,-1 0-1 0 0,0 0 1 0 0,0 0 0 0 0,0-1 0 0 0,-11 9-1 0 0,13-12-462 0 0,-2-1-120 0 0,-15 6-75 0 0,15-5-54 0 0,-1-3-754 0 0,-19-2 593 0 0,19 2-260 0 0,2-2-140 0 0,-1 1 900 0 0,-15-13-2859 0 0,4-1-726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5:29.5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1 102 2816 0 0,'0'0'1232'0'0,"2"-3"-127"0"0,4-4-682 0 0,1 1 1 0 0,-1 0-1 0 0,1 0 0 0 0,0 0 1 0 0,1 1-1 0 0,-1 0 0 0 0,1 0 1 0 0,0 1-1 0 0,0 0 0 0 0,1 0 1 0 0,-1 1-1 0 0,16-4 0 0 0,7-1-679 0 0,1 1-1 0 0,43-3 0 0 0,-8 5-5834 0 0,-61 5 2336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5:29.8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89 0 2720 0 0,'0'0'3133'0'0,"-2"5"-2412"0"0,-6 11-112 0 0,6-12-40 0 0,-1 0-68 0 0,-7 9-134 0 0,0 1 1 0 0,1 0-1 0 0,1 1 1 0 0,0 0-1 0 0,1 0 0 0 0,1 1 1 0 0,-7 24-1 0 0,12-35-253 0 0,2-4-101 0 0,-1 1 0 0 0,0 0 0 0 0,1 0-1 0 0,-1 0 1 0 0,0 0 0 0 0,0 0 0 0 0,0 0 0 0 0,0-1-1 0 0,0 1 1 0 0,-1 0 0 0 0,1 0 0 0 0,-2 3-1 0 0,2-1 15 0 0,-1 2 56 0 0,4-1-19 0 0,-2-2-54 0 0,0 1 1 0 0,0-1 0 0 0,1 1 0 0 0,0 0 0 0 0,0-1 0 0 0,0 1 0 0 0,0-1 0 0 0,0 1 0 0 0,1-1 0 0 0,0 0-1 0 0,-1 0 1 0 0,1 0 0 0 0,0-1 0 0 0,1 1 0 0 0,-1 0 0 0 0,0-1 0 0 0,1 0 0 0 0,-1 0 0 0 0,1 0 0 0 0,-1-1 0 0 0,1 1 0 0 0,0-1 0 0 0,0 1 0 0 0,0-1 0 0 0,0-1-1 0 0,7 2 1 0 0,-2-2 12 0 0,-3 1 134 0 0,1-1 0 0 0,-1 0 1 0 0,0 0-1 0 0,1-1 0 0 0,-1 1 0 0 0,0-1 0 0 0,0-1 0 0 0,1 1 0 0 0,-1-1 1 0 0,0 0-1 0 0,0 0 0 0 0,-1-1 0 0 0,1 0 0 0 0,0 0 0 0 0,7-5 0 0 0,11-21 686 0 0,-22 26-645 0 0,0-2-32 0 0,4-16-47 0 0,-5 16-35 0 0,-2-1-20 0 0,0 1-73 0 0,1 1-75 0 0,0-1 1 0 0,-1 1-1 0 0,1 0 0 0 0,-1-1 0 0 0,0 1 0 0 0,-1 0 1 0 0,1 0-1 0 0,-1 0 0 0 0,0 0 0 0 0,0 0 1 0 0,0 0-1 0 0,0 0 0 0 0,-1 0 0 0 0,0 1 1 0 0,1 0-1 0 0,-1-1 0 0 0,0 1 0 0 0,-1 0 1 0 0,1 0-1 0 0,-1 1 0 0 0,-5-5 0 0 0,-9 3-2251 0 0,0 0 0 0 0,-25-2-1 0 0,38 6-264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5:30.1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68 1 4356 0 0,'8'0'1523'0'0,"38"3"987"0"0,-35-2-2283 0 0,-1 1-1 0 0,1 1 0 0 0,0 0 0 0 0,-1 0 0 0 0,0 1 0 0 0,0 0 1 0 0,0 1-1 0 0,0 0 0 0 0,-1 1 0 0 0,1-1 0 0 0,-2 2 0 0 0,1 0 1 0 0,-1 0-1 0 0,0 0 0 0 0,0 1 0 0 0,-1 0 0 0 0,0 1 1 0 0,0-1-1 0 0,-1 1 0 0 0,0 1 0 0 0,8 18 0 0 0,-6-6-159 0 0,-1-1-1 0 0,-2 1 0 0 0,0 0 1 0 0,-1 1-1 0 0,-1-1 0 0 0,-2 1 0 0 0,0-1 1 0 0,-1 1-1 0 0,-1 0 0 0 0,-1-1 1 0 0,-1 1-1 0 0,-8 25 0 0 0,-4 10-498 0 0,-2-2-1 0 0,-4 0 0 0 0,-38 76 0 0 0,33-80-1503 0 0,-3-2 0 0 0,-1 0-1 0 0,-69 81 1 0 0,56-83-2775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5:30.7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329 0 3176 0 0,'-6'2'1284'0'0,"-4"0"-915"0"0,0 1 1 0 0,-1 0 0 0 0,1 0-1 0 0,0 1 1 0 0,1 1 0 0 0,-1 0 0 0 0,1 0-1 0 0,0 1 1 0 0,-9 7 0 0 0,4-1-17 0 0,0 0 1 0 0,0 2 0 0 0,2-1-1 0 0,-20 28 1 0 0,13-13-126 0 0,2 1 0 0 0,1 1 0 0 0,1 0 0 0 0,2 1 1 0 0,-15 51-1 0 0,22-59-157 0 0,1 0 0 0 0,0 0 0 0 0,2 0 1 0 0,1 0-1 0 0,0 1 0 0 0,2-1 0 0 0,4 38 1 0 0,-1-44-60 0 0,0-1 1 0 0,2 0-1 0 0,-1 0 1 0 0,2 0-1 0 0,0-1 1 0 0,1 0 0 0 0,0 0-1 0 0,2 0 1 0 0,-1-1-1 0 0,2-1 1 0 0,16 20-1 0 0,-7-13-216 0 0,0-2-1 0 0,1 0 0 0 0,1-1 0 0 0,1-1 0 0 0,0-1 0 0 0,1-1 0 0 0,36 16 1 0 0,-30-18-1337 0 0,0-1 0 0 0,0-1 0 0 0,45 8 0 0 0,-41-12-2631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5:43.7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3612 0 0,'0'0'10119'0'0,"0"5"-9976"0"0,3 52 92 0 0,12 204-3216 0 0,-10-162-2862 0 0,-3-65 598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5:44.7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25 101 4872 0 0,'0'0'5540'0'0,"-4"-2"-5149"0"0,-12-3-135 0 0,12 4 238 0 0,7-3-389 0 0,70-56 729 0 0,-71 58-718 0 0,3-1 4 0 0,11-8-1 0 0,-12 9 127 0 0,-1 0-140 0 0,19-6 1027 0 0,-21 7-1103 0 0,0 1 1 0 0,0 0 0 0 0,0 0-1 0 0,0 0 1 0 0,0 0 0 0 0,0 0-1 0 0,0 0 1 0 0,0 0 0 0 0,0 1-1 0 0,0-1 1 0 0,0 0 0 0 0,0 0-1 0 0,0 1 1 0 0,0-1 0 0 0,0 1-1 0 0,0-1 1 0 0,-1 1 0 0 0,1-1-1 0 0,0 1 1 0 0,0-1-1 0 0,0 1 1 0 0,-1 0 0 0 0,1 0-1 0 0,0-1 1 0 0,-1 1 0 0 0,1 0-1 0 0,1 1 1 0 0,6 18 153 0 0,0 1-1 0 0,-2-1 1 0 0,0 1 0 0 0,-1 0-1 0 0,3 29 1 0 0,-6-41-175 0 0,22 107-3299 0 0,-23-112 2389 0 0,-1-4 848 0 0,0 1 0 0 0,1-1 0 0 0,-1 1 0 0 0,1-1 0 0 0,-1 1 0 0 0,0-1 0 0 0,0 1 0 0 0,1 0 0 0 0,-1-1-1 0 0,0 1 1 0 0,0-1 0 0 0,0 1 0 0 0,1 0 0 0 0,-1-1 0 0 0,0 1 0 0 0,0 0 0 0 0,0-1 0 0 0,0 1 0 0 0,0-1-1 0 0,0 1 1 0 0,-1 1 0 0 0,1 4-1184 0 0,2 2-4075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5:44.9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0 175 2932 0 0,'0'0'3637'0'0,"4"-31"-2553"0"0,17 7-1032 0 0,3 1-440 0 0,4-2-456 0 0,-10 12 220 0 0,1-1-193 0 0,0-1 13 0 0,0 0-552 0 0,-1 0-1476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5:45.1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37 1572 0 0,'3'-3'1154'0'0,"-1"0"-1527"0"0,17-21 6010 0 0,-17 18-2518 0 0,-13 12-3112 0 0,8-4 360 0 0,4 4-322 0 0,3 6-17 0 0,1-1 1 0 0,0 1 0 0 0,1-1-1 0 0,0 0 1 0 0,1-1 0 0 0,0 1 0 0 0,1-1-1 0 0,11 12 1 0 0,9 13 60 0 0,-26-32-2 0 0,-1 2-16 0 0,8 33 55 0 0,-8-35-141 0 0,-1 0 0 0 0,0-1-1 0 0,0 1 1 0 0,0 0 0 0 0,0 0 0 0 0,0 0 0 0 0,-1-1 0 0 0,1 1-1 0 0,-1 0 1 0 0,0-1 0 0 0,0 1 0 0 0,0 0 0 0 0,0-1 0 0 0,0 1-1 0 0,0-1 1 0 0,-3 3 0 0 0,-24 24-984 0 0,25-26 507 0 0,-1-1-177 0 0,-15 8-160 0 0,14-7-214 0 0,0-4-2709 0 0,-21-3-325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5:45.3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1 178 3000 0 0,'14'-25'2032'0'0,"5"-1"-743"0"0,0 0-569 0 0,7 1-560 0 0,1-1-452 0 0,-1 1-1269 0 0,0 1-739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4:49.6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20 268 3700 0 0,'0'0'2687'0'0,"-4"-2"-1731"0"0,1 1-1069 0 0,-9-6 1629 0 0,12 6-1450 0 0,0 0-1 0 0,1 0 0 0 0,-1 0 0 0 0,1 0 0 0 0,-1 0 0 0 0,1 0 0 0 0,0 0 0 0 0,-1 0 0 0 0,1 0 0 0 0,0 0 0 0 0,0 1 0 0 0,-1-1 0 0 0,1 0 1 0 0,0 0-1 0 0,0 1 0 0 0,0-1 0 0 0,0 1 0 0 0,0-1 0 0 0,0 1 0 0 0,0-1 0 0 0,0 1 0 0 0,0-1 0 0 0,2 1 0 0 0,276-113-531 0 0,-145 64-1075 0 0,13-10-2970 0 0,-101 41 761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4:51.7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141 53 2620 0 0,'0'0'2573'0'0,"0"-4"-1631"0"0,-4-13-182 0 0,3 13 777 0 0,-1 1-1232 0 0,-1 1-155 0 0,0 0 0 0 0,1-1-1 0 0,-1 1 1 0 0,0 0 0 0 0,0 1 0 0 0,0-1 0 0 0,0 0 0 0 0,0 1 0 0 0,-5-2 0 0 0,4 2 316 0 0,4 1-451 0 0,-1 0-1 0 0,1 0 1 0 0,-1 0-1 0 0,1 0 0 0 0,-1 0 1 0 0,1 0-1 0 0,-1 0 1 0 0,1 0-1 0 0,0 0 0 0 0,-1 0 1 0 0,1 0-1 0 0,-1 0 1 0 0,1 0-1 0 0,-1 0 1 0 0,1 0-1 0 0,0 1 0 0 0,-1-1 1 0 0,1 0-1 0 0,-1 0 1 0 0,1 1-1 0 0,0-1 0 0 0,-1 0 1 0 0,1 1-1 0 0,-1 0 1 0 0,-11 3 316 0 0,-7 9 215 0 0,19-12-538 0 0,0-1 0 0 0,0 1 0 0 0,0-1 1 0 0,-1 1-1 0 0,1-1 0 0 0,0 1 0 0 0,0-1 0 0 0,-1 1 0 0 0,1-1 1 0 0,0 0-1 0 0,-1 1 0 0 0,1-1 0 0 0,0 1 0 0 0,-1-1 1 0 0,1 0-1 0 0,-1 1 0 0 0,1-1 0 0 0,0 0 0 0 0,-1 1 1 0 0,1-1-1 0 0,-1 0 0 0 0,1 0 0 0 0,-1 0 0 0 0,1 1 1 0 0,-1-1-1 0 0,0 0 0 0 0,0 0-1 0 0,1 0 0 0 0,-1 0-1 0 0,1 0 1 0 0,-1 1 0 0 0,1-1 0 0 0,-1 0 0 0 0,1 0-1 0 0,-1 0 1 0 0,1 1 0 0 0,-1-1 0 0 0,1 0 0 0 0,-1 1-1 0 0,1-1 1 0 0,0 0 0 0 0,-1 1 0 0 0,1-1 0 0 0,0 1-1 0 0,-1-1 1 0 0,1 0 0 0 0,0 1 0 0 0,-1-1-1 0 0,1 1 1 0 0,0-1 0 0 0,0 1 0 0 0,0-1 0 0 0,-1 2-1 0 0,1-2 1 0 0,0 1-1 0 0,0-1 0 0 0,0 1 1 0 0,0-1-1 0 0,0 1 0 0 0,0 0 0 0 0,0-1 1 0 0,-1 1-1 0 0,1-1 0 0 0,0 1 0 0 0,0-1 1 0 0,-1 1-1 0 0,1-1 0 0 0,0 0 0 0 0,-1 1 1 0 0,1-1-1 0 0,0 1 0 0 0,-1-1 0 0 0,1 1 1 0 0,0-1-1 0 0,-1 0 0 0 0,1 1 1 0 0,-1-1-1 0 0,-12 16 93 0 0,5 1-68 0 0,6-12-6 0 0,1-1-27 0 0,-1 14-12 0 0,1-14-23 0 0,3 0-155 0 0,6 12 59 0 0,-6-11 5 0 0,-1-5-13 0 0,-1 0 135 0 0,1 0 1 0 0,-1 0-1 0 0,0 0 1 0 0,1 0-1 0 0,-1 0 1 0 0,1 0-1 0 0,-1 0 1 0 0,0 0-1 0 0,1 0 0 0 0,-1 0 1 0 0,1 0-1 0 0,-1 1 1 0 0,0-1-1 0 0,1 0 1 0 0,-1 0-1 0 0,0 1 1 0 0,1-1-1 0 0,-1 0 0 0 0,0 0 1 0 0,1 1-1 0 0,-1-1 1 0 0,0 0-1 0 0,0 1 1 0 0,1-1-1 0 0,-1 0 1 0 0,0 1-1 0 0,0-1 1 0 0,1 1-1 0 0,-1 0-11 0 0,0 0 0 0 0,1-1 0 0 0,-1 1 0 0 0,0-1 0 0 0,1 1 0 0 0,-1 0 0 0 0,1-1 1 0 0,-1 1-1 0 0,1-1 0 0 0,-1 1 0 0 0,1-1 0 0 0,-1 0 0 0 0,1 1 0 0 0,0-1 0 0 0,-1 1 0 0 0,1-1 0 0 0,0 0 0 0 0,-1 0 0 0 0,1 1 0 0 0,0-1 0 0 0,-1 0 0 0 0,1 0 0 0 0,0 0 0 0 0,-1 0 1 0 0,1 0-1 0 0,0 0 0 0 0,1 0 0 0 0,18 1-74 0 0,-15 0 28 0 0,0-3-23 0 0,14-5 52 0 0,-14 6 10 0 0,-2-1 3 0 0,20-16 16 0 0,-19 11 17 0 0,-3 3-4 0 0,1 0 73 0 0,0 0-31 0 0,0-5 28 0 0,0 1-1 0 0,-1-1 1 0 0,0 0-1 0 0,0-12 41 0 0,-2 16-74 0 0,-17-37 169 0 0,16 38-184 0 0,-2 3-25 0 0,-14-3-2 0 0,14 3-7 0 0,-4 8 12 0 0,-5 3 8 0 0,5 2-15 0 0,7-11 0 0 0,0 1-1 0 0,0-1 1 0 0,0 0-1 0 0,1 0 1 0 0,-1 0-1 0 0,1 1 1 0 0,-1-1-1 0 0,1 0 0 0 0,-1 1 1 0 0,1-1-1 0 0,0 0 1 0 0,-1 1-1 0 0,1 2 1 0 0,0 0-1 0 0,-1 0 5 0 0,0 2-12 0 0,0 14 3 0 0,1-14-10 0 0,2-2-5 0 0,19 31-324 0 0,-18-32 214 0 0,1-1-10 0 0,42 13-482 0 0,-40-14 522 0 0,-1-2-39 0 0,40-14 60 0 0,-41 13 102 0 0,3-4 10 0 0,-6 5-22 0 0,-1 1 0 0 0,1 0-1 0 0,0 0 1 0 0,-1-1 0 0 0,1 1-1 0 0,-1-1 1 0 0,1 1 0 0 0,-1 0-1 0 0,1-1 1 0 0,-1 1-1 0 0,1-1 1 0 0,-1 1 0 0 0,1-1-1 0 0,-1 0 1 0 0,0 1 0 0 0,1-1-1 0 0,-1 1 1 0 0,0-1-1 0 0,1 0 1 0 0,-1 1 0 0 0,0-1-1 0 0,0 1 1 0 0,0-2 0 0 0,2-3 47 0 0,-1 0-1 0 0,0 0 1 0 0,0 0 0 0 0,-1 0 0 0 0,1 0 0 0 0,-1 0 0 0 0,-1-9 0 0 0,0 8 33 0 0,-1 3-41 0 0,-6-9-9 0 0,6 9 30 0 0,-2 1-28 0 0,-10-6 10 0 0,11 5 102 0 0,-3 4-122 0 0,-16 0-12 0 0,17-1 3 0 0,-17 15 86 0 0,18-12-107 0 0,-15 29 21 0 0,17-28-26 0 0,1 1-4 0 0,1 0-17 0 0,1 0 0 0 0,-1 0 0 0 0,1 0 1 0 0,0-1-1 0 0,0 1 0 0 0,0 0 0 0 0,1-1 0 0 0,-1 1 0 0 0,1-1 0 0 0,1 1 0 0 0,-1-1 0 0 0,5 8 0 0 0,-4-10-97 0 0,-2-2-33 0 0,1 1 135 0 0,0-1-1 0 0,-1 0 1 0 0,1 1-1 0 0,-1-1 1 0 0,0 1-1 0 0,1-1 1 0 0,-1 1-1 0 0,1-1 1 0 0,-1 1-1 0 0,3 2 1 0 0,-1-1-23 0 0,2 0-74 0 0,0-2-103 0 0,18 0 185 0 0,-18 0 37 0 0,14-10-23 0 0,-15 8 45 0 0,-2 0 27 0 0,0 0-19 0 0,-1-1 1 0 0,1 1-1 0 0,-1 0 1 0 0,0 0-1 0 0,0-1 1 0 0,0 1-1 0 0,0-1 1 0 0,0 1-1 0 0,0-1 1 0 0,-1 1-1 0 0,1-1 1 0 0,-1 1-1 0 0,0-1 1 0 0,0-3-1 0 0,0 1 107 0 0,-11-13-32 0 0,8 15-34 0 0,0 1-37 0 0,-1 1-22 0 0,-1-1 1 0 0,1 1-1 0 0,-1 0 1 0 0,1 1-1 0 0,-1-1 1 0 0,1 1-1 0 0,-9 0 0 0 0,8 1 46 0 0,1 1-14 0 0,-2 3-43 0 0,-1 0 1 0 0,2 0 0 0 0,-1 1 0 0 0,0 0-1 0 0,1 0 1 0 0,-6 9 0 0 0,9-11 46 0 0,2 1-50 0 0,0 16-9 0 0,0-16-20 0 0,0-4-6 0 0,1 0 24 0 0,-1 0 1 0 0,1 0-1 0 0,-1-1 0 0 0,1 1 1 0 0,-1 0-1 0 0,1 0 0 0 0,0-1 0 0 0,-1 1 1 0 0,1 0-1 0 0,0-1 0 0 0,0 1 1 0 0,-1-1-1 0 0,1 1 0 0 0,0-1 0 0 0,0 1 1 0 0,0-1-1 0 0,0 0 0 0 0,0 1 1 0 0,0-1-1 0 0,0 0 0 0 0,-1 0 0 0 0,1 1 1 0 0,2-1-1 0 0,24 1-140 0 0,-22-1 171 0 0,-1-2 9 0 0,11-6-23 0 0,-11 6 74 0 0,-2 0-17 0 0,0 0-10 0 0,0 1 0 0 0,-1-1-1 0 0,1 0 1 0 0,-1 0 0 0 0,1 0 0 0 0,-1 0-1 0 0,0 0 1 0 0,0 0 0 0 0,0 0 0 0 0,0 0-1 0 0,0-1 1 0 0,0 1 0 0 0,-1 0 0 0 0,1-1-1 0 0,0-3 1 0 0,-1 5-48 0 0,-1 1-1 0 0,1-1 1 0 0,0 0-1 0 0,-1 0 1 0 0,1 0-1 0 0,0 1 1 0 0,-1-1-1 0 0,1 0 1 0 0,-1 1-1 0 0,1-1 1 0 0,-1 0-1 0 0,1 1 1 0 0,-1-1-1 0 0,0 1 1 0 0,1-1-1 0 0,-1 1 1 0 0,0-1-1 0 0,1 1 1 0 0,-1-1-1 0 0,0 1 1 0 0,0 0 0 0 0,1-1-1 0 0,-1 1 1 0 0,0 0-1 0 0,0 0 1 0 0,0 0-1 0 0,1 0 1 0 0,-1-1-1 0 0,0 1 1 0 0,0 0-1 0 0,-1 0 1 0 0,-18 0 44 0 0,15 0-69 0 0,2 2-839 0 0,0-1 334 0 0,-5 3 558 0 0,1 4-6599 0 0,-7 10 1702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5:33.9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59 87 3276 0 0,'0'0'5382'0'0,"-2"4"-5006"0"0,-4 13-3 0 0,5-13 1431 0 0,-4-5-1597 0 0,-16-5 390 0 0,14-17-314 0 0,8 18-278 0 0,-1-1-6 0 0,0-1-1 0 0,16-22 8 0 0,-14 26-3 0 0,0 0 0 0 0,0 0 0 0 0,1 0-1 0 0,-1 0 1 0 0,1 1 0 0 0,0-1-1 0 0,0 1 1 0 0,-1 0 0 0 0,2 0 0 0 0,-1 0-1 0 0,4-2 1 0 0,-6 3-3 0 0,2-1-15 0 0,2 3-30 0 0,-2-1 55 0 0,0 0 0 0 0,0 1-1 0 0,0-1 1 0 0,0 1 0 0 0,0 0 0 0 0,0-1-1 0 0,0 1 1 0 0,0 1 0 0 0,-1-1-1 0 0,1 0 1 0 0,0 1 0 0 0,-1-1 0 0 0,1 1-1 0 0,-1 0 1 0 0,0 0 0 0 0,1 0 0 0 0,-1 0-1 0 0,0 0 1 0 0,0 1 0 0 0,0-1 0 0 0,-1 0-1 0 0,1 1 1 0 0,-1 0 0 0 0,3 4-1 0 0,19 53 54 0 0,-17-41-44 0 0,-4 1-15 0 0,-1-5 6 0 0,-1-12-9 0 0,1 16 17 0 0,-1 0-1 0 0,0 0 1 0 0,-2 0-1 0 0,-4 26 1 0 0,-6 0 22 0 0,9-38-38 0 0,-5 9 24 0 0,0-3 5 0 0,0 0 1 0 0,-16 17 0 0 0,20-26-12 0 0,-1-4-9 0 0,-19 4-13 0 0,22-4-2 0 0,1 0 0 0 0,-1-1 1 0 0,1 1-1 0 0,-1-1 0 0 0,1 0 1 0 0,-1 0-1 0 0,1 1 0 0 0,0-1 1 0 0,-1 0-1 0 0,1 0 0 0 0,0 0 1 0 0,-2-3-1 0 0,1 3-4 0 0,-2-2-28 0 0,1-2-5 0 0,-31-59-37 0 0,32 59 80 0 0,1 1-26 0 0,-3-16-20 0 0,4 20 46 0 0,0-1-1 0 0,0 1 1 0 0,1-1-1 0 0,-1 1 0 0 0,0 0 1 0 0,0-1-1 0 0,0 1 0 0 0,1 0 1 0 0,-1-1-1 0 0,0 1 0 0 0,1 0 1 0 0,-1 0-1 0 0,0-1 0 0 0,0 1 1 0 0,1 0-1 0 0,-1 0 0 0 0,1-1 1 0 0,-1 1-1 0 0,0 0 1 0 0,1 0-1 0 0,-1 0 0 0 0,0 0 1 0 0,1 0-1 0 0,-1-1 0 0 0,1 1 1 0 0,-1 0-1 0 0,1 0 0 0 0,9-6-30 0 0,-5 7 30 0 0,16 6 6 0 0,11 4 26 0 0,-27-9-81 0 0,0 0-68 0 0,16 6-62 0 0,-16-6-71 0 0,1-1-39 0 0,2 2-102 0 0,0-1 0 0 0,0 0 0 0 0,0-1 0 0 0,1 1 1 0 0,-1-2-1 0 0,1 1 0 0 0,-1-1 0 0 0,17-2 0 0 0,-18 0-283 0 0,1 0 0 0 0,-1 0 0 0 0,1-1 1 0 0,-1 1-1 0 0,0-2 0 0 0,0 1 0 0 0,9-7 1 0 0,9-7-2190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5:34.3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73 57 2632 0 0,'0'0'991'0'0,"0"-5"-232"0"0,-1-17 82 0 0,1 16 919 0 0,-2 2-1342 0 0,-7-15 1266 0 0,4 20-1470 0 0,-20 0 287 0 0,11 19 139 0 0,14-19-616 0 0,0 1 1 0 0,0-1 0 0 0,-1 1 0 0 0,1-1 0 0 0,0 1 0 0 0,-1-1 0 0 0,0 0-1 0 0,1 1 1 0 0,-1-1 0 0 0,0 0 0 0 0,1 1 0 0 0,-3 0 0 0 0,1 2 30 0 0,0 0 97 0 0,1 2-23 0 0,-2 17-20 0 0,2-17-53 0 0,1-1-57 0 0,0 17 54 0 0,0-16 9 0 0,1-2-23 0 0,4 16-44 0 0,-4-15-53 0 0,2-1-45 0 0,0 0 10 0 0,1-1 0 0 0,0 1 0 0 0,0 0 0 0 0,0-1-1 0 0,9 6 1 0 0,-10-7-47 0 0,3-2-193 0 0,16 1 210 0 0,-16-1 55 0 0,-2-1 18 0 0,12-3 22 0 0,-12 3 19 0 0,-3 0 20 0 0,1 1-1 0 0,-1-1 1 0 0,0 1 0 0 0,0-1 0 0 0,1 0-1 0 0,-1 1 1 0 0,0-1 0 0 0,0 0 0 0 0,0 0 0 0 0,0 0-1 0 0,0 0 1 0 0,2-2 0 0 0,-3 3 16 0 0,4-3 155 0 0,-3 1-143 0 0,-1 0 0 0 0,1 1-1 0 0,0-1 1 0 0,0 0 0 0 0,0 0 0 0 0,1 1-1 0 0,-1-1 1 0 0,0 1 0 0 0,3-3 0 0 0,-1 0 178 0 0,-2 0-4 0 0,0-47 600 0 0,-2 46-654 0 0,0-1-23 0 0,-6-16-10 0 0,5 17-20 0 0,0 1-24 0 0,-6-16 39 0 0,7 19-142 0 0,1 0-1 0 0,-1 0 0 0 0,1 0 0 0 0,-1 0 0 0 0,1 0 1 0 0,-1 0-1 0 0,0 0 0 0 0,0 0 0 0 0,1 0 0 0 0,-1 0 0 0 0,0 0 1 0 0,0 0-1 0 0,0 1 0 0 0,0-1 0 0 0,0 0 0 0 0,0 0 1 0 0,0 1-1 0 0,0-1 0 0 0,0 1 0 0 0,0-1 0 0 0,-1 1 0 0 0,1 0 1 0 0,-2-1-1 0 0,-17 5-190 0 0,15-3-72 0 0,5 0 259 0 0,0 0 0 0 0,0-1-1 0 0,0 1 1 0 0,0 0 0 0 0,0-1-1 0 0,0 1 1 0 0,0-1 0 0 0,0 1-1 0 0,0 0 1 0 0,-1-1 0 0 0,1 1-1 0 0,0 0 1 0 0,0-1 0 0 0,-1 1-1 0 0,1-1 1 0 0,0 1 0 0 0,-1-1-1 0 0,1 1 1 0 0,-1-1 0 0 0,0 1-1 0 0,-9 16-614 0 0,6-1 132 0 0,2-13-75 0 0,2 4-105 0 0,4 51-4431 0 0,-2-52 1597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5:34.6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3040 0 0,'0'0'6694'0'0,"0"5"-6446"0"0,23 77 398 0 0,-22-78-618 0 0,1 3-83 0 0,32 107-4514 0 0,-33-109 2345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5:35.3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 91 2240 0 0,'0'0'8506'0'0,"-4"-1"-8259"0"0,3 0-189 0 0,-1 1 0 0 0,0-1-1 0 0,0 0 1 0 0,1 1 0 0 0,-1-1 0 0 0,0 0 0 0 0,1 0-1 0 0,-1 0 1 0 0,1 0 0 0 0,-1 0 0 0 0,1-1 0 0 0,0 1-1 0 0,-1 0 1 0 0,1-1 0 0 0,0 1 0 0 0,0-1 0 0 0,0 1-1 0 0,0-1 1 0 0,-1-2 0 0 0,0 0 208 0 0,3-1-217 0 0,3-14-18 0 0,-3 14 16 0 0,1 1-33 0 0,0 1-24 0 0,1 1-1 0 0,-1-1 0 0 0,0 1 0 0 0,1 0 0 0 0,-1-1 0 0 0,1 1 0 0 0,0 0 0 0 0,0 0 0 0 0,-1 1 0 0 0,5-3 0 0 0,-3 3 30 0 0,1 2 9 0 0,0 2-30 0 0,0-1 1 0 0,-1 0-1 0 0,1 1 0 0 0,0 0 0 0 0,-1 0 1 0 0,0 1-1 0 0,1-1 0 0 0,-1 1 1 0 0,-1 0-1 0 0,1 0 0 0 0,0 0 0 0 0,-1 0 1 0 0,0 1-1 0 0,3 4 0 0 0,-2 0 16 0 0,0-1 0 0 0,-1 1 0 0 0,0 0-1 0 0,0 1 1 0 0,-1-1 0 0 0,0 0 0 0 0,0 1 0 0 0,-1-1-1 0 0,0 1 1 0 0,-1-1 0 0 0,0 1 0 0 0,-1-1 0 0 0,0 1 0 0 0,0-1-1 0 0,-1 0 1 0 0,0 1 0 0 0,-6 14 0 0 0,-25 36 53 0 0,31-56-3 0 0,1-3-64 0 0,1-1 1 0 0,0 1-1 0 0,-1-1 1 0 0,1 0-1 0 0,0 1 1 0 0,-1-1-1 0 0,1 1 1 0 0,0-1-1 0 0,-1 0 1 0 0,1 1 0 0 0,-1-1-1 0 0,1 0 1 0 0,-1 1-1 0 0,1-1 1 0 0,-1 0-1 0 0,1 0 1 0 0,-1 0-1 0 0,1 0 1 0 0,-1 1 0 0 0,0-1-1 0 0,0 0 1 0 0,0 0 0 0 0,1 0 1 0 0,0 0 0 0 0,-1 0-1 0 0,1 0 1 0 0,-1 0 0 0 0,1 0 0 0 0,-1 1-1 0 0,1-1 1 0 0,-1 0 0 0 0,1 0-1 0 0,-1 0 1 0 0,1 1 0 0 0,0-1-1 0 0,-1 0 1 0 0,1 0 0 0 0,-1 1-1 0 0,1-1 1 0 0,0 0 0 0 0,-1 1-1 0 0,1-1 1 0 0,0 1 0 0 0,-1-1-1 0 0,1 1 1 0 0,0-1-1 0 0,0 0 0 0 0,0-1 0 0 0,-1 1-1 0 0,1 0 1 0 0,0 0 0 0 0,0-1 0 0 0,0 1 0 0 0,0 0 0 0 0,-1 0-1 0 0,1-1 1 0 0,0 1 0 0 0,0 0 0 0 0,0 0 0 0 0,-1 0 0 0 0,1-1-1 0 0,0 1 1 0 0,0 0 0 0 0,-1 0 0 0 0,1 0 0 0 0,0 0-1 0 0,0-1 1 0 0,-1 1 0 0 0,1 0 0 0 0,0 0 0 0 0,-1 0 0 0 0,1 0-1 0 0,0 0 1 0 0,0 0 0 0 0,-1 0 0 0 0,1 0 0 0 0,0 0 0 0 0,-1 0-1 0 0,1 0 1 0 0,-1 0-4 0 0,0 0-1 0 0,1 0 1 0 0,-1 0-1 0 0,1 0 1 0 0,-1 0-1 0 0,1 0 1 0 0,-1 0-1 0 0,1 0 1 0 0,-1 0 0 0 0,1-1-1 0 0,-1 1 1 0 0,1 0-1 0 0,-1 0 1 0 0,1-1-1 0 0,-1 1 1 0 0,1 0-1 0 0,-1-1 1 0 0,1 1-1 0 0,0 0 1 0 0,-1-1-1 0 0,1 1 1 0 0,0 0-1 0 0,-1-1 1 0 0,1 1-1 0 0,0-1 1 0 0,-1 1-1 0 0,1-1 1 0 0,0 1 0 0 0,0-1-1 0 0,0 1 1 0 0,-1-1-1 0 0,1 1 1 0 0,0-2-1 0 0,-4-15 8 0 0,4 13 20 0 0,0-1-30 0 0,7-43-16 0 0,-6 43-5 0 0,9 1 28 0 0,-10 3 10 0 0,0 1 0 0 0,1-1 0 0 0,-1 1-1 0 0,1 0 1 0 0,-1-1 0 0 0,1 1 0 0 0,-1-1 0 0 0,1 1 0 0 0,-1 0 0 0 0,1 0-1 0 0,-1-1 1 0 0,1 1 0 0 0,-1 0 0 0 0,1 0 0 0 0,0 0 0 0 0,-1-1 0 0 0,1 1-1 0 0,0 0 1 0 0,-1 0 0 0 0,1 0 0 0 0,-1 0 0 0 0,1 0 0 0 0,0 0 0 0 0,-1 0-1 0 0,1 0 1 0 0,-1 1 0 0 0,1-1 0 0 0,1 0 0 0 0,20 4 89 0 0,-17-4-16 0 0,0 2 1 0 0,11 5 32 0 0,-12-6-36 0 0,0 1-27 0 0,12 6-22 0 0,-12-6-3 0 0,1 0-5 0 0,12 5-38 0 0,-12-5-37 0 0,-1 0 7 0 0,13 3-52 0 0,-12-4-74 0 0,1 0-390 0 0,17 1 133 0 0,-17-1-91 0 0,-2-2-110 0 0,8-3-1210 0 0,1-1 1 0 0,-1 0-1 0 0,13-7 1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5:35.8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0 2520 0 0,'0'0'4878'0'0,"-4"2"-4362"0"0,-13 4-69 0 0,13-4 551 0 0,4-1-964 0 0,0 1-1 0 0,0-1 1 0 0,-1 0 0 0 0,1 0 0 0 0,-1 1-1 0 0,1-1 1 0 0,-1 0 0 0 0,1 0-1 0 0,-1 0 1 0 0,0 0 0 0 0,0 0 0 0 0,-1 2-1 0 0,0-1 46 0 0,0 2 530 0 0,2 1-454 0 0,0 15-11 0 0,0-16 100 0 0,2 0-134 0 0,28 26 246 0 0,-27-28-312 0 0,-3-1-41 0 0,0-1-1 0 0,1 1 0 0 0,-1-1 0 0 0,0 0 0 0 0,1 1 0 0 0,-1-1 0 0 0,0 0 0 0 0,1 1 1 0 0,-1-1-1 0 0,0 0 0 0 0,1 0 0 0 0,-1 1 0 0 0,0-1 0 0 0,1 0 0 0 0,-1 0 0 0 0,1 1 1 0 0,-1-1-1 0 0,0 0 0 0 0,1 0 0 0 0,-1 0 0 0 0,1 0 0 0 0,-1 0 0 0 0,1 0 0 0 0,-1 0 1 0 0,1 0-1 0 0,0 0 1 0 0,-1 0 1 0 0,1 0 0 0 0,-1 0 0 0 0,1 0 0 0 0,-1 0-1 0 0,1 1 1 0 0,-1-1 0 0 0,1 0 0 0 0,-1 0 0 0 0,1 0-1 0 0,-1 0 1 0 0,1 1 0 0 0,-1-1 0 0 0,1 0 0 0 0,-1 1-1 0 0,0-1 1 0 0,1 0 0 0 0,-1 1 0 0 0,1-1 0 0 0,-1 0-1 0 0,0 1 1 0 0,1 0 0 0 0,3 1 65 0 0,70 31 1543 0 0,-57-24-1459 0 0,-13-7 182 0 0,-3-2-329 0 0,-1 0 0 0 0,0 1 0 0 0,0-1 1 0 0,0 0-1 0 0,0 1 0 0 0,0-1 0 0 0,0 0 0 0 0,0 0 1 0 0,0 1-1 0 0,0-1 0 0 0,0 0 0 0 0,1 0 0 0 0,-1 1 1 0 0,0-1-1 0 0,0 0 0 0 0,0 0 0 0 0,1 1 0 0 0,-1-1 0 0 0,0 0 1 0 0,0 0-1 0 0,1 0 0 0 0,-1 0 0 0 0,0 1 0 0 0,0-1 1 0 0,1 0-1 0 0,-1 0 0 0 0,0 0 0 0 0,0 0 0 0 0,1 0 1 0 0,-1 0-1 0 0,1 0 0 0 0,0 1 22 0 0,-1-1 1 0 0,1 0-1 0 0,0 0 1 0 0,-1 1-1 0 0,1-1 1 0 0,0 1-1 0 0,-1-1 1 0 0,1 0-1 0 0,0 1 1 0 0,-1-1-1 0 0,1 1 0 0 0,-1 0 1 0 0,1-1-1 0 0,-1 1 1 0 0,1-1-1 0 0,-1 1 1 0 0,1 0-1 0 0,-1-1 1 0 0,0 1-1 0 0,1 0 1 0 0,-1 1-1 0 0,1 0 1 0 0,0 1 0 0 0,0 0 0 0 0,-1 0 0 0 0,0 0 0 0 0,1 0 0 0 0,-1-1 1 0 0,0 1-1 0 0,-1 0 0 0 0,1 0 0 0 0,0 0 0 0 0,-1 0 0 0 0,-1 3 0 0 0,1-1 19 0 0,-2-2-1 0 0,-10 13-26 0 0,10-13-36 0 0,-1 1-52 0 0,-15 8 236 0 0,16-10-652 0 0,-1 0-1 0 0,0 0 0 0 0,1-1 1 0 0,-1 1-1 0 0,0-1 0 0 0,0 0 1 0 0,0 0-1 0 0,0 0 0 0 0,-1 0 1 0 0,-7-1-1 0 0,7 0-880 0 0,-9-18-7167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5:35.9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88 3492 0 0,'0'0'3863'0'0,"1"-5"-3334"0"0,5-12-103 0 0,-4 12 210 0 0,2 3-404 0 0,12-8-60 0 0,-12 8-44 0 0,1-1-49 0 0,96-39-4078 0 0,-97 41 1952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6:36.1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93 3432 0 0,'0'0'8817'0'0,"2"-3"-8702"0"0,1-1 63 0 0,-1-1-1 0 0,1 0 1 0 0,-1 0 0 0 0,0-1 0 0 0,-1 1 0 0 0,1 0 0 0 0,-1-1-1 0 0,0 1 1 0 0,0-8 0 0 0,-2 8-70 0 0,-4 11-157 0 0,5-5 48 0 0,-1-1 0 0 0,0 0 0 0 0,0 1 0 0 0,1-1 0 0 0,-1 1 0 0 0,0-1 0 0 0,0 1 0 0 0,1 0 0 0 0,-1-1 0 0 0,1 1 0 0 0,-1 0 0 0 0,0-1 0 0 0,1 1 0 0 0,0 0 0 0 0,-1-1 1 0 0,1 1-1 0 0,-1 0 0 0 0,1 1 0 0 0,-5 16 1 0 0,4-14-18 0 0,1 1-26 0 0,0 20 66 0 0,1-22 3 0 0,6 11-4 0 0,-5-10 5 0 0,1-2-47 0 0,10 8-96 0 0,-10-7 257 0 0,3-3-262 0 0,15 0 158 0 0,-16 0 136 0 0,-3-3-153 0 0,0 0-17 0 0,-1 1 1 0 0,1 0-1 0 0,-1 0 1 0 0,0-1-1 0 0,0 1 0 0 0,0-1 1 0 0,0 1-1 0 0,0-1 1 0 0,-1 1-1 0 0,1-1 0 0 0,-1 1 1 0 0,0-1-1 0 0,0 0 1 0 0,1 1-1 0 0,-2-1 0 0 0,1-3 1 0 0,0 2-11 0 0,-1 0 0 0 0,-3-18 14 0 0,3 20-6 0 0,0 1-1 0 0,0-1 1 0 0,0 0 0 0 0,0 1-1 0 0,1-1 1 0 0,-1 0-1 0 0,0 0 1 0 0,1 0 0 0 0,0 1-1 0 0,-1-4 1 0 0,0 1 4 0 0,0 2-18 0 0,0 0 15 0 0,0 0 0 0 0,0 1 1 0 0,0-1-1 0 0,-1 0 0 0 0,1 1 0 0 0,0-1 1 0 0,-1 1-1 0 0,1-1 0 0 0,-1 1 1 0 0,1 0-1 0 0,-1 0 0 0 0,0 0 1 0 0,0 0-1 0 0,1 0 0 0 0,-1 0 0 0 0,-4-1 1 0 0,6 2 8 0 0,-3-2-4 0 0,3 2-126 0 0,-1 1 119 0 0,1-1 0 0 0,0 0-1 0 0,0 0 1 0 0,0 1 0 0 0,0-1 0 0 0,0 0 0 0 0,0 1 0 0 0,-1-1 0 0 0,1 0 0 0 0,0 0 0 0 0,0 1-1 0 0,-1-1 1 0 0,1 0 0 0 0,0 0 0 0 0,0 0 0 0 0,-1 1 0 0 0,1-1 0 0 0,0 0 0 0 0,0 0-1 0 0,-1 0 1 0 0,1 0 0 0 0,0 0 0 0 0,-1 0 0 0 0,1 0 0 0 0,0 1 0 0 0,0-1 0 0 0,-1 0 0 0 0,1 0-1 0 0,0 0 1 0 0,-1 0 0 0 0,1 0 0 0 0,-1 0 0 0 0,0 0 0 0 0,0 0 0 0 0,1 0 1 0 0,-1 0-1 0 0,0 0 0 0 0,1 0 0 0 0,-1 1 0 0 0,0-1 0 0 0,1 0 0 0 0,-1 0 0 0 0,0 1 1 0 0,1-1-1 0 0,-1 0 0 0 0,1 1 0 0 0,-1-1 0 0 0,1 1 0 0 0,-1-1 0 0 0,1 1 1 0 0,-1-1-1 0 0,1 1 0 0 0,-1-1 0 0 0,1 1 0 0 0,0 0 0 0 0,-1 0 0 0 0,-7 15-9 0 0,5-13 8 0 0,3 2-35 0 0,-4 15 28 0 0,3-15 11 0 0,1 1-8 0 0,1 0 1 0 0,0-1-1 0 0,0 1 1 0 0,0 0-1 0 0,0 0 1 0 0,5 9 0 0 0,-5-11-33 0 0,2-2-130 0 0,32 17-525 0 0,-31-17 588 0 0,1-3-165 0 0,0 0 284 0 0,0-1 1 0 0,0 1-1 0 0,0-1 1 0 0,0 0-1 0 0,8-5 1 0 0,-10 5-44 0 0,7-18-37 0 0,-10 14 76 0 0,-1-17 6 0 0,0 18-10 0 0,0 1 1 0 0,-6-13-14 0 0,5 13-18 0 0,0 1-10 0 0,-8-12 30 0 0,8 12-5 0 0,1 2 8 0 0,-1-1-1 0 0,1 1 1 0 0,-1 0 0 0 0,1 0-1 0 0,-1-1 1 0 0,1 1 0 0 0,-1 0-1 0 0,0 1 1 0 0,0-1 0 0 0,1 0-1 0 0,-1 0 1 0 0,0 1 0 0 0,0-1-1 0 0,0 1 1 0 0,0 0 0 0 0,0 0-1 0 0,0-1 1 0 0,1 1 0 0 0,-1 0-1 0 0,0 0 1 0 0,-4 1 0 0 0,6-1 4 0 0,-5 1 13 0 0,2 1-101 0 0,-23 27 165 0 0,23-26-17 0 0,3 1-40 0 0,-4 13 5 0 0,3-13 15 0 0,2 0-18 0 0,1 15-15 0 0,-1-14 1 0 0,4 2 2 0 0,-4-6-11 0 0,-1 0 1 0 0,0 0-1 0 0,1 0 1 0 0,-1 0-1 0 0,0-1 1 0 0,1 1-1 0 0,-1 0 1 0 0,1 0-1 0 0,0 0 1 0 0,-1 0-1 0 0,1-1 1 0 0,0 1-1 0 0,-1 0 1 0 0,1 0-1 0 0,1 0 1 0 0,0 3 1 0 0,3 0-4 0 0,29-1 37 0 0,-33-3-36 0 0,0 0 1 0 0,0 0-1 0 0,1 0 0 0 0,-1 0 1 0 0,0 0-1 0 0,0 0 0 0 0,0 0 0 0 0,0-1 1 0 0,0 1-1 0 0,1 0 0 0 0,-1-1 0 0 0,0 1 1 0 0,0-1-1 0 0,0 0 0 0 0,0 1 1 0 0,0-1-1 0 0,0 1 0 0 0,0-1 0 0 0,-1 0 1 0 0,2-1-1 0 0,0 0 1 0 0,2 0 3 0 0,-4 2-10 0 0,0-1 7 0 0,0 1 0 0 0,0 0 0 0 0,0-1 1 0 0,0 1-1 0 0,0 0 0 0 0,0-1 0 0 0,1 1 0 0 0,-1-1 0 0 0,0 1 0 0 0,0 0 0 0 0,0-1 0 0 0,0 1 0 0 0,0 0 0 0 0,1-1 0 0 0,-1 1 0 0 0,0 0 0 0 0,0-1 1 0 0,1 1-1 0 0,-1 0 0 0 0,0 0 0 0 0,0-1 0 0 0,1 1 0 0 0,-1 0 0 0 0,0 0 0 0 0,1 0 0 0 0,0-1 0 0 0,-1 1 0 0 0,1-1-1 0 0,0 1 1 0 0,-1-1 0 0 0,1 1-1 0 0,-1-1 1 0 0,1 1 0 0 0,0-1-1 0 0,-1 0 1 0 0,1 1 0 0 0,-1-1-1 0 0,0 0 1 0 0,1 1-1 0 0,-1-1 1 0 0,1 0 0 0 0,-1 1-1 0 0,0-1 1 0 0,0 0 0 0 0,1 0-1 0 0,-1 0 1 0 0,0-1 0 0 0,4-18 29 0 0,-4 15-10 0 0,-10-41-14 0 0,8 41-18 0 0,-15-9-270 0 0,16 14 285 0 0,-1 1 0 0 0,1 0 0 0 0,0-1-1 0 0,-1 1 1 0 0,1-1 0 0 0,-1 1 0 0 0,1-1 0 0 0,-1 1 0 0 0,1-1-1 0 0,-1 0 1 0 0,1 0 0 0 0,-3 0 0 0 0,2 0 2 0 0,-3 1 49 0 0,5 0-72 0 0,0-1 19 0 0,0 0-1 0 0,0 1 0 0 0,0-1 0 0 0,0 0 0 0 0,0 1 0 0 0,0-1 1 0 0,0 0-1 0 0,-1 0 0 0 0,1 1 0 0 0,0-1 0 0 0,0 0 1 0 0,0 1-1 0 0,0-1 0 0 0,0 0 0 0 0,-1 1 0 0 0,1-1 0 0 0,0 0 1 0 0,0 0-1 0 0,-1 1 0 0 0,1-1 0 0 0,0 0 0 0 0,0 0 1 0 0,-1 0-1 0 0,1 1 0 0 0,0-1 0 0 0,0 0 0 0 0,-1 0 0 0 0,0 0 4 0 0,1 1 0 0 0,-1-1 0 0 0,1 0-1 0 0,-1 1 1 0 0,1-1 0 0 0,0 0 0 0 0,-1 1-1 0 0,1-1 1 0 0,-1 0 0 0 0,1 1 0 0 0,0-1-1 0 0,-1 1 1 0 0,1-1 0 0 0,0 0 0 0 0,0 1-1 0 0,-1-1 1 0 0,1 1 0 0 0,0-1 0 0 0,0 1-1 0 0,0-1 1 0 0,0 1 0 0 0,0-1 0 0 0,-1 1 0 0 0,1-1-1 0 0,0 1 1 0 0,0-1 0 0 0,0 1 0 0 0,0 0-1 0 0,1-1 1 0 0,-1 1 0 0 0,0 0 0 0 0,0 2 15 0 0,1 0 1 0 0,-1 0-1 0 0,1 0 1 0 0,0 0-1 0 0,0 0 1 0 0,0 0 0 0 0,0 0-1 0 0,0 0 1 0 0,1 0-1 0 0,2 4 1 0 0,-2-5 443 0 0,16-5-240 0 0,-14 1-3326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6:38.2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48 61 2640 0 0,'0'0'3900'0'0,"0"-5"-3211"0"0,0-16-56 0 0,0 16 1619 0 0,-1 0-1948 0 0,0-15-54 0 0,1 16 717 0 0,-5 5-949 0 0,-12 4 1 0 0,13-3 12 0 0,2 2-25 0 0,-2 11-2 0 0,3-11 7 0 0,0 0 3 0 0,-3 15-9 0 0,3-15 52 0 0,3 1-78 0 0,2 14-38 0 0,-3-15-104 0 0,2-2 0 0 0,17 8-179 0 0,-19-10 338 0 0,-1 1 1 0 0,1-1-1 0 0,0 0 0 0 0,0 0 0 0 0,0 0 0 0 0,0 0 0 0 0,0 0 0 0 0,0 0 1 0 0,0 0-1 0 0,0 0 0 0 0,0 0 0 0 0,0 0 0 0 0,0 0 0 0 0,0 0 0 0 0,0-1 1 0 0,-1 1-1 0 0,1 0 0 0 0,0-1 0 0 0,0 1 0 0 0,0 0 0 0 0,0-1 0 0 0,0 0 1 0 0,-1 1-1 0 0,1-1 0 0 0,0 1 0 0 0,-1-1 0 0 0,2-1 0 0 0,7-11 54 0 0,-6 10 174 0 0,1-19-98 0 0,-3 18 2 0 0,-2 0-114 0 0,0 2-18 0 0,0 1 1 0 0,0-1 0 0 0,1 1-1 0 0,-1-1 1 0 0,1 0-1 0 0,-1 1 1 0 0,1-1 0 0 0,-1 0-1 0 0,1 1 1 0 0,0-4-1 0 0,-4 4-60 0 0,-15-6 52 0 0,16 9 1 0 0,-23 24 26 0 0,24-23-7 0 0,1 1-55 0 0,-4 12 30 0 0,4-11 17 0 0,15 14-98 0 0,-9-19 92 0 0,16 0-13 0 0,-16 0 19 0 0,13-12 14 0 0,-15 9-18 0 0,-2-1-35 0 0,4-12 67 0 0,-4 12 62 0 0,-2 0-96 0 0,-4-13-6 0 0,4 13 18 0 0,-2 2-12 0 0,-11-8 6 0 0,10 8 8 0 0,-1 3-24 0 0,-14 3 12 0 0,14-3-14 0 0,-11 17 44 0 0,14-14-24 0 0,-7 15 28 0 0,9-14-26 0 0,0 15-19 0 0,0-15 31 0 0,4 3-11 0 0,-4-7-7 0 0,0-1 0 0 0,0 1 1 0 0,0-1-1 0 0,0 1 0 0 0,1-1 0 0 0,-1 1 0 0 0,0 0 0 0 0,0-1 0 0 0,1 1 0 0 0,-1-1 1 0 0,0 1-1 0 0,0-1 0 0 0,1 1 0 0 0,-1-1 0 0 0,1 1 0 0 0,-1-1 0 0 0,0 0 0 0 0,1 1 0 0 0,-1-1 1 0 0,1 0-1 0 0,-1 1 0 0 0,1-1 0 0 0,-1 0 0 0 0,1 1 0 0 0,-1-1 0 0 0,1 0 0 0 0,-1 0 1 0 0,2 1-1 0 0,1-1-3 0 0,-1 1-1 0 0,1-1 1 0 0,0 1 0 0 0,-1-1 0 0 0,1 0 0 0 0,0 0 0 0 0,-1 0 0 0 0,1 0-1 0 0,0-1 1 0 0,-1 1 0 0 0,1-1 0 0 0,0 1 0 0 0,4-3 0 0 0,-3 1 41 0 0,1-6 40 0 0,-4 8-67 0 0,0-1 0 0 0,0 1 0 0 0,-1-1 1 0 0,1 1-1 0 0,0-1 0 0 0,-1 1 0 0 0,1-1 0 0 0,0 0 0 0 0,-1 1 0 0 0,1-1 0 0 0,-1 0 0 0 0,1 0 0 0 0,-1 1 0 0 0,1-1 0 0 0,-1 0 1 0 0,0 0-1 0 0,1-1 0 0 0,5-14 30 0 0,-5 12 57 0 0,-2 0-76 0 0,-4-14-4 0 0,4 14-9 0 0,-3 2-35 0 0,-11-7-100 0 0,11 7 159 0 0,-16 12-75 0 0,18-7 103 0 0,0 1-35 0 0,0 1 1 0 0,0 0-1 0 0,1 0 1 0 0,0-1-1 0 0,0 1 0 0 0,0 0 1 0 0,0 0-1 0 0,1 0 1 0 0,0 0-1 0 0,0 0 1 0 0,1 6-1 0 0,0-6 50 0 0,8 2-53 0 0,-8-7-21 0 0,-1 0 0 0 0,1 0 0 0 0,-1 1 0 0 0,1-1 0 0 0,-1 0 0 0 0,0 0 0 0 0,1 1 0 0 0,-1-1 1 0 0,1 0-1 0 0,-1 1 0 0 0,0-1 0 0 0,1 0 0 0 0,-1 1 0 0 0,0-1 0 0 0,1 1 0 0 0,-1-1 0 0 0,0 1 0 0 0,0-1 0 0 0,1 0 0 0 0,-1 1 0 0 0,0-1 0 0 0,0 1 0 0 0,1 0 0 0 0,4-2-9 0 0,21-1 103 0 0,-25 1-65 0 0,0 1 1 0 0,0-1 0 0 0,0 0-1 0 0,0 1 1 0 0,0-1-1 0 0,0 0 1 0 0,-1 0-1 0 0,1 0 1 0 0,0 0 0 0 0,0 1-1 0 0,-1-1 1 0 0,1 0-1 0 0,-1 0 1 0 0,1 0 0 0 0,0 0-1 0 0,-1-1 1 0 0,0 1-1 0 0,1 0 1 0 0,-1-1 0 0 0,6-15 195 0 0,-5 13 55 0 0,-2 0-241 0 0,-1-15-7 0 0,1 15 48 0 0,-5-1-515 0 0,6 4 343 0 0,0 1-1 0 0,-1 0 1 0 0,1-1-1 0 0,0 1 1 0 0,0-1-1 0 0,-1 1 1 0 0,1 0-1 0 0,0-1 1 0 0,-1 1-1 0 0,1 0 1 0 0,-1 0-1 0 0,1-1 1 0 0,0 1-1 0 0,-1 0 1 0 0,1 0-1 0 0,-1-1 1 0 0,1 1-1 0 0,-1 0 1 0 0,1 0-1 0 0,-1 0 1 0 0,1 0-1 0 0,0 0 1 0 0,-1 0-1 0 0,1 0 1 0 0,-1 0-1 0 0,1 0 0 0 0,-1 0 1 0 0,1 0-1 0 0,-1 0 1 0 0,1 0-1 0 0,-1 0 1 0 0,-7 11-686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6:40.3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 77 2576 0 0,'0'0'11371'0'0,"-3"-2"-11299"0"0,2 0-59 0 0,-1 1 1 0 0,1-1 0 0 0,0 0 0 0 0,-1 1 0 0 0,1-1-1 0 0,0 0 1 0 0,0 0 0 0 0,0 0 0 0 0,0 0-1 0 0,1 0 1 0 0,-1 0 0 0 0,0 0 0 0 0,1 0 0 0 0,0 0-1 0 0,-1 0 1 0 0,1 0 0 0 0,0 0 0 0 0,0 0-1 0 0,0-1 1 0 0,1-1 112 0 0,-2 3-124 0 0,1 0-1 0 0,0 1 1 0 0,0-1 0 0 0,0 0-1 0 0,0 1 1 0 0,0-1 0 0 0,0 0-1 0 0,0 1 1 0 0,0-1 0 0 0,1 0-1 0 0,-1 1 1 0 0,0-1 0 0 0,0 0-1 0 0,0 1 1 0 0,1-1 0 0 0,-1 1-1 0 0,0-1 1 0 0,1 1 0 0 0,0-2-1 0 0,3-7-209 0 0,0 7 242 0 0,12-3-10 0 0,-12 4 5 0 0,1 2-48 0 0,0 2 17 0 0,0 0 1 0 0,0 0 0 0 0,0 0 0 0 0,0 1-1 0 0,-1-1 1 0 0,1 1 0 0 0,-1 0-1 0 0,0 0 1 0 0,0 1 0 0 0,0-1 0 0 0,-1 1-1 0 0,6 9 1 0 0,-4-3-19 0 0,0 1 0 0 0,-1 0 0 0 0,0 0-1 0 0,0 1 1 0 0,-2-1 0 0 0,1 0 0 0 0,-2 1 0 0 0,0 0 0 0 0,0-1 0 0 0,-1 1-1 0 0,-1 0 1 0 0,0 0 0 0 0,-4 20 0 0 0,0-14-56 0 0,0 0 0 0 0,-2-1 0 0 0,-10 24 0 0 0,15-38-20 0 0,-1 0 2 0 0,-10 11 13 0 0,10-11-11 0 0,1-3 71 0 0,1 0 0 0 0,-1 0 0 0 0,1 0 0 0 0,0 0 0 0 0,-1 0 0 0 0,1 0 0 0 0,0 1 0 0 0,0-1 0 0 0,-1 0 0 0 0,0 3 0 0 0,-1-1-16 0 0,-1-2-29 0 0,1 0 55 0 0,1-1 1 0 0,-1 1-1 0 0,1-1 1 0 0,0 0 0 0 0,-1 0-1 0 0,1 0 1 0 0,-1 0 0 0 0,1 0-1 0 0,-1-1 1 0 0,1 1-1 0 0,0-1 1 0 0,-1 1 0 0 0,1-1-1 0 0,0 0 1 0 0,-1 0 0 0 0,1 0-1 0 0,0 0 1 0 0,0 0 0 0 0,0-1-1 0 0,0 1 1 0 0,0-1-1 0 0,0 1 1 0 0,0-1 0 0 0,1 0-1 0 0,-1 1 1 0 0,1-1 0 0 0,-1 0-1 0 0,-1-4 1 0 0,-21-63-199 0 0,23 64 189 0 0,2 0-27 0 0,1-14 26 0 0,-1 14 6 0 0,1 2-5 0 0,10-14 278 0 0,-6 18-135 0 0,-3-1-133 0 0,2 0 58 0 0,0 0-1 0 0,-1 0 1 0 0,1 1-1 0 0,0 0 0 0 0,-1 0 1 0 0,1 1-1 0 0,0-1 1 0 0,-1 1-1 0 0,0 0 1 0 0,9 4-1 0 0,62 41 280 0 0,-72-45-298 0 0,-2-2-28 0 0,0 0 0 0 0,0 0 1 0 0,-1 0-1 0 0,1 0 1 0 0,0 0-1 0 0,0 0 1 0 0,0 0-1 0 0,-1 0 1 0 0,1 0-1 0 0,0 1 1 0 0,0-1-1 0 0,-1 0 0 0 0,1 1 1 0 0,0-1-1 0 0,0 0 1 0 0,-1 1-1 0 0,1-1 1 0 0,0 2-1 0 0,1-1-32 0 0,-1 0-1 0 0,1 0 0 0 0,-1 0 1 0 0,1-1-1 0 0,-1 1 0 0 0,1 0 1 0 0,-1 0-1 0 0,1-1 0 0 0,0 1 1 0 0,-1-1-1 0 0,4 1 1 0 0,16 3-327 0 0,-16-3-121 0 0,0-1-139 0 0,16-1-167 0 0,-16 1-286 0 0,1-2-313 0 0,15-4-160 0 0,-16 4-1037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6:40.9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66 3368 0 0,'0'0'4805'0'0,"-2"-3"-4234"0"0,-7-8-119 0 0,6 9 782 0 0,4-2-1123 0 0,0 1-94 0 0,0 1 0 0 0,0 0 0 0 0,0 0 0 0 0,1-1 0 0 0,-1 1 0 0 0,0 0 0 0 0,1 0 0 0 0,0 0 0 0 0,-1 1 0 0 0,1-1-1 0 0,0 0 1 0 0,0 0 0 0 0,3-1 0 0 0,-2 1 25 0 0,1-1-32 0 0,13-5 13 0 0,-13 6 138 0 0,1 2-50 0 0,19 4 260 0 0,-23 1-264 0 0,1 12-10 0 0,-1-12 74 0 0,-1 0-100 0 0,0 18-12 0 0,0-17-5 0 0,-1-2-11 0 0,-1 14-10 0 0,1-14 32 0 0,1 1-45 0 0,-1 15-14 0 0,1-15 106 0 0,0 0-36 0 0,0 16 6 0 0,0-16 613 0 0,3-3-677 0 0,10 5-13 0 0,-10-5 11 0 0,1-3-9 0 0,14-3-25 0 0,-14 3-53 0 0,1 0 101 0 0,13 1 9 0 0,0 0 1 0 0,22 4 0 0 0,-35-2 73 0 0,-4-2-103 0 0,0 1 1 0 0,1-1-1 0 0,-1 1 1 0 0,1 0-1 0 0,-1 0 1 0 0,0 0-1 0 0,0 0 1 0 0,1 0-1 0 0,-1 0 1 0 0,0 0-1 0 0,2 3 1 0 0,-3-4 2 0 0,3 3 172 0 0,-3-2-180 0 0,0-1-1 0 0,0 1 1 0 0,0-1 0 0 0,0 1 0 0 0,0-1-1 0 0,0 1 1 0 0,1 0 0 0 0,-1-1 0 0 0,0 1-1 0 0,0-1 1 0 0,0 1 0 0 0,0-1 0 0 0,1 1-1 0 0,-1-1 1 0 0,0 1 0 0 0,0-1-1 0 0,1 1 1 0 0,-1-1 0 0 0,1 1 0 0 0,-1-1-1 0 0,0 1 1 0 0,1 0 0 0 0,0-1 8 0 0,0 1 0 0 0,0 0-1 0 0,-1 0 1 0 0,1 0 0 0 0,-1-1 0 0 0,1 1 0 0 0,-1 0 0 0 0,1 0-1 0 0,-1 0 1 0 0,1 0 0 0 0,-1 0 0 0 0,0 0 0 0 0,1 0 0 0 0,-1 0 0 0 0,0 0-1 0 0,0 0 1 0 0,0 0 0 0 0,0 0 0 0 0,0 0 0 0 0,0 1 0 0 0,-4 46 131 0 0,2-44-114 0 0,0 0-17 0 0,-7 14-16 0 0,6-14 23 0 0,3-4-19 0 0,0 1 0 0 0,-1-1 0 0 0,1 0 0 0 0,-1 0 0 0 0,1 1 0 0 0,-1-1 0 0 0,1 0 0 0 0,0 0 0 0 0,-1 1 0 0 0,1-1 0 0 0,-1 1 0 0 0,1-1 0 0 0,0 0 0 0 0,0 1 0 0 0,-1-1 0 0 0,1 1 0 0 0,0-1 0 0 0,0 0 0 0 0,-1 1 1 0 0,1-1-1 0 0,0 1 0 0 0,0-1 0 0 0,0 1 0 0 0,0-1 0 0 0,0 2 0 0 0,0-2-8 0 0,0 1 1 0 0,-1-1 0 0 0,1 1 0 0 0,0-1 0 0 0,0 1 0 0 0,0-1 0 0 0,0 1 0 0 0,0-1 0 0 0,-1 1-1 0 0,1-1 1 0 0,0 1 0 0 0,0-1 0 0 0,-1 0 0 0 0,1 1 0 0 0,0-1 0 0 0,-1 1 0 0 0,1-1 0 0 0,0 0-1 0 0,-1 1 1 0 0,1-1 0 0 0,-1 0 0 0 0,1 0 0 0 0,0 1 0 0 0,-1-1 0 0 0,0 0 0 0 0,0 0 1 0 0,1 0 1 0 0,-1 0-1 0 0,1 0 1 0 0,0 1-1 0 0,-1-1 1 0 0,1 0-1 0 0,-1 0 1 0 0,1 0-1 0 0,-1 0 1 0 0,1 0-1 0 0,0 0 1 0 0,-1 1-1 0 0,1-1 1 0 0,0 0-1 0 0,-1 0 1 0 0,1 0 0 0 0,-1 1-1 0 0,1-1 1 0 0,0 0-1 0 0,0 1 1 0 0,-1-1-1 0 0,1 0 1 0 0,0 1-1 0 0,-1-1 1 0 0,1 0-1 0 0,0 1 1 0 0,0 0-1 0 0,-1-1-57 0 0,1 1 0 0 0,0 0-1 0 0,-1-1 1 0 0,1 1-1 0 0,-1-1 1 0 0,1 1 0 0 0,0-1-1 0 0,-1 1 1 0 0,1-1 0 0 0,-1 0-1 0 0,1 1 1 0 0,-1-1-1 0 0,0 0 1 0 0,1 1 0 0 0,-1-1-1 0 0,1 0 1 0 0,-1 1 0 0 0,1-1-1 0 0,-1 0 1 0 0,0 0-1 0 0,1 0 1 0 0,-1 0 0 0 0,0 0-1 0 0,1 0 1 0 0,-1 0 0 0 0,0 0-1 0 0,1 0 1 0 0,-1 0 0 0 0,0 0-1 0 0,0 0 1 0 0,-3-1-532 0 0,0 1 0 0 0,-1-1 0 0 0,1 0 0 0 0,0 0 0 0 0,0-1 0 0 0,0 1 0 0 0,0-1 0 0 0,-5-3 0 0 0,5 3-1894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6:41.1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3356 0 0,'0'0'5490'0'0,"3"2"-4530"0"0,6 5-549 0 0,-2 0 0 0 0,1 0 0 0 0,-1 1 1 0 0,0 0-1 0 0,-1 0 0 0 0,1 1 1 0 0,-2 0-1 0 0,10 18 0 0 0,-8-13-439 0 0,4 6 100 0 0,-2 0 0 0 0,13 39 0 0 0,-18-44-775 0 0,-1 1 0 0 0,0-1 0 0 0,0 25 1 0 0,-2-31 261 0 0,-1 30-2209 0 0,-2-8-201 0 0,1-23-2051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6:41.8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150 17 3196 0 0,'-4'-2'1010'0'0,"-1"0"-610"0"0,1-1 0 0 0,-1 1 0 0 0,0 1 0 0 0,0-1 0 0 0,0 1 0 0 0,0 0-1 0 0,-7-1 1 0 0,6 2 38 0 0,1 2-34 0 0,-1 3-220 0 0,0-1 1 0 0,0 1-1 0 0,0-1 1 0 0,1 1-1 0 0,0 1 0 0 0,0-1 1 0 0,0 1-1 0 0,1 0 1 0 0,0 0-1 0 0,-7 13 1 0 0,6-3 17 0 0,0-1 0 0 0,0 1 1 0 0,2-1-1 0 0,0 1 0 0 0,1 0 0 0 0,0 1 1 0 0,2 28-1 0 0,1-15-40 0 0,2 1-1 0 0,2-1 0 0 0,8 33 1 0 0,-6-40-123 0 0,0 1 0 0 0,2-1 0 0 0,0-1 0 0 0,2 0 0 0 0,0 0 0 0 0,1-1 1 0 0,26 33-1 0 0,-27-41-200 0 0,0-1 1 0 0,0 0-1 0 0,2 0 0 0 0,-1-1 1 0 0,1-1-1 0 0,1 0 1 0 0,0-1-1 0 0,0 0 1 0 0,1-1-1 0 0,0-1 1 0 0,1 0-1 0 0,26 7 1 0 0,-28-10-435 0 0,0-1 1 0 0,0-1 0 0 0,0 0 0 0 0,0-1-1 0 0,0-1 1 0 0,26-2 0 0 0,-32 1 244 0 0,26-7-1364 0 0,1-4 56 0 0,-7 2-1186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6:43.8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51 139 3568 0 0,'0'0'9257'0'0,"-5"0"-9067"0"0,-15 2-32 0 0,15-2 565 0 0,4 0-710 0 0,0 0 0 0 0,0-1 0 0 0,0 1 0 0 0,0 0 0 0 0,0-1 0 0 0,0 1 0 0 0,0-1 1 0 0,0 1-1 0 0,0-1 0 0 0,1 1 0 0 0,-1-1 0 0 0,0 1 0 0 0,0-1 0 0 0,0 0 0 0 0,1 1 0 0 0,-1-1 0 0 0,0 0 0 0 0,1 0 0 0 0,-1 0 1 0 0,1 0-1 0 0,-1 0 0 0 0,1 1 0 0 0,-1-1 0 0 0,1 0 0 0 0,-1 0 0 0 0,1 0 0 0 0,0 0 0 0 0,0 0 0 0 0,-1 0 0 0 0,1 0 0 0 0,0 0 0 0 0,0 0 1 0 0,0-1-1 0 0,0 1 0 0 0,1-1 0 0 0,2-33 217 0 0,-2 31-278 0 0,11-14-62 0 0,-10 14 271 0 0,3 3-250 0 0,11-6 89 0 0,-12 6-40 0 0,0 3-49 0 0,1 2 84 0 0,0-1-1 0 0,-1 1 1 0 0,0 0-1 0 0,1 0 1 0 0,-1 1 0 0 0,0-1-1 0 0,-1 1 1 0 0,1-1 0 0 0,-1 1-1 0 0,4 8 1 0 0,-3-3 14 0 0,0 1 0 0 0,-1-1 0 0 0,0 1 0 0 0,0 0 0 0 0,-1 0 0 0 0,1 15 0 0 0,-2-15-25 0 0,0 3 62 0 0,0 1 0 0 0,-1-1 0 0 0,0 0-1 0 0,-1 0 1 0 0,-1 0 0 0 0,-6 25 0 0 0,6-27-41 0 0,1-5 2 0 0,0-1 0 0 0,-1 0 0 0 0,0 0-1 0 0,0 0 1 0 0,0 0 0 0 0,-1-1 0 0 0,-6 11 0 0 0,9-15-8 0 0,-1 1 0 0 0,1-1 1 0 0,-1 0-1 0 0,1 0 1 0 0,-1 0-1 0 0,0 0 1 0 0,0 0-1 0 0,1 0 0 0 0,-1 0 1 0 0,0-1-1 0 0,0 1 1 0 0,0 0-1 0 0,0 0 0 0 0,0-1 1 0 0,-1 2-1 0 0,-2 0-5 0 0,2 1-32 0 0,-3-5-75 0 0,1 0 102 0 0,3 1 5 0 0,0 0 0 0 0,-1 0-1 0 0,1 0 1 0 0,0 1 0 0 0,-1-1-1 0 0,1 0 1 0 0,-1 1 0 0 0,1-1-1 0 0,0 1 1 0 0,-1 0 0 0 0,-2-1-1 0 0,2-3-51 0 0,-7-11 18 0 0,7 11 14 0 0,1 0 8 0 0,-8-47-80 0 0,9 50 98 0 0,0 1 0 0 0,0-1 0 0 0,0 1 0 0 0,0 0 0 0 0,0-1 0 0 0,0 1 0 0 0,0-1-1 0 0,0 1 1 0 0,0-1 0 0 0,0 1 0 0 0,0-1 0 0 0,0 1 0 0 0,1 0 0 0 0,-1-1 0 0 0,0 1 0 0 0,0-1-1 0 0,0 1 1 0 0,1 0 0 0 0,-1-1 0 0 0,0 1 0 0 0,1 0 0 0 0,-1-1 0 0 0,0 1 0 0 0,1 0 0 0 0,0-1-1 0 0,4-10 194 0 0,1 12-152 0 0,74 13 25 0 0,-75-12-168 0 0,0-1-79 0 0,15 2-77 0 0,-15-2-118 0 0,0-2-87 0 0,4 1 111 0 0,0 0-1 0 0,-1-1 1 0 0,1 0 0 0 0,-1-1-1 0 0,1 0 1 0 0,-1 0 0 0 0,0-1-1 0 0,1 0 1 0 0,-2-1 0 0 0,1 1 0 0 0,0-1-1 0 0,-1-1 1 0 0,1 0 0 0 0,-1 0-1 0 0,-1 0 1 0 0,1-1 0 0 0,-1 0-1 0 0,0 0 1 0 0,9-11 0 0 0,-12 12 236 0 0,0 0-7 0 0,1 0 0 0 0,-1 0-1 0 0,0-1 1 0 0,0 1 0 0 0,0-1 0 0 0,-1 0 0 0 0,2-7 0 0 0,8-34 34 0 0,-11 42 170 0 0,1-13 191 0 0,0-5 49 0 0,-1 17 79 0 0,-1 0 41 0 0,2-50 1165 0 0,-2 51-1031 0 0,-2 1-400 0 0,0 2-49 0 0,-5-15 1209 0 0,1 18-977 0 0,-25 1 228 0 0,28 2-311 0 0,-11 10-22 0 0,10-10-17 0 0,2 0 0 0 0,-10 15-22 0 0,9-15-35 0 0,2 2 7 0 0,-4 14-34 0 0,4-14-32 0 0,4 19 46 0 0,-2-19-123 0 0,1-2 7 0 0,6 15-3 0 0,-6-15-9 0 0,1 0 4 0 0,10 12 19 0 0,-10-13-24 0 0,2 0-33 0 0,13 7 8 0 0,-13-8 12 0 0,-1-1 0 0 0,12 4 39 0 0,-12-4-34 0 0,2-2-23 0 0,0 1 59 0 0,-1-1 0 0 0,1 0 0 0 0,0-1 0 0 0,0 1 0 0 0,-1-1 0 0 0,9-4 0 0 0,-10 3 89 0 0,-3 3-137 0 0,0 0 1 0 0,0-1-1 0 0,0 1 1 0 0,0-1-1 0 0,-1 0 0 0 0,1 1 1 0 0,0-1-1 0 0,0 0 1 0 0,0 1-1 0 0,-1-1 1 0 0,1 0-1 0 0,0 0 0 0 0,-1 1 1 0 0,1-1-1 0 0,-1 0 1 0 0,1 0-1 0 0,-1 0 0 0 0,1 0 1 0 0,-1 0-1 0 0,0 0 1 0 0,1 0-1 0 0,-1 0 1 0 0,0 0-1 0 0,0 0 0 0 0,0-1 1 0 0,4-19 69 0 0,-4 16-58 0 0,-1 0-19 0 0,-3-9-303 0 0,-2 0 0 0 0,-12-25 0 0 0,16 36-160 0 0,-2-1-101 0 0,-34-22-3321 0 0,34 24 2230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6:44.0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 3792 0 0,'0'0'1195'0'0,"6"-2"66"0"0,16-5-142 0 0,-17 6-81 0 0,2 1-77 0 0,5 1-582 0 0,0 1-1 0 0,-1 1 1 0 0,1-1 0 0 0,-1 2-1 0 0,0 0 1 0 0,0 0 0 0 0,0 1-1 0 0,13 8 1 0 0,-11-5-245 0 0,0 2 0 0 0,-1-1 0 0 0,0 1 0 0 0,-1 1 0 0 0,0 0 0 0 0,-1 1 0 0 0,0 0 0 0 0,-1 1 0 0 0,0 0 0 0 0,-1 0 0 0 0,-1 1 1 0 0,0 0-1 0 0,0 0 0 0 0,-2 0 0 0 0,0 1 0 0 0,6 29 0 0 0,-8-27-373 0 0,-1 0 0 0 0,-1 1 0 0 0,0-1 0 0 0,-1 1 1 0 0,-1-1-1 0 0,-1 1 0 0 0,-1-1 0 0 0,0 0 0 0 0,-7 22 0 0 0,0-12-828 0 0,-1 1 0 0 0,-1-1 0 0 0,-2-1 0 0 0,0-1 0 0 0,-2 0 0 0 0,-1 0 0 0 0,-23 25 0 0 0,9-15-3021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6:45.8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118 4 1736 0 0,'-28'-3'984'0'0,"23"2"-89"0"0,0 3-128 0 0,1 0-568 0 0,0-1-1 0 0,1 1 1 0 0,-1 0 0 0 0,0 1 0 0 0,1-1 0 0 0,-1 1-1 0 0,1-1 1 0 0,0 1 0 0 0,0 0 0 0 0,0 0 0 0 0,0 0-1 0 0,0 1 1 0 0,1-1 0 0 0,-1 1 0 0 0,-3 7 0 0 0,1 6 33 0 0,-1 1 0 0 0,2 0 0 0 0,1 0 0 0 0,0 1-1 0 0,1-1 1 0 0,1 1 0 0 0,1-1 0 0 0,0 1 0 0 0,2-1 0 0 0,3 23 0 0 0,0-16-152 0 0,1-2-1 0 0,1 1 1 0 0,1-1-1 0 0,1 0 1 0 0,1-1 0 0 0,1 0-1 0 0,1 0 1 0 0,1-1-1 0 0,1-1 1 0 0,27 32-1 0 0,-26-37-216 0 0,0 0 0 0 0,1-2 0 0 0,0 1 0 0 0,1-2 0 0 0,1 0 0 0 0,0-2 0 0 0,0 0 0 0 0,1 0 0 0 0,0-2 0 0 0,1 0 0 0 0,0-2 0 0 0,40 9 0 0 0,-30-11-1035 0 0,0-1 0 0 0,0-1-1 0 0,0-1 1 0 0,33-5 0 0 0,-25 1-2135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6:46.2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29 2180 0 0,'0'0'2595'0'0,"0"-4"-1700"0"0,2-20 1326 0 0,3 24-1734 0 0,-1 0-377 0 0,1-1 0 0 0,-1 2 0 0 0,0-1 1 0 0,0 0-1 0 0,1 1 0 0 0,-1 0 0 0 0,0 0 0 0 0,0 0 0 0 0,0 0 0 0 0,1 1 0 0 0,-2 0 0 0 0,1 0 0 0 0,0 0 1 0 0,6 4-1 0 0,5 6 159 0 0,0 1 1 0 0,17 18-1 0 0,-24-23-220 0 0,28 30 8 0 0,-1 2 1 0 0,-2 1-1 0 0,-3 2 0 0 0,-1 1 0 0 0,-1 1 1 0 0,-3 2-1 0 0,24 62 0 0 0,-42-89-369 0 0,0 0-1 0 0,-2 1 1 0 0,0-1-1 0 0,-1 1 1 0 0,-1 1-1 0 0,-1-1 1 0 0,-1 0-1 0 0,-3 34 1 0 0,0-33-662 0 0,-2 0 1 0 0,0 0-1 0 0,-2 0 0 0 0,-14 36 0 0 0,2-15-2650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6:52.9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 5 2964 0 0,'0'0'2086'0'0,"-2"-2"-1241"0"0,-6-1 4736 0 0,9 15-3003 0 0,16 36-2670 0 0,1 7-487 0 0,1 18-425 0 0,17 86-7008 0 0,-35-152 3685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5:50.8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73 6 2568 0 0,'0'0'8986'0'0,"-4"1"-8758"0"0,-13 3-28 0 0,12-3 156 0 0,3 3-224 0 0,-12 37 205 0 0,13-37-241 0 0,0 1-121 0 0,-1 13 48 0 0,1-13 50 0 0,2 0-84 0 0,0 13-26 0 0,-1-13-77 0 0,19 8 227 0 0,-19-13-113 0 0,0-1 1 0 0,0 1-1 0 0,0 0 1 0 0,0 0-1 0 0,1-1 1 0 0,-1 1 0 0 0,0 0-1 0 0,0-1 1 0 0,0 1-1 0 0,0 0 1 0 0,0 0-1 0 0,1 0 1 0 0,-1-1 0 0 0,0 1-1 0 0,0 0 1 0 0,0 0-1 0 0,1 0 1 0 0,-1-1 0 0 0,0 1-1 0 0,0 0 1 0 0,0 0-1 0 0,1 0 1 0 0,-1 0-1 0 0,0-1 1 0 0,1 1 0 0 0,-1 0-1 0 0,0 0 1 0 0,0 0-1 0 0,1 0 1 0 0,-1 0-1 0 0,1 0 1 0 0,-1 0 4 0 0,1 0 1 0 0,0-1-1 0 0,-1 1 1 0 0,1 0-1 0 0,0-1 1 0 0,0 1-1 0 0,-1 0 1 0 0,1-1-1 0 0,-1 1 0 0 0,1-1 1 0 0,0 1-1 0 0,-1-1 1 0 0,1 1-1 0 0,-1-1 1 0 0,1 1-1 0 0,-1-1 0 0 0,1 0 1 0 0,-1 1-1 0 0,0-1 1 0 0,1-1-1 0 0,6-15 153 0 0,-6 12-90 0 0,1-41 256 0 0,-3 41-212 0 0,0 1-76 0 0,-7-17 46 0 0,5 19-198 0 0,-13-10 199 0 0,12 14-74 0 0,0 0 19 0 0,0 0 0 0 0,0 1 0 0 0,1-1 0 0 0,-1 1 0 0 0,1 0 0 0 0,0 0 0 0 0,-4 5 0 0 0,5-5-16 0 0,0 1-51 0 0,-3 12-33 0 0,3-12-7 0 0,3 1-373 0 0,-1-3 417 0 0,0-1 13 0 0,0 1 0 0 0,0-1-1 0 0,0 1 1 0 0,0-1 0 0 0,0 1-1 0 0,0-1 1 0 0,1 1 0 0 0,-1-1 0 0 0,0 1-1 0 0,1-1 1 0 0,-1 1 0 0 0,2 1 0 0 0,0-1-758 0 0,-1-1 748 0 0,0 0 0 0 0,1 0 1 0 0,0 0-1 0 0,-1 0 0 0 0,1 0 0 0 0,-1 0 1 0 0,1 0-1 0 0,0 0 0 0 0,0 0 0 0 0,3 0 1 0 0,17-5-16 0 0,-18 3 206 0 0,-4 1-155 0 0,0 0-1 0 0,0-1 1 0 0,1 1 0 0 0,-1-1-1 0 0,0 1 1 0 0,0 0-1 0 0,0-1 1 0 0,0 1-1 0 0,1 0 1 0 0,-1-1-1 0 0,0 1 1 0 0,0 0-1 0 0,1 0 1 0 0,-1-1-1 0 0,0 1 1 0 0,1 0-1 0 0,-1-1 1 0 0,0 1-1 0 0,1 0 1 0 0,-1 0-1 0 0,0 0 1 0 0,1 0-1 0 0,-1-1 1 0 0,0 1-1 0 0,1 0 1 0 0,0 0 0 0 0,0 0 15 0 0,-1 0 1 0 0,1 0 0 0 0,-1-1 0 0 0,1 1 0 0 0,-1 0-1 0 0,1 0 1 0 0,-1-1 0 0 0,1 1 0 0 0,-1 0 0 0 0,0-1-1 0 0,1 1 1 0 0,-1 0 0 0 0,1-1 0 0 0,-1 1 0 0 0,0 0-1 0 0,1-1 1 0 0,-1 1 0 0 0,0-1 0 0 0,1 1 0 0 0,-1-1-1 0 0,0 1 1 0 0,0-1 0 0 0,1 1 0 0 0,-1-1 0 0 0,0 1-1 0 0,0-1 1 0 0,0 1 0 0 0,0-1 0 0 0,0 1 0 0 0,0-1-1 0 0,0 0 1 0 0,1-2 9 0 0,-1 1 0 0 0,0-1 0 0 0,0 1 0 0 0,0-1 0 0 0,-1 1 0 0 0,1-1 1 0 0,0 1-1 0 0,-1 0 0 0 0,0-1 0 0 0,1 1 0 0 0,-1-1 0 0 0,0 1 0 0 0,-2-3 0 0 0,1 2 144 0 0,-3 4-137 0 0,-13 3-12 0 0,13-3 2 0 0,3 2-13 0 0,-8 9 4 0 0,8-9 2 0 0,1 1-10 0 0,-5 13 0 0 0,4-13-18 0 0,2 1-42 0 0,0-3 54 0 0,0 0 1 0 0,0 0-1 0 0,0 1 1 0 0,0-1-1 0 0,1 0 1 0 0,-1 0-1 0 0,1 0 1 0 0,-1 0-1 0 0,1 1 0 0 0,0-1 1 0 0,0 0-1 0 0,0 0 1 0 0,0 0-1 0 0,0 0 1 0 0,0-1-1 0 0,0 1 1 0 0,1 0-1 0 0,-1 0 1 0 0,1-1-1 0 0,-1 1 0 0 0,1-1 1 0 0,0 1-1 0 0,-1-1 1 0 0,1 0-1 0 0,0 0 1 0 0,3 2-1 0 0,-2-2 329 0 0,0-4-232 0 0,-1 1-52 0 0,-1 0 1 0 0,0 0 0 0 0,0 0-1 0 0,0 0 1 0 0,0 0 0 0 0,0 0-1 0 0,0-1 1 0 0,0 1 0 0 0,0 0-1 0 0,-1 0 1 0 0,0-1 0 0 0,1 1-1 0 0,-1-1 1 0 0,0 1 0 0 0,0 0-1 0 0,0-1 1 0 0,-1-2 0 0 0,-3 7-43 0 0,-12 3 2 0 0,12-4 13 0 0,0 9-2 0 0,3-10-26 0 0,1 0 0 0 0,-1 1 0 0 0,1-1-1 0 0,0 1 1 0 0,-1-1 0 0 0,1 0 0 0 0,0 1 0 0 0,-1-1 0 0 0,1 1 0 0 0,0-1 0 0 0,0 1-1 0 0,0-1 1 0 0,-1 1 0 0 0,1-1 0 0 0,0 1 0 0 0,0-1 0 0 0,0 1 0 0 0,0 0 0 0 0,0-1 0 0 0,0 1-1 0 0,0-1 1 0 0,0 1 0 0 0,0-1 0 0 0,0 1 0 0 0,0-1 0 0 0,1 1 0 0 0,-1-1 0 0 0,0 1-1 0 0,1 0 1 0 0,-1 0-4 0 0,1 0-1 0 0,-1 1 1 0 0,1-1-1 0 0,-1 0 1 0 0,1-1-1 0 0,0 1 1 0 0,0 0-1 0 0,-1 0 1 0 0,1 0-1 0 0,0 0 1 0 0,0 0-1 0 0,0-1 1 0 0,0 1-1 0 0,0 0 1 0 0,0-1-1 0 0,0 1 0 0 0,0-1 1 0 0,0 1-1 0 0,0-1 1 0 0,0 0-1 0 0,0 1 1 0 0,0-1-1 0 0,1 0 1 0 0,-1 0-1 0 0,0 1 1 0 0,0-1-1 0 0,0 0 1 0 0,0 0-1 0 0,1-1 1 0 0,-1 1-1 0 0,2 0 1 0 0,2-1-13 0 0,-5 0-99 0 0,1 0 126 0 0,0-1 0 0 0,0 1 0 0 0,0-1-1 0 0,1 1 1 0 0,-1 0 0 0 0,0 0 0 0 0,0 0 0 0 0,1 0 0 0 0,1-2 0 0 0,0 0 225 0 0,-1 0-150 0 0,-1-2-19 0 0,1 1-1 0 0,-1 0 1 0 0,0-1 0 0 0,0 1 0 0 0,0 0 0 0 0,-1-1 0 0 0,0 1 0 0 0,0-1 0 0 0,0-6-1 0 0,-5 13-129 0 0,-16 2 64 0 0,15-3 36 0 0,4 2-24 0 0,-7 10-3 0 0,6-9-2 0 0,2-1-33 0 0,-5 11 17 0 0,5-10-15 0 0,2-1-395 0 0,6 12 350 0 0,-5-12 2 0 0,2-4-167 0 0,13-3 210 0 0,-13 3 54 0 0,-4-1-20 0 0,1 1 1 0 0,0-1-1 0 0,-1 1 1 0 0,1 0-1 0 0,0 0 1 0 0,0-1-1 0 0,0 1 1 0 0,0 0-1 0 0,0 0 1 0 0,0 0-1 0 0,2-2 1 0 0,-2 3-3 0 0,1-3 58 0 0,0-1 48 0 0,-1-1 2 0 0,1-1 0 0 0,-1 0 0 0 0,0 1 0 0 0,-1-1 0 0 0,1-8 0 0 0,-2 9 202 0 0,1 5-308 0 0,0 0 0 0 0,-1 0 0 0 0,1 0-1 0 0,0 0 1 0 0,0 0 0 0 0,-1-1 0 0 0,1 1 0 0 0,0 0-1 0 0,0 0 1 0 0,-1 0 0 0 0,1 0 0 0 0,0-1 0 0 0,0 1-1 0 0,0 0 1 0 0,-1 0 0 0 0,1-1 0 0 0,0 1 0 0 0,0 0-1 0 0,0 0 1 0 0,0-1 0 0 0,-1 1 0 0 0,1 0 0 0 0,0 0 0 0 0,0-1-1 0 0,0 1 1 0 0,0 0 0 0 0,0-1 0 0 0,0 1 0 0 0,0 0-1 0 0,0-1 1 0 0,0 1 0 0 0,0 0 0 0 0,0-1 0 0 0,0 1 10 0 0,0-1 0 0 0,0 1 0 0 0,0-1 1 0 0,0 0-1 0 0,0 1 0 0 0,0-1 0 0 0,0 1 1 0 0,0-1-1 0 0,-1 1 0 0 0,1-1 0 0 0,0 1 1 0 0,0-1-1 0 0,-1 1 0 0 0,1-1 0 0 0,0 1 1 0 0,0 0-1 0 0,-1-1 0 0 0,1 1 0 0 0,0-1 1 0 0,-1 1-1 0 0,1 0 0 0 0,-1-1 0 0 0,1 1 1 0 0,-1 0-1 0 0,1-1 0 0 0,-1 1 0 0 0,1 0 1 0 0,0 0-1 0 0,-1-1 0 0 0,0 1 1 0 0,1 0-1 0 0,-1 0 0 0 0,1 0 0 0 0,-1 0 1 0 0,0 0-1 0 0,-24-2 147 0 0,23 4-143 0 0,0 0 0 0 0,0 0 0 0 0,0-1 0 0 0,0 2 0 0 0,0-1 0 0 0,0 0 0 0 0,0 0-1 0 0,1 0 1 0 0,-1 1 0 0 0,1-1 0 0 0,-1 1 0 0 0,0 2 0 0 0,0-1 58 0 0,2 0-52 0 0,0 1-23 0 0,-3 13-65 0 0,7-16 28 0 0,12 5-30 0 0,-12-6 56 0 0,0-3-5 0 0,10-7 22 0 0,-11 7-7 0 0,-1-1-40 0 0,8-9-49 0 0,-8 9-110 0 0,-1-1-1410 0 0,1-1 1079 0 0,1-3 397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5:51.7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27 2944 0 0,'0'0'9704'0'0,"5"2"-9668"0"0,12 3-8 0 0,-12-4-1 0 0,-1-1 5 0 0,15-4-8 0 0,-14 3-6 0 0,-1 1 10 0 0,41-10 40 0 0,-40 9-55 0 0,14-6 111 0 0,-16 6 311 0 0,16-5-108 0 0,-16 4-263 0 0,2 0 1892 0 0,-2 4-1797 0 0,12 4 5 0 0,-11-4-20 0 0,-4 4 7 0 0,-1 51 189 0 0,-1 32-108 0 0,0 7-297 0 0,0-35-441 0 0,-4 58-4367 0 0,5-114 4122 0 0,1 0-2077 0 0,-3 15 1624 0 0,3-15-7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5:51.9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17 183 2860 0 0,'-2'-3'1216'0'0,"0"0"-927"0"0,0 1 1 0 0,1-1-1 0 0,-1 0 1 0 0,1 0-1 0 0,0 0 1 0 0,-1 0-1 0 0,1 0 1 0 0,1-1-1 0 0,-1 1 1 0 0,0 0-1 0 0,1 0 1 0 0,0 0-1 0 0,-1-1 1 0 0,1 1-1 0 0,1 0 1 0 0,-1 0-1 0 0,1-5 1 0 0,0 4-133 0 0,3 2-33 0 0,18-11-375 0 0,-1 2-1 0 0,2 0 1 0 0,44-15-1 0 0,30-12-5127 0 0,-65 23 2236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5:52.3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1 2944 0 0,'0'0'6862'0'0,"-2"3"-6640"0"0,0-1-161 0 0,1 0 1 0 0,0 0 0 0 0,-1 0 0 0 0,1 0-1 0 0,0 0 1 0 0,0 0 0 0 0,0 0 0 0 0,0 0-1 0 0,0 1 1 0 0,1-1 0 0 0,-1 0 0 0 0,1 1-1 0 0,-1-1 1 0 0,1 0 0 0 0,0 1 0 0 0,0-1-1 0 0,1 4 122 0 0,-2-6-176 0 0,1 1 1 0 0,0 0 0 0 0,0 0-1 0 0,0-1 1 0 0,0 1-1 0 0,-1 0 1 0 0,1-1 0 0 0,0 1-1 0 0,0 0 1 0 0,1 0 0 0 0,-1-1-1 0 0,0 1 1 0 0,0 0-1 0 0,0 0 1 0 0,0-1 0 0 0,1 1-1 0 0,-1 0 1 0 0,0-1 0 0 0,1 2-1 0 0,3 11 115 0 0,-2-10-98 0 0,0 1-1 0 0,0-1 1 0 0,0 1-1 0 0,1-1 1 0 0,-1 0-1 0 0,1 0 1 0 0,0 0-1 0 0,6 5 1 0 0,-6-5 8 0 0,-1-3-36 0 0,-1 1 0 0 0,0-1 0 0 0,1 0 0 0 0,-1 1 0 0 0,1-1 0 0 0,-1 1-1 0 0,0 0 1 0 0,1-1 0 0 0,-1 1 0 0 0,0 0 0 0 0,0 0 0 0 0,2 1-1 0 0,0 0-9 0 0,1 0 22 0 0,1 1 26 0 0,40 20 191 0 0,-41-21-135 0 0,0 1 9 0 0,11 6 10 0 0,-11-6 160 0 0,-4-3-263 0 0,0 1 0 0 0,0-1 0 0 0,0 0 0 0 0,0 1 0 0 0,0-1 0 0 0,0 0 0 0 0,0 1 0 0 0,1-1 0 0 0,-1 0 0 0 0,0 1 0 0 0,0-1 0 0 0,0 0 0 0 0,0 1 0 0 0,0-1 0 0 0,1 0 0 0 0,-1 1 0 0 0,0-1 0 0 0,0 0 0 0 0,1 1 0 0 0,-1-1 0 0 0,0 0 0 0 0,0 0-1 0 0,1 0 1 0 0,-1 1 0 0 0,0-1 0 0 0,1 0 0 0 0,-1 0 0 0 0,0 0 0 0 0,1 0 0 0 0,-1 1 0 0 0,1-1 0 0 0,0 0 18 0 0,-1 0 0 0 0,1 1 0 0 0,0-1 0 0 0,-1 0 0 0 0,1 1 0 0 0,-1-1 0 0 0,1 1 0 0 0,0-1 0 0 0,-1 1 0 0 0,1-1 0 0 0,-1 1 0 0 0,1-1 0 0 0,-1 1 0 0 0,1 0 0 0 0,-1-1 0 0 0,0 1 0 0 0,1 0 0 0 0,-1-1 0 0 0,0 1 0 0 0,1 0 0 0 0,-1-1 0 0 0,0 1 0 0 0,0 0 0 0 0,0 0 0 0 0,0 0 0 0 0,1 2-6 0 0,-1 1-1 0 0,1-1 0 0 0,-1 0 1 0 0,0 0-1 0 0,-1 1 1 0 0,1-1-1 0 0,-1 0 0 0 0,1 0 1 0 0,-1 0-1 0 0,-2 6 1 0 0,1-5 1 0 0,-1-1-19 0 0,-35 28-579 0 0,34-28 206 0 0,-14 3-394 0 0,14-4 603 0 0,0 0-439 0 0,-1-1-1019 0 0,-16 1 540 0 0,15-2-140 0 0,2-1-2214 0 0,-20-8-246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5:52.5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67 2720 0 0,'0'0'1344'0'0,"14"-27"1429"0"0,7 7-1381 0 0,6 7-860 0 0,6 6-544 0 0,5 11-1736 0 0,1 2-5213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5:52.8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1 2492 0 0,'0'0'4443'0'0,"0"5"-3725"0"0,-1 14-161 0 0,1-1-1 0 0,0 1 1 0 0,2-1 0 0 0,3 21 0 0 0,3 1-1089 0 0,14 39 1 0 0,-3-36-5107 0 0,-17-39 5361 0 0,1 0-3142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5:53.3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 0 2604 0 0,'0'0'4083'0'0,"-3"3"-3155"0"0,-1 1-572 0 0,0 1 0 0 0,0 0-1 0 0,0 1 1 0 0,1-1-1 0 0,0 1 1 0 0,0-1 0 0 0,0 1-1 0 0,1 0 1 0 0,0 0 0 0 0,0 0-1 0 0,0 1 1 0 0,0 8-1 0 0,1-10 6 0 0,10 18 272 0 0,-6-20-498 0 0,11 10-17 0 0,-10-9-14 0 0,0-3 9 0 0,13 6 2 0 0,-12-6-19 0 0,1 1-16 0 0,53 12 318 0 0,-53-13-274 0 0,0 0-4 0 0,19 2-6 0 0,-19-2 13 0 0,0 0 14 0 0,17 3-6 0 0,-17-3-29 0 0,-6 0-98 0 0,1-1 0 0 0,-1 0-1 0 0,0 1 1 0 0,1-1 0 0 0,-1 1 0 0 0,1-1 0 0 0,-1 0-1 0 0,0 0 1 0 0,1 1 0 0 0,-1-1 0 0 0,1 0 0 0 0,-1 0-1 0 0,1 1 1 0 0,-1-1 0 0 0,1 0 0 0 0,0 0 0 0 0,-1 0-1 0 0,1 0 1 0 0,-1 0 0 0 0,1 0 0 0 0,-1 0-1 0 0,1 0 1 0 0,0 0 0 0 0,0 0 14 0 0,0 0-1 0 0,0 0 1 0 0,0 0-1 0 0,0 0 1 0 0,0 0-1 0 0,1 0 1 0 0,-1 0-1 0 0,0 1 1 0 0,0-1-1 0 0,0 0 1 0 0,-1 1-1 0 0,1-1 1 0 0,0 0-1 0 0,0 1 1 0 0,0-1-1 0 0,0 1 1 0 0,1 1-1 0 0,29 28 463 0 0,-29-27-320 0 0,-1 3-98 0 0,-1 0-54 0 0,0 0-1 0 0,0-1 0 0 0,-1 1 1 0 0,0-1-1 0 0,0 1 0 0 0,0-1 1 0 0,0 1-1 0 0,-1-1 0 0 0,0 1 1 0 0,0-1-1 0 0,-1 0 0 0 0,1 0 1 0 0,-7 8-1 0 0,4-5-285 0 0,-1-1 0 0 0,-1 1 0 0 0,1-1 0 0 0,-1 0 0 0 0,-1-1 0 0 0,1 0 0 0 0,-1 0 0 0 0,0 0 0 0 0,0-1 0 0 0,-1 0 0 0 0,0-1 0 0 0,-12 5 0 0 0,17-8-753 0 0,-2 0-200 0 0,-16 0-242 0 0,16-1-222 0 0,2-2-1139 0 0,-18-7-2029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5:53.8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0 174 2252 0 0,'3'-4'1346'0'0,"8"-5"-654"0"0,0 0 0 0 0,1 1 0 0 0,0 0 0 0 0,0 1 0 0 0,14-6 0 0 0,67-28 716 0 0,-40 21-774 0 0,37-16 412 0 0,-85 33-841 0 0,17-2 126 0 0,-18 2-272 0 0,2 2 244 0 0,-2 0-118 0 0,15-4 24 0 0,-14 4 528 0 0,-5 1-727 0 0,0 1-1 0 0,0-1 0 0 0,0 0 1 0 0,0 0-1 0 0,0 1 0 0 0,0-1 1 0 0,1 0-1 0 0,-1 0 1 0 0,0 1-1 0 0,0-1 0 0 0,0 0 1 0 0,0 0-1 0 0,1 0 1 0 0,-1 1-1 0 0,0-1 0 0 0,0 0 1 0 0,1 0-1 0 0,-1 0 0 0 0,0 0 1 0 0,0 1-1 0 0,1-1 1 0 0,-1 0-1 0 0,0 0 0 0 0,0 0 1 0 0,1 0-1 0 0,-1 0 0 0 0,0 0 1 0 0,1 0-1 0 0,-1 0 1 0 0,0 0-1 0 0,0 0 0 0 0,1 0 1 0 0,-1 0-1 0 0,1 0 8 0 0,-1 0 0 0 0,1 0-1 0 0,0 0 1 0 0,-1 0 0 0 0,1 0-1 0 0,-1 0 1 0 0,1 0 0 0 0,-1 0-1 0 0,1 0 1 0 0,-1 1 0 0 0,0-1-1 0 0,1 0 1 0 0,-1 0 0 0 0,1 0 0 0 0,-1 1-1 0 0,1-1 1 0 0,-1 0 0 0 0,0 1-1 0 0,1-1 1 0 0,-1 0 0 0 0,1 1-1 0 0,-1-1 1 0 0,0 0 0 0 0,1 1 0 0 0,-1-1-1 0 0,0 1 1 0 0,0-1 0 0 0,1 1-1 0 0,-1-1 1 0 0,0 1 0 0 0,0-1-1 0 0,0 1 1 0 0,0-1 0 0 0,0 1-1 0 0,1-1 1 0 0,-1 1 0 0 0,0-1 0 0 0,0 1-1 0 0,0 22 116 0 0,0-17 12 0 0,-2 0-40 0 0,-10 84 158 0 0,12-85-246 0 0,0 2 2 0 0,0 20 0 0 0,0-20 0 0 0,1-1-18 0 0,8 29-12 0 0,-4-30 10 0 0,-3 3-61 0 0,-1-6 47 0 0,0-1-1 0 0,0 1 1 0 0,0-1-1 0 0,0 1 1 0 0,1-1-1 0 0,-1 1 1 0 0,0-1-1 0 0,1 0 1 0 0,-1 0-1 0 0,3 2 1 0 0,-1 0-68 0 0,19 4-64 0 0,-18-6 86 0 0,2-1-20 0 0,16-3 7 0 0,-16 3 81 0 0,-2-3 41 0 0,1 0 18 0 0,0 0 1 0 0,0 0-1 0 0,0-1 0 0 0,0 0 1 0 0,0 0-1 0 0,-1 0 1 0 0,0-1-1 0 0,0 1 1 0 0,0-1-1 0 0,5-10 1 0 0,-4 1 76 0 0,0-1 0 0 0,-1 1 0 0 0,3-27 0 0 0,-5-8-400 0 0,-2 44-92 0 0,-3 1-151 0 0,-1-1 132 0 0,0 1 0 0 0,0 0 0 0 0,0 0 0 0 0,-1 0 0 0 0,-6-5 0 0 0,7 7-691 0 0,-2 1-340 0 0,-1-1 861 0 0,-4-1-113 0 0,-1 3-2667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5:54.0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 4332 0 0,'11'-2'500'0'0,"-1"0"-1"0"0,1 1 0 0 0,0 0 0 0 0,0 1 1 0 0,0 1-1 0 0,0-1 0 0 0,0 1 1 0 0,0 1-1 0 0,-1 0 0 0 0,1 1 0 0 0,0 0 1 0 0,-1 0-1 0 0,0 1 0 0 0,0 1 0 0 0,0 0 1 0 0,-1 0-1 0 0,14 10 0 0 0,-8-5-296 0 0,0 2 0 0 0,-1 0 0 0 0,-1 0 1 0 0,0 1-1 0 0,-1 1 0 0 0,0 0 0 0 0,-1 0 0 0 0,0 2 0 0 0,-2-1 0 0 0,0 1 0 0 0,0 0 0 0 0,-2 1 0 0 0,8 23 0 0 0,-9-22-339 0 0,-2 1-1 0 0,0-1 0 0 0,-1 1 0 0 0,0 1 1 0 0,-2-1-1 0 0,-1 0 0 0 0,0 0 0 0 0,-1 0 1 0 0,-1 0-1 0 0,-1 0 0 0 0,0 0 0 0 0,-10 29 1 0 0,1-17-1353 0 0,-1 0 1 0 0,-1-1 0 0 0,-2 0-1 0 0,-1-1 1 0 0,-23 30 0 0 0,9-22-3927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5:54.6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82 1 3320 0 0,'-29'3'1383'0'0,"28"-3"-1297"0"0,0 0 0 0 0,0 0 0 0 0,0 0 0 0 0,-1 0 0 0 0,1 1 0 0 0,0-1 0 0 0,0 0 0 0 0,0 1 0 0 0,0-1-1 0 0,0 1 1 0 0,0-1 0 0 0,0 1 0 0 0,0 0 0 0 0,1-1 0 0 0,-1 1 0 0 0,0 0 0 0 0,0 0 0 0 0,0-1 0 0 0,1 1 0 0 0,-1 0 0 0 0,0 0 0 0 0,0 1 0 0 0,0 0 189 0 0,-5 7 595 0 0,0 13-578 0 0,0 0-1 0 0,2 0 1 0 0,1 1-1 0 0,0-1 0 0 0,2 1 1 0 0,0 0-1 0 0,2-1 1 0 0,0 1-1 0 0,2-1 0 0 0,0 1 1 0 0,14 42-1 0 0,-5-23-270 0 0,3 0-1 0 0,1-1 1 0 0,3-1 0 0 0,1-1-1 0 0,34 52 1 0 0,-36-66-417 0 0,1 0-1 0 0,32 32 1 0 0,-39-46-517 0 0,0 0 1 0 0,1-1-1 0 0,-1 0 0 0 0,2-1 0 0 0,0 0 0 0 0,18 8 1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7:00.8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59 1660 0 0,'0'0'10978'0'0,"1"5"-10957"0"0,-1-2-20 0 0,1 0 1 0 0,0 0-1 0 0,1 0 0 0 0,-1 0 0 0 0,0 0 0 0 0,1 0 1 0 0,0 0-1 0 0,-1-1 0 0 0,1 1 0 0 0,0-1 0 0 0,0 1 0 0 0,1-1 1 0 0,-1 0-1 0 0,0 0 0 0 0,1 0 0 0 0,-1 0 0 0 0,1 0 1 0 0,3 2-1 0 0,-2-3-27 0 0,1-2-92 0 0,-3 0 107 0 0,1 0-1 0 0,-1 0 1 0 0,0-1 0 0 0,1 1 0 0 0,-1 0-1 0 0,0-1 1 0 0,1 1 0 0 0,-1-1 0 0 0,0 0-1 0 0,0 0 1 0 0,-1 1 0 0 0,5-6 0 0 0,-4 4-3 0 0,-3-5-12 0 0,0 1 18 0 0,0-1-1 0 0,0 1 0 0 0,-4-13 0 0 0,3 16 12 0 0,2 4-3 0 0,-1 0 0 0 0,1 0 0 0 0,0 0 0 0 0,-1 0 0 0 0,1-1 0 0 0,0 1-1 0 0,-1 0 1 0 0,1 0 0 0 0,0 0 0 0 0,-1 0 0 0 0,1-1 0 0 0,0 1-1 0 0,-1 0 1 0 0,1 0 0 0 0,0-1 0 0 0,0 1 0 0 0,-1 0 0 0 0,1-1-1 0 0,0 1 1 0 0,0 0 0 0 0,-1-1 0 0 0,1 1 0 0 0,0 0 0 0 0,0-1-1 0 0,0 1 1 0 0,0 0 0 0 0,0-1 0 0 0,-1 0 1 0 0,1 0 1 0 0,-1 0-1 0 0,1 0 0 0 0,-1 0 1 0 0,1 0-1 0 0,-1 0 0 0 0,0 0 1 0 0,0 0-1 0 0,1 0 0 0 0,-1 0 1 0 0,0 0-1 0 0,0 1 0 0 0,0-1 0 0 0,-1 0 1 0 0,-2-1 2 0 0,-1 0 0 0 0,1 0-1 0 0,-1 1 1 0 0,1-1 0 0 0,-1 1 0 0 0,0 1 0 0 0,0-1 0 0 0,-7 0 79 0 0,8 3-19 0 0,3-1-54 0 0,0-1-5 0 0,0 0 0 0 0,-1 1-1 0 0,1-1 1 0 0,-1 0 0 0 0,1 1 0 0 0,0 0 0 0 0,0-1-1 0 0,-1 1 1 0 0,1 0 0 0 0,0 0 0 0 0,0 0 0 0 0,-2 1 55 0 0,-5 17 5 0 0,6-15 49 0 0,2 0-73 0 0,3 20-2 0 0,-1-21-31 0 0,7 11-2 0 0,-7-10 111 0 0,1-2-156 0 0,1 1-9 0 0,-1-1 0 0 0,1 0 0 0 0,0-1 0 0 0,1 1-1 0 0,-1 0 1 0 0,0-1 0 0 0,8 1 0 0 0,-7-1 2 0 0,-1-3-268 0 0,10-4 320 0 0,-11 4-1 0 0,-1-2 8 0 0,7-10-3 0 0,-7 11 5 0 0,-3-2 20 0 0,-3-13 89 0 0,3 13-84 0 0,-1 2-54 0 0,1 2 11 0 0,0-1 0 0 0,0 1-1 0 0,0 0 1 0 0,0 0-1 0 0,0-1 1 0 0,0 1-1 0 0,0 0 1 0 0,0 0-1 0 0,-1 0 1 0 0,1 0 0 0 0,0 1-1 0 0,-1-1 1 0 0,1 0-1 0 0,0 1 1 0 0,-1-1-1 0 0,1 0 1 0 0,-1 1-1 0 0,1 0 1 0 0,-1-1 0 0 0,0 1-1 0 0,1 0 1 0 0,-1 0-1 0 0,1 0 1 0 0,-1 0-1 0 0,1 0 1 0 0,-1 0-1 0 0,0 0 1 0 0,1 1 0 0 0,-3 0-1 0 0,2 0 4 0 0,1 0 1 0 0,0 0 0 0 0,0 0-1 0 0,0 0 1 0 0,0 0-1 0 0,0-1 1 0 0,0 1 0 0 0,-1 0-1 0 0,1-1 1 0 0,0 1-1 0 0,0-1 1 0 0,0 1 0 0 0,-3 0 55 0 0,2 2-11 0 0,0-1-40 0 0,-6 14-48 0 0,8-11 69 0 0,2 13 10 0 0,-1-13 6 0 0,-1-5-46 0 0,1 0-1 0 0,-1 0 0 0 0,1 0 0 0 0,-1 0 0 0 0,0 0 0 0 0,1 0 0 0 0,-1 0 0 0 0,0 0 0 0 0,1 0 0 0 0,-1 0 0 0 0,0 1 0 0 0,1-1 0 0 0,-1 0 0 0 0,0 0 0 0 0,1 0 0 0 0,-1 1 0 0 0,0-1 0 0 0,1 0 0 0 0,-1 0 0 0 0,0 1 0 0 0,0-1 0 0 0,1 0 0 0 0,-1 1 0 0 0,0-1 0 0 0,0 0 0 0 0,0 0 0 0 0,1 1 0 0 0,-1-1 0 0 0,0 1 0 0 0,0 0-7 0 0,1-1 0 0 0,-1 1 1 0 0,1 0-1 0 0,-1 0 0 0 0,1-1 0 0 0,-1 1 0 0 0,1 0 0 0 0,-1-1 1 0 0,1 1-1 0 0,0-1 0 0 0,-1 1 0 0 0,1-1 0 0 0,0 1 0 0 0,-1-1 1 0 0,1 1-1 0 0,0-1 0 0 0,0 0 0 0 0,-1 1 0 0 0,1-1 0 0 0,1 0 0 0 0,15 5-124 0 0,-13-4 1 0 0,1-2-126 0 0,14 0 173 0 0,-14 1 35 0 0,-1-1-108 0 0,31-17-10 0 0,-32 16 199 0 0,-2-3-37 0 0,3-12 35 0 0,-4 13 50 0 0,-1 0-28 0 0,-6-13-10 0 0,5 13 62 0 0,2 4-98 0 0,-1 0 0 0 0,1 0 0 0 0,-1 0 1 0 0,1 0-1 0 0,0 0 0 0 0,-1 0 0 0 0,1 0 1 0 0,-1 0-1 0 0,1-1 0 0 0,0 1 0 0 0,-1 0 0 0 0,1 0 1 0 0,-1 0-1 0 0,1-1 0 0 0,0 1 0 0 0,-1 0 1 0 0,1 0-1 0 0,0-1 0 0 0,0 1 0 0 0,-1 0 0 0 0,1-1 1 0 0,0 1-1 0 0,0 0 0 0 0,-1-1 0 0 0,1 1 1 0 0,0-1-1 0 0,-1 1 2 0 0,1-1 0 0 0,0 1 1 0 0,0-1-1 0 0,-1 1 0 0 0,1-1 1 0 0,-1 1-1 0 0,1-1 0 0 0,0 1 1 0 0,-1 0-1 0 0,1-1 1 0 0,-1 1-1 0 0,1 0 0 0 0,-1-1 1 0 0,1 1-1 0 0,-1 0 0 0 0,1 0 1 0 0,-1 0-1 0 0,1-1 0 0 0,-1 1 1 0 0,1 0-1 0 0,-1 0 0 0 0,1 0 1 0 0,-1 0-1 0 0,0 0 0 0 0,1 0 1 0 0,-1 0-1 0 0,1 0 0 0 0,-1 0 1 0 0,1 0-1 0 0,-1 0 0 0 0,0 0 1 0 0,0 1-1 0 0,-19 2 11 0 0,15-2 77 0 0,4 0-84 0 0,-1 0 0 0 0,1 0-1 0 0,-1 1 1 0 0,1-1-1 0 0,0 0 1 0 0,0 1 0 0 0,-1-1-1 0 0,1 1 1 0 0,-1 2-1 0 0,-1 0 166 0 0,3 0-179 0 0,0 1-1 0 0,1 0 1 0 0,-1 0-1 0 0,1 0 1 0 0,0-1-1 0 0,0 1 1 0 0,1 0-1 0 0,0-1 1 0 0,2 6-1 0 0,-2-7-63 0 0,1 0 55 0 0,8 9 16 0 0,-8-9 7 0 0,3-3-88 0 0,15-3-54 0 0,-16 3 210 0 0,1-22-68 0 0,-5 18-10 0 0,-2-1-11 0 0,-3-13 6 0 0,4 13-7 0 0,-20-7-62 0 0,18 15 110 0 0,-6 9 0 0 0,6-9 3 0 0,2 2-24 0 0,-3 15 14 0 0,3-15-59 0 0,1-1-135 0 0,3 12 127 0 0,-2-12-11 0 0,8 1-550 0 0,-10-5 588 0 0,1 1 1 0 0,-1-1-1 0 0,1 0 1 0 0,-1 1 0 0 0,1-1-1 0 0,-1 0 1 0 0,1 1-1 0 0,0-1 1 0 0,-1 0-1 0 0,1 0 1 0 0,-1 1-1 0 0,1-1 1 0 0,0 0 0 0 0,-1 0-1 0 0,1 0 1 0 0,0 0-1 0 0,-1 0 1 0 0,1 0-1 0 0,-1 0 1 0 0,1 0-1 0 0,0 0 1 0 0,-1 0 0 0 0,1 0-1 0 0,0-1 1 0 0,-1 1-1 0 0,1 0 1 0 0,-1 0-1 0 0,2-1 1 0 0,-1 0 6 0 0,1 0 0 0 0,0 0-1 0 0,0 0 1 0 0,-1 0 0 0 0,1-1 0 0 0,-1 1 0 0 0,1-1 0 0 0,-1 1 0 0 0,0-1-1 0 0,1 1 1 0 0,-1-1 0 0 0,0 0 0 0 0,0 1 0 0 0,0-1 0 0 0,0 0-1 0 0,0 0 1 0 0,-1 0 0 0 0,1 0 0 0 0,0 0 0 0 0,-1 0 0 0 0,0 0-1 0 0,1 0 1 0 0,-1 0 0 0 0,0 0 0 0 0,0 0 0 0 0,0 0 0 0 0,0 0-1 0 0,-1-4 1 0 0,0 2 161 0 0,-2 1-114 0 0,-12-9-20 0 0,11 13 14 0 0,-13 3 11 0 0,12-2 164 0 0,3 0-146 0 0,1 1-44 0 0,-1-1 0 0 0,1 0 0 0 0,0 1 1 0 0,0-1-1 0 0,0 1 0 0 0,0-1 0 0 0,1 1 0 0 0,-1 0 1 0 0,1-1-1 0 0,0 1 0 0 0,-1 0 0 0 0,1-1 0 0 0,0 1 1 0 0,1 0-1 0 0,-1-1 0 0 0,0 1 0 0 0,1 0 1 0 0,-1-1-1 0 0,1 1 0 0 0,0 0 0 0 0,2 3 0 0 0,-1-2 16 0 0,7 1-18 0 0,-9-5-19 0 0,1 0 1 0 0,-1 1 0 0 0,0-1-1 0 0,1 0 1 0 0,-1 1-1 0 0,0-1 1 0 0,1 0-1 0 0,-1 1 1 0 0,1-1 0 0 0,-1 0-1 0 0,1 0 1 0 0,-1 1-1 0 0,1-1 1 0 0,-1 0 0 0 0,1 0-1 0 0,-1 0 1 0 0,1 0-1 0 0,-1 0 1 0 0,1 1-1 0 0,-1-1 1 0 0,1 0 0 0 0,-1 0-1 0 0,1 0 1 0 0,-1-1-1 0 0,1 1 1 0 0,0 0-1 0 0,-1 0 1 0 0,1 0 0 0 0,-1 0-1 0 0,1 0 1 0 0,0-1-1 0 0,14-4 3 0 0,-12 3 3 0 0,-2-2-64 0 0,3-12 41 0 0,-3 12 2 0 0,-2 0-20 0 0,1 3 48 0 0,0-1-12 0 0,-1 1 1 0 0,1 0-1 0 0,0-1 1 0 0,0 1 0 0 0,-1 0-1 0 0,1-1 1 0 0,-1 1 0 0 0,1 0-1 0 0,-1 0 1 0 0,1 0-1 0 0,-1-1 1 0 0,0 1 0 0 0,0 0-1 0 0,1 0 1 0 0,-1 0 0 0 0,0 0-1 0 0,0 0 1 0 0,0 0-1 0 0,0 0 1 0 0,0 1 0 0 0,0-1-1 0 0,-1 0 1 0 0,1 0 0 0 0,0 1-1 0 0,0-1 1 0 0,0 1-1 0 0,-1-1 1 0 0,-1 0 0 0 0,1 2 13 0 0,1 0 0 0 0,0-1 0 0 0,0 1 0 0 0,0 0 0 0 0,0 0 0 0 0,0 0 0 0 0,0 0 0 0 0,0 0 0 0 0,0 0 0 0 0,0 0 0 0 0,1 0 0 0 0,-1 0 0 0 0,0 0 0 0 0,1 0 0 0 0,-1 1 0 0 0,0-1 0 0 0,0 3 0 0 0,-5 14 108 0 0,4-14 147 0 0,2 1-246 0 0,2 16 1 0 0,-2-16 81 0 0,19 3-75 0 0,-15-6-37 0 0,-4-2-11 0 0,1 0 16 0 0,0-1 0 0 0,0 1 0 0 0,0 0-1 0 0,-1-1 1 0 0,1 1 0 0 0,0 0 0 0 0,0-1 0 0 0,-1 1 0 0 0,1-1 0 0 0,0 1 0 0 0,-1-1 0 0 0,1 1 0 0 0,-1-1 0 0 0,1 1 0 0 0,0-1 0 0 0,-1 0 0 0 0,1 1 0 0 0,-1-1 0 0 0,0 0 0 0 0,1 0-1 0 0,-1 1 1 0 0,0-1 0 0 0,1 0 0 0 0,-1 0 0 0 0,0 1 0 0 0,0-1 0 0 0,1-1 0 0 0,1-18-52 0 0,-2 19 57 0 0,1-4-52 0 0,-7-5-304 0 0,1-1-4187 0 0,2 9 1951 0 0,-15-7-1843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7:02.5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28 2496 0 0,'0'0'5024'0'0,"4"3"-4762"0"0,1 0-124 0 0,1 0 0 0 0,-1 0-1 0 0,1 0 1 0 0,0-1 0 0 0,8 3 0 0 0,-9-4-20 0 0,0 0-28 0 0,13 1-23 0 0,-13-2-14 0 0,0 0-29 0 0,16 0 8 0 0,-16 0 6 0 0,1 0 3 0 0,0 1-34 0 0,36-7 56 0 0,-38 5-3 0 0,1-1 18 0 0,15-5 88 0 0,-18 7-140 0 0,-1 0-1 0 0,0-1 1 0 0,0 1-1 0 0,1-1 1 0 0,-1 0-1 0 0,0 1 1 0 0,0-1-1 0 0,1 0 1 0 0,-1 0 0 0 0,0 1-1 0 0,0-1 1 0 0,0 0-1 0 0,0 0 1 0 0,0 0-1 0 0,-1 0 1 0 0,1 0-1 0 0,0-1 1 0 0,0 1-1 0 0,0-1 596 0 0,-1-3-543 0 0,1 4-45 0 0,-1 1 0 0 0,0-1 0 0 0,0 0-1 0 0,0 1 1 0 0,0-1 0 0 0,1 0 0 0 0,-1 0 0 0 0,0 1-1 0 0,0-1 1 0 0,-1 0 0 0 0,1 1 0 0 0,0-1 0 0 0,0 0-1 0 0,0 0 1 0 0,0 1 0 0 0,-1-1 0 0 0,1 0 0 0 0,0 1-1 0 0,0-1 1 0 0,-1 1 0 0 0,1-1 0 0 0,-1-1 0 0 0,-14 11 323 0 0,11-6-239 0 0,3 3-13 0 0,-5 126 335 0 0,16 15-1483 0 0,-9-141 527 0 0,-1-5 473 0 0,1 0 0 0 0,-1 0-1 0 0,0-1 1 0 0,1 1 0 0 0,-1 0-1 0 0,0 0 1 0 0,0 0 0 0 0,0 0-1 0 0,0 0 1 0 0,1 0 0 0 0,-1 0-1 0 0,0 0 1 0 0,-1-1 0 0 0,1 1-1 0 0,0 0 1 0 0,0 0 0 0 0,0 0-1 0 0,0 0 1 0 0,-1 0 0 0 0,1 1 0 0 0,-1-1-93 0 0,1-1 1 0 0,0 1 0 0 0,-1 0-1 0 0,1 0 1 0 0,0 0 0 0 0,0 0-1 0 0,0 0 1 0 0,0 0 0 0 0,0 0-1 0 0,0 0 1 0 0,0-1 0 0 0,0 1-1 0 0,0 0 1 0 0,0 0 0 0 0,0 0-1 0 0,1 0 1 0 0,-1 0 0 0 0,0 0-1 0 0,1 0 1 0 0,-1 0 0 0 0,0 1-67 0 0,-1 0 1 0 0,1-1-1 0 0,-1 1 1 0 0,1 0-1 0 0,0-1 0 0 0,0 1 1 0 0,-1 0-1 0 0,1 0 1 0 0,0-1-1 0 0,1 1 1 0 0,-1 0-1 0 0,0 1 1 0 0,1 2-548 0 0,-1 1-2874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7:03.1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1 154 1788 0 0,'3'-4'231'0'0,"0"0"0"0"0,1 0 0 0 0,0 1 0 0 0,0 0 1 0 0,0 0-1 0 0,0 0 0 0 0,0 0 0 0 0,0 0 0 0 0,1 1 0 0 0,-1 0 0 0 0,7-2 0 0 0,57-17 257 0 0,-46 16-337 0 0,29-9 31 0 0,82-34 0 0 0,-130 46-97 0 0,-2 2-80 0 0,-1 0 1 0 0,1 0 0 0 0,-1 0 0 0 0,1 0 0 0 0,-1 0 0 0 0,1 0 0 0 0,-1-1 0 0 0,1 1 0 0 0,-1 0 0 0 0,0 0 0 0 0,1 0 0 0 0,-1-1-1 0 0,1 1 1 0 0,-1 0 0 0 0,1 0 0 0 0,-1-1 0 0 0,0 1 0 0 0,1 0 0 0 0,-1-1 0 0 0,0 1 0 0 0,1 0 0 0 0,-1-1 0 0 0,0 1 0 0 0,1-1-1 0 0,9-6 640 0 0,-8 6-577 0 0,-1 1 1 0 0,0-1-1 0 0,0 1 1 0 0,1-1 0 0 0,-1 0-1 0 0,0 1 1 0 0,0-1 0 0 0,0 0-1 0 0,1 0 1 0 0,-1 0 0 0 0,0 0-1 0 0,2-3 1593 0 0,-5 6-1630 0 0,1 0 0 0 0,-1-1 0 0 0,0 1-1 0 0,1 0 1 0 0,-1 0 0 0 0,1 0 0 0 0,0 0 0 0 0,-1 0 0 0 0,1 1 0 0 0,0-1 0 0 0,0 0 0 0 0,1 0 0 0 0,-2 4 0 0 0,1-2 41 0 0,2 1-10 0 0,0 16-3 0 0,-1-16-4 0 0,1 0-31 0 0,3 16 17 0 0,-4-16-14 0 0,3 0 7 0 0,6 13 21 0 0,-7-13-32 0 0,-1-5-22 0 0,-1 0 0 0 0,1 0 0 0 0,-1 0 0 0 0,1 0 0 0 0,-1 1 0 0 0,1-1 0 0 0,-1 0 0 0 0,1 0 0 0 0,-1 1 0 0 0,0-1 1 0 0,1 0-1 0 0,-1 1 0 0 0,1-1 0 0 0,-1 0 0 0 0,0 1 0 0 0,1-1 0 0 0,-1 0 0 0 0,0 1 0 0 0,1-1 0 0 0,-1 1 0 0 0,0-1 0 0 0,0 1 0 0 0,0-1 0 0 0,1 1 0 0 0,-1-1 0 0 0,0 2 0 0 0,0-2-1 0 0,0 1 0 0 0,0-1 1 0 0,0 1-1 0 0,1-1 0 0 0,-1 0 1 0 0,0 1-1 0 0,0-1 0 0 0,1 1 0 0 0,-1-1 1 0 0,0 1-1 0 0,0-1 0 0 0,1 0 1 0 0,-1 1-1 0 0,0-1 0 0 0,1 1 0 0 0,-1-1 1 0 0,1 0-1 0 0,-1 1 0 0 0,0-1 1 0 0,1 0-1 0 0,-1 0 0 0 0,1 0 0 0 0,-1 1 1 0 0,1-1-1 0 0,-1 0 0 0 0,2 0 1 0 0,1 3-8 0 0,12 5 17 0 0,-11-6-9 0 0,21 1 48 0 0,-20-2-54 0 0,14-8-7 0 0,-15 6 16 0 0,-3 0 1 0 0,1 0 0 0 0,-1 0 0 0 0,1 0 1 0 0,-1 0-1 0 0,1 0 0 0 0,-1 0 1 0 0,0-1-1 0 0,1 1 0 0 0,-1 0 0 0 0,0-1 1 0 0,1 0-1 0 0,2-1 83 0 0,1-16-69 0 0,-3 14-21 0 0,-1 1-23 0 0,-2-2-214 0 0,0-2 11 0 0,-1 0 1 0 0,0 1-1 0 0,-1-1 1 0 0,-6-12-1 0 0,6 16-235 0 0,0 1-71 0 0,0 1 64 0 0,0-1-1 0 0,-1 1 0 0 0,1 0 1 0 0,-1 0-1 0 0,1 0 1 0 0,-1 1-1 0 0,0-1 0 0 0,0 1 1 0 0,-5-1-1 0 0,4 1-2438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7:03.9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1 2080 0 0,'0'0'4806'0'0,"0"5"-4498"0"0,-1 16-65 0 0,0-16-38 0 0,1 1-41 0 0,-2 102-172 0 0,7-36-4993 0 0,-4-67 2244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7:04.5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3736 0 0,'0'0'3682'0'0,"1"4"-3121"0"0,3 13-88 0 0,-3-13 297 0 0,0 2-459 0 0,6 51 718 0 0,-6-52-799 0 0,1 1-4 0 0,18 44 400 0 0,-17-45-532 0 0,0-1-18 0 0,10 11-18 0 0,-10-11-8 0 0,1-2-18 0 0,41 19-84 0 0,-40-20-14 0 0,1 0-92 0 0,-2-1 146 0 0,1 0 0 0 0,0 0 1 0 0,0 0-1 0 0,-1 0 0 0 0,1-1 1 0 0,0 0-1 0 0,-1 0 0 0 0,1 0 0 0 0,0 0 1 0 0,-1-1-1 0 0,0 0 0 0 0,1 0 1 0 0,-1 0-1 0 0,0 0 0 0 0,0-1 1 0 0,0 1-1 0 0,0-1 0 0 0,-1 0 0 0 0,5-5 1 0 0,-6 5 48 0 0,2-8-6 0 0,-3 11-27 0 0,0-1 0 0 0,-1 0 0 0 0,0 1 0 0 0,1-1 0 0 0,-1 0 0 0 0,1 1 0 0 0,-1-1 0 0 0,0 0 0 0 0,1 0 0 0 0,-1 0 0 0 0,0 1 0 0 0,0-1 0 0 0,0 0 0 0 0,1 0 0 0 0,-1 0 0 0 0,0 0 0 0 0,0 1 0 0 0,0-1 0 0 0,-1 0 0 0 0,1 0 0 0 0,0-1 0 0 0,-1-18 119 0 0,0 15-52 0 0,0 0-23 0 0,-10-41 422 0 0,9 42-75 0 0,1-1-318 0 0,-5-12-2 0 0,5 13 625 0 0,0 4-677 0 0,0 1 0 0 0,0 0 0 0 0,0 0 0 0 0,0 0 0 0 0,0 0 0 0 0,0 0 0 0 0,1 0 0 0 0,-1 0 0 0 0,0 0-1 0 0,1 0 1 0 0,-1 0 0 0 0,1 0 0 0 0,-1 0 0 0 0,1 1 0 0 0,-1-1 0 0 0,1 0 0 0 0,0 0 0 0 0,0 0 0 0 0,-1 1 0 0 0,1-1 0 0 0,0 2 0 0 0,-1 18 138 0 0,0 8-176 0 0,1 0-1 0 0,1 0 0 0 0,2 0 0 0 0,1-1 0 0 0,9 36 1 0 0,12 7-3197 0 0,-23-67 2163 0 0,1-2-285 0 0,11 9-193 0 0,-10-8-1046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7:04.9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19 2680 0 0,'0'0'947'0'0,"2"-3"-97"0"0,7-9 2 0 0,-6 9 740 0 0,2 3-1207 0 0,2-1-168 0 0,-1 1-1 0 0,1 1 1 0 0,-1-1-1 0 0,1 1 1 0 0,10 3-1 0 0,-13-2 102 0 0,-2-2-266 0 0,0 1 0 0 0,-1 0 0 0 0,1 0 0 0 0,0 1 0 0 0,-1-1-1 0 0,1 0 1 0 0,-1 0 0 0 0,1 1 0 0 0,-1-1 0 0 0,2 3 0 0 0,-1-2 6 0 0,0-1 1 0 0,0 2 0 0 0,0-1 0 0 0,0 0 0 0 0,-1 0 0 0 0,1 0 0 0 0,-1 1 0 0 0,1-1 0 0 0,-1 1 0 0 0,0 0 0 0 0,0-1 0 0 0,0 1 0 0 0,0 0 0 0 0,0-1 0 0 0,-1 1 0 0 0,1 0 0 0 0,-1 0 0 0 0,0 0 0 0 0,0-1 0 0 0,0 6 0 0 0,-3 10 220 0 0,-1-1-1 0 0,0 0 1 0 0,-12 30 0 0 0,15-43-140 0 0,-6 19 181 0 0,5-18 69 0 0,-5 21 175 0 0,28-15-484 0 0,-14-12-172 0 0,14-2-273 0 0,1-2 0 0 0,-1 0 0 0 0,0-2 0 0 0,-1 0-1 0 0,38-19 1 0 0,-36 14-1812 0 0,-1-1 1 0 0,36-28-1 0 0,-37 24-2309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7:05.1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1 2944 0 0,'0'0'1256'0'0,"5"0"-158"0"0,13 4-154 0 0,-13-4-114 0 0,0 3-81 0 0,1-1-605 0 0,0 2-1 0 0,0-1 1 0 0,0 0-1 0 0,-1 1 1 0 0,1 0-1 0 0,-1 1 0 0 0,0-1 1 0 0,0 1-1 0 0,-1 0 1 0 0,1 0-1 0 0,-1 0 0 0 0,0 1 1 0 0,0 0-1 0 0,-1 0 1 0 0,0 0-1 0 0,0 0 1 0 0,0 0-1 0 0,-1 0 0 0 0,0 1 1 0 0,0-1-1 0 0,0 1 1 0 0,-1-1-1 0 0,0 1 1 0 0,0 7-1 0 0,1-5-111 0 0,-1-5-21 0 0,-1 0 0 0 0,1 0-1 0 0,-1 0 1 0 0,1 0-1 0 0,-1 1 1 0 0,0-1 0 0 0,-1 7-1 0 0,-2 9-252 0 0,-1 0-1 0 0,-1 0 0 0 0,0-1 0 0 0,-1 1 0 0 0,-2-1 0 0 0,0 0 0 0 0,-18 31 1 0 0,5-18-2335 0 0,-33 41 0 0 0,23-39-1811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7:05.7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89 24 1856 0 0,'-3'-3'1111'0'0,"-15"-12"1522"0"0,17 14-2545 0 0,0 1-1 0 0,0-1 0 0 0,0 1 0 0 0,0-1 0 0 0,0 0 0 0 0,0 1 0 0 0,-1 0 0 0 0,1-1 0 0 0,0 1 1 0 0,0 0-1 0 0,0-1 0 0 0,0 1 0 0 0,0 0 0 0 0,-1 0 0 0 0,1 0 0 0 0,0 0 0 0 0,0 0 0 0 0,0 0 1 0 0,-2 1-1 0 0,-1 2 477 0 0,3-2-508 0 0,-2 0 32 0 0,1 1 0 0 0,0 0 0 0 0,-1 0 0 0 0,1 0 0 0 0,0 1 0 0 0,0-1 0 0 0,0 0 0 0 0,1 1 0 0 0,-1-1 0 0 0,1 1 0 0 0,-1 0 0 0 0,1-1 0 0 0,0 1 0 0 0,0 0 0 0 0,0 0 0 0 0,-1 4 0 0 0,0 1 24 0 0,-4 27 423 0 0,5-14-415 0 0,1 1 0 0 0,1 0 0 0 0,1-1 0 0 0,1 1 0 0 0,0-1-1 0 0,2 0 1 0 0,1 0 0 0 0,0 0 0 0 0,1-1 0 0 0,2 0 0 0 0,0 0 0 0 0,13 20 0 0 0,-13-26-412 0 0,0 0 1 0 0,1-1-1 0 0,1 0 1 0 0,0-1-1 0 0,1 0 1 0 0,0-1-1 0 0,0 0 1 0 0,1-1-1 0 0,1-1 1 0 0,0 0-1 0 0,0 0 1 0 0,1-2-1 0 0,0 1 1 0 0,0-2-1 0 0,0 0 1 0 0,32 7-1 0 0,-14-8-2170 0 0,-1 0-1745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7:11.7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3716 0 0,'0'0'5324'0'0,"2"5"-5072"0"0,68 151 299 0 0,-4-13-3843 0 0,-50-99 159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7:16.7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116 89 916 0 0,'0'0'1855'0'0,"-2"-3"-1358"0"0,-17-29 2667 0 0,18 29-1557 0 0,-8-18 570 0 0,7 18-1873 0 0,1 0-173 0 0,-1 1 0 0 0,1 0 0 0 0,-1 0 0 0 0,0 0-1 0 0,1 0 1 0 0,-1 1 0 0 0,0-1 0 0 0,0 0 0 0 0,0 1-1 0 0,0 0 1 0 0,-1-1 0 0 0,1 1 0 0 0,0 0 0 0 0,-5-2-1 0 0,-10 11 18 0 0,15-6-123 0 0,-2 0 52 0 0,4-1-67 0 0,-1 1 1 0 0,0-1-1 0 0,0 1 1 0 0,0-1 0 0 0,0 0-1 0 0,0 1 1 0 0,-1-1-1 0 0,1 0 1 0 0,0 0-1 0 0,-3 2 1 0 0,1 0 88 0 0,1 2-78 0 0,0 2-4 0 0,0 0 1 0 0,1 0 0 0 0,0 1-1 0 0,0-1 1 0 0,0 0 0 0 0,1 1-1 0 0,0-1 1 0 0,2 9 0 0 0,-1-11-37 0 0,0-4 6 0 0,0-1 6 0 0,0 1 0 0 0,1 0 0 0 0,-1 0 0 0 0,0 0 0 0 0,-1 1 0 0 0,1-1 0 0 0,0 0 0 0 0,0 0-1 0 0,0 0 1 0 0,-1 1 0 0 0,2 0 0 0 0,-2-1-4 0 0,3 2 7 0 0,-3-3 1 0 0,0 0-1 0 0,0 0 1 0 0,1 0-1 0 0,-1 0 1 0 0,0 0-1 0 0,1 0 1 0 0,-1-1-1 0 0,0 1 1 0 0,0 0-1 0 0,1 0 1 0 0,-1 0-1 0 0,0 0 1 0 0,1 0-1 0 0,-1 0 1 0 0,0 0-1 0 0,1 1 1 0 0,-1-1-1 0 0,0 0 1 0 0,0 0-1 0 0,1 0 1 0 0,-1 0-1 0 0,0 0 1 0 0,1 0-1 0 0,-1 0 1 0 0,0 1-1 0 0,0-1 1 0 0,1 0-1 0 0,-1 0 1 0 0,0 0-1 0 0,0 1 1 0 0,0-1-1 0 0,1 0 1 0 0,-1 1-1 0 0,1-1-5 0 0,-1 1-1 0 0,1-1 1 0 0,-1 1-1 0 0,1-1 0 0 0,-1 1 1 0 0,1-1-1 0 0,-1 0 1 0 0,1 1-1 0 0,0-1 0 0 0,-1 0 1 0 0,1 0-1 0 0,0 1 1 0 0,-1-1-1 0 0,1 0 0 0 0,0 0 1 0 0,-1 0-1 0 0,1 0 1 0 0,0 0-1 0 0,0 0 0 0 0,-1 0 1 0 0,1 0-1 0 0,0 0 1 0 0,-1 0-1 0 0,1 0 0 0 0,0 0 1 0 0,1-1-1 0 0,19-4-11 0 0,-16 3 18 0 0,-1-1 95 0 0,0-1-1 0 0,0 0 1 0 0,-1-1-1 0 0,1 1 1 0 0,-1 0-1 0 0,0-1 1 0 0,0 0-1 0 0,0 0 1 0 0,2-7-1 0 0,-3 1 153 0 0,0 1 0 0 0,-1 0 0 0 0,0 0 0 0 0,-1-17 0 0 0,0 25-227 0 0,-1 1-10 0 0,-1 1 0 0 0,1-1-1 0 0,0 0 1 0 0,0 0-1 0 0,0 1 1 0 0,-1-1 0 0 0,1 1-1 0 0,0-1 1 0 0,-1 1 0 0 0,1-1-1 0 0,0 1 1 0 0,-1 0 0 0 0,1 0-1 0 0,0 0 1 0 0,-1 0-1 0 0,-1 0 1 0 0,-28 30 54 0 0,28-27-50 0 0,1 1-13 0 0,-5 10-7 0 0,6-10-3 0 0,0 1-25 0 0,-3 16-23 0 0,3-16-21 0 0,3-1-94 0 0,2 15 107 0 0,-3-14 3 0 0,11 12-108 0 0,-10-13 120 0 0,-2-3 9 0 0,1-1 48 0 0,-1 1 0 0 0,0-1 0 0 0,1 1 0 0 0,-1 0 0 0 0,0-1 0 0 0,1 1 0 0 0,-1-1 0 0 0,1 1 0 0 0,-1-1 0 0 0,1 1 0 0 0,-1-1 0 0 0,1 1 0 0 0,-1-1 0 0 0,1 0 0 0 0,-1 1-1 0 0,1-1 1 0 0,-1 0 0 0 0,1 1 0 0 0,0-1 0 0 0,-1 0 0 0 0,1 0 0 0 0,0 1 0 0 0,-1-1 0 0 0,1 0 0 0 0,0 0 0 0 0,-1 0 0 0 0,1 0 0 0 0,0 0 0 0 0,-1 0 0 0 0,1 0 0 0 0,0 0 0 0 0,-1 0 0 0 0,1-1 0 0 0,0 1 0 0 0,0 0 0 0 0,21-4 185 0 0,-22 4-202 0 0,4-1 498 0 0,-1-2-366 0 0,6-11 26 0 0,-7 11 267 0 0,0-1-307 0 0,2-12 2 0 0,-3 12 243 0 0,-2 0-345 0 0,-8-12 17 0 0,6 19-68 0 0,-17 30-43 0 0,18-30 29 0 0,2 2-159 0 0,-2 12 120 0 0,1-13-9 0 0,1-3-146 0 0,1-1 252 0 0,-1 0-1 0 0,0 0 1 0 0,0 0-1 0 0,1 0 0 0 0,-1 1 1 0 0,0-1-1 0 0,0 0 1 0 0,0 0-1 0 0,1 0 0 0 0,-1 0 1 0 0,0 1-1 0 0,0-1 0 0 0,0 0 1 0 0,0 0-1 0 0,0 1 1 0 0,1-1-1 0 0,-1 0 0 0 0,0 0 1 0 0,0 1-1 0 0,0-1 0 0 0,0 0 1 0 0,0 0-1 0 0,0 1 1 0 0,0-1-1 0 0,0 0 0 0 0,0 1 1 0 0,0-1-1 0 0,0 0 0 0 0,0 0 1 0 0,0 1-1 0 0,0 0-4 0 0,-1-1 0 0 0,1 1 0 0 0,0-1 1 0 0,0 1-1 0 0,0-1 0 0 0,1 1 0 0 0,-1-1 0 0 0,0 1 0 0 0,0-1 0 0 0,0 1 0 0 0,0-1 0 0 0,0 1 0 0 0,0-1 0 0 0,1 1 0 0 0,-1-1 1 0 0,0 1-1 0 0,0-1 0 0 0,1 1 0 0 0,-1-1 0 0 0,0 0 0 0 0,1 1 0 0 0,-1-1 0 0 0,1 0 0 0 0,-1 1 0 0 0,0-1 0 0 0,1 0 0 0 0,-1 1 0 0 0,1-1 1 0 0,-1 0-1 0 0,1 0 0 0 0,-1 1 0 0 0,1-1 0 0 0,-1 0 0 0 0,1 0 0 0 0,18 2-6 0 0,-14-1-3 0 0,14-16 346 0 0,-17 12-308 0 0,3-8-119 0 0,-10 11-109 0 0,-11 3-499 0 0,22 4 655 0 0,-6-6 50 0 0,0-1 0 0 0,0 0 0 0 0,0 1 0 0 0,0-1 0 0 0,0 1 0 0 0,0-1 0 0 0,1 0 0 0 0,-1 1 0 0 0,0-1 0 0 0,0 1 0 0 0,0-1 0 0 0,1 0 0 0 0,-1 1 0 0 0,0-1 0 0 0,0 0 0 0 0,1 1 0 0 0,-1-1 0 0 0,0 0 0 0 0,1 0 0 0 0,-1 1 1 0 0,0-1-1 0 0,1 0 0 0 0,-1 0 0 0 0,1 0 0 0 0,-1 1 0 0 0,0-1 0 0 0,1 0 0 0 0,-1 0 0 0 0,1 0 0 0 0,-1 0 0 0 0,1 0 0 0 0,-1 0 0 0 0,0 0 0 0 0,1 0 0 0 0,-1 0 0 0 0,1 0 0 0 0,30-23-2009 0 0,-29 20 1285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7:17.8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156 48 3440 0 0,'-2'-4'1150'0'0,"-3"-14"-148"0"0,3 14 465 0 0,0 0-891 0 0,-10-13 839 0 0,12 17-1396 0 0,0 0 1 0 0,0 0-1 0 0,0 1 0 0 0,-1-1 1 0 0,1 0-1 0 0,0 1 0 0 0,0-1 1 0 0,-1 0-1 0 0,1 0 0 0 0,0 0 1 0 0,0 1-1 0 0,-1-1 0 0 0,1 0 1 0 0,0 0-1 0 0,0 0 0 0 0,-1 0 1 0 0,1 0-1 0 0,0 1 0 0 0,-1-1 0 0 0,1 0 1 0 0,0 0-1 0 0,-1 0 0 0 0,1 0 1 0 0,0 0-1 0 0,-1 0 0 0 0,1 0 1 0 0,0 0-1 0 0,-1 0 0 0 0,1 0 1 0 0,0 0-1 0 0,-1-1 0 0 0,0 1 7 0 0,0 0 1 0 0,0 0-1 0 0,0 0 0 0 0,1 0 0 0 0,-1 0 1 0 0,0 0-1 0 0,0 0 0 0 0,0 0 0 0 0,0 1 0 0 0,1-1 1 0 0,-1 0-1 0 0,0 0 0 0 0,0 1 0 0 0,0-1 0 0 0,1 0 1 0 0,-1 1-1 0 0,0-1 0 0 0,1 1 0 0 0,-1-1 0 0 0,0 1 1 0 0,1-1-1 0 0,-2 2 0 0 0,-8 10 154 0 0,0 2-1 0 0,1-1 1 0 0,0 1-1 0 0,1 1 1 0 0,0-1-1 0 0,1 1 1 0 0,1 1 0 0 0,1-1-1 0 0,0 1 1 0 0,1 0-1 0 0,-2 17 1 0 0,-2 14 47 0 0,3 0-1 0 0,1 81 1 0 0,5-84-128 0 0,3 1 1 0 0,1-1-1 0 0,15 60 1 0 0,-14-82-246 0 0,1 1-1 0 0,1-1 1 0 0,1-1 0 0 0,0 1 0 0 0,2-2 0 0 0,0 1 0 0 0,2-2 0 0 0,18 24-1 0 0,-25-37-224 0 0,0 1 0 0 0,0-1 0 0 0,1 0 0 0 0,14 9 0 0 0,-15-11-303 0 0,-1-1 0 0 0,1 0 0 0 0,-1-1 0 0 0,1 0-1 0 0,0 0 1 0 0,0 0 0 0 0,0 0 0 0 0,12 1 0 0 0,16-1-3552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7:18.3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2808 0 0,'0'0'9108'0'0,"0"5"-8898"0"0,4 54 247 0 0,24 162-802 0 0,-17-167-1019 0 0,6-3-2035 0 0,-15-47 660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7:18.8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123 1 3032 0 0,'0'0'6066'0'0,"-3"4"-5648"0"0,-11 17 319 0 0,1 2 1 0 0,-20 46 0 0 0,-3 5-85 0 0,34-70-557 0 0,0 0-5 0 0,-16 38 293 0 0,17-38-243 0 0,3-1-87 0 0,0-1-44 0 0,1 0-1 0 0,-1 0 1 0 0,1-1 0 0 0,-1 1-1 0 0,1-1 1 0 0,-1 1 0 0 0,1-1-1 0 0,0 0 1 0 0,-1 0 0 0 0,1 0-1 0 0,0 0 1 0 0,4 0 0 0 0,-2 0-11 0 0,3-2-5 0 0,124-13-146 0 0,-79 3-738 0 0,59-23 1 0 0,-108 33 563 0 0,-2 1 279 0 0,-1 0-1 0 0,1-1 1 0 0,-1 1 0 0 0,0-1-1 0 0,1 1 1 0 0,-1-1-1 0 0,0 1 1 0 0,1-1-1 0 0,-1 0 1 0 0,0 0 0 0 0,0 1-1 0 0,2-3 1 0 0,0 1-77 0 0,1 0-414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7:19.7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2660 0 0,'0'0'8624'0'0,"1"4"-8314"0"0,7 21 135 0 0,-2 0-1 0 0,-1 0 1 0 0,4 36-1 0 0,16 175 205 0 0,-17-186-515 0 0,-7-44-109 0 0,-1-1 8 0 0,3 16-3 0 0,-3-16 45 0 0,1-1-43 0 0,11 34 77 0 0,-11-34-83 0 0,12-14-6702 0 0,-10 5 3451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7:22.7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106 41 3732 0 0,'-1'-4'1440'0'0,"-6"-13"-252"0"0,5 12 1113 0 0,2 5-2273 0 0,0-1 0 0 0,-1 1 0 0 0,1-1 0 0 0,0 1 0 0 0,0 0-1 0 0,-1-1 1 0 0,1 1 0 0 0,0 0 0 0 0,-1-1 0 0 0,1 1-1 0 0,0 0 1 0 0,-1-1 0 0 0,1 1 0 0 0,0 0 0 0 0,-1-1-1 0 0,1 1 1 0 0,-1 0 0 0 0,1 0 0 0 0,0 0 0 0 0,-1-1 0 0 0,1 1-1 0 0,-1 0 1 0 0,1 0 0 0 0,-1 0 0 0 0,-9-8 1105 0 0,5 10-904 0 0,-15 3-28 0 0,15-3-15 0 0,2 1-13 0 0,-2 3-75 0 0,1 0 0 0 0,0 1 0 0 0,0-1 0 0 0,0 1-1 0 0,1 0 1 0 0,0 0 0 0 0,0 0 0 0 0,1 0 0 0 0,-2 9 0 0 0,1-5-64 0 0,2-1 0 0 0,-1 1 0 0 0,1 0-1 0 0,1 1 1 0 0,0-1 0 0 0,0 0 0 0 0,1 0 0 0 0,1 0 0 0 0,0 0 0 0 0,0-1 0 0 0,1 1 0 0 0,0 0 0 0 0,1-1 0 0 0,1 0 0 0 0,-1 0 0 0 0,8 12 0 0 0,-9-19-12 0 0,1 0 0 0 0,12 6-6 0 0,-15-8-15 0 0,0 0 1 0 0,0 0 0 0 0,1-1 0 0 0,-1 1-1 0 0,0 0 1 0 0,0-1 0 0 0,0 0 0 0 0,1 1-1 0 0,-1-1 1 0 0,0 1 0 0 0,1-1 0 0 0,-1 0-1 0 0,0 0 1 0 0,1 0 0 0 0,1 0 0 0 0,1 0 2 0 0,0 1-12 0 0,1-2 21 0 0,12-2 19 0 0,-12 2 23 0 0,0-1 37 0 0,-5 1-92 0 0,4 0 53 0 0,1-1 1 0 0,-1 0 0 0 0,1 0-1 0 0,-1-1 1 0 0,0 1 0 0 0,0-1-1 0 0,0 0 1 0 0,-1 0 0 0 0,1-1-1 0 0,-1 1 1 0 0,0-1 0 0 0,1 1-1 0 0,-2-1 1 0 0,1 0 0 0 0,0 0-1 0 0,-1 0 1 0 0,0-1 0 0 0,0 1-1 0 0,2-6 1 0 0,-2 5-131 0 0,-1 0-1 0 0,0-1 1 0 0,0 1 0 0 0,0 0-1 0 0,-1-1 1 0 0,0 1 0 0 0,0-1 0 0 0,0 1-1 0 0,-1-1 1 0 0,0 1 0 0 0,0 0-1 0 0,0-1 1 0 0,0 1 0 0 0,-1 0-1 0 0,0 0 1 0 0,0 0 0 0 0,-1 0-1 0 0,-5-9 1 0 0,6 10-188 0 0,-1 0 0 0 0,0 1 0 0 0,0-1 0 0 0,0 1 0 0 0,0 0 0 0 0,-1 0 0 0 0,1 0 0 0 0,-1 0 0 0 0,0 1 0 0 0,0 0 0 0 0,-6-4 0 0 0,6 5-372 0 0,0-1-1 0 0,0 1 1 0 0,-1-1 0 0 0,1 1-1 0 0,0 1 1 0 0,-1-1 0 0 0,-6 0-1 0 0,-20 1-3758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7:23.8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97 14 4172 0 0,'0'0'4215'0'0,"1"-3"-3282"0"0,-1 2-855 0 0,1 0 1 0 0,-1 1 0 0 0,0 0 0 0 0,0-1 0 0 0,0 1 0 0 0,0-1-1 0 0,1 1 1 0 0,-1-1 0 0 0,0 1 0 0 0,1-1 0 0 0,-1 1 0 0 0,0 0-1 0 0,1-1 1 0 0,-1 1 0 0 0,0-1 0 0 0,1 1 0 0 0,-1 0 0 0 0,1 0-1 0 0,-1-1 1 0 0,0 1 0 0 0,1 0 0 0 0,-1 0 0 0 0,1-1 0 0 0,-1 1-1 0 0,1 0 1 0 0,-1 0 0 0 0,1 0 0 0 0,0 0 0 0 0,9 11 659 0 0,-8-8-613 0 0,-2 4-24 0 0,-1 10-194 0 0,-1 0-1 0 0,0 0 0 0 0,-1-1 0 0 0,-1 1 0 0 0,-1-1 0 0 0,-10 25 0 0 0,2-10-2311 0 0,-1-2-1 0 0,-32 48 0 0 0,31-56-2250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7:24.1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47 3552 0 0,'0'0'1606'0'0,"2"-5"-201"0"0,9-12-173 0 0,-9 12-110 0 0,7-10 342 0 0,-7 11 1708 0 0,2 6-2809 0 0,14 5-38 0 0,-12 0-77 0 0,11 50 399 0 0,-5-4-591 0 0,7 69 0 0 0,-10-12-2948 0 0,-4-49-963 0 0,-3-50 744 0 0,4 15-2239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7:24.8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1 143 2800 0 0,'1'-5'1262'0'0,"4"-16"-205"0"0,-4 16-211 0 0,1 0-136 0 0,0 1-615 0 0,0-2 147 0 0,1 0-1 0 0,0-1 1 0 0,0 2 0 0 0,1-1-1 0 0,-1 0 1 0 0,1 1 0 0 0,1 0-1 0 0,-1 0 1 0 0,1 0 0 0 0,0 0 0 0 0,0 1-1 0 0,0-1 1 0 0,10-5 0 0 0,-1 3 25 0 0,-11 5-46 0 0,3 0-23 0 0,16-3-14 0 0,-17 4-40 0 0,0 0-24 0 0,14-2-6 0 0,-15 2 30 0 0,1 2-54 0 0,1 1-24 0 0,-1-1 1 0 0,0 1-1 0 0,-1 1 1 0 0,1-1-1 0 0,0 1 1 0 0,6 5-1 0 0,-8-6 43 0 0,-2 2 9 0 0,4 44 284 0 0,-6-42-297 0 0,0-1-16 0 0,-24 68 263 0 0,23-70-307 0 0,0 2-21 0 0,-7 15-4 0 0,6-15 0 0 0,1-1-2 0 0,1-2-11 0 0,-1 1 0 0 0,0-1 0 0 0,1 1 1 0 0,0 0-1 0 0,-1 0 0 0 0,1 0 0 0 0,0 0 0 0 0,1 0 0 0 0,-1 0 0 0 0,0 0 0 0 0,1 0 0 0 0,0 0 0 0 0,0 0 0 0 0,0 0 0 0 0,0 0 0 0 0,0 0 1 0 0,1 6-1 0 0,1-6 5 0 0,3-2-12 0 0,12 4 8 0 0,-13-4 68 0 0,1 0-42 0 0,14 5-8 0 0,-15-5 8 0 0,1 1 4 0 0,14 6 11 0 0,-15-7 30 0 0,-3 1-61 0 0,1 0 0 0 0,-1-1 0 0 0,0 1 1 0 0,1-1-1 0 0,-1 0 0 0 0,1 1 0 0 0,0-1 1 0 0,-1 0-1 0 0,4 1 0 0 0,-2 1 81 0 0,-1 0-8 0 0,1 3-10 0 0,0-1 0 0 0,-1 1 1 0 0,0-1-1 0 0,0 1 1 0 0,0 0-1 0 0,-1 0 1 0 0,0 0-1 0 0,1 11 0 0 0,-3-12-31 0 0,-1-1 6 0 0,-4 3-34 0 0,0 1 0 0 0,0-1-1 0 0,-1 0 1 0 0,-13 10-1 0 0,17-15-51 0 0,-2 0-24 0 0,-8 2-436 0 0,1-1 0 0 0,-1-1 0 0 0,0 0 1 0 0,-17 0-1 0 0,25-2-109 0 0,1-2-67 0 0,-14-6-101 0 0,14 6-183 0 0,2-1-207 0 0,-1-1 684 0 0,-6-11-3124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7:25.2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2236 0 0,'0'0'6583'0'0,"3"3"-6084"0"0,-1 0-314 0 0,-1 0 1 0 0,1 0-1 0 0,-1 1 1 0 0,0-1-1 0 0,0 0 1 0 0,0 0-1 0 0,0 1 1 0 0,-1-1-1 0 0,1 0 1 0 0,-1 8-1 0 0,0-6 338 0 0,0 24-246 0 0,0-24-118 0 0,6 19 71 0 0,-5-20-109 0 0,13 19 346 0 0,27 1-13 0 0,-36-22-315 0 0,0 0 28 0 0,52 16 310 0 0,-51-16-388 0 0,-1-1-23 0 0,41 20 225 0 0,-41-19-220 0 0,-2 0-2 0 0,26 27 190 0 0,-26-26-158 0 0,-3 3-134 0 0,1 14 47 0 0,-1-14 22 0 0,-2-2-6 0 0,-7 12-7 0 0,6-13-72 0 0,1 0-1 0 0,-1 0 1 0 0,1 0-1 0 0,-1-1 1 0 0,0 1-1 0 0,0-1 1 0 0,0 0 0 0 0,-1 0-1 0 0,1 0 1 0 0,0 0-1 0 0,-6 2 1 0 0,4-2-85 0 0,-2 2-382 0 0,1-1-1 0 0,-1 0 1 0 0,0 0-1 0 0,0-1 0 0 0,0 0 1 0 0,0 0-1 0 0,-1-1 1 0 0,1 0-1 0 0,-1 0 1 0 0,1 0-1 0 0,0-1 0 0 0,-1-1 1 0 0,1 1-1 0 0,-10-3 1 0 0,13 3 178 0 0,-6-2-2079 0 0,-13-6-1701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7:25.4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1 104 2128 0 0,'21'-18'2260'0'0,"3"2"-687"0"0,1 3-573 0 0,3 1-364 0 0,-1 1-244 0 0,5 3-340 0 0,-1-1-428 0 0,-3 1-1136 0 0,0 0-1137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7:25.7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12 3160 0 0,'3'-2'329'0'0,"0"0"0"0"0,0 1-1 0 0,0 0 1 0 0,1-1 0 0 0,-1 1-1 0 0,0 0 1 0 0,1 1 0 0 0,-1-1-1 0 0,1 1 1 0 0,-1-1 0 0 0,0 1-1 0 0,1 0 1 0 0,-1 0 0 0 0,1 1-1 0 0,-1-1 1 0 0,1 1 0 0 0,-1-1-1 0 0,0 1 1 0 0,1 0 0 0 0,-1 0 0 0 0,5 3-1 0 0,5 3 188 0 0,0 0-1 0 0,0 0 1 0 0,22 19 0 0 0,-16-10-267 0 0,0 0 0 0 0,-1 1 0 0 0,-1 1 0 0 0,0 1 0 0 0,-1 1 0 0 0,-2 0 0 0 0,0 0 0 0 0,-1 2 0 0 0,-1 0 0 0 0,10 25 0 0 0,-14-28-234 0 0,-2 0 0 0 0,-1 1 0 0 0,0-1 0 0 0,-2 1 0 0 0,0 1 0 0 0,-1-1 1 0 0,-1 0-1 0 0,-1 0 0 0 0,0 1 0 0 0,-2-1 0 0 0,-1 0 0 0 0,-9 38 0 0 0,-1-17-595 0 0,-1 1 0 0 0,-3-2 0 0 0,-1 0-1 0 0,-41 65 1 0 0,20-47-1899 0 0,-1-3 0 0 0,-64 66-1 0 0,50-64-2530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3760 0 0,'0'0'4933'0'0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409 28 2084 0 0,'0'0'946'0'0,"-1"-4"-138"0"0,-2-19 7757 0 0,0 26-8421 0 0,-1 3-46 0 0,0 1-1 0 0,1-1 1 0 0,0 0-1 0 0,0 1 1 0 0,0-1-1 0 0,1 1 0 0 0,0 0 1 0 0,0 0-1 0 0,-1 12 1 0 0,-4 68 354 0 0,6-73-436 0 0,1 33 128 0 0,33 401 669 0 0,-26-390-741 0 0,10 56 35 0 0,-16-109-68 0 0,9 87 35 0 0,-10-86-66 0 0,1 0 28 0 0,0 56 111 0 0,-1-56-130 0 0,0 0 5 0 0,3 55 290 0 0,-3-55-329 0 0,1 1 10 0 0,0 19-1 0 0,-1-20 2 0 0,0 1 9 0 0,-1 104 179 0 0,-3 34-5 0 0,6-89-264 0 0,-2-51 90 0 0,0 2 49 0 0,0 76 71 0 0,1-2-178 0 0,-1-77 73 0 0,0 4 1 0 0,-3 85-48 0 0,3-89 42 0 0,0 3 2 0 0,-2 50 2 0 0,2-52-6 0 0,0 1 5 0 0,-2 220 223 0 0,-1-188-151 0 0,3-32-84 0 0,0 2-20 0 0,-11 128 14 0 0,0-8 312 0 0,5-46-462 0 0,-7 64 72 0 0,12-140 104 0 0,-7 55 10 0 0,7-56-24 0 0,0 1-16 0 0,-13 122 58 0 0,14-122-66 0 0,-1 1 16 0 0,-5 81 16 0 0,6-83 5 0 0,-1 2 0 0 0,-7 107 189 0 0,8-109-184 0 0,0 2 2 0 0,-2 87 54 0 0,0-2-42 0 0,-17 239 14 0 0,3-87 99 0 0,12-116-34 0 0,-8 29-81 0 0,-4 87-30 0 0,14-184 132 0 0,0 11-170 0 0,2-57 10 0 0,2 45 11 0 0,-3-46 7 0 0,-1 2-3 0 0,0-7 0 0 0,0 27-23 0 0,2 55 45 0 0,-1-44-7 0 0,0-2-8 0 0,-1 76 8 0 0,2-89-42 0 0,0 1 40 0 0,0-8-7 0 0,5 41 82 0 0,-3 4-18 0 0,-2-14-5 0 0,-1 147-188 0 0,-1-78 75 0 0,0-58 136 0 0,0 120 2 0 0,0-98-105 0 0,1-21-52 0 0,0-17 106 0 0,0-1 132 0 0,1 5-283 0 0,0 122-79 0 0,-2 279 66 0 0,-31 563 220 0 0,24-807-93 0 0,-60 895 173 0 0,40-727-177 0 0,2-20 196 0 0,11-87-105 0 0,7-108 39 0 0,-9 853 574 0 0,19-755-370 0 0,-6 323-165 0 0,1 0 203 0 0,-9 590 346 0 0,9-1054-809 0 0,-2 187 375 0 0,8-245-147 0 0,1 0 55 0 0,-3-57-124 0 0,0-1 24 0 0,2 51 106 0 0,-2-50-166 0 0,0-1-1 0 0,2 13-2 0 0,-2-13 311 0 0,0 0-303 0 0,0 16-27 0 0,0-16 53 0 0,-14-14-9233 0 0,10 0 3902 0 0,-1-14-2054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493 62 3484 0 0,'0'0'1436'0'0,"-1"-5"-270"0"0,-23-36 1488 0 0,21 38-2294 0 0,-2 1-125 0 0,-14-5-4 0 0,14 5-54 0 0,-3 2-22 0 0,-1-1-102 0 0,5 1-14 0 0,-1 0-1 0 0,1 0 1 0 0,0 0-1 0 0,0 0 1 0 0,-1 1-1 0 0,1 0 1 0 0,-5 1-1 0 0,-11 3 75 0 0,0 1 0 0 0,0 1 0 0 0,1 0 0 0 0,0 2 0 0 0,0 0 0 0 0,1 1 0 0 0,0 1 0 0 0,1 1 0 0 0,0 0 0 0 0,1 1 0 0 0,0 1 0 0 0,1 0 0 0 0,1 2 0 0 0,0-1 0 0 0,1 2 0 0 0,1-1 0 0 0,0 2 0 0 0,2 0 0 0 0,-10 21 0 0 0,10-16-68 0 0,1 0 0 0 0,2 0 0 0 0,0 1 0 0 0,2 0 0 0 0,0 0 0 0 0,2 1 0 0 0,-1 27 0 0 0,4-42-56 0 0,0-7 5 0 0,-1-1 0 0 0,1 0 0 0 0,0 1-1 0 0,0-1 1 0 0,0 0 0 0 0,1 1-1 0 0,-1-1 1 0 0,0 0 0 0 0,1 1 0 0 0,1 2-1 0 0,4 15 39 0 0,-3-11-12 0 0,-1 0 0 0 0,2-1 0 0 0,-1 1-1 0 0,1-1 1 0 0,1 0 0 0 0,-1 0 0 0 0,1 0-1 0 0,1-1 1 0 0,-1 0 0 0 0,1 0 0 0 0,0 0 0 0 0,1-1-1 0 0,0 0 1 0 0,0 0 0 0 0,0 0 0 0 0,1-1-1 0 0,12 6 1 0 0,-12-7-11 0 0,0-1 0 0 0,0 0 0 0 0,0-1 0 0 0,1 0 0 0 0,-1 0 0 0 0,1-1 0 0 0,10 1 0 0 0,-10 0-8 0 0,-5-1-7 0 0,0-1 1 0 0,0 1-1 0 0,0-1 1 0 0,0 0-1 0 0,0 0 1 0 0,0 0-1 0 0,0-1 0 0 0,5 0 1 0 0,13-2-20 0 0,1-1 0 0 0,-1-1 0 0 0,0-1 0 0 0,-1-1 0 0 0,28-12 1 0 0,-31 10-12 0 0,0-2 0 0 0,-1 0 1 0 0,0-1-1 0 0,-1-1 1 0 0,0-1-1 0 0,-1 0 0 0 0,24-30 1 0 0,-30 33-17 0 0,-1-1-1 0 0,0-1 1 0 0,-1 1 0 0 0,0-2 0 0 0,-1 1 0 0 0,0 0 0 0 0,-1-1 0 0 0,0 0-1 0 0,-2-1 1 0 0,1 1 0 0 0,-2 0 0 0 0,2-23 0 0 0,-3 28 32 0 0,0 4 9 0 0,0 1 0 0 0,-1 0 0 0 0,0-1 0 0 0,0 1 0 0 0,0 0 0 0 0,-1-1 0 0 0,-1-5 0 0 0,0-6-18 0 0,-1 0-1 0 0,-9-26 0 0 0,10 34 13 0 0,-1 1 1 0 0,0 0 0 0 0,-1 0-1 0 0,1 0 1 0 0,-1 1-1 0 0,-1-1 1 0 0,1 1 0 0 0,-1 0-1 0 0,0 0 1 0 0,-8-6-1 0 0,8 7 11 0 0,4 3 9 0 0,-1 0-1 0 0,1 1 1 0 0,-1-1-1 0 0,0 1 1 0 0,1-1-1 0 0,-1 1 1 0 0,0 0-1 0 0,0-1 1 0 0,0 1-1 0 0,0 0 0 0 0,0 0 1 0 0,-3 0-1 0 0,2-1 3 0 0,-4-1-8 0 0,1 0 1 0 0,0 0 0 0 0,-1 1 0 0 0,0 0 0 0 0,1 0-1 0 0,-1 0 1 0 0,0 1 0 0 0,0 0 0 0 0,0 1 0 0 0,0-1-1 0 0,0 1 1 0 0,0 1 0 0 0,0-1 0 0 0,0 1 0 0 0,0 0-1 0 0,1 1 1 0 0,-14 4 0 0 0,-21 12-7 0 0,34-12 7 0 0,2 0 0 0 0,-4 2-1 0 0,-18 31 12 0 0,25-29-7 0 0,0-3-2 0 0,1-5 0 0 0,0 0-1 0 0,1 0 0 0 0,-1 1 0 0 0,0-1 1 0 0,1 0-1 0 0,-1 0 0 0 0,1 0 0 0 0,0 0 0 0 0,0 1 1 0 0,0-1-1 0 0,0 0 0 0 0,0 0 0 0 0,1 5 0 0 0,0 0-1 0 0,-1 6 14 0 0,0 1 0 0 0,1-1 0 0 0,1 1 0 0 0,0-1 0 0 0,1 1 1 0 0,1-1-1 0 0,6 18 0 0 0,5 3-7 0 0,24 41 1 0 0,-28-55-38 0 0,85 125 2 0 0,-68-107 12 0 0,-2 2 0 0 0,29 55 1 0 0,-54-91 13 0 0,1 0 0 0 0,-1 0 0 0 0,1 0 0 0 0,-1 0-1 0 0,0 0 1 0 0,-1 1 0 0 0,1-1 0 0 0,-1 0 0 0 0,0 0 0 0 0,0 1 0 0 0,0-1 0 0 0,-2 8 0 0 0,2-8 3 0 0,0-2-1 0 0,0-1 0 0 0,-1 1 0 0 0,1-1 0 0 0,0 1 0 0 0,0-1 0 0 0,-1 1-1 0 0,1-1 1 0 0,-1 1 0 0 0,0-1 0 0 0,1 0 0 0 0,-1 1 0 0 0,0-1-1 0 0,0 0 1 0 0,1 1 0 0 0,-1-1 0 0 0,0 0 0 0 0,-3 2 0 0 0,1 0-8 0 0,-1 3-23 0 0,0-1 0 0 0,0 0 0 0 0,-1 0-1 0 0,0 0 1 0 0,0-1 0 0 0,0 0-1 0 0,-1 0 1 0 0,0 0 0 0 0,1 0-1 0 0,-1-1 1 0 0,-7 3 0 0 0,0-1-158 0 0,0 0-1 0 0,0-1 1 0 0,0 0 0 0 0,-20 3-1 0 0,27-7 112 0 0,-64 6-1916 0 0,64-6 1385 0 0,-1 0 1 0 0,1-1-1 0 0,-1 0 0 0 0,1 0 1 0 0,-1 0-1 0 0,-6-3 1 0 0,-18-9-3228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 42 2888 0 0,'0'0'992'0'0,"-2"-5"-97"0"0,-3-12-171 0 0,3 12 1345 0 0,0 2-1662 0 0,2 2-364 0 0,0 1 1 0 0,0-1 0 0 0,0 1-1 0 0,0-1 1 0 0,-1 1 0 0 0,1-1 0 0 0,0 1-1 0 0,0-1 1 0 0,-1 1 0 0 0,1-1-1 0 0,0 1 1 0 0,-1-1 0 0 0,1 1-1 0 0,-1-1 1 0 0,1 1 0 0 0,0 0-1 0 0,-1-1 1 0 0,1 1 0 0 0,-1 0 0 0 0,1-1-1 0 0,-1 1 1 0 0,1 0 0 0 0,-1 0-1 0 0,1 0 1 0 0,-1-1 0 0 0,1 1-1 0 0,-1 0 1 0 0,0 0 0 0 0,-12 10 525 0 0,13-9-613 0 0,-3 2 147 0 0,1 3-11 0 0,-5 14-13 0 0,5-15-18 0 0,1 2-6 0 0,-1 10-37 0 0,0 0-1 0 0,1 0 1 0 0,1-1 0 0 0,0 1-1 0 0,2 0 1 0 0,0 0 0 0 0,1 0-1 0 0,0-1 1 0 0,11 30 0 0 0,-13-42-19 0 0,0-2 5 0 0,-1-1 0 0 0,0 1 0 0 0,1-1 0 0 0,0 1 0 0 0,-1-1-1 0 0,1 1 1 0 0,0-1 0 0 0,0 0 0 0 0,-1 1 0 0 0,1-1 0 0 0,0 0 0 0 0,3 2 0 0 0,-3-1 3 0 0,2 2-8 0 0,1-1-17 0 0,11 8 11 0 0,-11-8 0 0 0,1-2-63 0 0,16 2 32 0 0,-16-2-18 0 0,0-2-26 0 0,0 0 69 0 0,1 0 1 0 0,0-1 0 0 0,-1 1 0 0 0,1-1-1 0 0,-1 0 1 0 0,1-1 0 0 0,-1 1-1 0 0,0-1 1 0 0,0 0 0 0 0,0 0 0 0 0,-1-1-1 0 0,1 1 1 0 0,-1-1 0 0 0,0 0 0 0 0,0-1-1 0 0,0 1 1 0 0,0-1 0 0 0,-1 1-1 0 0,0-1 1 0 0,0 0 0 0 0,0 0 0 0 0,0 0-1 0 0,-1-1 1 0 0,3-9 0 0 0,1-2 20 0 0,-5 12 3 0 0,0-1 3 0 0,3-19-31 0 0,-4 19 31 0 0,0 0-7 0 0,-4-50 51 0 0,3 51 140 0 0,-2 8-125 0 0,-8 13-4 0 0,8-13-12 0 0,3 4-20 0 0,-1 5-18 0 0,1 1 0 0 0,0-1 0 0 0,1 0 0 0 0,1 1 0 0 0,0-1 0 0 0,6 21 0 0 0,-4-22 25 0 0,-2-4-133 0 0,0 1 1 0 0,1-1-1 0 0,0 1 0 0 0,0-1 1 0 0,1 0-1 0 0,0 0 1 0 0,0-1-1 0 0,1 1 0 0 0,0-1 1 0 0,0 0-1 0 0,0 0 0 0 0,1-1 1 0 0,0 1-1 0 0,0-1 0 0 0,9 6 1 0 0,-11-9-361 0 0,1-1-99 0 0,-2 0 562 0 0,1 1-351 0 0,0-1 0 0 0,0 0-1 0 0,-1-1 1 0 0,1 1 0 0 0,0-1 0 0 0,0 0 0 0 0,0 0-1 0 0,0 0 1 0 0,0 0 0 0 0,0 0 0 0 0,-1-1-1 0 0,1 0 1 0 0,0 0 0 0 0,4-1 0 0 0,11-6-2675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150 33 2432 0 0,'0'0'886'0'0,"-1"-4"-158"0"0,0 2-572 0 0,0 1 1 0 0,0-1 0 0 0,0 0-1 0 0,0 0 1 0 0,0 0 0 0 0,0 1-1 0 0,-1-1 1 0 0,1 0-1 0 0,-1 1 1 0 0,1-1 0 0 0,-1 1-1 0 0,1 0 1 0 0,-1 0 0 0 0,0-1-1 0 0,0 1 1 0 0,-2-1 0 0 0,0 0 359 0 0,0 4-299 0 0,-2 0-139 0 0,1 1 0 0 0,0-1 0 0 0,0 1 0 0 0,0 0 0 0 0,1 1 0 0 0,-1-1 0 0 0,1 1 0 0 0,-1 0 0 0 0,1 0 0 0 0,0 0-1 0 0,-4 7 1 0 0,0 0-20 0 0,1 1-1 0 0,1 0 1 0 0,-1 0-1 0 0,2 0 0 0 0,0 1 1 0 0,0-1-1 0 0,1 1 1 0 0,-3 22-1 0 0,6-31-12 0 0,2 3-13 0 0,0 18 2 0 0,-1-19-12 0 0,2-1-14 0 0,5 16-13 0 0,-5-16-31 0 0,0-1-15 0 0,9 13-5 0 0,-9-13-34 0 0,2-2-12 0 0,32 17-265 0 0,-32-17 293 0 0,1-3-107 0 0,18-3 137 0 0,-18 4 2 0 0,-2-3 23 0 0,9-5 6 0 0,-10 6-1 0 0,1-2-12 0 0,6-10 46 0 0,-7 10-2 0 0,0 0-33 0 0,3-12 291 0 0,-1 1-1 0 0,0-1 1 0 0,-1 0-1 0 0,2-30 1 0 0,-5 41 477 0 0,0 1-690 0 0,2-15 43 0 0,-2 15 460 0 0,1 9-502 0 0,2 16 5 0 0,-2-16-12 0 0,0 0-6 0 0,2 14-14 0 0,-2-14-11 0 0,1 1-26 0 0,0 0-36 0 0,5 20-176 0 0,1-1-1 0 0,15 32 0 0 0,-17-48-607 0 0,0 0-1 0 0,1-1 1 0 0,11 12 0 0 0,-15-17-272 0 0,15 5-1831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97 1400 0 0,'4'-24'547'0'0,"-3"19"525"0"0,-1 5-1051 0 0,1 0 0 0 0,-1 0 0 0 0,1-1 0 0 0,-1 1 0 0 0,0 0 0 0 0,1 0 0 0 0,-1 0 0 0 0,0 0 1 0 0,1 0-1 0 0,-1 0 0 0 0,0-1 0 0 0,1 1 0 0 0,-1 0 0 0 0,0 0 0 0 0,1-1 0 0 0,-1 1 0 0 0,0 0 0 0 0,0 0 0 0 0,1-1 0 0 0,-1 1 0 0 0,0 0 0 0 0,0-1 1 0 0,1 1-1 0 0,-1 0 0 0 0,0-1 0 0 0,0 1 0 0 0,0 0 0 0 0,0-1 0 0 0,1 0 25 0 0,-1 1 1 0 0,0-1-1 0 0,0 1 1 0 0,0-1-1 0 0,1 1 1 0 0,-1-1-1 0 0,0 1 1 0 0,1-1-1 0 0,-1 1 1 0 0,0-1-1 0 0,1 1 1 0 0,-1 0-1 0 0,0-1 1 0 0,1 1-1 0 0,-1 0 1 0 0,1-1-1 0 0,-1 1 1 0 0,1 0-1 0 0,-1 0 0 0 0,1-1 1 0 0,-1 1-1 0 0,1 0 1 0 0,-1 0-1 0 0,1 0 1 0 0,-1 0-1 0 0,1 0 1 0 0,-1-1-1 0 0,1 1 1 0 0,-1 0-1 0 0,1 0 1 0 0,-1 0-1 0 0,1 0 1 0 0,-1 1-1 0 0,1-1 1 0 0,0 0-1 0 0,5 1 106 0 0,-1 1-1 0 0,1-1 1 0 0,-1 1 0 0 0,0 0-1 0 0,1 0 1 0 0,-1 1-1 0 0,0 0 1 0 0,-1 0 0 0 0,1 0-1 0 0,0 0 1 0 0,-1 1-1 0 0,7 6 1 0 0,2 5 261 0 0,-1 0-1 0 0,-1 1 1 0 0,-1 0 0 0 0,17 34 0 0 0,-25-46-167 0 0,-1 1 13 0 0,2 14-6 0 0,-2-14 212 0 0,-1 0-228 0 0,0 0-107 0 0,0-1 0 0 0,-1 0 0 0 0,1 1 0 0 0,-1-1 0 0 0,0 0 0 0 0,-1 0 0 0 0,1 0 0 0 0,-3 5 0 0 0,2-6 314 0 0,-2-1-247 0 0,2-2-153 0 0,0 1 1 0 0,-1 0-1 0 0,1-1 0 0 0,-1 1 1 0 0,1-1-1 0 0,0 0 0 0 0,-1 0 1 0 0,1 0-1 0 0,-1 0 0 0 0,1 0 1 0 0,-1 0-1 0 0,1-1 0 0 0,-1 1 1 0 0,-3-2-1 0 0,1 0 18 0 0,2-1-9 0 0,-23-37 39 0 0,24 35-129 0 0,1-1-46 0 0,0-3-60 0 0,1 0 0 0 0,0 0 0 0 0,1 0 0 0 0,-1 0 0 0 0,2 0 0 0 0,-1 1 0 0 0,1-1 0 0 0,5-12 0 0 0,19-32-1135 0 0,-19 42 55 0 0,0 1-1 0 0,1 0 1 0 0,0 1-1 0 0,1-1 1 0 0,17-14-1 0 0,-10 11-2191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 24 2668 0 0,'-1'-5'1116'0'0,"1"4"-843"0"0,1 0 0 0 0,-1 0 0 0 0,0 0 1 0 0,0 0-1 0 0,0 0 0 0 0,0 0 0 0 0,0 0 0 0 0,-1 0 1 0 0,1 1-1 0 0,0-1 0 0 0,0 0 0 0 0,-1 0 1 0 0,1 0-1 0 0,0 0 0 0 0,-1 0 0 0 0,1 1 1 0 0,-1-1-1 0 0,0-1 0 0 0,-6 6 2708 0 0,1 4-4135 0 0,5-7 1172 0 0,0 0-1 0 0,0 0 1 0 0,1 1-1 0 0,-1-1 0 0 0,0 0 1 0 0,1 0-1 0 0,-1 1 1 0 0,1-1-1 0 0,-1 0 0 0 0,1 1 1 0 0,0-1-1 0 0,0 0 1 0 0,-1 1-1 0 0,1-1 0 0 0,0 1 1 0 0,0-1-1 0 0,0 0 0 0 0,1 1 1 0 0,-1 2-1 0 0,1-2 37 0 0,-26 210 892 0 0,25-180-938 0 0,4-5-16 0 0,-5-15-6 0 0,1-2 2 0 0,0 1 1 0 0,1-1-1 0 0,1 1 0 0 0,-1-1 1 0 0,2 1-1 0 0,5 16 0 0 0,10 21-197 0 0,-16-44 26 0 0,1 0-67 0 0,10 11-64 0 0,-10-11-89 0 0,14 4-653 0 0,-15-7 831 0 0,2 1-732 0 0,2-3-1483 0 0,17-2 225 0 0,-17 2-1547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65 2308 0 0,'0'0'1111'0'0,"-5"-1"-213"0"0,-7-3 1320 0 0,10-1-920 0 0,20-4-674 0 0,36-5-1773 0 0,-51 14 1316 0 0,104-26-5282 0 0,-85 21 2795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 56 1644 0 0,'0'0'1398'0'0,"-3"3"-858"0"0,-23 28 1585 0 0,23-28-1297 0 0,-4 18-436 0 0,5-17 214 0 0,4 0-539 0 0,-2-2-70 0 0,1-1 11 0 0,-1 1 1 0 0,0-1 0 0 0,1 0-1 0 0,-1 0 1 0 0,1 1-1 0 0,-1-1 1 0 0,1 0 0 0 0,-1 0-1 0 0,1 0 1 0 0,0 1-1 0 0,0-1 1 0 0,-1 0-1 0 0,1 0 1 0 0,0 0 0 0 0,0 0-1 0 0,0-1 1 0 0,0 1-1 0 0,0 0 1 0 0,0 0 0 0 0,1-1-1 0 0,-1 1 1 0 0,0 0-1 0 0,0-1 1 0 0,0 1 0 0 0,1-1-1 0 0,-1 1 1 0 0,0-1-1 0 0,1 0 1 0 0,-1 0-1 0 0,0 0 1 0 0,1 1 0 0 0,-1-1-1 0 0,0 0 1 0 0,2-1-1 0 0,19-1-29 0 0,-16 1 51 0 0,-1 0 99 0 0,43-18-454 0 0,-43 17 276 0 0,-1-2-2 0 0,31-30-50 0 0,-33 31 109 0 0,0-1-24 0 0,4-13 5 0 0,-5 13-8 0 0,-1-1-15 0 0,0-14 42 0 0,0 14-12 0 0,-2 1 0 0 0,1 2 26 0 0,-1 0 0 0 0,1 0 0 0 0,-1 0 0 0 0,0 0 0 0 0,1 1 0 0 0,-1-1-1 0 0,0 1 1 0 0,0-1 0 0 0,0 1 0 0 0,0-1 0 0 0,0 1 0 0 0,0 0 0 0 0,0 0 0 0 0,-1 0 0 0 0,-3-1-1 0 0,2 1 121 0 0,-1 3 25 0 0,-13 3-7 0 0,13-4 25 0 0,0 2 6 0 0,0 0-111 0 0,-1 0 1 0 0,1 1-1 0 0,0-1 0 0 0,0 1 0 0 0,1 0 1 0 0,-1 0-1 0 0,1 1 0 0 0,0 0 0 0 0,0-1 1 0 0,0 1-1 0 0,1 0 0 0 0,0 1 0 0 0,0-1 0 0 0,0 1 1 0 0,0-1-1 0 0,1 1 0 0 0,0 0 0 0 0,0 0 1 0 0,0 6-1 0 0,1-8-6 0 0,1 2-32 0 0,0 0-34 0 0,0-1 0 0 0,0 1 1 0 0,0 0-1 0 0,1-1 0 0 0,0 1 0 0 0,0-1 0 0 0,0 0 0 0 0,1 1 1 0 0,0-1-1 0 0,0 0 0 0 0,0 0 0 0 0,1 0 0 0 0,0 0 1 0 0,-1 0-1 0 0,2-1 0 0 0,-1 1 0 0 0,0-1 0 0 0,1 0 1 0 0,0 0-1 0 0,0 0 0 0 0,0-1 0 0 0,1 1 0 0 0,-1-1 0 0 0,9 5 1 0 0,-5-4-225 0 0,1 0 0 0 0,-1-1 1 0 0,1 0-1 0 0,0 0 1 0 0,-1-1-1 0 0,1 0 0 0 0,0 0 1 0 0,1-1-1 0 0,8 0 0 0 0,-12-1-462 0 0,-1-1-188 0 0,18-6-156 0 0,-18 5-50 0 0,-1 0-668 0 0,18-12-1243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1952 0 0,'3'4'1165'0'0,"14"16"-282"0"0,0 1 1 0 0,-2 1-1 0 0,0 1 0 0 0,-2 0 1 0 0,0 1-1 0 0,9 25 0 0 0,-20-45-737 0 0,1 8 100 0 0,-2-11-202 0 0,0 0-1 0 0,-1 0 0 0 0,1 0 0 0 0,-1 0 0 0 0,1 0 0 0 0,-1 0 0 0 0,1 0 1 0 0,-1 0-1 0 0,0 1 0 0 0,0-1 0 0 0,1 0 0 0 0,-1 0 0 0 0,0 0 1 0 0,0 0-1 0 0,0 2 0 0 0,1 17 132 0 0,-1-15 108 0 0,-2-2-148 0 0,-6 13-3 0 0,6-12 114 0 0,-1-2-93 0 0,-10 6-16 0 0,10-5 241 0 0,-3-4-272 0 0,-14-1-27 0 0,19 2-74 0 0,-1 0 0 0 0,1-1 0 0 0,0 1-1 0 0,0 0 1 0 0,0-1 0 0 0,1 1 0 0 0,-1-1 0 0 0,0 1 0 0 0,0-1-1 0 0,0 1 1 0 0,0-1 0 0 0,0 0 0 0 0,0 1 0 0 0,1-1-1 0 0,-1 0 1 0 0,0 0 0 0 0,1 1 0 0 0,-1-1 0 0 0,0 0 0 0 0,1 0-1 0 0,-1 0 1 0 0,1 0 0 0 0,-1-1 0 0 0,1 1 6 0 0,-3-2 40 0 0,3 1-46 0 0,-1 0 1 0 0,1 1-1 0 0,0-1 0 0 0,-1 0 1 0 0,1 1-1 0 0,-1-1 0 0 0,0 1 0 0 0,1-1 1 0 0,-1 1-1 0 0,0-1 0 0 0,0 1 1 0 0,-1-2-1 0 0,-1-1 5 0 0,1-1 12 0 0,2-2-18 0 0,-1-1-135 0 0,1 0 0 0 0,0 0 0 0 0,0-1 0 0 0,1 1 0 0 0,0 0 0 0 0,0 0 0 0 0,1 0 0 0 0,0 0 0 0 0,0 0 0 0 0,1 0 0 0 0,0 1 0 0 0,1-1 0 0 0,0 1 0 0 0,0 0 0 0 0,9-12 0 0 0,-10 16-404 0 0,1-1 0 0 0,-1 1 0 0 0,1 0 0 0 0,0 0 1 0 0,0 0-1 0 0,0 0 0 0 0,6-2 0 0 0,-2 0-1195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25 2356 0 0,'0'0'8879'0'0,"1"-5"-8435"0"0,2-11-45 0 0,-2 12 2658 0 0,-1 4-3046 0 0,0 1 0 0 0,0-1 0 0 0,0 1 0 0 0,0-1 0 0 0,0 1-1 0 0,0-1 1 0 0,0 1 0 0 0,0-1 0 0 0,0 0 0 0 0,0 1-1 0 0,0-1 1 0 0,0 1 0 0 0,0-1 0 0 0,0 1 0 0 0,0-1 0 0 0,0 1-1 0 0,0-1 1 0 0,1 0 0 0 0,-1 1 0 0 0,0-1 0 0 0,0 1 0 0 0,1-1-1 0 0,-1 0 1 0 0,1 1 0 0 0,-1 0 22 0 0,1 0 0 0 0,0 1 0 0 0,0-1 1 0 0,-1 0-1 0 0,1 0 0 0 0,-1 1 0 0 0,1-1 0 0 0,-1 0 0 0 0,1 1 1 0 0,-1-1-1 0 0,0 0 0 0 0,0 1 0 0 0,1 1 0 0 0,20 282 1409 0 0,-20-279-1410 0 0,-1-1 16 0 0,1 14-18 0 0,0-15-10 0 0,-1 1-10 0 0,2 12-7 0 0,-1-13-30 0 0,-10-24-13172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229 25 2496 0 0,'-1'-2'468'0'0,"0"1"-1"0"0,0-1 1 0 0,-1 0-1 0 0,1 1 1 0 0,0-1 0 0 0,-1 1-1 0 0,1 0 1 0 0,-1-1-1 0 0,1 1 1 0 0,-1 0-1 0 0,0 0 1 0 0,1 0-1 0 0,-1 0 1 0 0,-3-1-1 0 0,-6-1-827 0 0,7 2 1131 0 0,-1 3-504 0 0,-14 5-137 0 0,15-6 49 0 0,-1 1-11 0 0,-17 10-152 0 0,0 1 1 0 0,-26 21-1 0 0,36-24-930 0 0,0 0-1 0 0,-15 16 1 0 0,25-23-75 0 0,-7 13-1688 0 0,7-14 2020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77 3824 0 0,'0'0'7132'0'0,"6"1"-6838"0"0,15 2-160 0 0,1-1 1 0 0,0 0-1 0 0,-1-2 1 0 0,1-1 0 0 0,0-1-1 0 0,27-5 1 0 0,7 0-23 0 0,236-29 224 0 0,-84 9-3897 0 0,-179 22-782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517 2 2972 0 0,'0'0'951'0'0,"-7"0"-204"0"0,-1-1-542 0 0,-26 3 629 0 0,-16 7-237 0 0,1 2-1 0 0,0 3 1 0 0,1 2 0 0 0,0 1-1 0 0,-79 43 1 0 0,123-58-508 0 0,1 2-3 0 0,2-3-71 0 0,-1 0 0 0 0,1 0 0 0 0,0 0 0 0 0,-1 0 0 0 0,1 0 0 0 0,0 1 0 0 0,0-1 0 0 0,0 0 0 0 0,0 1 0 0 0,-1 2 0 0 0,3 0 22 0 0,0-2-40 0 0,0 0 1 0 0,0 0 0 0 0,0 0 0 0 0,0 0 0 0 0,0 0 0 0 0,0 0 0 0 0,1 0 0 0 0,-1 0-1 0 0,0 0 1 0 0,1-1 0 0 0,0 1 0 0 0,0-1 0 0 0,-1 1 0 0 0,1-1 0 0 0,0 1 0 0 0,0-1-1 0 0,0 0 1 0 0,0 0 0 0 0,0 0 0 0 0,4 1 0 0 0,111 43 125 0 0,-82-34-63 0 0,-1 2 1 0 0,-1 1 0 0 0,53 31-1 0 0,-83-43-36 0 0,1 1 0 0 0,0 0 0 0 0,-1 1 0 0 0,1-1 0 0 0,-1 0 0 0 0,0 1 0 0 0,-1 0 0 0 0,1 0 0 0 0,0 0 0 0 0,2 5 1 0 0,-4-7-21 0 0,1 2 108 0 0,-1 9 29 0 0,0-11-118 0 0,-1 0 0 0 0,1 1 0 0 0,-1-1 0 0 0,0 0 0 0 0,0 0 0 0 0,0 1 0 0 0,0-1 0 0 0,0 0 0 0 0,-1 0 0 0 0,1 1 0 0 0,-1-1 0 0 0,1 0 0 0 0,-1 0 0 0 0,0 0 0 0 0,0 0 0 0 0,0 0 0 0 0,0 0 0 0 0,0 0 0 0 0,-2 3 0 0 0,-4 3 37 0 0,0-1-1 0 0,0 0 1 0 0,-1 0-1 0 0,1 0 1 0 0,-1-1-1 0 0,-1 0 1 0 0,1-1-1 0 0,-1 0 1 0 0,0 0-1 0 0,0-1 1 0 0,-1 0-1 0 0,1-1 1 0 0,-1 0-1 0 0,0 0 1 0 0,-20 2-1 0 0,-13 2 111 0 0,27-6-123 0 0,1-1-1 0 0,0 0 0 0 0,-1-1 0 0 0,1-1 0 0 0,-1 0 0 0 0,-20-7 0 0 0,29 7-54 0 0,1 0-5 0 0,0 0 0 0 0,0 0 0 0 0,0-1 0 0 0,0 0 0 0 0,0 0 0 0 0,1 0-1 0 0,-1 0 1 0 0,1-1 0 0 0,0 0 0 0 0,0 0 0 0 0,1-1 0 0 0,-1 0 0 0 0,1 1 0 0 0,-5-8-1 0 0,4 6-46 0 0,3 5 31 0 0,1-1-1 0 0,-1 0 0 0 0,1 0 1 0 0,-1 0-1 0 0,1 0 1 0 0,0-1-1 0 0,0 1 1 0 0,0 0-1 0 0,0 0 0 0 0,0-1 1 0 0,1 1-1 0 0,-2-5 1 0 0,0-1-119 0 0,0 1 0 0 0,1-1 0 0 0,-1 0 0 0 0,1 0 0 0 0,1 0 0 0 0,0 0 1 0 0,0 0-1 0 0,0 0 0 0 0,1 0 0 0 0,1 1 0 0 0,-1-1 0 0 0,1 0 0 0 0,0 0 0 0 0,1 1 0 0 0,4-9 1 0 0,-1 7-334 0 0,0 1 1 0 0,1 0-1 0 0,0 0 1 0 0,0 0 0 0 0,1 1-1 0 0,0 0 1 0 0,1 1 0 0 0,-1 0-1 0 0,1 0 1 0 0,0 1 0 0 0,1 0-1 0 0,10-4 1 0 0,5 0-2633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 32 2704 0 0,'0'0'2980'0'0,"0"-5"-1816"0"0,0-10-530 0 0,0 4 3740 0 0,0 11-4361 0 0,0 0 0 0 0,0 1 0 0 0,0-1 0 0 0,0 0 0 0 0,0 0 0 0 0,0 1 0 0 0,0-1 0 0 0,0 0 0 0 0,0 0 0 0 0,-1 1 0 0 0,1-1 0 0 0,0 0 0 0 0,0 0 0 0 0,0 1 0 0 0,0-1 0 0 0,-1 0 0 0 0,1 0-1 0 0,0 0 1 0 0,0 1 0 0 0,0-1 0 0 0,-1 0 0 0 0,1 0 0 0 0,0 0 0 0 0,0 0 0 0 0,0 1 0 0 0,-1-1 0 0 0,1 0 0 0 0,0 0 0 0 0,0 0 0 0 0,-1 0 0 0 0,1 0 0 0 0,0 0 0 0 0,-1 0 0 0 0,1 0 0 0 0,0 0 0 0 0,-1 0-1 0 0,1 0-1 0 0,-1 0 0 0 0,0 0-1 0 0,1 1 1 0 0,-1-1 0 0 0,0 0-1 0 0,1 0 1 0 0,-1 1-1 0 0,1-1 1 0 0,-1 0 0 0 0,0 1-1 0 0,1-1 1 0 0,-1 0-1 0 0,1 1 1 0 0,-1-1 0 0 0,1 1-1 0 0,0-1 1 0 0,-1 1-1 0 0,1-1 1 0 0,-1 1 0 0 0,1-1-1 0 0,0 1 1 0 0,-1-1 0 0 0,1 1-1 0 0,0 0 1 0 0,0-1-1 0 0,-1 1 1 0 0,1 0 0 0 0,0-1-1 0 0,0 1 1 0 0,0 0-1 0 0,-17 98 2 0 0,5 1-1 0 0,1 177 0 0 0,12-269-641 0 0,0-1 0 0 0,0 1 0 0 0,1-1 0 0 0,3 12 0 0 0,-3-13 479 0 0,-1-1-834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61 2112 0 0,'32'-34'2558'0'0,"-29"31"-1866"0"0,-2 2-614 0 0,1 1 0 0 0,-1-1-1 0 0,1 1 1 0 0,-1-1-1 0 0,1 0 1 0 0,-1 1-1 0 0,1-1 1 0 0,-1 0 0 0 0,0 0-1 0 0,0 0 1 0 0,1 0-1 0 0,1-2 1 0 0,-1 1 66 0 0,2-1 769 0 0,1 2-536 0 0,16-3-139 0 0,-16 3 488 0 0,-1 3-404 0 0,0 0-207 0 0,-1 0 0 0 0,1 1 0 0 0,-1 0 0 0 0,1 0 0 0 0,-1 0 0 0 0,0 0 0 0 0,4 5 1 0 0,-5-5 56 0 0,-1 3-2 0 0,2 14 0 0 0,-2-14-62 0 0,-2 0-2 0 0,0 5-54 0 0,-1 0 1 0 0,-1 1-1 0 0,0-2 1 0 0,0 1-1 0 0,-1 0 1 0 0,-1-1 0 0 0,1 1-1 0 0,-2-1 1 0 0,1-1-1 0 0,-2 1 1 0 0,1-1-1 0 0,-9 10 1 0 0,4-7-91 0 0,9-9-69 0 0,-1 0-67 0 0,1-3-482 0 0,-7 7 1495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96 1944 0 0,'0'0'4595'0'0,"4"1"-4076"0"0,53 30 2227 0 0,-53-29-2524 0 0,1-2-395 0 0,43-4 402 0 0,-44 3-181 0 0,15-8 12 0 0,-15 7-32 0 0,-2 1-23 0 0,-1 0 0 0 0,1 0 1 0 0,-1 0-1 0 0,1 0 1 0 0,-1 0-1 0 0,0 0 0 0 0,1 0 1 0 0,-1-1-1 0 0,0 1 0 0 0,0 0 1 0 0,1-2-1 0 0,2 0 17 0 0,-1-1-7 0 0,1 1-13 0 0,1-2 0 0 0,4-29 1 0 0,-7 29-18 0 0,-4 0 20 0 0,-5-16-13 0 0,-7 5 12 0 0,10 14 23 0 0,-1 2-1 0 0,0 1 5 0 0,0-1-1 0 0,1 1 1 0 0,-1 1 0 0 0,1-1-1 0 0,-1 1 1 0 0,1-1 0 0 0,-1 1 0 0 0,1 1-1 0 0,0-1 1 0 0,0 0 0 0 0,0 1-1 0 0,0 0 1 0 0,1 0 0 0 0,-1 0 0 0 0,1 1-1 0 0,0-1 1 0 0,0 1 0 0 0,0 0-1 0 0,0-1 1 0 0,0 1 0 0 0,1 1 0 0 0,0-1-1 0 0,0 0 1 0 0,0 0 0 0 0,0 1-1 0 0,1-1 1 0 0,-1 1 0 0 0,1 0 0 0 0,1-1-1 0 0,-1 1 1 0 0,0 0 0 0 0,1-1-1 0 0,0 7 1 0 0,0-9-38 0 0,0 6 16 0 0,1 0 0 0 0,-1 0 1 0 0,1 0-1 0 0,3 9 1 0 0,-3-13-29 0 0,0-1 0 0 0,0 0 0 0 0,0 1 0 0 0,1-1-1 0 0,-1 0 1 0 0,1 0 0 0 0,0 0 0 0 0,0 0 0 0 0,0 0 0 0 0,0 0 0 0 0,0-1 0 0 0,1 1 0 0 0,-1-1 0 0 0,1 1 0 0 0,0-1 0 0 0,6 4 0 0 0,-2-3-256 0 0,0 0 1 0 0,0 0-1 0 0,1-1 0 0 0,-1 0 1 0 0,1 0-1 0 0,-1 0 0 0 0,1-1 1 0 0,0 0-1 0 0,0-1 1 0 0,0 0-1 0 0,-1 0 0 0 0,1-1 1 0 0,0 0-1 0 0,11-2 0 0 0,46-16-3572 0 0,-59 16 729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0 3012 0 0,'0'0'3941'0'0,"-4"1"-3522"0"0,-15 2-31 0 0,14-2-34 0 0,0 20 225 0 0,3-17-326 0 0,1 1-33 0 0,-1 55 406 0 0,2-53-655 0 0,-1-5 40 0 0,1-1 0 0 0,0 1 0 0 0,0 0-1 0 0,0 0 1 0 0,0 0 0 0 0,0 0 0 0 0,0 0 0 0 0,0 0 0 0 0,0-1 0 0 0,1 1 0 0 0,-1 0 0 0 0,2 3-1 0 0,-1-2 10 0 0,-1 3 54 0 0,1-1-12 0 0,0-2-77 0 0,6 33 223 0 0,-7-35-218 0 0,0 1-1 0 0,0-1 1 0 0,1 0 0 0 0,-1 0-1 0 0,0 0 1 0 0,1 1 0 0 0,-1-1 0 0 0,1 0-1 0 0,0 0 1 0 0,-1 0 0 0 0,1 0-1 0 0,0 0 1 0 0,0 0 0 0 0,0 0-1 0 0,0 0 1 0 0,-1 0 0 0 0,1 0-1 0 0,0-1 1 0 0,1 1 0 0 0,-1 0-1 0 0,0 0 1 0 0,0-1 0 0 0,0 1 0 0 0,0-1-1 0 0,0 1 1 0 0,1-1 0 0 0,1 1-1 0 0,1-2-7 0 0,1 1 0 0 0,-1-1 0 0 0,0 0-1 0 0,0 0 1 0 0,0 0 0 0 0,0-1 0 0 0,0 1 0 0 0,-1-1-1 0 0,1 0 1 0 0,0 0 0 0 0,-1-1 0 0 0,1 1 0 0 0,-1-1-1 0 0,4-3 1 0 0,2-4 43 0 0,0 1 0 0 0,-1-2 0 0 0,11-17 1 0 0,-16 24 101 0 0,-1 0-24 0 0,0 1 0 0 0,0-1 0 0 0,0 1 0 0 0,1-1 0 0 0,-1 1 0 0 0,7-5 0 0 0,-6 4-34 0 0,0 1 112 0 0,-1 7-107 0 0,7 11-81 0 0,-6-11 147 0 0,-4 5-83 0 0,2-3-44 0 0,13 30 64 0 0,-13-33-212 0 0,1 0 0 0 0,-1 0 0 0 0,1 0-1 0 0,0 0 1 0 0,0 0 0 0 0,0-1 0 0 0,0 1 0 0 0,0-1-1 0 0,1 1 1 0 0,-1-1 0 0 0,1 0 0 0 0,-1 0-1 0 0,1 0 1 0 0,0 0 0 0 0,0-1 0 0 0,0 1 0 0 0,0-1-1 0 0,0 1 1 0 0,0-1 0 0 0,0 0 0 0 0,6 1-1 0 0,-4-1-610 0 0,1-2-56 0 0,-2 1 647 0 0,1 0-282 0 0,0 0 0 0 0,0 0 0 0 0,0-1 0 0 0,-1 0 0 0 0,1 0 0 0 0,0 0 0 0 0,0-1 0 0 0,8-3 0 0 0,9-6-2156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147 252 2376 0 0,'0'0'852'0'0,"-1"-4"-172"0"0,-1-15-85 0 0,2 14 318 0 0,-3 2-499 0 0,-8-9-51 0 0,9 9 601 0 0,-3 3-652 0 0,-15-4-30 0 0,15 4-40 0 0,1 1 46 0 0,-1 2-156 0 0,0 0 0 0 0,-1 0 0 0 0,1 1 0 0 0,0-1 0 0 0,0 1 0 0 0,1 0 1 0 0,-1 1-1 0 0,1-1 0 0 0,0 1 0 0 0,0 0 0 0 0,-3 5 0 0 0,-21 54 418 0 0,27-60-512 0 0,0 1-8 0 0,-3 16-10 0 0,3-16 2 0 0,2 0 7 0 0,-1-5-44 0 0,5 35 2 0 0,-5-34-49 0 0,1 1-1 0 0,-1-1 1 0 0,0 0 0 0 0,1 1-1 0 0,-1-1 1 0 0,0 0 0 0 0,1 1-1 0 0,0-1 1 0 0,-1 0 0 0 0,1 0-1 0 0,0 0 1 0 0,0 0 0 0 0,-1 1-1 0 0,1-1 1 0 0,0 0 0 0 0,0 0-1 0 0,0 0 1 0 0,0-1 0 0 0,0 1-1 0 0,1 0 1 0 0,-1 0 0 0 0,0 0-1 0 0,0-1 1 0 0,0 1 0 0 0,1-1-1 0 0,-1 1 1 0 0,0-1 0 0 0,3 1-1 0 0,-2-1 52 0 0,2 0-126 0 0,0-1 0 0 0,0 1 1 0 0,0-1-1 0 0,0 1 0 0 0,0-1 0 0 0,0-1 0 0 0,0 1 0 0 0,0 0 1 0 0,0-1-1 0 0,-1 0 0 0 0,5-2 0 0 0,-2 0 81 0 0,0-1-1 0 0,-1 0 1 0 0,1 1-1 0 0,-1-2 1 0 0,0 1-1 0 0,-1-1 1 0 0,1 1-1 0 0,-1-1 1 0 0,0-1-1 0 0,0 1 1 0 0,-1 0-1 0 0,0-1 1 0 0,0 0-1 0 0,-1 0 1 0 0,3-8 0 0 0,8-56 766 0 0,-11 55-437 0 0,-2-5-65 0 0,-2-3 202 0 0,-1-7 314 0 0,-1 0 0 0 0,-11-37 0 0 0,13 63-526 0 0,2 4-174 0 0,0-1 1 0 0,-1 1 0 0 0,1-1-1 0 0,-1 1 1 0 0,0-1 0 0 0,1 1-1 0 0,-1 0 1 0 0,0-1 0 0 0,0 1-1 0 0,0 0 1 0 0,0 0-1 0 0,-2-3 1 0 0,1 2 21 0 0,0-2 202 0 0,0 4-233 0 0,1-1 0 0 0,0 1 0 0 0,-1-1 0 0 0,1 0 0 0 0,0 1 0 0 0,0-1 0 0 0,0 0 0 0 0,-1 0-1 0 0,1 0 1 0 0,0 0 0 0 0,0 0 0 0 0,-1-1 0 0 0,1 1 13 0 0,-2-2 292 0 0,-1 7-108 0 0,0 0-130 0 0,0 1 0 0 0,0 0 1 0 0,1 0-1 0 0,0 1 1 0 0,0-1-1 0 0,0 0 0 0 0,0 1 1 0 0,1 0-1 0 0,0 0 0 0 0,0 0 1 0 0,-1 10-1 0 0,0 2 70 0 0,2 1 0 0 0,0 0 0 0 0,3 36 1 0 0,0-32-143 0 0,2 0 1 0 0,1 0-1 0 0,1-1 1 0 0,1 1-1 0 0,14 32 1 0 0,-19-52-75 0 0,0 0-1 0 0,0 0 1 0 0,0 1 0 0 0,0-1-1 0 0,1-1 1 0 0,-1 1 0 0 0,1 0-1 0 0,0 0 1 0 0,0-1 0 0 0,0 0-1 0 0,0 0 1 0 0,0 1 0 0 0,0-2-1 0 0,0 1 1 0 0,1 0 0 0 0,-1-1 0 0 0,1 1-1 0 0,-1-1 1 0 0,6 1 0 0 0,-1-1-175 0 0,0-1 0 0 0,0 1 0 0 0,0-1 0 0 0,0-1 0 0 0,0 1 1 0 0,0-1-1 0 0,8-3 0 0 0,-8 2 159 0 0,1-1 0 0 0,-1-1-1 0 0,0 0 1 0 0,0 0 0 0 0,0 0 0 0 0,-1-1 0 0 0,1 0-1 0 0,-1-1 1 0 0,0 1 0 0 0,9-11 0 0 0,26-42 625 0 0,-40 54-329 0 0,-2 3-195 0 0,1 0 1 0 0,0 0 0 0 0,-1 0 0 0 0,1 0-1 0 0,-1 0 1 0 0,0 0 0 0 0,1 0-1 0 0,-1 0 1 0 0,0 0 0 0 0,1 0 0 0 0,-1 0-1 0 0,0 0 1 0 0,0 0 0 0 0,0-2 0 0 0,0-2 2660 0 0,-2 7-2656 0 0,0-1-1 0 0,0 0 1 0 0,0 1 0 0 0,1-1-1 0 0,-1 1 1 0 0,1 0 0 0 0,-1-1-1 0 0,1 1 1 0 0,-1 0 0 0 0,1 0 0 0 0,0 0-1 0 0,0 0 1 0 0,0 0 0 0 0,0 0-1 0 0,0 0 1 0 0,1 0 0 0 0,-2 4 0 0 0,1-1 54 0 0,0 2-17 0 0,-1 18-44 0 0,1-19-45 0 0,2 0 40 0 0,3 17 12 0 0,-4-18-27 0 0,2 0-93 0 0,19 35-71 0 0,-19-37-48 0 0,2-1-91 0 0,11 7-80 0 0,-11-7-38 0 0,2-2-607 0 0,1 0 712 0 0,-1 0 0 0 0,1-1-1 0 0,-1 1 1 0 0,1-1 0 0 0,-1-1 0 0 0,1 1-1 0 0,7-4 1 0 0,-10 3-210 0 0,1 0-1 0 0,0-1 1 0 0,-1 1 0 0 0,0-1-1 0 0,1 0 1 0 0,-1-1-1 0 0,-1 1 1 0 0,1-1-1 0 0,3-3 1 0 0,11-14-2500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139 18 2908 0 0,'-5'1'1147'0'0,"-60"24"2169"0"0,62-23-2917 0 0,-1 1-58 0 0,0 0-255 0 0,0 0-1 0 0,0 0 0 0 0,1 0 1 0 0,0 1-1 0 0,0-1 0 0 0,0 1 1 0 0,0 0-1 0 0,0 0 0 0 0,1 0 1 0 0,-1 0-1 0 0,1 0 1 0 0,0 1-1 0 0,0-1 0 0 0,0 5 1 0 0,2-8-94 0 0,0 0 1 0 0,1 0-1 0 0,-1 0 1 0 0,1 0 0 0 0,-1 0-1 0 0,1 0 1 0 0,-1-1 0 0 0,1 1-1 0 0,0 0 1 0 0,-1 0 0 0 0,1 0-1 0 0,0-1 1 0 0,0 1 0 0 0,0 0-1 0 0,-1-1 1 0 0,1 1 0 0 0,0-1-1 0 0,0 1 1 0 0,0-1-1 0 0,0 1 1 0 0,0-1 0 0 0,0 0-1 0 0,2 1 1 0 0,16 4-111 0 0,-14-4 50 0 0,0-2-6 0 0,12-2 38 0 0,-13 2 30 0 0,1-1 42 0 0,12-7 44 0 0,-12 7 14 0 0,-5 1-78 0 0,1-1 1 0 0,0 1-1 0 0,-1 0 0 0 0,1 0 1 0 0,0 0-1 0 0,0 0 1 0 0,0 0-1 0 0,0 0 0 0 0,0 0 1 0 0,0 0-1 0 0,0 0 1 0 0,3-1-1 0 0,-2 1 24 0 0,1-3 122 0 0,-2 0-10 0 0,5-12-12 0 0,-5 12 178 0 0,-1-3-213 0 0,0 0 0 0 0,-1 0 0 0 0,0 0 0 0 0,-1 0 0 0 0,1 1 1 0 0,-4-8-1 0 0,3 10 49 0 0,-1 2-104 0 0,-10-6-7 0 0,10 6 2 0 0,-3 4-64 0 0,1 0-38 0 0,0 0 0 0 0,0 0-1 0 0,0 0 1 0 0,0 1 0 0 0,0-1 0 0 0,1 1-1 0 0,-1 0 1 0 0,1 1 0 0 0,0-1 0 0 0,0 1-1 0 0,0 0 1 0 0,0 0 0 0 0,1 0 0 0 0,-5 7-1 0 0,3-5-171 0 0,1 1 0 0 0,0 0 0 0 0,0 1 0 0 0,1-1 0 0 0,0 1 0 0 0,1-1 0 0 0,-1 1-1 0 0,1 0 1 0 0,1 0 0 0 0,-1 0 0 0 0,1 0 0 0 0,1 0 0 0 0,0 0 0 0 0,0 0 0 0 0,0 0 0 0 0,1 0-1 0 0,0 0 1 0 0,4 13 0 0 0,17 22-3121 0 0,-20-40 795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28 3300 0 0,'0'0'3757'0'0,"0"-4"-3157"0"0,1-15-82 0 0,0 14 1434 0 0,-3 9-1670 0 0,0 0-163 0 0,0 1 0 0 0,0-1 0 0 0,0 1 1 0 0,1-1-1 0 0,0 1 0 0 0,-1 7 0 0 0,2-7 33 0 0,-1-3-136 0 0,1-1 0 0 0,-1 1 0 0 0,1 0 0 0 0,-1 0 0 0 0,1-1 1 0 0,0 1-1 0 0,0 0 0 0 0,0 0 0 0 0,0 0 0 0 0,0-1 0 0 0,0 1 0 0 0,1 2 0 0 0,-1 1 10 0 0,0 1 39 0 0,1 0-10 0 0,4 48 15 0 0,-4-49-30 0 0,0 0-9 0 0,0-2-32 0 0,1 0 0 0 0,-1 0 0 0 0,0-1 1 0 0,1 1-1 0 0,-1 0 0 0 0,1-1 0 0 0,0 1 0 0 0,0-1 0 0 0,0 1 0 0 0,0-1 0 0 0,4 3 0 0 0,-3-3-49 0 0,1-3-153 0 0,12-6 116 0 0,-12 5 32 0 0,1-1 7 0 0,6-6-12 0 0,0-2-1 0 0,-1 1 1 0 0,17-23 0 0 0,1-4 78 0 0,-25 34-6 0 0,-2 2-10 0 0,0 0 1 0 0,1 0 0 0 0,-1 0-1 0 0,0-1 1 0 0,0 1 0 0 0,0 0 0 0 0,0-1-1 0 0,0 1 1 0 0,0-1 0 0 0,0 1-1 0 0,1-4 1 0 0,-2 5-1 0 0,3-4 8 0 0,-2 3 4 0 0,-1 0 8 0 0,1 1 0 0 0,0-1 1 0 0,0 0-1 0 0,0 0 1 0 0,0 0-1 0 0,0 1 1 0 0,0-1-1 0 0,0 0 1 0 0,0 1-1 0 0,0-1 1 0 0,0 1-1 0 0,0 0 1 0 0,0-1-1 0 0,0 1 1 0 0,0 0-1 0 0,2-1 1 0 0,4 15 39 0 0,-5-10 62 0 0,-2 1-114 0 0,0 18 2 0 0,0-17-13 0 0,1 0-4 0 0,1 17-5 0 0,-2-18-18 0 0,2 0-29 0 0,2 15-68 0 0,-3-15-85 0 0,2-1-53 0 0,-1-1 145 0 0,0 0 1 0 0,0 0-1 0 0,1-1 0 0 0,-1 1 0 0 0,1-1 1 0 0,-1 0-1 0 0,1 1 0 0 0,0-1 1 0 0,0 0-1 0 0,0-1 0 0 0,0 1 1 0 0,0 0-1 0 0,0-1 0 0 0,6 2 0 0 0,-1-1-272 0 0,0 0 0 0 0,0-1 0 0 0,0 0 0 0 0,1-1-1 0 0,-1 1 1 0 0,11-2 0 0 0,11-2-988 0 0,1-2 0 0 0,34-9 0 0 0,-37 5-1126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340 47 2368 0 0,'0'-6'1324'0'0,"-1"-15"-210"0"0,1 15 639 0 0,-5 4-1053 0 0,-11-7-106 0 0,12 7-82 0 0,-1 3-81 0 0,-2 0-302 0 0,-1 1 1 0 0,1 0-1 0 0,-1 0 0 0 0,1 1 0 0 0,0 0 1 0 0,0 1-1 0 0,0-1 0 0 0,0 1 1 0 0,1 0-1 0 0,-11 10 0 0 0,5-4-29 0 0,0 1-1 0 0,2 0 1 0 0,-1 1-1 0 0,-11 17 1 0 0,20-26-82 0 0,-10 19 78 0 0,4-2-39 0 0,-9 33 53 0 0,15-48-67 0 0,2 1-31 0 0,-1 17-18 0 0,1-17-21 0 0,1-2-35 0 0,3 12-41 0 0,-2-12-27 0 0,-2-4 124 0 0,0 0-1 0 0,1 0 1 0 0,-1 0 0 0 0,0 0 0 0 0,0 0 0 0 0,1 0 0 0 0,-1 0-1 0 0,0 0 1 0 0,1 0 0 0 0,-1 1 0 0 0,0-1 0 0 0,1 0 0 0 0,-1 0 0 0 0,0 0-1 0 0,0 0 1 0 0,1 1 0 0 0,-1-1 0 0 0,0 0 0 0 0,0 0 0 0 0,0 0 0 0 0,1 1-1 0 0,-1-1 1 0 0,0 0 0 0 0,0 0 0 0 0,0 1 0 0 0,1-1 0 0 0,-1 0 0 0 0,0 0-1 0 0,0 1 1 0 0,0-1 0 0 0,0 0 0 0 0,0 1 0 0 0,0-1 0 0 0,1 1-17 0 0,-1 0 0 0 0,0-1 0 0 0,0 1 0 0 0,0-1 1 0 0,1 1-1 0 0,-1-1 0 0 0,0 1 0 0 0,1-1 1 0 0,-1 1-1 0 0,1-1 0 0 0,-1 1 0 0 0,0-1 0 0 0,1 1 1 0 0,-1-1-1 0 0,1 0 0 0 0,-1 1 0 0 0,1-1 0 0 0,0 0 1 0 0,-1 1-1 0 0,1-1 0 0 0,-1 0 0 0 0,1 0 1 0 0,-1 1-1 0 0,1-1 0 0 0,0 0 0 0 0,-1 0 0 0 0,1 0 1 0 0,-1 0-1 0 0,1 0 0 0 0,1 0 0 0 0,20 2-159 0 0,-17-1 38 0 0,1-3 29 0 0,2 0 96 0 0,-1-1 1 0 0,0 1-1 0 0,0-2 0 0 0,0 1 1 0 0,0-1-1 0 0,0 0 0 0 0,-1 0 1 0 0,1-1-1 0 0,-1 0 0 0 0,10-11 1 0 0,21-36 62 0 0,-32 43 212 0 0,1 0 0 0 0,-1 0 0 0 0,-1-1-1 0 0,0 0 1 0 0,0 0 0 0 0,-1 0 0 0 0,-1 0-1 0 0,1-1 1 0 0,-1 1 0 0 0,0-12 0 0 0,-2 20-210 0 0,-1-1 0 0 0,1 1 0 0 0,-1 0 0 0 0,1 0 0 0 0,-1 0 0 0 0,0 0 0 0 0,0 0 0 0 0,0 0 0 0 0,-2-4 326 0 0,-11 21-155 0 0,12-12-200 0 0,0-1-1 0 0,0 1 1 0 0,0 0-1 0 0,1-1 1 0 0,-1 1-1 0 0,1 0 0 0 0,0 0 1 0 0,0 0-1 0 0,0 0 1 0 0,0 0-1 0 0,0 0 1 0 0,1 0-1 0 0,-1 0 1 0 0,1 5-1 0 0,-2 7 29 0 0,-5 36-9 0 0,3 0 1 0 0,3 77 0 0 0,18 108 151 0 0,2 48-84 0 0,-19-269-110 0 0,-4 14 8 0 0,-1-8-29 0 0,4-18 24 0 0,1 2 6 0 0,-1 1 0 0 0,0-1-1 0 0,0 0 1 0 0,0 0 0 0 0,-1 0-1 0 0,0 1 1 0 0,0-1 0 0 0,0-1 0 0 0,-1 1-1 0 0,1 0 1 0 0,-1-1 0 0 0,-4 6 0 0 0,-24 13 29 0 0,26-22-28 0 0,1 1 6 0 0,-10-1-7 0 0,11 0-2 0 0,1-1 0 0 0,0 0 0 0 0,0 0 1 0 0,0 0-1 0 0,0 0 0 0 0,0 0 0 0 0,0 0 0 0 0,0-1 1 0 0,0 1-1 0 0,0-1 0 0 0,0 0 0 0 0,0 1 1 0 0,1-1-1 0 0,-3-1 0 0 0,-9-4-9 0 0,1-1 0 0 0,0 0-1 0 0,0-1 1 0 0,0 0 0 0 0,1-1 0 0 0,1 0 0 0 0,0-1-1 0 0,0 0 1 0 0,0 0 0 0 0,2-1 0 0 0,-1 0 0 0 0,1-1-1 0 0,1 0 1 0 0,-11-23 0 0 0,12 23-139 0 0,1-1-1 0 0,0 1 1 0 0,1-1 0 0 0,1 0-1 0 0,0-1 1 0 0,0 1 0 0 0,1 0-1 0 0,1-1 1 0 0,0 0 0 0 0,1 1-1 0 0,1-1 1 0 0,0 1 0 0 0,1-1-1 0 0,0 1 1 0 0,1 0 0 0 0,5-14-1 0 0,-3 14-613 0 0,0 0-1 0 0,2 1 1 0 0,-1 0-1 0 0,2 0 1 0 0,-1 1-1 0 0,2 0 0 0 0,-1 0 1 0 0,18-15-1 0 0,0 3-3502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333 163 2436 0 0,'1'-5'1188'0'0,"0"-8"-411"0"0,-1 0 0 0 0,0 0 0 0 0,0-1-1 0 0,-2 1 1 0 0,1 1 0 0 0,-5-17-1 0 0,4 25-435 0 0,-1-1-181 0 0,-1-1 44 0 0,-2-1 1 0 0,1 1-1 0 0,-1 0 0 0 0,-9-7 1 0 0,11 10-31 0 0,-1 3-25 0 0,-2-1-101 0 0,0 1 0 0 0,0 1-1 0 0,0 0 1 0 0,0 0 0 0 0,0 0 0 0 0,0 0 0 0 0,1 1 0 0 0,-1 1-1 0 0,1-1 1 0 0,-1 1 0 0 0,-10 6 0 0 0,7-3 16 0 0,1 0 0 0 0,-1 1 0 0 0,1 0 0 0 0,0 1 0 0 0,1 0 0 0 0,0 0-1 0 0,-9 11 1 0 0,4 0 0 0 0,-1 1 0 0 0,2 0 0 0 0,1 1 0 0 0,1 0 0 0 0,0 0 0 0 0,-12 43 0 0 0,19-53-57 0 0,1-1-1 0 0,0 0 0 0 0,0 1 1 0 0,1-1-1 0 0,0 1 0 0 0,1 0 1 0 0,0-1-1 0 0,1 1 0 0 0,0-1 1 0 0,0 1-1 0 0,1-1 0 0 0,1 1 1 0 0,0-1-1 0 0,0 0 0 0 0,1 0 1 0 0,0-1-1 0 0,9 15 0 0 0,-8-17-20 0 0,0-1 0 0 0,1 1 0 0 0,0-1 0 0 0,1 0 0 0 0,0 0 0 0 0,0-1 0 0 0,0 0 0 0 0,0 0 0 0 0,1 0 0 0 0,-1-1-1 0 0,1-1 1 0 0,15 6 0 0 0,-4-3-118 0 0,0-1-1 0 0,0-1 1 0 0,0-1-1 0 0,28 1 0 0 0,-28-4 46 0 0,0-1 0 0 0,0-1 0 0 0,1-1-1 0 0,-1-1 1 0 0,0 0 0 0 0,-1-1-1 0 0,1-1 1 0 0,-1-1 0 0 0,-1-1-1 0 0,1 0 1 0 0,-1-1 0 0 0,0-1 0 0 0,-1-1-1 0 0,-1 0 1 0 0,20-18 0 0 0,-27 22 54 0 0,-1 0 1 0 0,1-1-1 0 0,-1 0 1 0 0,-1 0 0 0 0,1 0-1 0 0,-1-1 1 0 0,-1 0-1 0 0,0-1 1 0 0,0 1 0 0 0,-1-1-1 0 0,0 0 1 0 0,-1 0-1 0 0,0 0 1 0 0,0 0-1 0 0,-1 0 1 0 0,0-1 0 0 0,-1 1-1 0 0,0-1 1 0 0,-1 1-1 0 0,0-1 1 0 0,-1 0 0 0 0,-2-10-1 0 0,1 11 77 0 0,0 1 0 0 0,-1 0 1 0 0,0-1-1 0 0,-1 2 0 0 0,0-1 0 0 0,0 0 0 0 0,-1 1 0 0 0,0 0 0 0 0,0 0 1 0 0,-1 0-1 0 0,0 0 0 0 0,-1 1 0 0 0,1 0 0 0 0,-1 1 0 0 0,-1-1 0 0 0,1 1 0 0 0,-1 1 1 0 0,0 0-1 0 0,-1 0 0 0 0,1 0 0 0 0,-1 1 0 0 0,0 0 0 0 0,0 1 0 0 0,0 0 1 0 0,-10-2-1 0 0,13 4-20 0 0,0 0 1 0 0,0 0 0 0 0,0 1 0 0 0,-1 0-1 0 0,1 0 1 0 0,0 1 0 0 0,0 0-1 0 0,0 0 1 0 0,0 0 0 0 0,0 1 0 0 0,1-1-1 0 0,-1 2 1 0 0,0-1 0 0 0,1 0 0 0 0,-1 1-1 0 0,1 0 1 0 0,0 1 0 0 0,0-1 0 0 0,0 1-1 0 0,1 0 1 0 0,-6 5 0 0 0,7-5-9 0 0,0 0 1 0 0,1 0-1 0 0,-1 0 1 0 0,1 0-1 0 0,0 1 1 0 0,0-1-1 0 0,0 0 1 0 0,1 1-1 0 0,-2 7 1 0 0,1-4 5 0 0,1-3-11 0 0,0 1-1 0 0,0 0 1 0 0,1 0-1 0 0,-1 0 1 0 0,1 0-1 0 0,1 0 1 0 0,-1 0 0 0 0,1 0-1 0 0,1 6 1 0 0,-1-7-10 0 0,3 16 21 0 0,0 0 0 0 0,2-1 1 0 0,0 1-1 0 0,1-1 0 0 0,16 32 0 0 0,59 84-67 0 0,-4-5-68 0 0,-75-123 126 0 0,1 0-1 0 0,-1 0 1 0 0,-1 0-1 0 0,3 13 1 0 0,-5-19-13 0 0,1 2 13 0 0,-2 2 6 0 0,2 0-15 0 0,-1-3-3 0 0,0-1 1 0 0,0 0 0 0 0,0 0-1 0 0,0 0 1 0 0,0 0 0 0 0,-1 0-1 0 0,1 0 1 0 0,-1 1 0 0 0,1-1-1 0 0,-1 0 1 0 0,-1 2 0 0 0,1 1-5 0 0,-1 0 1 0 0,0-1-1 0 0,0 1 1 0 0,0 0 0 0 0,-1-1-1 0 0,0 1 1 0 0,1-1-1 0 0,-1 0 1 0 0,-1 0-1 0 0,1 0 1 0 0,-1-1 0 0 0,1 1-1 0 0,-1-1 1 0 0,-8 6-1 0 0,7-6-37 0 0,2-1-119 0 0,-13 4-363 0 0,13-4 396 0 0,-1 0-425 0 0,3-5-1826 0 0,1 3 2311 0 0,0-1 0 0 0,-1 1 1 0 0,1 0-1 0 0,0-1 0 0 0,-1 1 1 0 0,1 0-1 0 0,0-1 1 0 0,-1 1-1 0 0,1 0 0 0 0,-1 0 1 0 0,1-1-1 0 0,0 1 0 0 0,-1 0 1 0 0,1 0-1 0 0,-1 0 0 0 0,1 0 1 0 0,-1 0-1 0 0,1 0 0 0 0,-1-1 1 0 0,0 1-42 0 0,1 0 1 0 0,0 0 0 0 0,-1 0-1 0 0,1 0 1 0 0,-1 0 0 0 0,1 0-1 0 0,-1 0 1 0 0,1-1 0 0 0,0 1 0 0 0,-1 0-1 0 0,1 0 1 0 0,-1 0 0 0 0,1-1-1 0 0,0 1 1 0 0,-1 0 0 0 0,1-1-1 0 0,0 1 1 0 0,-1 0 0 0 0,1-1-1 0 0,0 1 1 0 0,-1 0 0 0 0,1-1 0 0 0,0 1-1 0 0,0-1 1 0 0,0 1 0 0 0,-1-1-1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32 2720 0 0,'2'-4'1660'0'0,"3"-5"-1206"0"0,8-10 4932 0 0,-10 20-3305 0 0,-3 13-2462 0 0,-1-9 582 0 0,1 1-41 0 0,-3 49 205 0 0,3-50-289 0 0,1 2-19 0 0,13 74 158 0 0,-13-78-208 0 0,-1-1-9 0 0,0 0 0 0 0,1 0 0 0 0,0-1 0 0 0,-1 1 0 0 0,1 0 0 0 0,0-1 0 0 0,0 1 0 0 0,-1-1 1 0 0,1 1-1 0 0,1-1 0 0 0,0 2 0 0 0,0 1-42 0 0,1-1 43 0 0,7 10 7 0 0,-9-12-8 0 0,-1 0 0 0 0,1 0 0 0 0,0 0 0 0 0,0 0 0 0 0,-1 0 0 0 0,1-1 0 0 0,0 1 0 0 0,0 0-1 0 0,0 0 1 0 0,0-1 0 0 0,0 1 0 0 0,0-1 0 0 0,0 1 0 0 0,0-1 0 0 0,1 0 0 0 0,-1 1 0 0 0,1-1 0 0 0,2 1-10 0 0,-1 1-33 0 0,3-3-55 0 0,-2 0 94 0 0,0 0 0 0 0,0 0 0 0 0,0 0 0 0 0,0-1 1 0 0,0 1-1 0 0,-1-1 0 0 0,1 0 0 0 0,0 0 0 0 0,-1-1 0 0 0,1 1 0 0 0,-1-1 0 0 0,0 0 0 0 0,0 0 0 0 0,0 0 0 0 0,0 0 0 0 0,-1 0 0 0 0,4-5 0 0 0,5-13 2 0 0,-1-1 0 0 0,10-33 0 0 0,-18 51 56 0 0,-1-1 1 0 0,5-12-39 0 0,-5 13-10 0 0,1-1 29 0 0,3-17 244 0 0,-5 28-251 0 0,0 14-18 0 0,0-14 12 0 0,1-1-17 0 0,-1 6-24 0 0,1 1 0 0 0,0-1 0 0 0,6 21 1 0 0,-5-27-127 0 0,0-1 0 0 0,-1 1 1 0 0,2-1-1 0 0,-1 0 1 0 0,0 1-1 0 0,1-1 0 0 0,0 0 1 0 0,0-1-1 0 0,0 1 1 0 0,0 0-1 0 0,1-1 1 0 0,-1 0-1 0 0,8 6 0 0 0,1-3-719 0 0,-1 0 1 0 0,1 0-1 0 0,1-1 0 0 0,-1 0 0 0 0,1-1 0 0 0,24 4 0 0 0,-30-7-933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182 43 2664 0 0,'0'0'2571'0'0,"-1"-5"-1932"0"0,-3-20 788 0 0,-16 12-46 0 0,16 14-1119 0 0,-3 0-144 0 0,1 1-1 0 0,-1 0 1 0 0,1 1 0 0 0,0 0-1 0 0,0 0 1 0 0,0 0 0 0 0,0 0-1 0 0,0 1 1 0 0,1 0 0 0 0,0 0-1 0 0,0 1 1 0 0,0-1 0 0 0,0 1-1 0 0,-5 7 1 0 0,1-2-36 0 0,1 1 0 0 0,1 0 0 0 0,0 0 0 0 0,0 1 0 0 0,1 0-1 0 0,-7 17 1 0 0,12-25-47 0 0,-2 25-2 0 0,2-24-41 0 0,3 0-16 0 0,-1-1-41 0 0,1 1-1 0 0,0-1 1 0 0,0 0-1 0 0,0 0 0 0 0,1 0 1 0 0,-1 0-1 0 0,4 4 1 0 0,-3-5-107 0 0,16 3-173 0 0,-15-4 200 0 0,2-2-260 0 0,18 0 200 0 0,-18 0 41 0 0,-1-2 48 0 0,15-6 12 0 0,-15 6 15 0 0,-1 0 39 0 0,35-31-181 0 0,-35 29 332 0 0,-2 0 30 0 0,8-14 22 0 0,-8 14 26 0 0,0 0 35 0 0,5-13 39 0 0,-6 13 384 0 0,1 0-320 0 0,6-8 638 0 0,-7 12-873 0 0,0 0 1 0 0,-1 1-1 0 0,1-1 1 0 0,0 0 0 0 0,-1 1-1 0 0,1-1 1 0 0,-1 0-1 0 0,1 1 1 0 0,-1-1-1 0 0,1 1 1 0 0,-1-1-1 0 0,1 1 1 0 0,-1-1 0 0 0,0 1-1 0 0,1-1 1 0 0,-1 1-1 0 0,1-1 1 0 0,-1 1-1 0 0,0-1 1 0 0,0 1-1 0 0,1 0 1 0 0,-1 0 0 0 0,2 3-6 0 0,4 49 43 0 0,-5-49-153 0 0,1 1-103 0 0,14 47-1254 0 0,-15-47 849 0 0,2-1-61 0 0,7 13-92 0 0,-7-13-173 0 0,0-2-33 0 0,7 9-41 0 0,-7-8-58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0 398 1488 0 0,'0'-30'850'0'0,"0"24"-122"0"0,1 1-120 0 0,1-15-94 0 0,-1 15-30 0 0,0 0-48 0 0,2-14-75 0 0,-2 14-54 0 0,1 1-94 0 0,5-11-54 0 0,-5 11-11 0 0,-1 3-126 0 0,1 0 0 0 0,-1 0-1 0 0,0 0 1 0 0,1 0 0 0 0,-1 0 0 0 0,0 0 0 0 0,1-1-1 0 0,-1 1 1 0 0,0 0 0 0 0,2-3 0 0 0,0 1 89 0 0,1 2 15 0 0,12-4 26 0 0,-12 4 259 0 0,3 2-166 0 0,-2 0-140 0 0,1 0-1 0 0,0 0 0 0 0,-1 0 0 0 0,1 1 0 0 0,-1-1 1 0 0,0 2-1 0 0,1-1 0 0 0,-1 0 0 0 0,0 1 0 0 0,0 0 1 0 0,0 0-1 0 0,-1 1 0 0 0,1-1 0 0 0,-1 1 0 0 0,0 0 1 0 0,6 8-1 0 0,14 26 425 0 0,-22-34-3 0 0,-1 2-280 0 0,1 16 20 0 0,-1-17 274 0 0,-2 0-276 0 0,-3 12 2 0 0,3-13 306 0 0,1-4-560 0 0,0 0 0 0 0,-1 0 0 0 0,1 1 0 0 0,0-1 1 0 0,-1 0-1 0 0,1 0 0 0 0,-1 0 0 0 0,1 0 0 0 0,0 0 0 0 0,-1 0 1 0 0,1 1-1 0 0,0-1 0 0 0,0 0 0 0 0,-1 0 0 0 0,1 1 0 0 0,0-1 0 0 0,-1 0 1 0 0,1 0-1 0 0,0 1 0 0 0,0-1 0 0 0,0 0 0 0 0,-1 0 0 0 0,1 1 1 0 0,0-1-1 0 0,0 0 0 0 0,0 1 0 0 0,0-1 0 0 0,-1 1 0 0 0,1-1 0 0 0,0 1 1 0 0,0 0 40 0 0,0-1 0 0 0,-1 1 0 0 0,1 0 1 0 0,0 0-1 0 0,-1-1 0 0 0,1 1 1 0 0,0 0-1 0 0,-1-1 0 0 0,1 1 0 0 0,-1 0 1 0 0,1-1-1 0 0,-1 1 0 0 0,0-1 0 0 0,1 1 1 0 0,-1-1-1 0 0,0 1 0 0 0,1-1 1 0 0,-1 1-1 0 0,0-1 0 0 0,1 0 0 0 0,-1 1 1 0 0,-1-1-1 0 0,0 1-25 0 0,0 0-1 0 0,0-1 1 0 0,1 0-1 0 0,-1 1 1 0 0,0-1-1 0 0,0 0 1 0 0,0 0-1 0 0,0 0 1 0 0,0 0-1 0 0,1 0 1 0 0,-1 0 0 0 0,0-1-1 0 0,0 1 1 0 0,0-1-1 0 0,0 1 1 0 0,1-1-1 0 0,-1 0 1 0 0,-2 0-1 0 0,1-1-5 0 0,2-2-163 0 0,0-3-85 0 0,0 0-1 0 0,1 1 1 0 0,0-1 0 0 0,0 0-1 0 0,1 0 1 0 0,-1 1-1 0 0,1-1 1 0 0,1 0 0 0 0,-1 1-1 0 0,1-1 1 0 0,1 1 0 0 0,-1 0-1 0 0,1 0 1 0 0,6-11 0 0 0,4-5-559 0 0,1 1 1 0 0,0 0-1 0 0,18-19 1 0 0,75-72-2101 0 0,-75 79 2581 0 0,-29 30 294 0 0,1 0 32 0 0,12-10 60 0 0,-12 9 111 0 0,14-9 413 0 0,-15 10-205 0 0,0 0 20 0 0,-1 1-226 0 0,-1 1 0 0 0,1-1 0 0 0,-1 1 1 0 0,1-1-1 0 0,0 1 0 0 0,-1 0 1 0 0,1-1-1 0 0,0 1 0 0 0,0 0 0 0 0,0 0 1 0 0,0 0-1 0 0,0 0 0 0 0,0 1 0 0 0,0-1 1 0 0,0 1-1 0 0,1-1 0 0 0,-1 1 0 0 0,0 0 1 0 0,0-1-1 0 0,0 1 0 0 0,0 0 1 0 0,1 1-1 0 0,-1-1 0 0 0,2 1 0 0 0,-3-1-190 0 0,-1 0-1 0 0,0 0 0 0 0,0 0 0 0 0,0 0 1 0 0,0 0-1 0 0,1 0 0 0 0,-1 0 0 0 0,0 0 1 0 0,0 0-1 0 0,0 0 0 0 0,0 1 0 0 0,1-1 1 0 0,-1 0-1 0 0,0 0 0 0 0,0 0 0 0 0,0 0 1 0 0,0 0-1 0 0,0 1 0 0 0,0-1 0 0 0,1 0 1 0 0,-1 0-1 0 0,0 0 0 0 0,0 1 0 0 0,0-1 0 0 0,0 0 1 0 0,0 0-1 0 0,0 0 0 0 0,0 0 0 0 0,0 1 1 0 0,0-1-1 0 0,0 0 0 0 0,0 0 0 0 0,0 0 1 0 0,0 1-1 0 0,0-1 0 0 0,0 0 0 0 0,0 0 1 0 0,0 0-1 0 0,0 1 0 0 0,0-1 0 0 0,-18 190 754 0 0,14-157-743 0 0,-13 168-291 0 0,18-194 57 0 0,0 1 0 0 0,0-1 0 0 0,1 0-1 0 0,0 0 1 0 0,0 0 0 0 0,5 9 0 0 0,-5-11-236 0 0,-2-5 434 0 0,1 0 0 0 0,-1 0 1 0 0,0 0-1 0 0,0 0 0 0 0,1 0 1 0 0,-1 0-1 0 0,0 0 0 0 0,1 0 1 0 0,-1 0-1 0 0,0 0 1 0 0,1 0-1 0 0,-1 0 0 0 0,0 1 1 0 0,0-1-1 0 0,1 0 0 0 0,-1 0 1 0 0,0 0-1 0 0,0 0 0 0 0,1 1 1 0 0,-1-1-1 0 0,0 0 0 0 0,0 0 1 0 0,1 1-1 0 0,-1-1 1 0 0,0 0-1 0 0,0 0 0 0 0,0 1 1 0 0,0-1-1 0 0,0 0 0 0 0,1 1 1 0 0,-1-1-1 0 0,0 1-87 0 0,0-1 0 0 0,1 1-1 0 0,-1 0 1 0 0,0-1 0 0 0,1 1 0 0 0,-1-1 0 0 0,1 1-1 0 0,-1-1 1 0 0,0 1 0 0 0,1-1 0 0 0,-1 1-1 0 0,1-1 1 0 0,0 1 0 0 0,-1-1 0 0 0,1 0 0 0 0,-1 1-1 0 0,1-1 1 0 0,0 0 0 0 0,-1 0 0 0 0,1 1-1 0 0,-1-1 1 0 0,1 0 0 0 0,0 0 0 0 0,-1 0-1 0 0,2 0 1 0 0,17 4-806 0 0,-15-4-117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17 115 3244 0 0,'-3'-2'1024'0'0,"2"1"-887"0"0,0 0 0 0 0,0 0 0 0 0,0 0 0 0 0,0 0 0 0 0,0 0 0 0 0,0 0 1 0 0,0 0-1 0 0,0 0 0 0 0,1-1 0 0 0,-1 1 0 0 0,0 0 0 0 0,1 0 0 0 0,-1-1 0 0 0,1 1 1 0 0,-1-1-1 0 0,1 1 0 0 0,0 0 0 0 0,-1-1 0 0 0,1 1 0 0 0,0-1 0 0 0,0 1 0 0 0,0 0 1 0 0,0-1-1 0 0,0 1 0 0 0,1-1 0 0 0,-1-1 0 0 0,1-2 16 0 0,4 3-53 0 0,15-8-372 0 0,0 1 1 0 0,41-12-1 0 0,27 0-4228 0 0,-52 12 1632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74 59 2508 0 0,'0'0'1018'0'0,"-3"4"-73"0"0,-20 30 1554 0 0,21-31-1831 0 0,0 1-435 0 0,1-3-209 0 0,1 0-1 0 0,-1 0 0 0 0,1 0 0 0 0,-1 0 1 0 0,1 1-1 0 0,-1-1 0 0 0,1 0 0 0 0,0 0 0 0 0,0 0 1 0 0,0 1-1 0 0,-1-1 0 0 0,1 0 0 0 0,1 1 1 0 0,-1-1-1 0 0,0 0 0 0 0,0 0 0 0 0,0 1 1 0 0,1-1-1 0 0,-1 0 0 0 0,0 0 0 0 0,1 0 1 0 0,-1 0-1 0 0,1 1 0 0 0,-1-1 0 0 0,2 1 0 0 0,0 1-50 0 0,5-3-169 0 0,18 0 95 0 0,-18 0 31 0 0,-3-1 28 0 0,15-4 30 0 0,-14 3 23 0 0,-1 0 37 0 0,3-1 8 0 0,-1-1 1 0 0,1 0-1 0 0,-1-1 1 0 0,0 1-1 0 0,-1-1 0 0 0,9-9 1 0 0,-12 11 21 0 0,-1-2-48 0 0,1-13 62 0 0,-1 13 82 0 0,-2 1-151 0 0,-4-15 38 0 0,4 14 114 0 0,-2 2-77 0 0,-7-13 13 0 0,7 12 92 0 0,-17-2 143 0 0,16 4-157 0 0,-1 3-128 0 0,1-1-1 0 0,0 1 1 0 0,0 0 0 0 0,0 0 0 0 0,0 0 0 0 0,0 0-1 0 0,0 1 1 0 0,0 0 0 0 0,1 0 0 0 0,-1 0-1 0 0,1 0 1 0 0,-1 0 0 0 0,1 1 0 0 0,0 0-1 0 0,-1-1 1 0 0,-3 7 0 0 0,-1-1 29 0 0,2 0 1 0 0,-1 1-1 0 0,2 0 1 0 0,-11 19-1 0 0,2 18 135 0 0,11-36-180 0 0,2-6-3 0 0,2 2-20 0 0,-1-1-51 0 0,1 0 0 0 0,0 0 0 0 0,0 0 0 0 0,1 0 0 0 0,-1-1 0 0 0,1 1 0 0 0,0 0 0 0 0,0-1 0 0 0,1 1 0 0 0,-1-1 0 0 0,1 0 0 0 0,0 0 0 0 0,0 0 1 0 0,1 0-1 0 0,-1-1 0 0 0,7 7 0 0 0,-7-8-287 0 0,3 0-77 0 0,16 5-94 0 0,-17-5-77 0 0,2-2-119 0 0,1 1 7 0 0,1-1-1 0 0,-1 0 1 0 0,0-1-1 0 0,1 0 1 0 0,-1-1-1 0 0,1 1 1 0 0,-1-2-1 0 0,12-3 1 0 0,0-5-2141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0 182 1912 0 0,'2'-4'1042'0'0,"23"-24"1802"0"0,-22 25-2088 0 0,1 2-477 0 0,1-1-98 0 0,0 1 1 0 0,0 0 0 0 0,0 1 0 0 0,0-1-1 0 0,0 1 1 0 0,1 0 0 0 0,6 1 0 0 0,-6-1 90 0 0,-2 3-20 0 0,2 1-143 0 0,-1 0 1 0 0,1 1-1 0 0,-1-1 0 0 0,0 1 1 0 0,-1 0-1 0 0,1 0 0 0 0,-1 0 1 0 0,0 1-1 0 0,0-1 1 0 0,-1 1-1 0 0,1 0 0 0 0,-1 0 1 0 0,-1 0-1 0 0,1 1 1 0 0,-1-1-1 0 0,3 14 0 0 0,-4-16 51 0 0,-1 1-4 0 0,0 18 63 0 0,0-17-28 0 0,-2-1-13 0 0,-11 37 632 0 0,12-38-230 0 0,-2-1-271 0 0,-9 7 13 0 0,9-7 892 0 0,-1-4-1002 0 0,-16-3-12 0 0,15 3 112 0 0,5-1-303 0 0,-1 1 0 0 0,1-1 1 0 0,0 1-1 0 0,-1-1 1 0 0,1 1-1 0 0,-1-1 0 0 0,1 1 1 0 0,-1 0-1 0 0,0-1 0 0 0,1 1 1 0 0,-1 0-1 0 0,-1-2 1 0 0,0-1 2 0 0,0 0-14 0 0,2-2-74 0 0,3-7-129 0 0,0 0 0 0 0,1 0-1 0 0,0 1 1 0 0,1-1-1 0 0,0 1 1 0 0,1 0 0 0 0,0 1-1 0 0,1-1 1 0 0,0 1 0 0 0,1 1-1 0 0,0-1 1 0 0,17-14-1 0 0,-1 1-1778 0 0,1 1 0 0 0,2 1 0 0 0,55-36-1 0 0,-47 38-2957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442 69 2816 0 0,'0'0'7467'0'0,"-3"3"-7238"0"0,-6 8-13 0 0,7-8 211 0 0,-3-3-208 0 0,-44-1 979 0 0,43 0-803 0 0,3-1-223 0 0,-11-9 246 0 0,14 5-408 0 0,0 2 14 0 0,1-1 0 0 0,-1 0-1 0 0,1 0 1 0 0,0 1 0 0 0,1-1-1 0 0,-1 0 1 0 0,5-8 0 0 0,-4 9 3 0 0,-1 4-25 0 0,1 0 0 0 0,-1-1-1 0 0,0 0 1 0 0,1 1 0 0 0,-1-1 0 0 0,0 1 0 0 0,0-1 0 0 0,0 0-1 0 0,1 0 1 0 0,-1 0 0 0 0,0 0 0 0 0,1-2 0 0 0,0 2 0 0 0,2-1-10 0 0,1 2-20 0 0,19 1 40 0 0,-22 0-9 0 0,0-1 1 0 0,1 1-1 0 0,-1 0 0 0 0,0 0 1 0 0,0 1-1 0 0,0-1 0 0 0,0 0 1 0 0,0 1-1 0 0,0-1 0 0 0,0 1 1 0 0,0-1-1 0 0,0 1 0 0 0,-1 0 1 0 0,1 0-1 0 0,-1 0 0 0 0,1 0 1 0 0,-1 0-1 0 0,0 0 1 0 0,2 4-1 0 0,-3-6-3 0 0,3 6 11 0 0,0-1 1 0 0,0 1 0 0 0,-1 0 0 0 0,1 0-1 0 0,-1 0 1 0 0,-1 0 0 0 0,1 0 0 0 0,-1 0-1 0 0,1 13 1 0 0,-2-14-7 0 0,2 9 8 0 0,-2 0 1 0 0,0 0-1 0 0,0 0 0 0 0,-2 0 0 0 0,0 0 0 0 0,0-1 0 0 0,-1 1 0 0 0,-1 0 0 0 0,0-1 1 0 0,-1 0-1 0 0,0 0 0 0 0,-1 0 0 0 0,-1-1 0 0 0,0 1 0 0 0,0-2 0 0 0,-14 17 0 0 0,8-12-25 0 0,-2-1-1 0 0,0 0 1 0 0,-1-1-1 0 0,0 0 1 0 0,-1-1-1 0 0,0-1 1 0 0,-1-1-1 0 0,-1 0 1 0 0,-31 12-1 0 0,36-17-112 0 0,-5-1 40 0 0,2-2-47 0 0,-40 4-292 0 0,52-7 285 0 0,-1-1 18 0 0,1 0 94 0 0,1 0 1 0 0,-1 0-1 0 0,1 0 0 0 0,-1-1 0 0 0,1 1 1 0 0,0-1-1 0 0,0 0 0 0 0,0-1 1 0 0,0 1-1 0 0,0-1 0 0 0,0 1 0 0 0,0-1 1 0 0,1 0-1 0 0,0-1 0 0 0,-1 1 0 0 0,1-1 1 0 0,-3-5-1 0 0,-3-6-32 0 0,7 11 8 0 0,1-2 10 0 0,-2-16 28 0 0,2 16-32 0 0,2 0-11 0 0,0-1 27 0 0,1-1-1 0 0,0 1 1 0 0,0-1-1 0 0,5-9 1 0 0,-4 13 25 0 0,0 1 6 0 0,0 1 5 0 0,0 1 1 0 0,-1-1-1 0 0,1 1 0 0 0,0 0 1 0 0,0 0-1 0 0,-1 0 1 0 0,1 0-1 0 0,0 0 0 0 0,0 1 1 0 0,0-1-1 0 0,0 1 1 0 0,0 0-1 0 0,0 0 0 0 0,0 0 1 0 0,1 0-1 0 0,-1 1 1 0 0,0-1-1 0 0,0 1 0 0 0,-1 0 1 0 0,6 1-1 0 0,26 15 93 0 0,-1 2 1 0 0,-1 0-1 0 0,42 35 0 0 0,-37-26-322 0 0,1-2-1 0 0,47 25 0 0 0,-66-42-1638 0 0,0-2 0 0 0,1 0-1 0 0,29 7 1 0 0,-44-13-2694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353 69 3572 0 0,'0'0'1002'0'0,"1"-5"-174"0"0,-1 1-656 0 0,0 0-1 0 0,0 1 0 0 0,0-1 0 0 0,0 0 0 0 0,-1 1 0 0 0,0-1 1 0 0,0 1-1 0 0,0-1 0 0 0,0 1 0 0 0,-3-6 0 0 0,2 5 90 0 0,1 4-247 0 0,1 0-1 0 0,-1 0 1 0 0,0 0 0 0 0,1 0-1 0 0,-1 0 1 0 0,0-1 0 0 0,1 1-1 0 0,-1 0 1 0 0,0 0-1 0 0,1 0 1 0 0,-1-1 0 0 0,0 1-1 0 0,1 0 1 0 0,-1 0 0 0 0,1-1-1 0 0,-1 1 1 0 0,0-1 0 0 0,1 1-1 0 0,-1 0 1 0 0,1-1-1 0 0,-1 0 1 0 0,0 0 3 0 0,0 0 0 0 0,0 1 0 0 0,1-1 0 0 0,-1 0 0 0 0,0 1 0 0 0,0-1 0 0 0,0 1 0 0 0,1-1 0 0 0,-1 1 0 0 0,0-1 0 0 0,0 1 0 0 0,0 0 0 0 0,0 0 1 0 0,0-1-1 0 0,0 1 0 0 0,0 0 0 0 0,0 0 0 0 0,0 0 0 0 0,0 0 0 0 0,0 0 0 0 0,0 0 0 0 0,0 0 0 0 0,-1 1 0 0 0,-12 0 174 0 0,-1 2-1 0 0,1 0 1 0 0,0 0 0 0 0,0 1 0 0 0,0 1 0 0 0,1 0-1 0 0,-1 1 1 0 0,2 1 0 0 0,-1 0 0 0 0,-12 9 0 0 0,9-5-107 0 0,1 1 1 0 0,0 0-1 0 0,1 0 1 0 0,1 2 0 0 0,0 0-1 0 0,0 0 1 0 0,-13 23-1 0 0,10-4 47 0 0,14-27-58 0 0,2 24 15 0 0,0-27-84 0 0,1 0 0 0 0,0 0-1 0 0,0 0 1 0 0,0-1 0 0 0,0 1-1 0 0,0 0 1 0 0,0-1-1 0 0,1 1 1 0 0,-1-1 0 0 0,1 1-1 0 0,0-1 1 0 0,0 0 0 0 0,0 0-1 0 0,0 0 1 0 0,0 0-1 0 0,0 0 1 0 0,5 3 0 0 0,-6-4-12 0 0,3 3 2 0 0,1-1 1 0 0,-1 1-1 0 0,1-1 0 0 0,-1 0 1 0 0,1-1-1 0 0,0 1 1 0 0,0-1-1 0 0,7 3 1 0 0,8 3 25 0 0,15 8-2 0 0,-1-2 6 0 0,-1 2 0 0 0,0 1 0 0 0,-1 2 1 0 0,-1 1-1 0 0,30 26 0 0 0,-58-44-23 0 0,-1 1-1 0 0,0 0 1 0 0,0 0 0 0 0,-1 0-1 0 0,1 0 1 0 0,0 0-1 0 0,-1 0 1 0 0,0 0 0 0 0,0 0-1 0 0,0 1 1 0 0,0-1-1 0 0,0 0 1 0 0,-1 1 0 0 0,1-1-1 0 0,-1 5 1 0 0,0-5 0 0 0,0 0 0 0 0,0-1 1 0 0,0 1-1 0 0,-1 0 1 0 0,1-1-1 0 0,-1 1 0 0 0,0-1 1 0 0,0 1-1 0 0,0-1 1 0 0,0 1-1 0 0,0-1 1 0 0,-1 0-1 0 0,1 1 1 0 0,0-1-1 0 0,-1 0 1 0 0,0 0-1 0 0,0 0 1 0 0,-2 2-1 0 0,3-3 0 0 0,-3 3 9 0 0,0 0 1 0 0,-1 0-1 0 0,1 0 1 0 0,-1-1-1 0 0,1 1 0 0 0,-1-1 1 0 0,0-1-1 0 0,-1 1 0 0 0,-7 3 1 0 0,8-4-6 0 0,-23 10 34 0 0,5-6-29 0 0,12-4 10 0 0,0 0 0 0 0,-1 0 0 0 0,1-1 0 0 0,-1 0 0 0 0,1-1 0 0 0,-1-1 0 0 0,1 0 0 0 0,-1 0-1 0 0,-11-3 1 0 0,20 3-26 0 0,-1-1 1 0 0,1 1-1 0 0,-1 0 0 0 0,1-1 0 0 0,0 0 0 0 0,0 0 0 0 0,-1 0 0 0 0,1 0 0 0 0,1 0 0 0 0,-1-1 0 0 0,0 1 0 0 0,1-1 0 0 0,-5-5 0 0 0,5 6-14 0 0,-1-3-47 0 0,-1 0 1 0 0,1 0-1 0 0,1 0 0 0 0,-1 0 1 0 0,1 0-1 0 0,0 0 0 0 0,0-1 0 0 0,0 1 1 0 0,1-1-1 0 0,-2-7 0 0 0,2 8 18 0 0,0 2-23 0 0,0-1-1 0 0,0 1 0 0 0,0-1 1 0 0,1 1-1 0 0,-1-1 1 0 0,1 1-1 0 0,0-8 0 0 0,1 3-77 0 0,-2 6 76 0 0,1-1 0 0 0,0 1 0 0 0,-1-1 0 0 0,1 1 0 0 0,0 0 0 0 0,1-1 0 0 0,-1 1 0 0 0,0 0 0 0 0,1-1 0 0 0,-1 1 0 0 0,1 0 0 0 0,2-5 0 0 0,-1 0-117 0 0,-1 5 94 0 0,-1-1 0 0 0,0 1 0 0 0,1-1 0 0 0,0 1 0 0 0,0-1 0 0 0,0 1 0 0 0,0-1 0 0 0,0 1 0 0 0,0 0 0 0 0,3-4 0 0 0,0 0-121 0 0,-3 4 137 0 0,0 0-1 0 0,0 0 0 0 0,0 0 0 0 0,0 0 0 0 0,0 0 0 0 0,0 1 1 0 0,0-1-1 0 0,1 0 0 0 0,-1 1 0 0 0,1-1 0 0 0,-1 1 1 0 0,1-1-1 0 0,2-1 0 0 0,1-1-125 0 0,-5 4 186 0 0,2-2-63 0 0,-1 0 1 0 0,0 1 0 0 0,1-1 0 0 0,0 0 0 0 0,-1 1 0 0 0,1-1-1 0 0,0 1 1 0 0,0-1 0 0 0,0 1 0 0 0,0 0 0 0 0,0 0 0 0 0,0 0 0 0 0,0 0-1 0 0,0 0 1 0 0,4 0 0 0 0,4-3-555 0 0,51-8-1883 0 0,-54 11 571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44 2836 0 0,'0'0'1382'0'0,"0"-5"-253"0"0,-1-13-99 0 0,1 13 2327 0 0,-2 1-2877 0 0,-2-7 595 0 0,0 11-330 0 0,-3 22 28 0 0,1 46-205 0 0,6-20-363 0 0,14 145-31 0 0,27-8-3244 0 0,-40-180 2362 0 0,0-1-174 0 0,6 12-151 0 0,-5-12-51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1 148 2088 0 0,'1'-8'264'0'0,"0"1"0"0"0,0 0 0 0 0,1 0 0 0 0,0 0 0 0 0,1 0 0 0 0,0 0 0 0 0,0 0 0 0 0,0 1 0 0 0,1-1 0 0 0,0 1 0 0 0,0 0-1 0 0,0 0 1 0 0,1 1 0 0 0,0-1 0 0 0,10-8 0 0 0,-10 10-151 0 0,0 0 1 0 0,0 1-1 0 0,1 0 0 0 0,-1-1 0 0 0,1 2 0 0 0,-1-1 0 0 0,1 1 0 0 0,0-1 0 0 0,0 2 1 0 0,0-1-1 0 0,1 1 0 0 0,-1 0 0 0 0,0 0 0 0 0,0 0 0 0 0,1 1 0 0 0,-1 0 0 0 0,0 1 1 0 0,1-1-1 0 0,-1 1 0 0 0,0 0 0 0 0,0 1 0 0 0,0-1 0 0 0,0 1 0 0 0,7 3 1 0 0,-9-3-82 0 0,0-1 1 0 0,0 1-1 0 0,0 0 1 0 0,0-1-1 0 0,0 2 1 0 0,-1-1 0 0 0,1 0-1 0 0,-1 1 1 0 0,1 0-1 0 0,-1 0 1 0 0,0 0-1 0 0,0 0 1 0 0,-1 0 0 0 0,1 0-1 0 0,0 1 1 0 0,-1 0-1 0 0,0-1 1 0 0,0 1-1 0 0,0 0 1 0 0,0 0 0 0 0,-1 0-1 0 0,1 0 1 0 0,-1 0-1 0 0,0 0 1 0 0,-1 1-1 0 0,1-1 1 0 0,-1 0 0 0 0,1 1-1 0 0,-2 4 1 0 0,1-2-13 0 0,-1 0 1 0 0,0 1 0 0 0,-1-1-1 0 0,0 0 1 0 0,0 0 0 0 0,-1 0-1 0 0,1 0 1 0 0,-2 0 0 0 0,1-1 0 0 0,-1 1-1 0 0,0-1 1 0 0,0 0 0 0 0,0 0-1 0 0,-1 0 1 0 0,0-1 0 0 0,-6 6-1 0 0,8-8-212 0 0,-34 25 460 0 0,34-26-673 0 0,0-1-1 0 0,0 1 1 0 0,0-1-1 0 0,0 1 1 0 0,-1-1-1 0 0,1 0 1 0 0,0 0-1 0 0,0-1 1 0 0,-1 1-1 0 0,1-1 1 0 0,-1 1-1 0 0,-6-1 0 0 0,6-1-570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0 132 2772 0 0,'0'0'886'0'0,"5"1"-146"0"0,14 3-127 0 0,-15-3 369 0 0,1 1-660 0 0,43 12 232 0 0,-43-13-400 0 0,0 0 84 0 0,17 0-111 0 0,-1-1 0 0 0,24-3 0 0 0,-39 2-88 0 0,1 0 0 0 0,-1-1-1 0 0,0 0 1 0 0,1 0 0 0 0,-1 0 0 0 0,0-1 0 0 0,6-4 0 0 0,-8 5-9 0 0,16-12 166 0 0,-17 11-36 0 0,0 0 37 0 0,21-38 568 0 0,-23 36-603 0 0,-1 1 8 0 0,-9-39 573 0 0,8 40-419 0 0,-19-12 623 0 0,16 15-899 0 0,1 1 0 0 0,-1-1 0 0 0,0 1 0 0 0,0 0 0 0 0,0 0-1 0 0,0 0 1 0 0,1 1 0 0 0,-1-1 0 0 0,1 1 0 0 0,-1 0 0 0 0,1 0 0 0 0,-1 0 0 0 0,1 1 0 0 0,0-1 0 0 0,0 1-1 0 0,0 0 1 0 0,1-1 0 0 0,-1 1 0 0 0,-2 4 0 0 0,-3 4 6 0 0,0 1 0 0 0,1 0 0 0 0,-8 20 0 0 0,12-26-54 0 0,1-2 6 0 0,3 58-355 0 0,0-57 135 0 0,2 0-44 0 0,1-1 98 0 0,0 1 0 0 0,1 0 0 0 0,-1-1 0 0 0,1 0 0 0 0,0 0 0 0 0,0-1 1 0 0,0 1-1 0 0,1-1 0 0 0,-1 0 0 0 0,1 0 0 0 0,0-1 0 0 0,0 0 0 0 0,0 0 0 0 0,7 2 1 0 0,-9-4-107 0 0,3 1 32 0 0,0 0 206 0 0,1-1 0 0 0,0 0-1 0 0,0 0 1 0 0,-1-1 0 0 0,1 0 0 0 0,0 0-1 0 0,-1-1 1 0 0,1 0 0 0 0,-1 0 0 0 0,1 0-1 0 0,-1-1 1 0 0,0-1 0 0 0,0 1 0 0 0,0-1-1 0 0,-1 0 1 0 0,1 0 0 0 0,-1-1 0 0 0,6-6-1 0 0,-4 2 101 0 0,0 0-1 0 0,0-1 0 0 0,-1 0 1 0 0,-1 0-1 0 0,0-1 0 0 0,5-13 1 0 0,-9 20 21 0 0,0-1 28 0 0,2-7-283 0 0,6-21 1628 0 0,-9 29-755 0 0,-4 20-597 0 0,1-12-57 0 0,2 1-33 0 0,-1 14 17 0 0,1-14-1 0 0,-1 9-1 0 0,2 12-2 0 0,9 16-19 0 0,-6-37-17 0 0,-3 0-7 0 0,2-2-27 0 0,6 9-47 0 0,-7-9-26 0 0,2-1-6 0 0,0-1 49 0 0,1 0 1 0 0,0 0-1 0 0,-1 0 1 0 0,1 0 0 0 0,0-1-1 0 0,0 1 1 0 0,7-2-1 0 0,-7 1 11 0 0,0-2-1 0 0,5-3 53 0 0,-1 1 0 0 0,0-2 0 0 0,0 1 0 0 0,0-1 0 0 0,-1 0 0 0 0,1-1 1 0 0,10-11-1 0 0,-17 14 78 0 0,-1 4-73 0 0,-1 0 0 0 0,1 0 0 0 0,-1 0 0 0 0,1 0 0 0 0,-1-1 0 0 0,1 1 0 0 0,-1 0 0 0 0,1 0 0 0 0,-1-1 0 0 0,1 1 0 0 0,-1 0 0 0 0,0-1 0 0 0,1 1 0 0 0,-1 0 0 0 0,0-1 0 0 0,1 1 0 0 0,-1-1 0 0 0,0 1 0 0 0,1 0 0 0 0,-1-1 0 0 0,0 1 0 0 0,0-1 0 0 0,0 1 0 0 0,1-1 0 0 0,-1 1 0 0 0,0-1 0 0 0,0 0 6 0 0,0 1-1 0 0,0-1 0 0 0,0 1 0 0 0,1-1 0 0 0,-1 1 1 0 0,0-1-1 0 0,0 1 0 0 0,1-1 0 0 0,-1 1 1 0 0,0-1-1 0 0,0 1 0 0 0,1 0 0 0 0,-1-1 1 0 0,0 1-1 0 0,1 0 0 0 0,-1-1 0 0 0,1 1 1 0 0,-1 0-1 0 0,0-1 0 0 0,1 1 0 0 0,-1 0 1 0 0,1 0-1 0 0,-1-1 0 0 0,1 1 0 0 0,-1 0 0 0 0,2 0 1 0 0,-2 0-8 0 0,0 0 0 0 0,1-1 0 0 0,-1 1 0 0 0,1 0 0 0 0,-1 0 0 0 0,1 0 0 0 0,-1-1 1 0 0,0 1-1 0 0,1 0 0 0 0,-1 0 0 0 0,0-1 0 0 0,1 1 0 0 0,-1 0 0 0 0,0-1 0 0 0,0 1 0 0 0,1 0 1 0 0,-1-1-1 0 0,0 1 0 0 0,0-1 0 0 0,1 1 0 0 0,-1 0 0 0 0,0-1 0 0 0,0 1 0 0 0,0-1 0 0 0,0 1 0 0 0,0-1 1 0 0,1 0 1 0 0,-1 1 0 0 0,0-1 0 0 0,0 1 0 0 0,0 0 0 0 0,0-1 0 0 0,0 1 0 0 0,0-1 0 0 0,1 1 0 0 0,-1 0 0 0 0,0-1 0 0 0,0 1-1 0 0,1-1 1 0 0,-1 1 0 0 0,0 0 0 0 0,0-1 0 0 0,1 1 0 0 0,-1 0 0 0 0,0 0 0 0 0,1-1 0 0 0,-1 1 0 0 0,1 0 0 0 0,-1 0 0 0 0,0-1 0 0 0,1 1 0 0 0,-1 0 0 0 0,1 0 0 0 0,1 0-3 0 0,0 1 0 0 0,0 0 0 0 0,0 0 0 0 0,-1-1 0 0 0,1 1 0 0 0,0 0 0 0 0,-1 1 0 0 0,1-1 1 0 0,-1 0-1 0 0,1 0 0 0 0,-1 1 0 0 0,0-1 0 0 0,0 0 0 0 0,1 1 0 0 0,-1 0 0 0 0,0-1 0 0 0,0 1 0 0 0,0 0 0 0 0,-1-1 0 0 0,1 1 0 0 0,1 4 0 0 0,-2-5-3 0 0,2 3-16 0 0,1 1-25 0 0,-1-1-58 0 0,0 0-1 0 0,1 0 1 0 0,0 0-1 0 0,0 0 1 0 0,0 0-1 0 0,0 0 1 0 0,1-1 0 0 0,-1 0-1 0 0,1 1 1 0 0,0-1-1 0 0,0-1 1 0 0,0 1-1 0 0,9 4 1 0 0,-4-3-382 0 0,1-1-1 0 0,0 0 1 0 0,0 0-1 0 0,0-1 1 0 0,0 0 0 0 0,1-1-1 0 0,-1 0 1 0 0,1 0 0 0 0,-1-1-1 0 0,0-1 1 0 0,1 0 0 0 0,-1 0-1 0 0,0-1 1 0 0,19-6 0 0 0,3-3-2260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264 275 2828 0 0,'0'0'2357'0'0,"-3"-4"-1465"0"0,-7-11-166 0 0,7 11-109 0 0,2 4-543 0 0,-1-1 0 0 0,1 1 0 0 0,-1-1 1 0 0,1 1-1 0 0,-1-1 0 0 0,0 1 0 0 0,1 0 0 0 0,-1 0 0 0 0,0-1 1 0 0,1 1-1 0 0,-1 1 0 0 0,-2-1 0 0 0,-1 0 367 0 0,-4 1-267 0 0,0 0-1 0 0,0 0 0 0 0,0 1 1 0 0,0 0-1 0 0,0 1 0 0 0,0-1 1 0 0,1 2-1 0 0,-1-1 0 0 0,1 2 1 0 0,0-1-1 0 0,0 1 0 0 0,-14 11 1 0 0,12-7-65 0 0,-1 0 1 0 0,1 0-1 0 0,1 1 1 0 0,0 0-1 0 0,1 1 1 0 0,-1 0 0 0 0,-11 24-1 0 0,18-31-54 0 0,1 1-15 0 0,-3 13-16 0 0,3-13-6 0 0,3 0-40 0 0,4 13-92 0 0,-5-13-83 0 0,3-3-57 0 0,1 0 102 0 0,0 0 1 0 0,0-1-1 0 0,1 0 0 0 0,-1 1 1 0 0,0-2-1 0 0,1 1 0 0 0,-1-1 1 0 0,1 1-1 0 0,-1-1 1 0 0,1-1-1 0 0,-1 1 0 0 0,0-1 1 0 0,1 0-1 0 0,-1 0 0 0 0,6-3 1 0 0,2 0-137 0 0,-1-1 1 0 0,1 0-1 0 0,-1-1 1 0 0,21-14-1 0 0,-24 13 214 0 0,-1 0 0 0 0,1 0 0 0 0,-2-1 0 0 0,1 0 0 0 0,-1-1 0 0 0,0 0 0 0 0,-1 0 0 0 0,0 0 0 0 0,0-1 0 0 0,-1 0 0 0 0,5-13 0 0 0,0-5 233 0 0,-1 0-1 0 0,9-46 0 0 0,-9 17 638 0 0,-5 0 3 0 0,-4 52-529 0 0,-1-1-13 0 0,-17-43 755 0 0,16 45-498 0 0,-3 4-270 0 0,3-1-202 0 0,0 1 1 0 0,0 0-1 0 0,0 0 1 0 0,0 0-1 0 0,0 0 1 0 0,0 1-1 0 0,0-1 1 0 0,0 0-1 0 0,0 1 1 0 0,0 0-1 0 0,0-1 1 0 0,0 1-1 0 0,-3 2 1 0 0,2-1 25 0 0,0 0 0 0 0,0 1 0 0 0,0-1 1 0 0,1 1-1 0 0,-1 0 0 0 0,1 0 0 0 0,0 0 0 0 0,0 0 0 0 0,0 0 0 0 0,-3 6 0 0 0,-21 56 446 0 0,20-46-371 0 0,2 2-82 0 0,2 0 54 0 0,1-12-85 0 0,0 28 103 0 0,2-25-140 0 0,-1 1 1 0 0,2-1-1 0 0,0 0 1 0 0,0 1-1 0 0,1-1 1 0 0,1 0-1 0 0,0-1 1 0 0,1 1-1 0 0,0-1 1 0 0,0 1-1 0 0,1-2 1 0 0,1 1-1 0 0,11 13 1 0 0,-15-20-82 0 0,2 0 1 0 0,-1-1-1 0 0,0 0 1 0 0,1 0-1 0 0,-1 0 1 0 0,1 0 0 0 0,0-1-1 0 0,0 0 1 0 0,0 0-1 0 0,0 0 1 0 0,8 1-1 0 0,-9-1 64 0 0,7 1-188 0 0,11 2-7 0 0,-4-4-41 0 0,46-4-180 0 0,-50 1 329 0 0,8-4 6 0 0,-7-1-97 0 0,-2 0 273 0 0,0-1 1 0 0,-1 0 0 0 0,1-1-1 0 0,-2 0 1 0 0,18-18 0 0 0,-26 24 88 0 0,-1 0 9 0 0,-2 2-107 0 0,1-1 0 0 0,0 1 0 0 0,-1 0 0 0 0,1 0 0 0 0,-1-1 0 0 0,1 1 0 0 0,-1 0 0 0 0,1 0 0 0 0,-1-1 0 0 0,0 1 0 0 0,0-1 0 0 0,0 1 0 0 0,0 0 1 0 0,0-1-1 0 0,0 1 0 0 0,0 0 0 0 0,0-1 0 0 0,0 1 0 0 0,-1 0 0 0 0,1-1 0 0 0,0 1 0 0 0,-1 0 0 0 0,1-1 0 0 0,-2 0 0 0 0,0-2 296 0 0,1 4-334 0 0,0 1-1 0 0,0-1 1 0 0,0 0 0 0 0,-1 1-1 0 0,1-1 1 0 0,0 1 0 0 0,0 0-1 0 0,0-1 1 0 0,0 1 0 0 0,0 0-1 0 0,0 0 1 0 0,0-1-1 0 0,0 1 1 0 0,0 0 0 0 0,1 0-1 0 0,-1 0 1 0 0,0 0 0 0 0,-1 2-1 0 0,-7 13 91 0 0,7-13-58 0 0,1 2-3 0 0,-4 14-18 0 0,4-15 87 0 0,1 2-165 0 0,0 15-85 0 0,0-15-79 0 0,2-2-421 0 0,1-1 469 0 0,-1-1 0 0 0,0 1 0 0 0,0 0 0 0 0,1-1 0 0 0,-1 0-1 0 0,1 0 1 0 0,0 0 0 0 0,0 0 0 0 0,-1 0 0 0 0,1 0 0 0 0,6 2 0 0 0,-4-3-443 0 0,1-1-65 0 0,5 0 131 0 0,-1-1-1 0 0,1 0 1 0 0,0-1-1 0 0,0 0 1 0 0,-1-1 0 0 0,1 0-1 0 0,18-9 1 0 0,-17 5-266 0 0,-1 0 1 0 0,1-1-1 0 0,17-15 1 0 0,-13 6-1721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328 37 2476 0 0,'-29'-4'1081'0'0,"-1"2"0"0"0,0 1 0 0 0,0 1 0 0 0,0 1 0 0 0,-52 9 0 0 0,73-8-891 0 0,0 0-1 0 0,0 0 1 0 0,1 1 0 0 0,-12 4-1 0 0,9-2-26 0 0,6-3-4 0 0,5-2-151 0 0,-1 0 0 0 0,1 0 0 0 0,-1 0-1 0 0,0 0 1 0 0,1 0 0 0 0,-1 0 0 0 0,1 0-1 0 0,-1 0 1 0 0,1 0 0 0 0,-1 0 0 0 0,1 1-1 0 0,-1-1 1 0 0,1 0 0 0 0,-1 0 0 0 0,1 1-1 0 0,-1-1 1 0 0,1 0 0 0 0,-1 1 0 0 0,1-1-1 0 0,-1 0 1 0 0,1 1 0 0 0,0-1 0 0 0,-1 1-1 0 0,1-1 1 0 0,-1 2 0 0 0,1-2 12 0 0,-1 1-1 0 0,1-1 1 0 0,0 1 0 0 0,-1-1 0 0 0,1 1-1 0 0,-1-1 1 0 0,1 1 0 0 0,-1-1 0 0 0,1 0-1 0 0,-1 1 1 0 0,1-1 0 0 0,-1 1 0 0 0,0-1-1 0 0,1 0 1 0 0,-1 0 0 0 0,0 1 0 0 0,1-1-1 0 0,-1 0 1 0 0,1 0 0 0 0,-1 0 0 0 0,-1 0-1 0 0,3 5 10 0 0,2 17 4 0 0,2-22-13 0 0,6 1-20 0 0,0-1 0 0 0,0 0 0 0 0,1-1 0 0 0,-1 0 0 0 0,0-1 0 0 0,0 0 0 0 0,0 0 0 0 0,0-1 0 0 0,0-1 0 0 0,-1 0 0 0 0,0 0 0 0 0,1-1 0 0 0,-1-1 0 0 0,18-12 0 0 0,-25 15 10 0 0,-1-1 12 0 0,-1 1-20 0 0,0 0-1 0 0,0 0 0 0 0,0 0 0 0 0,0 0 1 0 0,-1 0-1 0 0,1 0 0 0 0,-1-1 1 0 0,0 1-1 0 0,0 0 0 0 0,0-4 0 0 0,-1 3-30 0 0,-4 3 18 0 0,-1 0-137 0 0,0 0 0 0 0,0 0 0 0 0,-1 1-1 0 0,1 0 1 0 0,0 0 0 0 0,0 1 0 0 0,0 0 0 0 0,0 0-1 0 0,-1 0 1 0 0,1 1 0 0 0,1 0 0 0 0,-12 5-1 0 0,8-2-601 0 0,1 0-1 0 0,1 1 0 0 0,-1 0 0 0 0,1 0 0 0 0,0 1 1 0 0,0 0-1 0 0,-6 8 0 0 0,3 2-2232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0 2948 0 0,'0'0'7495'0'0,"-1"6"-7292"0"0,-23 95 883 0 0,23-96-1005 0 0,1 1-14 0 0,-2 48 74 0 0,2-49-102 0 0,2 0-25 0 0,-1-2-9 0 0,0-2-2 0 0,0 0 0 0 0,-1 0 0 0 0,1 0 0 0 0,0 1 0 0 0,-1-1 0 0 0,1 0 0 0 0,-1 0 0 0 0,0 1-1 0 0,1-1 1 0 0,-1 1 0 0 0,0-1 0 0 0,0 2 0 0 0,4-1-26 0 0,18 3-30 0 0,-20-5 43 0 0,0 0 0 0 0,0 0 0 0 0,0 0 0 0 0,1-1 0 0 0,-1 1 0 0 0,0-1-1 0 0,0 1 1 0 0,0-1 0 0 0,0 0 0 0 0,0 1 0 0 0,0-1 0 0 0,0 0 0 0 0,0 0 0 0 0,2-2 0 0 0,47-46-122 0 0,5-4 310 0 0,-53 50 531 0 0,1 5-640 0 0,-2 0-48 0 0,13 6 103 0 0,-15-2-131 0 0,0 18-24 0 0,0-18-56 0 0,1-1-55 0 0,0 17-62 0 0,-1-16-52 0 0,3-1-70 0 0,-1 1 91 0 0,1-1-1 0 0,0 1 0 0 0,1-1 0 0 0,-1 1 0 0 0,1-1 0 0 0,0 0 1 0 0,1-1-1 0 0,-1 1 0 0 0,1-1 0 0 0,0 0 0 0 0,0 0 0 0 0,0 0 1 0 0,11 5-1 0 0,52 13-2258 0 0,-65-21 2278 0 0,1 0-1 0 0,-1 0 1 0 0,1 0 0 0 0,-1-1-1 0 0,0 1 1 0 0,1-1-1 0 0,-1 0 1 0 0,1 0 0 0 0,4-1-1 0 0,1 0-486 0 0,0 2-2401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639 31 2828 0 0,'0'0'2222'0'0,"-1"-5"-1329"0"0,0-20 864 0 0,-5 25-1424 0 0,-3 0-149 0 0,0 1 0 0 0,-1-1 0 0 0,1 2 0 0 0,0 0 0 0 0,0 0 0 0 0,0 0 0 0 0,-15 7 1 0 0,10 0-95 0 0,0 0 0 0 0,0 1 1 0 0,1 1-1 0 0,1 0 1 0 0,-1 1-1 0 0,2 0 1 0 0,0 0-1 0 0,0 2 1 0 0,1-1-1 0 0,1 1 1 0 0,0 1-1 0 0,-8 19 1 0 0,14-27-116 0 0,0 0 1 0 0,1 0 0 0 0,0 0-1 0 0,0 0 1 0 0,0 0 0 0 0,0 13 0 0 0,2-16 6 0 0,-1 1-115 0 0,3 0-205 0 0,0-2 260 0 0,-1-2 36 0 0,0 0-1 0 0,0 0 0 0 0,-1 0 0 0 0,1 1 1 0 0,0-1-1 0 0,-1 0 0 0 0,1 1 1 0 0,0-1-1 0 0,-1 0 0 0 0,0 1 1 0 0,1-1-1 0 0,-1 3 0 0 0,5-4-153 0 0,2 0 185 0 0,-1-1 1 0 0,1 1 0 0 0,0-1-1 0 0,-1-1 1 0 0,0 1 0 0 0,1-1-1 0 0,-1 0 1 0 0,0-1 0 0 0,0 1-1 0 0,0-1 1 0 0,0 0 0 0 0,0-1-1 0 0,-1 1 1 0 0,9-8 0 0 0,-2 1 299 0 0,-1-1-1 0 0,0 0 1 0 0,-1 0 0 0 0,0-1 0 0 0,-1-1 0 0 0,8-13-1 0 0,8-17 1300 0 0,-23 39 526 0 0,-6 6-2028 0 0,2-2-75 0 0,1 1 0 0 0,-1-1-1 0 0,0 1 1 0 0,0 0 0 0 0,1 0 0 0 0,-1 0-1 0 0,1 0 1 0 0,-1 0 0 0 0,1 0 0 0 0,-1 0 0 0 0,0 2-1 0 0,-15 28 130 0 0,9-9-62 0 0,0 1 0 0 0,2 1 0 0 0,1-1 0 0 0,-3 26 0 0 0,-5 109 256 0 0,8-88-263 0 0,1-16 8 0 0,-16 128-15 0 0,17-164-186 0 0,-1 0 0 0 0,-1-1 0 0 0,-1 0-1 0 0,0 0 1 0 0,-1 0 0 0 0,-1-1 0 0 0,-18 28 0 0 0,22-39 57 0 0,0 0 1 0 0,-1 0-1 0 0,0-1 1 0 0,0 1-1 0 0,0-1 0 0 0,-1 0 1 0 0,0-1-1 0 0,-7 5 1 0 0,12-8 55 0 0,0 1 0 0 0,-1 0 0 0 0,1 0 0 0 0,0-1 0 0 0,-1 1 0 0 0,1-1 0 0 0,0 1 0 0 0,-1-1 0 0 0,1 1 0 0 0,-1-1 0 0 0,1 0 0 0 0,-1 0 0 0 0,1 0 0 0 0,-1 0 0 0 0,1 0 0 0 0,-3 0 0 0 0,-1-1-14 0 0,3 1 19 0 0,-1 1 1 0 0,1-1 0 0 0,-1 0 0 0 0,0 0-1 0 0,1 0 1 0 0,-1-1 0 0 0,1 1-1 0 0,-1 0 1 0 0,1-1 0 0 0,-1 0 0 0 0,1 0-1 0 0,-5-1 1 0 0,-2-2 3 0 0,-6-1 21 0 0,-1-1-1 0 0,1-1 1 0 0,1 0 0 0 0,-1-1-1 0 0,1 0 1 0 0,1-1 0 0 0,-1-1-1 0 0,2 0 1 0 0,-13-12 0 0 0,11 7-1 0 0,0 1 1 0 0,1-2 0 0 0,1 0-1 0 0,0 0 1 0 0,1-1-1 0 0,-15-33 1 0 0,21 40-154 0 0,1 1-1 0 0,1-1 1 0 0,0-1 0 0 0,0 1 0 0 0,1 0 0 0 0,0-1 0 0 0,1 0 0 0 0,0 1 0 0 0,1-1-1 0 0,0 1 1 0 0,0-1 0 0 0,1 0 0 0 0,1 1 0 0 0,0-1 0 0 0,0 1 0 0 0,1 0 0 0 0,0-1-1 0 0,1 1 1 0 0,0 1 0 0 0,1-1 0 0 0,0 1 0 0 0,0-1 0 0 0,1 1 0 0 0,0 1 0 0 0,1-1-1 0 0,0 1 1 0 0,0 1 0 0 0,1-1 0 0 0,16-12 0 0 0,4 0-1948 0 0,2 0 1 0 0,41-20-1 0 0,-40 27-2272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227 0 3776 0 0,'0'0'5471'0'0,"-2"5"-5101"0"0,-73 155 1684 0 0,23-52-1285 0 0,-44 98-42 0 0,94-202-753 0 0,3-10-385 0 0,13-67 374 0 0,29-86-1 0 0,-25 98 203 0 0,-15 50-11 0 0,0 0 0 0 0,2 0 0 0 0,-1 0 0 0 0,1 0 0 0 0,1 0-1 0 0,0 1 1 0 0,0 0 0 0 0,12-13 0 0 0,-16 20 8 0 0,3 2 18 0 0,-3 1-147 0 0,-1-1-10 0 0,1 0 0 0 0,0 1 0 0 0,-1 0 0 0 0,1-1 0 0 0,-1 1 0 0 0,1 0 0 0 0,0 0 0 0 0,-1-1 0 0 0,1 1 1 0 0,0 1-1 0 0,-1-1 0 0 0,1 0 0 0 0,-1 0 0 0 0,1 1 0 0 0,0-1 0 0 0,-1 1 0 0 0,1-1 0 0 0,-1 1 0 0 0,1-1 1 0 0,-1 1-1 0 0,1 0 0 0 0,-1 0 0 0 0,0 0 0 0 0,1 0 0 0 0,-1 0 0 0 0,0 0 0 0 0,0 0 0 0 0,2 2 0 0 0,12 17 50 0 0,-2 0 0 0 0,0 1 0 0 0,-1 0 0 0 0,-1 1 0 0 0,-1 0 0 0 0,-1 1 0 0 0,-1 0 0 0 0,-1 1 0 0 0,-1-1 0 0 0,3 30-1 0 0,-1 6-828 0 0,-3 1-1 0 0,-3 0 0 0 0,-5 60 1 0 0,0-88-194 0 0,-2-7 81 0 0,3-16 538 0 0,1 1-473 0 0,-1 0 0 0 0,-1-1 0 0 0,0 1 1 0 0,0 0-1 0 0,-5 9 0 0 0,4-13-1424 0 0,-9 6-1556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0 254 3392 0 0,'0'0'998'0'0,"3"-4"-148"0"0,1-1-661 0 0,1 1-1 0 0,-1 0 1 0 0,1 0 0 0 0,0 1-1 0 0,0-1 1 0 0,1 1-1 0 0,-1 0 1 0 0,1 1-1 0 0,-1-1 1 0 0,1 1-1 0 0,11-3 1 0 0,79-14 776 0 0,-63 13-610 0 0,141-22 497 0 0,160-35-4148 0 0,-253 29 1460 0 0,-77 32 1790 0 0,0-1 167 0 0,25-27 730 0 0,-27 27 383 0 0,-1-2-960 0 0,3-9 564 0 0,5 27 947 0 0,-8-9-1557 0 0,0 3-15 0 0,21 150 1020 0 0,-22-153-1202 0 0,1 2 39 0 0,2 14 15 0 0,-2-14-45 0 0,1-2-40 0 0,2 13 86 0 0,-3-12 18 0 0,5-6-164 0 0,16 0-37 0 0,-17 1 59 0 0,-1-4 10 0 0,9-11-31 0 0,-1 0 1 0 0,14-26-1 0 0,-6 9 186 0 0,-18 29-57 0 0,0 0-24 0 0,6-9-72 0 0,-6 9 569 0 0,3 4-444 0 0,18 3 64 0 0,-14 19 33 0 0,-7-18-163 0 0,6 13 1 0 0,-6-13-10 0 0,0-1-20 0 0,5 14 8 0 0,-5-14 0 0 0,10 18 32 0 0,-9-20-90 0 0,0 0-14 0 0,0 0 1 0 0,-1-1-1 0 0,1 1 1 0 0,0-1-1 0 0,0 0 1 0 0,0 0-1 0 0,0 0 0 0 0,0 0 1 0 0,0 0-1 0 0,1-1 1 0 0,-1 1-1 0 0,5-1 1 0 0,-3 0-46 0 0,18-10-253 0 0,-19 7 379 0 0,47-50 23 0 0,-48 50-1 0 0,0 0 32 0 0,0-2 53 0 0,0 0 0 0 0,1 1 0 0 0,0-1 0 0 0,0 1 0 0 0,0 0 0 0 0,7-5 0 0 0,-10 9-121 0 0,-1 0-1 0 0,1 0 0 0 0,-1 0 0 0 0,1 0 0 0 0,0 0 0 0 0,-1 0 0 0 0,1 0 0 0 0,-1 0 0 0 0,1 0 0 0 0,-1 1 0 0 0,1-1 1 0 0,-1 0-1 0 0,1 0 0 0 0,-1 1 0 0 0,0-1 0 0 0,1 0 0 0 0,-1 1 0 0 0,1-1 0 0 0,-1 0 0 0 0,0 1 0 0 0,1-1 0 0 0,-1 0 0 0 0,0 1 1 0 0,1-1-1 0 0,-1 1 0 0 0,1 0 0 0 0,-1-1 0 0 0,0 1-1 0 0,1-1 1 0 0,-1 1 0 0 0,0-1 0 0 0,1 1 0 0 0,-1-1-1 0 0,1 1 1 0 0,-1-1 0 0 0,1 1 0 0 0,-1-1-1 0 0,1 0 1 0 0,-1 1 0 0 0,1-1 0 0 0,-1 0 0 0 0,1 0-1 0 0,-1 1 1 0 0,1-1 0 0 0,0 0 0 0 0,-1 0-1 0 0,1 0 1 0 0,-1 0 0 0 0,2 1 0 0 0,-1 4 75 0 0,21 94-193 0 0,-21-95-138 0 0,1 0-55 0 0,21 38-1840 0 0,-20-38 1265 0 0,-2-4 810 0 0,-1 0 0 0 0,1 0 1 0 0,0 0-1 0 0,-1 0 0 0 0,1 0 0 0 0,-1 1 0 0 0,1-1 1 0 0,-1 0-1 0 0,1 0 0 0 0,0 0 0 0 0,-1 1 1 0 0,1-1-1 0 0,-1 0 0 0 0,1 0 0 0 0,-1 1 0 0 0,1-1 1 0 0,-1 0-1 0 0,1 1 0 0 0,-1-1 0 0 0,0 1 1 0 0,1 0-1 0 0,0-1-125 0 0,-1 1 1 0 0,1-1 0 0 0,-1 1-1 0 0,0-1 1 0 0,1 1-1 0 0,-1-1 1 0 0,1 0-1 0 0,-1 1 1 0 0,1-1 0 0 0,0 0-1 0 0,-1 1 1 0 0,1-1-1 0 0,-1 0 1 0 0,1 0 0 0 0,-1 0-1 0 0,1 1 1 0 0,0-1-1 0 0,-1 0 1 0 0,1 0-1 0 0,1 0 1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163 25 3440 0 0,'0'0'3325'0'0,"-1"-4"-2460"0"0,0 2-622 0 0,0 0 0 0 0,0 1 0 0 0,0-1 0 0 0,0 1 0 0 0,1-1 0 0 0,-1 0 0 0 0,1 0 0 0 0,-1 1 1 0 0,1-1-1 0 0,-1-2 0 0 0,-4 5 111 0 0,-16 4-44 0 0,16-4-30 0 0,-3 5-53 0 0,1 0 0 0 0,-1 0 0 0 0,1 1 0 0 0,1 0 0 0 0,-1 1 0 0 0,1 0 1 0 0,1 0-1 0 0,-1 0 0 0 0,-7 17 0 0 0,0 16 176 0 0,12-37-305 0 0,0 1-26 0 0,4 47 16 0 0,-2-47-132 0 0,1-1-35 0 0,8 11-42 0 0,-8-11-33 0 0,1-2-27 0 0,1 1 114 0 0,-1-1-1 0 0,1-1 1 0 0,0 1 0 0 0,0 0 0 0 0,0-1 0 0 0,-1 0 0 0 0,1 0 0 0 0,1 0 0 0 0,-1 0 0 0 0,0 0 0 0 0,0-1 0 0 0,0 0 0 0 0,0 0 0 0 0,0 0 0 0 0,0 0 0 0 0,0-1 0 0 0,1 0 0 0 0,-1 0 0 0 0,0 0 0 0 0,-1 0 0 0 0,1 0-1 0 0,6-4 1 0 0,-5 3-33 0 0,-3 1 110 0 0,-1 0 0 0 0,1 0 0 0 0,0 0 1 0 0,-1 0-1 0 0,1 0 0 0 0,-1-1 0 0 0,1 1 1 0 0,-1 0-1 0 0,0-1 0 0 0,3-3 0 0 0,0 1 64 0 0,0-1 0 0 0,0 0 0 0 0,0-1 0 0 0,-1 1 0 0 0,0-1 0 0 0,0 1 0 0 0,0-1 0 0 0,-1 0 0 0 0,3-8 0 0 0,-5 12-65 0 0,2-2 167 0 0,-1-3-13 0 0,-1-8 4 0 0,0-1-1 0 0,-1 1 1 0 0,-5-27 0 0 0,5 37-159 0 0,-3 1-51 0 0,1 1-23 0 0,0 0-1 0 0,-1 1 1 0 0,1-1 0 0 0,-1 1 0 0 0,0 0-1 0 0,0 0 1 0 0,0 0 0 0 0,0 0-1 0 0,-6-1 1 0 0,4 1-268 0 0,0 2 146 0 0,-1 0-1 0 0,0 1 1 0 0,1 0-1 0 0,-1 0 0 0 0,1 0 1 0 0,-1 0-1 0 0,1 1 1 0 0,-1 0-1 0 0,1 1 1 0 0,0 0-1 0 0,0 0 1 0 0,0 0-1 0 0,0 0 0 0 0,1 1 1 0 0,-1 0-1 0 0,1 0 1 0 0,0 0-1 0 0,0 1 1 0 0,-6 8-1 0 0,-14 28-2464 0 0,23-36 1566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26 3252 0 0,'0'0'5865'0'0,"2"-4"-5258"0"0,2-13-92 0 0,-3 12 2292 0 0,-3 8-2590 0 0,-3 13 159 0 0,0-1 1 0 0,-4 32-1 0 0,8-41-287 0 0,1 0-21 0 0,0 21-22 0 0,0-21-14 0 0,0 0-4 0 0,1 50-187 0 0,0-51 30 0 0,0 0-275 0 0,5 13 119 0 0,-5-13-43 0 0,8 0-516 0 0,-8-4 805 0 0,-1-1-1 0 0,0 1 0 0 0,1-1 0 0 0,-1 1 0 0 0,1-1 1 0 0,-1 0-1 0 0,0 1 0 0 0,1-1 0 0 0,-1 0 1 0 0,1 1-1 0 0,-1-1 0 0 0,1 0 0 0 0,-1 1 0 0 0,1-1 1 0 0,-1 0-1 0 0,1 0 0 0 0,-1 0 0 0 0,1 0 1 0 0,-1 1-1 0 0,1-1 0 0 0,0 0 0 0 0,-1 0 0 0 0,1 0 1 0 0,-1 0-1 0 0,1 0 0 0 0,-1 0 0 0 0,1-1 1 0 0,-1 1-1 0 0,1 0 0 0 0,0 0 0 0 0,-1 0 0 0 0,1-1 1 0 0,19-3-218 0 0,-15 3 7 0 0,0-2 28 0 0,2 0 165 0 0,10-6-142 0 0,-10 1 118 0 0,0 1 0 0 0,0-1 1 0 0,7-14-1 0 0,-2-1 381 0 0,11-33-1 0 0,-21 51-60 0 0,-1 0 38 0 0,4-17 13 0 0,-4 16 322 0 0,3-16-93 0 0,-3 18 1339 0 0,-13 25-1395 0 0,12-15-364 0 0,3 50-42 0 0,-2-51-147 0 0,0 1-68 0 0,3 14-92 0 0,-2-14-80 0 0,6 15-1493 0 0,-7-20 1677 0 0,-1 0-1 0 0,0 0 1 0 0,1 0-1 0 0,-1 0 1 0 0,1 0-1 0 0,0 0 1 0 0,-1 0-1 0 0,1 0 1 0 0,0 0-1 0 0,-1 0 1 0 0,1 0-1 0 0,0 0 1 0 0,0 0-1 0 0,0 0 0 0 0,0-1 1 0 0,0 1-1 0 0,0 0 1 0 0,0-1-1 0 0,0 1 1 0 0,0-1-1 0 0,1 1 1 0 0,16 6-1310 0 0,-14-5 570 0 0,1-4-1414 0 0,-4 1 2090 0 0,1 0 0 0 0,-1 0 0 0 0,1 0-1 0 0,0 0 1 0 0,0 0 0 0 0,-1 1 0 0 0,1-1 0 0 0,0 1 0 0 0,3-1 0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84 2336 0 0,'8'-20'1067'0'0,"-6"16"1519"0"0,-1 4-2555 0 0,-1-1 0 0 0,0 1 1 0 0,1 0-1 0 0,-1-1 0 0 0,1 1 1 0 0,-1 0-1 0 0,0-1 0 0 0,1 1 1 0 0,-1 0-1 0 0,0-1 0 0 0,1 1 1 0 0,-1-1-1 0 0,0 1 0 0 0,0 0 1 0 0,0-1-1 0 0,1 1 0 0 0,-1-1 1 0 0,0 1-1 0 0,0-1 0 0 0,0 1 1 0 0,0-1-1 0 0,0 1 0 0 0,0-2 1 0 0,0 2 95 0 0,0-1 0 0 0,0 1 1 0 0,0-1-1 0 0,0 1 0 0 0,1-1 1 0 0,-1 1-1 0 0,0-1 0 0 0,0 1 0 0 0,0-1 1 0 0,0 1-1 0 0,1-1 0 0 0,-1 1 1 0 0,0 0-1 0 0,0-1 0 0 0,1 1 1 0 0,-1-1-1 0 0,0 1 0 0 0,1 0 1 0 0,-1-1-1 0 0,0 1 0 0 0,1 0 1 0 0,-1-1-1 0 0,1 1 0 0 0,1 0-87 0 0,-1 0 0 0 0,0 0-1 0 0,0 1 1 0 0,1-1-1 0 0,-1 1 1 0 0,0-1 0 0 0,0 1-1 0 0,0-1 1 0 0,0 1 0 0 0,0 0-1 0 0,0 0 1 0 0,0-1 0 0 0,0 1-1 0 0,0 0 1 0 0,0 0 0 0 0,0 0-1 0 0,0 0 1 0 0,-1 0-1 0 0,1 0 1 0 0,0 0 0 0 0,-1 0-1 0 0,1 1 1 0 0,0 0 0 0 0,10 29 658 0 0,-10-26-668 0 0,0-1 192 0 0,1 1 1 0 0,3 17-56 0 0,-3-17-131 0 0,-1 0 112 0 0,5 16 16 0 0,-4-16-65 0 0,3 17 180 0 0,-3-17-64 0 0,-2-1-131 0 0,0-1-52 0 0,1-1-1 0 0,-1 1 1 0 0,-1 0 0 0 0,1 0-1 0 0,0-1 1 0 0,0 1-1 0 0,-1 0 1 0 0,0-1 0 0 0,1 1-1 0 0,-1 0 1 0 0,0-1-1 0 0,-2 4 1 0 0,1-3-7 0 0,-3-5-13 0 0,-12-5-3 0 0,13 5-30 0 0,-1-7-63 0 0,1 4 91 0 0,-7-30-14 0 0,10 30-5 0 0,1 1 1 0 0,-1-1-1 0 0,1 1 1 0 0,0-1-1 0 0,0 0 1 0 0,1 1 0 0 0,-1-1-1 0 0,1 1 1 0 0,0-1-1 0 0,2-5 1 0 0,-1 3 25 0 0,0 3-4 0 0,0-1 1 0 0,0 0 0 0 0,0 1 0 0 0,0-1 0 0 0,1 1 0 0 0,0 0 0 0 0,0 0 0 0 0,0 0 0 0 0,0 0 0 0 0,5-4 0 0 0,-5 5 1 0 0,4-5 62 0 0,-6 6-64 0 0,0 1-1 0 0,1-1 0 0 0,-1 1 1 0 0,0-1-1 0 0,1 1 1 0 0,-1 0-1 0 0,1 0 1 0 0,-1 0-1 0 0,1 0 1 0 0,0 0-1 0 0,-1 0 0 0 0,4-1 1 0 0,5-3 113 0 0,-1 1-21 0 0,0 0-1 0 0,0 0 1 0 0,0 1-1 0 0,0 0 1 0 0,1 0 0 0 0,10 0-1 0 0,-15 2-70 0 0,1 1 0 0 0,-1 0 0 0 0,1 0-1 0 0,-1 1 1 0 0,1-1 0 0 0,-1 1 0 0 0,0 0 0 0 0,0 1 0 0 0,1-1-1 0 0,-1 1 1 0 0,0 0 0 0 0,0 1 0 0 0,0-1 0 0 0,-1 1 0 0 0,6 4-1 0 0,38 34 216 0 0,-41-34-129 0 0,-5-6-111 0 0,-1 0 0 0 0,1 0-1 0 0,-1 1 1 0 0,1-1 0 0 0,-1 1 0 0 0,0 0 0 0 0,0-1-1 0 0,0 1 1 0 0,0 0 0 0 0,0-1 0 0 0,0 1 0 0 0,0 0-1 0 0,0 2 1 0 0,3 8 4 0 0,0-4-98 0 0,-1-1 0 0 0,-1 1 0 0 0,0 0 0 0 0,0 0 0 0 0,0 0 0 0 0,-1 0 0 0 0,0 0 0 0 0,0 0 0 0 0,-1 0 0 0 0,-1 0 0 0 0,-1 14 0 0 0,-23 42-1472 0 0,19-53 440 0 0,-1 1 0 0 0,0-1 0 0 0,-1 0 1 0 0,-12 12-1 0 0,13-15 163 0 0,4-4-1355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26 4388 0 0,'10'-26'7388'0'0,"-6"30"-6677"0"0,11 10-39 0 0,-10-4-85 0 0,5 63 783 0 0,5 124-159 0 0,-5-48-2199 0 0,-9-123 570 0 0,3 4-456 0 0,-1-19 197 0 0,-1-3-182 0 0,0 0 0 0 0,0 0 0 0 0,-1 0 0 0 0,0 11 0 0 0,8 2-4096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0 128 2652 0 0,'0'0'2149'0'0,"0"-4"-1265"0"0,2-16-165 0 0,-2 15-100 0 0,4 3-101 0 0,19-9-188 0 0,1 0 0 0 0,43-11 0 0 0,-36 12-791 0 0,75-24-4345 0 0,-78 26 1582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238 65 3624 0 0,'-38'-64'8787'0'0,"34"66"-8389"0"0,-1 2-313 0 0,-1 0 1 0 0,1 0 0 0 0,0 1 0 0 0,0 0 0 0 0,1 0 0 0 0,0 0 0 0 0,-1 1 0 0 0,2-1 0 0 0,-1 1 0 0 0,1 0-1 0 0,0 0 1 0 0,-4 10 0 0 0,-31 92 225 0 0,31-84-227 0 0,-79 285 65 0 0,84-304-217 0 0,1 0-39 0 0,-1 18-1156 0 0,9-34 1275 0 0,0 0 1 0 0,0-1 0 0 0,-1 0 0 0 0,-1 0-1 0 0,0-1 1 0 0,4-15 0 0 0,21-94 286 0 0,-18 70-189 0 0,-5 23-74 0 0,55-205 1436 0 0,-60 230-1198 0 0,14-4 35 0 0,-13 6-252 0 0,-3 2-53 0 0,0 0 0 0 0,0 0 0 0 0,0 0 0 0 0,0 0 0 0 0,1 0 0 0 0,-1 0 0 0 0,0-1 0 0 0,0 1 1 0 0,0 0-1 0 0,0 0 0 0 0,0 0 0 0 0,1 0 0 0 0,-1 0 0 0 0,0 0 0 0 0,0 0 0 0 0,0 0 0 0 0,1 0 0 0 0,-1 0 0 0 0,0 0 0 0 0,0 0 1 0 0,0 0-1 0 0,0 0 0 0 0,1 0 0 0 0,-1 0 0 0 0,0 0 0 0 0,0 0 0 0 0,0 0 0 0 0,0 0 0 0 0,1 1 0 0 0,-1-1 0 0 0,0 0 0 0 0,0 0 1 0 0,0 0-1 0 0,0 0 0 0 0,1 0 0 0 0,-1 0 0 0 0,0 0 0 0 0,0 1 0 0 0,0-1 0 0 0,0 0 0 0 0,0 0 0 0 0,0 0 0 0 0,0 0 0 0 0,0 0 1 0 0,0 1-1 0 0,1-1 0 0 0,-1 0 0 0 0,10 14 108 0 0,-1 0 0 0 0,0 1 0 0 0,-1-1 0 0 0,0 2 1 0 0,-1-1-1 0 0,-1 1 0 0 0,4 17 0 0 0,27 127 233 0 0,-26-104-284 0 0,8 30-47 0 0,26 158-4732 0 0,-44-239 3903 0 0,-2 2-115 0 0,1-4 770 0 0,-4 29-1723 0 0,3-30 1513 0 0,1 0 0 0 0,-1 0 0 0 0,0 0 0 0 0,0 0 0 0 0,0 0 0 0 0,0 0 0 0 0,0-1 0 0 0,0 1 0 0 0,-1 0 0 0 0,1-1 0 0 0,-2 2 0 0 0,-13 11-3834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39 300 2688 0 0,'-36'-33'3745'0'0,"33"30"-2347"0"0,4-1-950 0 0,3-14 14 0 0,-4 18-450 0 0,0 0 1 0 0,0-1-1 0 0,0 1 1 0 0,0 0-1 0 0,0 0 1 0 0,0-1-1 0 0,0 1 1 0 0,0 0-1 0 0,0 0 1 0 0,0-1-1 0 0,0 1 1 0 0,0 0-1 0 0,1 0 1 0 0,-1 0-1 0 0,0-1 1 0 0,0 1-1 0 0,0 0 1 0 0,0 0-1 0 0,1 0 1 0 0,-1-1-1 0 0,0 1 0 0 0,0 0 1 0 0,0 0-1 0 0,1 0 1 0 0,-1 0-1 0 0,0-1 1 0 0,0 1-1 0 0,1 0 1 0 0,-1 0-1 0 0,0 0 1 0 0,0 0-1 0 0,1 0 1 0 0,38-11 282 0 0,0 1 0 0 0,0 2 0 0 0,1 2 0 0 0,43-1 1 0 0,4-3-307 0 0,16-2-343 0 0,42-6-2370 0 0,234-57-1 0 0,-358 68 2674 0 0,32-17 0 0 0,-44 19 302 0 0,-5 4 524 0 0,-1-2-367 0 0,11-9 2651 0 0,-14 7-2815 0 0,-2-12-4 0 0,1 13 640 0 0,1 4-870 0 0,-1 0 1 0 0,1 0-1 0 0,0 1 0 0 0,-1-1 0 0 0,1 0 0 0 0,0 1 0 0 0,-1-1 0 0 0,1 0 0 0 0,0 1 0 0 0,0-1 0 0 0,-1 0 1 0 0,1 1-1 0 0,0-1 0 0 0,0 1 0 0 0,0-1 0 0 0,0 1 0 0 0,0-1 0 0 0,-1 0 0 0 0,1 1 0 0 0,0-1 0 0 0,0 1 1 0 0,0-1-1 0 0,0 1 0 0 0,0-1 0 0 0,1 1 0 0 0,-1 0 0 0 0,0-1 0 0 0,0 1 0 0 0,0-1 0 0 0,0 0 1 0 0,0 1-1 0 0,0-1 0 0 0,0 1 0 0 0,0-1 0 0 0,0 1 0 0 0,-1-1 0 0 0,1 0 1 0 0,0 1-1 0 0,0-1 0 0 0,0 1 0 0 0,0-1 0 0 0,-1 0 0 0 0,1 1 0 0 0,0-1 0 0 0,0 1 1 0 0,-1-1-1 0 0,1 0 0 0 0,0 1 0 0 0,0-1 0 0 0,-1 0 0 0 0,0 1 0 0 0,0 5 179 0 0,-13 124 728 0 0,11-80-746 0 0,1 3-79 0 0,1-48-67 0 0,2 0-22 0 0,0 24-19 0 0,0-24 29 0 0,1 15-11 0 0,-2-16-35 0 0,8 2-330 0 0,-7-5 354 0 0,-1-1 0 0 0,0 0 0 0 0,0 1 0 0 0,1-1 0 0 0,-1 1 0 0 0,0-1 0 0 0,0 0 0 0 0,1 1 0 0 0,-1-1 0 0 0,1 0 0 0 0,-1 1 0 0 0,0-1 0 0 0,1 0 1 0 0,-1 0-1 0 0,1 1 0 0 0,-1-1 0 0 0,1 0 0 0 0,-1 0 0 0 0,0 0 0 0 0,1 0 0 0 0,-1 1 0 0 0,1-1 0 0 0,-1 0 0 0 0,1 0 0 0 0,-1 0 0 0 0,1 0 0 0 0,-1 0 0 0 0,1 0 0 0 0,-1 0 0 0 0,1 0 0 0 0,-1-1 0 0 0,1 1 0 0 0,-1 0 0 0 0,1 0 0 0 0,0-1 0 0 0,10-7-40 0 0,0 0 1 0 0,0-1-1 0 0,-1-1 0 0 0,14-15 1 0 0,-22 22 38 0 0,1-1 39 0 0,-1 1-32 0 0,2-4 105 0 0,0 0 0 0 0,1 0 0 0 0,-1 1 0 0 0,2 0-1 0 0,-1-1 1 0 0,7-5 0 0 0,-10 16 16 0 0,7 11-1 0 0,-7-11-1 0 0,-1 1-16 0 0,3 15-21 0 0,-2-15-21 0 0,-1 0-14 0 0,10 48 46 0 0,-9-48-100 0 0,6 18-131 0 0,-5-20 75 0 0,-2-2 47 0 0,-1 0 1 0 0,1 0 0 0 0,0 0-1 0 0,0 0 1 0 0,0 0 0 0 0,0-1-1 0 0,0 1 1 0 0,0 0 0 0 0,0-1-1 0 0,1 1 1 0 0,-1-1 0 0 0,0 1-1 0 0,0-1 1 0 0,0 1 0 0 0,0-1-1 0 0,1 0 1 0 0,-1 0 0 0 0,0 0-1 0 0,0 0 1 0 0,1 1 0 0 0,-1-2-1 0 0,0 1 1 0 0,0 0 0 0 0,2 0-1 0 0,14-1 76 0 0,-14-2-82 0 0,48-78-543 0 0,-47 74 550 0 0,0 0 0 0 0,0 0 0 0 0,1 1 0 0 0,7-9-1 0 0,-9 12 41 0 0,3-4 11 0 0,-5 7-16 0 0,-1-1-1 0 0,0 1 1 0 0,0-1 0 0 0,0 1 0 0 0,0 0 0 0 0,0-1 0 0 0,1 1 0 0 0,-1-1 0 0 0,0 1 0 0 0,0 0 0 0 0,1-1 0 0 0,-1 1 0 0 0,0 0 0 0 0,0-1 0 0 0,1 1-1 0 0,-1 0 1 0 0,0-1 0 0 0,1 1 0 0 0,-1 0 0 0 0,1 0 0 0 0,-1-1 0 0 0,0 1 0 0 0,1 0 0 0 0,-1 0 0 0 0,1 0 0 0 0,-1 0 0 0 0,0 0 0 0 0,1-1-1 0 0,-1 1 1 0 0,1 0 0 0 0,-1 0 0 0 0,1 0 0 0 0,-1 0 0 0 0,1 0 0 0 0,-1 0 0 0 0,0 1 0 0 0,2-1 0 0 0,1 1-17 0 0,-1-1 19 0 0,-1 0-1 0 0,1 1 0 0 0,0 0 1 0 0,0-1-1 0 0,0 1 1 0 0,-1 0-1 0 0,1 0 0 0 0,0 0 1 0 0,-1 0-1 0 0,1 0 1 0 0,-1 0-1 0 0,1 0 0 0 0,-1 1 1 0 0,0-1-1 0 0,1 0 0 0 0,-1 1 1 0 0,0-1-1 0 0,0 1 1 0 0,0 0-1 0 0,0-1 0 0 0,0 1 1 0 0,-1 0-1 0 0,1 0 0 0 0,1 2 1 0 0,27 67-409 0 0,-27-67 153 0 0,0 0-46 0 0,6 11-47 0 0,-6-11-72 0 0,1-1-614 0 0,-1-1 849 0 0,22 13-1923 0 0,-22-15 1691 0 0,0 1 1 0 0,0-1-1 0 0,0 0 1 0 0,0 1-1 0 0,1-1 1 0 0,-1 0-1 0 0,0 0 1 0 0,0-1-1 0 0,0 1 1 0 0,3-1-1 0 0,24-6-3098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115 1 1956 0 0,'0'0'4643'0'0,"-5"1"-4147"0"0,0 0-302 0 0,0 1 0 0 0,0-1 1 0 0,1 1-1 0 0,-1 1 1 0 0,1-1-1 0 0,-1 1 0 0 0,1-1 1 0 0,0 1-1 0 0,0 0 1 0 0,0 1-1 0 0,1-1 0 0 0,-1 1 1 0 0,1-1-1 0 0,-1 1 1 0 0,-4 8-1 0 0,-24 56 962 0 0,30-63-1039 0 0,2 0-34 0 0,-4 18-36 0 0,3-17-63 0 0,2-1-42 0 0,3 14-46 0 0,-4-14-68 0 0,1-4 160 0 0,-1-1 0 0 0,1 0 1 0 0,-1 0-1 0 0,1 0 0 0 0,-1 1 1 0 0,1-1-1 0 0,-1 0 0 0 0,1 0 1 0 0,-1 1-1 0 0,0-1 1 0 0,1 0-1 0 0,-1 1 0 0 0,0-1 1 0 0,1 1-1 0 0,-1-1 0 0 0,0 0 1 0 0,1 1-1 0 0,-1-1 0 0 0,0 1 1 0 0,0-1-1 0 0,0 1 0 0 0,1-1 1 0 0,-1 1-1 0 0,0-1 0 0 0,0 1 1 0 0,0 0-1 0 0,0 0-3 0 0,0-1 1 0 0,0 1-1 0 0,0-1 1 0 0,1 1-1 0 0,-1-1 0 0 0,0 1 1 0 0,0-1-1 0 0,0 1 0 0 0,1-1 1 0 0,-1 0-1 0 0,0 1 0 0 0,0-1 1 0 0,1 1-1 0 0,-1-1 0 0 0,0 0 1 0 0,1 1-1 0 0,-1-1 0 0 0,1 0 1 0 0,-1 1-1 0 0,0-1 1 0 0,1 0-1 0 0,-1 1 0 0 0,1-1 1 0 0,-1 0-1 0 0,1 0 0 0 0,0 1 1 0 0,0-1-28 0 0,1 0-1 0 0,-1 0 1 0 0,1 1 0 0 0,-1-1 0 0 0,1 0 0 0 0,-1 1 0 0 0,1-1 0 0 0,-1 1 0 0 0,1 0-1 0 0,-1 0 1 0 0,3 1 0 0 0,-1 0-50 0 0,2 0-196 0 0,0-1 3 0 0,17 2 40 0 0,-16-2 59 0 0,0-1 33 0 0,49-11 11 0 0,-50 9 261 0 0,-1-1 60 0 0,0 1-65 0 0,-1 0 1 0 0,1-1 0 0 0,-1 1-1 0 0,0-1 1 0 0,0 0-1 0 0,0 0 1 0 0,-1 0 0 0 0,1 0-1 0 0,-1 0 1 0 0,1 0-1 0 0,-1-1 1 0 0,0 0 0 0 0,-1 1-1 0 0,1-1 1 0 0,0 0-1 0 0,1-5 1 0 0,0-50 1034 0 0,-4 53-951 0 0,-1 1 7 0 0,-3-16-43 0 0,3 16-68 0 0,1 4-71 0 0,-1-1 0 0 0,0 1 0 0 0,1-1 0 0 0,0 1 0 0 0,-1-1 0 0 0,1 1 0 0 0,0-1 0 0 0,0 0 0 0 0,-1-2 0 0 0,-1 1 71 0 0,-1 1-18 0 0,-11-3-10 0 0,11 3-34 0 0,-1 3-88 0 0,-4 1-223 0 0,1 0 1 0 0,-1 1 0 0 0,1 0 0 0 0,-1 1 0 0 0,1-1 0 0 0,0 2 0 0 0,0-1 0 0 0,-11 10 0 0 0,16-12-562 0 0,2-2 785 0 0,1 0-1 0 0,0 1 1 0 0,-1-1-1 0 0,1 0 1 0 0,-1 0-1 0 0,1 0 1 0 0,0 1-1 0 0,-1-1 1 0 0,1 0-1 0 0,0 1 1 0 0,-1-1-1 0 0,1 0 1 0 0,0 1-1 0 0,0-1 1 0 0,-1 1-1 0 0,1-1 1 0 0,0 0-1 0 0,0 1 1 0 0,0-1-1 0 0,0 1 1 0 0,-1-1-1 0 0,1 0 1 0 0,0 1-1 0 0,0-1 1 0 0,0 2-1 0 0,-3 7-922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35 3872 0 0,'0'0'1506'0'0,"2"-3"-237"0"0,-2 3-1269 0 0,4-10 4481 0 0,-22 15-3597 0 0,9 18-414 0 0,9-19-380 0 0,-2 47 123 0 0,3-46-143 0 0,0 0-45 0 0,5 16-23 0 0,-5-17-40 0 0,0-1 0 0 0,1 1 0 0 0,-1-1 0 0 0,1 0 0 0 0,0 1-1 0 0,0-1 1 0 0,0 0 0 0 0,1 0 0 0 0,-1 0 0 0 0,1-1 0 0 0,4 5 0 0 0,-5-5 2 0 0,1 0-175 0 0,1 0 5 0 0,15 3 12 0 0,-14-4 7 0 0,1-1-191 0 0,21 0 207 0 0,-20 0 5 0 0,-2-1 46 0 0,2-2 122 0 0,0 1-1 0 0,-1-1 1 0 0,1 0-1 0 0,-1-1 0 0 0,0 0 1 0 0,0 0-1 0 0,0 0 1 0 0,0 0-1 0 0,8-10 0 0 0,-6 4 169 0 0,-1 0 0 0 0,-1-1-1 0 0,1 0 1 0 0,-1 0-1 0 0,-1 0 1 0 0,6-18 0 0 0,-10 25 109 0 0,4-16 244 0 0,-3 15-425 0 0,0 0 1348 0 0,-3 1-1185 0 0,-4-9-3 0 0,-4 16 215 0 0,6 0-422 0 0,1 0 1 0 0,0 1-1 0 0,-1-1 1 0 0,1 1-1 0 0,0-1 0 0 0,1 1 1 0 0,-1 0-1 0 0,-1 4 1 0 0,-14 65-124 0 0,17-68-108 0 0,0 0-64 0 0,0 17-71 0 0,0-16-100 0 0,1-2-61 0 0,1 0 190 0 0,0 0 0 0 0,0-1 1 0 0,1 1-1 0 0,-1-1 1 0 0,1 1-1 0 0,0-1 1 0 0,0 0-1 0 0,5 4 0 0 0,-4-4-471 0 0,-3-2 636 0 0,1 0 0 0 0,0 0 0 0 0,-1-1 0 0 0,1 1 0 0 0,0-1 0 0 0,-1 1 0 0 0,1-1 0 0 0,0 0 0 0 0,0 1 0 0 0,0-1 0 0 0,-1 0 0 0 0,4 0 0 0 0,-3 0-106 0 0,4 1-623 0 0,1-1 515 0 0,0 0 0 0 0,1-1 0 0 0,-1 1 0 0 0,0-2 0 0 0,0 1 0 0 0,0-1 0 0 0,1 0 0 0 0,-2 0 0 0 0,1-1 0 0 0,0 0 0 0 0,0 0 0 0 0,6-5 0 0 0,28-31 186 0 0,10-29 3321 0 0,-49 64-2638 0 0,-2 3-419 0 0,1-1-1 0 0,-1 0 1 0 0,1 1-1 0 0,-1-1 1 0 0,1 1 0 0 0,0-1-1 0 0,0 1 1 0 0,0-1-1 0 0,0 1 1 0 0,0 0-1 0 0,0 0 1 0 0,0-1-1 0 0,0 1 1 0 0,0 0-1 0 0,2-1 1 0 0,8-12 1536 0 0,-11 14-1638 0 0,0 0 1 0 0,0 1-1 0 0,0-1 0 0 0,0 0 0 0 0,0 0 1 0 0,0 1-1 0 0,0-1 0 0 0,0 0 0 0 0,0 1 1 0 0,0-1-1 0 0,0 0 0 0 0,1 0 1 0 0,-1 1-1 0 0,0-1 0 0 0,0 0 0 0 0,0 1 1 0 0,0-1-1 0 0,0 0 0 0 0,1 0 0 0 0,-1 1 1 0 0,0-1-1 0 0,0 0 0 0 0,1 0 1 0 0,-1 0-1 0 0,0 1 0 0 0,0-1 0 0 0,1 0 1 0 0,-1 0-1 0 0,0 0 0 0 0,0 0 1 0 0,1 0-1 0 0,-1 1 0 0 0,1-1 22 0 0,-1 0 0 0 0,1 0 0 0 0,0 1 0 0 0,-1-1 0 0 0,1 0-1 0 0,-1 1 1 0 0,1-1 0 0 0,-1 1 0 0 0,1-1 0 0 0,-1 1 0 0 0,0-1 0 0 0,1 1 0 0 0,-1-1 0 0 0,1 1 0 0 0,-1-1-1 0 0,0 1 1 0 0,0 0 0 0 0,1-1 0 0 0,-1 1 0 0 0,0-1 0 0 0,0 1 0 0 0,0 0 0 0 0,1-1 0 0 0,-1 1 0 0 0,0 0-1 0 0,0-1 1 0 0,0 1 0 0 0,0 0 0 0 0,2 22 192 0 0,-2-17-21 0 0,0 0-38 0 0,-1 18-21 0 0,1-18-28 0 0,-1 0-26 0 0,0 17-30 0 0,1-18-18 0 0,-1 0 1 0 0,-1 12-2 0 0,1-13 25 0 0,1 1-42 0 0,-2 12-3 0 0,1-12-10 0 0,0-9-254 0 0,-4-13 255 0 0,5 16-13 0 0,-1-1 0 0 0,1 0-1 0 0,0 1 1 0 0,-1-1 0 0 0,1 0 0 0 0,0 1 0 0 0,0-1-1 0 0,0 0 1 0 0,0 1 0 0 0,0-1 0 0 0,1 0 0 0 0,-1 1-1 0 0,0-1 1 0 0,1 0 0 0 0,1-2 0 0 0,-1-1-6 0 0,0-2 23 0 0,0 1-1 0 0,1-1 0 0 0,-1 1 1 0 0,1-1-1 0 0,1 1 1 0 0,-1-1-1 0 0,1 1 0 0 0,0 0 1 0 0,0 0-1 0 0,1 1 0 0 0,0-1 1 0 0,0 1-1 0 0,0-1 1 0 0,0 1-1 0 0,1 0 0 0 0,0 1 1 0 0,0-1-1 0 0,1 1 0 0 0,-1 0 1 0 0,8-4-1 0 0,-8 6-7 0 0,-1-1-1 0 0,1 1 1 0 0,0 1-1 0 0,0-1 1 0 0,0 1-1 0 0,0 0 1 0 0,0 0 0 0 0,0 0-1 0 0,7 0 1 0 0,-7 1-4 0 0,-1 0 11 0 0,1 0-1 0 0,0 0 1 0 0,-1 0 0 0 0,1 1 0 0 0,-1 0 0 0 0,0 0-1 0 0,1 0 1 0 0,-1 0 0 0 0,0 1 0 0 0,8 3-1 0 0,-8-3-19 0 0,2 1 73 0 0,0 0-1 0 0,0 0 1 0 0,-1 1-1 0 0,1 0 0 0 0,-1 0 1 0 0,1 0-1 0 0,8 10 1 0 0,-12-11-48 0 0,3 2-4 0 0,-1 0 1 0 0,0 0-1 0 0,-1 0 1 0 0,1 1-1 0 0,-1-1 1 0 0,0 1-1 0 0,2 7 0 0 0,-2-7 11 0 0,-2-2-82 0 0,1 0 0 0 0,-1 0 0 0 0,0 0 0 0 0,0-1 0 0 0,-1 1 0 0 0,1 0 0 0 0,-1 0 0 0 0,1 0 0 0 0,-1 0-1 0 0,-1 0 1 0 0,1 0 0 0 0,0 0 0 0 0,-1 0 0 0 0,-2 7 0 0 0,-1 0-548 0 0,0-2-1 0 0,-1 1 1 0 0,-10 16 0 0 0,6-10-606 0 0,-3-1-861 0 0,11-15 1901 0 0,1 0-1 0 0,-1 1 1 0 0,1-1-1 0 0,0 0 1 0 0,-1 1-1 0 0,1-1 0 0 0,-1 1 1 0 0,1-1-1 0 0,0 1 1 0 0,-1-1-1 0 0,1 0 1 0 0,0 1-1 0 0,0 0 0 0 0,-1-1 1 0 0,1 1-1 0 0,0-1 1 0 0,0 1-1 0 0,0-1 0 0 0,0 1 1 0 0,0-1-1 0 0,0 2 1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22 4772 0 0,'2'-4'1437'0'0,"10"-13"5008"0"0,-9 20-5796 0 0,-1-1-545 0 0,0 0-1 0 0,0 0 0 0 0,-1 0 0 0 0,1 1 1 0 0,0-1-1 0 0,-1 1 0 0 0,0-1 1 0 0,1 1-1 0 0,-1 0 0 0 0,0-1 1 0 0,0 1-1 0 0,-1 0 0 0 0,1 0 1 0 0,0 0-1 0 0,-1-1 0 0 0,0 1 0 0 0,0 0 1 0 0,0 4-1 0 0,7 73 608 0 0,23 290-3901 0 0,-23-327-315 0 0,-3-13-1417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9 220 2660 0 0,'-7'-22'1412'0'0,"5"18"-270"0"0,3 2-1028 0 0,0 0 0 0 0,-1 1 0 0 0,1-1 0 0 0,0 0 0 0 0,0 0 0 0 0,0 1 0 0 0,0-1 0 0 0,0 1 0 0 0,0-1 0 0 0,1 1 0 0 0,-1-1 0 0 0,0 1 0 0 0,1 0 0 0 0,-1 0 0 0 0,1 0 0 0 0,0 0 0 0 0,-1 0 0 0 0,1 0 0 0 0,3-1 0 0 0,36-16 435 0 0,17-1-375 0 0,103-18 1 0 0,65 6-867 0 0,-125 18-79 0 0,157-22-3058 0 0,-174 24 769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444 747 1932 0 0,'0'0'10052'0'0,"1"-5"-9756"0"0,1-3-72 0 0,-1 0-1 0 0,-1-1 1 0 0,0 1-1 0 0,0 0 0 0 0,0-1 1 0 0,-3-14-1 0 0,-14-58 129 0 0,10 53-275 0 0,-21-90 482 0 0,27 114-420 0 0,-4-20-123 0 0,4 20 10 0 0,5 2-674 0 0,13-3 623 0 0,-13 4-10 0 0,1-1-38 0 0,15-3 22 0 0,-15 3-9 0 0,0 1 2 0 0,16-4 6 0 0,-16 3 5 0 0,1 1-3 0 0,17-3 1 0 0,-17 3 4 0 0,0-1 2 0 0,20-3-27 0 0,-20 3-4 0 0,0 1-4 0 0,48-8-208 0 0,-49 8 199 0 0,2 0-8 0 0,19-3 5 0 0,-19 2 35 0 0,-1 1 93 0 0,50-7-310 0 0,-52 8 186 0 0,3-1 4 0 0,18-2 16 0 0,-18 2 6 0 0,-1 0 9 0 0,17-1 18 0 0,-17 1 28 0 0,0 1-82 0 0,18-1 47 0 0,-18 1 5 0 0,-1 0-12 0 0,16 0 58 0 0,-15 0-25 0 0,-1 0-41 0 0,19 1 47 0 0,-18-1 0 0 0,-1 1-8 0 0,16 1 32 0 0,-16-1 66 0 0,0-1-30 0 0,13 2 54 0 0,-13-1 54 0 0,2-1-239 0 0,21 0 134 0 0,-21 0 21 0 0,-1 0-1 0 0,64 2 213 0 0,242-13 584 0 0,-72 2-668 0 0,205-2-156 0 0,221-3-492 0 0,-592 16 262 0 0,-22-2 56 0 0,-1-2 9 0 0,254-9-445 0 0,-288 11 543 0 0,-13 0 12 0 0,57-8-57 0 0,334-42 94 0 0,666-51-593 0 0,-951 93 560 0 0,494-27-104 0 0,14-2-10 0 0,-508 27 27 0 0,-84 6 59 0 0,1 1-1 0 0,31 2 0 0 0,-24 0 11 0 0,71-4 2 0 0,71-6 23 0 0,-126 7-38 0 0,-2 4 21 0 0,-30 0 11 0 0,62-4-19 0 0,-19 1 38 0 0,-7 3-27 0 0,553-2 172 0 0,-295 6-153 0 0,175 7 113 0 0,-424-8-80 0 0,1374 94-4 0 0,-472-13-5 0 0,127-22-595 0 0,-982-56 558 0 0,107 10-80 0 0,-158-11 76 0 0,-54-4 4 0 0,2-1-5 0 0,26 1-1 0 0,155 13 175 0 0,-182-13-130 0 0,22 0 10 0 0,-23 0-34 0 0,2-1-4 0 0,17 2-7 0 0,23 4-37 0 0,77 3-127 0 0,-124-9 163 0 0,175 4-23 0 0,-146-4-2 0 0,36 3 56 0 0,-59-3-5 0 0,-1 0 24 0 0,150-3-171 0 0,-149 3 109 0 0,0 0-9 0 0,18 1 35 0 0,-18 0-13 0 0,-1-1-8 0 0,15 4 17 0 0,-15-4 14 0 0,1 1 25 0 0,0 0 0 0 0,-1 0 0 0 0,1 1 0 0 0,0-1 0 0 0,-1 1 0 0 0,8 4 0 0 0,-9-5 457 0 0,-5 3-487 0 0,-3 13-2 0 0,4-13 34 0 0,-11 17 25 0 0,7 2-72 0 0,3-18 10 0 0,0 0 28 0 0,-1 47 529 0 0,3 1 1 0 0,9 73-1 0 0,1-2 175 0 0,0 90 9 0 0,16 270 333 0 0,-21-412-974 0 0,34 394 428 0 0,31-4-365 0 0,-47-330-92 0 0,8 168-1 0 0,-24 136 82 0 0,-9 117-33 0 0,4-231-182 0 0,60 439 0 0 0,30 379 298 0 0,-85 71-127 0 0,-19-949-32 0 0,-12 395 127 0 0,32-2-35 0 0,146 1541 317 0 0,-109-1394-111 0 0,7 96 205 0 0,10-307-279 0 0,58 129-233 0 0,-110-658-68 0 0,-10-57-35 0 0,-1 1 15 0 0,3 19 19 0 0,-3-19-6 0 0,1 0-28 0 0,3 14 7 0 0,-3-15-5 0 0,-1 0 16 0 0,4 12 13 0 0,-3-12-4 0 0,-1 0 1 0 0,0 14-7 0 0,0-14-15 0 0,0 1 57 0 0,0 18 64 0 0,0-18-100 0 0,-1-1-49 0 0,-1 16 38 0 0,1-16-4 0 0,0-1 7 0 0,-2 13 7 0 0,1-8-9 0 0,-3 10 18 0 0,-15 78 434 0 0,-8 108 0 0 0,20-139-386 0 0,1 25 88 0 0,6-81-142 0 0,-9 126 77 0 0,10-93-66 0 0,-4 32 61 0 0,3 18-94 0 0,1-87 6 0 0,0 0-4 0 0,1 22 0 0 0,-1-21 2 0 0,1-2-3 0 0,0 17-26 0 0,-1-17-20 0 0,0 0-72 0 0,0 15 93 0 0,0-15 22 0 0,-1-1-170 0 0,-1 18-236 0 0,0-23 420 0 0,1 0-1 0 0,0 0 0 0 0,0 1 1 0 0,0-1-1 0 0,0 0 0 0 0,-1 1 1 0 0,1-1-1 0 0,0 1 0 0 0,-1-1 1 0 0,1 1-1 0 0,0 0 0 0 0,-3-1 1 0 0,1 1-4 0 0,-2-2-15 0 0,2 0-87 0 0,-64-29-373 0 0,62 30 431 0 0,0-1-63 0 0,-68-13-139 0 0,-1 3 1 0 0,-86-3-1 0 0,155 15 181 0 0,-3-1 5 0 0,-21-1-2 0 0,22 1-5 0 0,-1 1 36 0 0,-22-1-63 0 0,23 1-6 0 0,0 0 14 0 0,-21 0 9 0 0,21 0 14 0 0,0 0 1 0 0,-18 0 1 0 0,18 0 34 0 0,2 0 3 0 0,-19 0 2 0 0,18 0-10 0 0,1 0-2 0 0,-19 0-2 0 0,19 0 14 0 0,-2 0 10 0 0,-58 1-95 0 0,-327 1-345 0 0,-504-5 123 0 0,94 32 97 0 0,190 17-206 0 0,404-30 300 0 0,-508 10-887 0 0,259-14 225 0 0,-93 22 513 0 0,280-15 211 0 0,-198 25 200 0 0,133-10-5 0 0,235-25-118 0 0,-698 54 15 0 0,685-57 1 0 0,-308 16-25 0 0,-296-19-50 0 0,386 2 65 0 0,-314 14 247 0 0,0-1-422 0 0,-277-48 397 0 0,679 6-214 0 0,-518-40 389 0 0,351 30-326 0 0,103 7 195 0 0,151 16-76 0 0,107 8-167 0 0,-1-2 17 0 0,-82-7-34 0 0,-45-4 74 0 0,106 9-24 0 0,14 4-118 0 0,-109-10 260 0 0,161 12-147 0 0,-1 1 16 0 0,-19-3 1 0 0,19 3-11 0 0,2-1-43 0 0,-15-1 42 0 0,14 2 71 0 0,1-1-67 0 0,-15-1-16 0 0,14 1 81 0 0,0 1-104 0 0,-26-4 133 0 0,-7-1-29 0 0,-40 1 1 0 0,57 0 34 0 0,16 3 149 0 0,1 0-255 0 0,-15-3 9 0 0,14 3 221 0 0,5 0-282 0 0,0 1 0 0 0,0 0 0 0 0,0-1 0 0 0,0 1 0 0 0,0 0 0 0 0,0-1 0 0 0,0 1 0 0 0,0 0 0 0 0,0-1 0 0 0,0 1 0 0 0,0 0 0 0 0,0-1 0 0 0,-1 1 0 0 0,1 0 0 0 0,0 0 0 0 0,0-1 0 0 0,0 1 0 0 0,-1 0 0 0 0,1 0 0 0 0,0-1 0 0 0,0 1 0 0 0,-1 0 0 0 0,1 0 0 0 0,0 0 0 0 0,0-1 1 0 0,-1 1-1 0 0,1 0 0 0 0,0 0 0 0 0,-1 0 0 0 0,1 0 0 0 0,-1-1 5 0 0,0 1 1 0 0,0-1 0 0 0,1 1-1 0 0,-1-1 1 0 0,0 1 0 0 0,1-1-1 0 0,-1 1 1 0 0,0-1-1 0 0,1 0 1 0 0,-1 1 0 0 0,1-1-1 0 0,-1 0 1 0 0,1 1 0 0 0,-1-1-1 0 0,1 0 1 0 0,0 0-1 0 0,-1 0 1 0 0,1 1 0 0 0,0-1-1 0 0,-1-1 1 0 0,-5-18-2 0 0,5 15-37 0 0,0 0-193 0 0,-2-18-16 0 0,2 17-77 0 0,1-1-172 0 0,1-18-1268 0 0,1 0 1 0 0,1 0-1 0 0,1 0 1 0 0,1 0 0 0 0,15-40-1 0 0,-5 26-4133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624 1 2292 0 0,'0'0'8449'0'0,"4"2"-8074"0"0,16 6 283 0 0,-19-6-603 0 0,0-1-1 0 0,0 1 1 0 0,-1 0-1 0 0,1 0 0 0 0,0 0 1 0 0,-1 0-1 0 0,0 0 1 0 0,1-1-1 0 0,-1 5 0 0 0,1-2 192 0 0,0 2-24 0 0,12 127 787 0 0,-15-37-777 0 0,-3 41 115 0 0,-31 178 0 0 0,28-256-221 0 0,-92 620 900 0 0,16-17-650 0 0,45-335-242 0 0,-36 365 17 0 0,68-619-123 0 0,-62 762 215 0 0,26-279-300 0 0,-8 282 67 0 0,17-220 106 0 0,-35 502 0 0 0,50-214 511 0 0,16-543-371 0 0,-9 559 541 0 0,4-460-514 0 0,4 846 224 0 0,25-67 296 0 0,-12-602-118 0 0,-7-376-622 0 0,16 379 16 0 0,-6-480-116 0 0,-2-66 150 0 0,10 73-166 0 0,-20-164 49 0 0,1 1-1 0 0,9 93-25 0 0,-8-78 18 0 0,-1-16-1 0 0,-1-1 1 0 0,0 49 81 0 0,0-47-90 0 0,0 0-28 0 0,-1 17 62 0 0,0-17 1 0 0,1-1 2 0 0,-3 47 190 0 0,3-47-144 0 0,-1 2 22 0 0,-7 127 536 0 0,5-113-550 0 0,3-16-17 0 0,0 1 8 0 0,0 21-7 0 0,0-21-6 0 0,0 1-4 0 0,2 116 546 0 0,4 56 345 0 0,-3-143-895 0 0,-2-31 17 0 0,-1 1 24 0 0,3 18-9 0 0,-3-18-12 0 0,1 0-11 0 0,3 16 7 0 0,-3-17-5 0 0,-1 1-11 0 0,2 15-11 0 0,-1-15 13 0 0,0-2 51 0 0,1 14-106 0 0,-1-14-50 0 0,-1 1-175 0 0,2 9 411 0 0,-6-51-24568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145 224 2280 0 0,'-6'1'1554'0'0,"-77"18"4342"0"0,78-18-4626 0 0,4-1-1231 0 0,-1 0 1 0 0,1 0-1 0 0,-1 0 1 0 0,1 0 0 0 0,-1 0-1 0 0,1 0 1 0 0,0 0-1 0 0,-1 1 1 0 0,1-1-1 0 0,-1 0 1 0 0,1 1 0 0 0,-2 0-1 0 0,0 0 50 0 0,-2 0 685 0 0,-14 6-499 0 0,15-6 1850 0 0,6 0-2108 0 0,0-1-1 0 0,-1 1 0 0 0,1 0 1 0 0,0-1-1 0 0,-1 1 1 0 0,1 0-1 0 0,-1 0 0 0 0,1 0 1 0 0,-1 0-1 0 0,2 2 0 0 0,1-1 64 0 0,3-2 14 0 0,207-17 259 0 0,-165 11-447 0 0,39-1 89 0 0,-83 6-81 0 0,2 1 40 0 0,21-1-31 0 0,-21 1-5 0 0,-1-1 41 0 0,236-16-222 0 0,280-46 146 0 0,-137 13 105 0 0,366-17-116 0 0,-281 53 18 0 0,-180 9 238 0 0,346-9-123 0 0,-259 13-3 0 0,49-2 151 0 0,-27 0-23 0 0,-104 3 110 0 0,44 3-193 0 0,-80 1 28 0 0,65-4 124 0 0,701 5 520 0 0,38 10-452 0 0,-821-11-210 0 0,240 8-80 0 0,-164 0-84 0 0,255 13 172 0 0,732 43-113 0 0,-144-73 13 0 0,-1125 3 66 0 0,72-4 64 0 0,-3 1-81 0 0,-34 1 15 0 0,-20 1-8 0 0,98-3 49 0 0,-142 6-99 0 0,20-2 17 0 0,-21 2-46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337 111 4368 0 0,'0'0'5764'0'0,"-1"4"-5553"0"0,0 0-100 0 0,-1 0-1 0 0,1 0 1 0 0,-1 0 0 0 0,0 0 0 0 0,-1-1-1 0 0,1 1 1 0 0,-1-1 0 0 0,1 1-1 0 0,-1-1 1 0 0,0 0 0 0 0,0 0 0 0 0,0 0-1 0 0,-1-1 1 0 0,-6 5 0 0 0,-2 1 319 0 0,0-1 0 0 0,0-1 0 0 0,-15 5 0 0 0,22-9 63 0 0,-1-1-284 0 0,-14 0-71 0 0,14-1 23 0 0,-16-10 267 0 0,21 9-416 0 0,1-1-1 0 0,-1 1 0 0 0,0 0 1 0 0,1-1-1 0 0,-1 1 0 0 0,0 0 0 0 0,0 0 1 0 0,0-1-1 0 0,0 1 0 0 0,0 0 1 0 0,0 0-1 0 0,-2-1 0 0 0,3 1 2 0 0,-3-2-5 0 0,2-2 44 0 0,-4-13-14 0 0,4 13-44 0 0,2-1 58 0 0,-1-1-22 0 0,1-1 1 0 0,1 1-1 0 0,0 0 0 0 0,0 0 0 0 0,0 0 0 0 0,1 0 0 0 0,-1 0 0 0 0,2 1 0 0 0,-1-1 0 0 0,8-9 0 0 0,-6 10-10 0 0,-1 1-1 0 0,1 0 1 0 0,0 0-1 0 0,1 0 1 0 0,-1 1-1 0 0,1 0 1 0 0,0 0-1 0 0,10-5 1 0 0,-12 7-16 0 0,0 1 0 0 0,1 0 0 0 0,-1 0 1 0 0,1 0-1 0 0,0 0 0 0 0,-1 1 1 0 0,1 0-1 0 0,-1 0 0 0 0,1 0 0 0 0,0 0 1 0 0,-1 1-1 0 0,1-1 0 0 0,-1 1 1 0 0,1 0-1 0 0,-1 1 0 0 0,1-1 1 0 0,6 4-1 0 0,-2 0-5 0 0,1 1 1 0 0,-1 0 0 0 0,0 0-1 0 0,-1 0 1 0 0,1 1 0 0 0,-1 1-1 0 0,-1-1 1 0 0,0 1-1 0 0,0 1 1 0 0,0-1 0 0 0,-1 1-1 0 0,0 0 1 0 0,-1 0 0 0 0,0 1-1 0 0,0 0 1 0 0,-1 0-1 0 0,0 0 1 0 0,-1 0 0 0 0,0 1-1 0 0,-1-1 1 0 0,0 1 0 0 0,1 19-1 0 0,-2-15-4 0 0,-1 0-1 0 0,0 0 1 0 0,-1 0 0 0 0,-1 0-1 0 0,0 0 1 0 0,-1 0 0 0 0,0-1-1 0 0,-1 1 1 0 0,-1-1-1 0 0,0 0 1 0 0,-1 0 0 0 0,-1 0-1 0 0,0-1 1 0 0,-1 0 0 0 0,0-1-1 0 0,-15 18 1 0 0,16-22 4 0 0,0-1-1 0 0,0 0 1 0 0,-1 0 0 0 0,1 0-1 0 0,-1-1 1 0 0,-1 0 0 0 0,1-1 0 0 0,-1 0-1 0 0,-13 5 1 0 0,8-5-135 0 0,0-1 1 0 0,0 0-1 0 0,-1-1 0 0 0,0-1 0 0 0,-27 1 0 0 0,33-4 25 0 0,0-2 0 0 0,0 1 0 0 0,0-1-1 0 0,1-1 1 0 0,0 1 0 0 0,-1-1-1 0 0,1-1 1 0 0,1 0 0 0 0,-1 0-1 0 0,1 0 1 0 0,0-1 0 0 0,-11-11 0 0 0,-20-32-207 0 0,34 41 314 0 0,1 1-1 0 0,0-1 0 0 0,1 0 1 0 0,-1 0-1 0 0,2-1 0 0 0,-1 1 1 0 0,1 0-1 0 0,0-9 0 0 0,0 12 0 0 0,11-13 184 0 0,-7 15-155 0 0,1 1-6 0 0,12-4 54 0 0,-12 4 10 0 0,3 2 28 0 0,8 1-14 0 0,-1 1 1 0 0,0 1-1 0 0,0-1 1 0 0,0 2-1 0 0,18 7 0 0 0,69 35 457 0 0,-65-29-562 0 0,1 0-1 0 0,51 14 1 0 0,-63-24-720 0 0,0-1 0 0 0,29 2 1 0 0,-43-7 62 0 0,0-1 0 0 0,0 0 1 0 0,0 0-1 0 0,-1-1 1 0 0,1 0-1 0 0,0-1 0 0 0,0-1 1 0 0,19-6-1 0 0,-9 0-1799 0 0,-15 7-1743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220 133 3076 0 0,'6'-26'1657'0'0,"-5"21"-250"0"0,-1 0-256 0 0,0 0-810 0 0,0 0 0 0 0,-1 0-1 0 0,0 0 1 0 0,0-1 0 0 0,0 1-1 0 0,0 1 1 0 0,-1-1 0 0 0,0 0-1 0 0,0 0 1 0 0,0 1 0 0 0,-1-1-1 0 0,1 1 1 0 0,-1-1-1 0 0,-4-3 1 0 0,-8-4 40 0 0,11 9 0 0 0,-1 2-1 0 0,-14-2-30 0 0,14 2-29 0 0,-1 2 24 0 0,-1 1-249 0 0,-1 0-1 0 0,1 1 1 0 0,0 0-1 0 0,-1 0 0 0 0,1 0 1 0 0,1 1-1 0 0,-1 0 1 0 0,0 1-1 0 0,1 0 0 0 0,0 0 1 0 0,0 0-1 0 0,1 0 1 0 0,-1 1-1 0 0,1 0 0 0 0,0 0 1 0 0,1 1-1 0 0,0-1 1 0 0,0 1-1 0 0,0 0 0 0 0,-3 8 1 0 0,4-7-69 0 0,0 0-1 0 0,0 0 1 0 0,0 0 0 0 0,1 0 0 0 0,1 0 0 0 0,-1 1-1 0 0,2-1 1 0 0,-1 1 0 0 0,1 15 0 0 0,1-16-42 0 0,1 0 0 0 0,-1 0-1 0 0,1 0 1 0 0,1 0 0 0 0,-1 0 0 0 0,1 0 0 0 0,1-1-1 0 0,-1 0 1 0 0,1 0 0 0 0,1 0 0 0 0,-1 0 0 0 0,1 0-1 0 0,0-1 1 0 0,1 0 0 0 0,0 0 0 0 0,0 0 0 0 0,12 8 0 0 0,23 7-269 0 0,-37-20 226 0 0,1 0 0 0 0,16 4-11 0 0,-15-4 13 0 0,0-2 0 0 0,0 0 78 0 0,0 0 0 0 0,1 0 0 0 0,-1 0 0 0 0,0-1 0 0 0,0 0 0 0 0,0-1 0 0 0,0 1 0 0 0,0-1 0 0 0,-1 0 0 0 0,1 0 0 0 0,-1-1 0 0 0,1 1 0 0 0,-1-1 0 0 0,-1-1 0 0 0,1 1 0 0 0,0-1 0 0 0,-1 1 0 0 0,0-1 0 0 0,0-1 0 0 0,-1 1 0 0 0,4-6 0 0 0,-3 5-20 0 0,-1 1 1 0 0,0 0 0 0 0,0-1-1 0 0,0 0 1 0 0,-1 1-1 0 0,1-1 1 0 0,-1 0-1 0 0,-1 0 1 0 0,1-1 0 0 0,-1 1-1 0 0,0 0 1 0 0,-1 0-1 0 0,0-1 1 0 0,0 1 0 0 0,0 0-1 0 0,0-1 1 0 0,-1 1-1 0 0,0 0 1 0 0,0 0-1 0 0,-1 0 1 0 0,0 0 0 0 0,-3-6-1 0 0,2 2-219 0 0,1 4-15 0 0,-1-1 0 0 0,0 1 0 0 0,0-1 0 0 0,0 1 0 0 0,-1 0 0 0 0,1 0 0 0 0,-2 0 0 0 0,1 1 0 0 0,-1 0 0 0 0,-7-8 0 0 0,6 8-402 0 0,-1 0-1 0 0,0 0 1 0 0,0 0 0 0 0,0 1 0 0 0,0 0 0 0 0,-1 0 0 0 0,0 1 0 0 0,1 0 0 0 0,-1 0 0 0 0,-15-2 0 0 0,-1 2-1854 0 0,18 3-1760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211 97 3728 0 0,'0'0'6198'0'0,"5"1"-6016"0"0,15 6 870 0 0,-22-3-817 0 0,-20 30 776 0 0,20-31-648 0 0,-2 0-209 0 0,-28 13 721 0 0,30-15-823 0 0,1 0-1 0 0,-1 0 1 0 0,1-1-1 0 0,-1 1 0 0 0,0-1 1 0 0,1 1-1 0 0,-1-1 0 0 0,0 0 1 0 0,1 0-1 0 0,-1 1 1 0 0,0-1-1 0 0,1 0 0 0 0,-1-1 1 0 0,0 1-1 0 0,1 0 0 0 0,-1 0 1 0 0,0-1-1 0 0,1 1 1 0 0,-1-1-1 0 0,1 1 0 0 0,-1-1 1 0 0,0 0-1 0 0,-1-1 141 0 0,1 0-165 0 0,-1-1-1 0 0,1 0 1 0 0,0 0-1 0 0,0 0 1 0 0,0 0-1 0 0,1 0 1 0 0,-1 0 0 0 0,1 0-1 0 0,0 0 1 0 0,-1-1-1 0 0,0-6 1 0 0,1 6 35 0 0,2-1 12 0 0,1-16-10 0 0,-1 16-10 0 0,0 0 12 0 0,6-15-9 0 0,-5 15-11 0 0,2 1-15 0 0,10-14-3 0 0,-11 14 2 0 0,-1 3-26 0 0,0 0-1 0 0,-1 0 1 0 0,1 0 0 0 0,0 0 0 0 0,-1 0 0 0 0,1-1 0 0 0,-1 1-1 0 0,0 0 1 0 0,1-1 0 0 0,1-2 0 0 0,1 0 5 0 0,1 3 13 0 0,15-6-13 0 0,-15 6 3 0 0,0 1-13 0 0,0 0 0 0 0,1 1 1 0 0,-1 0-1 0 0,0 0 0 0 0,0 0 0 0 0,0 0 0 0 0,0 1 1 0 0,0 0-1 0 0,0 0 0 0 0,0 0 0 0 0,-1 1 0 0 0,1 0 1 0 0,-1 0-1 0 0,1 0 0 0 0,5 5 0 0 0,-2 2 2 0 0,-1 0 0 0 0,0 0 0 0 0,0 1 0 0 0,-1 0 1 0 0,0 0-1 0 0,-1 0 0 0 0,0 1 0 0 0,-1-1 0 0 0,0 1 0 0 0,-1 0 0 0 0,-1 1 0 0 0,3 18 0 0 0,-6-16-59 0 0,0 0 0 0 0,-1 0 0 0 0,0 0-1 0 0,-1 0 1 0 0,-1-1 0 0 0,0 1 0 0 0,-1-1 0 0 0,-1 0-1 0 0,-8 15 1 0 0,9-19 15 0 0,0 0 1 0 0,-1-1 1 0 0,0 0 0 0 0,-9 11-1 0 0,6-9 5 0 0,0-1 0 0 0,0 0 0 0 0,-1 0 0 0 0,0-1-1 0 0,-1-1 1 0 0,0 0 0 0 0,0 0 0 0 0,-1-1-1 0 0,0 0 1 0 0,-25 10 0 0 0,32-16 7 0 0,-1 0-10 0 0,-19 2-27 0 0,19-2-33 0 0,0-2-47 0 0,3 1 189 0 0,0 0-110 0 0,0-1 0 0 0,0 1 0 0 0,0-1 1 0 0,0 1-1 0 0,0-1 0 0 0,0 0 0 0 0,0 0 0 0 0,1 0 0 0 0,-1-1 1 0 0,0 1-1 0 0,1-1 0 0 0,-1 1 0 0 0,1-1 0 0 0,-1 0 1 0 0,1 0-1 0 0,0 0 0 0 0,-3-3 0 0 0,-15-29-502 0 0,18 30 394 0 0,1-1 8 0 0,-4-16 23 0 0,4 16 29 0 0,1 0 11 0 0,1-5 19 0 0,1 0 1 0 0,0 0-1 0 0,0 1 0 0 0,1-1 1 0 0,4-12-1 0 0,-5 18 51 0 0,2 2-11 0 0,1-1 57 0 0,1 0-1 0 0,-1 1 1 0 0,1 0-1 0 0,-1 0 1 0 0,10-1-1 0 0,-10 2 22 0 0,0 2 4 0 0,7 1 15 0 0,1 1 0 0 0,-1 0 0 0 0,0 1 1 0 0,0 0-1 0 0,-1 1 0 0 0,1 0 0 0 0,-1 1 0 0 0,14 9 0 0 0,141 82-136 0 0,-162-95-155 0 0,18 4-376 0 0,-16-4 481 0 0,-1 0-332 0 0,1-1-116 0 0,17 1-153 0 0,-17-2-127 0 0,0 0-127 0 0,17-4-117 0 0,-17 3-24 0 0,-1-1-739 0 0,21-9-1318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76 1 2060 0 0,'0'0'7259'0'0,"-5"1"-6838"0"0,-23 4 358 0 0,25-1-445 0 0,-7 12-33 0 0,7-13-34 0 0,1 2-22 0 0,-7 15-7 0 0,6-15-44 0 0,2 0-35 0 0,-6 14 2 0 0,5-14-30 0 0,1 0-24 0 0,0 1-30 0 0,1 1-1 0 0,0 0 1 0 0,0-1-1 0 0,1 1 1 0 0,0 6-1 0 0,1-8-56 0 0,-2-5-18 0 0,0 0-1 0 0,1 0 0 0 0,-1 0 0 0 0,1 0 1 0 0,-1 0-1 0 0,1 0 0 0 0,-1 0 1 0 0,0 0-1 0 0,1 1 0 0 0,-1-1 0 0 0,0 0 1 0 0,1 0-1 0 0,-1 0 0 0 0,1 1 1 0 0,-1-1-1 0 0,0 0 0 0 0,0 0 1 0 0,1 1-1 0 0,-1-1 0 0 0,0 0 0 0 0,1 1 1 0 0,-1-1-1 0 0,0 0 0 0 0,0 1 1 0 0,1-1-1 0 0,-1 1 0 0 0,14 11 76 0 0,4-4-47 0 0,-14-6 2 0 0,2-1 16 0 0,16 3 18 0 0,-17-3 9 0 0,0 0 10 0 0,42 10 195 0 0,-43-10-206 0 0,1 1 0 0 0,57 29 355 0 0,-59-29-332 0 0,1 1-25 0 0,-1 0-95 0 0,1 1 75 0 0,0-1-1 0 0,0 1 0 0 0,0 0 1 0 0,-1-1-1 0 0,1 2 0 0 0,-1-1 1 0 0,0 0-1 0 0,-1 1 0 0 0,1-1 0 0 0,-1 1 1 0 0,1 0-1 0 0,0 5 0 0 0,0 8 19 0 0,-3-14 15 0 0,-1 1 0 0 0,0-1-58 0 0,0 1-1 0 0,-1 0 1 0 0,1-1-1 0 0,-1 1 1 0 0,0-1-1 0 0,-1 1 1 0 0,1-1-1 0 0,-1 0 1 0 0,0 0-1 0 0,0 0 1 0 0,0 0-1 0 0,0-1 1 0 0,-5 5-1 0 0,0-2-14 0 0,-1 1 0 0 0,0-1 1 0 0,0-1-1 0 0,0 1 0 0 0,-13 4 0 0 0,18-8-94 0 0,-9 2-88 0 0,13-4 91 0 0,-1 1 1 0 0,0-1 0 0 0,0 1 0 0 0,0-1 0 0 0,1 1-1 0 0,-1-1 1 0 0,0 0 0 0 0,0 1 0 0 0,0-1 0 0 0,0 0-1 0 0,0 0 1 0 0,0 0 0 0 0,0 0 0 0 0,0 0 0 0 0,0 0 0 0 0,1 0-1 0 0,-1 0 1 0 0,0 0 0 0 0,0 0 0 0 0,-2-1 0 0 0,-15-1-566 0 0,13 2-64 0 0,5-1-136 0 0,0 0 811 0 0,0 1 0 0 0,0 0 1 0 0,0-1-1 0 0,0 1 0 0 0,0 0 0 0 0,0-1 0 0 0,0 1 0 0 0,0 0 0 0 0,-1-1 0 0 0,1 1 1 0 0,0 0-1 0 0,0-1 0 0 0,0 1 0 0 0,0 0 0 0 0,-1 0 0 0 0,1-1 0 0 0,0 1 1 0 0,0 0-1 0 0,-1 0 0 0 0,1-1 0 0 0,0 1 0 0 0,0 0 0 0 0,-1 0 0 0 0,1 0 0 0 0,0-1 1 0 0,-1 1-1 0 0,1 0 0 0 0,0 0 0 0 0,-1 0 0 0 0,0 0-94 0 0,0-1-1 0 0,1 1 1 0 0,-1-1-1 0 0,0 1 1 0 0,1 0-1 0 0,-1-1 1 0 0,0 1-1 0 0,1-1 1 0 0,-1 0 0 0 0,0 1-1 0 0,1-1 1 0 0,-1 1-1 0 0,1-1 1 0 0,-1 0-1 0 0,1 0 1 0 0,0 1-1 0 0,-1-1 1 0 0,1 0-1 0 0,0 0 1 0 0,-1 1 0 0 0,1-1-1 0 0,0 0 1 0 0,0 0-1 0 0,0-1 1 0 0,-2-4-334 0 0,-2-16-2780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2 181 1680 0 0,'0'0'4100'0'0,"-1"-5"-3431"0"0,1 2-278 0 0,0 0 0 0 0,0-1 0 0 0,0 1 0 0 0,0 0 0 0 0,1 0 0 0 0,-1 0-1 0 0,1-1 1 0 0,0 1 0 0 0,0 0 0 0 0,3-6 0 0 0,-2 6 26 0 0,-2 2-371 0 0,1 0 0 0 0,0 0 0 0 0,0 0 0 0 0,-1 0-1 0 0,1 0 1 0 0,0 0 0 0 0,0 0 0 0 0,0 1-1 0 0,0-1 1 0 0,0 0 0 0 0,0 1 0 0 0,0-1 0 0 0,0 1-1 0 0,3-2 1 0 0,4-2 415 0 0,47-23 663 0 0,2 3 0 0 0,72-22 0 0 0,-120 44-1109 0 0,-4 0-199 0 0,3-1-690 0 0,1 0 0 0 0,0 1 0 0 0,0 0 1 0 0,12-1-1 0 0,-16 3-1024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117 1 4104 0 0,'0'0'7156'0'0,"-3"4"-6600"0"0,-3 8-109 0 0,0 1 0 0 0,0 0-1 0 0,1 0 1 0 0,1 0-1 0 0,0 1 1 0 0,1 0-1 0 0,-3 23 1 0 0,-1 4 55 0 0,-13 68 713 0 0,-23 109-188 0 0,40-195-1564 0 0,2-19 96 0 0,27-22-16674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105 126 4560 0 0,'0'0'4526'0'0,"-4"-2"-3692"0"0,-8-7-144 0 0,8 7 818 0 0,3-2-1107 0 0,-3-12-32 0 0,2 12 263 0 0,5-1-363 0 0,6-14-12 0 0,-7 15-30 0 0,3 0-13 0 0,7-5-32 0 0,1 0 0 0 0,0 1 0 0 0,1 1-1 0 0,25-11 1 0 0,-35 17-154 0 0,9-1 46 0 0,-10 2-66 0 0,-1-1-1 0 0,1 0 0 0 0,0 1 0 0 0,0 0 0 0 0,-1 0 0 0 0,1 0 0 0 0,0 0 0 0 0,0 0 1 0 0,0 0-1 0 0,-1 1 0 0 0,1-1 0 0 0,0 1 0 0 0,0 0 0 0 0,-1 0 0 0 0,1 0 1 0 0,-1 0-1 0 0,4 2 0 0 0,25 27 97 0 0,-29-27-70 0 0,-1 2-12 0 0,1 5-7 0 0,-1-6-12 0 0,0 0-1 0 0,0 1 1 0 0,0-1-1 0 0,-1 1 1 0 0,0-1-1 0 0,0 7 1 0 0,-1 0 5 0 0,-1-1 0 0 0,-1 0 0 0 0,1 0 0 0 0,-2 0 0 0 0,-5 12-1 0 0,-33 52 77 0 0,40-70-29 0 0,2-4-49 0 0,0 1-1 0 0,0-1 0 0 0,0 1 1 0 0,-1-1-1 0 0,1 1 0 0 0,0-1 1 0 0,0 1-1 0 0,0 0 0 0 0,-1-1 1 0 0,1 0-1 0 0,0 1 1 0 0,-1-1-1 0 0,1 1 0 0 0,0-1 1 0 0,-1 1-1 0 0,1-1 0 0 0,-1 0 1 0 0,1 1-1 0 0,0-1 0 0 0,-1 0 1 0 0,1 1-1 0 0,-1-1 1 0 0,1 0-1 0 0,-1 1 0 0 0,1-1 1 0 0,-2 0-1 0 0,2 0-3 0 0,-1 0 0 0 0,1 1 0 0 0,-1-1 0 0 0,1 0 0 0 0,-1 0 0 0 0,1 1 0 0 0,-1-1 0 0 0,1 0 0 0 0,-1 1 0 0 0,1-1 0 0 0,0 0 1 0 0,-1 1-1 0 0,1-1 0 0 0,-1 1 0 0 0,1-1 0 0 0,0 1 0 0 0,-1-1 0 0 0,1 1 0 0 0,0-1 0 0 0,0 1 0 0 0,0-1 0 0 0,-1 1 0 0 0,1-1 0 0 0,0 1 0 0 0,0-1 0 0 0,0 2 0 0 0,-12 12 187 0 0,27-23-189 0 0,-11 7 13 0 0,1 1-15 0 0,14-2-4 0 0,-14 2-8 0 0,1 0-3 0 0,17-1-1 0 0,-17 2 12 0 0,0 1 11 0 0,43 12 14 0 0,-44-11-9 0 0,-1 1 9 0 0,12 8 3 0 0,-12-9 6 0 0,-4-1-28 0 0,0-1 1 0 0,0 0 0 0 0,0 1 0 0 0,0-1 0 0 0,0 1 0 0 0,0-1 0 0 0,0 0 0 0 0,0 1 0 0 0,1-1 0 0 0,-1 0 0 0 0,0 1 0 0 0,0-1 0 0 0,0 0 0 0 0,0 1 0 0 0,0-1 0 0 0,1 0 0 0 0,-1 1 0 0 0,0-1 0 0 0,0 0 0 0 0,1 0 0 0 0,-1 1 0 0 0,0-1 0 0 0,1 0 0 0 0,-1 0 0 0 0,0 1 0 0 0,0-1 0 0 0,1 0 0 0 0,0 0 2 0 0,-1 1 1 0 0,1-1-1 0 0,-1 0 0 0 0,1 1 1 0 0,-1-1-1 0 0,1 0 1 0 0,-1 1-1 0 0,0-1 0 0 0,1 1 1 0 0,-1-1-1 0 0,0 1 0 0 0,1-1 1 0 0,-1 1-1 0 0,0-1 1 0 0,1 1-1 0 0,-1-1 0 0 0,0 1 1 0 0,0-1-1 0 0,0 1 0 0 0,0-1 1 0 0,0 1-1 0 0,1 0 1 0 0,-1-1-1 0 0,0 1 0 0 0,0-1 1 0 0,0 1-1 0 0,0-1 0 0 0,-1 1 1 0 0,1-1-1 0 0,0 2 1 0 0,0 1 5 0 0,0 0 1 0 0,-1 0-1 0 0,1 0 1 0 0,-1 0-1 0 0,1 0 1 0 0,-1 0-1 0 0,0 0 1 0 0,0 0 0 0 0,0 0-1 0 0,-1 0 1 0 0,1-1-1 0 0,-1 1 1 0 0,0 0-1 0 0,1-1 1 0 0,-1 1-1 0 0,0-1 1 0 0,-5 4 0 0 0,-10 7 40 0 0,-2 0 0 0 0,1-1 0 0 0,-2-1 0 0 0,1-1 0 0 0,-1-1 0 0 0,-1-1 0 0 0,-40 11 0 0 0,27-13-91 0 0,28-6-118 0 0,-30 0-139 0 0,29 0 50 0 0,1-1-110 0 0,-17-3-107 0 0,17 3-105 0 0,1-1-102 0 0,-12-4-91 0 0,13 4-68 0 0,3 2 788 0 0,1-1 1 0 0,0 1-1 0 0,0 0 0 0 0,0-1 1 0 0,0 1-1 0 0,0 0 0 0 0,0-1 1 0 0,0 1-1 0 0,-1 0 0 0 0,1-1 0 0 0,0 1 1 0 0,0 0-1 0 0,0 0 0 0 0,-1-1 1 0 0,1 1-1 0 0,0 0 0 0 0,0 0 0 0 0,-1-1 1 0 0,1 1-1 0 0,0 0 0 0 0,0 0 1 0 0,-1 0-1 0 0,1 0 0 0 0,0-1 0 0 0,-1 1 1 0 0,1 0-1 0 0,0 0 0 0 0,-1 0 1 0 0,-7-6-741 0 0,8-3-3262 0 0,5-13 1593 0 0,-4 17-1737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1 3948 0 0,'0'0'7684'0'0,"1"4"-7241"0"0,0-1-277 0 0,-1 0-1 0 0,0 0 1 0 0,1 1-1 0 0,-1-1 1 0 0,0 0-1 0 0,-1 0 1 0 0,1 1-1 0 0,0-1 1 0 0,-1 0-1 0 0,0 0 1 0 0,-1 4-1 0 0,0-3 482 0 0,-1 25 38 0 0,3-23-474 0 0,4 16 41 0 0,-3-18-132 0 0,2 1-51 0 0,7 9-18 0 0,1 0 0 0 0,0 0 0 0 0,1-2 0 0 0,1 1 0 0 0,24 18 0 0 0,24 23-26 0 0,-58-51 127 0 0,-1 1-52 0 0,10 13-26 0 0,-9-13-2 0 0,-2 0 2 0 0,1 1-25 0 0,-1 0-1 0 0,-1 0 0 0 0,1-1 1 0 0,-1 1-1 0 0,0 0 0 0 0,0 0 1 0 0,-1 6-1 0 0,1-6 22 0 0,-3-2-21 0 0,-5 12-7 0 0,6-12-10 0 0,-1 0-10 0 0,-2 1 11 0 0,2 0-198 0 0,0-1 0 0 0,0-1 0 0 0,-1 1-1 0 0,1 0 1 0 0,-1-1 0 0 0,0 0 0 0 0,0 1 0 0 0,1-2 0 0 0,-1 1 0 0 0,-1 0 0 0 0,1-1-1 0 0,0 0 1 0 0,0 0 0 0 0,-9 1 0 0 0,-8-2-583 0 0,16 0-43 0 0,0-1-46 0 0,-1-2-27 0 0,0-1-1 0 0,0 1 1 0 0,0-1 0 0 0,0 0 0 0 0,1-1-1 0 0,-1 1 1 0 0,1-1 0 0 0,-8-9 0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1 204 2732 0 0,'14'-39'7819'0'0,"-11"30"-8074"0"0,-1 4 915 0 0,2 2-66 0 0,10-9-100 0 0,1 1 0 0 0,0 1-1 0 0,0 0 1 0 0,1 1-1 0 0,0 1 1 0 0,26-9 0 0 0,113-32 18 0 0,-109 36-1296 0 0,-42 11 155 0 0,-3 2 599 0 0,0 1 0 0 0,-1-1 0 0 0,1 0 0 0 0,0 0 1 0 0,0 0-1 0 0,-1 0 0 0 0,1 0 0 0 0,0 0 0 0 0,0 0 0 0 0,-1 0 1 0 0,1 0-1 0 0,0 0 0 0 0,0 0 0 0 0,-1-1 0 0 0,1 1 1 0 0,0 0-1 0 0,-1 0 0 0 0,1-1 0 0 0,0 1 0 0 0,0-1 0 0 0,6-2-1592 0 0,0 2-4411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30 4356 0 0,'0'0'4627'0'0,"0"-5"-3510"0"0,-2-15-185 0 0,2 15 2575 0 0,1 10-2994 0 0,5 36 202 0 0,-2 1-1 0 0,-2 0 1 0 0,-4 50-1 0 0,-5-21-525 0 0,-9 76-193 0 0,16-142-157 0 0,-1 1-127 0 0,1 46-2384 0 0,1-48 1691 0 0,4 0-3645 0 0,4 2 4121 0 0,-2-4-3197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0 113 3144 0 0,'0'0'8208'0'0,"2"-4"-7544"0"0,3-15-34 0 0,-3 15-33 0 0,3 2-32 0 0,212-47 3038 0 0,-59 16-4961 0 0,-154 32 590 0 0,-18 25-14477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119 3 3692 0 0,'0'0'6418'0'0,"-4"-1"-5980"0"0,2 1-349 0 0,1-1 0 0 0,-1 1 0 0 0,0 0 0 0 0,1 0 0 0 0,-1-1 0 0 0,0 1 0 0 0,1 0 0 0 0,-1 0 0 0 0,0 1 0 0 0,1-1 0 0 0,-1 0 0 0 0,0 1 0 0 0,1-1 0 0 0,-1 1 0 0 0,0-1 0 0 0,1 1 0 0 0,-1 0 0 0 0,1-1 0 0 0,-3 3 0 0 0,1-1 256 0 0,0 1-25 0 0,-5 10-23 0 0,0 0 0 0 0,0 1 0 0 0,1-1 0 0 0,1 1 0 0 0,0 1 0 0 0,1-1 0 0 0,1 1 0 0 0,-5 23-1 0 0,9-33-171 0 0,-1 1-24 0 0,0 84 245 0 0,1-85-306 0 0,0-4-40 0 0,0-1-1 0 0,1 0 0 0 0,-1 0 0 0 0,0 0 0 0 0,0 0 0 0 0,1 0 0 0 0,-1 0 0 0 0,0 0 0 0 0,0 1 0 0 0,1-1 0 0 0,-1 0 1 0 0,0 0-1 0 0,0 0 0 0 0,0 1 0 0 0,1-1 0 0 0,-1 0 0 0 0,0 0 0 0 0,0 1 0 0 0,0-1 0 0 0,0 0 0 0 0,0 0 0 0 0,1 1 0 0 0,-1-1 1 0 0,0 0-1 0 0,0 0 0 0 0,0 1 0 0 0,0-1 0 0 0,0 0 0 0 0,0 0 0 0 0,0 1 0 0 0,0 0 0 0 0,0-1 7 0 0,0 0-1 0 0,0 1 1 0 0,0-1 0 0 0,0 1-1 0 0,0-1 1 0 0,0 1-1 0 0,0-1 1 0 0,1 0-1 0 0,-1 1 1 0 0,0-1-1 0 0,0 1 1 0 0,0-1 0 0 0,1 0-1 0 0,-1 1 1 0 0,0-1-1 0 0,0 1 1 0 0,1-1-1 0 0,-1 0 1 0 0,0 1 0 0 0,1-1-1 0 0,-1 0 1 0 0,0 0-1 0 0,1 1 1 0 0,-1-1-1 0 0,1 0 1 0 0,-1 0 0 0 0,0 0-1 0 0,1 1 1 0 0,-1-1-1 0 0,1 0 1 0 0,-1 0-1 0 0,0 0 1 0 0,1 0-1 0 0,-1 0 1 0 0,1 0 0 0 0,-1 0-1 0 0,1 0 1 0 0,-1 0-1 0 0,1 0 1 0 0,20-2 51 0 0,-16 1-21 0 0,0-1 10 0 0,57-32 282 0 0,-35 18-188 0 0,1 1 1 0 0,1 1 0 0 0,55-18-1 0 0,-79 31-144 0 0,1 1 50 0 0,-2 0-39 0 0,5 0 40 0 0,0 0 1 0 0,-1 0 0 0 0,16 4 0 0 0,-21-3-35 0 0,1 0 0 0 0,0 0 0 0 0,-1 0-1 0 0,1 1 1 0 0,-1-1 0 0 0,0 1 0 0 0,0 0 0 0 0,1 0 0 0 0,-1 0 0 0 0,0 0-1 0 0,-1 1 1 0 0,1-1 0 0 0,0 1 0 0 0,-1 0 0 0 0,3 3 0 0 0,10 16 139 0 0,-2 10-137 0 0,-14-22-11 0 0,1-4 1 0 0,0-2 3 0 0,-1 0 0 0 0,1 0 0 0 0,0 0-1 0 0,-1 0 1 0 0,0 0 0 0 0,0 0 0 0 0,0 0 0 0 0,-1 0 0 0 0,1 0 0 0 0,-1-1 0 0 0,0 1 0 0 0,0-1 0 0 0,-3 5 0 0 0,3-5-15 0 0,-1 2-1 0 0,0 0-1 0 0,0-1 1 0 0,0 1 0 0 0,-1-1-1 0 0,1 0 1 0 0,-1 0-1 0 0,0 0 1 0 0,-7 5 0 0 0,-2 2-23 0 0,-6 3-141 0 0,-1 1 0 0 0,-1-2 0 0 0,0-1 0 0 0,0-1 0 0 0,-1 0 0 0 0,-1-2 0 0 0,0-1 0 0 0,0 0 0 0 0,-38 6 0 0 0,56-13-359 0 0,-2-1-117 0 0,-45-8-1635 0 0,48 6 1472 0 0,-1 0-70 0 0,-3-4 722 0 0,-17-17-6258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180 77 4900 0 0,'3'-4'1935'0'0,"7"-16"1579"0"0,0-2 2225 0 0,-15 22-5435 0 0,-16-3-30 0 0,18 4-210 0 0,0 0 1 0 0,-1 0-1 0 0,1 0 1 0 0,0 0 0 0 0,0 0-1 0 0,1 0 1 0 0,-1 1 0 0 0,0 0-1 0 0,0-1 1 0 0,1 1-1 0 0,-1 0 1 0 0,1 0 0 0 0,-5 5-1 0 0,-6 4 56 0 0,1 1-1 0 0,0 1 0 0 0,1 0 1 0 0,0 0-1 0 0,1 1 0 0 0,0 1 1 0 0,1-1-1 0 0,1 2 0 0 0,-10 23 1 0 0,14-29-100 0 0,1-1-1 0 0,0 1 1 0 0,0-1 0 0 0,0 14 0 0 0,1-16-15 0 0,1-2-41 0 0,2 2-23 0 0,0-4 55 0 0,-1 0-38 0 0,0 0 0 0 0,0 1 1 0 0,1-1-1 0 0,-1 1 1 0 0,1-1-1 0 0,0 0 0 0 0,0 1 1 0 0,0-1-1 0 0,0 0 0 0 0,1 0 1 0 0,-1 0-1 0 0,1 0 1 0 0,0 0-1 0 0,0 0 0 0 0,0 0 1 0 0,0-1-1 0 0,0 1 0 0 0,1-1 1 0 0,-1 1-1 0 0,1-1 1 0 0,0 0-1 0 0,0 0 0 0 0,-1 0 1 0 0,1 0-1 0 0,0-1 0 0 0,1 1 1 0 0,-1-1-1 0 0,6 2 1 0 0,-1-2-62 0 0,0 0 0 0 0,0-1 1 0 0,0 1-1 0 0,0-2 0 0 0,0 1 0 0 0,1-1 1 0 0,-1 0-1 0 0,0-1 0 0 0,0 0 1 0 0,-1 0-1 0 0,15-7 0 0 0,-10 4 164 0 0,-1-1 0 0 0,0-1 0 0 0,0 0 0 0 0,-1 0 0 0 0,0-1 0 0 0,14-14 0 0 0,-20 18-1 0 0,0-1 0 0 0,-1 0 0 0 0,0 0 1 0 0,0 0-1 0 0,0 0 0 0 0,0-1 0 0 0,-1 1 0 0 0,0-1 0 0 0,0 1 0 0 0,0-1 0 0 0,-1 0 0 0 0,0 0 0 0 0,0 1 1 0 0,0-12-1 0 0,-2 5-273 0 0,-1 0 0 0 0,0 0 0 0 0,-1 0 0 0 0,0 1 0 0 0,-1-1 0 0 0,0 1 0 0 0,-1 0 0 0 0,0 0 0 0 0,-1 0 0 0 0,0 1 0 0 0,-1-1 0 0 0,-12-13 0 0 0,15 20-256 0 0,0 0-1 0 0,0 0 1 0 0,-1 1-1 0 0,1-1 0 0 0,-1 1 1 0 0,0 0-1 0 0,1 1 1 0 0,-1-1-1 0 0,-1 1 0 0 0,1 0 1 0 0,-6-1-1 0 0,7 1 144 0 0,-11-1-2951 0 0,-29-1-2334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28 106 3140 0 0,'0'0'1704'0'0,"-4"-1"-940"0"0,-20-2 4963 0 0,26 6-5462 0 0,1-1-214 0 0,-1 0-1 0 0,1 0 1 0 0,-1 0 0 0 0,1 0-1 0 0,0-1 1 0 0,0 1-1 0 0,0-1 1 0 0,-1 0-1 0 0,1 0 1 0 0,0 0-1 0 0,1 0 1 0 0,-1-1-1 0 0,0 1 1 0 0,0-1-1 0 0,0 0 1 0 0,0 1 0 0 0,0-1-1 0 0,6-1 1 0 0,71-7 240 0 0,-62 5-220 0 0,7 0 79 0 0,-1-2 0 0 0,0 0 1 0 0,0-2-1 0 0,41-16 0 0 0,-61 21 1 0 0,-3 2-125 0 0,1-1 0 0 0,0 0 0 0 0,0 1 0 0 0,-1-1 0 0 0,1 0 0 0 0,0 0 0 0 0,-1 1 0 0 0,1-1 0 0 0,-1-1 0 0 0,1 1 0 0 0,-1 0 0 0 0,2-2 0 0 0,-1 1 0 0 0,-1 1 0 0 0,0 0 0 0 0,1 0 0 0 0,-1 0 0 0 0,1 0 0 0 0,-1 0 0 0 0,1 0 0 0 0,-1 0 1 0 0,1 0-1 0 0,0 1 0 0 0,0-1 0 0 0,2 0 0 0 0,-3 0-2 0 0,0 0-1 0 0,0 0 1 0 0,0 0 0 0 0,0 0-1 0 0,-1 0 1 0 0,1 0 0 0 0,0-1-1 0 0,-1 1 1 0 0,1 0 0 0 0,-1 0-1 0 0,1-1 1 0 0,-1 1 0 0 0,0 0-1 0 0,1 0 1 0 0,-1-1 0 0 0,0 1-1 0 0,0-2 1 0 0,-8-12-2 0 0,6 12 205 0 0,-18 6-184 0 0,15-3-30 0 0,0 0 190 0 0,5 0-198 0 0,0 1-1 0 0,0-1 1 0 0,0 1-1 0 0,0-1 1 0 0,0 0 0 0 0,0 1-1 0 0,0-1 1 0 0,0 0-1 0 0,0 1 1 0 0,0-1-1 0 0,0 0 1 0 0,-1 1 0 0 0,1-1-1 0 0,0 0 1 0 0,0 1-1 0 0,0-1 1 0 0,-1 0-1 0 0,1 0 1 0 0,0 1 0 0 0,0-1-1 0 0,-1 0 1 0 0,1 0-1 0 0,0 0 1 0 0,-1 1-1 0 0,1-1 1 0 0,0 0 0 0 0,0 0-1 0 0,-1 1 1 0 0,0-1 17 0 0,0 0 1 0 0,0 1-1 0 0,1-1 1 0 0,-1 1-1 0 0,0-1 1 0 0,1 1-1 0 0,-1-1 1 0 0,0 1-1 0 0,1 0 1 0 0,-1-1-1 0 0,1 1 1 0 0,-1 0-1 0 0,1-1 1 0 0,-1 1-1 0 0,1 0 1 0 0,0-1-1 0 0,-1 1 1 0 0,1 0-1 0 0,0 1 1 0 0,-5 13 316 0 0,4-11-179 0 0,0 3-68 0 0,-21 225 318 0 0,15-174-1278 0 0,-3 0 0 0 0,-24 78 0 0 0,33-131-209 0 0,-1 0 0 0 0,0-1 0 0 0,0 1 1 0 0,0-1-1 0 0,-1 1 0 0 0,1-1 0 0 0,-6 7 0 0 0,7-10 883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4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12 136 3776 0 0,'0'0'1472'0'0,"-3"-2"-239"0"0,2 1-1065 0 0,1 1 1 0 0,-1-1 0 0 0,0 0-1 0 0,1 1 1 0 0,-1-1 0 0 0,0 1-1 0 0,1-1 1 0 0,-1 0 0 0 0,1 0-1 0 0,0 1 1 0 0,-1-1 0 0 0,1 0-1 0 0,-1 0 1 0 0,1 1 0 0 0,0-1-1 0 0,0 0 1 0 0,-1 0 0 0 0,1-1-1 0 0,1 1-114 0 0,-1 0-1 0 0,0 0 1 0 0,1 0-1 0 0,0 0 1 0 0,-1 0-1 0 0,1 1 1 0 0,-1-1-1 0 0,1 0 1 0 0,0 0-1 0 0,0 1 1 0 0,-1-1-1 0 0,1 0 1 0 0,0 1-1 0 0,0-1 1 0 0,0 1-1 0 0,0-1 1 0 0,0 1-1 0 0,0-1 1 0 0,0 1-1 0 0,0 0 1 0 0,0-1-1 0 0,0 1 1 0 0,0 0-1 0 0,0 0 1 0 0,1 0-1 0 0,267-51 269 0 0,-19 5-7741 0 0,-221 39 3480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72 0 3072 0 0,'0'0'4680'0'0,"-5"2"-4238"0"0,-15 4 2 0 0,15-4-20 0 0,2 2 8 0 0,-7 14 594 0 0,-15 35-1 0 0,23-48-744 0 0,2 1-2 0 0,-1 17-18 0 0,0-18-15 0 0,3 1-10 0 0,0-1-174 0 0,0 0 0 0 0,0 0 0 0 0,0 0-1 0 0,1 0 1 0 0,0 0 0 0 0,0-1 0 0 0,0 1 0 0 0,0-1 0 0 0,1 1 0 0 0,-1-1 0 0 0,1 0 0 0 0,8 6 0 0 0,113 52 423 0 0,-121-60-428 0 0,0 1-9 0 0,15 6 4 0 0,-14-6-10 0 0,-2-1-3 0 0,8 7-8 0 0,-8-7 17 0 0,-2 2-10 0 0,4 11 14 0 0,-4-11-4 0 0,-3-1-20 0 0,-5 10-22 0 0,6-9 0 0 0,-4-1-2 0 0,-3 4-125 0 0,-1-1-1 0 0,0 0 0 0 0,0-1 1 0 0,0 1-1 0 0,-1-2 1 0 0,-19 7-1 0 0,-23 0-1858 0 0,47-10 938 0 0,-2-2-381 0 0,-1 1 880 0 0,-5-2-91 0 0,-3-3-2672 0 0,-3-2-1512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0 178 3816 0 0,'5'-3'1357'0'0,"34"-21"1264"0"0,67-28 1 0 0,72-10-2205 0 0,-57 30-4352 0 0,-100 27 1404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98 5 3376 0 0,'0'0'5657'0'0,"-4"0"-5137"0"0,-15-4-57 0 0,14 3-127 0 0,2 4 47 0 0,-34 21 901 0 0,34-21-1040 0 0,1-2-158 0 0,0 0 0 0 0,1 1 0 0 0,-1-1 0 0 0,0 1 0 0 0,1-1-1 0 0,0 1 1 0 0,-1-1 0 0 0,1 1 0 0 0,0 0 0 0 0,0 0 0 0 0,0 0 0 0 0,0 0 0 0 0,0-1 0 0 0,0 1 0 0 0,0 0-1 0 0,0 3 1 0 0,-3 5 438 0 0,5-6-310 0 0,0 0-162 0 0,0-1 1 0 0,0 0-1 0 0,1 1 0 0 0,-1-1 1 0 0,1 0-1 0 0,0 0 1 0 0,0 0-1 0 0,0 0 0 0 0,0-1 1 0 0,1 1-1 0 0,-1 0 1 0 0,5 2-1 0 0,0 1 34 0 0,1-1-1 0 0,-1 0 1 0 0,1-1 0 0 0,14 6-1 0 0,168 67 90 0 0,-151-53-133 0 0,-30-17-26 0 0,-6-5 2 0 0,-3-1-16 0 0,0-1-1 0 0,1 1 0 0 0,-1-1 0 0 0,0 1 0 0 0,0-1 0 0 0,0 1 1 0 0,0-1-1 0 0,0 0 0 0 0,0 1 0 0 0,1-1 0 0 0,-1 1 0 0 0,0-1 0 0 0,0 0 1 0 0,1 1-1 0 0,-1-1 0 0 0,0 1 0 0 0,0-1 0 0 0,1 0 0 0 0,-1 1 1 0 0,0-1-1 0 0,1 0 0 0 0,-1 0 0 0 0,1 1 0 0 0,-1-1 0 0 0,0 0 1 0 0,2 1-1 0 0,-2-1 8 0 0,1 0 1 0 0,-1 0 0 0 0,1 1 0 0 0,-1-1 0 0 0,1 0-1 0 0,-1 1 1 0 0,1-1 0 0 0,-1 1 0 0 0,1-1-1 0 0,-1 1 1 0 0,0-1 0 0 0,1 1 0 0 0,-1-1-1 0 0,0 1 1 0 0,1-1 0 0 0,-1 1 0 0 0,0-1 0 0 0,0 1-1 0 0,1-1 1 0 0,-1 1 0 0 0,0 0 0 0 0,0-1-1 0 0,0 1 1 0 0,0-1 0 0 0,0 1 0 0 0,0 0-1 0 0,0-1 1 0 0,0 1 0 0 0,0-1 0 0 0,0 1 0 0 0,0 0-1 0 0,0-1 1 0 0,-1 2 0 0 0,1 1-13 0 0,0 0 3 0 0,0 0-1 0 0,-1 0 1 0 0,1-1 0 0 0,-1 1 0 0 0,0 0-1 0 0,0-1 1 0 0,1 1 0 0 0,-2 0 0 0 0,1-1-1 0 0,0 1 1 0 0,0-1 0 0 0,-1 0-1 0 0,0 1 1 0 0,1-1 0 0 0,-1 0 0 0 0,0 0-1 0 0,0 0 1 0 0,-3 2 0 0 0,-18 12 23 0 0,0 0 0 0 0,-40 18 0 0 0,50-27-296 0 0,0-2-1 0 0,0 0 1 0 0,0 0-1 0 0,0-1 1 0 0,-1-1-1 0 0,0 0 1 0 0,-20 2 0 0 0,27-6-485 0 0,0 0 1 0 0,0 0-1 0 0,1 0 1 0 0,-1 0-1 0 0,0-1 1 0 0,-9-4-1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0 104 3368 0 0,'14'-8'877'0'0,"1"0"0"0"0,-1 1 0 0 0,1 1 0 0 0,1 1 0 0 0,16-4 0 0 0,84-13 384 0 0,-55 12-588 0 0,113-13-943 0 0,-60 18-6485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361 145 3356 0 0,'0'0'1818'0'0,"2"-5"-301"0"0,4-11-245 0 0,-5 12 784 0 0,-3-1-1277 0 0,1 1-616 0 0,-1 1 1 0 0,0-1-1 0 0,0 0 1 0 0,-1 0-1 0 0,1 1 0 0 0,-1-1 1 0 0,1 1-1 0 0,-1 0 1 0 0,0 0-1 0 0,0 0 1 0 0,-1 0-1 0 0,1 1 1 0 0,-1-1-1 0 0,1 1 1 0 0,-1 0-1 0 0,-7-4 1 0 0,1 2-45 0 0,1 0 1 0 0,-1 1 0 0 0,0 0 0 0 0,1 0 0 0 0,-1 1-1 0 0,-1 0 1 0 0,1 1 0 0 0,0 0 0 0 0,0 1 0 0 0,0 0 0 0 0,-1 1-1 0 0,1 0 1 0 0,0 0 0 0 0,0 1 0 0 0,0 0 0 0 0,-13 5-1 0 0,-32 23 248 0 0,50-26-347 0 0,-1 1 0 0 0,1 0 0 0 0,1 0 0 0 0,-1 0 0 0 0,1 0 0 0 0,0 0 1 0 0,0 1-1 0 0,-5 9 0 0 0,6-10-1 0 0,-3 7 20 0 0,-10 34 5 0 0,15-36-32 0 0,1-1 2 0 0,-1-2-10 0 0,0 0 1 0 0,1 1-1 0 0,0-1 1 0 0,0 1-1 0 0,1-1 0 0 0,2 11 1 0 0,-2-11-5 0 0,0-2 2 0 0,1 0 1 0 0,-1 0-1 0 0,1-1 0 0 0,0 1 0 0 0,1-1 0 0 0,-1 0 1 0 0,1 1-1 0 0,0-1 0 0 0,0 0 0 0 0,6 6 0 0 0,-6-6 0 0 0,1 0-11 0 0,1 0 1 0 0,-1-1-1 0 0,1 0 0 0 0,0 0 1 0 0,0 0-1 0 0,0 0 0 0 0,0-1 0 0 0,0 1 1 0 0,0-1-1 0 0,1-1 0 0 0,-1 1 1 0 0,1-1-1 0 0,-1 0 0 0 0,1 0 1 0 0,9 0-1 0 0,-6-2-14 0 0,0 1 0 0 0,0-2 0 0 0,0 1 0 0 0,0-1 0 0 0,0 0 1 0 0,0-1-1 0 0,-1 0 0 0 0,1-1 0 0 0,-1 0 0 0 0,0 0 0 0 0,0 0 0 0 0,-1-1 0 0 0,1 0 1 0 0,-1-1-1 0 0,7-7 0 0 0,-10 10 20 0 0,0-1-1 0 0,0 1 1 0 0,-1-1 0 0 0,0 0 0 0 0,0-1 0 0 0,0 1-1 0 0,0 0 1 0 0,-1-1 0 0 0,0 0 0 0 0,0 1 0 0 0,0-1-1 0 0,0 0 1 0 0,1-6 0 0 0,11-47-46 0 0,-15 34-43 0 0,0 15 51 0 0,1-4-148 0 0,-3-11-42 0 0,-3 7-310 0 0,5 10 348 0 0,1 5 116 0 0,0 0 0 0 0,0 0 0 0 0,-1 0 0 0 0,1 0 0 0 0,-1 0 0 0 0,0 0 0 0 0,1 0 0 0 0,-1 0 0 0 0,0 0 0 0 0,0 0 0 0 0,0 1-1 0 0,0-1 1 0 0,0 0 0 0 0,-1 1 0 0 0,-1-3 0 0 0,0-2-226 0 0,2 4 163 0 0,0 0 1 0 0,0-1-1 0 0,-1 1 0 0 0,1 0 0 0 0,-1 1 0 0 0,1-1 1 0 0,-1 0-1 0 0,1 0 0 0 0,-1 1 0 0 0,0-1 0 0 0,0 1 1 0 0,0-1-1 0 0,-3-1 0 0 0,-3-3-904 0 0,0 1-1 0 0,-1 0 1 0 0,0 0-1 0 0,-13-5 1 0 0,-4 2-4661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194 156 3448 0 0,'0'0'10057'0'0,"-2"-2"-9875"0"0,0 1-151 0 0,1 0 0 0 0,-1 0 0 0 0,1 0 0 0 0,0 0 1 0 0,0 0-1 0 0,0-1 0 0 0,0 1 0 0 0,0 0 1 0 0,0-1-1 0 0,0 1 0 0 0,0 0 0 0 0,0-1 0 0 0,0 1 1 0 0,1-1-1 0 0,-1 0 0 0 0,1 1 0 0 0,-1-1 0 0 0,1 1 1 0 0,0-1-1 0 0,-1 0 0 0 0,1 1 0 0 0,0-1 1 0 0,0 0-1 0 0,0 1 0 0 0,0-1 0 0 0,1 0 0 0 0,0-2 1 0 0,1-3-8 0 0,0 0 0 0 0,0 0 1 0 0,1 0-1 0 0,0 0 1 0 0,1 0-1 0 0,-1 1 0 0 0,1 0 1 0 0,6-8-1 0 0,0 6 12 0 0,-1 1-1 0 0,2 0 1 0 0,20-12 0 0 0,-27 18-49 0 0,3 1-32 0 0,1 0 49 0 0,0 1-1 0 0,0 1 0 0 0,-1-1 1 0 0,1 1-1 0 0,0 1 0 0 0,-1 0 1 0 0,1 0-1 0 0,-1 0 0 0 0,0 1 1 0 0,0-1-1 0 0,0 2 0 0 0,0-1 1 0 0,-1 1-1 0 0,0 0 0 0 0,0 1 1 0 0,0-1-1 0 0,-1 1 0 0 0,1 0 1 0 0,-1 1-1 0 0,-1-1 0 0 0,1 1 1 0 0,-1 0-1 0 0,4 10 0 0 0,-5-13-2 0 0,-1 0-1 0 0,0 1 1 0 0,1-1-1 0 0,-2 0 1 0 0,1 1-1 0 0,0-1 0 0 0,-1 1 1 0 0,2 8-1 0 0,-2-4 3 0 0,1 2-7 0 0,-1 1-1 0 0,0-1 1 0 0,0 1 0 0 0,-1-1-1 0 0,-1 1 1 0 0,0-1 0 0 0,-1 0-1 0 0,0 1 1 0 0,0-1 0 0 0,-1 0-1 0 0,0 0 1 0 0,-1 0 0 0 0,-8 14-1 0 0,3-9-26 0 0,0-1-1 0 0,-2 0 0 0 0,1-1 0 0 0,-2 0 0 0 0,0-1 0 0 0,0 0 1 0 0,-2-1-1 0 0,1-1 0 0 0,-1 0 0 0 0,-1 0 0 0 0,0-1 1 0 0,0-1-1 0 0,-1-1 0 0 0,0 0 0 0 0,-1-1 0 0 0,0-1 0 0 0,-32 8 1 0 0,43-13-13 0 0,0 0 0 0 0,-1-1 1 0 0,1 1-1 0 0,0-1 0 0 0,-1 0 1 0 0,1-1-1 0 0,0 1 0 0 0,-1-1 1 0 0,1-1-1 0 0,0 1 0 0 0,0-1 1 0 0,0 0-1 0 0,0 0 0 0 0,0-1 1 0 0,0 0-1 0 0,1 0 0 0 0,-7-4 1 0 0,8 3 18 0 0,0-1 0 0 0,1 1 0 0 0,-1-1 0 0 0,1 1 0 0 0,0-1 0 0 0,0 0 0 0 0,0 0 0 0 0,0-1 0 0 0,1 1 0 0 0,0-1 0 0 0,0 1 0 0 0,-1-11 0 0 0,2 11-22 0 0,1 4 42 0 0,1 1 1 0 0,-1-1-1 0 0,0 0 0 0 0,1 0 0 0 0,-1 0 1 0 0,0 0-1 0 0,1 1 0 0 0,-1-1 0 0 0,0 0 1 0 0,0 0-1 0 0,0 0 0 0 0,0 0 0 0 0,0 0 1 0 0,0 0-1 0 0,0 0 0 0 0,0 0 0 0 0,0 1 1 0 0,-1-2-1 0 0,1 0 0 0 0,0 0 0 0 0,0 1-1 0 0,-1-1 1 0 0,1 1 0 0 0,0-1 0 0 0,0 0-1 0 0,1 1 1 0 0,-1-1 0 0 0,0 1 0 0 0,0-1 0 0 0,1 0-1 0 0,-1 1 1 0 0,2-3 0 0 0,-1-1 0 0 0,1 1-1 0 0,-1-1 1 0 0,1 1 0 0 0,1-1-1 0 0,-1 1 1 0 0,1 0 0 0 0,-1 0-1 0 0,1 0 1 0 0,1 0 0 0 0,-1 0-1 0 0,0 0 1 0 0,1 1 0 0 0,7-6-1 0 0,-4 6 4 0 0,-1 0-1 0 0,1 1 1 0 0,0 0 0 0 0,-1 0-1 0 0,1 1 1 0 0,0-1 0 0 0,0 2-1 0 0,0-1 1 0 0,1 1 0 0 0,-1 0-1 0 0,0 0 1 0 0,0 1 0 0 0,0 0-1 0 0,0 0 1 0 0,0 1 0 0 0,12 4-1 0 0,13 6 89 0 0,1 1-1 0 0,-1 2 0 0 0,-1 1 1 0 0,-1 2-1 0 0,-1 0 1 0 0,48 41-1 0 0,-73-55-81 0 0,33 24-102 0 0,8-7-1411 0 0,-40-20 941 0 0,-5-1 523 0 0,1-1 1 0 0,-1 1 0 0 0,1-1-1 0 0,-1 1 1 0 0,0 0-1 0 0,1-1 1 0 0,0 1 0 0 0,-1 0-1 0 0,1-1 1 0 0,-1 1 0 0 0,1 0-1 0 0,-1 0 1 0 0,1 0-1 0 0,0-1 1 0 0,-1 1 0 0 0,1 0-1 0 0,-1 0 1 0 0,1 0-1 0 0,0 0 1 0 0,-1 0 0 0 0,1 0-1 0 0,-1 0 1 0 0,2 1 0 0 0,-1-1-77 0 0,1 0-1 0 0,-1 0 1 0 0,1 0 0 0 0,-1 0 0 0 0,0 0 0 0 0,1 0 0 0 0,-1-1 0 0 0,1 1 0 0 0,-1 0 0 0 0,0-1 0 0 0,1 1 0 0 0,-1-1 0 0 0,2 0-1 0 0,2-1-347 0 0,13-8-3143 0 0,1-3-816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46 138 3896 0 0,'0'0'2393'0'0,"-5"-1"-1426"0"0,-15-1-111 0 0,15 1 1911 0 0,-8-14-2219 0 0,10 12-145 0 0,5-1-227 0 0,1-2-117 0 0,-1 1 0 0 0,1-1 0 0 0,1 1-1 0 0,-1 0 1 0 0,1 0 0 0 0,0 0 0 0 0,0 0-1 0 0,1 1 1 0 0,-1 0 0 0 0,9-7-1 0 0,51-28 293 0 0,-60 37-322 0 0,1 0-12 0 0,15-4-3 0 0,-15 4 6 0 0,0 2 5 0 0,16 0-18 0 0,-19 1-4 0 0,0 0 0 0 0,0-1 0 0 0,0 1 0 0 0,-1 0 0 0 0,1 0 0 0 0,0 0 0 0 0,0 1 0 0 0,0-1 0 0 0,-1 0 0 0 0,1 1 0 0 0,-1-1 0 0 0,1 1 1 0 0,-1 0-1 0 0,0-1 0 0 0,1 1 0 0 0,-1 0 0 0 0,0 0 0 0 0,0-1 0 0 0,0 1 0 0 0,1 4 0 0 0,-2-5-4 0 0,1 0 0 0 0,0 0 0 0 0,-1 1-1 0 0,1-1 1 0 0,0 0 0 0 0,-1 1 0 0 0,0-1 0 0 0,1 1-1 0 0,-1-1 1 0 0,0 1 0 0 0,0-1 0 0 0,0 0-1 0 0,0 1 1 0 0,0-1 0 0 0,0 1 0 0 0,0 1 0 0 0,0 1 0 0 0,0 1 6 0 0,0 1 3 0 0,0 5-6 0 0,0-4-1 0 0,-1 1-1 0 0,1-1 0 0 0,-1 1 1 0 0,0-1-1 0 0,-1 1 0 0 0,0-1 1 0 0,-5 14-1 0 0,-18 43-45 0 0,24-61 63 0 0,-2 1 12 0 0,0 0 0 0 0,1 0 1 0 0,-1 0-1 0 0,1 1 1 0 0,0-1-1 0 0,-2 9 1 0 0,2-10 204 0 0,7-3-227 0 0,13-2-9 0 0,-13 1 146 0 0,0 0-130 0 0,18-1-12 0 0,-18 2-36 0 0,2 0-36 0 0,20 0 53 0 0,-23 0 14 0 0,1 1 0 0 0,-1-1 0 0 0,1 1 0 0 0,0 0 0 0 0,-1 1-1 0 0,0-1 1 0 0,1 1 0 0 0,-1 0 0 0 0,6 3 0 0 0,-2-1-33 0 0,-4-2 37 0 0,0 1 0 0 0,0-1 0 0 0,0 1 0 0 0,0-1 1 0 0,-1 1-1 0 0,1 0 0 0 0,-1 1 0 0 0,0-1 1 0 0,0 1-1 0 0,0-1 0 0 0,-1 1 0 0 0,1 0 0 0 0,-1 0 1 0 0,0 0-1 0 0,3 6 0 0 0,-2-2 1 0 0,-1-5 3 0 0,-2 2 4 0 0,0 0-10 0 0,0 1 0 0 0,-1-1 0 0 0,1 1 0 0 0,-1-1 0 0 0,0 0 1 0 0,-1 1-1 0 0,1-1 0 0 0,-1 0 0 0 0,0 0 0 0 0,-1 0 0 0 0,1 0 0 0 0,-5 6 1 0 0,2-4 3 0 0,-1-1 1 0 0,1 0 0 0 0,-1 0 0 0 0,-1 0 0 0 0,1-1 0 0 0,-1 0 0 0 0,0 0 0 0 0,0 0 0 0 0,0-1-1 0 0,-1 0 1 0 0,-14 5 0 0 0,-8 0 10 0 0,25-8-2 0 0,-1 0-3 0 0,5-1-17 0 0,-4 1-130 0 0,0-1-1 0 0,0 0 0 0 0,0 1 1 0 0,0-1-1 0 0,0-1 0 0 0,0 1 1 0 0,1-1-1 0 0,-1 0 0 0 0,0 0 1 0 0,0 0-1 0 0,1-1 0 0 0,-1 0 1 0 0,0 1-1 0 0,1-2 1 0 0,0 1-1 0 0,-1 0 0 0 0,1-1 1 0 0,0 0-1 0 0,1 0 0 0 0,-1 0 1 0 0,0-1-1 0 0,-4-4 0 0 0,6 5-62 0 0,-16-21-1858 0 0,9 0-2088 0 0,5 2 18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174 92 3432 0 0,'0'0'5591'0'0,"-1"5"-5322"0"0,0-1-159 0 0,0-1 1 0 0,0 0-1 0 0,-1 0 0 0 0,1 0 1 0 0,-1 1-1 0 0,1-2 0 0 0,-1 1 1 0 0,0 0-1 0 0,0 0 0 0 0,-4 3 1 0 0,3-3 549 0 0,-14 6-300 0 0,13-7 344 0 0,-22-5-450 0 0,21 3-68 0 0,3-2-175 0 0,1 1 1 0 0,-1-1-1 0 0,1 0 1 0 0,0 0-1 0 0,0 0 1 0 0,-1 1 0 0 0,1-1-1 0 0,0 0 1 0 0,1 0-1 0 0,-1-1 1 0 0,0 1-1 0 0,1 0 1 0 0,-1 0-1 0 0,1 0 1 0 0,-1 0-1 0 0,1-1 1 0 0,0 1-1 0 0,0 0 1 0 0,0 0-1 0 0,0-1 1 0 0,1 1 0 0 0,-1 0-1 0 0,0 0 1 0 0,1 0-1 0 0,0 0 1 0 0,-1 0-1 0 0,1-1 1 0 0,0 1-1 0 0,0 0 1 0 0,0 1-1 0 0,0-1 1 0 0,1 0-1 0 0,-1 0 1 0 0,3-3-1 0 0,3-2-10 0 0,0 0-1 0 0,0 0 1 0 0,0 0 0 0 0,1 1-1 0 0,17-11 1 0 0,-20 14 11 0 0,0 1 0 0 0,1-1 0 0 0,-1 1 0 0 0,1 0 0 0 0,0 0 0 0 0,0 1 0 0 0,8-2 0 0 0,-10 3-10 0 0,1-1 0 0 0,2 1 8 0 0,-2 0-12 0 0,-2 0 8 0 0,1-1 1 0 0,0 1-1 0 0,0 1 0 0 0,0-1 0 0 0,0 0 0 0 0,-1 1 0 0 0,1 0 0 0 0,0 0 0 0 0,-1 0 0 0 0,1 0 0 0 0,0 1 0 0 0,-1-1 0 0 0,1 1 0 0 0,-1 0 0 0 0,5 3 1 0 0,-3-2 3 0 0,-3-2-6 0 0,-1 0-1 0 0,1 0 1 0 0,0 0 0 0 0,-1 1 0 0 0,1-1 0 0 0,-1 0-1 0 0,0 1 1 0 0,1-1 0 0 0,-1 1 0 0 0,0-1 0 0 0,0 1-1 0 0,0 0 1 0 0,2 3 0 0 0,23 55-113 0 0,-25-57 116 0 0,0 0 0 0 0,0 0 1 0 0,0 0-1 0 0,0 0 1 0 0,-1 0-1 0 0,1 1 1 0 0,-1-1-1 0 0,0 0 1 0 0,0 6-1 0 0,-1 0 5 0 0,2 5-5 0 0,-2 0 0 0 0,1 0 0 0 0,-2 0 1 0 0,0 0-1 0 0,-1 0 0 0 0,-8 25 1 0 0,2-12-7 0 0,-2-2 1 0 0,-17 30 0 0 0,20-38-3 0 0,-2 0 1 0 0,0-1 0 0 0,-2 0 0 0 0,1-1 0 0 0,-2-1 0 0 0,0 1 0 0 0,-25 20 0 0 0,33-31 7 0 0,0 0-1 0 0,0-1 1 0 0,-1 1 0 0 0,1-1-1 0 0,-9 3 1 0 0,4-1 54 0 0,6-3-52 0 0,-24 2-62 0 0,23-4 19 0 0,1-1 14 0 0,-1-1 16 0 0,1 0 1 0 0,-1 0-1 0 0,1 0 1 0 0,0 0 0 0 0,0-1-1 0 0,0 0 1 0 0,0 0 0 0 0,0 0-1 0 0,1 0 1 0 0,-1 0-1 0 0,1-1 1 0 0,0 0 0 0 0,-5-7-1 0 0,-10-32 70 0 0,17 38-56 0 0,1 4-8 0 0,1 1 0 0 0,-1-1-1 0 0,0 1 1 0 0,0-1 0 0 0,1 1 0 0 0,-1-1 0 0 0,0 1-1 0 0,0-1 1 0 0,0 0 0 0 0,0 1 0 0 0,0-1-1 0 0,0 1 1 0 0,0-1 0 0 0,0 0 0 0 0,0 1-1 0 0,0-1 1 0 0,0 1 0 0 0,0-1 0 0 0,0 0-1 0 0,0 1 1 0 0,-1-2 0 0 0,1 2-2 0 0,0-1 0 0 0,-1 0 1 0 0,1 0-1 0 0,0 0 0 0 0,0 0 1 0 0,0 0-1 0 0,0 0 0 0 0,0 0 1 0 0,0 0-1 0 0,0 0 0 0 0,0 0 0 0 0,0 0 1 0 0,1 0-1 0 0,-1 0 0 0 0,0 0 1 0 0,1 0-1 0 0,-1 0 0 0 0,0 0 1 0 0,1-1-1 0 0,6-14-13 0 0,-5 12 3 0 0,1 1 18 0 0,2 0-5 0 0,-1-1 1 0 0,1 2-1 0 0,0-1 0 0 0,0 0 0 0 0,0 1 1 0 0,9-3-1 0 0,-9 4 14 0 0,1 1 25 0 0,10 2 15 0 0,0 0 0 0 0,-1 2 0 0 0,0-1 0 0 0,0 2 1 0 0,16 6-1 0 0,26 18-2 0 0,44 20-392 0 0,-97-48-7 0 0,17 4-445 0 0,-15-3 608 0 0,0-1-456 0 0,0 0-84 0 0,9-2-972 0 0,1-1-1 0 0,-1 0 0 0 0,27-8 0 0 0,-37 8-2401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152 31 2652 0 0,'0'0'2568'0'0,"-4"-1"-1579"0"0,2 1-866 0 0,0-1 1 0 0,0 1-1 0 0,0-1 0 0 0,0 1 0 0 0,0 0 0 0 0,0 0 1 0 0,0 0-1 0 0,0 0 0 0 0,0 0 0 0 0,0 0 0 0 0,0 1 1 0 0,0-1-1 0 0,0 1 0 0 0,0-1 0 0 0,0 1 0 0 0,0 0 0 0 0,1 0 1 0 0,-1 0-1 0 0,0 0 0 0 0,0 0 0 0 0,1 0 0 0 0,-1 0 1 0 0,1 0-1 0 0,-1 1 0 0 0,-1 1 0 0 0,-9 9 290 0 0,0 0 0 0 0,1 0-1 0 0,0 1 1 0 0,1 1 0 0 0,0 0-1 0 0,2 0 1 0 0,-9 17 0 0 0,11-8-7 0 0,6-17-343 0 0,-1-1 114 0 0,1 2-19 0 0,0-6-154 0 0,0 6 26 0 0,1 0 1 0 0,-1 0 0 0 0,1 0-1 0 0,0 0 1 0 0,1 0 0 0 0,-1 0-1 0 0,1 0 1 0 0,1 0 0 0 0,-1 0-1 0 0,1-1 1 0 0,1 1 0 0 0,-1-1 0 0 0,1 0-1 0 0,0 0 1 0 0,6 7 0 0 0,21 14 0 0 0,-28-24-25 0 0,-1-3-7 0 0,-1 0 0 0 0,1 1 0 0 0,0-1 0 0 0,-1 0 0 0 0,1 1 0 0 0,-1 0 0 0 0,1-1 0 0 0,-1 1 0 0 0,1 0 0 0 0,-1-1 0 0 0,0 1 0 0 0,2 2 0 0 0,1-1-2 0 0,1 0-9 0 0,-1-1 29 0 0,15 1 3 0 0,-17-2-15 0 0,-1 0-1 0 0,0 1 1 0 0,1-1-1 0 0,-1 0 1 0 0,1 0-1 0 0,-1 0 1 0 0,1 0-1 0 0,-1-1 1 0 0,1 1-1 0 0,-1 0 1 0 0,1 0-1 0 0,-1-1 1 0 0,2 0-1 0 0,2-1 7 0 0,-1 1 15 0 0,0-1-7 0 0,1-1-12 0 0,-1-1-1 0 0,1 1 1 0 0,-1-1-1 0 0,0 0 1 0 0,0 0-1 0 0,0 0 1 0 0,-1-1-1 0 0,1 1 1 0 0,-1-1 0 0 0,0 0-1 0 0,4-10 1 0 0,-2-3-261 0 0,-1-1 1 0 0,0 0-1 0 0,-2-1 1 0 0,0 1-1 0 0,-1 0 1 0 0,-1-1 0 0 0,-3-28-1 0 0,2 42-15 0 0,-3-21-366 0 0,-2 8-332 0 0,5 16 750 0 0,-8-25-1433 0 0,-6 7-2521 0 0,-2 6-109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72 3060 0 0,'0'0'8432'0'0,"5"1"-8278"0"0,9 0-42 0 0,-1-1 1 0 0,1 0-1 0 0,-1 0 1 0 0,1-2 0 0 0,21-4-1 0 0,6-1-33 0 0,-35 6-124 0 0,0 0-1 0 0,0 0 0 0 0,0-1 0 0 0,10-5 1 0 0,-5 2 36 0 0,-7 4 96 0 0,0-1 7 0 0,52-35 635 0 0,-53 35-157 0 0,-3 8-438 0 0,-5 57 315 0 0,-2-9-361 0 0,-8 48-80 0 0,-2 124 1 0 0,17-220-320 0 0,0 0-118 0 0,0 51-2636 0 0,0-52 1885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14 110 3356 0 0,'-13'-18'4289'0'0,"12"17"-4246"0"0,1 0 1 0 0,0 1-1 0 0,0-1 1 0 0,0 0-1 0 0,0 1 0 0 0,0-1 1 0 0,0 0-1 0 0,0 1 0 0 0,0-1 1 0 0,1 0-1 0 0,-1 1 0 0 0,0-1 1 0 0,0 0-1 0 0,0 1 0 0 0,1-1 1 0 0,-1 1-1 0 0,0-1 1 0 0,1 0-1 0 0,-1 1 0 0 0,1-1 1 0 0,-1 1-1 0 0,0-1 0 0 0,1 1 1 0 0,-1-1-1 0 0,1 1 0 0 0,0 0 1 0 0,-1-1-1 0 0,1 1 1 0 0,-1 0-1 0 0,1-1 0 0 0,-1 1 1 0 0,1 0-1 0 0,0 0 0 0 0,-1-1 1 0 0,1 1-1 0 0,0 0 0 0 0,-1 0 1 0 0,2 0-1 0 0,46-13 395 0 0,92-12 0 0 0,52 7-2663 0 0,-155 13 1402 0 0,-2-1-2667 0 0,6 0-144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195 8 1924 0 0,'0'0'1170'0'0,"-4"-1"-167"0"0,-1-1-504 0 0,1 1-1 0 0,-1 0 1 0 0,0 0 0 0 0,0 0-1 0 0,1 1 1 0 0,-1 0-1 0 0,-6 0 1 0 0,6 1 31 0 0,1 1-30 0 0,-7 5-209 0 0,-1 0 0 0 0,1 2 0 0 0,1-1 0 0 0,0 1-1 0 0,0 0 1 0 0,1 1 0 0 0,0 0 0 0 0,1 1 0 0 0,0 0 0 0 0,0 0-1 0 0,1 1 1 0 0,1 0 0 0 0,-6 15 0 0 0,10-23-227 0 0,1 1-1 0 0,0-1 1 0 0,0 1 0 0 0,0-1-1 0 0,1 1 1 0 0,0-1 0 0 0,0 1-1 0 0,0 0 1 0 0,1 5 0 0 0,-1-3 3 0 0,1-2-14 0 0,0 0 0 0 0,0 0-1 0 0,1 0 1 0 0,-1 0 0 0 0,1 0 0 0 0,0 0 0 0 0,0-1-1 0 0,1 1 1 0 0,-1 0 0 0 0,6 5 0 0 0,-6-6-29 0 0,6 10 156 0 0,6 2-70 0 0,-3-7 27 0 0,-3-2-76 0 0,0 0 1 0 0,1-1-1 0 0,1 1 0 0 0,-1-2 1 0 0,1 1-1 0 0,0-1 0 0 0,0-1 1 0 0,18 6-1 0 0,-23-9-30 0 0,2-2-3 0 0,-2 1-31 0 0,1-1 8 0 0,0 1 0 0 0,-1-1 0 0 0,1 0 0 0 0,0 0 0 0 0,0 0 1 0 0,-1-1-1 0 0,1 0 0 0 0,-1 0 0 0 0,0-1 0 0 0,9-4 0 0 0,39-34 42 0 0,-41 32-41 0 0,-11 8-5 0 0,1 0 1 0 0,-1 0-1 0 0,0-1 0 0 0,1 1 0 0 0,-1 0 1 0 0,0-1-1 0 0,0 1 0 0 0,0-1 1 0 0,0 1-1 0 0,0-1 0 0 0,0 1 1 0 0,1-3-1 0 0,3-6 2 0 0,1-1-44 0 0,0 0 0 0 0,-1 0 0 0 0,-1-1 0 0 0,6-17 0 0 0,-9 23-48 0 0,0 0-1 0 0,-1 1 1 0 0,1-1-1 0 0,-1 0 0 0 0,0 1 1 0 0,-1-1-1 0 0,1 0 1 0 0,-1 1-1 0 0,0-1 1 0 0,-1 1-1 0 0,1-1 0 0 0,-1 1 1 0 0,0 0-1 0 0,-5-9 1 0 0,2 7-166 0 0,0-1 0 0 0,0 0-1 0 0,-1 1 1 0 0,0 0 0 0 0,0 0 0 0 0,-1 1 0 0 0,0 0 0 0 0,0 0 0 0 0,0 1 0 0 0,-17-10 0 0 0,20 13-198 0 0,-2 1-55 0 0,-6 2-593 0 0,-1-1 0 0 0,1 1 0 0 0,0 1 0 0 0,0 0 0 0 0,-15 6 0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1 2568 0 0,'0'0'6250'0'0,"0"5"-5897"0"0,0 16 12 0 0,0-16-16 0 0,0 1-47 0 0,-3 30 562 0 0,-10 46 1 0 0,12-77-666 0 0,0 1-28 0 0,-10 46 388 0 0,11-48-246 0 0,-1 1-210 0 0,1-1-47 0 0,0 1 0 0 0,1-1 0 0 0,-1 0 0 0 0,1 0 0 0 0,0 0 0 0 0,0 0 0 0 0,0 0 0 0 0,3 7 0 0 0,-2-7 18 0 0,2-3-17 0 0,6 3-29 0 0,0-1 0 0 0,1 0 0 0 0,-1-1 0 0 0,1 0 0 0 0,0 0 0 0 0,-1-1 0 0 0,18-1 0 0 0,76-7-27 0 0,-99 6 9 0 0,22-1-18 0 0,-18 1 8 0 0,43-8 25 0 0,-7 2-44 0 0,-38 5 12 0 0,8-5 2 0 0,25-15-41 0 0,-35 19 50 0 0,8-13-32 0 0,-11 12 61 0 0,-1-1-12 0 0,1 1-18 0 0,-1 3-4 0 0,-1 0 0 0 0,1-1 0 0 0,-1 1-1 0 0,0-1 1 0 0,1 1 0 0 0,-1 0 0 0 0,0-1 0 0 0,0 1 0 0 0,0-1 0 0 0,0 1 0 0 0,0-1 0 0 0,0 1 0 0 0,0 0 0 0 0,0-1 0 0 0,0 1 0 0 0,-1-3 0 0 0,-4-17 11 0 0,-3 1-14 0 0,6 16 3 0 0,0 1 10 0 0,-12-15 10 0 0,11 15-35 0 0,2 1 16 0 0,-12-9 24 0 0,12 11-19 0 0,0 0 0 0 0,-1 0 0 0 0,1 0 0 0 0,0 0 0 0 0,0 0 0 0 0,0 1 1 0 0,0-1-1 0 0,0 0 0 0 0,0 1 0 0 0,0-1 0 0 0,0 1 0 0 0,0-1 0 0 0,0 1 1 0 0,0 0-1 0 0,0-1 0 0 0,0 1 0 0 0,0 0 0 0 0,0 0 0 0 0,1 0 0 0 0,-1 0 1 0 0,0-1-1 0 0,1 1 0 0 0,-1 0 0 0 0,0 0 0 0 0,1 0 0 0 0,-1 0 0 0 0,1 0 1 0 0,0 1-1 0 0,-1 1 0 0 0,-2 3 30 0 0,1 0 1 0 0,0 0 0 0 0,1 1-1 0 0,-1-1 1 0 0,1 7 0 0 0,-5 57 120 0 0,5-55-112 0 0,1-9-41 0 0,-2 55 24 0 0,4-32 3 0 0,16 141-1075 0 0,-17-166 608 0 0,1 0-110 0 0,-2-4 519 0 0,7 18-877 0 0,-7-17 570 0 0,1 0 1 0 0,-1 0-1 0 0,1 0 1 0 0,-1 0 0 0 0,1 0-1 0 0,-1-1 1 0 0,1 1-1 0 0,0 0 1 0 0,0 0-1 0 0,-1 0 1 0 0,1-1 0 0 0,0 1-1 0 0,0 0 1 0 0,0-1-1 0 0,0 1 1 0 0,-1-1-1 0 0,1 1 1 0 0,0-1-1 0 0,0 1 1 0 0,0-1 0 0 0,2 1-1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139 130 3568 0 0,'0'0'3926'0'0,"-2"-4"-3299"0"0,0-1-84 0 0,0 1 0 0 0,-1-1 0 0 0,0 1 0 0 0,0 0 1 0 0,-5-7-1 0 0,5 9 497 0 0,3 1-1027 0 0,0 1 1 0 0,0 0-1 0 0,0-1 0 0 0,0 1 1 0 0,0 0-1 0 0,0-1 1 0 0,0 1-1 0 0,-1-1 0 0 0,1 1 1 0 0,0 0-1 0 0,0-1 1 0 0,0 1-1 0 0,0 0 0 0 0,0 0 1 0 0,-1-1-1 0 0,1 1 1 0 0,0 0-1 0 0,0-1 0 0 0,0 1 1 0 0,-1 0-1 0 0,1 0 1 0 0,0-1-1 0 0,0 1 0 0 0,-1 0 1 0 0,1 0-1 0 0,0 0 1 0 0,-1-1-1 0 0,1 1 0 0 0,-1 0 1 0 0,0 0 21 0 0,1-1 1 0 0,-1 1-1 0 0,1 0 1 0 0,-1-1-1 0 0,1 1 1 0 0,-1-1-1 0 0,1 1 0 0 0,-1 0 1 0 0,1-1-1 0 0,0 1 1 0 0,-1-1-1 0 0,1 1 1 0 0,-1-1-1 0 0,1 0 1 0 0,0 1-1 0 0,0-1 1 0 0,-1 1-1 0 0,1-1 1 0 0,0 0-1 0 0,0 1 0 0 0,0-1 1 0 0,-1 1-1 0 0,1-1 1 0 0,0 0-1 0 0,0 1 1 0 0,0-1-1 0 0,0-1 1 0 0,0-1 17 0 0,1-1 0 0 0,-1 0 1 0 0,0 0-1 0 0,1 0 0 0 0,0 1 1 0 0,0-1-1 0 0,0 0 0 0 0,0 1 1 0 0,2-4-1 0 0,-1 3 70 0 0,2 1-8 0 0,11-9 10 0 0,-11 9-5 0 0,1 2-15 0 0,0 0-88 0 0,0 0 0 0 0,0 1 0 0 0,1-1 0 0 0,-1 1 0 0 0,0 0 0 0 0,0 1 0 0 0,1-1 0 0 0,-1 1 0 0 0,0 0 0 0 0,0 0 0 0 0,0 1-1 0 0,0 0 1 0 0,9 4 0 0 0,-8-3-4 0 0,0 1-1 0 0,0 0 0 0 0,0 1 1 0 0,-1-1-1 0 0,1 1 0 0 0,-1 0 1 0 0,0 0-1 0 0,-1 1 0 0 0,1 0 0 0 0,-1 0 1 0 0,0 0-1 0 0,3 7 0 0 0,0 0 1 0 0,0 0-1 0 0,-1 1 1 0 0,-1-1-1 0 0,6 21 1 0 0,-10-25-16 0 0,1 0 0 0 0,-1 0 1 0 0,-1 0-1 0 0,0 0 0 0 0,0 0 1 0 0,-1 0-1 0 0,0 0 1 0 0,0 0-1 0 0,-1 0 0 0 0,-4 11 1 0 0,2-7-9 0 0,-2 0 1 0 0,1-1 0 0 0,-2 0-1 0 0,1 0 1 0 0,-2 0-1 0 0,1-1 1 0 0,-2 0 0 0 0,0-1-1 0 0,0 1 1 0 0,0-2-1 0 0,-1 1 1 0 0,-1-1 0 0 0,0-1-1 0 0,0 0 1 0 0,-1-1-1 0 0,-16 9 1 0 0,-26 7-114 0 0,49-21 82 0 0,-1-1 2 0 0,-18 3 24 0 0,18-3-5 0 0,1-2-28 0 0,-14-3 2 0 0,15 3 21 0 0,4 0 25 0 0,0 1 0 0 0,0 0 0 0 0,-1-1 0 0 0,1 1 0 0 0,0 0 0 0 0,0-1 0 0 0,0 1 0 0 0,0 0 0 0 0,0-1 0 0 0,0 1 0 0 0,-1 0 0 0 0,1-1 0 0 0,0 1 0 0 0,0 0-1 0 0,0 0 1 0 0,-1-1 0 0 0,1 1 0 0 0,0 0 0 0 0,-1 0 0 0 0,1 0 0 0 0,0-1 0 0 0,0 1 0 0 0,-1 0 0 0 0,1 0 0 0 0,0 0 0 0 0,-1 0 0 0 0,1-1 0 0 0,0 1 0 0 0,-1 0 0 0 0,1 0 0 0 0,0 0-1 0 0,-1 0 1 0 0,0 0-2 0 0,0 0 1 0 0,1 0-1 0 0,-1-1 0 0 0,0 1 0 0 0,0 0 0 0 0,0-1 0 0 0,1 1 0 0 0,-1-1 0 0 0,0 1 0 0 0,1-1 0 0 0,-1 1 0 0 0,0-1 0 0 0,1 1 0 0 0,-1-1 0 0 0,1 0 0 0 0,-1 1 0 0 0,1-1 0 0 0,-1 0 0 0 0,1 1 1 0 0,-1-1-1 0 0,1 0 0 0 0,-1-1 0 0 0,-5-16-17 0 0,5 14 45 0 0,1 4-26 0 0,0-1 1 0 0,0 1-1 0 0,0-1 1 0 0,0 1-1 0 0,0-1 0 0 0,0 1 1 0 0,0-1-1 0 0,1 1 0 0 0,-1-1 1 0 0,0 1-1 0 0,0-1 0 0 0,0 1 1 0 0,0 0-1 0 0,1-1 1 0 0,-1 1-1 0 0,0-1 0 0 0,1 1 1 0 0,-1 0-1 0 0,0-1 0 0 0,1 1 1 0 0,-1 0-1 0 0,0-1 1 0 0,1 1-1 0 0,-1 0 0 0 0,1-1 1 0 0,0 1-1 0 0,-1 0 0 0 0,0 0 0 0 0,1-1 1 0 0,-1 1-1 0 0,0 0 0 0 0,1-1 1 0 0,-1 1-1 0 0,0 0 0 0 0,1-1 0 0 0,-1 1 1 0 0,0 0-1 0 0,1-1 0 0 0,-1 1 0 0 0,0-1 1 0 0,0 1-1 0 0,0 0 0 0 0,1-1 1 0 0,-1 1-1 0 0,0-1 0 0 0,0 1 0 0 0,0-1 1 0 0,0 1-1 0 0,0-1 0 0 0,0 1 0 0 0,0-1 1 0 0,5-1-14 0 0,12-4 8 0 0,-16 5 7 0 0,1 1 1 0 0,-1-1-1 0 0,0 1 0 0 0,1 0 0 0 0,-1-1 0 0 0,0 1 0 0 0,1 0 1 0 0,-1 0-1 0 0,0 0 0 0 0,1 0 0 0 0,-1 0 0 0 0,1 0 0 0 0,-1 1 0 0 0,0-1 1 0 0,1 0-1 0 0,-1 1 0 0 0,0-1 0 0 0,2 2 0 0 0,1-1 4 0 0,8 3 81 0 0,0 0-1 0 0,0 1 1 0 0,0 0-1 0 0,19 12 1 0 0,-13-8-43 0 0,27 15-26 0 0,-16-9 153 0 0,41 16-1 0 0,-57-26-419 0 0,1-1 0 0 0,0 0 1 0 0,1-1-1 0 0,-1-1 0 0 0,1 0 0 0 0,16-1 1 0 0,17-1-1466 0 0,-38 0 1358 0 0,27-3-1813 0 0,-28 3 1629 0 0,4-2-128 0 0,8-3-2688 0 0,11-3-1573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39 146 2724 0 0,'0'0'1997'0'0,"2"-4"-1149"0"0,7-9-96 0 0,-6 10-68 0 0,7-15 538 0 0,-8 15-656 0 0,0-2-15 0 0,23-43 1470 0 0,-23 43-1570 0 0,0 1-9 0 0,7-13-20 0 0,-7 12 331 0 0,-1 1-455 0 0,-1 3-252 0 0,1 1 1 0 0,-1-1-1 0 0,1 1 1 0 0,-1-1-1 0 0,0 0 1 0 0,0 1 0 0 0,1-1-1 0 0,-1 0 1 0 0,0 0-1 0 0,0 1 1 0 0,0-1-1 0 0,0 0 1 0 0,0 1 0 0 0,0-1-1 0 0,0 0 1 0 0,0 0-1 0 0,0 1 1 0 0,0-1-1 0 0,0 0 1 0 0,-1 1 0 0 0,1-1-1 0 0,0-1 1 0 0,-16 3 289 0 0,8 4-333 0 0,-21 46-6 0 0,17-23 62 0 0,5-2 1 0 0,-10 38-122 0 0,15-56 62 0 0,-1 11-17 0 0,3 1 11 0 0,-1-9 15 0 0,0 0 0 0 0,1 0 1 0 0,1 0-1 0 0,0 0 0 0 0,1 0 0 0 0,0 0 0 0 0,0 0 1 0 0,1 0-1 0 0,9 19 0 0 0,-10-26 6 0 0,-2-2-10 0 0,1-1-1 0 0,0 1 1 0 0,0 0-1 0 0,0-1 1 0 0,1 1-1 0 0,-1-1 1 0 0,0 1-1 0 0,0-1 1 0 0,1 0-1 0 0,-1 1 1 0 0,3 0-1 0 0,-1 2-3 0 0,1-2-6 0 0,11 5-3 0 0,-12-5-16 0 0,3-2-8 0 0,16 0 46 0 0,-16 0-2 0 0,-2-2 2 0 0,1 0-3 0 0,1 0 0 0 0,-1-1 0 0 0,0 0 0 0 0,0 0 0 0 0,8-6 0 0 0,-4-6 68 0 0,-6 10-92 0 0,5-4 31 0 0,-5 2-17 0 0,5-23 38 0 0,-7 22 8 0 0,0 1-1 0 0,-1 0 0 0 0,1-1 1 0 0,-1 1-1 0 0,-1-1 0 0 0,1 1 0 0 0,-3-11 1 0 0,2 14-67 0 0,0-5-19 0 0,-6-13-13 0 0,-1 8-37 0 0,-1-2-277 0 0,-1 0 0 0 0,-15-16-1 0 0,21 29-9 0 0,0 1-63 0 0,-13-4-36 0 0,12 4-3 0 0,0 4 24 0 0,1 0 282 0 0,-1 0-1 0 0,1 0 1 0 0,0 0 0 0 0,0 1-1 0 0,0-1 1 0 0,0 1 0 0 0,1 0-1 0 0,-1 0 1 0 0,1 1 0 0 0,-1-1-1 0 0,1 1 1 0 0,0 0 0 0 0,-4 6-1 0 0,2 0-519 0 0,0 0 0 0 0,1 1 0 0 0,0-1 0 0 0,1 1 0 0 0,0 0 0 0 0,-2 14 0 0 0,0 2-1172 0 0,4-21-1320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208 47 2988 0 0,'0'0'2139'0'0,"0"-5"-1355"0"0,-1 2-569 0 0,1 0 0 0 0,-1 0 0 0 0,1 0 1 0 0,-1 0-1 0 0,0 0 0 0 0,0 0 0 0 0,-1 0 0 0 0,1 0 1 0 0,0 0-1 0 0,-1 1 0 0 0,-2-4 0 0 0,2 3 169 0 0,0 4-361 0 0,0 0 1 0 0,1 0-1 0 0,-1-1 0 0 0,0 1 1 0 0,0 0-1 0 0,0-1 1 0 0,0 1-1 0 0,1-1 0 0 0,-1 0 1 0 0,-2 1-1 0 0,-1 0 129 0 0,1 3 22 0 0,-8 6 1 0 0,1 0 1 0 0,1 1 0 0 0,0 1 0 0 0,0 0 0 0 0,1 0 0 0 0,-11 21 0 0 0,2 2 49 0 0,-16 44 1 0 0,31-73-210 0 0,-5 19 28 0 0,4-3-14 0 0,-4 34-40 0 0,7-51-91 0 0,1 1-40 0 0,-1 20-61 0 0,0-20-31 0 0,2-2-28 0 0,3 15-45 0 0,-3-14-25 0 0,-1-5-67 0 0,1 0 380 0 0,-1 0 0 0 0,0 0-1 0 0,1 0 1 0 0,-1 0 0 0 0,0 0-1 0 0,1 1 1 0 0,-1-1 0 0 0,0 0-1 0 0,1 0 1 0 0,-1 0 0 0 0,0 1-1 0 0,0-1 1 0 0,1 0 0 0 0,-1 0-1 0 0,0 1 1 0 0,0-1 0 0 0,1 0-1 0 0,-1 0 1 0 0,0 1 0 0 0,0-1-1 0 0,0 0 1 0 0,0 1 0 0 0,1-1-1 0 0,-1 0 1 0 0,0 1 0 0 0,0 0-1 0 0,0-1-15 0 0,0 1-1 0 0,0-1 1 0 0,1 1-1 0 0,-1-1 1 0 0,0 0-1 0 0,0 1 1 0 0,1-1-1 0 0,-1 1 1 0 0,0-1-1 0 0,0 1 1 0 0,1-1-1 0 0,-1 0 1 0 0,0 1-1 0 0,1-1 1 0 0,-1 0 0 0 0,1 1-1 0 0,-1-1 1 0 0,0 0-1 0 0,1 0 1 0 0,-1 1-1 0 0,1-1 1 0 0,-1 0-1 0 0,1 0 1 0 0,-1 0-1 0 0,1 0 1 0 0,-1 1-1 0 0,1-1 1 0 0,-1 0-1 0 0,1 0 1 0 0,-1 0-1 0 0,1 0 1 0 0,-1 0-1 0 0,1 0 1 0 0,-1 0-1 0 0,1 0 1 0 0,-1-1-1 0 0,1 1 1 0 0,7-2-49 0 0,0-1-1 0 0,-1 1 1 0 0,1-1-1 0 0,-1-1 1 0 0,0 1-1 0 0,0-1 1 0 0,0-1-1 0 0,0 1 1 0 0,5-7-1 0 0,23-20 132 0 0,-23 19 198 0 0,1-1 0 0 0,0 2 0 0 0,1 0-1 0 0,1 1 1 0 0,0 0 0 0 0,0 1 0 0 0,31-14-1 0 0,-37 20-123 0 0,-1 1-1 0 0,0 0 1 0 0,1 0-1 0 0,-1 1 1 0 0,1 0-1 0 0,-1 1 1 0 0,1-1-1 0 0,-1 2 0 0 0,1-1 1 0 0,0 1-1 0 0,-1 0 1 0 0,11 4-1 0 0,-12-4-72 0 0,-1 1-1 0 0,0 0 1 0 0,0 1-1 0 0,0 0 0 0 0,0-1 1 0 0,0 2-1 0 0,-1-1 1 0 0,0 1-1 0 0,1 0 1 0 0,-1 0-1 0 0,0 0 0 0 0,-1 1 1 0 0,1-1-1 0 0,-1 1 1 0 0,0 0-1 0 0,0 1 0 0 0,-1-1 1 0 0,5 10-1 0 0,-6-12-80 0 0,0 2 44 0 0,5 14 18 0 0,-5-15-16 0 0,-1 1-106 0 0,2 15 28 0 0,-2-15-60 0 0,-6-1-2556 0 0,5-4 2638 0 0,0 1-1 0 0,0-1 0 0 0,-1 1 1 0 0,1-1-1 0 0,0 1 0 0 0,-1-1 1 0 0,1 1-1 0 0,0-1 0 0 0,-1 1 1 0 0,1-1-1 0 0,-1 0 0 0 0,1 1 1 0 0,-1-1-1 0 0,1 0 0 0 0,-1 1 1 0 0,1-1-1 0 0,-1 0 0 0 0,1 0 0 0 0,-1 1 1 0 0,1-1-1 0 0,-1 0 0 0 0,1 0 1 0 0,-1 0-1 0 0,0 0 0 0 0,1 0 1 0 0,-1 0-1 0 0,1 0 0 0 0,-1 0 1 0 0,0 0-1 0 0,-37-23-1041 0 0,34 21 915 0 0,2 1 152 0 0,0 1 1 0 0,0 0 0 0 0,0 0 0 0 0,0-1 0 0 0,0 1-1 0 0,1-1 1 0 0,-1 0 0 0 0,0 1 0 0 0,0-1 0 0 0,0 0 0 0 0,-1-2-1 0 0,-2 1-6 0 0,-1-1-11 0 0,0 2 50 0 0,-17-4 46 0 0,17 3 39 0 0,1 2 99 0 0,-16-2 37 0 0,16 1 10 0 0,0 2 34 0 0,-15 3 19 0 0,15-2-21 0 0,5-2-264 0 0,0 0 0 0 0,-1 1 0 0 0,1-1 0 0 0,0 1 0 0 0,0-1 0 0 0,-1 0 0 0 0,1 1 0 0 0,0-1 0 0 0,-1 0 1 0 0,1 1-1 0 0,0-1 0 0 0,-1 0 0 0 0,1 0 0 0 0,0 1 0 0 0,-1-1 0 0 0,1 0 0 0 0,0 0 0 0 0,-1 0 0 0 0,1 1 0 0 0,-1-1 0 0 0,1 0 0 0 0,-1 0 0 0 0,1 0 0 0 0,0 0 0 0 0,-1 0 0 0 0,1 0 0 0 0,-2 0 0 0 0,2 0 2 0 0,-1 0-1 0 0,0 0 0 0 0,0 0 0 0 0,1 0 0 0 0,-1 1 0 0 0,0-1 0 0 0,0 0 1 0 0,1 0-1 0 0,-1 1 0 0 0,0-1 0 0 0,1 0 0 0 0,-1 1 0 0 0,0-1 0 0 0,1 1 1 0 0,-1-1-1 0 0,0 1 0 0 0,1-1 0 0 0,-1 1 0 0 0,1-1 0 0 0,-1 1 0 0 0,1-1 0 0 0,-1 1 1 0 0,0 1-1 0 0,-4 7 153 0 0,1 1 0 0 0,-1 0 0 0 0,2 0 1 0 0,-5 14-1 0 0,8-18 25 0 0,0-1-38 0 0,10 47 205 0 0,-8-47-296 0 0,0-2-8 0 0,2 1-30 0 0,-1 0 1 0 0,1-1-1 0 0,-1 1 0 0 0,1-1 0 0 0,0 0 0 0 0,8 4 0 0 0,-8-5 21 0 0,1-4-19 0 0,3 1-4 0 0,0-1-1 0 0,0-1 1 0 0,-1 1-1 0 0,1-1 1 0 0,-1-1-1 0 0,0 1 1 0 0,0-1 0 0 0,9-7-1 0 0,53-54 71 0 0,-62 60-84 0 0,5-6 45 0 0,1 1-1 0 0,1 0 0 0 0,0 1 0 0 0,15-8 0 0 0,25-2 209 0 0,-49 18-176 0 0,3 1-44 0 0,-4 0-42 0 0,0 0 0 0 0,1 0 0 0 0,-1 0 0 0 0,0 0 0 0 0,0 0-1 0 0,1 1 1 0 0,-1 0 0 0 0,0 0 0 0 0,0 0 0 0 0,0 0-1 0 0,0 0 1 0 0,0 1 0 0 0,0 0 0 0 0,5 3 0 0 0,-5-3-71 0 0,-1 1 1 0 0,1 0 0 0 0,0 1 0 0 0,-1-1-1 0 0,1 1 1 0 0,-1-1 0 0 0,0 1-1 0 0,0 0 1 0 0,-1 0 0 0 0,1 0 0 0 0,-1 1-1 0 0,0-1 1 0 0,0 0 0 0 0,0 1-1 0 0,-1 0 1 0 0,2 4 0 0 0,-3 5-711 0 0,-1 1-1 0 0,0-1 1 0 0,-1 0 0 0 0,-1 0 0 0 0,0 0-1 0 0,-1 0 1 0 0,-6 15 0 0 0,7-23-2692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104 26 3680 0 0,'0'0'3954'0'0,"-1"-4"-3297"0"0,-1-13-93 0 0,1 12 2221 0 0,-10 23-1987 0 0,8-13-694 0 0,1 0 0 0 0,0 1 0 0 0,0-1 0 0 0,1 1-1 0 0,-1-1 1 0 0,1 1 0 0 0,1 0 0 0 0,-1-1 0 0 0,1 10 0 0 0,-1-3-26 0 0,-64 397 1650 0 0,64-405-1739 0 0,0 2-34 0 0,-3 17-67 0 0,4-17-100 0 0,-1-1-529 0 0,0 14 238 0 0,1-14-107 0 0,13 6-2899 0 0,-4-11-1309 0 0,16-11 136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35 2748 0 0,'6'-12'469'0'0,"7"-9"5149"0"0,-13 21-5573 0 0,1-1-1 0 0,-1 1 1 0 0,0 0-1 0 0,1 0 1 0 0,-1 0-1 0 0,1 0 0 0 0,-1 0 1 0 0,1 0-1 0 0,-1 0 1 0 0,1 0-1 0 0,-1 0 0 0 0,1 0 1 0 0,-1 0-1 0 0,1 0 1 0 0,-1 0-1 0 0,1 0 0 0 0,-1 0 1 0 0,0 1-1 0 0,1-1 1 0 0,-1 0-1 0 0,1 0 1 0 0,-1 1-1 0 0,0-1 0 0 0,1 0 1 0 0,-1 0-1 0 0,1 1 1 0 0,-1-1-1 0 0,0 0 0 0 0,1 1 1 0 0,-1-1-1 0 0,0 0 1 0 0,0 1-1 0 0,1-1 0 0 0,-1 1 1 0 0,0-1-1 0 0,0 1 1 0 0,0-1-1 0 0,1 0 0 0 0,-1 1 1 0 0,0 0-1 0 0,2 2 170 0 0,-1 3-40 0 0,2 22 2 0 0,-1-1 1 0 0,-1 1-1 0 0,-2 0 1 0 0,0 0 0 0 0,-2-1-1 0 0,-1 1 1 0 0,-10 33-1 0 0,-9 16 585 0 0,22-73-451 0 0,2-4-308 0 0,-1 0 0 0 0,0 0 0 0 0,1 0 0 0 0,-1 0 0 0 0,1 1 1 0 0,-1-1-1 0 0,1 0 0 0 0,-1 0 0 0 0,0 0 0 0 0,1 0 1 0 0,-1 0-1 0 0,1 0 0 0 0,-1 1 0 0 0,0-1 0 0 0,1 0 0 0 0,-1 0 1 0 0,0 1-1 0 0,1-1 0 0 0,-1 0 0 0 0,0 1 0 0 0,0-1 1 0 0,1 0-1 0 0,-1 1 0 0 0,0-1 0 0 0,0 0 0 0 0,1 1 0 0 0,-1-1 1 0 0,0 1-1 0 0,0-1-1 0 0,1 1 0 0 0,-1 0 1 0 0,0-1-1 0 0,1 1 0 0 0,-1-1 0 0 0,1 1 0 0 0,-1-1 1 0 0,1 1-1 0 0,-1-1 0 0 0,1 0 0 0 0,-1 1 1 0 0,1-1-1 0 0,-1 0 0 0 0,1 1 0 0 0,-1-1 1 0 0,1 0-1 0 0,0 1 0 0 0,-1-1 0 0 0,1 0 0 0 0,-1 0 1 0 0,1 0-1 0 0,0 0 0 0 0,-1 0 0 0 0,1 0 1 0 0,0 0-1 0 0,-1 0 0 0 0,1 0 0 0 0,0 0 1 0 0,-1 0-1 0 0,1 0 0 0 0,1 0 0 0 0,15-2 45 0 0,22-2-94 0 0,0-3 0 0 0,53-14 0 0 0,-41 7 46 0 0,-10 1-12 0 0,60-29 1 0 0,-98 40 28 0 0,12-13 21 0 0,-13 12 14 0 0,0-1-11 0 0,-1-1-23 0 0,0 1 1 0 0,-1-1-1 0 0,1 1 1 0 0,-1-1-1 0 0,0 1 1 0 0,0-1-1 0 0,-1 1 0 0 0,-1-9 1 0 0,0 8 48 0 0,1 1-23 0 0,0 0 0 0 0,-1 1 0 0 0,0 0 0 0 0,0-1 0 0 0,0 1 0 0 0,-1 0 0 0 0,1 0 0 0 0,-1 0 0 0 0,-3-3 0 0 0,5 5-36 0 0,-1-2 114 0 0,-2 1-34 0 0,1-1-45 0 0,-1 1-1 0 0,1 1 1 0 0,0-1 0 0 0,-1 0-1 0 0,0 1 1 0 0,1 0-1 0 0,-1 0 1 0 0,-5-1-1 0 0,-1 0-21 0 0,8 5 49 0 0,-3 6-48 0 0,1 0 0 0 0,0 0-1 0 0,1 0 1 0 0,0 0 0 0 0,1 1-1 0 0,-3 18 1 0 0,-2 69 84 0 0,5 3-1939 0 0,12 100-1 0 0,-9-193 1313 0 0,0 0 0 0 0,1 0 0 0 0,-1 0 0 0 0,2-1 0 0 0,-1 1 0 0 0,1-1 0 0 0,5 10 0 0 0,-8-15 457 0 0,2 3-1220 0 0,3-1-912 0 0,15 10-1538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138 103 2876 0 0,'0'0'1426'0'0,"-1"-6"-146"0"0,-9-44 1637 0 0,9 46-2069 0 0,-1 0-151 0 0,-7-13-134 0 0,7 13-90 0 0,2 4-454 0 0,0 0-1 0 0,-1 0 1 0 0,1 0 0 0 0,0 0 0 0 0,-1 0 0 0 0,1-1 0 0 0,0 1 0 0 0,-1 0-1 0 0,1 0 1 0 0,0 0 0 0 0,-1-1 0 0 0,1 1 0 0 0,0 0 0 0 0,0 0 0 0 0,-1-1-1 0 0,1 1 1 0 0,0 0 0 0 0,0-1 0 0 0,0 1 0 0 0,-1 0 0 0 0,1-1 0 0 0,0 1-1 0 0,0 0 1 0 0,0-1 0 0 0,0 1 0 0 0,0 0 0 0 0,0-1 0 0 0,0 0 21 0 0,-1 1 1 0 0,1-1 0 0 0,0 1-1 0 0,0-1 1 0 0,0 1-1 0 0,0-1 1 0 0,0 1 0 0 0,-1 0-1 0 0,1-1 1 0 0,0 1-1 0 0,0-1 1 0 0,-1 1 0 0 0,1 0-1 0 0,0-1 1 0 0,-1 1 0 0 0,1 0-1 0 0,0-1 1 0 0,-1 1-1 0 0,1 0 1 0 0,0 0 0 0 0,-1-1-1 0 0,1 1 1 0 0,-1 0 0 0 0,1 0-1 0 0,0-1 1 0 0,-1 1-1 0 0,1 0 1 0 0,-1 0 0 0 0,1 0-1 0 0,-1 0 1 0 0,1 0 0 0 0,-1 0-1 0 0,1 0 1 0 0,-1 0-1 0 0,1 0 1 0 0,-1 0 0 0 0,1 0-1 0 0,-1 0 1 0 0,-3 1 29 0 0,1 0 1 0 0,-1 1-1 0 0,1-1 1 0 0,0 1-1 0 0,0 0 1 0 0,-1-1-1 0 0,1 1 1 0 0,0 1-1 0 0,1-1 1 0 0,-1 0-1 0 0,0 1 1 0 0,1-1-1 0 0,-1 1 1 0 0,1 0-1 0 0,0 0 1 0 0,0 0-1 0 0,0 0 1 0 0,0 0-1 0 0,1 0 1 0 0,-2 4-1 0 0,-21 52 443 0 0,17-40-355 0 0,4 7-25 0 0,2-23-112 0 0,1 10 28 0 0,-1 1 0 0 0,2-1 0 0 0,0 0 1 0 0,0 1-1 0 0,4 13 0 0 0,-3-21-62 0 0,1 0 0 0 0,0 1 0 0 0,-1-1 0 0 0,2-1 0 0 0,-1 1 0 0 0,1 0 0 0 0,0-1 0 0 0,0 0 0 0 0,0 0 0 0 0,1 0 0 0 0,0 0 0 0 0,10 7 0 0 0,-11-9-99 0 0,-3-3 98 0 0,1 0-1 0 0,0 0 0 0 0,0 0 0 0 0,-1 1 1 0 0,1-1-1 0 0,0 1 0 0 0,-1 0 0 0 0,1-1 1 0 0,0 1-1 0 0,-1 0 0 0 0,2 1 0 0 0,2 0-19 0 0,0 0-71 0 0,1-2 0 0 0,-1 1 89 0 0,0-1 0 0 0,1 0 0 0 0,-1 0 0 0 0,0 0 0 0 0,0-1 0 0 0,1 0 0 0 0,-1 0 0 0 0,0 0 0 0 0,0 0 0 0 0,0-1 0 0 0,0 0 0 0 0,0 0 0 0 0,0-1 0 0 0,-1 1 0 0 0,1-1 0 0 0,-1 0 0 0 0,0 0 0 0 0,1 0 0 0 0,-1-1 0 0 0,-1 1-1 0 0,1-1 1 0 0,-1 0 0 0 0,1 0 0 0 0,-1-1 0 0 0,3-4 0 0 0,-2 1 34 0 0,0 0-1 0 0,0 0 1 0 0,-1 0-1 0 0,0 0 1 0 0,0-1-1 0 0,-1 1 1 0 0,0-1-1 0 0,0 0 1 0 0,-1-10-1 0 0,-6-47-596 0 0,3 57 295 0 0,-1 0-1 0 0,0 0 1 0 0,0 0-1 0 0,-1 0 1 0 0,0 0-1 0 0,0 1 1 0 0,-1 0-1 0 0,0 0 1 0 0,-7-8-1 0 0,11 14 178 0 0,0 1 0 0 0,0 0-1 0 0,0-1 1 0 0,0 1 0 0 0,0 0-1 0 0,-1 0 1 0 0,1 0 0 0 0,0-1 0 0 0,-1 1-1 0 0,1 1 1 0 0,-1-1 0 0 0,1 0-1 0 0,-1 0 1 0 0,0 0 0 0 0,1 1-1 0 0,-4-1 1 0 0,0-1-284 0 0,3 1 113 0 0,-1-1-1 0 0,1 1 1 0 0,0 0 0 0 0,-1 0 0 0 0,1 0-1 0 0,0 0 1 0 0,-1 0 0 0 0,1 1 0 0 0,-1-1-1 0 0,1 1 1 0 0,-5 0 0 0 0,-1-1-780 0 0,1-1-3714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71 3636 0 0,'-1'-4'1412'0'0,"-2"-12"-183"0"0,2 12 690 0 0,-1-1-1128 0 0,-3-13-64 0 0,3 13 1031 0 0,-5-10-1162 0 0,4 11 2351 0 0,2 8-2879 0 0,0 0 0 0 0,0 1 1 0 0,0-1-1 0 0,0 0 1 0 0,1 1-1 0 0,0-1 0 0 0,0 0 1 0 0,1 9-1 0 0,-1 8 94 0 0,9 490 1292 0 0,-9-505-1442 0 0,0 1-26 0 0,0 19 4 0 0,0-19-55 0 0,0-3-88 0 0,-2 16-85 0 0,2-15-130 0 0,5 2-2944 0 0,0 2 2685 0 0,1-9-2852 0 0,8-8 176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100 143 2520 0 0,'0'0'8460'0'0,"-1"-5"-8090"0"0,-3-12-18 0 0,3 13 824 0 0,2-1-1055 0 0,2-20 71 0 0,-2 24-178 0 0,0-1-1 0 0,1 0 1 0 0,-1 1-1 0 0,1 0 1 0 0,-1-1-1 0 0,1 1 1 0 0,-1 0-1 0 0,1 0 1 0 0,2-2 0 0 0,2-2 3 0 0,29-20 42 0 0,36-3-8 0 0,-48 21 48 0 0,-18 5-102 0 0,1 2-27 0 0,17-4 9 0 0,-17 3-9 0 0,0 2 4 0 0,-4 0 23 0 0,0-1 2 0 0,0 1 0 0 0,-1 0 1 0 0,1-1-1 0 0,0 0 0 0 0,0 1 1 0 0,0-1-1 0 0,-1 0 0 0 0,1 0 1 0 0,0 0-1 0 0,0 0 1 0 0,0 0-1 0 0,3-1 0 0 0,-5 1 2 0 0,1 0-1 0 0,0 0 0 0 0,-1 0 1 0 0,1 0-1 0 0,0 0 1 0 0,-1 1-1 0 0,1-1 1 0 0,0 0-1 0 0,-1 0 0 0 0,1 1 1 0 0,0-1-1 0 0,-1 0 1 0 0,1 1-1 0 0,-1-1 0 0 0,1 1 1 0 0,-1-1-1 0 0,1 1 1 0 0,-1-1-1 0 0,1 1 1 0 0,-1-1-1 0 0,1 1 0 0 0,-1-1 1 0 0,0 1-1 0 0,1 0 1 0 0,-1-1-1 0 0,0 1 0 0 0,0-1 1 0 0,1 1-1 0 0,-1 1 1 0 0,8 17 0 0 0,-8-19 1 0 0,1 4 10 0 0,-2 2 3 0 0,-15 52 66 0 0,10-42-64 0 0,-1 0 0 0 0,-1 0 0 0 0,-15 21 0 0 0,-18 24 31 0 0,38-54-42 0 0,-27 31-27 0 0,23-23-1015 0 0,7-14 1024 0 0,0-1-1 0 0,0 1 1 0 0,0-1-1 0 0,1 1 1 0 0,-1-1-1 0 0,0 1 1 0 0,1-1-1 0 0,-1 1 1 0 0,0-1-1 0 0,1 1 1 0 0,-1-1-1 0 0,0 1 1 0 0,1-1-1 0 0,-1 0 1 0 0,1 1-1 0 0,-1-1 1 0 0,1 0-1 0 0,-1 1 1 0 0,1-1-1 0 0,-1 0 1 0 0,1 0-1 0 0,-1 1 1 0 0,1-1-1 0 0,-1 0 1 0 0,1 0-1 0 0,-1 0 1 0 0,1 0-1 0 0,0 0 1 0 0,-1 0-1 0 0,1 0 1 0 0,-1 0-1 0 0,1 0 1 0 0,-1 0-1 0 0,1 0 1 0 0,1 0-1 0 0,5 0-39 0 0,-4-1 39 0 0,35-10-181 0 0,-34 9 200 0 0,24-2 75 0 0,-23 4 49 0 0,0-1-62 0 0,13-1 1 0 0,-13 1 119 0 0,18 11 174 0 0,-21-7-246 0 0,1 3-73 0 0,-1-1 0 0 0,0 0 0 0 0,0 1 0 0 0,-1 0 0 0 0,1-1 0 0 0,-1 1 0 0 0,-1 0 0 0 0,1 0 0 0 0,-1 0 0 0 0,0 8 1 0 0,-1-9-12 0 0,0 0-14 0 0,-1 2 5 0 0,0-1-1 0 0,0 1 1 0 0,-1 0-1 0 0,1-1 0 0 0,-2 1 1 0 0,1-1-1 0 0,-1 0 1 0 0,0 0-1 0 0,0 0 0 0 0,-5 5 1 0 0,-2-2-58 0 0,0-1 0 0 0,0 0 1 0 0,-1 0-1 0 0,0-2 0 0 0,0 1 1 0 0,-1-1-1 0 0,1-1 0 0 0,-1 0 0 0 0,0-1 1 0 0,-1 0-1 0 0,1-1 0 0 0,-22 2 1 0 0,27-4-70 0 0,-50 3-550 0 0,53-4 453 0 0,0 0-1 0 0,0-1 0 0 0,1 1 1 0 0,-1-1-1 0 0,0 0 0 0 0,0-1 0 0 0,1 1 1 0 0,-1-1-1 0 0,0 0 0 0 0,1 0 1 0 0,-8-4-1 0 0,10 3-152 0 0,0 1-1 0 0,-1-1 1 0 0,1 0 0 0 0,0 1 0 0 0,1-1-1 0 0,-1 0 1 0 0,0 0 0 0 0,1 0-1 0 0,-1 0 1 0 0,0-6 0 0 0,0 4-777 0 0,3-2-719 0 0,5-27-1305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11 3516 0 0,'10'-7'-746'0'0,"-2"4"4115"0"0,-10 17 1417 0 0,0-10-4517 0 0,2-3-247 0 0,0 0-1 0 0,0 0 1 0 0,0 0-1 0 0,0 0 0 0 0,-1-1 1 0 0,1 1-1 0 0,0 0 1 0 0,0 0-1 0 0,-1 0 0 0 0,1-1 1 0 0,0 1-1 0 0,-1 0 1 0 0,1 0-1 0 0,-1-1 0 0 0,1 1 1 0 0,-1 0-1 0 0,0-1 1 0 0,0 1-1 0 0,-9 14 315 0 0,7-10-221 0 0,1 1-1 0 0,0 0 1 0 0,0-1-1 0 0,1 1 1 0 0,0 0-1 0 0,0 0 1 0 0,0 0-1 0 0,1 0 1 0 0,0 9 0 0 0,0-10-29 0 0,4-2-24 0 0,1 1-30 0 0,0 0 0 0 0,1 0 0 0 0,-1-1 0 0 0,1 1 0 0 0,0-1 0 0 0,0-1 0 0 0,0 1 0 0 0,8 1 0 0 0,61 14-50 0 0,-15-5 14 0 0,-11 2 118 0 0,-44-13 0 0 0,-1 0-2 0 0,1 2-22 0 0,0-1 1 0 0,0 1 0 0 0,-1 0 0 0 0,1 0 0 0 0,-1 1-1 0 0,0-1 1 0 0,0 1 0 0 0,-1 0 0 0 0,0 0 0 0 0,5 9-1 0 0,-6-10 57 0 0,-3-3-139 0 0,1-1 0 0 0,-1 1 0 0 0,1-1 0 0 0,0 1 0 0 0,-1-1 0 0 0,1 1 0 0 0,0 0-1 0 0,0-1 1 0 0,-1 1 0 0 0,1-1 0 0 0,0 1 0 0 0,0 0 0 0 0,0-1 0 0 0,0 1 0 0 0,0-1 0 0 0,0 1 0 0 0,0 0 0 0 0,0-1 0 0 0,0 1 0 0 0,0 0 0 0 0,0-1 0 0 0,0 1-1 0 0,-1 19 138 0 0,-2-12-102 0 0,0 0-1 0 0,0 0 0 0 0,-1 0 0 0 0,0-1 0 0 0,-1 1 0 0 0,0-1 0 0 0,0 0 1 0 0,0-1-1 0 0,-1 1 0 0 0,0-1 0 0 0,0 0 0 0 0,-1 0 0 0 0,-7 5 1 0 0,3-4-204 0 0,0-1 0 0 0,0 1 1 0 0,0-2-1 0 0,-1 0 1 0 0,0 0-1 0 0,0-1 1 0 0,0-1-1 0 0,-23 4 1 0 0,30-6-168 0 0,0-1 0 0 0,0 1 0 0 0,0-1 0 0 0,0 0 0 0 0,0-1-1 0 0,1 1 1 0 0,-1-1 0 0 0,0 0 0 0 0,0 0 0 0 0,0 0 0 0 0,0-1 0 0 0,1 0 0 0 0,-1 0 0 0 0,1 0 0 0 0,-1 0 0 0 0,1-1 0 0 0,0 0 0 0 0,0 0 0 0 0,0 0 0 0 0,0 0 0 0 0,1-1 0 0 0,-1 1 0 0 0,1-1 0 0 0,0 0 0 0 0,-5-7 0 0 0,4 2-1856 0 0,-3-17-1518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1 227 2096 0 0,'2'-4'1268'0'0,"6"-12"-216"0"0,-6 12-203 0 0,0 0-103 0 0,5-4-352 0 0,0-1-1 0 0,0 1 1 0 0,0 1-1 0 0,1 0 1 0 0,0 0-1 0 0,1 0 1 0 0,0 1-1 0 0,0 0 1 0 0,0 1-1 0 0,0 0 1 0 0,15-6-1 0 0,24-8 568 0 0,55-13 0 0 0,-70 22-593 0 0,41-11-24 0 0,-5 2-696 0 0,-66 18 91 0 0,23-7-2120 0 0,-8 5-3395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14 172 3656 0 0,'0'0'5043'0'0,"-2"-3"-4061"0"0,-10-10 4278 0 0,13 8-5150 0 0,1-12-53 0 0,-1 12 74 0 0,3 4-101 0 0,42-13 91 0 0,-40 13-123 0 0,0 2-10 0 0,20 1 18 0 0,-20-2-21 0 0,-1 2-41 0 0,16 5 22 0 0,-15-6 39 0 0,-2 2 9 0 0,3 1-10 0 0,-1 1-1 0 0,0-1 1 0 0,0 1-1 0 0,0 0 1 0 0,-1 1 0 0 0,0-1-1 0 0,0 1 1 0 0,0 0-1 0 0,-1 1 1 0 0,4 7-1 0 0,-6-10 12 0 0,0 2 0 0 0,2 18-13 0 0,-3-18-37 0 0,-1 0 23 0 0,-1 8 19 0 0,0 0 0 0 0,-1 0-1 0 0,0 0 1 0 0,-1-1 0 0 0,-1 1 0 0 0,0-1-1 0 0,-6 13 1 0 0,-9 15-57 0 0,17-37 46 0 0,0 0 7 0 0,-2 10-188 0 0,15-19-579 0 0,21-31 281 0 0,-9-1 334 0 0,-2 0 0 0 0,-1-2 0 0 0,-2 0 0 0 0,-2-1 0 0 0,15-57 0 0 0,-30 92 143 0 0,2-25 66 0 0,-2 24-33 0 0,-1 1-38 0 0,3-13-107 0 0,-3 13 290 0 0,0 0-122 0 0,-1-13-26 0 0,0 13 97 0 0,-19 15-96 0 0,16-8-19 0 0,2 6-48 0 0,2-8 42 0 0,-1 0 0 0 0,1 0 0 0 0,0 0 0 0 0,0 0 0 0 0,0 0 0 0 0,0 0 1 0 0,0 0-1 0 0,-1-1 0 0 0,1 1 0 0 0,0 0 0 0 0,0 0 0 0 0,0 0 0 0 0,0 0 0 0 0,-1 0 0 0 0,1 0 0 0 0,0 0 0 0 0,0 0 0 0 0,0 0 0 0 0,0 1 1 0 0,-1-1-1 0 0,1 0 0 0 0,0 0 0 0 0,0 0 0 0 0,0 0 0 0 0,0 0 0 0 0,-1 0 0 0 0,1 0 0 0 0,0 0 0 0 0,0 0 0 0 0,0 0 0 0 0,0 1 1 0 0,0-1-1 0 0,0 0 0 0 0,-1 0 0 0 0,1 0 0 0 0,0 0 0 0 0,0 0 0 0 0,0 0 0 0 0,0 1 0 0 0,0-1 0 0 0,0 0 0 0 0,0 0 0 0 0,0 0 1 0 0,0 0-1 0 0,0 1 0 0 0,0-1 0 0 0,0 0 0 0 0,0 0 0 0 0,0 0 0 0 0,-10 43 54 0 0,8-24-18 0 0,2 0-1 0 0,3 30 0 0 0,-2-43-15 0 0,1-1 14 0 0,1 1-30 0 0,0 0 0 0 0,0 0-1 0 0,1 0 1 0 0,-1 0-1 0 0,1-1 1 0 0,1 0 0 0 0,-1 0-1 0 0,1 0 1 0 0,0 0 0 0 0,0-1-1 0 0,0 1 1 0 0,0-1 0 0 0,1-1-1 0 0,0 1 1 0 0,0-1 0 0 0,12 5-1 0 0,-14-6-73 0 0,2 0-113 0 0,17 4 34 0 0,-17-4-35 0 0,1-1-78 0 0,18-2-1076 0 0,42-4 1 0 0,-63 3 673 0 0,-2 3 573 0 0,-1-2-1 0 0,1 1 1 0 0,0 0 0 0 0,-1 0-1 0 0,1 0 1 0 0,0-1-1 0 0,-1 1 1 0 0,1-1 0 0 0,-1 1-1 0 0,1-1 1 0 0,-1 0-1 0 0,3-1 1 0 0,-1 0-114 0 0,3 1-417 0 0,-2-2-123 0 0,35-21-3287 0 0,-35 21 1466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 1984 0 0,'0'0'1554'0'0,"2"-3"-812"0"0,4-5-1085 0 0,-5 8 540 0 0,-1 0 1 0 0,1-1 0 0 0,-1 1 0 0 0,1 0 0 0 0,-1 0 0 0 0,0-1 0 0 0,1 1 0 0 0,-1 0-1 0 0,1 0 1 0 0,-1 0 0 0 0,1 0 0 0 0,0 0 0 0 0,-1 0 0 0 0,1 0 0 0 0,-1 0-1 0 0,1 0 1 0 0,-1 0 0 0 0,1 0 0 0 0,-1 0 0 0 0,1 0 0 0 0,-1 0 0 0 0,1 0 0 0 0,-1 1-1 0 0,1-1 1 0 0,-1 0 0 0 0,0 0 0 0 0,1 1 0 0 0,-1-1 0 0 0,1 0 0 0 0,-1 0-1 0 0,0 1 1 0 0,1-1 0 0 0,-1 1 0 0 0,1-1 0 0 0,-1 0 0 0 0,0 1 0 0 0,0-1 0 0 0,1 1-1 0 0,-1-1 1 0 0,1 1 0 0 0,1 2 537 0 0,-1 3-409 0 0,27 209 2289 0 0,-11-122-2494 0 0,-16-88-220 0 0,0 1-77 0 0,4 15-93 0 0,-4-15-115 0 0,1-2-969 0 0,4 12 478 0 0,-5-12-225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11 153 3308 0 0,'-1'-4'1510'0'0,"-7"-33"4285"0"0,7 26-5944 0 0,1 6 1063 0 0,1 0-554 0 0,0 3-260 0 0,0-1 0 0 0,0 0 0 0 0,0 0 0 0 0,1 0 1 0 0,-1 1-1 0 0,1-1 0 0 0,0 1 0 0 0,0-1 0 0 0,0 1 0 0 0,0 0 1 0 0,0 0-1 0 0,4-3 0 0 0,-3 2 279 0 0,4 3-302 0 0,18-1 86 0 0,-18 1 4 0 0,-1 1-25 0 0,6 2-62 0 0,1 1 1 0 0,-1 0-1 0 0,0 0 0 0 0,0 1 1 0 0,19 12-1 0 0,-28-15-63 0 0,-2-1-17 0 0,-1-1 1 0 0,1 0 0 0 0,-1 0 0 0 0,1 0-1 0 0,-1 0 1 0 0,1 0 0 0 0,-1 1-1 0 0,1-1 1 0 0,-1 0 0 0 0,1 0 0 0 0,-1 1-1 0 0,1-1 1 0 0,-1 0 0 0 0,1 1-1 0 0,-1-1 1 0 0,1 0 0 0 0,-1 1 0 0 0,0-1-1 0 0,1 1 1 0 0,-1-1 0 0 0,0 1 0 0 0,1-1-1 0 0,-1 1 1 0 0,0-1 0 0 0,1 2-1 0 0,-1-2 1 0 0,0 1-1 0 0,1 0 1 0 0,-1-1 0 0 0,0 1-1 0 0,1 0 1 0 0,-1-1-1 0 0,1 1 1 0 0,-1-1-1 0 0,1 1 1 0 0,-1 0-1 0 0,1-1 1 0 0,0 1-1 0 0,-1-1 1 0 0,1 0-1 0 0,0 1 1 0 0,-1-1-1 0 0,1 0 1 0 0,1 1-1 0 0,-1 0 0 0 0,0 1 0 0 0,0-1 0 0 0,1 1 0 0 0,-1-1 0 0 0,0 1 0 0 0,0-1 0 0 0,-1 1 0 0 0,1-1 0 0 0,0 1 0 0 0,0 2 0 0 0,2 0 8 0 0,-3 0-11 0 0,3 41 128 0 0,-3-40-107 0 0,-2 0 11 0 0,-25 64 105 0 0,25-64-117 0 0,0-2-8 0 0,-15 38-593 0 0,21-42 503 0 0,16-2-14 0 0,-15 2 6 0 0,-1-2-10 0 0,12-8-119 0 0,-1-2 0 0 0,0 0-1 0 0,-1-1 1 0 0,20-24 0 0 0,-28 29 191 0 0,1 1-1 0 0,-1-1 1 0 0,-1 0 0 0 0,6-11-1 0 0,-7 12 21 0 0,19-35-102 0 0,7-34 59 0 0,-28 72 44 0 0,-1 1-3 0 0,4-14 6 0 0,-4 14 146 0 0,-3 4-142 0 0,0 1 1 0 0,0-1-1 0 0,0 1 0 0 0,0-1 1 0 0,0 1-1 0 0,0 0 0 0 0,0 0 1 0 0,0 0-1 0 0,0 0 0 0 0,0 0 0 0 0,1 1 1 0 0,-1-1-1 0 0,0 1 0 0 0,1-1 1 0 0,-1 1-1 0 0,1-1 0 0 0,0 1 0 0 0,-1 0 1 0 0,1-1-1 0 0,0 1 0 0 0,0 0 1 0 0,-1 3-1 0 0,-2 2 11 0 0,1 0 0 0 0,0 1 0 0 0,1-1 0 0 0,-4 15-1 0 0,-1 25 218 0 0,7-42-141 0 0,0 2-13 0 0,0-5-84 0 0,1 6-19 0 0,-1 0 1 0 0,1 0-1 0 0,1 1 0 0 0,-1-1 1 0 0,1 0-1 0 0,1 0 0 0 0,0-1 0 0 0,0 1 1 0 0,0 0-1 0 0,1-1 0 0 0,0 0 1 0 0,1 0-1 0 0,-1 0 0 0 0,1 0 1 0 0,6 5-1 0 0,-3-4-428 0 0,0-1 0 0 0,0 0 0 0 0,17 10 0 0 0,-15-11-1185 0 0,0-1 0 0 0,0-1 0 0 0,15 5 0 0 0,-3-2-2575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79 2616 0 0,'1'-5'1008'0'0,"8"-37"3939"0"0,-8 38-3844 0 0,-1 4-1087 0 0,0 0 0 0 0,0-1 0 0 0,0 1 0 0 0,0-1 0 0 0,0 1 0 0 0,0 0 0 0 0,0-1 0 0 0,1 1 0 0 0,-1-1 0 0 0,0 1 1 0 0,0 0-1 0 0,0-1 0 0 0,1 1 0 0 0,-1 0 0 0 0,0-1 0 0 0,1 1 0 0 0,-1 0 0 0 0,0-1 0 0 0,1 1 0 0 0,-1 0 0 0 0,0 0 1 0 0,1-1-1 0 0,-1 1 0 0 0,0 0 0 0 0,1 0 0 0 0,-1 0 0 0 0,1-1 0 0 0,0 1 28 0 0,-1 0 0 0 0,1 0 0 0 0,-1 0 0 0 0,1-1 0 0 0,-1 1 1 0 0,1 0-1 0 0,-1-1 0 0 0,0 1 0 0 0,1 0 0 0 0,-1-1 0 0 0,1 1 0 0 0,-1-1 0 0 0,0 1 0 0 0,1-1 0 0 0,-1 1 0 0 0,0 0 0 0 0,0-1 0 0 0,1 1 1 0 0,-1-1-1 0 0,0-1 0 0 0,4 1 124 0 0,13-6-91 0 0,-13 6 514 0 0,1 2-426 0 0,15 4-36 0 0,-15-3-25 0 0,-4-2-89 0 0,0 1 0 0 0,1 0 0 0 0,-1 0 0 0 0,1 0 0 0 0,-1 0 0 0 0,0 0 0 0 0,0 0 0 0 0,0 0 0 0 0,1 0 0 0 0,-1 1 0 0 0,1 0 0 0 0,1 1 38 0 0,-1 1 4 0 0,6 13-6 0 0,-6-13-2 0 0,-1 1-5 0 0,4 17-25 0 0,-4-17 13 0 0,-1 2 22 0 0,0 4-41 0 0,-1 0 1 0 0,-1 0-1 0 0,0 0 0 0 0,0 0 0 0 0,-1-1 1 0 0,0 1-1 0 0,-1-1 0 0 0,0 1 0 0 0,0-1 1 0 0,-1 0-1 0 0,-1-1 0 0 0,0 1 0 0 0,0-1 1 0 0,-1 0-1 0 0,-12 13 0 0 0,16-20 15 0 0,2-1-31 0 0,-1 0 0 0 0,0-1 0 0 0,1 1 0 0 0,-1 0 0 0 0,1 0 1 0 0,0 0-1 0 0,-1 0 0 0 0,1 1 0 0 0,0-1 0 0 0,0 0 0 0 0,-2 3 1 0 0,2-4-1 0 0,-3 3-18 0 0,0-1-87 0 0,-13 4 85 0 0,12-4 1 0 0,1-3-45 0 0,-15-3 44 0 0,14 3-11 0 0,5-1-92 0 0,0 1 122 0 0,0 0 0 0 0,-1-1 1 0 0,1 1-1 0 0,0 0 0 0 0,-1 0 0 0 0,1 0 0 0 0,-1-1 0 0 0,0 1 1 0 0,1 0-1 0 0,-1 0 0 0 0,-1-2 0 0 0,1 1-2 0 0,-1-1-13 0 0,2 3-61 0 0,0 0 80 0 0,1 0 1 0 0,-1 0-1 0 0,0 0 0 0 0,1 0 1 0 0,-1 0-1 0 0,0-1 0 0 0,0 1 1 0 0,1 0-1 0 0,-1 0 0 0 0,0 0 1 0 0,0 0-1 0 0,1 0 0 0 0,-1 0 1 0 0,0-1-1 0 0,0 1 1 0 0,0 0-1 0 0,1 0 0 0 0,-1 0 1 0 0,0 0-1 0 0,0-1 0 0 0,0 1 1 0 0,1 0-1 0 0,-1 0 0 0 0,0-1 1 0 0,0 1-1 0 0,0 0 1 0 0,0 0-1 0 0,0-1 0 0 0,0 1 1 0 0,0 0-1 0 0,0 0 0 0 0,1-1 1 0 0,-1 1-1 0 0,0-1 6 0 0,0 1 1 0 0,0-1-1 0 0,0 1 1 0 0,0-1-1 0 0,1 1 1 0 0,-1-1-1 0 0,0 1 1 0 0,0 0-1 0 0,1-1 1 0 0,-1 1-1 0 0,0-1 1 0 0,1 1-1 0 0,-1 0 1 0 0,1-1-1 0 0,-1 1 1 0 0,0 0-1 0 0,1-1 1 0 0,-1 1-1 0 0,1 0 1 0 0,-1 0-1 0 0,1-1 1 0 0,-1 1-1 0 0,1 0 1 0 0,-1 0-1 0 0,1 0 1 0 0,-1 0-1 0 0,1 0 1 0 0,-1 0-1 0 0,1 0 1 0 0,-1 0-1 0 0,1 0 1 0 0,-1 0-1 0 0,1 0 1 0 0,-1 0-1 0 0,1 0 1 0 0,0 0-1 0 0,25 1 34 0 0,-20 0-4 0 0,0 0-1 0 0,56 17 195 0 0,68 16-2345 0 0,-50-21-4049 0 0,-74-12 1439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142 55 3300 0 0,'1'-4'1258'0'0,"1"-14"-123"0"0,-2 14 1388 0 0,-1 1-1872 0 0,-6-11-62 0 0,5 11 411 0 0,-1 1-588 0 0,0 1-254 0 0,0 0 1 0 0,0 0 0 0 0,0 0 0 0 0,0 0 0 0 0,0 1 0 0 0,0-1-1 0 0,0 1 1 0 0,-1 0 0 0 0,1 0 0 0 0,0 0 0 0 0,0 0-1 0 0,0 1 1 0 0,0-1 0 0 0,0 1 0 0 0,0 0 0 0 0,0 0 0 0 0,0 0-1 0 0,0 0 1 0 0,-4 2 0 0 0,3-1 78 0 0,1 3-31 0 0,-4 3-115 0 0,1 1 1 0 0,0 0 0 0 0,1 1-1 0 0,0-1 1 0 0,0 1-1 0 0,-4 14 1 0 0,-7 64-385 0 0,16-83 27 0 0,0 1-38 0 0,1 8-290 0 0,1-1 0 0 0,1-1 0 0 0,0 1 0 0 0,6 16 1 0 0,-6-26 41 0 0,0-1-78 0 0,0-1 244 0 0,-1 1 0 0 0,1-1 0 0 0,0-1 0 0 0,0 1 0 0 0,0 0 0 0 0,0-1 0 0 0,0 1 0 0 0,0-1 0 0 0,1 0 0 0 0,-1 0 0 0 0,3 0 0 0 0,-1-1-1633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3512 0 0,'0'0'3662'0'0,"6"1"-3043"0"0,21 1 930 0 0,-24 3-1075 0 0,2 6-165 0 0,-1 0 0 0 0,0 0 1 0 0,0 1-1 0 0,-1-1 0 0 0,-1 1 0 0 0,0 0 0 0 0,1 24 0 0 0,-3-29-248 0 0,0-6-63 0 0,-1 0 0 0 0,1 0 1 0 0,-1 0-1 0 0,1 1 0 0 0,0-1 1 0 0,0 0-1 0 0,0 0 0 0 0,0 0 1 0 0,0 1-1 0 0,0-1 0 0 0,0 0 1 0 0,0 0-1 0 0,0 0 0 0 0,0 1 1 0 0,1-1-1 0 0,0 1 0 0 0,1 13-181 0 0,1 9-352 0 0,-3-19 151 0 0,1 0-1272 0 0,-1 1 1310 0 0,1 3 43 0 0,-1 1-5801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83 1 2592 0 0,'-5'0'1327'0'0,"1"0"-909"0"0,0 1 0 0 0,1-1 0 0 0,-1 1 0 0 0,0 0-1 0 0,1 0 1 0 0,-1 1 0 0 0,1-1 0 0 0,-7 4 0 0 0,7-3 316 0 0,0 3-58 0 0,-2 2-379 0 0,1 1 1 0 0,0 0 0 0 0,0 0 0 0 0,1 0 0 0 0,0 1 0 0 0,0-1 0 0 0,-2 17-1 0 0,4-6-293 0 0,0 0 0 0 0,2 0 0 0 0,5 37 0 0 0,-5-50-271 0 0,1-2-32 0 0,5 14-43 0 0,-6-14-42 0 0,0-4 368 0 0,-1 0-1 0 0,0 0 1 0 0,1 0-1 0 0,-1 0 1 0 0,0 0-1 0 0,0 1 0 0 0,1-1 1 0 0,-1 0-1 0 0,0 0 1 0 0,1 0-1 0 0,-1 0 1 0 0,0 0-1 0 0,0 0 1 0 0,1 1-1 0 0,-1-1 1 0 0,0 0-1 0 0,0 0 1 0 0,1 0-1 0 0,-1 1 0 0 0,0-1 1 0 0,0 0-1 0 0,0 0 1 0 0,0 1-1 0 0,1-1 1 0 0,-1 0-1 0 0,0 0 1 0 0,0 1-1 0 0,0-1 1 0 0,0 0-1 0 0,0 1 1 0 0,0-1-1 0 0,0 1 0 0 0,1 0-65 0 0,-1-1 0 0 0,0 1 0 0 0,0 0 0 0 0,0-1 0 0 0,1 1 0 0 0,-1-1 0 0 0,0 1 0 0 0,1 0 0 0 0,-1-1 0 0 0,1 1-1 0 0,-1-1 1 0 0,1 1 0 0 0,-1-1 0 0 0,1 1 0 0 0,-1-1 0 0 0,1 1 0 0 0,-1-1 0 0 0,1 0 0 0 0,-1 1 0 0 0,1-1-1 0 0,0 0 1 0 0,-1 0 0 0 0,1 1 0 0 0,0-1 0 0 0,0 0 0 0 0,17 5-319 0 0,-14-4 73 0 0,-3-2-459 0 0,-1 0 767 0 0,0 1 0 0 0,0 0 0 0 0,0 0 0 0 0,0-1 0 0 0,0 1 0 0 0,1 0 0 0 0,-1 0 0 0 0,0-1 0 0 0,0 1 0 0 0,0 0 0 0 0,1 0 0 0 0,-1 0 0 0 0,0 0 0 0 0,0-1 0 0 0,1 1-1 0 0,-1 0 1 0 0,0 0 0 0 0,0 0 0 0 0,1 0 0 0 0,-1 0 0 0 0,0 0 0 0 0,0 0 0 0 0,1 0 0 0 0,-1 0 0 0 0,0-1 0 0 0,1 1 0 0 0,-1 0 0 0 0,0 1 0 0 0,1-1 0 0 0,-1 0-18 0 0,1-1 0 0 0,0 1 1 0 0,0 0-1 0 0,-1 0 1 0 0,1 0-1 0 0,0 0 0 0 0,0-1 1 0 0,-1 1-1 0 0,1 0 1 0 0,0-1-1 0 0,-1 1 0 0 0,1 0 1 0 0,-1-1-1 0 0,1 1 1 0 0,0-1-1 0 0,-1 1 0 0 0,1-1 1 0 0,-1 1-1 0 0,1-1 0 0 0,-1 1 1 0 0,0-1-1 0 0,1 0 1 0 0,-1 1-1 0 0,1-2 0 0 0,6-14-98 0 0,-5 12 47 0 0,-1-1 28 0 0,2-12 89 0 0,-2 13 138 0 0,0-1 84 0 0,19-58 2902 0 0,-18 60-2121 0 0,-2 3-1005 0 0,0-1 0 0 0,0 1 0 0 0,0-1-1 0 0,1 1 1 0 0,-1-1 0 0 0,0 1-1 0 0,1 0 1 0 0,-1-1 0 0 0,0 1-1 0 0,1 0 1 0 0,-1-1 0 0 0,0 1-1 0 0,1 0 1 0 0,-1-1 0 0 0,1 1 0 0 0,-1 0-1 0 0,1 0 1 0 0,-1-1 0 0 0,0 1-1 0 0,1 0 1 0 0,-1 0 0 0 0,1 0-1 0 0,-1 0 1 0 0,2-1 0 0 0,9-6 1973 0 0,-6 9-1591 0 0,23 3 317 0 0,-25-1-499 0 0,2 1-63 0 0,0 1 1 0 0,-1 0 0 0 0,0 0-1 0 0,0 0 1 0 0,0 0 0 0 0,-1 1-1 0 0,0 0 1 0 0,0 0-1 0 0,2 7 1 0 0,-3 2-133 0 0,0 0 0 0 0,-1 0 0 0 0,-1 1 0 0 0,0-1 0 0 0,-3 18 0 0 0,-7 38-2824 0 0,9-67 2312 0 0,-6 18-3563 0 0,4-19 2701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0 2800 0 0,'0'0'10915'0'0,"0"5"-10815"0"0,3 12-15 0 0,-3-12-28 0 0,0 1 39 0 0,-1 154 917 0 0,0-153-936 0 0,1-1-25 0 0,0 19-29 0 0,0-18 35 0 0,0-3-4 0 0,-1 16 11 0 0,1-15 43 0 0,-1 0-144 0 0,0 16 63 0 0,1-16 56 0 0,0 0-98 0 0,1 13-13 0 0,0-13-41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213 64 3092 0 0,'0'0'1737'0'0,"-1"-4"-375"0"0,-15-36 1722 0 0,14 37-2655 0 0,-2 0-76 0 0,1 1-289 0 0,0 1-1 0 0,0-1 1 0 0,1 1 0 0 0,-1-1-1 0 0,0 1 1 0 0,0 0 0 0 0,0 0-1 0 0,-1 0 1 0 0,1 1-1 0 0,0-1 1 0 0,0 1 0 0 0,0 0-1 0 0,-1 0 1 0 0,1 0 0 0 0,0 0-1 0 0,0 0 1 0 0,0 1 0 0 0,-5 0-1 0 0,1 2 84 0 0,-1 0 0 0 0,1 1 0 0 0,0-1-1 0 0,1 1 1 0 0,-1 1 0 0 0,1-1 0 0 0,-1 1-1 0 0,1 0 1 0 0,1 1 0 0 0,-1-1 0 0 0,1 1-1 0 0,0 0 1 0 0,0 0 0 0 0,1 1 0 0 0,0 0-1 0 0,0-1 1 0 0,0 1 0 0 0,1 1 0 0 0,-4 12-1 0 0,4-12-83 0 0,0 1-1 0 0,1-1 1 0 0,0 1-1 0 0,1 0 1 0 0,0 0-1 0 0,0-1 1 0 0,1 1-1 0 0,0 0 1 0 0,0 0-1 0 0,1 0 1 0 0,0 0-1 0 0,1 0 1 0 0,0-1-1 0 0,5 14 1 0 0,-5-18-84 0 0,-1-1-1 0 0,1 1 1 0 0,0-1 0 0 0,1 0 0 0 0,-1 0 0 0 0,0 0-1 0 0,1 0 1 0 0,0 0 0 0 0,0-1 0 0 0,-1 1 0 0 0,2-1 0 0 0,-1 0-1 0 0,0 0 1 0 0,0 0 0 0 0,7 3 0 0 0,35 8-342 0 0,-40-13 251 0 0,2 0 17 0 0,0-1 83 0 0,1 1-1 0 0,0 0 0 0 0,0-1 0 0 0,0 0 1 0 0,0 0-1 0 0,-1-1 0 0 0,1 0 1 0 0,-1-1-1 0 0,1 1 0 0 0,-1-1 1 0 0,0-1-1 0 0,0 0 0 0 0,0 0 1 0 0,0 0-1 0 0,7-6 0 0 0,-9 4 78 0 0,1 0-1 0 0,-1 0 1 0 0,0-1-1 0 0,0 0 0 0 0,-1 0 1 0 0,0 0-1 0 0,0 0 1 0 0,0 0-1 0 0,-1-1 0 0 0,0 0 1 0 0,-1 1-1 0 0,0-1 1 0 0,0 0-1 0 0,0-10 0 0 0,-1 14-20 0 0,-2-2-4 0 0,-2-17-43 0 0,2 17-60 0 0,-2 2-50 0 0,-6-15-66 0 0,7 15-113 0 0,-2 1-160 0 0,1 1 325 0 0,1 1 0 0 0,-1-1 1 0 0,0 1-1 0 0,1-1 0 0 0,-1 1 0 0 0,0 0 1 0 0,0 0-1 0 0,0 1 0 0 0,0-1 1 0 0,0 1-1 0 0,0-1 0 0 0,0 1 0 0 0,0 0 1 0 0,0 0-1 0 0,0 0 0 0 0,0 0 1 0 0,0 1-1 0 0,0-1 0 0 0,0 1 1 0 0,0 0-1 0 0,1 0 0 0 0,-1 0 0 0 0,0 0 1 0 0,0 0-1 0 0,-2 2 0 0 0,-9 8-1050 0 0,1 1 1 0 0,1 0-1 0 0,0 1 0 0 0,1 1 0 0 0,-17 24 0 0 0,24-33-2402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243 30 3728 0 0,'0'0'1637'0'0,"-2"-3"-300"0"0,0 0-971 0 0,0 1 0 0 0,0 0 0 0 0,0-1-1 0 0,-1 1 1 0 0,1 0 0 0 0,-1 1 0 0 0,1-1 0 0 0,-1 0 0 0 0,1 1 0 0 0,-1-1-1 0 0,-5-1 1 0 0,4 1 176 0 0,-2 3-133 0 0,-2 0-264 0 0,0 0 0 0 0,-1 0 0 0 0,1 1 1 0 0,0 1-1 0 0,0-1 0 0 0,0 1 0 0 0,0 1 0 0 0,1-1 0 0 0,-1 1 0 0 0,1 1 0 0 0,0-1 0 0 0,0 1 1 0 0,0 1-1 0 0,1-1 0 0 0,0 1 0 0 0,-10 12 0 0 0,6-6-132 0 0,1 1 1 0 0,1 0-1 0 0,0 1 1 0 0,0-1-1 0 0,-8 27 1 0 0,14-35-224 0 0,2 1-74 0 0,0-2 93 0 0,1 0-1 0 0,-1 1 0 0 0,1-1 1 0 0,0 0-1 0 0,0 1 0 0 0,0-1 1 0 0,0 0-1 0 0,1 0 1 0 0,0 0-1 0 0,0 0 0 0 0,0 0 1 0 0,0-1-1 0 0,0 1 0 0 0,1 0 1 0 0,0-1-1 0 0,0 0 0 0 0,0 0 1 0 0,0 0-1 0 0,0 0 1 0 0,7 4-1 0 0,-7-5-475 0 0,18 1-521 0 0,-16-2 944 0 0,-1-1-1 0 0,1 1 1 0 0,0-1-1 0 0,-1 0 1 0 0,1 0-1 0 0,0 0 1 0 0,-1 0-1 0 0,8-2 1 0 0,4-4 110 0 0,1 1 0 0 0,-1-2 1 0 0,-1 0-1 0 0,1-1 0 0 0,-1 0 0 0 0,0-2 1 0 0,18-14-1 0 0,42-24 2834 0 0,-72 46-2215 0 0,2-1-2 0 0,14-5-10 0 0,-15 6 466 0 0,2 2-462 0 0,20 0 305 0 0,-25 0-719 0 0,0 0-1 0 0,1 1 0 0 0,-1 0 1 0 0,0-1-1 0 0,0 1 1 0 0,1 0-1 0 0,-1 0 1 0 0,0-1-1 0 0,0 1 1 0 0,0 0-1 0 0,0 0 1 0 0,0 0-1 0 0,0 0 1 0 0,-1 1-1 0 0,1-1 1 0 0,0 0-1 0 0,0 0 1 0 0,0 2-1 0 0,8 15 316 0 0,-6-10-232 0 0,0 0 0 0 0,-1 1-1 0 0,0-1 1 0 0,-1 1 0 0 0,1 0 0 0 0,-1 0 0 0 0,-1 9 0 0 0,1-3-33 0 0,0 39-6 0 0,-1-48-265 0 0,1-5-94 0 0,-1 0 259 0 0,0-1-1 0 0,0 1 1 0 0,1 0-1 0 0,-1 0 1 0 0,0-1-1 0 0,0 1 1 0 0,0 0-1 0 0,0 0 1 0 0,0-1-1 0 0,0 1 1 0 0,0 0 0 0 0,0 0-1 0 0,0-1 1 0 0,0 1-1 0 0,0 0 1 0 0,0 0-1 0 0,0-1 1 0 0,-1 1-1 0 0,1 0 1 0 0,-1 1-1 0 0,-1 7-2334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0 3128 0 0,'-5'1'1430'0'0,"-15"1"-210"0"0,15-2 647 0 0,3 5-1105 0 0,-9 45 1209 0 0,10-44-1724 0 0,2-5-236 0 0,-1 0 1 0 0,1-1-1 0 0,-1 1 1 0 0,0 0-1 0 0,1 0 0 0 0,-1 0 1 0 0,0 0-1 0 0,0 0 0 0 0,0 0 1 0 0,1 0-1 0 0,-1 0 1 0 0,0 0-1 0 0,0 0 0 0 0,0 0 1 0 0,-1-1-1 0 0,1 1 0 0 0,0 2 1 0 0,0 21 124 0 0,23 42 109 0 0,-21-63-272 0 0,-1-1 17 0 0,0 0-1 0 0,0-1 0 0 0,0 1 0 0 0,0 0 0 0 0,0-1 1 0 0,0 1-1 0 0,1-1 0 0 0,-1 0 0 0 0,0 1 1 0 0,1-1-1 0 0,1 1 0 0 0,0 2-111 0 0,-2-4 118 0 0,-1 0 0 0 0,0 0 0 0 0,1 0 0 0 0,-1 0 0 0 0,1 0 0 0 0,-1 0 0 0 0,0 0 0 0 0,1 0 0 0 0,-1 0-1 0 0,0 0 1 0 0,1 0 0 0 0,-1 1 0 0 0,0-1 0 0 0,1 0 0 0 0,-1 0 0 0 0,0 0 0 0 0,1 0 0 0 0,-1 1 0 0 0,0-1 0 0 0,1 0 0 0 0,-1 0 0 0 0,0 1 0 0 0,0-1 0 0 0,1 0 0 0 0,-1 1 0 0 0,0-1 0 0 0,0 0-1 0 0,1 1 1 0 0,-1 0-7 0 0,1-1-1 0 0,-1 1 1 0 0,0 0-1 0 0,1-1 1 0 0,-1 1-1 0 0,1-1 1 0 0,0 1-1 0 0,-1-1 1 0 0,1 1-1 0 0,-1-1 1 0 0,1 0-1 0 0,0 1 0 0 0,-1-1 1 0 0,1 0-1 0 0,0 1 1 0 0,0-1-1 0 0,-1 0 1 0 0,1 0-1 0 0,0 1 1 0 0,0-1-1 0 0,-1 0 1 0 0,1 0-1 0 0,0 0 0 0 0,1 0 1 0 0,20 2-8 0 0,-17-2 37 0 0,17-14 378 0 0,12-16 678 0 0,-30 27-738 0 0,0 0 14 0 0,44-22 1163 0 0,-43 24-1179 0 0,1 0-44 0 0,-2 1-225 0 0,1 0 0 0 0,0 0 0 0 0,0 1-1 0 0,0-1 1 0 0,0 1 0 0 0,-1 0 0 0 0,1 0-1 0 0,0 1 1 0 0,-1-1 0 0 0,1 1 0 0 0,-1 0-1 0 0,1 0 1 0 0,-1 1 0 0 0,0-1 0 0 0,5 5-1 0 0,-2-1-180 0 0,-1 1 0 0 0,-1-1 0 0 0,1 1 0 0 0,-1 0 0 0 0,-1 0 0 0 0,1 1 0 0 0,-1 0 0 0 0,0-1 0 0 0,-1 1 0 0 0,0 1 0 0 0,0-1 0 0 0,-1 0 0 0 0,0 1 0 0 0,1 12 0 0 0,-2-16-464 0 0,-2 2-95 0 0,-1 19-113 0 0,1-20-188 0 0,1-5 902 0 0,0-1 0 0 0,-1 1 0 0 0,1-1 0 0 0,0 1 0 0 0,-1-1 0 0 0,1 1 0 0 0,0-1 0 0 0,0 1 0 0 0,-1-1 0 0 0,1 1 0 0 0,0 0 0 0 0,0-1 0 0 0,0 1 0 0 0,0-1 0 0 0,0 1 0 0 0,0 0 1 0 0,0-1-1 0 0,0 1 0 0 0,0 0 0 0 0,0-1 0 0 0,0 1 0 0 0,0-1 0 0 0,0 1 0 0 0,0 0 0 0 0,1 0 0 0 0,-1-1-82 0 0,0 1 0 0 0,0 0 1 0 0,1-1-1 0 0,-1 1 0 0 0,0-1 0 0 0,0 1 1 0 0,0 0-1 0 0,0-1 0 0 0,0 1 0 0 0,0-1 1 0 0,0 1-1 0 0,0 0 0 0 0,0-1 0 0 0,0 1 1 0 0,0-1-1 0 0,-1 1 0 0 0,1 0 0 0 0,0-1 0 0 0,0 1 1 0 0,-1-1-1 0 0,1 1 0 0 0,0-1 0 0 0,-1 1 1 0 0,1-1-1 0 0,-1 1 0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69 2312 0 0,'2'-6'756'0'0,"1"0"-1"0"0,0 0 0 0 0,1 0 0 0 0,-1 0 1 0 0,1 0-1 0 0,1 1 0 0 0,8-10 1 0 0,-10 12-270 0 0,9-1 113 0 0,-12 3-549 0 0,1 1 0 0 0,0-1-1 0 0,-1 1 1 0 0,1-1 0 0 0,0 1 0 0 0,0-1 0 0 0,0 1-1 0 0,-1 0 1 0 0,1-1 0 0 0,0 1 0 0 0,0 0 0 0 0,0-1-1 0 0,0 1 1 0 0,0 0 0 0 0,0 0 0 0 0,0 0 0 0 0,0 0 0 0 0,-1 0-1 0 0,1 0 1 0 0,0 0 0 0 0,0 0 0 0 0,1 1 0 0 0,2-1-24 0 0,-1 0 24 0 0,0 0 0 0 0,1 0 1 0 0,-1 1-1 0 0,0-1 0 0 0,1 1 0 0 0,-1-1 1 0 0,0 1-1 0 0,0 1 0 0 0,1-1 1 0 0,-1 0-1 0 0,0 1 0 0 0,0-1 0 0 0,4 4 1 0 0,-3-1-20 0 0,1-1 1 0 0,-1 1 0 0 0,0 0 0 0 0,-1 0-1 0 0,1 1 1 0 0,-1-1 0 0 0,0 1 0 0 0,0 0-1 0 0,0 0 1 0 0,-1 0 0 0 0,0 0 0 0 0,0 0-1 0 0,0 0 1 0 0,0 1 0 0 0,-1-1 0 0 0,0 1 0 0 0,0-1-1 0 0,0 1 1 0 0,-1 6 0 0 0,0-2-3 0 0,-1 0 0 0 0,0 0 0 0 0,-1-1 0 0 0,0 1 0 0 0,-1 0 0 0 0,0-1 0 0 0,0 0 0 0 0,-1 1 0 0 0,0-1 0 0 0,-1-1 0 0 0,0 1 0 0 0,-6 8 0 0 0,-2-1 79 0 0,-1 0 0 0 0,-28 23 0 0 0,39-36-65 0 0,-1-1 2 0 0,-12 5-18 0 0,12-5 35 0 0,-2-2-56 0 0,-18 0-11 0 0,19 0 6 0 0,-3-5-42 0 0,8 6 40 0 0,-1-1 1 0 0,1 0-1 0 0,-1-1 0 0 0,1 1 0 0 0,-1 0 0 0 0,1 0 0 0 0,0 0 0 0 0,-1 0 0 0 0,1 0 0 0 0,-1 0 0 0 0,1 0 0 0 0,0-1 0 0 0,-1 1 0 0 0,1 0 0 0 0,-1 0 0 0 0,1-1 0 0 0,0 1 0 0 0,-1 0 0 0 0,1 0 0 0 0,0-1 0 0 0,0 1 0 0 0,-1 0 0 0 0,1-1 1 0 0,0 1-1 0 0,0 0 0 0 0,-1-1 0 0 0,1 1 0 0 0,0-1 0 0 0,0 1 0 0 0,0 0 0 0 0,0-1 0 0 0,0 1 0 0 0,-1-1 0 0 0,1 1 0 0 0,0 0 0 0 0,0-1 0 0 0,0 1 0 0 0,0-1 0 0 0,5-20-220 0 0,0 22 218 0 0,14 0 70 0 0,-14-1-33 0 0,-1 2-19 0 0,89 43 14 0 0,-66-30-546 0 0,0-2-1 0 0,52 19 1 0 0,-75-31-48 0 0,3 0-150 0 0,18 3-244 0 0,-18-2-279 0 0,-2-2-122 0 0,16 1-952 0 0,-16-1-1621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194 180 3060 0 0,'24'-68'5886'0'0,"-24"64"-5108"0"0,1-2-112 0 0,0-18-150 0 0,-1 18-72 0 0,-1 1-53 0 0,0 0-239 0 0,0 0 1 0 0,0-1-1 0 0,0 1 1 0 0,-1 1-1 0 0,0-1 0 0 0,0 0 1 0 0,-1 0-1 0 0,1 1 1 0 0,-1-1-1 0 0,0 1 1 0 0,-6-7-1 0 0,5 8 29 0 0,-22 9 8 0 0,19-4-155 0 0,0 1-5 0 0,0 0 0 0 0,1 0 1 0 0,-1 1-1 0 0,1 0 0 0 0,0 0 0 0 0,0 0 1 0 0,0 1-1 0 0,1 0 0 0 0,-1 0 0 0 0,1 0 1 0 0,-8 12-1 0 0,8-11-5 0 0,-3 3 2 0 0,1 1 0 0 0,0-1 0 0 0,0 2 0 0 0,1-1 0 0 0,0 1 0 0 0,1 0 0 0 0,0 0 0 0 0,1 0 0 0 0,0 1 0 0 0,-3 16 0 0 0,7-23-21 0 0,-1-1 0 0 0,1 1 0 0 0,0 0 0 0 0,0-1 0 0 0,1 1 0 0 0,-1-1 0 0 0,1 1 0 0 0,0-1 0 0 0,3 7 0 0 0,-3-6 21 0 0,0-2-21 0 0,1 1 0 0 0,0-1-1 0 0,0 1 1 0 0,0-1 0 0 0,0 0-1 0 0,0 0 1 0 0,1 0 0 0 0,-1 0-1 0 0,1 0 1 0 0,0 0-1 0 0,0-1 1 0 0,0 0 0 0 0,0 1-1 0 0,5 1 1 0 0,-6-2 17 0 0,3 1-38 0 0,0 0 0 0 0,0-1 0 0 0,-1 1 0 0 0,2-1 1 0 0,-1 0-1 0 0,0-1 0 0 0,0 1 0 0 0,11 1 0 0 0,-9-2-9 0 0,6 2-64 0 0,-11-2 84 0 0,0-1 0 0 0,-1 0 0 0 0,1 1 0 0 0,0-1 0 0 0,0 0 1 0 0,0 0-1 0 0,0 0 0 0 0,0 0 0 0 0,0 0 0 0 0,3-1 0 0 0,5-1-21 0 0,53-13-158 0 0,-42 9 112 0 0,3-7 43 0 0,-17 8 10 0 0,30-21-2 0 0,-30 19 23 0 0,-3 1 0 0 0,8-6 12 0 0,2-7-3 0 0,-10 11 3 0 0,2-7 26 0 0,-1 0 0 0 0,-1-1 0 0 0,4-20 1 0 0,-8 31-33 0 0,-1-1 13 0 0,1 2-44 0 0,0 1 0 0 0,0-1-1 0 0,-1 0 1 0 0,0 1 0 0 0,0-1 0 0 0,0 1 0 0 0,0-1-1 0 0,0 1 1 0 0,-1-1 0 0 0,1 1 0 0 0,-1 0 0 0 0,0 0-1 0 0,0 0 1 0 0,0 0 0 0 0,-1 0 0 0 0,1 0 0 0 0,-1 0-1 0 0,1 1 1 0 0,-1-1 0 0 0,0 1 0 0 0,0 0 0 0 0,0 0-1 0 0,0 0 1 0 0,-6-2 0 0 0,5 2-415 0 0,-3 2-87 0 0,-1-1 337 0 0,6 0 113 0 0,0 1-1 0 0,-1 0 0 0 0,1-1 1 0 0,-1 1-1 0 0,1 0 1 0 0,-1 0-1 0 0,1 1 0 0 0,0-1 1 0 0,-1 0-1 0 0,1 1 0 0 0,-1-1 1 0 0,1 1-1 0 0,-4 1 0 0 0,-3 1-177 0 0,-1 0-177 0 0,-1 1 0 0 0,1-1-1 0 0,0 2 1 0 0,1-1 0 0 0,-1 1 0 0 0,1 1 0 0 0,-16 11-1 0 0,19-12 167 0 0,-2 2-631 0 0,0-1 1 0 0,0 1 0 0 0,1 1-1 0 0,-10 11 1 0 0,1 3-2219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200 23 3856 0 0,'0'0'3069'0'0,"-1"-3"-2381"0"0,-5-17 1035 0 0,0 21-1452 0 0,2 0-220 0 0,-1 1 0 0 0,1-1 0 0 0,-1 1 0 0 0,1 0 0 0 0,-1 0 0 0 0,1 0 0 0 0,0 1 0 0 0,0-1 0 0 0,0 1 0 0 0,0 0 0 0 0,1 0 0 0 0,-1 0 0 0 0,1 1 0 0 0,0-1 0 0 0,-5 8 0 0 0,-8 11-42 0 0,1 0 0 0 0,1 1-1 0 0,0 0 1 0 0,2 1 0 0 0,1 0 0 0 0,1 1 0 0 0,-10 40 0 0 0,19-61-261 0 0,1-2 199 0 0,0 0 0 0 0,0 0 1 0 0,0-1-1 0 0,0 1 0 0 0,0 0 0 0 0,0 0 0 0 0,0-1 0 0 0,-1 1 0 0 0,1 0 0 0 0,-1-1 0 0 0,1 1 1 0 0,-2 2-1 0 0,2-3-37 0 0,-1 4-374 0 0,1-2-325 0 0,0-1 534 0 0,0 0-1 0 0,0 0 1 0 0,1 0 0 0 0,-1 1 0 0 0,1-1 0 0 0,0 0 0 0 0,-1 0 0 0 0,1 0 0 0 0,2 3 0 0 0,1-5-219 0 0,15 2 39 0 0,-14-1 58 0 0,-4-2 339 0 0,1 0 0 0 0,-1 0 0 0 0,1 0 0 0 0,-1 0 0 0 0,1 0 0 0 0,0 0 0 0 0,-1 0 0 0 0,1 1 0 0 0,0-1 0 0 0,0 1 0 0 0,1-1 0 0 0,23-12 428 0 0,30-23-1 0 0,-47 30-311 0 0,10-7 300 0 0,23-11 813 0 0,-35 20-1066 0 0,1 0 144 0 0,0 0 1 0 0,0 1-1 0 0,1 0 1 0 0,0 0 0 0 0,0 0-1 0 0,0 1 1 0 0,13-1-1 0 0,-17 3-189 0 0,-1 0 0 0 0,1 0-1 0 0,-1 1 1 0 0,1 0 0 0 0,-1 0-1 0 0,1 0 1 0 0,-1 0 0 0 0,1 0-1 0 0,-1 1 1 0 0,0 0 0 0 0,0 0-1 0 0,0 0 1 0 0,0 1 0 0 0,0-1 0 0 0,0 1-1 0 0,-1 0 1 0 0,1 0 0 0 0,-1 0-1 0 0,0 0 1 0 0,0 1 0 0 0,0-1-1 0 0,0 1 1 0 0,0 0 0 0 0,-1 0 0 0 0,0 0-1 0 0,0 0 1 0 0,0 0 0 0 0,0 1-1 0 0,1 7 1 0 0,13 64 317 0 0,-16-72-343 0 0,1 2-17 0 0,0 17-5 0 0,-1-18-25 0 0,1 0-113 0 0,2 16-86 0 0,-2-16-90 0 0,-30-14-10642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86 1 2088 0 0,'-3'2'1175'0'0,"-6"7"-740"0"0,1 1 0 0 0,0 0 0 0 0,0 0 1 0 0,1 0-1 0 0,1 1 0 0 0,-1 0 0 0 0,2 0 0 0 0,0 1 0 0 0,0 0 0 0 0,1 0 1 0 0,-5 23-1 0 0,8-30-362 0 0,1 1-40 0 0,7 50 54 0 0,-6-51-140 0 0,1-4 48 0 0,-1 0-1 0 0,1 0 0 0 0,-1 0 1 0 0,1 0-1 0 0,-1 0 0 0 0,0 0 1 0 0,1 1-1 0 0,-1-1 0 0 0,0 0 0 0 0,1 3 1 0 0,2-1-95 0 0,1-2-120 0 0,17 2 132 0 0,-16-2 14 0 0,-1-2 58 0 0,0 0 11 0 0,18-7-7 0 0,2-6 14 0 0,-16 8 8 0 0,4-4 69 0 0,2-1 49 0 0,-2 1 253 0 0,1 0 0 0 0,0 1 1 0 0,0 1-1 0 0,24-11 0 0 0,-34 18-178 0 0,2 1-48 0 0,-2-1-126 0 0,0 0 1 0 0,0 1-1 0 0,0 0 0 0 0,0 0 0 0 0,1 1 1 0 0,-1-1-1 0 0,0 1 0 0 0,0 0 0 0 0,0 0 1 0 0,0 0-1 0 0,0 0 0 0 0,0 1 1 0 0,-1-1-1 0 0,1 1 0 0 0,5 3 0 0 0,-5-1-40 0 0,0 0-1 0 0,-1 0 0 0 0,1 0 0 0 0,-1 0 0 0 0,0 0 0 0 0,0 1 0 0 0,0 0 0 0 0,0-1 1 0 0,-1 1-1 0 0,0 0 0 0 0,2 6 0 0 0,-3-5-89 0 0,0-1 0 0 0,0 1 1 0 0,0-1-1 0 0,-1 1 0 0 0,0-1 0 0 0,0 1 0 0 0,0-1 1 0 0,-1 1-1 0 0,0-1 0 0 0,0 1 0 0 0,-3 8 0 0 0,2-6 9 0 0,-1 6-642 0 0,-1 0 1 0 0,0 0-1 0 0,-1-1 1 0 0,0 1-1 0 0,-2-1 0 0 0,1 0 1 0 0,-11 14-1 0 0,3-7-2912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46 102 3000 0 0,'0'0'2546'0'0,"-2"-3"-1560"0"0,-1-2-582 0 0,1 1-1 0 0,1-1 1 0 0,-1 1 0 0 0,1-1 0 0 0,0 0 0 0 0,0 0-1 0 0,0 1 1 0 0,1-1 0 0 0,-1 0 0 0 0,1 0 0 0 0,0 0-1 0 0,1-5 1 0 0,0 5-153 0 0,-1 5-247 0 0,1-1 1 0 0,-1 1 0 0 0,0-1 0 0 0,0 1-1 0 0,0 0 1 0 0,0-1 0 0 0,0 1-1 0 0,1-1 1 0 0,-1 1 0 0 0,0 0 0 0 0,0-1-1 0 0,1 1 1 0 0,-1-1 0 0 0,0 1 0 0 0,1 0-1 0 0,-1 0 1 0 0,0-1 0 0 0,1 1-1 0 0,-1 0 1 0 0,0-1 0 0 0,1 1 0 0 0,-1 0-1 0 0,1 0 1 0 0,-1 0 0 0 0,1 0-1 0 0,-1-1 1 0 0,1 1 0 0 0,-1 0 0 0 0,1 0 0 0 0,-1 0 0 0 0,1 0 0 0 0,-1-1 0 0 0,1 1 1 0 0,-1 0-1 0 0,1 0 0 0 0,-1 0 0 0 0,0-1 0 0 0,1 1 0 0 0,-1 0 0 0 0,1-1 0 0 0,-1 1 1 0 0,0 0-1 0 0,1-1 0 0 0,-1 1 0 0 0,0-1 0 0 0,0 1 0 0 0,1 0 0 0 0,-1-1 0 0 0,0 1 1 0 0,0-1-1 0 0,0 1 0 0 0,1-1 0 0 0,-1 0 0 0 0,4 0 33 0 0,14-5 13 0 0,-14 5 55 0 0,1 3-106 0 0,-1 0 8 0 0,1 1-1 0 0,-1 0 0 0 0,0 0 1 0 0,0 0-1 0 0,0 1 0 0 0,-1-1 0 0 0,1 1 1 0 0,-1 0-1 0 0,0 0 0 0 0,0 0 1 0 0,0 0-1 0 0,0 1 0 0 0,2 6 0 0 0,-3-6 41 0 0,-1 1 8 0 0,0 55 265 0 0,-5-34-115 0 0,3-23-118 0 0,0 1 6 0 0,-3 16-2 0 0,4-16 69 0 0,-2 0-104 0 0,-2 13-5 0 0,3-13 112 0 0,0-1-120 0 0,1-2-29 0 0,-1-1-6 0 0,0 0 0 0 0,1 1 1 0 0,0-1-1 0 0,-1 0 1 0 0,1 1-1 0 0,0-1 0 0 0,0 1 1 0 0,0-1-1 0 0,-1 0 0 0 0,2 1 1 0 0,-1-1-1 0 0,0 3 0 0 0,5-4-50 0 0,45-9-362 0 0,-46 8 299 0 0,2 2-66 0 0,15 0 104 0 0,-16-1 14 0 0,16 10-69 0 0,-7 5 49 0 0,-11-12 42 0 0,-1 1 17 0 0,10 45 4 0 0,-12-43 8 0 0,-1-1-26 0 0,-4 16-11 0 0,4-16 7 0 0,-1 0 19 0 0,1 0 7 0 0,1-4 2 0 0,-1 1 0 0 0,1 0 1 0 0,-1-1-1 0 0,1 1 0 0 0,-1 0 0 0 0,0-1 1 0 0,1 1-1 0 0,-1-1 0 0 0,0 1 1 0 0,0-1-1 0 0,0 0 0 0 0,-2 3 1 0 0,-9 9 10 0 0,-1 0-16 0 0,12-12 7 0 0,-1 0 0 0 0,1 1 0 0 0,0-1 0 0 0,-1 0 0 0 0,1 0 0 0 0,-1 0 0 0 0,0 0 0 0 0,1 0 0 0 0,-1-1 0 0 0,0 1 0 0 0,1 0 0 0 0,-3 0 0 0 0,-1 1-1 0 0,0 0-15 0 0,-1-1-28 0 0,-14 1-4 0 0,14-2-11 0 0,0-1-46 0 0,-6-1-250 0 0,0 0 0 0 0,0-1 0 0 0,1-1 0 0 0,-1 0 0 0 0,1 0 1 0 0,-21-13-1 0 0,29 15-399 0 0,-1-1-266 0 0,-11-10-226 0 0,11 9-22 0 0,1 1-871 0 0,-10-15-1488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123 22 2864 0 0,'-2'-4'1190'0'0,"-13"-13"1529"0"0,9 17-2375 0 0,-17 0-46 0 0,17 0-61 0 0,2 3-42 0 0,-2 2-109 0 0,1 0-1 0 0,0 0 1 0 0,0 1-1 0 0,0 0 0 0 0,1 0 1 0 0,0 0-1 0 0,0 0 1 0 0,0 1-1 0 0,1-1 0 0 0,-3 10 1 0 0,2-7 0 0 0,1 0 1 0 0,1 0-1 0 0,0 0 1 0 0,0 1-1 0 0,1-1 1 0 0,0 0-1 0 0,1 1 1 0 0,0 0-1 0 0,0-1 1 0 0,1 1-1 0 0,0-1 1 0 0,1 0-1 0 0,0 1 1 0 0,1-1-1 0 0,5 14 1 0 0,-6-17-59 0 0,1 0-1 0 0,1 0 1 0 0,-1-1 0 0 0,1 1-1 0 0,-1-1 1 0 0,1 0 0 0 0,1 0-1 0 0,-1-1 1 0 0,1 1 0 0 0,0-1-1 0 0,0 0 1 0 0,0 0 0 0 0,1 0-1 0 0,-1-1 1 0 0,1 0 0 0 0,0 0-1 0 0,11 4 1 0 0,-11-5-21 0 0,0-1 1 0 0,0 1-1 0 0,0-1 0 0 0,0 0 0 0 0,1 0 1 0 0,-1-1-1 0 0,0 0 0 0 0,13-1 1 0 0,-14 1 9 0 0,13 0 42 0 0,-15 0-54 0 0,-1 0 0 0 0,1 0 0 0 0,-1 0 0 0 0,0 0 0 0 0,1-1 0 0 0,-1 1 0 0 0,1-1 0 0 0,-1 1 0 0 0,5-3 0 0 0,5-1 47 0 0,55-21 178 0 0,-54 20-96 0 0,-11 5-123 0 0,-1-1 0 0 0,1 0-1 0 0,0 1 1 0 0,-1-1-1 0 0,1 0 1 0 0,0 0-1 0 0,-1 0 1 0 0,1 0-1 0 0,-1 0 1 0 0,1-1 0 0 0,1-1-1 0 0,7-7 145 0 0,0 2-9 0 0,-2-1 0 0 0,1 0-1 0 0,-1-1 1 0 0,12-17 0 0 0,-18 23-120 0 0,1 0 1 0 0,-1-1-1 0 0,0 0 1 0 0,-1 0-1 0 0,1 1 0 0 0,-1-1 1 0 0,0 0-1 0 0,0 0 1 0 0,0 0-1 0 0,-1 0 1 0 0,0-1-1 0 0,0 1 0 0 0,0 0 1 0 0,0 0-1 0 0,-1 0 1 0 0,-2-7-1 0 0,-18-50-87 0 0,20 60 54 0 0,1 1 0 0 0,-1-1 0 0 0,0 1 0 0 0,0-1-1 0 0,1 1 1 0 0,-1-1 0 0 0,0 1 0 0 0,0-1 0 0 0,0 1 0 0 0,-1 0-1 0 0,1-1 1 0 0,0 1 0 0 0,0 0 0 0 0,-1 0 0 0 0,1 0-1 0 0,-2-1 1 0 0,-2-1-23 0 0,3 1-12 0 0,-1 0 0 0 0,0 0 0 0 0,1 0-1 0 0,-1 0 1 0 0,0 0 0 0 0,0 1 0 0 0,-1-1-1 0 0,1 1 1 0 0,0 0 0 0 0,0 0 0 0 0,-1 0-1 0 0,1 0 1 0 0,0 1 0 0 0,-1-1 0 0 0,-6 1-1 0 0,7 0 16 0 0,-7 0-99 0 0,1 1 0 0 0,-1 0 0 0 0,1 1 0 0 0,0 0 0 0 0,0 1 0 0 0,0 0 0 0 0,0 0 0 0 0,0 1 0 0 0,0 0 0 0 0,1 0 0 0 0,0 1 0 0 0,0 0 0 0 0,-9 8 0 0 0,0 2-1475 0 0,1 1-1 0 0,0 1 1 0 0,-21 30 0 0 0,34-42-2011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222 0 2044 0 0,'0'0'1834'0'0,"-6"1"-1087"0"0,2 0-696 0 0,0-1 112 0 0,1 1 1 0 0,-1 0 0 0 0,1-1-1 0 0,0 1 1 0 0,-1 1 0 0 0,1-1-1 0 0,0 0 1 0 0,0 1 0 0 0,0 0 0 0 0,0-1-1 0 0,0 1 1 0 0,0 0 0 0 0,-4 4-1 0 0,-13 16 235 0 0,1 1-1 0 0,1 1 0 0 0,1 0 0 0 0,1 2 0 0 0,1 0 1 0 0,2 0-1 0 0,0 1 0 0 0,-16 53 0 0 0,28-76-359 0 0,0 21-10 0 0,0-20-18 0 0,12 16-432 0 0,-5-21 229 0 0,2-1 77 0 0,0 0 1 0 0,0 0-1 0 0,0-1 1 0 0,0 0-1 0 0,0-1 1 0 0,0 1-1 0 0,12-8 1 0 0,51-33-330 0 0,-53 29 493 0 0,1 2 0 0 0,1 0 0 0 0,0 2 1 0 0,22-9-1 0 0,-34 17 72 0 0,1 0 0 0 0,-1 1 0 0 0,17 0 0 0 0,-19 1-7 0 0,-2 3-6 0 0,3 2-63 0 0,-1 0 0 0 0,0 1-1 0 0,0 0 1 0 0,0 0 0 0 0,0 0 0 0 0,-1 1 0 0 0,0-1 0 0 0,-1 1 0 0 0,5 10 0 0 0,-7-14 38 0 0,0 2-50 0 0,-1-1-93 0 0,1 1 0 0 0,-1 0 0 0 0,0-1-1 0 0,-1 1 1 0 0,1-1 0 0 0,-1 1 0 0 0,0 0-1 0 0,0 0 1 0 0,0-1 0 0 0,0 1 0 0 0,-1 0-1 0 0,-2 7 1 0 0,1-8-125 0 0,-11 0-187 0 0,-5 5 219 0 0,-1-3 87 0 0,15-5 12 0 0,-2 1 25 0 0,-16 4-22 0 0,17-4 32 0 0,-1-1 10 0 0,-15 6 18 0 0,16-5 14 0 0,1 0 50 0 0,-10 8 172 0 0,2 0 0 0 0,-17 18-1 0 0,25-24-121 0 0,3 0-12 0 0,-12 40-59 0 0,12-40 82 0 0,1 1-89 0 0,1 1-52 0 0,0 0 0 0 0,1 0 1 0 0,0 0-1 0 0,0-1 1 0 0,5 11-1 0 0,-5-12 81 0 0,8 1-66 0 0,-9-5-8 0 0,-1 1-1 0 0,1-1 1 0 0,-1 1 0 0 0,0-1 0 0 0,1 0 0 0 0,-1 1 0 0 0,1-1 0 0 0,0 0 0 0 0,-1 1-1 0 0,1-1 1 0 0,-1 0 0 0 0,1 0 0 0 0,-1 1 0 0 0,1-1 0 0 0,0 0 0 0 0,-1 0 0 0 0,1 0-1 0 0,0 0 1 0 0,-1 0 0 0 0,1 0 0 0 0,-1 0 0 0 0,1 0 0 0 0,0 0 0 0 0,-1 0 0 0 0,1 0-1 0 0,-1 0 1 0 0,2-1 0 0 0,16-2 1 0 0,-14 2-16 0 0,0-1-8 0 0,8-6 35 0 0,0 1 1 0 0,-1-1-1 0 0,0-1 0 0 0,0 0 0 0 0,9-11 1 0 0,-4 4 224 0 0,1 0 0 0 0,33-22 0 0 0,-30 28-36 0 0,0 0-1 0 0,21-6 0 0 0,-36 15-123 0 0,1 1-13 0 0,20 4 27 0 0,-24-3-85 0 0,1 0 1 0 0,0 0-1 0 0,0 0 0 0 0,0 0 0 0 0,-1 1 1 0 0,1-1-1 0 0,-1 1 0 0 0,1 0 0 0 0,-1 0 1 0 0,0 0-1 0 0,1 0 0 0 0,-1 0 1 0 0,0 0-1 0 0,0 1 0 0 0,-1-1 0 0 0,1 1 1 0 0,1 2-1 0 0,-2-3-10 0 0,2 2 0 0 0,0 1 0 0 0,-1-1-1 0 0,0 1 1 0 0,0-1 0 0 0,0 1 0 0 0,-1 0 0 0 0,0 0-1 0 0,0 0 1 0 0,0 0 0 0 0,0 6 0 0 0,0-3-10 0 0,0 0-57 0 0,0 0 0 0 0,-1-1 1 0 0,-1 1-1 0 0,1 0 0 0 0,-1 0 0 0 0,0 0 0 0 0,-4 11 0 0 0,3-13 24 0 0,-1 8-410 0 0,-1-1-1 0 0,0 0 1 0 0,-11 23-1 0 0,11-29-202 0 0,1 0 0 0 0,-1 0 0 0 0,-1-1 0 0 0,1 1 0 0 0,-1-1 0 0 0,0 0 0 0 0,-8 6 0 0 0,-10 7-2815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1 3112 0 0,'0'0'6031'0'0,"-3"3"-5724"0"0,-6 10-28 0 0,7-10 0 0 0,1 2-39 0 0,-6 76 892 0 0,6-77-980 0 0,1 3-4 0 0,0-5-148 0 0,-2 26 432 0 0,2 0 0 0 0,5 39 0 0 0,-4-63-359 0 0,0-1-59 0 0,1-1 1 0 0,-1 0 0 0 0,1 0-1 0 0,0 1 1 0 0,0-1 0 0 0,0 0-1 0 0,0 0 1 0 0,0-1 0 0 0,1 1-1 0 0,-1 0 1 0 0,0-1 0 0 0,1 0-1 0 0,0 1 1 0 0,2 0 0 0 0,-1 0-10 0 0,24 4-57 0 0,-23-5-26 0 0,1-2 25 0 0,57-7-325 0 0,-56 7 337 0 0,1-1 0 0 0,-1-1 0 0 0,1 1-1 0 0,-1-1 1 0 0,0-1 0 0 0,0 1 0 0 0,0-1-1 0 0,-1 0 1 0 0,1-1 0 0 0,9-8 0 0 0,-13 10-7 0 0,0-1 70 0 0,7-12 41 0 0,-7 12 24 0 0,-2-1 19 0 0,11-35 861 0 0,-11 35 77 0 0,-6 6-1026 0 0,-12 3-4 0 0,16-4-7 0 0,0 1-1 0 0,0-1 1 0 0,1 1 0 0 0,-1-1-1 0 0,0 1 1 0 0,0 0-1 0 0,1-1 1 0 0,-1 1 0 0 0,1 0-1 0 0,-1 0 1 0 0,0 0-1 0 0,1-1 1 0 0,0 1-1 0 0,-1 0 1 0 0,1 0 0 0 0,-1 0-1 0 0,1 0 1 0 0,0 0-1 0 0,0 0 1 0 0,-1 0 0 0 0,1 0-1 0 0,0 1 1 0 0,-5 14-304 0 0,1 0 1 0 0,1 0 0 0 0,0 1 0 0 0,1-1-1 0 0,1 1 1 0 0,0-1 0 0 0,2 1 0 0 0,3 27-1 0 0,3 23-1643 0 0,2 16-3561 0 0,-5-52 964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179 51 2724 0 0,'0'0'2420'0'0,"0"-4"-1496"0"0,-9-39 2314 0 0,8 40-2181 0 0,-5 3-828 0 0,2 1-207 0 0,1-1 34 0 0,0 0-1 0 0,-1 1 0 0 0,1 0 0 0 0,0-1 1 0 0,0 1-1 0 0,0 0 0 0 0,-1 1 1 0 0,1-1-1 0 0,0 0 0 0 0,1 1 1 0 0,-1 0-1 0 0,0 0 0 0 0,0 0 0 0 0,-2 2 1 0 0,-15 17 472 0 0,-21 32 0 0 0,40-52-515 0 0,-5 7 108 0 0,1 1 0 0 0,0 0 0 0 0,1 0 0 0 0,-7 18 1 0 0,8-18-77 0 0,0 0 0 0 0,0 0 1 0 0,0 0-1 0 0,1 1 1 0 0,1-1-1 0 0,0 1 1 0 0,0 0-1 0 0,1-1 0 0 0,0 1 1 0 0,0-1-1 0 0,1 1 1 0 0,1 0-1 0 0,4 16 1 0 0,-4-22-43 0 0,0 0 0 0 0,0 0 1 0 0,0-1-1 0 0,0 1 1 0 0,1 0-1 0 0,0-1 1 0 0,-1 1-1 0 0,1-1 1 0 0,1 0-1 0 0,-1 0 0 0 0,0 0 1 0 0,1-1-1 0 0,-1 1 1 0 0,1-1-1 0 0,0 0 1 0 0,0 0-1 0 0,0 0 1 0 0,0 0-1 0 0,0-1 0 0 0,0 0 1 0 0,1 0-1 0 0,6 1 1 0 0,-9-1-5 0 0,3 0 10 0 0,2-1 1 0 0,1 2-7 0 0,-5-2-1 0 0,0 1 1 0 0,0-1-1 0 0,0 0 1 0 0,1 0 0 0 0,-1 0-1 0 0,0 0 1 0 0,0-1-1 0 0,4 0 1 0 0,26-4-27 0 0,-20 2 13 0 0,2-5 162 0 0,-14 7-152 0 0,7-2-24 0 0,-1-1 0 0 0,1 0 1 0 0,-1 0-1 0 0,-1 0 0 0 0,1-1 1 0 0,0 0-1 0 0,-1 0 0 0 0,10-11 1 0 0,-10 7 36 0 0,-1 0 1 0 0,1 0 0 0 0,-2-1-1 0 0,7-14 1 0 0,-10 19-25 0 0,0 0-1 0 0,1 0 1 0 0,-2 0 0 0 0,1-1 0 0 0,-1 1-1 0 0,1 0 1 0 0,-1 0 0 0 0,-1-1 0 0 0,1 1 0 0 0,-1 0-1 0 0,0 0 1 0 0,0 0 0 0 0,-3-7 0 0 0,2 5-75 0 0,-1 0 0 0 0,0 1 0 0 0,0 0 0 0 0,-1-1 0 0 0,1 1 0 0 0,-1 0 0 0 0,-1 0 1 0 0,1 1-1 0 0,-1 0 0 0 0,0-1 0 0 0,0 2 0 0 0,-10-8 0 0 0,12 10-294 0 0,-5 2-33 0 0,1-2 275 0 0,5 1 85 0 0,0 1 0 0 0,0 0 0 0 0,-1-1 0 0 0,1 1 1 0 0,0 0-1 0 0,-1 0 0 0 0,1 0 0 0 0,0 0 1 0 0,0 0-1 0 0,-1 1 0 0 0,1-1 0 0 0,0 1 0 0 0,-5 1 1 0 0,0-1-106 0 0,5-1 86 0 0,-1 1 0 0 0,1-1 1 0 0,-1 1-1 0 0,1 0 0 0 0,-1-1 0 0 0,1 1 0 0 0,0 0 0 0 0,-1 1 0 0 0,1-1 0 0 0,0 0 0 0 0,-3 2 0 0 0,-5 3-389 0 0,0 1-1 0 0,0-1 1 0 0,1 2 0 0 0,0-1-1 0 0,0 1 1 0 0,1 1 0 0 0,-13 15-1 0 0,16-18 114 0 0,-12 19-2229 0 0,6 0-568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165 34 2100 0 0,'0'0'1648'0'0,"-2"-4"-1089"0"0,-1 0-324 0 0,0 1 0 0 0,-1-1 0 0 0,1 1 0 0 0,0 0 0 0 0,-1 0 0 0 0,-5-4 1 0 0,5 5 541 0 0,-2 3-500 0 0,-16 2-13 0 0,17-2 4 0 0,4 0-207 0 0,-1 1 1 0 0,1-1 0 0 0,0 1 0 0 0,-1-1-1 0 0,1 1 1 0 0,-1-1 0 0 0,0 0 0 0 0,1 0-1 0 0,-4 2 1 0 0,-1 5 82 0 0,-1 0 0 0 0,1 0-1 0 0,1 1 1 0 0,0 0 0 0 0,0 0 0 0 0,0 0 0 0 0,1 0-1 0 0,1 1 1 0 0,-1 0 0 0 0,-1 14 0 0 0,3-18-108 0 0,-8 44 220 0 0,-1 41-332 0 0,11-85-106 0 0,12 39-2710 0 0,-10-41 2161 0 0,4-4-3066 0 0,24-1 1485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159 6 2340 0 0,'0'0'2144'0'0,"5"-1"-1240"0"0,14-2-112 0 0,-15 2 426 0 0,14 14-266 0 0,-15-10-525 0 0,0 1-58 0 0,16 34 517 0 0,-18-34-643 0 0,1 2-38 0 0,12 41 216 0 0,-12-43-336 0 0,-1 1-28 0 0,12 41 102 0 0,-12-41-165 0 0,-5-3-3194 0 0,3-2 3110 0 0,-1 1-1 0 0,1-1 1 0 0,-1 1-1 0 0,1-1 1 0 0,-1 0-1 0 0,0 0 0 0 0,1 0 1 0 0,-1 0-1 0 0,-2 0 1 0 0,3 0-60 0 0,-3-1 34 0 0,1 0 1 0 0,-1 0 0 0 0,1 0 0 0 0,-1 0-1 0 0,1 0 1 0 0,-1-1 0 0 0,1 0 0 0 0,0 0 0 0 0,0 0-1 0 0,0 0 1 0 0,-4-4 0 0 0,1 4 100 0 0,0-1-1 0 0,0 1 1 0 0,0 0 0 0 0,-1 0 0 0 0,1 1 0 0 0,0-1-1 0 0,-9 1 1 0 0,10 0 39 0 0,-1 0 193 0 0,0 2 20 0 0,-1-1-91 0 0,0 1 1 0 0,0 0 0 0 0,0 0-1 0 0,0 1 1 0 0,1 0 0 0 0,-1 0-1 0 0,0 1 1 0 0,1 0-1 0 0,0 0 1 0 0,0 0 0 0 0,-10 7-1 0 0,13-7 150 0 0,0 1-157 0 0,-11 14-74 0 0,10-14-103 0 0,0 8 198 0 0,4-11-146 0 0,-1-1 0 0 0,1 1 1 0 0,-1 0-1 0 0,1 0 0 0 0,-1 0 1 0 0,1-1-1 0 0,0 1 0 0 0,-1 0 1 0 0,1 0-1 0 0,0 0 0 0 0,0 0 1 0 0,-1 0-1 0 0,1 0 0 0 0,0 0 1 0 0,0 0-1 0 0,0 0 0 0 0,0 0 1 0 0,0-1-1 0 0,0 1 0 0 0,1 2 0 0 0,0 2-21 0 0,-1 1-1 0 0,2-1 1 0 0,-1 1-1 0 0,1-1 0 0 0,-1 1 1 0 0,5 7-1 0 0,-4-9-165 0 0,1-2 253 0 0,2 1-31 0 0,-1 0 1 0 0,1-1 0 0 0,0 1-1 0 0,-1-1 1 0 0,1 0 0 0 0,7 1-1 0 0,-8-2 20 0 0,2-2 14 0 0,18-8 183 0 0,1-1-1 0 0,-1-1 1 0 0,-1-1 0 0 0,28-18-1 0 0,-8 4 182 0 0,-15 15-256 0 0,-23 10-123 0 0,2 0-8 0 0,18-1 6 0 0,-18 2 4 0 0,-2 1-40 0 0,-1 1-27 0 0,0-1-2 0 0,0 0 0 0 0,0 0 0 0 0,-1 0 1 0 0,1 1-1 0 0,0 0 0 0 0,-1 0 0 0 0,0 0 0 0 0,1 0 1 0 0,-1 0-1 0 0,0 1 0 0 0,0-1 0 0 0,0 1 0 0 0,4 6 1 0 0,-2-3-60 0 0,0 1 1 0 0,-1 0-1 0 0,0 0 1 0 0,0 0-1 0 0,-1 1 1 0 0,0-1-1 0 0,0 1 1 0 0,-1 0 0 0 0,0 0-1 0 0,0 0 1 0 0,-1 0-1 0 0,1 0 1 0 0,-2 0-1 0 0,0 0 1 0 0,0 1-1 0 0,0-1 1 0 0,-1 0-1 0 0,0 0 1 0 0,0 0-1 0 0,-1 0 1 0 0,-4 11 0 0 0,-1 0-1988 0 0,-1-1 1 0 0,-12 20-1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0 3240 0 0,'0'0'3276'0'0,"-2"3"-2725"0"0,-1-1-304 0 0,1 0-1 0 0,0 0 0 0 0,0 0 1 0 0,0 1-1 0 0,0-1 0 0 0,0 1 1 0 0,1-1-1 0 0,-1 1 0 0 0,1 0 1 0 0,-1-1-1 0 0,1 1 0 0 0,-1 4 1 0 0,2-5-207 0 0,0 0 0 0 0,0-1 0 0 0,0 1 0 0 0,0 0 0 0 0,0-1 0 0 0,0 1 0 0 0,1-1 0 0 0,-1 1 1 0 0,1 0-1 0 0,-1-1 0 0 0,1 1 0 0 0,0-1 0 0 0,-1 1 0 0 0,1-1 0 0 0,0 0 0 0 0,0 1 0 0 0,0-1 0 0 0,0 0 0 0 0,0 0 0 0 0,0 1 0 0 0,1-1 1 0 0,-1 0-1 0 0,2 1 0 0 0,-1 0 202 0 0,3 0-145 0 0,39 20 224 0 0,-40-20-254 0 0,-3-1-59 0 0,1-1 0 0 0,-1 0 0 0 0,0 1 0 0 0,1-1-1 0 0,-1 1 1 0 0,0-1 0 0 0,0 1 0 0 0,1 0 0 0 0,-1-1 0 0 0,0 1 0 0 0,0 0-1 0 0,2 2 1 0 0,-1-2 9 0 0,2 2 61 0 0,0 0 8 0 0,10 10 131 0 0,23 30 0 0 0,-34-39-153 0 0,-1 0-7 0 0,5 13 3 0 0,-6-13 29 0 0,0 0 10 0 0,3 12-4 0 0,-3-12 48 0 0,-1 2-153 0 0,-9 46-112 0 0,7-47-141 0 0,1-4-232 0 0,-1 0 382 0 0,1 0 0 0 0,-1 0 0 0 0,1 1-1 0 0,0-1 1 0 0,-1 1 0 0 0,1-1 0 0 0,0 1 0 0 0,-1 2 0 0 0,-1-1-727 0 0,-24-9-9655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4 205 2624 0 0,'0'0'4835'0'0,"-1"-4"-4048"0"0,-1-15-162 0 0,1 14 366 0 0,2 1-896 0 0,0 0 1 0 0,0-1 0 0 0,0 1 0 0 0,0 0-1 0 0,1-1 1 0 0,0 1 0 0 0,0 0 0 0 0,0 0-1 0 0,0 0 1 0 0,1 0 0 0 0,-1 1 0 0 0,1-1-1 0 0,5-5 1 0 0,1 0-63 0 0,1 0 0 0 0,-1 0 0 0 0,15-9 0 0 0,19-12-469 0 0,7 2-862 0 0,-46 26 473 0 0,0 0 0 0 0,0 1 0 0 0,0-1 0 0 0,1 1 0 0 0,-1 0-1 0 0,7-1 1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18.5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90 1 3568 0 0,'0'0'4135'0'0,"-5"1"-3748"0"0,-15 2-12 0 0,19-3-344 0 0,0 0 0 0 0,1 1 0 0 0,-1-1 1 0 0,0 1-1 0 0,0-1 0 0 0,1 0 0 0 0,-1 1 1 0 0,0-1-1 0 0,1 1 0 0 0,-1 0 0 0 0,0-1 1 0 0,1 1-1 0 0,-1 0 0 0 0,1-1 0 0 0,-1 1 1 0 0,1 0-1 0 0,0-1 0 0 0,-1 1 0 0 0,1 0 0 0 0,-1 0 1 0 0,1 0-1 0 0,0-1 0 0 0,0 1 0 0 0,0 0 1 0 0,-1 1-1 0 0,-5 11 293 0 0,0-1 0 0 0,1 1 1 0 0,0 1-1 0 0,1-1 0 0 0,-4 28 0 0 0,1 0 532 0 0,-2 65 1 0 0,9-101-814 0 0,1 1 1 0 0,-1 0 0 0 0,2 0 0 0 0,-1 0-1 0 0,0-1 1 0 0,1 1 0 0 0,3 6 0 0 0,-2-4-3 0 0,-1-4-21 0 0,1 0 0 0 0,-1 1 0 0 0,1-1 0 0 0,-1 0 0 0 0,1-1 0 0 0,0 1 0 0 0,0 0 0 0 0,5 3 1 0 0,-3-2-5 0 0,-2-2 10 0 0,2 0-8 0 0,13 8-10 0 0,-13-9-10 0 0,0-1 15 0 0,49 5 72 0 0,-48-6-85 0 0,-2-2 15 0 0,13-6 8 0 0,-12 6-2 0 0,-5 2-19 0 0,0 0-1 0 0,0-1 1 0 0,0 1-1 0 0,0-1 1 0 0,1 1-1 0 0,-1-1 1 0 0,0 1 0 0 0,0-1-1 0 0,1 1 1 0 0,-1-1-1 0 0,0 1 1 0 0,1 0 0 0 0,-1-1-1 0 0,0 1 1 0 0,1 0-1 0 0,-1-1 1 0 0,0 1 0 0 0,1 0-1 0 0,-1-1 1 0 0,1 1-1 0 0,-1 0 1 0 0,1 0 0 0 0,0-1-1 0 0,8-8 67 0 0,-7 5-71 0 0,-1-1-1 0 0,0 0 1 0 0,0 0 0 0 0,-1 0-1 0 0,0 0 1 0 0,1 0 0 0 0,-2 0-1 0 0,1-5 1 0 0,-1 5-24 0 0,0 4 19 0 0,1 0 1 0 0,0-1 0 0 0,-1 1-1 0 0,1 0 1 0 0,-1-1 0 0 0,1 1-1 0 0,-1 0 1 0 0,0 0 0 0 0,0-1-1 0 0,0 1 1 0 0,1 0-1 0 0,-3-2 1 0 0,1 1-1 0 0,0-2-29 0 0,-2 1-60 0 0,2 2 27 0 0,-1-1 0 0 0,1 1 1 0 0,-1-1-1 0 0,1 1 0 0 0,-1 0 0 0 0,0 0 1 0 0,1 0-1 0 0,-1 0 0 0 0,0 1 1 0 0,0-1-1 0 0,1 1 0 0 0,-1-1 1 0 0,0 1-1 0 0,0 0 0 0 0,0 0 1 0 0,0 0-1 0 0,1 1 0 0 0,-1-1 0 0 0,0 1 1 0 0,-3 0-1 0 0,-10 8-1677 0 0,1 0-1 0 0,0 1 1 0 0,-19 16 0 0 0,28-21 704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33.6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336 119 3120 0 0,'0'0'1546'0'0,"0"-6"-258"0"0,0 2-1122 0 0,-1-5 337 0 0,0 1-1 0 0,0 0 1 0 0,-5-16 0 0 0,4 21-391 0 0,1 0 0 0 0,0-1 0 0 0,-1 1 0 0 0,1 0 0 0 0,-1 0 0 0 0,0 0 0 0 0,0 0 0 0 0,0 0 0 0 0,-1 1 0 0 0,1-1 0 0 0,-1 1 0 0 0,1-1 0 0 0,-1 1 0 0 0,0 0 1 0 0,-6-4-1 0 0,5 4-53 0 0,-1 0 0 0 0,1 1 0 0 0,-1-1 0 0 0,1 1 1 0 0,-1 0-1 0 0,0 0 0 0 0,0 0 0 0 0,1 1 1 0 0,-1-1-1 0 0,0 1 0 0 0,0 1 0 0 0,0-1 0 0 0,0 0 1 0 0,1 1-1 0 0,-6 1 0 0 0,2 1 39 0 0,0 0-1 0 0,0 0 1 0 0,0 1 0 0 0,0 0 0 0 0,1 0-1 0 0,0 1 1 0 0,0 0 0 0 0,-7 6-1 0 0,1 1 36 0 0,0 1 0 0 0,1 0 0 0 0,0 1 0 0 0,1 0 0 0 0,1 1 0 0 0,0 0 0 0 0,1 0 0 0 0,-7 18 0 0 0,11-19-88 0 0,0 1-1 0 0,1-1 0 0 0,0 1 1 0 0,2 0-1 0 0,-1 0 0 0 0,2 0 1 0 0,0 1-1 0 0,1-1 1 0 0,0 0-1 0 0,1 0 0 0 0,1 0 1 0 0,0 1-1 0 0,7 20 1 0 0,-6-25-64 0 0,1-1 1 0 0,0 1-1 0 0,0-1 1 0 0,1 0-1 0 0,0-1 1 0 0,1 1-1 0 0,0-1 1 0 0,1 0 0 0 0,0-1-1 0 0,0 0 1 0 0,0 0-1 0 0,1 0 1 0 0,1-1-1 0 0,-1 0 1 0 0,1 0-1 0 0,0-1 1 0 0,1 0 0 0 0,-1-1-1 0 0,1 0 1 0 0,13 4-1 0 0,-13-5-73 0 0,-1-1-1 0 0,1-1 1 0 0,0 0-1 0 0,0 0 1 0 0,0 0-1 0 0,0-2 1 0 0,0 1-1 0 0,0-1 1 0 0,11-2-1 0 0,42-19-212 0 0,-54 16 253 0 0,0 0 0 0 0,0-1-1 0 0,-1 0 1 0 0,0 0 0 0 0,0-1 0 0 0,0 0-1 0 0,-1 0 1 0 0,0 0 0 0 0,0-1 0 0 0,-1-1-1 0 0,0 1 1 0 0,0-1 0 0 0,-1 0 0 0 0,0 0 0 0 0,-1 0-1 0 0,5-14 1 0 0,-7 13 39 0 0,0 0 0 0 0,-1-1-1 0 0,0 0 1 0 0,0 1 0 0 0,-1-1 0 0 0,-1 0 0 0 0,0 1 0 0 0,0-1-1 0 0,-1 1 1 0 0,0-1 0 0 0,-1 1 0 0 0,-6-17 0 0 0,4 15 11 0 0,0-1 1 0 0,0 0-1 0 0,-2 1 1 0 0,1 0 0 0 0,-1 1-1 0 0,-1-1 1 0 0,0 2-1 0 0,-1-1 1 0 0,0 1 0 0 0,-1 0-1 0 0,0 1 1 0 0,0 0-1 0 0,-1 0 1 0 0,0 1 0 0 0,0 1-1 0 0,-1 0 1 0 0,-21-9-1 0 0,28 14 22 0 0,0 1 8 0 0,2 1-29 0 0,1-1 11 0 0,0 0 0 0 0,0 1-1 0 0,0 0 1 0 0,0-1 0 0 0,-1 1 0 0 0,1 0 0 0 0,0 0 0 0 0,0 0 0 0 0,-1 0 0 0 0,1 0 0 0 0,0 1 0 0 0,0-1 0 0 0,-1 1 0 0 0,1-1 0 0 0,0 1 0 0 0,0 0-1 0 0,0 0 1 0 0,0 0 0 0 0,0 0 0 0 0,0 0 0 0 0,0 0 0 0 0,-2 3 0 0 0,-1 3 9 0 0,0 0-1 0 0,1 1 1 0 0,0-1 0 0 0,0 1-1 0 0,1 0 1 0 0,0 0 0 0 0,0 0-1 0 0,1 1 1 0 0,0-1-1 0 0,1 0 1 0 0,-1 1 0 0 0,2 0-1 0 0,-1-1 1 0 0,1 1 0 0 0,2 13-1 0 0,1 18 8 0 0,3 0 1 0 0,10 40-1 0 0,-7-45-67 0 0,2-1 1 0 0,1-1-1 0 0,1 0 1 0 0,33 58 0 0 0,41 40-5129 0 0,-80-125 2908 0 0,9 6-1585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34.6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76 2300 0 0,'0'0'4070'0'0,"4"3"-3466"0"0,-2-1-479 0 0,0 0-1 0 0,0 1 1 0 0,0-1-1 0 0,0 1 1 0 0,0-1 0 0 0,0 1-1 0 0,-1-1 1 0 0,1 1-1 0 0,-1 0 1 0 0,0 0 0 0 0,0 0-1 0 0,0 0 1 0 0,0 0-1 0 0,0 0 1 0 0,-1 0 0 0 0,1 4-1 0 0,0-2-99 0 0,6 25 738 0 0,18 46-1 0 0,-23-71-719 0 0,1 0-1 0 0,-1 0 1 0 0,1 0-1 0 0,0 0 0 0 0,6 7 1 0 0,-5-8-19 0 0,-2-1 15 0 0,2 1-17 0 0,10 9-5 0 0,-11-10-5 0 0,1-2-36 0 0,12 5-118 0 0,-12-5 173 0 0,3-1-60 0 0,-2-1 49 0 0,1 1 0 0 0,-1-1 0 0 0,1 0 0 0 0,-1 0-1 0 0,0 0 1 0 0,1-1 0 0 0,-1 0 0 0 0,0 0 0 0 0,0 0 0 0 0,0-1 0 0 0,0 1 0 0 0,-1-1 0 0 0,1 0 0 0 0,-1-1-1 0 0,1 1 1 0 0,-1-1 0 0 0,0 0 0 0 0,6-8 0 0 0,-2-4 44 0 0,0 0 0 0 0,-1-1 0 0 0,-1 0 0 0 0,-1-1 0 0 0,0 1 1 0 0,-1-1-1 0 0,2-24 0 0 0,-5 38-2 0 0,-1-1 10 0 0,3-18 86 0 0,-2 18-112 0 0,1-14-6 0 0,-1 14 24 0 0,0 9-107 0 0,2 12 94 0 0,-2-12-18 0 0,0 3-5 0 0,1 9-62 0 0,2 1 0 0 0,0-1 1 0 0,0 0-1 0 0,2-1 0 0 0,8 19 0 0 0,-10-25-154 0 0,0-2 0 0 0,0 1-1 0 0,1 0 1 0 0,0-1 0 0 0,1 0 0 0 0,0 0-1 0 0,0-1 1 0 0,0 0 0 0 0,1 0 0 0 0,0 0-1 0 0,0 0 1 0 0,9 4 0 0 0,-12-8-203 0 0,-2-2 346 0 0,0 0-1 0 0,0 0 0 0 0,0 0 1 0 0,-1 1-1 0 0,1-1 1 0 0,0 0-1 0 0,0 1 1 0 0,0-1-1 0 0,-1 1 0 0 0,1 0 1 0 0,0-1-1 0 0,2 3 1 0 0,-1-1-54 0 0,3-1-267 0 0,0-1 35 0 0,0 0 177 0 0,0 0 1 0 0,0 0-1 0 0,0-1 1 0 0,-1 0-1 0 0,1 0 0 0 0,0 0 1 0 0,0-1-1 0 0,-1 1 0 0 0,1-1 1 0 0,-1-1-1 0 0,0 1 1 0 0,0-1-1 0 0,1 0 0 0 0,-2 0 1 0 0,1-1-1 0 0,0 1 0 0 0,-1-1 1 0 0,1 0-1 0 0,-1 0 1 0 0,0-1-1 0 0,-1 1 0 0 0,1-1 1 0 0,5-9-1 0 0,-2-1 3 0 0,0 0 0 0 0,-1-1 0 0 0,0 0 0 0 0,-2 0-1 0 0,5-20 1 0 0,-9 30 390 0 0,0 0 19 0 0,0-19 40 0 0,0 19 25 0 0,-1 0 42 0 0,-4-16 1 0 0,4 17 5 0 0,-5-2 98 0 0,-3-8 657 0 0,8 14-1085 0 0,0 1 0 0 0,0-1 1 0 0,0 1-1 0 0,0-1 0 0 0,1 0 0 0 0,-2 1 1 0 0,1 0-1 0 0,0-1 0 0 0,0 1 1 0 0,0 0-1 0 0,0-1 0 0 0,0 1 0 0 0,0 0 1 0 0,0 0-1 0 0,0 0 0 0 0,0 0 1 0 0,0 0-1 0 0,-1 0 0 0 0,1 0 0 0 0,0 0 1 0 0,0 1-1 0 0,0-1 0 0 0,0 0 1 0 0,0 1-1 0 0,0-1 0 0 0,0 0 1 0 0,0 1-1 0 0,0 0 0 0 0,-1 0 0 0 0,-1 1 225 0 0,3-2-248 0 0,0 1 0 0 0,0 0 1 0 0,0-1-1 0 0,0 1 0 0 0,-1-1 0 0 0,1 1 0 0 0,0-1 0 0 0,0 1 0 0 0,0 0 0 0 0,0-1 0 0 0,-1 1 0 0 0,1-1 0 0 0,0 1 0 0 0,0-1 0 0 0,-1 1 0 0 0,1-1 0 0 0,0 1 0 0 0,-1-1 0 0 0,1 1 0 0 0,-1-1 0 0 0,1 0 0 0 0,-1 1 0 0 0,0 0 11 0 0,0 0 0 0 0,0 1 0 0 0,0-1 1 0 0,0 0-1 0 0,0 0 0 0 0,0 0 0 0 0,0 0 0 0 0,0 1 0 0 0,1-1 0 0 0,-1 0 1 0 0,1 1-1 0 0,-2 2 0 0 0,-13 71 684 0 0,14-70-658 0 0,1 11-15 0 0,1-5-31 0 0,3 32-39 0 0,-3-40-6 0 0,-1 0 1 0 0,1 0-1 0 0,0 1 1 0 0,1-1 0 0 0,-1 0-1 0 0,0 0 1 0 0,1 0-1 0 0,0 0 1 0 0,0 0-1 0 0,-1 0 1 0 0,2-1 0 0 0,-1 1-1 0 0,3 2 1 0 0,-2-1-6 0 0,0-1-87 0 0,-2-3-27 0 0,-1 0 148 0 0,0 0 0 0 0,1 0 0 0 0,-1 0 0 0 0,1 0 0 0 0,-1 0 0 0 0,0 0 0 0 0,1 0 0 0 0,-1 0 0 0 0,1 0 0 0 0,-1 0 0 0 0,0 0 0 0 0,1 0 0 0 0,-1 0 0 0 0,1 0 0 0 0,-1 1-1 0 0,0-1 1 0 0,1 0 0 0 0,-1 0 0 0 0,0 0 0 0 0,1 1 0 0 0,-1-1 0 0 0,0 0 0 0 0,1 0 0 0 0,-1 1 0 0 0,0-1 0 0 0,0 0 0 0 0,1 1 0 0 0,-1-1 0 0 0,1 1-1 0 0,-1-1 1 0 0,0 1-1 0 0,1-1 1 0 0,-1 1-1 0 0,1-1 1 0 0,-1 0-1 0 0,1 1 1 0 0,-1-1 0 0 0,1 0-1 0 0,-1 1 1 0 0,1-1-1 0 0,-1 0 1 0 0,1 0-1 0 0,-1 1 1 0 0,1-1-1 0 0,0 0 1 0 0,-1 0-1 0 0,1 0 1 0 0,-1 0-1 0 0,1 0 1 0 0,0 0 0 0 0,-1 0-1 0 0,1 0 1 0 0,-1 0-1 0 0,1 0 1 0 0,0 0-1 0 0,-1 0 1 0 0,1 0-1 0 0,-1-1 1 0 0,1 1-1 0 0,-1 0 1 0 0,2-1-1 0 0,1 0-8 0 0,1-1-1 0 0,0 1 0 0 0,-1-1 1 0 0,0 0-1 0 0,1 0 0 0 0,-1 0 0 0 0,0-1 1 0 0,0 1-1 0 0,3-4 0 0 0,-4 3 12 0 0,0-2 25 0 0,7-13 14 0 0,-7 13 9 0 0,-1 0 18 0 0,6-16 27 0 0,-5 16 40 0 0,-1 0 15 0 0,2-17 18 0 0,-2 16 22 0 0,0 2 16 0 0,3-12 14 0 0,-3 12 403 0 0,-1 0-468 0 0,2-14-13 0 0,-1 14 1000 0 0,2 7-984 0 0,10 11-15 0 0,-10-10-24 0 0,-1 1-39 0 0,15 32-1966 0 0,39 61 0 0 0,-54-94 870 0 0,17 14-3226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35.0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1 171 1808 0 0,'2'-3'934'0'0,"6"-9"-145"0"0,-6 9 368 0 0,2 0-708 0 0,10-9-41 0 0,-11 9 244 0 0,2 2-309 0 0,16-2-3 0 0,-16 2-61 0 0,1 2-76 0 0,7 5 77 0 0,0-1 1 0 0,0 2-1 0 0,0 0 1 0 0,-1 0-1 0 0,0 1 0 0 0,-1 1 1 0 0,1 0-1 0 0,18 20 1 0 0,-27-26-153 0 0,1 1-18 0 0,8 12-24 0 0,-8-13 2 0 0,-2 1-32 0 0,1-1 0 0 0,0 1 1 0 0,-1 0-1 0 0,0 0 0 0 0,0 0 1 0 0,0 0-1 0 0,2 8 0 0 0,-2-8 333 0 0,-12 17 142 0 0,6-23-474 0 0,-13-5-19 0 0,13 5-15 0 0,4 0-21 0 0,-1 1 0 0 0,0 0 0 0 0,0-1 0 0 0,0 1 0 0 0,0 0 0 0 0,0 0 0 0 0,0 0 0 0 0,0-1 0 0 0,0 1 0 0 0,-3-1 0 0 0,2-1 2 0 0,0-2-21 0 0,-11-44-303 0 0,12 44 177 0 0,2-2-33 0 0,2-9-301 0 0,0 0 0 0 0,2 1 0 0 0,-1-1 0 0 0,2 1 0 0 0,0 0 0 0 0,1 0 0 0 0,1 1 1 0 0,0 0-1 0 0,1 1 0 0 0,15-20 0 0 0,-9 13-1664 0 0,-12 14 1451 0 0,0 2-2349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35.3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 2900 0 0,'0'0'5603'0'0,"1"-4"-5303"0"0,-1 4-277 0 0,0 0 0 0 0,-1 0 0 0 0,1 0 0 0 0,0 0 0 0 0,0 0 0 0 0,0-1 0 0 0,0 1-1 0 0,0 0 1 0 0,0 0 0 0 0,0 0 0 0 0,0 0 0 0 0,0-1 0 0 0,0 1 0 0 0,0 0-1 0 0,0 0 1 0 0,0 0 0 0 0,0 0 0 0 0,0-1 0 0 0,0 1 0 0 0,1 0 0 0 0,-1 0 0 0 0,0 0-1 0 0,0 0 1 0 0,0 0 0 0 0,0-1 0 0 0,0 1 0 0 0,0 0 0 0 0,0 0 0 0 0,0 0-1 0 0,0 0 1 0 0,1 0 0 0 0,-1 0 0 0 0,0-1 0 0 0,0 1 0 0 0,0 0 0 0 0,0 0 0 0 0,0 0-1 0 0,1 0 1 0 0,-1 0 0 0 0,0 0 0 0 0,0 0 0 0 0,0 0 0 0 0,0 0 0 0 0,1 0-1 0 0,-1 0 1 0 0,0 0 0 0 0,0 0 0 0 0,0 0 0 0 0,0 0 0 0 0,0 0 0 0 0,1 0 0 0 0,-1 0-1 0 0,0 0 1 0 0,0 0 0 0 0,0 0 0 0 0,0 0 0 0 0,1 0 0 0 0,-1 0 0 0 0,0 0-1 0 0,0 1 1 0 0,5 15 835 0 0,5 46-93 0 0,-4-21-406 0 0,41 191 415 0 0,-11-84-3380 0 0,-35-143 1808 0 0,1 0-190 0 0,0 0 521 0 0,3 6 140 0 0,-3-1-3580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35.5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24 144 2308 0 0,'-2'-4'1466'0'0,"-9"-10"-230"0"0,9 11 654 0 0,1 2-1805 0 0,0 0 0 0 0,1 1 0 0 0,-1-1 0 0 0,0 0 0 0 0,1 1 1 0 0,-1-1-1 0 0,1 0 0 0 0,-1 0 0 0 0,1 0 0 0 0,-1 0 0 0 0,1 1 0 0 0,-1-1 0 0 0,1 0 0 0 0,0 0 1 0 0,0 0-1 0 0,-1 0 0 0 0,1 0 0 0 0,0 0 0 0 0,0 0 0 0 0,0 0 0 0 0,0 0 0 0 0,0 0 0 0 0,0 0 1 0 0,1 0-1 0 0,-1 0 0 0 0,0 0 0 0 0,0 1 0 0 0,1-1 0 0 0,-1 0 0 0 0,0 0 0 0 0,1 0 0 0 0,-1 0 0 0 0,1 0 1 0 0,-1 1-1 0 0,1-1 0 0 0,1-1 0 0 0,0-1 180 0 0,-1 3-250 0 0,-1 0 0 0 0,1 0-1 0 0,0 0 1 0 0,0 0 0 0 0,0-1 0 0 0,-1 1-1 0 0,1 0 1 0 0,0 0 0 0 0,0 0 0 0 0,0-1-1 0 0,-1 1 1 0 0,1 0 0 0 0,0-1-1 0 0,0 1 1 0 0,-1-1 0 0 0,1 1 0 0 0,0-1-1 0 0,17-9 154 0 0,62-18-332 0 0,13-5-3404 0 0,-73 22 218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36.0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85 1780 0 0,'0'0'2527'0'0,"-2"3"-1929"0"0,2-2-588 0 0,-6 19 1486 0 0,6-19-1459 0 0,0 0 0 0 0,0 0 0 0 0,0 0 0 0 0,0 0 0 0 0,0 0 0 0 0,0 0 0 0 0,0 0 0 0 0,0 0 0 0 0,0 0 1 0 0,0 0-1 0 0,1 0 0 0 0,-1 0 0 0 0,0-1 0 0 0,1 1 0 0 0,-1 0 0 0 0,1 0 0 0 0,-1 0 0 0 0,1 0 0 0 0,-1-1 0 0 0,1 1 0 0 0,-1 0 0 0 0,1 0 0 0 0,0-1 0 0 0,-1 1 0 0 0,1-1 0 0 0,1 2 0 0 0,4 0-34 0 0,0-1 0 0 0,0 1-1 0 0,0-1 1 0 0,0 0 0 0 0,0-1-1 0 0,0 1 1 0 0,1-1 0 0 0,-1 0-1 0 0,0-1 1 0 0,0 0 0 0 0,7-1-1 0 0,-8 1 102 0 0,0-1-40 0 0,38-19 310 0 0,-39 19-236 0 0,-2 2-117 0 0,-1-1 0 0 0,0 0 0 0 0,0 1 0 0 0,0-1 0 0 0,1 0 0 0 0,-1 0 0 0 0,0 0 0 0 0,0 0 0 0 0,0 1 0 0 0,0-1 0 0 0,0-1 0 0 0,1-1 0 0 0,0 1 29 0 0,1-1 137 0 0,0-1-15 0 0,-2 3-145 0 0,0-1-1 0 0,0 0 1 0 0,0 0-1 0 0,1 1 0 0 0,-1-1 1 0 0,0 1-1 0 0,1-1 1 0 0,-1 1-1 0 0,3-2 126 0 0,-3-2-170 0 0,5-13 124 0 0,-5 13 88 0 0,-2 0-183 0 0,-3-16 60 0 0,2 16 58 0 0,0 2-85 0 0,0 2-26 0 0,1 0 1 0 0,0 0-1 0 0,-1 0 1 0 0,1 0 0 0 0,-1 1-1 0 0,0-1 1 0 0,1 0-1 0 0,-1 1 1 0 0,0-1 0 0 0,1 1-1 0 0,-1 0 1 0 0,0-1-1 0 0,0 1 1 0 0,1 0 0 0 0,-1 0-1 0 0,0 0 1 0 0,0 0-1 0 0,1 0 1 0 0,-5 1 0 0 0,2 0 81 0 0,0 3 18 0 0,-2 2 11 0 0,0 0 0 0 0,1 1 0 0 0,0 0 0 0 0,0 0 0 0 0,1 0 0 0 0,0 1 0 0 0,0 0-1 0 0,-4 11 1 0 0,4-5 101 0 0,0 1 0 0 0,0-1 0 0 0,-1 19 0 0 0,5-27-172 0 0,-1 1 0 0 0,1-1-1 0 0,1 1 1 0 0,-1 0 0 0 0,1-1 0 0 0,0 1-1 0 0,1-1 1 0 0,-1 0 0 0 0,1 1 0 0 0,1-1-1 0 0,3 8 1 0 0,-3-9-84 0 0,0 1-1 0 0,0-1 1 0 0,1 0 0 0 0,-1 0-1 0 0,1-1 1 0 0,0 1-1 0 0,1-1 1 0 0,-1 0-1 0 0,1 0 1 0 0,0 0 0 0 0,0 0-1 0 0,0-1 1 0 0,0 0-1 0 0,1 0 1 0 0,-1-1-1 0 0,1 1 1 0 0,0-1 0 0 0,8 2-1 0 0,-10-3-260 0 0,3-1-61 0 0,-7 0 315 0 0,11 1-346 0 0,0-1 0 0 0,1-1 1 0 0,20-3-1 0 0,-25 2-661 0 0,1 0 0 0 0,-1 0 1 0 0,0-1-1 0 0,0 0 0 0 0,12-7 1 0 0,1-2-3093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36.7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88 114 1984 0 0,'1'-4'1418'0'0,"2"-2"-910"0"0,0 0 1 0 0,0 1 0 0 0,0-1 0 0 0,1 0-1 0 0,-1 1 1 0 0,1 0 0 0 0,1 0 0 0 0,8-9-1 0 0,-4 7-215 0 0,-1 1 1 0 0,1 0-1 0 0,0 0 0 0 0,1 1 0 0 0,-1 0 0 0 0,1 0 0 0 0,17-4 1 0 0,-22 7-131 0 0,1 2-26 0 0,50 4 283 0 0,-50-3-331 0 0,-3 2 6 0 0,11 11 9 0 0,-13-14-94 0 0,1 1 1 0 0,-1 0 0 0 0,0 0 0 0 0,0 1-1 0 0,-1-1 1 0 0,1 0 0 0 0,0 0 0 0 0,0 0-1 0 0,0 1 1 0 0,-1-1 0 0 0,1 0 0 0 0,-1 1 0 0 0,1-1-1 0 0,-1 1 1 0 0,1-1 0 0 0,-1 3 0 0 0,1 0 22 0 0,1 1 81 0 0,-1 1 0 0 0,-1 6-12 0 0,-1-1-1 0 0,0 1 1 0 0,0-1 0 0 0,-1 1 0 0 0,-1-1 0 0 0,0 1 0 0 0,-6 15-1 0 0,7-23-6 0 0,0 1-10 0 0,-5 16-2 0 0,6-16 18 0 0,0-5-97 0 0,1 1 1 0 0,-1-1-1 0 0,1 0 1 0 0,-1 1-1 0 0,1-1 1 0 0,0 1-1 0 0,-1-1 0 0 0,1 1 1 0 0,0-1-1 0 0,-1 1 1 0 0,1-1-1 0 0,0 1 1 0 0,0-1-1 0 0,-1 1 1 0 0,1-1-1 0 0,0 1 0 0 0,0-1 1 0 0,0 1-1 0 0,0-1 1 0 0,0 1-1 0 0,0-1 1 0 0,-1 2-1 0 0,-3 9 441 0 0,5-6-353 0 0,-1-3-65 0 0,0 0-12 0 0,0-1-1 0 0,0 1 0 0 0,0 0 1 0 0,1-1-1 0 0,-1 1 1 0 0,0-1-1 0 0,1 1 0 0 0,-1-1 1 0 0,1 1-1 0 0,-1-1 0 0 0,1 1 1 0 0,1 1-1 0 0,16 8 164 0 0,-15-8-111 0 0,2-2-36 0 0,2 2 6 0 0,1 0 0 0 0,-1 0 0 0 0,0 0 0 0 0,0 1 0 0 0,0 0 1 0 0,-1 0-1 0 0,0 1 0 0 0,1 0 0 0 0,-1 0 0 0 0,-1 0 0 0 0,1 1 0 0 0,-1 0 1 0 0,5 7-1 0 0,-8-10 9 0 0,-1 3 1 0 0,-1-1-45 0 0,0 1 0 0 0,0 0 1 0 0,0-1-1 0 0,-1 1 0 0 0,0 0 0 0 0,0-1 1 0 0,0 1-1 0 0,-1-1 0 0 0,0 0 0 0 0,0 1 0 0 0,0-1 1 0 0,-1 0-1 0 0,0 0 0 0 0,-4 6 0 0 0,-1 0-141 0 0,-1 0 0 0 0,0-1 0 0 0,-1 0 0 0 0,0-1 0 0 0,-16 13 0 0 0,-1-3-851 0 0,-1-1-1 0 0,-1-1 1 0 0,-45 20 0 0 0,-42 5-4536 0 0,73-32 1156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37.8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552 24 2520 0 0,'-6'-2'1311'0'0,"-2"-2"-912"0"0,-25-6 1160 0 0,25 8-1347 0 0,5 1-127 0 0,0 0 0 0 0,0 0 0 0 0,0 0-1 0 0,0 1 1 0 0,0-1 0 0 0,0 1-1 0 0,0 0 1 0 0,0 0 0 0 0,-6 1 0 0 0,-15 0 285 0 0,0 2 1 0 0,1 0-1 0 0,0 2 1 0 0,0 0-1 0 0,-25 10 1 0 0,33-9-173 0 0,-1 1 1 0 0,1 0 0 0 0,0 1 0 0 0,0 0 0 0 0,1 1 0 0 0,0 1 0 0 0,0 1 0 0 0,-14 14 0 0 0,24-21-154 0 0,0 0 0 0 0,1 0 0 0 0,-1 1 0 0 0,1-1 0 0 0,0 1 0 0 0,0 0 0 0 0,1 0 0 0 0,-1 0 0 0 0,1 0 0 0 0,0 1 0 0 0,1-1 0 0 0,-1 1 0 0 0,1-1 0 0 0,0 1 0 0 0,0-1 0 0 0,1 1 0 0 0,0-1 0 0 0,0 1 0 0 0,1 9 0 0 0,0-11-29 0 0,0 1 1 0 0,1-1 0 0 0,0 1-1 0 0,0-1 1 0 0,0 1-1 0 0,0-1 1 0 0,1 0 0 0 0,-1 0-1 0 0,1 0 1 0 0,0 0-1 0 0,5 4 1 0 0,-6-5-20 0 0,10 9 14 0 0,0 0 0 0 0,0-1-1 0 0,1 0 1 0 0,0-1-1 0 0,1-1 1 0 0,0 0-1 0 0,1 0 1 0 0,0-2 0 0 0,18 7-1 0 0,-3 0-19 0 0,-8-5 14 0 0,23 16-8 0 0,-27-12 1 0 0,-15-11-7 0 0,12 14 3 0 0,-12-12 3 0 0,-4 0-9 0 0,-3 15 21 0 0,4-14 6 0 0,-5-2 0 0 0,-4 4-6 0 0,-1 0 0 0 0,0-1 0 0 0,-1 0 1 0 0,1-1-1 0 0,-1 0 0 0 0,0-1 0 0 0,0 0 1 0 0,0 0-1 0 0,-1-2 0 0 0,1 1 0 0 0,-21 1 0 0 0,21-2 13 0 0,-32 1 94 0 0,-9-4 46 0 0,42 2-136 0 0,-30-6 56 0 0,35 4-84 0 0,-1 1-34 0 0,0-1 1 0 0,0 0-1 0 0,1 0 1 0 0,-1-1-1 0 0,0 0 1 0 0,1 0-1 0 0,-1 0 0 0 0,1 0 1 0 0,-1-1-1 0 0,1 0 1 0 0,-7-5-1 0 0,9 4-132 0 0,-1 0-1 0 0,0 0 0 0 0,1 0 1 0 0,0 0-1 0 0,0-1 1 0 0,0 0-1 0 0,0 1 0 0 0,1-1 1 0 0,0 0-1 0 0,0 0 1 0 0,0 0-1 0 0,1 0 1 0 0,-1-1-1 0 0,0-9 0 0 0,2 4-307 0 0,0 1-1 0 0,0-1 1 0 0,1 1 0 0 0,1 0-1 0 0,-1 0 1 0 0,2 0-1 0 0,-1 0 1 0 0,5-10-1 0 0,3-4-1483 0 0,2 3-1376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38.1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2568 0 0,'0'0'6717'0'0,"4"3"-6101"0"0,-3-2-453 0 0,0 0-90 0 0,0 0-1 0 0,0 0 0 0 0,0 0 1 0 0,0 0-1 0 0,1-1 1 0 0,-1 1-1 0 0,0 0 1 0 0,0-1-1 0 0,0 1 1 0 0,0-1-1 0 0,1 1 1 0 0,1 0-1 0 0,-2 3 428 0 0,21 167 2146 0 0,-3 131-3882 0 0,-19-297 652 0 0,3 54-4503 0 0,-2-54 3816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38.4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97 2932 0 0,'0'-7'964'0'0,"12"-48"1695"0"0,-10 50-2240 0 0,1 1-42 0 0,11-10-31 0 0,-10 11-60 0 0,15-4 349 0 0,-16 5-350 0 0,2 3-6 0 0,2 0-165 0 0,0 0-1 0 0,0 0 1 0 0,0 1-1 0 0,0 0 1 0 0,0 1-1 0 0,-1 0 1 0 0,1 0-1 0 0,-1 0 0 0 0,10 7 1 0 0,-10-6-54 0 0,-1 1 1 0 0,1-1-1 0 0,-1 2 1 0 0,0-1-1 0 0,0 0 1 0 0,0 1-1 0 0,-1 0 1 0 0,1 0-1 0 0,-2 1 0 0 0,1-1 1 0 0,-1 1-1 0 0,0-1 1 0 0,0 1-1 0 0,-1 0 1 0 0,1 0-1 0 0,-2 1 1 0 0,2 10-1 0 0,-2-14-38 0 0,-1 1-1 0 0,0-1 1 0 0,-1 1 0 0 0,1-1-1 0 0,-1 1 1 0 0,0-1 0 0 0,0 0-1 0 0,-1 1 1 0 0,-3 7 0 0 0,4-8-25 0 0,-4 6-13 0 0,0 0 1 0 0,-1-1-1 0 0,0 1 0 0 0,0-1 0 0 0,-1-1 1 0 0,0 0-1 0 0,-1 1 0 0 0,-13 10 1 0 0,16-15-97 0 0,2-1-141 0 0,0-1-75 0 0,2-2-80 0 0,0 1 1 0 0,-1 0-1 0 0,1-1 1 0 0,0 1-1 0 0,0-1 0 0 0,-1 1 1 0 0,1-1-1 0 0,0 0 1 0 0,-1 1-1 0 0,1-1 0 0 0,0 0 1 0 0,-1 0-1 0 0,1 0 1 0 0,-1 0-1 0 0,1 0 0 0 0,0 0 1 0 0,-1-1-1 0 0,-1 0 1 0 0,-3-1 572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40.1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0 261 2268 0 0,'0'0'3500'0'0,"5"0"-2726"0"0,16 0-119 0 0,-15 0 397 0 0,-2 2-586 0 0,65 27 1118 0 0,-64-27-1459 0 0,1-1-25 0 0,55 3 146 0 0,-54-4-219 0 0,-6 0-26 0 0,1 0 1 0 0,-1 1-1 0 0,1-1 1 0 0,0 0-1 0 0,0 0 1 0 0,-1 0-1 0 0,1 0 1 0 0,0-1-1 0 0,-1 1 1 0 0,1 0-1 0 0,-1-1 1 0 0,1 1-1 0 0,0-1 1 0 0,1 0-1 0 0,13-4 13 0 0,22-10 3 0 0,-35 13-39 0 0,1-2 6 0 0,11-10-4 0 0,-11 11-4 0 0,-2-2-5 0 0,8-12 5 0 0,-8 13-4 0 0,-1-26-29 0 0,0 24 51 0 0,-3 1 27 0 0,-4-14-49 0 0,5 15 0 0 0,1 4 27 0 0,-1 0 0 0 0,1 0 0 0 0,0-1 0 0 0,-1 1 0 0 0,1 0-1 0 0,0 0 1 0 0,-1 0 0 0 0,1 0 0 0 0,0 0 0 0 0,0-1 0 0 0,-1 1 0 0 0,1 0 0 0 0,0 0 0 0 0,0 0 0 0 0,-1-1 0 0 0,1 1-1 0 0,0 0 1 0 0,0 0 0 0 0,0-1 0 0 0,-1 1 0 0 0,1 0 0 0 0,0-1 0 0 0,0 1 0 0 0,0 0 0 0 0,0-1 0 0 0,0 1 0 0 0,0 0-1 0 0,-1 0 1 0 0,1-1 0 0 0,0 1 0 0 0,0-1 0 0 0,0 0 2 0 0,0 1-1 0 0,0-1 1 0 0,0 0 0 0 0,0 1-1 0 0,-1-1 1 0 0,1 0 0 0 0,0 1-1 0 0,0-1 1 0 0,-1 0 0 0 0,1 1-1 0 0,-1-1 1 0 0,1 1 0 0 0,0-1-1 0 0,-1 1 1 0 0,1-1-1 0 0,-1 1 1 0 0,1-1 0 0 0,-1 1-1 0 0,0-1 1 0 0,1 1 0 0 0,-1 0-1 0 0,1-1 1 0 0,-1 1 0 0 0,0 0-1 0 0,0-1 1 0 0,-3-1 8 0 0,3 1-5 0 0,0 0-1 0 0,0 1 1 0 0,0-1 0 0 0,-1 0 0 0 0,1 1 0 0 0,0-1 0 0 0,0 1 0 0 0,-1-1 0 0 0,1 1 0 0 0,-1-1 0 0 0,1 1-1 0 0,-2 0 1 0 0,-1 1 29 0 0,0 0-1 0 0,0 0 0 0 0,0 0 0 0 0,1 1 1 0 0,-1 0-1 0 0,1-1 0 0 0,-1 2 1 0 0,1-1-1 0 0,-1 0 0 0 0,-3 4 1 0 0,6-5-18 0 0,-3 3 26 0 0,0-1 0 0 0,0 1 0 0 0,1 0 0 0 0,0 0 0 0 0,-1 0 0 0 0,2 1 0 0 0,-1-1 0 0 0,0 1 0 0 0,-3 8 1 0 0,4-8-33 0 0,-2 3 21 0 0,1 0 1 0 0,0 0-1 0 0,0 1 1 0 0,0 0-1 0 0,0 8 1 0 0,1-9-32 0 0,1-3-42 0 0,1 1 0 0 0,-1 0 0 0 0,1-1 0 0 0,0 1-1 0 0,1 0 1 0 0,-1-1 0 0 0,1 1 0 0 0,3 9 0 0 0,-3-10-37 0 0,1 0-17 0 0,0 0-1 0 0,0 0 1 0 0,0 0 0 0 0,1 0-1 0 0,0-1 1 0 0,0 1 0 0 0,0-1-1 0 0,0 0 1 0 0,1 0 0 0 0,0 0-1 0 0,0 0 1 0 0,0-1 0 0 0,0 0-1 0 0,0 1 1 0 0,1-2 0 0 0,-1 1-1 0 0,9 4 1 0 0,-8-5-11 0 0,-3-3 98 0 0,-1 1-1 0 0,1 0 1 0 0,-1 0 0 0 0,1 0 0 0 0,-1 0-1 0 0,1 0 1 0 0,-1 0 0 0 0,1 0 0 0 0,-1 1-1 0 0,1-1 1 0 0,-1 0 0 0 0,3 2 0 0 0,-2-2-7 0 0,2 1-31 0 0,1-2 22 0 0,0-1 32 0 0,1 1-1 0 0,-1-1 0 0 0,0 0 0 0 0,0 0 0 0 0,0-1 0 0 0,0 1 0 0 0,0-1 0 0 0,-1 0 0 0 0,1-1 0 0 0,-1 1 0 0 0,0-1 0 0 0,0 0 0 0 0,0 0 1 0 0,0 0-1 0 0,-1 0 0 0 0,0-1 0 0 0,6-8 0 0 0,7-20-4 0 0,-13 27-3 0 0,1-10 4 0 0,16-65 305 0 0,-18 75-60 0 0,-1 2-157 0 0,2-14 8 0 0,-2 14 822 0 0,0 9-731 0 0,1 16-64 0 0,-2-16-14 0 0,1 2 7 0 0,1 16-71 0 0,2 1-1 0 0,0 0 1 0 0,2-1-1 0 0,9 26 1 0 0,-13-45-67 0 0,-2-3 16 0 0,0 1 0 0 0,1-1 0 0 0,-1 0 0 0 0,1 1 0 0 0,-1-1 0 0 0,1 0 0 0 0,-1 1 0 0 0,1-1 0 0 0,0 0 0 0 0,0 0 0 0 0,0 0 0 0 0,2 2 0 0 0,-2-1-7 0 0,2 2-45 0 0,-3-4 2 0 0,0 0 52 0 0,1 0 0 0 0,-1 1 0 0 0,1-1 0 0 0,-1 0-1 0 0,1 0 1 0 0,-1 0 0 0 0,1 0 0 0 0,-1 0-1 0 0,0 1 1 0 0,1-1 0 0 0,-1 0 0 0 0,1 0-1 0 0,-1 1 1 0 0,0-1 0 0 0,1 0 0 0 0,-1 0-1 0 0,0 1 1 0 0,1-1 0 0 0,-1 0 0 0 0,0 1 0 0 0,1-1-1 0 0,-1 1 1 0 0,0-1 0 0 0,1 1 0 0 0,-1 0-1 0 0,0-1 0 0 0,0 1 1 0 0,1-1-1 0 0,-1 1 1 0 0,0-1-1 0 0,1 1 1 0 0,-1-1-1 0 0,1 1 1 0 0,-1-1-1 0 0,1 0 0 0 0,-1 1 1 0 0,1-1-1 0 0,-1 0 1 0 0,1 1-1 0 0,-1-1 1 0 0,1 0-1 0 0,-1 0 0 0 0,1 1 1 0 0,-1-1-1 0 0,1 0 1 0 0,0 0-1 0 0,-1 0 1 0 0,1 0-1 0 0,-1 0 0 0 0,1 0 1 0 0,0 0-1 0 0,-1 0 1 0 0,1 0-1 0 0,-1 0 1 0 0,1 0-1 0 0,0 0 1 0 0,-1 0-1 0 0,2-1 0 0 0,20-3 7 0 0,-17 3 44 0 0,-1-2 32 0 0,2-5 40 0 0,0 0 0 0 0,0 0-1 0 0,0 0 1 0 0,-1 0 0 0 0,0-1 0 0 0,-1 0 0 0 0,0 0 0 0 0,0 0 0 0 0,-1 0 0 0 0,0-1 0 0 0,1-11 0 0 0,-2 17 118 0 0,0-10-231 0 0,4 13 173 0 0,6 12-97 0 0,-10-7-126 0 0,1 0-19 0 0,8 11-477 0 0,2 0 0 0 0,20 20-1 0 0,-30-32 380 0 0,1-1-1 0 0,-1 0 0 0 0,0 0 0 0 0,1 0 1 0 0,-1 0-1 0 0,1-1 0 0 0,-1 1 1 0 0,1-1-1 0 0,0 0 0 0 0,-1 0 0 0 0,1-1 1 0 0,0 1-1 0 0,5 0 0 0 0,39-3-1818 0 0,-42 1 1823 0 0,10-2-264 0 0,0-1 0 0 0,0 0-1 0 0,-1-2 1 0 0,1 1 0 0 0,-1-2 0 0 0,0 0-1 0 0,15-10 1 0 0,-25 13 501 0 0,0 1 0 0 0,0-1 0 0 0,0 0 0 0 0,-1 0 0 0 0,1 0 0 0 0,-1-1 0 0 0,0 0 0 0 0,5-8 0 0 0,-5 8-20 0 0,-1 1 85 0 0,0 0-1 0 0,-1 0 1 0 0,1 0 0 0 0,-1-1-1 0 0,1 1 1 0 0,-1-1 0 0 0,-1 0-1 0 0,2-5 1 0 0,-2 7-53 0 0,0-1 599 0 0,-1-2-360 0 0,-1-16 20 0 0,1 16 13 0 0,-1 6-352 0 0,1 0 1 0 0,0 0-1 0 0,0 0 0 0 0,-1 0 0 0 0,1 0 1 0 0,0 0-1 0 0,-1 0 0 0 0,1-1 0 0 0,0 1 1 0 0,0 0-1 0 0,-1 0 0 0 0,1 0 0 0 0,0 0 1 0 0,0 0-1 0 0,-1-1 0 0 0,1 1 0 0 0,0 0 1 0 0,0 0-1 0 0,0 0 0 0 0,-1 0 0 0 0,1-1 1 0 0,0 1-1 0 0,0 0 0 0 0,0 0 1 0 0,0-1-1 0 0,0 1 0 0 0,-1 0 0 0 0,1 0 1 0 0,0-1-1 0 0,0 1 0 0 0,0 0 0 0 0,0 0 1 0 0,0-1-1 0 0,0 1 0 0 0,0-1 29 0 0,0 0 0 0 0,-1 0-1 0 0,1 1 1 0 0,0-1 0 0 0,-1 0 0 0 0,1 1 0 0 0,0-1-1 0 0,-1 1 1 0 0,1-1 0 0 0,-1 1 0 0 0,1-1-1 0 0,0 0 1 0 0,-1 1 0 0 0,0-1 0 0 0,1 1 0 0 0,-1 0-1 0 0,1-1 1 0 0,-1 1 0 0 0,0-1 0 0 0,1 1 0 0 0,-1 0-1 0 0,1 0 1 0 0,-1-1 0 0 0,0 1 0 0 0,0 0-1 0 0,0 0 1 0 0,-1-1-22 0 0,-1 0 40 0 0,0 1 1 0 0,0-1-1 0 0,0 1 0 0 0,0-1 1 0 0,0 1-1 0 0,0 0 0 0 0,0 0 1 0 0,0 0-1 0 0,0 0 0 0 0,0 1 1 0 0,0-1-1 0 0,1 1 0 0 0,-1 0 1 0 0,0-1-1 0 0,0 2 0 0 0,0-1 1 0 0,1 0-1 0 0,-6 3 0 0 0,-1 3 50 0 0,0 1 0 0 0,0 0 0 0 0,1 0 0 0 0,0 1-1 0 0,1 0 1 0 0,-1 0 0 0 0,2 0 0 0 0,0 1 0 0 0,-9 17-1 0 0,13-23-10 0 0,2 1-20 0 0,-1 49-167 0 0,1-53 59 0 0,1 0 0 0 0,-1 0 0 0 0,1 0 1 0 0,-1 0-1 0 0,1 0 0 0 0,0-1 0 0 0,-1 1 1 0 0,1 0-1 0 0,0 0 0 0 0,0-1 0 0 0,-1 1 0 0 0,1 0 1 0 0,0-1-1 0 0,0 1 0 0 0,0-1 0 0 0,0 1 1 0 0,0-1-1 0 0,0 0 0 0 0,0 1 0 0 0,0-1 1 0 0,0 0-1 0 0,0 1 0 0 0,0-1 0 0 0,2 0 0 0 0,24 3-434 0 0,-16-4 395 0 0,1-1-1 0 0,-1 0 1 0 0,1-1 0 0 0,-1 0-1 0 0,0 0 1 0 0,0-2-1 0 0,0 1 1 0 0,-1-1 0 0 0,1-1-1 0 0,-1 0 1 0 0,0 0 0 0 0,-1-1-1 0 0,0-1 1 0 0,0 1 0 0 0,0-1-1 0 0,13-17 1 0 0,-18 20 86 0 0,0 0 1 0 0,-1-1-1 0 0,0 1 1 0 0,0-1-1 0 0,0 0 0 0 0,-1 0 1 0 0,0 0-1 0 0,0 0 1 0 0,1-8-1 0 0,-2 8 10 0 0,4-10 97 0 0,-2-2-48 0 0,-4 4 48 0 0,-3-43 324 0 0,-9 3 54 0 0,11 50-397 0 0,-14-14 466 0 0,12 20-447 0 0,-13 7 12 0 0,16-9-127 0 0,0 1 1 0 0,0-1 0 0 0,0 1 0 0 0,0 0-1 0 0,0 0 1 0 0,1-1 0 0 0,-1 1 0 0 0,0 0-1 0 0,1 0 1 0 0,-1 0 0 0 0,0 0 0 0 0,1 0-1 0 0,-1-1 1 0 0,1 1 0 0 0,-1 0 0 0 0,1 0-1 0 0,0 1 1 0 0,-1-1 0 0 0,1 0 0 0 0,0 0-1 0 0,0 0 1 0 0,0 1 0 0 0,0-1 18 0 0,-5 10 46 0 0,2 1-1 0 0,0-1 0 0 0,0 1 0 0 0,1-1 1 0 0,0 1-1 0 0,1 0 0 0 0,0-1 0 0 0,2 19 1 0 0,0-14-30 0 0,0-2-16 0 0,1 0 0 0 0,0 0-1 0 0,4 16 1 0 0,-4-25-31 0 0,-1-1 1 0 0,1 1-1 0 0,0-1 0 0 0,0 0 0 0 0,1 1 1 0 0,-1-1-1 0 0,1 0 0 0 0,0-1 1 0 0,0 1-1 0 0,0 0 0 0 0,0-1 0 0 0,1 0 1 0 0,-1 0-1 0 0,6 4 0 0 0,6 3-89 0 0,-11-8-9 0 0,2 0-14 0 0,17 3-2 0 0,-17-4-2 0 0,1-1-31 0 0,1 0 106 0 0,-1 0-1 0 0,1-1 0 0 0,0 0 1 0 0,0 0-1 0 0,0-1 0 0 0,-1 0 1 0 0,1 0-1 0 0,-1-1 1 0 0,0 0-1 0 0,0 0 0 0 0,0 0 1 0 0,0-1-1 0 0,0 0 0 0 0,-1-1 1 0 0,1 0-1 0 0,-1 0 1 0 0,0 0-1 0 0,6-8 0 0 0,29-46 788 0 0,-40 56-518 0 0,1-1 15 0 0,4-9 682 0 0,-1 26 1176 0 0,-4-9-2015 0 0,0 2-34 0 0,0 4-33 0 0,3 11 42 0 0,20 31 36 0 0,4-12-534 0 0,-25-36 113 0 0,-2-4 306 0 0,-1 0-1 0 0,1 0 0 0 0,-1 0 0 0 0,1 0 0 0 0,-1 0 1 0 0,1 0-1 0 0,-1 0 0 0 0,1 0 0 0 0,-1 0 1 0 0,1 0-1 0 0,-1 0 0 0 0,0 1 0 0 0,1-1 0 0 0,-1 0 1 0 0,1 0-1 0 0,-1 1 0 0 0,1-1 0 0 0,-1 0 0 0 0,0 1 1 0 0,1-1-1 0 0,-1 0 0 0 0,0 1 0 0 0,1-1 1 0 0,-1 0-1 0 0,0 1 0 0 0,0-1 0 0 0,1 1 0 0 0,-1 0-54 0 0,1 0-1 0 0,-1 0 0 0 0,1 0 1 0 0,0 0-1 0 0,-1-1 0 0 0,1 1 1 0 0,0 0-1 0 0,0 0 0 0 0,-1-1 1 0 0,1 1-1 0 0,0-1 0 0 0,0 1 1 0 0,0-1-1 0 0,0 1 0 0 0,0-1 1 0 0,0 1-1 0 0,0-1 0 0 0,0 0 1 0 0,1 1-1 0 0,17 3-555 0 0,-14-3-49 0 0,0-2-885 0 0,17-2 659 0 0,-16 2-26 0 0,-2-1-53 0 0,0-1 607 0 0,-1 0 1 0 0,1 1-1 0 0,-1-1 1 0 0,0-1-1 0 0,0 1 1 0 0,0 0 0 0 0,5-8-1 0 0,-6 8-215 0 0,-2-3 268 0 0,0-2 411 0 0,-1-1 0 0 0,1 1 0 0 0,-2-1 0 0 0,1 1 0 0 0,-1-1 0 0 0,0 1 0 0 0,-1 0 0 0 0,0 0 0 0 0,-1 0 0 0 0,1 0 0 0 0,-1 0 0 0 0,-7-9 0 0 0,4 6 361 0 0,-1 1 0 0 0,-1 0 0 0 0,0 0 0 0 0,0 0 0 0 0,0 1 0 0 0,-1 1 0 0 0,-19-13 0 0 0,25 19-199 0 0,3 2-225 0 0,-1 0-1 0 0,1 0 0 0 0,0-1 0 0 0,-1 1 0 0 0,1 0 0 0 0,-1-1 1 0 0,1 1-1 0 0,-1-1 0 0 0,1 1 0 0 0,0-1 0 0 0,-1 0 0 0 0,-1-1 1 0 0,0 1 14 0 0,-2-1 12 0 0,1 3-754 0 0,-1 0 401 0 0,-4 1 135 0 0,0-3-3991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41.1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1 166 2760 0 0,'3'-3'1388'0'0,"10"-12"5589"0"0,-13 15-6957 0 0,1 0 1 0 0,0 0-1 0 0,-1 0 0 0 0,1 0 0 0 0,-1 0 1 0 0,1 0-1 0 0,0 1 0 0 0,-1-1 0 0 0,1 0 1 0 0,-1 0-1 0 0,1 1 0 0 0,-1-1 0 0 0,1 0 1 0 0,-1 1-1 0 0,1-1 0 0 0,-1 1 1 0 0,1-1-1 0 0,-1 1 0 0 0,1-1 0 0 0,-1 1 1 0 0,1 0-1 0 0,-1-1-5 0 0,0 1 1 0 0,1-1-1 0 0,-1 0 0 0 0,0 1 1 0 0,1-1-1 0 0,-1 1 1 0 0,0-1-1 0 0,1 0 0 0 0,-1 1 1 0 0,1-1-1 0 0,-1 0 1 0 0,1 1-1 0 0,-1-1 0 0 0,1 0 1 0 0,-1 0-1 0 0,1 0 1 0 0,-1 1-1 0 0,1-1 0 0 0,-1 0 1 0 0,1 0-1 0 0,-1 0 1 0 0,1 0-1 0 0,-1 0 0 0 0,1 0 1 0 0,0 0-1 0 0,0 5 216 0 0,6 31 185 0 0,-2-11-122 0 0,15 50 1 0 0,-18-71-260 0 0,11 14-34 0 0,-10-14 47 0 0,2-3-40 0 0,14 2 2 0 0,-14-2-2 0 0,0-3-12 0 0,2-2 17 0 0,0 0-1 0 0,-1 0 1 0 0,1 0 0 0 0,-1-1 0 0 0,0 0 0 0 0,0 0 0 0 0,0 0 0 0 0,5-8 0 0 0,51-79 325 0 0,-60 89-282 0 0,-2 3-51 0 0,0-1 0 0 0,0 0 0 0 0,0 1 0 0 0,1-1 0 0 0,-1 1 0 0 0,0-1 0 0 0,0 1 0 0 0,0-1 0 0 0,1 1 0 0 0,-1-1 1 0 0,0 1-1 0 0,0-1 0 0 0,1 1 0 0 0,-1-1 0 0 0,0 1 0 0 0,1 0 0 0 0,-1-1 0 0 0,0 1 0 0 0,1 0 0 0 0,-1-1 0 0 0,1 1 1 0 0,-1 0-1 0 0,1-1 0 0 0,0 1 0 0 0,0-1-1 0 0,-1 1 0 0 0,1 0 1 0 0,-1 0-1 0 0,1-1 0 0 0,-1 1 0 0 0,0 0 1 0 0,1-1-1 0 0,-1 1 0 0 0,1 0 1 0 0,-1-1-1 0 0,0 1 0 0 0,1-1 0 0 0,-1 1 1 0 0,0-1-1 0 0,1 1 0 0 0,-1-1 0 0 0,0 1 1 0 0,0-1-1 0 0,0 1 0 0 0,1-1 1 0 0,-1 1-1 0 0,0-1 0 0 0,0 1 0 0 0,0-2 211 0 0,4 4-195 0 0,18 4 7 0 0,-21-2-18 0 0,3 13 2 0 0,-4-13-6 0 0,3 1 7 0 0,6 13-59 0 0,-7-13-57 0 0,2-1 7 0 0,-2 0-47 0 0,1 0 1 0 0,-1 0-1 0 0,1 0 1 0 0,1-1-1 0 0,-1 1 1 0 0,0-1-1 0 0,1 0 1 0 0,-1 0-1 0 0,1 0 0 0 0,0-1 1 0 0,0 1-1 0 0,0-1 1 0 0,1 0-1 0 0,-1 0 1 0 0,6 1-1 0 0,1-1-143 0 0,1-1-1 0 0,0 0 1 0 0,0 0-1 0 0,-1-1 1 0 0,1-1-1 0 0,0 0 1 0 0,0-1-1 0 0,-1 0 1 0 0,1-1-1 0 0,-1 0 1 0 0,0-1-1 0 0,0 0 0 0 0,0 0 1 0 0,14-9-1 0 0,-12 5 105 0 0,1-1 0 0 0,-2 0 0 0 0,1 0 0 0 0,-1-1 0 0 0,-1-1 0 0 0,1 0 0 0 0,-2 0 0 0 0,13-18-1 0 0,-11 11 823 0 0,-1 0-1 0 0,16-36 1 0 0,-25 50-131 0 0,0 0-100 0 0,2-13-45 0 0,-3 13 573 0 0,-4-3-566 0 0,3 6-348 0 0,0 1 0 0 0,0-1 1 0 0,0 1-1 0 0,0-1 0 0 0,0 1 0 0 0,0 0 0 0 0,0-1 0 0 0,0 1 0 0 0,0-1 1 0 0,0 1-1 0 0,0-1 0 0 0,-1 1 0 0 0,1 0 0 0 0,0-1 0 0 0,0 1 1 0 0,0-1-1 0 0,-1 1 0 0 0,1 0 0 0 0,0-1 0 0 0,-1 1 0 0 0,1 0 0 0 0,0-1 1 0 0,-1 1-1 0 0,1 0 0 0 0,0-1 0 0 0,-1 1 0 0 0,1 0 0 0 0,0 0 1 0 0,-1-1-1 0 0,1 1 0 0 0,-1 0 0 0 0,1 0 0 0 0,-1 0 0 0 0,1 0 1 0 0,-1 0-1 0 0,-4 2 40 0 0,0 1 1 0 0,0 0 0 0 0,0 0 0 0 0,1 1-1 0 0,-1-1 1 0 0,1 1 0 0 0,0 0 0 0 0,0 0-1 0 0,0 0 1 0 0,1 1 0 0 0,0 0 0 0 0,0-1-1 0 0,-3 7 1 0 0,0 1-6 0 0,0 0-1 0 0,1 0 1 0 0,0 1 0 0 0,1-1-1 0 0,-3 21 1 0 0,3-13-49 0 0,3 10-21 0 0,2-22 18 0 0,-1-2 15 0 0,1 0 4 0 0,3 15-46 0 0,-3-15 10 0 0,1-5 0 0 0,-1 1 11 0 0,1-1 0 0 0,-1 1-1 0 0,0-1 1 0 0,0 1-1 0 0,1 0 1 0 0,-1-1 0 0 0,-1 1-1 0 0,3 3 1 0 0,-1-1 38 0 0,10-2-62 0 0,-11-2 20 0 0,-1 1 0 0 0,1-1 0 0 0,0 0 0 0 0,-1 1 0 0 0,1-1 0 0 0,-1 0 0 0 0,1 0 0 0 0,0 0 0 0 0,-1 0 0 0 0,1 1 0 0 0,0-1 0 0 0,-1 0 0 0 0,1 0 0 0 0,0 0 0 0 0,-1 0 0 0 0,1 0 0 0 0,0-1 0 0 0,-1 1 0 0 0,1 0 0 0 0,0 0 0 0 0,-1 0 0 0 0,1-1 0 0 0,0 1 0 0 0,-1 0 0 0 0,1-1 0 0 0,-1 1 0 0 0,1 0 0 0 0,-1-1 0 0 0,2 0 0 0 0,5-5 86 0 0,-1-1 0 0 0,1-1-1 0 0,-1 1 1 0 0,0-1 0 0 0,7-14-1 0 0,8-19 341 0 0,-19 37-169 0 0,-2 3-245 0 0,-1 0 0 0 0,1 1 0 0 0,0-1 0 0 0,0 0 0 0 0,0 1 0 0 0,0-1 0 0 0,0 0 0 0 0,0 1 0 0 0,0-1 1 0 0,0 0-1 0 0,0 1 0 0 0,1-1 0 0 0,-1 0 0 0 0,0 1 0 0 0,0-1 0 0 0,1 0 0 0 0,-1 1 0 0 0,0-1 0 0 0,1 1 0 0 0,-1-1 1 0 0,0 1-1 0 0,1-1 0 0 0,-1 1 0 0 0,1-1 0 0 0,0 0 0 0 0,0 1 8 0 0,0 0-1 0 0,0 0 1 0 0,-1 0 0 0 0,1 1 0 0 0,0-1-1 0 0,-1 0 1 0 0,1 0 0 0 0,0 1-1 0 0,-1-1 1 0 0,1 1 0 0 0,0-1-1 0 0,-1 0 1 0 0,1 1 0 0 0,-1-1 0 0 0,1 1-1 0 0,0-1 1 0 0,-1 1 0 0 0,0 0-1 0 0,1 0 1 0 0,4 4 67 0 0,-1 1 0 0 0,0 0 0 0 0,-1 0 0 0 0,1 0 0 0 0,2 9 0 0 0,19 66 255 0 0,-3 2 1 0 0,18 153-1 0 0,-39-231-319 0 0,0 0 1 0 0,0 1-1 0 0,-1-1 1 0 0,0 1 0 0 0,0-1-1 0 0,0 1 1 0 0,-1-1-1 0 0,0 1 1 0 0,0-1-1 0 0,-1 0 1 0 0,1 1-1 0 0,-1-1 1 0 0,0 0 0 0 0,0 0-1 0 0,-1 0 1 0 0,1-1-1 0 0,-1 1 1 0 0,-4 4-1 0 0,4-6 64 0 0,-2 0 30 0 0,-16 7 4 0 0,16-8-10 0 0,-2-2-12 0 0,-25-4-27 0 0,24 2-85 0 0,0 0-1 0 0,1-1 1 0 0,-1 0-1 0 0,1 0 1 0 0,0 0 0 0 0,0-1-1 0 0,0-1 1 0 0,1 1-1 0 0,-1-1 1 0 0,1 0-1 0 0,0 0 1 0 0,0-1 0 0 0,1 1-1 0 0,-1-2 1 0 0,2 1-1 0 0,-1 0 1 0 0,0-1-1 0 0,1 0 1 0 0,-4-10-1 0 0,7 15-50 0 0,-1 0 33 0 0,1 0-1 0 0,-1 0 1 0 0,1-1-1 0 0,0 1 1 0 0,0 0-1 0 0,0 0 1 0 0,0-1-1 0 0,1 1 0 0 0,-1-1 1 0 0,1 1-1 0 0,-1 0 1 0 0,1-5-1 0 0,-1-10-510 0 0,0 8 97 0 0,0-1-1 0 0,1 1 1 0 0,0-1-1 0 0,1 1 1 0 0,0-1-1 0 0,0 1 1 0 0,1-1-1 0 0,1 1 1 0 0,5-15 0 0 0,18-25-5212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41.9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110 48 3916 0 0,'0'-5'1809'0'0,"-1"-1"-626"0"0,0-1-1 0 0,0 1 1 0 0,0 0-1 0 0,-5-11 1 0 0,-5 32-423 0 0,-3 19-175 0 0,2 0-1 0 0,0 1 0 0 0,-9 55 0 0 0,-3 105-190 0 0,20-117-305 0 0,2-56-90 0 0,2-16-9 0 0,0-1-8 0 0,2 18 35 0 0,-2-17-132 0 0,3-9-2033 0 0,0 0 2136 0 0,-1 1 0 0 0,0 0 1 0 0,0-1-1 0 0,0 1 1 0 0,0-1-1 0 0,-1 0 0 0 0,1 0 1 0 0,-1 1-1 0 0,1-1 1 0 0,-1 0-1 0 0,0 0 1 0 0,0 0-1 0 0,0-1 0 0 0,-1 1 1 0 0,1 0-1 0 0,-1 0 1 0 0,0 0-1 0 0,0-4 0 0 0,16-151 8 0 0,17-109 640 0 0,-26 247-501 0 0,-5 16-106 0 0,0 0 72 0 0,-1 4-91 0 0,-1 0 0 0 0,1 0 0 0 0,-1 0 0 0 0,1 0 0 0 0,-1 0 0 0 0,1 0 0 0 0,-1 0 0 0 0,1-1 0 0 0,-1 1 0 0 0,1 0 0 0 0,-1 0 0 0 0,1-1 0 0 0,-1 1 0 0 0,0 0 0 0 0,1 0 0 0 0,-1-1 0 0 0,1 1 0 0 0,-1 0 0 0 0,0-1 0 0 0,1 1 0 0 0,-1-1 0 0 0,1 0 0 0 0,-1 1 4 0 0,0 0-1 0 0,1-1 0 0 0,-1 1 0 0 0,0-1 0 0 0,1 1 0 0 0,-1 0 1 0 0,0-1-1 0 0,1 1 0 0 0,-1 0 0 0 0,1-1 0 0 0,-1 1 1 0 0,0 0-1 0 0,1 0 0 0 0,-1-1 0 0 0,1 1 0 0 0,-1 0 1 0 0,1 0-1 0 0,-1 0 0 0 0,1 0 0 0 0,-1 0 0 0 0,1 0 0 0 0,0 0 1 0 0,5 3 209 0 0,2 3-136 0 0,-1 1 0 0 0,1 0-1 0 0,-1 0 1 0 0,0 0 0 0 0,-1 1 0 0 0,0 0 0 0 0,0 0-1 0 0,9 18 1 0 0,36 86 391 0 0,-37-79-394 0 0,93 241-1668 0 0,-104-265 1071 0 0,0 0-1 0 0,-1 0 0 0 0,0 0 1 0 0,-1 0-1 0 0,1 11 1 0 0,-2-16-84 0 0,0-1 0 0 0,0 0-1 0 0,-1 1 1 0 0,1-1 0 0 0,-1 1 0 0 0,0-1 0 0 0,1 0 0 0 0,-2 1 0 0 0,-1 5 0 0 0,-9 11-4446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42.8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13 363 3752 0 0,'-1'0'163'0'0,"1"-1"0"0"0,-1 1 0 0 0,0-1 0 0 0,0 1 0 0 0,0-1 0 0 0,0 0 0 0 0,1 0 0 0 0,-1 1 0 0 0,0-1 0 0 0,1 0 0 0 0,-1 0 0 0 0,1 0 0 0 0,-1 0 0 0 0,1 0 0 0 0,-1 1 0 0 0,1-1 0 0 0,-1 0 0 0 0,1 0 0 0 0,0 0 0 0 0,0 0 0 0 0,-1 0 0 0 0,1 0 0 0 0,0-1 0 0 0,0 1 0 0 0,0 0 0 0 0,0 0 0 0 0,0 0 0 0 0,0 0 0 0 0,1 0 0 0 0,-1 0 0 0 0,0 0 0 0 0,0 0 0 0 0,1 0 0 0 0,-1 0 0 0 0,1 0 0 0 0,0-1 0 0 0,0 0-597 0 0,6-5 851 0 0,59-21 118 0 0,132-36 0 0 0,-58 21-1026 0 0,212-86-1507 0 0,-238 86 2590 0 0,-110 42-369 0 0,15-9 163 0 0,-15 8 984 0 0,-1 4-1139 0 0,-2-1-197 0 0,0 0-1 0 0,0-1 1 0 0,0 1 0 0 0,0 0-1 0 0,0 0 1 0 0,0 0-1 0 0,-1 0 1 0 0,1 0 0 0 0,0 0-1 0 0,0 0 1 0 0,-1 0 0 0 0,1 0-1 0 0,-1 0 1 0 0,1 0-1 0 0,-1 0 1 0 0,1 0 0 0 0,-1 0-1 0 0,1 2 1 0 0,-3 32 371 0 0,-8 81 202 0 0,10-111-566 0 0,0 2 6 0 0,-1 19-17 0 0,0-19-1 0 0,1-2 1 0 0,0 14-16 0 0,0-14 2 0 0,1 0 8 0 0,0 13-13 0 0,-1-13-17 0 0,25-9-320 0 0,-20 3 269 0 0,-2-3 11 0 0,12-18-132 0 0,19-35-1 0 0,-32 53 162 0 0,-2 3 20 0 0,0-1 0 0 0,0 1 0 0 0,1 0-1 0 0,-1-1 1 0 0,1 1 0 0 0,-1 0 0 0 0,1-1 0 0 0,-1 1 0 0 0,1 0-1 0 0,0-1 1 0 0,0 1 0 0 0,1-2 0 0 0,0 1 15 0 0,0-3 38 0 0,12-14 507 0 0,-10 21-523 0 0,2 5 75 0 0,0 0 0 0 0,0 1 0 0 0,-1-1 1 0 0,0 1-1 0 0,0 0 0 0 0,6 18 0 0 0,-8-21-77 0 0,8 14 16 0 0,-8-15-21 0 0,-3-3-23 0 0,0 1-1 0 0,0-1 1 0 0,1 1 0 0 0,-1-1-1 0 0,1 1 1 0 0,-1-1-1 0 0,1 1 1 0 0,0-1 0 0 0,-1 0-1 0 0,1 1 1 0 0,0-1 0 0 0,0 0-1 0 0,0 0 1 0 0,0 0 0 0 0,0 0-1 0 0,2 2 1 0 0,9 8-24 0 0,-10-8-41 0 0,19-8-184 0 0,-15 3 202 0 0,-1 0-81 0 0,-1-1 14 0 0,12-10 29 0 0,-1 0-1 0 0,16-20 1 0 0,-3-4-63 0 0,-26 33 132 0 0,1 0 26 0 0,10-13 12 0 0,-10 12 26 0 0,3-1 20 0 0,-5 5-71 0 0,-1 1-1 0 0,0-1 1 0 0,0 1 0 0 0,0-1 0 0 0,0 1 0 0 0,1 0-1 0 0,-1-1 1 0 0,0 1 0 0 0,0 0 0 0 0,1-1 0 0 0,-1 1 0 0 0,0-1-1 0 0,0 1 1 0 0,1 0 0 0 0,-1 0 0 0 0,0-1 0 0 0,1 1-1 0 0,-1 0 1 0 0,1 0 0 0 0,-1-1 0 0 0,0 1 0 0 0,1 0-1 0 0,-1 0 1 0 0,1 0 0 0 0,-1 0 0 0 0,1 0 0 0 0,-1-1-1 0 0,0 1 1 0 0,1 0 0 0 0,-1 0 0 0 0,1 0 0 0 0,-1 0-1 0 0,1 0 1 0 0,-1 1 0 0 0,1-1 0 0 0,5 6 14 0 0,1 1-1 0 0,-1 0 1 0 0,-1 0 0 0 0,0 1 0 0 0,0 0 0 0 0,0 0-1 0 0,-1 0 1 0 0,6 15 0 0 0,-5-11-248 0 0,1 0-1 0 0,0-1 1 0 0,9 13-1 0 0,-12-22-121 0 0,-3-2 328 0 0,0 0 0 0 0,1 0 0 0 0,-1 0 0 0 0,1 1 0 0 0,-1-1 0 0 0,1 0 0 0 0,-1 0 0 0 0,0 0 0 0 0,1 0 0 0 0,-1 0 0 0 0,1 1 0 0 0,-1-1 0 0 0,0 0 0 0 0,1 0 0 0 0,-1 0 0 0 0,0 1 0 0 0,1-1 0 0 0,-1 0 0 0 0,0 1 0 0 0,1-1 0 0 0,-1 0 0 0 0,0 1 0 0 0,0-1 0 0 0,1 0 0 0 0,-1 1 0 0 0,0-1 0 0 0,0 1 0 0 0,1 0-40 0 0,-1 0-1 0 0,1 0 0 0 0,-1 0 0 0 0,1-1 0 0 0,-1 1 0 0 0,1 0 0 0 0,0 0 0 0 0,-1-1 0 0 0,1 1 0 0 0,0-1 0 0 0,-1 1 0 0 0,1 0 0 0 0,0-1 0 0 0,0 1 0 0 0,0-1 0 0 0,-1 0 0 0 0,1 1 0 0 0,0-1 0 0 0,2 1 0 0 0,48 4-2639 0 0,-45-5 1933 0 0,0-2 13 0 0,49-21-1622 0 0,-50 20 1743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43.1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26 126 2592 0 0,'17'-23'2116'0'0,"27"-48"1"0"0,-42 67-776 0 0,-2-1-970 0 0,-2-18 1562 0 0,-2 25-1679 0 0,-1 0-159 0 0,1 1 0 0 0,0-1 0 0 0,1 1 0 0 0,-1 0 0 0 0,0 0 0 0 0,1 0 0 0 0,0 1 0 0 0,-1-1 0 0 0,1 1 0 0 0,1 0 0 0 0,-1 0 1 0 0,0 0-1 0 0,1 0 0 0 0,-3 6 0 0 0,-23 64 792 0 0,27-70-781 0 0,0 2-23 0 0,1 51-84 0 0,1-51-73 0 0,9 15-452 0 0,-5-19 394 0 0,14 5-20 0 0,-15-5-13 0 0,2-2-186 0 0,-1-1 377 0 0,1 1-1 0 0,-1-1 1 0 0,0 0 0 0 0,0-1-1 0 0,0 1 1 0 0,0-1-1 0 0,0 0 1 0 0,0 0 0 0 0,-1 0-1 0 0,1-1 1 0 0,0 0-1 0 0,-1 0 1 0 0,0 0 0 0 0,0 0-1 0 0,0-1 1 0 0,0 1 0 0 0,0-1-1 0 0,-1 0 1 0 0,0 0-1 0 0,0-1 1 0 0,0 1 0 0 0,0-1-1 0 0,0 1 1 0 0,-1-1 0 0 0,3-9-1 0 0,-2 4 64 0 0,-1-1-1 0 0,0 1 1 0 0,-1-1-1 0 0,0 0 1 0 0,0 0-1 0 0,-1 0 1 0 0,-1 1-1 0 0,-3-21 1 0 0,3 25 158 0 0,0 4-237 0 0,0 0-1 0 0,0 0 1 0 0,0 1-1 0 0,0-1 1 0 0,0 1-1 0 0,0-1 1 0 0,-1 1-1 0 0,1-1 1 0 0,0 1-1 0 0,-1 0 1 0 0,-1-2-1 0 0,0 0 15 0 0,-2 1-14 0 0,0 1-34 0 0,1 0-1 0 0,-1 0 0 0 0,0 0 0 0 0,0 0 0 0 0,0 1 1 0 0,0 0-1 0 0,-7 1 0 0 0,7 0-209 0 0,0 1-114 0 0,-16 8-129 0 0,15-8-112 0 0,3 2-117 0 0,-12 9-207 0 0,11-10-296 0 0,-5 13-2246 0 0,8-14 2610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44.3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0 199 4196 0 0,'0'0'7196'0'0,"3"2"-6700"0"0,0 2-343 0 0,0 0-1 0 0,0 1 0 0 0,0-1 0 0 0,-1 0 0 0 0,0 1 0 0 0,0 0 0 0 0,0 0 0 0 0,0-1 1 0 0,-1 1-1 0 0,0 0 0 0 0,0 0 0 0 0,0 0 0 0 0,0 10 0 0 0,9 38 290 0 0,6-11-301 0 0,-14-38-129 0 0,-2-2-27 0 0,0-1-1 0 0,0 0 0 0 0,0 0 0 0 0,1 0 0 0 0,-1 0 0 0 0,1 0 0 0 0,-1 0 1 0 0,0 0-1 0 0,1 0 0 0 0,0 0 0 0 0,-1 0 0 0 0,1 0 0 0 0,0 0 1 0 0,-1-1-1 0 0,1 1 0 0 0,0 0 0 0 0,0 0 0 0 0,0-1 0 0 0,-1 1 1 0 0,1 0-1 0 0,0-1 0 0 0,0 1 0 0 0,0-1 0 0 0,0 1 0 0 0,0-1 1 0 0,0 0-1 0 0,0 1 0 0 0,1-1 0 0 0,-1 0 0 0 0,0 0 0 0 0,0 0 1 0 0,2 1-1 0 0,30-2-668 0 0,-28 0 569 0 0,0-3 28 0 0,8-9 161 0 0,0 0 1 0 0,-1-2 0 0 0,-1 1-1 0 0,0-1 1 0 0,-1-1 0 0 0,13-25-1 0 0,-21 38 148 0 0,0-1 7 0 0,6-12-28 0 0,-6 13 670 0 0,-1 8-823 0 0,4 16-26 0 0,-4-16-38 0 0,-1 0-58 0 0,1 16-31 0 0,0-16 77 0 0,0 0-226 0 0,5 14-104 0 0,-5-14-58 0 0,1-1-29 0 0,0 0 136 0 0,1 0 0 0 0,-1 0 0 0 0,1 0 0 0 0,0 0 0 0 0,0 0 1 0 0,4 3-1 0 0,-4-4-18 0 0,3-3-624 0 0,0 0 811 0 0,0 0 1 0 0,-1-1-1 0 0,1 0 0 0 0,0 0 0 0 0,0 0 0 0 0,7-3 1 0 0,-9 2 22 0 0,0-1 51 0 0,8-9 232 0 0,0-1 0 0 0,-1 0-1 0 0,16-23 1 0 0,-25 33 40 0 0,0-1 18 0 0,8-13 3 0 0,-8 13 231 0 0,-1 1-275 0 0,0 2-150 0 0,-1 0-1 0 0,0 0 0 0 0,0 1 0 0 0,0-1 1 0 0,0 0-1 0 0,1 1 0 0 0,-1-1 0 0 0,0 1 1 0 0,1-1-1 0 0,-1 0 0 0 0,0 1 0 0 0,1-1 1 0 0,-1 1-1 0 0,1-1 0 0 0,-1 1 0 0 0,1-1 1 0 0,-1 1-1 0 0,1-1 0 0 0,-1 1 0 0 0,2-1 1 0 0,7 12 202 0 0,-7-7-188 0 0,-1 1-34 0 0,6 44-40 0 0,-6-44 169 0 0,0-1-103 0 0,3 12-9 0 0,-2-12 45 0 0,17-11-65 0 0,-16 6 11 0 0,6-10 41 0 0,2 1 37 0 0,12-20 318 0 0,-20 27-235 0 0,-2 2-140 0 0,1-1-1 0 0,-1 1 0 0 0,1 0 1 0 0,-1-1-1 0 0,0 1 1 0 0,0-1-1 0 0,0 0 0 0 0,0 1 1 0 0,0-1-1 0 0,1-2 1 0 0,1 0 222 0 0,3-2 26 0 0,-6 5-265 0 0,0 1 1 0 0,0-1-1 0 0,0 1 0 0 0,0 0 0 0 0,0-1 0 0 0,1 1 1 0 0,-1 0-1 0 0,0-1 0 0 0,0 1 0 0 0,0-1 0 0 0,1 1 0 0 0,-1 0 1 0 0,0 0-1 0 0,0-1 0 0 0,1 1 0 0 0,-1 0 0 0 0,0-1 0 0 0,1 1 1 0 0,-1 0-1 0 0,0 0 0 0 0,1-1 0 0 0,-1 1 0 0 0,1 0 0 0 0,-1 0 1 0 0,0 0-1 0 0,1 0 0 0 0,-1 0 0 0 0,0 0 0 0 0,1-1 1 0 0,-1 1-1 0 0,1 0 0 0 0,-1 0 0 0 0,1 0 0 0 0,-1 0 0 0 0,0 0 1 0 0,1 1-1 0 0,1 0-9 0 0,0 0 0 0 0,-1 0 0 0 0,1 0 0 0 0,-1 1 0 0 0,0-1 0 0 0,1 1 0 0 0,-1-1 0 0 0,0 1 0 0 0,0-1 0 0 0,0 1 0 0 0,0 0 0 0 0,0 0 0 0 0,0-1 0 0 0,0 1 0 0 0,-1 0 0 0 0,2 4 0 0 0,-1-2 25 0 0,0 1 4 0 0,25 64 161 0 0,-24-65-168 0 0,1 0 10 0 0,9 9-35 0 0,-9-10-4 0 0,2-3-15 0 0,-2 1 14 0 0,1-1 0 0 0,0 0 0 0 0,-1 0 0 0 0,1-1 0 0 0,-1 1 0 0 0,1-1 0 0 0,0 0 0 0 0,-1 0 0 0 0,1 0 0 0 0,-1 0 0 0 0,0-1 0 0 0,1 1 0 0 0,-1-1 0 0 0,0 0 0 0 0,0 0 0 0 0,0 0 0 0 0,0 0 0 0 0,0 0 0 0 0,-1-1 0 0 0,3-2 0 0 0,2-3 74 0 0,-1-1-1 0 0,1 1 0 0 0,-2-1 1 0 0,1 0-1 0 0,-2 0 0 0 0,7-16 1 0 0,-2-2 149 0 0,-1 0 0 0 0,4-30 0 0 0,-4 12 81 0 0,1-24 349 0 0,-8 63-383 0 0,0 1-21 0 0,1-17-39 0 0,-2 17 970 0 0,1 10-1051 0 0,2 59 192 0 0,13 144-101 0 0,-11-171-1488 0 0,2 0-1 0 0,1-1 0 0 0,17 44 0 0 0,-23-76-15 0 0,0-1-98 0 0,-1-1 502 0 0,4 6 968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44.4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1 107 3240 0 0,'0'0'3397'0'0,"3"-30"-1541"0"0,22 21-1304 0 0,1-3-600 0 0,9-1-640 0 0,-11 3-148 0 0,-3-1-324 0 0,0 1-897 0 0,3-2-2159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48.0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0 414 2380 0 0,'0'0'7148'0'0,"5"-1"-6721"0"0,157-24 2336 0 0,-85 16-2154 0 0,241-33 358 0 0,862-100 332 0 0,-1059 131-1208 0 0,989-75-209 0 0,183 37 164 0 0,13 10-266 0 0,-1080 30-255 0 0,-220 8 406 0 0,13 2-55 0 0,-19 0 179 0 0,-12 4-39 0 0,8-3 118 0 0,3 2-85 0 0,-5 13 3 0 0,4-12 3 0 0,2 0-3 0 0,0 14 0 0 0,0-14 4 0 0,1 2-20 0 0,102 565 2869 0 0,-39-272-1903 0 0,-28-73-397 0 0,-9 1 0 0 0,-11 1-1 0 0,-20 362 1 0 0,-22 363 196 0 0,59 300-105 0 0,43-298-284 0 0,-73-922-407 0 0,139 1015 37 0 0,-70-566 392 0 0,50 478-181 0 0,-96-710-260 0 0,16 128 70 0 0,25 361 151 0 0,-59-617-198 0 0,146 1598 601 0 0,-86-990-438 0 0,-25-226-168 0 0,-34-414-40 0 0,30 276 43 0 0,12 81 76 0 0,12 152-150 0 0,-57-542 63 0 0,6 66 22 0 0,-11-118 57 0 0,-1-2-71 0 0,1 15-39 0 0,-1-15-13 0 0,0 2-11 0 0,-6 72-141 0 0,5-73 168 0 0,0-1-5 0 0,-5 12 0 0 0,5-12 4 0 0,-1 1 0 0 0,-5 13 6 0 0,-13 30-127 0 0,-37 65 0 0 0,30-63 63 0 0,7-13 7 0 0,-62 107-223 0 0,80-141 220 0 0,0 1-2 0 0,-73 147-670 0 0,74-148 719 0 0,-2 2 15 0 0,-6 15 21 0 0,7-15 68 0 0,-1-1-90 0 0,-6 13-31 0 0,7-12 26 0 0,-1-1 8 0 0,-6 12 8 0 0,7-12 74 0 0,-1 0-105 0 0,-6 11-36 0 0,7-11-9 0 0,0-1-92 0 0,-8 9 100 0 0,8-9 34 0 0,-2-1-219 0 0,-33 13-325 0 0,32-14 435 0 0,-1 0 7 0 0,-120 6-726 0 0,59-4 702 0 0,-1327 127-1261 0 0,1382-128 1426 0 0,-848 106-447 0 0,-139-22-329 0 0,927-81 707 0 0,16-1 29 0 0,-296 6-682 0 0,224-14 889 0 0,-82-4-176 0 0,136 6-66 0 0,22 1 89 0 0,0 0-4 0 0,1-4-124 0 0,2 2 197 0 0,1-1 188 0 0,-1-1-355 0 0,0 1 29 0 0,0-1 23 0 0,-2 0 14 0 0,-107-5 14 0 0,105 7 8 0 0,0 1 9 0 0,-1-1-29 0 0,4 2 22 0 0,1-1-25 0 0,-1 0 40 0 0,2-1 20 0 0,-3-1-24 0 0,-1-2 8 0 0,3 3-18 0 0,-2 3 9 0 0,-1-1-12 0 0,-38 1-8 0 0,32 1 76 0 0,52-1-65 0 0,0 1 6 0 0,-20 0-4 0 0,20-1-13 0 0,0 0 16 0 0,-51 2-1560 0 0,52-2 791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50.4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30 368 2808 0 0,'0'0'2619'0'0,"-4"0"-1687"0"0,-16-1-164 0 0,15 1 1785 0 0,10 0-2175 0 0,27 4-32 0 0,-1-2 0 0 0,1-1 0 0 0,0-2-1 0 0,33-5 1 0 0,135-27 196 0 0,-109 16-221 0 0,-48 10-181 0 0,941-139 1752 0 0,210 90-966 0 0,-90 53-887 0 0,-678 21-62 0 0,16 0-28 0 0,-7-36 352 0 0,-374 10-148 0 0,247-43 1054 0 0,-90 18-433 0 0,-212 31-768 0 0,-1 2-24 0 0,3-2-281 0 0,19-5 22 0 0,-9 5-8208 0 0,-38-16-410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59.3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9 210 4080 0 0,'0'0'1523'0'0,"-1"-4"-227"0"0,-4-13-180 0 0,4 13 1345 0 0,0 3-2417 0 0,1 0 0 0 0,0 0 0 0 0,0 0 0 0 0,-1 0 0 0 0,1 0 0 0 0,0 1 0 0 0,0-1 0 0 0,0 0 0 0 0,0 0 0 0 0,0 0 0 0 0,0 0 0 0 0,0 0 0 0 0,1 0 0 0 0,-1 0 0 0 0,0 0 0 0 0,0 0 0 0 0,1-2 0 0 0,2-11 487 0 0,-2 12-465 0 0,0-1 1 0 0,-1 1-1 0 0,1-1 0 0 0,0 1 0 0 0,0-1 1 0 0,1 1-1 0 0,-1 0 0 0 0,0-1 0 0 0,1 1 1 0 0,0 0-1 0 0,-1 0 0 0 0,1 0 0 0 0,0 0 0 0 0,0 0 1 0 0,0 1-1 0 0,0-1 0 0 0,2-1 0 0 0,43-25 602 0 0,-43 26-572 0 0,18-3 5 0 0,-16 3-86 0 0,-1 1 33 0 0,1 1-10 0 0,16 3-20 0 0,-17-3 2 0 0,0 2-2 0 0,13 6 11 0 0,-13-6-7 0 0,-1 2 4 0 0,1 1-23 0 0,0 1 1 0 0,-1 1-1 0 0,0-1 1 0 0,0 1-1 0 0,-1-1 1 0 0,0 1-1 0 0,4 12 1 0 0,-6-14 3 0 0,-1 1 0 0 0,-1 11 5 0 0,0 0 0 0 0,-2 0 1 0 0,0 0-1 0 0,-8 26 0 0 0,9-39-36 0 0,1-3 22 0 0,0 1 0 0 0,0 0 0 0 0,1-1 0 0 0,-1 1 0 0 0,0 0 0 0 0,1 0 0 0 0,-1-1 0 0 0,1 1 0 0 0,-1 0 0 0 0,1 2 0 0 0,-1 1 35 0 0,-5 21-1429 0 0,11-27 1207 0 0,-1-1 110 0 0,0 0 0 0 0,0 0 0 0 0,-1-1 0 0 0,1 1-1 0 0,0-1 1 0 0,-1 1 0 0 0,1-1 0 0 0,-1 0 0 0 0,0-1 0 0 0,0 1-1 0 0,-1 0 1 0 0,1-1 0 0 0,0 0 0 0 0,-1 0 0 0 0,0 1 0 0 0,3-8 0 0 0,3-9-102 0 0,0-1 1 0 0,5-23 0 0 0,-9 28 144 0 0,3-13-16 0 0,-4 6-131 0 0,4-30 420 0 0,-6 48-82 0 0,-1-1 20 0 0,2-17 29 0 0,-2 18 165 0 0,3-20-99 0 0,-3 20 719 0 0,1 10-927 0 0,0 6-15 0 0,0 1 0 0 0,1-1 0 0 0,1 1 0 0 0,0-1 0 0 0,1 0 0 0 0,0 0 0 0 0,0-1 0 0 0,1 1 0 0 0,1-1 0 0 0,0 0 1 0 0,0 0-1 0 0,13 15 0 0 0,-11-17-437 0 0,0 0 0 0 0,0 0 0 0 0,1-1 0 0 0,0 0-1 0 0,0 0 1 0 0,0-1 0 0 0,1 0 0 0 0,20 8 0 0 0,-25-12-8 0 0,17 8-1197 0 0,1-5-2882 0 0,5-1 987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59.7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66 2564 0 0,'0'0'1590'0'0,"2"-4"-933"0"0,24-33 1683 0 0,-23 34-1666 0 0,1 1-364 0 0,43-16 848 0 0,-42 17-795 0 0,0 1-236 0 0,15 1-4 0 0,-15 0 100 0 0,-2 1-138 0 0,1 1-38 0 0,-1 1 1 0 0,0-1-1 0 0,0 1 1 0 0,0 0 0 0 0,0-1-1 0 0,-1 1 1 0 0,3 7-1 0 0,-3-7 59 0 0,-2 2-168 0 0,-7 44 458 0 0,6-45-311 0 0,-1-1-12 0 0,-2 12 5 0 0,3-12 51 0 0,0 1-54 0 0,1-3-65 0 0,0 1 0 0 0,0 0-1 0 0,0-1 1 0 0,0 1 0 0 0,0 0-1 0 0,1-1 1 0 0,-1 1 0 0 0,1 0-1 0 0,0-1 1 0 0,0 1 0 0 0,0-1-1 0 0,0 1 1 0 0,3 3 0 0 0,-1-2 30 0 0,1-2-26 0 0,12 7-2 0 0,-12-7 31 0 0,2 0 20 0 0,39 14-71 0 0,-42-14 31 0 0,2 0 20 0 0,37 25 280 0 0,-38-23-213 0 0,-3 0 3 0 0,0 1-90 0 0,0-1-1 0 0,-1 0 1 0 0,0 0 0 0 0,0 0 0 0 0,0 1 0 0 0,0-1 0 0 0,-1 0-1 0 0,1 0 1 0 0,-1 0 0 0 0,0 0 0 0 0,-1 0 0 0 0,1 0 0 0 0,-1 0-1 0 0,1 0 1 0 0,-1 0 0 0 0,-4 5 0 0 0,-2 2-210 0 0,-1-1 0 0 0,1-1 0 0 0,-2 1 1 0 0,1-1-1 0 0,-2-1 0 0 0,1 0 0 0 0,-1-1 0 0 0,-17 10 1 0 0,11-8-1917 0 0,0-2 1 0 0,-32 12 0 0 0,20-11-2644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9:11.3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187 191 3120 0 0,'0'0'7809'0'0,"-3"-3"-7538"0"0,-33-19 1407 0 0,32 20-1353 0 0,-3-5 84 0 0,-6-3 156 0 0,5-2-405 0 0,6 9 40 0 0,2-3-131 0 0,-1-17-14 0 0,0 17-3 0 0,4 1-3 0 0,0-3-42 0 0,1 1 1 0 0,0 0-1 0 0,0 0 1 0 0,1 0-1 0 0,0 0 1 0 0,10-9-1 0 0,-12 13-7 0 0,0 0 1 0 0,0 0-1 0 0,1 0 0 0 0,-1 0 0 0 0,1 1 0 0 0,0 0 1 0 0,-1 0-1 0 0,1 0 0 0 0,0 0 0 0 0,0 1 0 0 0,1-1 1 0 0,-1 1-1 0 0,0 0 0 0 0,0 0 0 0 0,9 0 0 0 0,22 4 64 0 0,-33-4-65 0 0,-1 1 1 0 0,1 1-1 0 0,0-1 1 0 0,-1 0-1 0 0,1 0 1 0 0,0 1-1 0 0,-1-1 1 0 0,1 1 0 0 0,-1-1-1 0 0,1 1 1 0 0,-1 0-1 0 0,1-1 1 0 0,-1 1-1 0 0,1 0 1 0 0,-1 0-1 0 0,0 0 1 0 0,2 1-1 0 0,1 2-2 0 0,-2-3 4 0 0,0 0 0 0 0,0 0 0 0 0,0 0-1 0 0,0 0 1 0 0,0 0 0 0 0,0 1 0 0 0,0-1-1 0 0,-1 1 1 0 0,1-1 0 0 0,0 1-1 0 0,-1 0 1 0 0,3 3 0 0 0,0 1-1 0 0,1-1-1 0 0,-1 0 0 0 0,0 0 0 0 0,0 0 1 0 0,-1 1-1 0 0,1 0 0 0 0,-1 0 0 0 0,-1 0 1 0 0,1 0-1 0 0,3 11 0 0 0,-4-9 6 0 0,6 23 1 0 0,-5-18-15 0 0,-2 0-1 0 0,0 0 1 0 0,0 1-1 0 0,-2-1 1 0 0,1 0-1 0 0,-2 0 1 0 0,-4 23-1 0 0,3-24 11 0 0,-1 0-1 0 0,0-1 0 0 0,-1 0 1 0 0,0 0-1 0 0,-1 0 1 0 0,0 0-1 0 0,-1-1 1 0 0,0 0-1 0 0,-1-1 1 0 0,0 1-1 0 0,0-1 1 0 0,-1-1-1 0 0,0 0 1 0 0,-18 13-1 0 0,10-11 9 0 0,-1-1 0 0 0,0 0-1 0 0,-1-1 1 0 0,-33 9 0 0 0,46-16-13 0 0,0-1-2 0 0,-20 1 0 0 0,20-1-25 0 0,0-1 7 0 0,-38-15-138 0 0,41 14 99 0 0,0-2 45 0 0,-22-31-181 0 0,24 31 168 0 0,1-1 11 0 0,1 3 24 0 0,-1 1 2 0 0,1-1 0 0 0,-1 1-1 0 0,1-1 1 0 0,-1 1 0 0 0,0-1 0 0 0,1 1 0 0 0,-1-1 0 0 0,0 1 0 0 0,0-1 0 0 0,0 0 0 0 0,0 1-1 0 0,-1-3 1 0 0,5 2-18 0 0,-1 1 17 0 0,0 0 1 0 0,0 0 0 0 0,0 0 0 0 0,-1 0-1 0 0,1 1 1 0 0,0 0 0 0 0,0-1-1 0 0,0 1 1 0 0,0 0 0 0 0,0 0 0 0 0,0 1-1 0 0,0-1 1 0 0,0 0 0 0 0,0 1-1 0 0,0 0 1 0 0,0 0 0 0 0,0 0 0 0 0,5 2-1 0 0,14 9 103 0 0,33 22 0 0 0,51 31-136 0 0,-91-56-523 0 0,1 0 1 0 0,0-2 0 0 0,0 1 0 0 0,0-2-1 0 0,1 0 1 0 0,0-1 0 0 0,0-1 0 0 0,30 4-1 0 0,-41-8-746 0 0,1-1-196 0 0,23-2-1043 0 0,-23 2-1802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9:11.8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50 111 3512 0 0,'0'0'2814'0'0,"0"-5"-2247"0"0,1-15-102 0 0,0 15-65 0 0,0 2-59 0 0,4-3-251 0 0,-1 0-1 0 0,1 0 1 0 0,0 0 0 0 0,0 0 0 0 0,1 1 0 0 0,0 0-1 0 0,0 1 1 0 0,0-1 0 0 0,0 1 0 0 0,1 0 0 0 0,0 0 0 0 0,0 1-1 0 0,14-5 1 0 0,-17 6-2 0 0,2 1-26 0 0,55-1 398 0 0,-55 2-365 0 0,12 13 438 0 0,-17-8-353 0 0,5 13-47 0 0,-5-13 2 0 0,-2 0-12 0 0,-10 37 277 0 0,9-38-255 0 0,0 0-49 0 0,-6 15-18 0 0,6-14-20 0 0,-5 17 196 0 0,8-17-236 0 0,4 11-42 0 0,-4-12 51 0 0,10 0 37 0 0,7 5 124 0 0,-3-5-148 0 0,-5-1 36 0 0,0-1 1 0 0,0 1-1 0 0,0 1 0 0 0,0 0 0 0 0,-1 0 0 0 0,0 1 0 0 0,0 0 0 0 0,11 8 0 0 0,-7-2-67 0 0,-10-8 97 0 0,0 1 7 0 0,7 13-32 0 0,-7-12-6 0 0,-4 1-12 0 0,-1 0-53 0 0,-1 1-1 0 0,1 0 1 0 0,-1 0 0 0 0,-1-1 0 0 0,1 1 0 0 0,-1-1 0 0 0,-1 0 0 0 0,1 0 0 0 0,-1-1 0 0 0,0 1 0 0 0,-9 7 0 0 0,-6 2-512 0 0,-1 0-1 0 0,-1-1 1 0 0,0-1-1 0 0,-1-1 1 0 0,-48 18 0 0 0,31-17-2670 0 0,-49 11 1 0 0,54-17-1192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9:13.0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65 3004 0 0,'-2'-26'1854'0'0,"2"21"-257"0"0,0-1-247 0 0,-1-16-183 0 0,0 17 3153 0 0,4 12-4069 0 0,6 20-21 0 0,-1 1 0 0 0,-1 1 0 0 0,3 32 0 0 0,5 97-97 0 0,-5-45-1109 0 0,6-45-1958 0 0,-15-63 1884 0 0,1-1-307 0 0,8 12-130 0 0,-8-12-1004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9:13.5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1 2664 0 0,'0'0'6750'0'0,"-1"4"-6374"0"0,-2 9-200 0 0,0-1 1 0 0,1 1-1 0 0,0 0 1 0 0,1 0-1 0 0,1 0 1 0 0,0-1-1 0 0,1 1 1 0 0,0 0-1 0 0,1 0 1 0 0,0 0-1 0 0,6 17 1 0 0,-7-27-166 0 0,1 0-1 0 0,0 0 1 0 0,-1 0 0 0 0,1 0 0 0 0,0-1-1 0 0,0 1 1 0 0,1-1 0 0 0,-1 1 0 0 0,1-1 0 0 0,-1 0-1 0 0,1 0 1 0 0,-1 0 0 0 0,1 0 0 0 0,0-1-1 0 0,0 1 1 0 0,5 1 0 0 0,38 8 119 0 0,-42-10-134 0 0,5-1 8 0 0,1 1-1 0 0,-1-2 1 0 0,0 0-1 0 0,1 0 1 0 0,-1 0-1 0 0,0-1 1 0 0,0-1-1 0 0,0 0 0 0 0,0 0 1 0 0,-1 0-1 0 0,15-9 1 0 0,-15 9-11 0 0,-6 2 5 0 0,0 0-1 0 0,1 0 0 0 0,-1 0 1 0 0,0 0-1 0 0,0 0 0 0 0,0-1 1 0 0,0 1-1 0 0,0-1 0 0 0,4-2 1 0 0,9-11 153 0 0,27-30 301 0 0,-34 33-154 0 0,0-1 1 0 0,-1 0 0 0 0,0 0-1 0 0,8-23 1 0 0,-6 12 311 0 0,-7 20 65 0 0,5 22-582 0 0,-6-16-90 0 0,0-1 0 0 0,-1 1-1 0 0,0-1 1 0 0,1 1 0 0 0,-1-1 0 0 0,0 1-1 0 0,1 0 1 0 0,-1-1 0 0 0,0 1-1 0 0,0 0 1 0 0,0-1 0 0 0,-1 1 0 0 0,1 0-1 0 0,0-1 1 0 0,-1 1 0 0 0,0 1 0 0 0,0 2 3 0 0,-4 82 151 0 0,1-35-1436 0 0,2 0 0 0 0,5 58 0 0 0,-2-103 631 0 0,0 0 0 0 0,1-1 0 0 0,-1 1 0 0 0,2-1-1 0 0,-1 1 1 0 0,0-1 0 0 0,7 10 0 0 0,-8-14 434 0 0,4 5-2235 0 0,9 6-1736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9:13.9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276 1 3964 0 0,'0'0'4423'0'0,"-3"2"-3640"0"0,-8 7-450 0 0,1 1 0 0 0,0 0 0 0 0,1 1 0 0 0,0 0 0 0 0,0 1 0 0 0,1-1-1 0 0,-6 14 1 0 0,-4 9 240 0 0,-22 54 0 0 0,33-66-346 0 0,0-1 0 0 0,-7 43 0 0 0,14-59-214 0 0,2 0-8 0 0,5 16 41 0 0,-6-16 107 0 0,4-2-156 0 0,-4-3 1 0 0,1 2-5 0 0,1 0-1 0 0,0 0 1 0 0,0-1 0 0 0,1 1-1 0 0,-1-1 1 0 0,0 0-1 0 0,0 0 1 0 0,1 0-1 0 0,-1 0 1 0 0,1 0 0 0 0,-1-1-1 0 0,0 0 1 0 0,1 0-1 0 0,-1 0 1 0 0,1 0-1 0 0,-1 0 1 0 0,6-2 0 0 0,0 0 0 0 0,-1 0 0 0 0,1-1 1 0 0,-1 0-1 0 0,1-1 0 0 0,-1 1 1 0 0,-1-2-1 0 0,1 1 0 0 0,0-1 1 0 0,-1 0-1 0 0,0-1 0 0 0,0 0 1 0 0,-1 0-1 0 0,0 0 0 0 0,0-1 1 0 0,0 0-1 0 0,8-13 0 0 0,12-40 9 0 0,-24 53-13 0 0,-1 0 0 0 0,1-1 0 0 0,-1 1 0 0 0,0-1 0 0 0,-1 1 0 0 0,0-1 0 0 0,0 1 0 0 0,-2-11 0 0 0,1 11-16 0 0,1 1-24 0 0,-1 0 0 0 0,0 0 0 0 0,-1 1 1 0 0,1-1-1 0 0,-1 0 0 0 0,0 0 1 0 0,0 1-1 0 0,-7-11 0 0 0,4 6-111 0 0,-12-16-448 0 0,12 20 468 0 0,-5-3-322 0 0,5 5 315 0 0,4 2 99 0 0,-1 1 0 0 0,1 0-1 0 0,-1 0 1 0 0,1-1-1 0 0,-1 1 1 0 0,0 0 0 0 0,0 1-1 0 0,1-1 1 0 0,-1 0 0 0 0,0 0-1 0 0,0 1 1 0 0,0-1 0 0 0,0 1-1 0 0,0 0 1 0 0,-3-1 0 0 0,-2-1-117 0 0,5 1 100 0 0,-1 0 0 0 0,1 0 1 0 0,0 1-1 0 0,-1-1 0 0 0,1 1 1 0 0,0 0-1 0 0,-1 0 0 0 0,1 0 0 0 0,0 0 1 0 0,-1 0-1 0 0,1 0 0 0 0,-1 0 1 0 0,1 1-1 0 0,-4 0 0 0 0,-17 5-852 0 0,-1 0 0 0 0,1 2 0 0 0,1 0 0 0 0,0 1 0 0 0,-33 19 0 0 0,13 1-3071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9:15.5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333 86 2532 0 0,'1'-5'1512'0'0,"5"-52"2808"0"0,-6 55-4280 0 0,0 1-1 0 0,-1-1 1 0 0,1 1-1 0 0,-1 0 1 0 0,1-1-1 0 0,-1 1 1 0 0,0 0 0 0 0,1 0-1 0 0,-1-1 1 0 0,0 1-1 0 0,0 0 1 0 0,-1-2-1 0 0,1 3 27 0 0,-1-4 174 0 0,-3 5-187 0 0,0 0 0 0 0,0 0 1 0 0,0 1-1 0 0,0-1 0 0 0,0 1 1 0 0,1 1-1 0 0,-1-1 0 0 0,1 1 1 0 0,-1-1-1 0 0,-4 5 1 0 0,-44 37 335 0 0,27-17-220 0 0,1 0 1 0 0,1 2-1 0 0,2 1 0 0 0,1 1 0 0 0,1 0 0 0 0,2 2 0 0 0,1 0 0 0 0,-18 52 0 0 0,33-76-131 0 0,-1-1 0 0 0,2 1-1 0 0,-1 0 1 0 0,0 16-1 0 0,2-19-9 0 0,0-2-21 0 0,1-1 1 0 0,-1 0 0 0 0,1 1 0 0 0,0-1-1 0 0,0 0 1 0 0,0 1 0 0 0,0-1 0 0 0,0 0-1 0 0,1 0 1 0 0,-1 0 0 0 0,1 0 0 0 0,0 0-1 0 0,3 3 1 0 0,-2-2 2 0 0,-1-1-11 0 0,1-1 1 0 0,-1 1 0 0 0,1-1-1 0 0,0 1 1 0 0,0-1 0 0 0,0 0-1 0 0,1 0 1 0 0,-1 0 0 0 0,0-1-1 0 0,1 1 1 0 0,-1-1 0 0 0,1 0-1 0 0,-1 0 1 0 0,6 1 0 0 0,-6-1-1 0 0,2 0-6 0 0,1 1-1 0 0,0-1 0 0 0,0-1 1 0 0,0 1-1 0 0,0-1 0 0 0,0 0 1 0 0,0 0-1 0 0,0-1 1 0 0,8-1-1 0 0,-9 1 1 0 0,16-1-5 0 0,6-7-21 0 0,-21 6 14 0 0,5 0 36 0 0,-2-1-1 0 0,1-1 0 0 0,0 0 1 0 0,-1 0-1 0 0,0-1 1 0 0,0 0-1 0 0,-1-1 1 0 0,0 0-1 0 0,0 0 1 0 0,0-1-1 0 0,-1 0 1 0 0,11-16-1 0 0,-16 21 0 0 0,-1 0 0 0 0,1 0-1 0 0,-1 0 1 0 0,0 0 0 0 0,0 0-1 0 0,-1-1 1 0 0,1 1 0 0 0,-1 0 0 0 0,1-1-1 0 0,-1 1 1 0 0,0-1 0 0 0,0 1 0 0 0,-1-5-1 0 0,0 4-16 0 0,1 2 3 0 0,-1 0 0 0 0,1-1-1 0 0,-1 1 1 0 0,0-1-1 0 0,0 1 1 0 0,0 0 0 0 0,0 0-1 0 0,0-1 1 0 0,0 1-1 0 0,-1 0 1 0 0,1 0 0 0 0,-1 0-1 0 0,0 0 1 0 0,1 1-1 0 0,-1-1 1 0 0,-3-2 0 0 0,3 2 2 0 0,-1 0-3 0 0,1 1-1 0 0,-1-1 1 0 0,0 0 0 0 0,1 1 0 0 0,-1-1 0 0 0,0 1-1 0 0,0 0 1 0 0,0 0 0 0 0,0 0 0 0 0,0 1 0 0 0,0-1-1 0 0,-1 1 1 0 0,1-1 0 0 0,0 1 0 0 0,0 0-1 0 0,-4 1 1 0 0,3-1-16 0 0,-1 0 5 0 0,-1 0 1 0 0,0 1 0 0 0,0-1-1 0 0,1 2 1 0 0,-1-1 0 0 0,0 1-1 0 0,1-1 1 0 0,-1 1 0 0 0,-9 6-1 0 0,10-6-12 0 0,-16 6-97 0 0,18-7 90 0 0,1 0 0 0 0,0 0 0 0 0,-1 1 0 0 0,1-1 0 0 0,0 1 0 0 0,0-1 0 0 0,0 1 1 0 0,-1-1-1 0 0,-1 4 0 0 0,1-2-103 0 0,-2 0-16 0 0,0 1 1 0 0,0 1-1 0 0,1-1 0 0 0,-8 10 0 0 0,11-13-98 0 0,0 1-1 0 0,0-1 0 0 0,0 1 0 0 0,1-1 0 0 0,-1 1 0 0 0,0-1 0 0 0,1 1 0 0 0,-1-1 1 0 0,1 1-1 0 0,0-1 0 0 0,-1 1 0 0 0,1 0 0 0 0,0-1 0 0 0,0 1 0 0 0,0 0 0 0 0,0-1 0 0 0,0 1 1 0 0,1-1-1 0 0,-1 1 0 0 0,0 0 0 0 0,1-1 0 0 0,-1 1 0 0 0,1-1 0 0 0,-1 1 0 0 0,1-1 1 0 0,1 2-1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9:15.9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155 18 2632 0 0,'1'0'207'0'0,"-1"-1"0"0"0,1 1 0 0 0,-1-1 0 0 0,0 0 0 0 0,1 0 0 0 0,-1 1 0 0 0,0-1 0 0 0,1 0 0 0 0,-1 1 0 0 0,0-1 0 0 0,0 0 0 0 0,0 0 0 0 0,0 1 0 0 0,0-1 0 0 0,0 0 0 0 0,0 0 0 0 0,0 0 0 0 0,0 1 0 0 0,0-1 0 0 0,0 0 0 0 0,0 0 0 0 0,-1 0 0 0 0,-12 2 3361 0 0,9 0-4559 0 0,-4 4 1241 0 0,-16 24 219 0 0,-31 51 0 0 0,46-64-353 0 0,-1 1-1 0 0,2 0 0 0 0,0 0 1 0 0,-10 35-1 0 0,17-47-80 0 0,2 1 2 0 0,-1-2-30 0 0,0 0-1 0 0,0 0 0 0 0,1-1 1 0 0,0 1-1 0 0,-1 0 1 0 0,1-1-1 0 0,1 1 1 0 0,-1-1-1 0 0,0 1 0 0 0,1-1 1 0 0,0 1-1 0 0,0-1 1 0 0,0 0-1 0 0,0 0 1 0 0,0 0-1 0 0,1 0 1 0 0,-1 0-1 0 0,1-1 0 0 0,0 1 1 0 0,0-1-1 0 0,0 0 1 0 0,0 1-1 0 0,0-1 1 0 0,0-1-1 0 0,5 3 0 0 0,-4-3-9 0 0,2 0 8 0 0,18 2 0 0 0,-18-2 6 0 0,0-2 17 0 0,1 1-10 0 0,0-2 0 0 0,0 1 0 0 0,0-1 0 0 0,-1 0 0 0 0,1 0 0 0 0,-1-1 1 0 0,0 0-1 0 0,1 0 0 0 0,-1 0 0 0 0,-1-1 0 0 0,9-6 0 0 0,-8 4 18 0 0,0-1 0 0 0,0 1 0 0 0,-1-1 0 0 0,0 0 0 0 0,-1 0 1 0 0,0 0-1 0 0,0-1 0 0 0,0 1 0 0 0,2-10 0 0 0,-4 10-97 0 0,-1 0 1 0 0,0 0 0 0 0,-1 0-1 0 0,0 0 1 0 0,0-1 0 0 0,0 1-1 0 0,-1 0 1 0 0,0 0 0 0 0,0 0-1 0 0,-1 0 1 0 0,-2-8 0 0 0,2 10-175 0 0,0 1 97 0 0,0 0 0 0 0,0 0 0 0 0,0 0 1 0 0,0 0-1 0 0,-1 0 0 0 0,0 0 0 0 0,0 1 0 0 0,0-1 0 0 0,0 1 0 0 0,-5-5 0 0 0,6 7-187 0 0,0 0-1 0 0,-1 0 1 0 0,1-1-1 0 0,0 1 1 0 0,-1 0 0 0 0,1 1-1 0 0,-1-1 1 0 0,1 0 0 0 0,-1 1-1 0 0,1 0 1 0 0,-1-1 0 0 0,0 1-1 0 0,1 0 1 0 0,-1 0 0 0 0,1 0-1 0 0,-1 1 1 0 0,-4 0 0 0 0,-24 6-3901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9:18.0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426 129 2000 0 0,'0'0'3755'0'0,"-4"-1"-3223"0"0,-15-5-51 0 0,15 5 43 0 0,-1 1-180 0 0,-15-1-43 0 0,15 0-11 0 0,-2 1-10 0 0,-55-7 761 0 0,56 6-804 0 0,4 1-192 0 0,-1 0 0 0 0,1 0-1 0 0,0-1 1 0 0,0 1 0 0 0,0-1 0 0 0,-1 0 0 0 0,1 0-1 0 0,0 1 1 0 0,0-1 0 0 0,0-1 0 0 0,0 1 0 0 0,-2-2 0 0 0,-20-9 433 0 0,14-5-278 0 0,7 13-68 0 0,4-2-86 0 0,1-18-22 0 0,-1 18-50 0 0,2 3 50 0 0,9-12 15 0 0,-12 14-37 0 0,1 1-1 0 0,0-1 1 0 0,0 0-1 0 0,0 0 1 0 0,-1 0-1 0 0,1 0 1 0 0,0 1-1 0 0,0-1 1 0 0,0 1-1 0 0,0-1 1 0 0,1 0-1 0 0,-1 1 1 0 0,0 0-1 0 0,0-1 1 0 0,0 1-1 0 0,0 0 1 0 0,0-1-1 0 0,1 1 1 0 0,0 0-1 0 0,1 0 4 0 0,2-2 21 0 0,-1 3 4 0 0,-1 0-8 0 0,0 0-32 0 0,0-1 1 0 0,0 1 0 0 0,0 0 0 0 0,0 0 0 0 0,0 0 0 0 0,-1 0 0 0 0,1 0-1 0 0,0 1 1 0 0,-1-1 0 0 0,1 1 0 0 0,-1 0 0 0 0,1 0 0 0 0,-1 0 0 0 0,0 0 0 0 0,0 0-1 0 0,3 4 1 0 0,28 54 197 0 0,-31-58-180 0 0,-1 1 1 0 0,0-1 0 0 0,0 1-1 0 0,0 0 1 0 0,0 0 0 0 0,0-1-1 0 0,0 1 1 0 0,-1 0 0 0 0,1 0-1 0 0,-1 5 1 0 0,1 0-14 0 0,0 4 43 0 0,1-1 0 0 0,-2 1 0 0 0,1-1-1 0 0,-2 1 1 0 0,1 0 0 0 0,-2-1 0 0 0,1 1-1 0 0,-2-1 1 0 0,1 0 0 0 0,-2 0-1 0 0,1 0 1 0 0,-2 0 0 0 0,1 0 0 0 0,-11 15-1 0 0,5-9 71 0 0,-1-1-1 0 0,-1-1 1 0 0,0 0-1 0 0,-1 0 1 0 0,0-1-1 0 0,-2-1 0 0 0,-22 17 1 0 0,25-21-19 0 0,0-2 1 0 0,0 1-1 0 0,0-1 1 0 0,-1-1-1 0 0,0-1 0 0 0,0 1 1 0 0,-1-2-1 0 0,-15 4 1 0 0,24-7-30 0 0,-1-2-26 0 0,-18-1 44 0 0,17 2 67 0 0,3-3-96 0 0,1 1-45 0 0,0 0 0 0 0,1 0 0 0 0,-1-1 0 0 0,1 1 0 0 0,-1 0 1 0 0,1-1-1 0 0,0 0 0 0 0,0 1 0 0 0,0-1 0 0 0,0 0 0 0 0,0 0 1 0 0,0 0-1 0 0,1 0 0 0 0,0-1 0 0 0,0 1 0 0 0,0 0 0 0 0,0-1 1 0 0,0 1-1 0 0,0 0 0 0 0,1-1 0 0 0,0 1 0 0 0,0-1 0 0 0,0-3 1 0 0,1-18-199 0 0,-1 19 33 0 0,2 1-6 0 0,4-12-117 0 0,-5 12 198 0 0,2 3 60 0 0,-1 0 22 0 0,-1 1 0 0 0,1-1 0 0 0,0 1 0 0 0,0 0 0 0 0,-1-1 0 0 0,1 1 0 0 0,0 0 0 0 0,0 0 1 0 0,0 1-1 0 0,0-1 0 0 0,1 0 0 0 0,-1 1 0 0 0,0-1 0 0 0,0 1 0 0 0,0 0 0 0 0,1 0 0 0 0,-1-1 0 0 0,0 1 1 0 0,0 1-1 0 0,0-1 0 0 0,1 0 0 0 0,-1 1 0 0 0,0-1 0 0 0,4 2 0 0 0,3 4 1 0 0,0 0-1 0 0,0 1 1 0 0,0 0-1 0 0,-1 0 1 0 0,0 1-1 0 0,12 15 1 0 0,-13-15-4 0 0,3 5 6 0 0,-1 0-1 0 0,0 1 1 0 0,6 15 0 0 0,-1-5 0 0 0,-9-14-40 0 0,0-2-81 0 0,0 0 0 0 0,1 0 0 0 0,0-1 0 0 0,8 9 0 0 0,-8-9-188 0 0,0-1 0 0 0,1 0 0 0 0,0 0 0 0 0,0 0 0 0 0,0-1 0 0 0,1 0 0 0 0,-1 0 0 0 0,1-1 0 0 0,0 0 0 0 0,12 4 0 0 0,39-3-4636 0 0,-53-5 829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9:18.2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37 3488 0 0,'1'-4'1279'0'0,"5"-12"-221"0"0,-5 12-168 0 0,1 1-150 0 0,-2 2-641 0 0,0 0 0 0 0,1 1 0 0 0,-1-1 1 0 0,0 1-1 0 0,1-1 0 0 0,-1 1 0 0 0,0-1 0 0 0,1 1 1 0 0,-1-1-1 0 0,1 1 0 0 0,-1-1 0 0 0,0 1 0 0 0,1 0 1 0 0,-1-1-1 0 0,1 1 0 0 0,0 0 0 0 0,-1-1 0 0 0,1 1 1 0 0,-1 0-1 0 0,1 0 0 0 0,-1 0 0 0 0,1-1 0 0 0,1 1 1 0 0,-2 1-54 0 0,1-1 0 0 0,0 1 1 0 0,0 0-1 0 0,0 0 0 0 0,-1 0 1 0 0,1 0-1 0 0,0 0 0 0 0,-1-1 1 0 0,1 1-1 0 0,-1 0 0 0 0,1 0 1 0 0,-1 0-1 0 0,1 1 0 0 0,-1-1 1 0 0,0 0-1 0 0,0 0 0 0 0,1 0 1 0 0,-1 0-1 0 0,0 0 0 0 0,0 0 1 0 0,0 0-1 0 0,0 0 0 0 0,0 2 1 0 0,24 136 439 0 0,1-2-3175 0 0,-23-78-1481 0 0,0-23-365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9:23.1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98 53 2200 0 0,'-69'-2'3955'0'0,"63"2"-2821"0"0,1 0-695 0 0,1 0-665 0 0,-10 2 1464 0 0,14-1-1202 0 0,0-1 0 0 0,0 0 0 0 0,0 1 0 0 0,0-1 1 0 0,1 1-1 0 0,-1-1 0 0 0,0 0 0 0 0,0 1 0 0 0,0-1 0 0 0,0 0 0 0 0,0 1 0 0 0,1-1 0 0 0,-1 0 0 0 0,0 1 0 0 0,0-1 0 0 0,0 0 0 0 0,1 0 1 0 0,-1 1-1 0 0,0-1 0 0 0,0 0 0 0 0,1 0 0 0 0,-1 1 0 0 0,0-1 0 0 0,1 0 0 0 0,-1 0 0 0 0,0 0 0 0 0,1 1 0 0 0,-1-1 0 0 0,0 0 0 0 0,1 0 1 0 0,-1 0-1 0 0,1 0 0 0 0,-1 0 0 0 0,0 0 0 0 0,1 0 0 0 0,4 2-19 0 0,1-1 0 0 0,-1 0 1 0 0,0 0-1 0 0,0-1 0 0 0,1 1 0 0 0,-1-1 0 0 0,0 0 1 0 0,1 0-1 0 0,-1-1 0 0 0,8-1 0 0 0,-10 1-19 0 0,96-6 163 0 0,-34-2-199 0 0,78-18 15 0 0,-138 26 43 0 0,0 0-8 0 0,45-12 107 0 0,-46 12 243 0 0,-32-4-313 0 0,27 6-44 0 0,-1 0-1 0 0,1 0 1 0 0,-1 0-1 0 0,1 0 1 0 0,-1 0-1 0 0,1 0 1 0 0,-1 0-1 0 0,1 1 1 0 0,0-1-1 0 0,0 0 1 0 0,-1 2-1 0 0,-1 0 19 0 0,1 0-1 0 0,-1 1 1 0 0,1-1 0 0 0,0 1-1 0 0,0-1 1 0 0,0 1-1 0 0,0-1 1 0 0,1 1-1 0 0,-1 0 1 0 0,0 8 0 0 0,1-9-14 0 0,-7 21 126 0 0,2 1 0 0 0,1 0 0 0 0,1 0 0 0 0,1 0 0 0 0,0 39 0 0 0,2-23-42 0 0,-8 179 118 0 0,-1-129-929 0 0,9-87 345 0 0,1 1-694 0 0,-1 2 697 0 0,-1 3 41 0 0,2 1-5514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9:23.4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67 2164 0 0,'0'0'3676'0'0,"7"0"-3336"0"0,5 0-134 0 0,58 0 498 0 0,74-10 0 0 0,32-18-821 0 0,-59 0-4799 0 0,-112 27 2195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9:24.7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82 24 2984 0 0,'0'0'2635'0'0,"-2"-4"-2085"0"0,1 1-358 0 0,-6-13 1250 0 0,3 18-1189 0 0,-2 2-132 0 0,0 0 1 0 0,1 0-1 0 0,0 1 0 0 0,0-1 0 0 0,0 1 0 0 0,0 1 1 0 0,1-1-1 0 0,0 0 0 0 0,0 1 0 0 0,-4 9 1 0 0,6-11 27 0 0,0 1-28 0 0,1 0-51 0 0,-1 0 0 0 0,1 0 0 0 0,0 0 0 0 0,0 0-1 0 0,1 0 1 0 0,-1 0 0 0 0,1 0 0 0 0,0 0 0 0 0,0 0 0 0 0,2 6-1 0 0,-1-8-43 0 0,0 0 0 0 0,1 0 0 0 0,-1 0 0 0 0,1 0 0 0 0,0-1 0 0 0,0 1-1 0 0,0 0 1 0 0,0-1 0 0 0,0 0 0 0 0,0 1 0 0 0,1-1 0 0 0,-1 0 0 0 0,1 0-1 0 0,0 0 1 0 0,-1-1 0 0 0,1 1 0 0 0,0-1 0 0 0,0 1 0 0 0,6 1 0 0 0,158 47 598 0 0,-147-39-554 0 0,-16-9-6 0 0,-1 2-20 0 0,2 0-19 0 0,-1 0 1 0 0,0 1-1 0 0,0 0 1 0 0,-1 0-1 0 0,5 8 0 0 0,-6-9 40 0 0,-2 1 18 0 0,0 1-50 0 0,0-1 0 0 0,0 0 0 0 0,0 1 0 0 0,-1-1 0 0 0,0 0 1 0 0,0 1-1 0 0,0-1 0 0 0,-1 0 0 0 0,1 0 0 0 0,-1 0 0 0 0,-1 0 0 0 0,-4 8 0 0 0,-1-3-42 0 0,0-1-1 0 0,-1 0 0 0 0,0 0 0 0 0,-1-1 0 0 0,0 0 0 0 0,0-1 0 0 0,-1 0 0 0 0,1-1 0 0 0,-13 6 0 0 0,19-11-262 0 0,-1 0-177 0 0,-2 0-522 0 0,0-1-1 0 0,-1 0 1 0 0,1 0-1 0 0,-10-2 1 0 0,12 1-1528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9:24.9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1 130 1516 0 0,'0'0'1256'0'0,"30"-21"-224"0"0,-10 7-132 0 0,3 3-176 0 0,3-2-147 0 0,1 3-169 0 0,0-1-60 0 0,5 1-64 0 0,-2 2-56 0 0,4-1-28 0 0,0 1-20 0 0,-3 2-260 0 0,2 1-268 0 0,-1 3-308 0 0,18 1-2173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9:26.2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42 4 3940 0 0,'0'0'4485'0'0,"2"-3"-3815"0"0,-2 3-638 0 0,0 0 0 0 0,0 1 1 0 0,0-1-1 0 0,0 0 0 0 0,0 0 0 0 0,0 1 1 0 0,0-1-1 0 0,0 0 0 0 0,0 0 0 0 0,0 1 1 0 0,0-1-1 0 0,0 0 0 0 0,1 0 1 0 0,-1 1-1 0 0,0-1 0 0 0,0 0 0 0 0,0 0 1 0 0,0 0-1 0 0,0 1 0 0 0,1-1 0 0 0,-1 0 1 0 0,0 0-1 0 0,0 0 0 0 0,0 0 0 0 0,1 1 1 0 0,-1-1-1 0 0,0 0 0 0 0,0 0 1 0 0,0 0-1 0 0,1 0 0 0 0,-1 0 0 0 0,0 0 1 0 0,0 0-1 0 0,1 1 0 0 0,-1-1 0 0 0,0 0 1 0 0,0 0-1 0 0,1 0 0 0 0,-1 0 0 0 0,0 0 1 0 0,0 0-1 0 0,1 0 0 0 0,-1 0 1 0 0,0-1-1 0 0,0 1 0 0 0,1 0 0 0 0,-1 0 1 0 0,0 0-1 0 0,0 0 0 0 0,1 0 0 0 0,-1 0 1 0 0,0 0-1 0 0,0 0 0 0 0,0-1 0 0 0,1 1 1 0 0,-1 0-1 0 0,0 0 0 0 0,0 0 1 0 0,0-1-1 0 0,0 1 0 0 0,1 0 0 0 0,-1 0 1 0 0,0 0-1 0 0,0-1 0 0 0,0 1 0 0 0,8 41 890 0 0,-3 61-233 0 0,-12-13-453 0 0,-4 0 1 0 0,-24 93-1 0 0,25-136-467 0 0,6-14-670 0 0,3-27 287 0 0,2 0-88 0 0,1 17-159 0 0,-1-16-291 0 0,3-4-1646 0 0,11 9 486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9:27.4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199 143 2392 0 0,'0'0'1160'0'0,"-4"-2"-152"0"0,3 1-815 0 0,-1 1-1 0 0,0-1 1 0 0,1 0-1 0 0,-1 0 1 0 0,1 0-1 0 0,-1 0 1 0 0,1-1-1 0 0,-1 1 1 0 0,1 0 0 0 0,0-1-1 0 0,0 1 1 0 0,0 0-1 0 0,0-1 1 0 0,0 0-1 0 0,0 1 1 0 0,0-1-1 0 0,0 1 1 0 0,0-4-1 0 0,-1 1 527 0 0,3-1-424 0 0,3-13-35 0 0,-3 13-44 0 0,1 1-30 0 0,21-30 408 0 0,-20 31-494 0 0,1 0-20 0 0,12-10-72 0 0,-12 10-168 0 0,0 0 196 0 0,-2 2-25 0 0,4-2 42 0 0,0 0 1 0 0,0 1 0 0 0,0-1 0 0 0,1 1-1 0 0,12-3 1 0 0,4 12 2 0 0,-18-5-1 0 0,-1 1-10 0 0,1 0-36 0 0,-1 1 0 0 0,0 0 0 0 0,0 0 0 0 0,0 0 0 0 0,-1 0 0 0 0,0 0 0 0 0,1 1 0 0 0,-2 0 0 0 0,1 0 0 0 0,0-1 0 0 0,-1 1 0 0 0,0 1-1 0 0,0-1 1 0 0,0 0 0 0 0,0 7 0 0 0,0 1-15 0 0,-1 0 0 0 0,-1 1 0 0 0,0-1 0 0 0,-1 1 0 0 0,0-1 0 0 0,-1 0 0 0 0,-1 0-1 0 0,0 1 1 0 0,0-2 0 0 0,-1 1 0 0 0,-1 0 0 0 0,-1-1 0 0 0,-10 19 0 0 0,5-12 49 0 0,-1-1 0 0 0,-1-1 0 0 0,0 1 0 0 0,-2-2 0 0 0,0 0 0 0 0,-1-1 1 0 0,-29 22-1 0 0,33-29 49 0 0,0-1 0 0 0,-1 0 1 0 0,0-1-1 0 0,-26 8 0 0 0,34-13-23 0 0,0 0 15 0 0,-18 2-7 0 0,18-2-12 0 0,1-2-11 0 0,1 0-51 0 0,0 1-1 0 0,1-1 0 0 0,-1 0 0 0 0,1 0 0 0 0,-1 0 0 0 0,1 0 0 0 0,-1-1 0 0 0,1 1 0 0 0,0-1 0 0 0,0 1 0 0 0,-1-1 0 0 0,1 0 0 0 0,0 0 1 0 0,1 0-1 0 0,-1 0 0 0 0,0 0 0 0 0,1 0 0 0 0,-1 0 0 0 0,1-1 0 0 0,-1 1 0 0 0,1-1 0 0 0,0 1 0 0 0,0-1 0 0 0,0 1 0 0 0,1-1 1 0 0,-1 0-1 0 0,1 1 0 0 0,-1-1 0 0 0,1 0 0 0 0,0 1 0 0 0,0-1 0 0 0,0 0 0 0 0,1-3 0 0 0,-1 1-7 0 0,2 2 7 0 0,0 0 0 0 0,-2 2-1 0 0,1 0-1 0 0,-1 0 0 0 0,1 0 0 0 0,0 0 0 0 0,-1 0 0 0 0,1 0 0 0 0,0 0 1 0 0,-1 0-1 0 0,1 0 0 0 0,0 1 0 0 0,0-1 0 0 0,0 0 0 0 0,0 0 1 0 0,0 1-1 0 0,0-1 0 0 0,0 1 0 0 0,2-2 0 0 0,30-13-1 0 0,-24 14-1 0 0,-3 1 1 0 0,-1-1 1 0 0,2 1-3 0 0,7 1 29 0 0,0 1 0 0 0,0 1 0 0 0,0 0 0 0 0,0 0 0 0 0,14 7 0 0 0,157 83-1561 0 0,-180-91 1068 0 0,0-1 1 0 0,0 1-1 0 0,1-1 0 0 0,-1 0 0 0 0,1 0 1 0 0,-1 0-1 0 0,8-1 0 0 0,-9 0 506 0 0,1 0-1291 0 0,1 0-952 0 0,21-5-1546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9:27.7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63 2604 0 0,'0'0'1176'0'0,"2"-4"-185"0"0,7-12-195 0 0,-7 12-98 0 0,0 3-607 0 0,0 0-1 0 0,-1 0 1 0 0,1 0-1 0 0,-1 0 1 0 0,1 0 0 0 0,-1 0-1 0 0,0 0 1 0 0,1 0-1 0 0,-1-1 1 0 0,0 1-1 0 0,1-2 1 0 0,1 0 380 0 0,2 1-66 0 0,1-1-225 0 0,0 0 1 0 0,1 0-1 0 0,-1 1 1 0 0,0 0-1 0 0,1 0 0 0 0,0 1 1 0 0,-1 0-1 0 0,1 0 0 0 0,0 1 1 0 0,-1-1-1 0 0,1 1 1 0 0,0 1-1 0 0,0-1 0 0 0,-1 1 1 0 0,1 1-1 0 0,9 2 0 0 0,-10-2-103 0 0,-1 0-1 0 0,0 1 1 0 0,0-1 0 0 0,0 1-1 0 0,-1 0 1 0 0,1 0-1 0 0,-1 1 1 0 0,1-1-1 0 0,6 8 1 0 0,28 39 246 0 0,-28-33-206 0 0,-2 0 0 0 0,0 0 1 0 0,-1 1-1 0 0,-1 0 0 0 0,0 1 0 0 0,6 31 0 0 0,0 34-707 0 0,-9-3-3534 0 0,-5-79 3869 0 0,1-1 0 0 0,0 0 0 0 0,-1 1 0 0 0,1-1 0 0 0,-1 0 0 0 0,0 0 0 0 0,1 0 0 0 0,-1 1 0 0 0,0-1 0 0 0,0 0 0 0 0,0 0 0 0 0,-2 2 0 0 0,2-2-506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9:27.9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0 189 2872 0 0,'0'0'1190'0'0,"3"-5"12"0"0,-1 0-893 0 0,2 0 1 0 0,-1 1-1 0 0,0-1 1 0 0,1 1-1 0 0,0 0 1 0 0,0 0-1 0 0,0 0 1 0 0,1 0-1 0 0,0 1 0 0 0,-1 0 1 0 0,1 0-1 0 0,0 0 1 0 0,0 0-1 0 0,9-2 1 0 0,14-6 116 0 0,46-11 0 0 0,-57 17-336 0 0,213-47-1425 0 0,-103 24-4217 0 0,-95 21 1631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9:28.6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0 234 3464 0 0,'0'0'6642'0'0,"4"-3"-6296"0"0,8-4-195 0 0,0 0 0 0 0,1 1 0 0 0,-1 0 0 0 0,1 1 0 0 0,1 1 0 0 0,-1 0 0 0 0,1 0 0 0 0,15-1 0 0 0,19-6 222 0 0,336-110 1744 0 0,-257 78-2264 0 0,-98 36-996 0 0,-25 6 420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9:29.7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193 15 2512 0 0,'0'0'1446'0'0,"-2"-3"-198"0"0,-4-8 1122 0 0,13 32 1306 0 0,1 3-3367 0 0,-6-19-17 0 0,-1 2-59 0 0,19 106 793 0 0,-19-109-946 0 0,12 55 282 0 0,-12-54-306 0 0,8 18 202 0 0,-7-19-195 0 0,5 13 9 0 0,-6-13 118 0 0,0-4-187 0 0,-1 0 0 0 0,1 0 0 0 0,-1 0 0 0 0,0 0 0 0 0,1 0 0 0 0,-1 0-1 0 0,0 0 1 0 0,1 0 0 0 0,-1 0 0 0 0,0 0 0 0 0,1 1 0 0 0,-1-1 0 0 0,0 0-1 0 0,1 0 1 0 0,-1 0 0 0 0,0 1 0 0 0,1-1 0 0 0,-1 0 0 0 0,0 0 0 0 0,0 1 0 0 0,1-1-1 0 0,-1 0 1 0 0,0 0 0 0 0,0 1 0 0 0,0-1 0 0 0,1 0 0 0 0,-1 1 0 0 0,0-1-1 0 0,0 0 1 0 0,0 1 0 0 0,0 0 0 0 0,0-1 10 0 0,1 1-1 0 0,-1 0 1 0 0,0-1-1 0 0,1 1 1 0 0,-1 0-1 0 0,0-1 1 0 0,1 1-1 0 0,-1-1 1 0 0,1 1 0 0 0,-1 0-1 0 0,1-1 1 0 0,-1 1-1 0 0,1-1 1 0 0,0 0-1 0 0,-1 1 1 0 0,1-1-1 0 0,-1 1 1 0 0,1-1-1 0 0,0 0 1 0 0,-1 0 0 0 0,1 1-1 0 0,0-1 1 0 0,0 0-1 0 0,-1 0 1 0 0,2 1-1 0 0,12-1 3 0 0,0 0-1 0 0,0 0 0 0 0,0-1 1 0 0,0-1-1 0 0,0 0 0 0 0,0-1 0 0 0,0-1 1 0 0,19-7-1 0 0,139-50 125 0 0,-154 54-130 0 0,17-5 3 0 0,-15 8 21 0 0,-8 1-20 0 0,1 0 0 0 0,-1 1-1 0 0,14 0 1 0 0,-23 2-18 0 0,1 1 0 0 0,-1-1 0 0 0,0 1 0 0 0,0 0 0 0 0,0 1 0 0 0,0-1 0 0 0,0 1 0 0 0,0-1 0 0 0,0 1 0 0 0,0 0 0 0 0,0 0 0 0 0,3 3 0 0 0,-4-3 9 0 0,0 3 43 0 0,-1 1-31 0 0,0 0 0 0 0,0-1 0 0 0,0 1 0 0 0,-1 0 0 0 0,1 0-1 0 0,-1-1 1 0 0,-1 1 0 0 0,1 0 0 0 0,-1-1 0 0 0,0 1 0 0 0,-1 0 0 0 0,-3 10 0 0 0,0-5-3 0 0,0 0 0 0 0,0-1 0 0 0,-1 0 0 0 0,-1 0 0 0 0,-15 18 0 0 0,4-8 5 0 0,-1-1-1 0 0,-1-1 0 0 0,-1-1 1 0 0,0-1-1 0 0,-27 16 0 0 0,2-6-299 0 0,0-2-1 0 0,-2-2 0 0 0,0-2 0 0 0,-1-2 0 0 0,-1-2 0 0 0,-1-3 0 0 0,-60 9 1 0 0,89-19-717 0 0,-11-4-560 0 0,30 1 1389 0 0,-62-14-5622 0 0,59 12 1255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9:30.3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180 1 3384 0 0,'-4'1'923'0'0,"-13"6"-348"0"0,1 0 0 0 0,0 2-1 0 0,0 0 1 0 0,1 0 0 0 0,1 1-1 0 0,0 1 1 0 0,-24 23 0 0 0,35-30-478 0 0,-1 0 0 0 0,1 1-1 0 0,0-1 1 0 0,0 1 0 0 0,0-1 0 0 0,-3 9 0 0 0,3-6 7 0 0,1-3 99 0 0,3-1-170 0 0,-1-1 1 0 0,0 1-1 0 0,1 0 0 0 0,-1 0 0 0 0,1 0 1 0 0,0-1-1 0 0,0 1 0 0 0,0 0 0 0 0,0-1 1 0 0,1 1-1 0 0,-1-1 0 0 0,1 1 0 0 0,-1-1 1 0 0,1 0-1 0 0,0 0 0 0 0,0 0 0 0 0,0 0 0 0 0,0 0 1 0 0,0 0-1 0 0,1 0 0 0 0,-1-1 0 0 0,0 1 1 0 0,4 1-1 0 0,5 2 40 0 0,0 0-1 0 0,0-1 1 0 0,0 0-1 0 0,18 4 1 0 0,90 17 138 0 0,-65-15 342 0 0,-1 2-1 0 0,76 27 1 0 0,-124-37-509 0 0,-1 1 0 0 0,0-1 0 0 0,0 0 0 0 0,0 1 0 0 0,0 0 0 0 0,0 0 0 0 0,-1 0 1 0 0,5 6-1 0 0,-5-6-13 0 0,0-1 36 0 0,-2 3 17 0 0,3 20 50 0 0,-7-19-85 0 0,-7 8-6 0 0,-1 1 0 0 0,-1-1 1 0 0,0-1-1 0 0,0 0 0 0 0,-1 0 1 0 0,-1-2-1 0 0,0 1 0 0 0,-1-2 0 0 0,0 0 1 0 0,-1-1-1 0 0,-27 13 0 0 0,7-3-13 0 0,24-13-24 0 0,0 1 0 0 0,0-2 1 0 0,0 0-1 0 0,-25 7 1 0 0,21-8-414 0 0,1-1 0 0 0,-1-1 0 0 0,1 0 0 0 0,-1-1 1 0 0,0-1-1 0 0,-28-3 0 0 0,41 2-38 0 0,-1-1 1 0 0,1 1-1 0 0,0-1 0 0 0,0 1 0 0 0,1-1 0 0 0,-1 0 1 0 0,0 0-1 0 0,0-1 0 0 0,1 1 0 0 0,0-1 1 0 0,-1 1-1 0 0,1-1 0 0 0,-3-5 0 0 0,3 6-141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9:30.5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0 201 2480 0 0,'4'-3'1612'0'0,"39"-18"2801"0"0,37-1-2006 0 0,-36 10-1667 0 0,278-85 1051 0 0,-226 66-4264 0 0,-61 16-2741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9:40.1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28 4004 0 0,'0'0'1434'0'0,"-1"-5"-253"0"0,-2-18 6773 0 0,6 27-7552 0 0,3 5-202 0 0,-1 0 0 0 0,0 0 1 0 0,-1 1-1 0 0,0-1 0 0 0,0 1 1 0 0,-1 0-1 0 0,-1 0 1 0 0,1 1-1 0 0,1 19 0 0 0,5 21 120 0 0,51 229 820 0 0,-31-136-836 0 0,-7-18 388 0 0,11 214-1 0 0,-28 132 108 0 0,-5-319-576 0 0,-6 294 295 0 0,3 241-187 0 0,-5 228-268 0 0,6-875-63 0 0,-6 80 47 0 0,6-99-34 0 0,1-17 65 0 0,1 0-48 0 0,-7 37 486 0 0,5-38-360 0 0,18 2-601 0 0,-13-4 427 0 0,1 0-57 0 0,2-3-37 0 0,53-4-334 0 0,231-3-67 0 0,-129 7 461 0 0,277 4-38 0 0,-210 1 55 0 0,2504-37 52 0 0,-2496 22 24 0 0,-230 10 29 0 0,-2 1-49 0 0,15-2-14 0 0,-14 1-10 0 0,-8-1-1281 0 0,-10-7 792 0 0,10 7-66 0 0,0-1-1385 0 0,-8-6 1286 0 0,9 6 43 0 0,0-1-817 0 0,-23-59 137 0 0,24 60 1394 0 0,-2 0-16 0 0,2 2-46 0 0,-1-2 61 0 0,-1 0 0 0 0,0 0 0 0 0,1 1-1 0 0,-1-1 1 0 0,0 1 0 0 0,0 0-1 0 0,0 0 1 0 0,0 0 0 0 0,-5-2 0 0 0,-16 8 11 0 0,19-3 140 0 0,6 4-173 0 0,3 13-14 0 0,-2-13-7 0 0,1-2 6 0 0,1 2-30 0 0,1 0-1 0 0,0-1 1 0 0,0 0-1 0 0,1 0 1 0 0,-1 0-1 0 0,1-1 1 0 0,10 5-1 0 0,0-2 105 0 0,1-1-1 0 0,24 4 0 0 0,-20-5-9 0 0,-16-2 24 0 0,0-2 12 0 0,48 6 531 0 0,-48-6-213 0 0,0 1-350 0 0,16 2-30 0 0,-16-2 349 0 0,-6 5-409 0 0,-5 17-125 0 0,0-14-117 0 0,-24 20-1015 0 0,-1-3 1 0 0,-45 31-1 0 0,-80 38-6768 0 0,97-62 2138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9:41.6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2067 0 3468 0 0,'0'0'7137'0'0,"-5"1"-6825"0"0,0 1-215 0 0,0 0 0 0 0,0 1 1 0 0,0-1-1 0 0,0 1 0 0 0,1 0 0 0 0,-1 0 0 0 0,1 1 1 0 0,0-1-1 0 0,0 1 0 0 0,0 0 0 0 0,1 0 0 0 0,-5 6 0 0 0,-47 66 1167 0 0,-67 128 1 0 0,4-7-309 0 0,-15-9 197 0 0,-226 247 0 0 0,-204 125 306 0 0,329-353-1071 0 0,-90 85 125 0 0,272-237-523 0 0,50-52 27 0 0,1-2-11 0 0,1 0 0 0 0,-1 1 0 0 0,0-1 0 0 0,1 0 0 0 0,-1 1 0 0 0,0-1 0 0 0,0 0 0 0 0,0 0 0 0 0,0 0 0 0 0,0 0-1 0 0,0 1 1 0 0,-2 0 0 0 0,3-2 4 0 0,-3 4 126 0 0,3-4-134 0 0,-1 1 0 0 0,1-1 0 0 0,0 0 0 0 0,0 1 0 0 0,-1-1 0 0 0,1 1 0 0 0,0-1 0 0 0,0 1 0 0 0,0-1 0 0 0,-1 1-1 0 0,1-1 1 0 0,0 1 0 0 0,0-1 0 0 0,0 1 0 0 0,0-1 0 0 0,0 1 0 0 0,0-1 0 0 0,0 1 0 0 0,0-1 0 0 0,0 1 0 0 0,0-1 0 0 0,0 1 0 0 0,1-1 0 0 0,-1 1 0 0 0,0 0-1 0 0,0-1 3 0 0,1 1-1 0 0,-1-1 1 0 0,0 1-1 0 0,0-1 1 0 0,0 1-1 0 0,0-1 1 0 0,0 1-1 0 0,1-1 1 0 0,-1 1-1 0 0,0-1 1 0 0,0 1-1 0 0,-1-1 1 0 0,1 1-1 0 0,0-1 1 0 0,0 1-1 0 0,0-1 1 0 0,0 1-1 0 0,0-1 1 0 0,0 1-1 0 0,-1-1 0 0 0,1 1 1 0 0,0-1-1 0 0,0 1 1 0 0,-1-1-1 0 0,1 1 1 0 0,3 1 15 0 0,11 7-6 0 0,-11-7 310 0 0,1 0-311 0 0,10 4-27 0 0,-11-4 14 0 0,-17 8 6 0 0,5-16-7516 0 0,6-1 7103 0 0,0 0 0 0 0,0 0 0 0 0,1 0 1 0 0,0 0-1 0 0,-2-12 0 0 0,3 14 696 0 0,1 1-271 0 0,-1-1 40 0 0,-3-14 55 0 0,3 14 48 0 0,1 4-148 0 0,-1 1-1 0 0,1-1 1 0 0,0 1-1 0 0,-1-1 1 0 0,1 1-1 0 0,0-1 0 0 0,-1 0 1 0 0,1 1-1 0 0,0-1 1 0 0,0 1-1 0 0,-1-1 1 0 0,1 0-1 0 0,0 1 0 0 0,0-1 1 0 0,0 1-1 0 0,0-1 1 0 0,0 0-1 0 0,0 1 1 0 0,0-1-1 0 0,0 0 1 0 0,0 1-1 0 0,0-1 0 0 0,0 0 1 0 0,1 0-1 0 0,-1 0 15 0 0,0 1-1 0 0,0-1 1 0 0,0 1-1 0 0,1-1 1 0 0,-1 0-1 0 0,0 1 1 0 0,0-1-1 0 0,0 0 1 0 0,0 1-1 0 0,0-1 0 0 0,-1 0 1 0 0,1 1-1 0 0,0-1 1 0 0,0 1-1 0 0,0-1 1 0 0,0 0-1 0 0,-1 1 1 0 0,1-1-1 0 0,0 1 1 0 0,-1-1-1 0 0,1 1 1 0 0,0-1-1 0 0,-1 1 1 0 0,0-1-1 0 0,1-1 15 0 0,-1 0 0 0 0,0 0 1 0 0,1 0-1 0 0,-1 1 0 0 0,1-1 0 0 0,0 0 0 0 0,0 0 0 0 0,0 0 1 0 0,0 0-1 0 0,0 0 0 0 0,0-3 0 0 0,0 5 0 0 0,0-6 677 0 0,-1 2-552 0 0,-1-13-20 0 0,1 12 1176 0 0,2 10-1179 0 0,4 15 5 0 0,-4-15-17 0 0,-1 0-33 0 0,0 17 47 0 0,0-17 20 0 0,0 2-3 0 0,-3 52 238 0 0,3-54-266 0 0,-1 1-5 0 0,-1 21-25 0 0,1-21-20 0 0,1 0-15 0 0,0 15-4 0 0,0-15 32 0 0,1-1-55 0 0,0-3-34 0 0,-2 0-4 0 0,1 0-1 0 0,0-1 1 0 0,1 1 0 0 0,-1 0-1 0 0,0-1 1 0 0,0 1 0 0 0,1-1-1 0 0,-1 1 1 0 0,1 0-1 0 0,-1-1 1 0 0,1 1 0 0 0,1 2-1 0 0,1-2-94 0 0,-1-1-1 0 0,1 1 1 0 0,0 0 0 0 0,-1-1-1 0 0,1 0 1 0 0,0 0-1 0 0,0 0 1 0 0,0 0 0 0 0,0 0-1 0 0,0 0 1 0 0,0-1-1 0 0,0 1 1 0 0,0-1-1 0 0,0 0 1 0 0,0 0 0 0 0,0 0-1 0 0,0 0 1 0 0,0-1-1 0 0,0 1 1 0 0,4-2-1 0 0,66-12-3370 0 0,73-23 1 0 0,-95 24 369 0 0,5-2-2576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9:42.8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61 4852 0 0,'0'0'3193'0'0,"-2"-2"-1851"0"0,0 0-899 0 0,1 0 1 0 0,0 0-1 0 0,0 0 0 0 0,0 0 1 0 0,0 0-1 0 0,0 0 1 0 0,1 0-1 0 0,-1 0 0 0 0,1 0 1 0 0,-1-1-1 0 0,1 1 1 0 0,0-2-1 0 0,-1-7-837 0 0,2 6 1078 0 0,-1 5-676 0 0,1 0 0 0 0,-1 0 0 0 0,0 0 0 0 0,1 0 0 0 0,-1 0 0 0 0,1 0 0 0 0,-1 0 0 0 0,1 0 0 0 0,-1 0 0 0 0,0 0 0 0 0,1-1 0 0 0,-1 1 0 0 0,1 0 0 0 0,-1 0 0 0 0,0 0 0 0 0,1-1 0 0 0,-1 1 0 0 0,0 0 0 0 0,1 0 0 0 0,-1-1 0 0 0,0 1 0 0 0,1 0 0 0 0,-1-1 0 0 0,0 1 0 0 0,0 0 0 0 0,1-1 0 0 0,0 0 6 0 0,-1 0-1 0 0,0 1 0 0 0,1-1 1 0 0,-1 1-1 0 0,1-1 0 0 0,0 1 1 0 0,-1-1-1 0 0,1 1 0 0 0,-1-1 1 0 0,1 1-1 0 0,0-1 0 0 0,-1 1 0 0 0,1 0 1 0 0,0-1-1 0 0,-1 1 0 0 0,1 0 1 0 0,0 0-1 0 0,0 0 0 0 0,-1 0 1 0 0,1-1-1 0 0,0 1 0 0 0,0 0 1 0 0,-1 0-1 0 0,2 1 0 0 0,3-2 4 0 0,-1 2 0 0 0,0-1 1 0 0,1 0-1 0 0,-1 1 0 0 0,0 0 0 0 0,0 0 0 0 0,0 0 0 0 0,1 1 1 0 0,-1-1-1 0 0,0 1 0 0 0,-1 0 0 0 0,1 0 0 0 0,0 0 0 0 0,-1 1 1 0 0,1-1-1 0 0,-1 1 0 0 0,5 4 0 0 0,-4-2-13 0 0,0-1-1 0 0,0 1 1 0 0,0 1-1 0 0,0-1 1 0 0,-1 0-1 0 0,0 1 1 0 0,0 0-1 0 0,-1-1 1 0 0,1 1-1 0 0,-1 0 1 0 0,1 7 0 0 0,-2-9-19 0 0,-2 3 3 0 0,0 6 29 0 0,-1 0-1 0 0,-1-1 0 0 0,0 0 0 0 0,0 1 0 0 0,-2-1 0 0 0,1 0 1 0 0,-2-1-1 0 0,-7 14 0 0 0,-22 31 167 0 0,32-52-217 0 0,2 0-117 0 0,0-4 139 0 0,1 0 0 0 0,0 0 0 0 0,-1 1 0 0 0,1-1 1 0 0,0 1-1 0 0,-1-1 0 0 0,1 0 0 0 0,0 1 0 0 0,0-1 0 0 0,0 0 1 0 0,-1 1-1 0 0,1-1 0 0 0,0 1 0 0 0,0-1 0 0 0,0 1 0 0 0,0-1 1 0 0,0 1-1 0 0,0-1 0 0 0,0 0 0 0 0,0 1 0 0 0,0-1 0 0 0,0 1 1 0 0,0-1-1 0 0,0 1 0 0 0,0-1 0 0 0,0 1 0 0 0,0-1 0 0 0,1 1 0 0 0,-1-1 1 0 0,0 1-1 0 0,15-5-213 0 0,-14 4 243 0 0,3-2-122 0 0,0-1 12 0 0,7-6 7 0 0,-1-1 0 0 0,0 0 0 0 0,0 0 0 0 0,-1-1 0 0 0,14-23 0 0 0,25-61 60 0 0,-34 63 46 0 0,-12 27 91 0 0,0 1 12 0 0,0 0-84 0 0,5-14 289 0 0,-6 14-290 0 0,5-12 25 0 0,-4 11 293 0 0,-2 10-272 0 0,4 15-55 0 0,-3-15-11 0 0,-1 2 5 0 0,23 141 115 0 0,-9-94-915 0 0,-12-44 572 0 0,19 49-2128 0 0,-18-52 1610 0 0,0-1 0 0 0,1 0 0 0 0,0-1 0 0 0,0 1 0 0 0,6 6 0 0 0,-8-9 171 0 0,3 4 142 0 0,5-1-3628 0 0,12 5 181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9:43.0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 52 2976 0 0,'9'-25'4920'0'0,"-8"21"-4223"0"0,4-14-75 0 0,-4 14 1775 0 0,0 8-2133 0 0,4 48-109 0 0,-3 0 0 0 0,-7 102 1 0 0,-35 106-7469 0 0,28-213 2324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9:44.6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15 192 3784 0 0,'0'0'1272'0'0,"-3"-2"-205"0"0,2 1-927 0 0,0 0 1 0 0,0 0 0 0 0,0 1 0 0 0,0-1 0 0 0,0 0 0 0 0,1 0 0 0 0,-1 0 0 0 0,0 0 0 0 0,1 0 0 0 0,-1-1 0 0 0,1 1-1 0 0,-1 0 1 0 0,1 0 0 0 0,-1 0 0 0 0,1 0 0 0 0,0-1 0 0 0,0 1 0 0 0,0 0 0 0 0,-1 0 0 0 0,1 0 0 0 0,0-1 0 0 0,0 1-1 0 0,1 0 1 0 0,-1 0 0 0 0,0 0 0 0 0,0-1 0 0 0,1 1 0 0 0,0-2 0 0 0,0-2 258 0 0,4 2-47 0 0,6-4-11 0 0,1 1 1 0 0,0 0 0 0 0,0 1-1 0 0,23-7 1 0 0,-14 7-206 0 0,-16 3-38 0 0,2 1-81 0 0,51 1 235 0 0,-53 1-214 0 0,-4-1-37 0 0,0 0 1 0 0,-1 0 0 0 0,1 0 0 0 0,-1 1 0 0 0,1-1 0 0 0,0 0 0 0 0,-1 0 0 0 0,1 0 0 0 0,-1 0 0 0 0,1 1 0 0 0,0-1 0 0 0,-1 0-1 0 0,1 1 1 0 0,-1-1 0 0 0,1 0 0 0 0,-1 1 0 0 0,1-1 0 0 0,-1 1 0 0 0,1-1 0 0 0,-1 1 0 0 0,0-1 0 0 0,1 2 0 0 0,0-2 0 0 0,-1 1 1 0 0,0-1 0 0 0,1 1-1 0 0,-1-1 1 0 0,1 1 0 0 0,-1-1-1 0 0,1 1 1 0 0,-1-1 0 0 0,1 0-1 0 0,-1 1 1 0 0,1-1 0 0 0,-1 0-1 0 0,1 1 1 0 0,-1-1 0 0 0,1 0-1 0 0,0 0 1 0 0,-1 1 0 0 0,1-1-1 0 0,-1 0 1 0 0,1 0 0 0 0,0 0-1 0 0,0 0 1 0 0,2 4 20 0 0,0 2 2 0 0,0 0 0 0 0,0 0 0 0 0,0 1-1 0 0,-1-1 1 0 0,2 8 0 0 0,-4-9-6 0 0,0 1 11 0 0,-2 18 9 0 0,1-18 1 0 0,0 0-12 0 0,-11 47 7 0 0,11-48-11 0 0,-5 15-32 0 0,5-16-24 0 0,4-6-1049 0 0,2-2 1023 0 0,-1-1 0 0 0,0 1 0 0 0,-1-1-1 0 0,1 0 1 0 0,-1 0 0 0 0,0-1 0 0 0,0 1-1 0 0,-1-1 1 0 0,1 1 0 0 0,2-11 0 0 0,15-65-185 0 0,-19 79 244 0 0,14-74 22 0 0,-7 29 196 0 0,-7 43-133 0 0,5-16 1834 0 0,-2 39-1811 0 0,-3-15-15 0 0,-1 2-14 0 0,1 8-260 0 0,1 0 0 0 0,0 0-1 0 0,0-1 1 0 0,2 1-1 0 0,-1-1 1 0 0,2 0 0 0 0,0 0-1 0 0,0-1 1 0 0,1 1 0 0 0,1-1-1 0 0,0 0 1 0 0,9 11-1 0 0,-13-20-375 0 0,1 0 10 0 0,12 10-66 0 0,-12-10-86 0 0,-3-3 660 0 0,-1 0-1 0 0,1 0 0 0 0,-1 0 1 0 0,0 0-1 0 0,1 0 1 0 0,-1 0-1 0 0,1 0 0 0 0,-1 0 1 0 0,1 0-1 0 0,-1 0 1 0 0,0 0-1 0 0,1 0 0 0 0,-1 0 1 0 0,1 1-1 0 0,-1-1 0 0 0,1 0 1 0 0,-1 0-1 0 0,0 0 1 0 0,1 1-1 0 0,-1-1 0 0 0,0 0 1 0 0,1 0-1 0 0,-1 1 1 0 0,0-1-1 0 0,1 0 0 0 0,-1 1 1 0 0,1 0-72 0 0,-1-1 1 0 0,1 1-1 0 0,0-1 0 0 0,-1 1 1 0 0,1-1-1 0 0,0 1 0 0 0,-1-1 1 0 0,1 0-1 0 0,0 1 0 0 0,-1-1 1 0 0,1 0-1 0 0,0 1 1 0 0,0-1-1 0 0,-1 0 0 0 0,1 0 1 0 0,0 0-1 0 0,0 0 0 0 0,0 0 1 0 0,-1 0-1 0 0,1 0 0 0 0,0 0 1 0 0,0 0-1 0 0,1 0 1 0 0,1 0 13 0 0,1-1 1 0 0,-1 0 0 0 0,0 1 0 0 0,1-1 0 0 0,-1 0 0 0 0,0-1 0 0 0,1 1 0 0 0,-1 0 0 0 0,0-1 0 0 0,0 0 0 0 0,0 0 0 0 0,0 0-1 0 0,-1 0 1 0 0,1 0 0 0 0,0 0 0 0 0,-1-1 0 0 0,3-3 0 0 0,-3 3 308 0 0,-1-1 78 0 0,4-13 64 0 0,-4 13 338 0 0,0-2-358 0 0,6-49 1384 0 0,-6 49-1479 0 0,1 2-91 0 0,8-14 8 0 0,-8 14-13 0 0,1 2 18 0 0,10-7-44 0 0,-10 7 30 0 0,2 1 54 0 0,15-4-71 0 0,-15 4-3 0 0,0 2-26 0 0,1-1-80 0 0,-1 1 0 0 0,1 0 1 0 0,-1 0-1 0 0,1 0 1 0 0,-1 1-1 0 0,1 0 1 0 0,-1 0-1 0 0,0 0 1 0 0,0 1-1 0 0,0-1 1 0 0,-1 1-1 0 0,1 0 1 0 0,0 1-1 0 0,-1-1 1 0 0,0 1-1 0 0,0 0 1 0 0,0 0-1 0 0,0 0 0 0 0,-1 0 1 0 0,0 1-1 0 0,0 0 1 0 0,0-1-1 0 0,0 1 1 0 0,-1 0-1 0 0,1 1 1 0 0,2 9-1 0 0,-2 1 38 0 0,-2-12 22 0 0,0 2 44 0 0,0 17 40 0 0,-1-17 66 0 0,-1 0-19 0 0,-1 16 65 0 0,1-16 1304 0 0,2-2-1458 0 0,0 2-127 0 0,-1-6 8 0 0,0 0 0 0 0,0 1-1 0 0,0-1 1 0 0,0 1 0 0 0,0-1-1 0 0,0 0 1 0 0,0 1 0 0 0,0-1-1 0 0,0 1 1 0 0,1-1 0 0 0,-1 0-1 0 0,0 1 1 0 0,0-1 0 0 0,0 1-1 0 0,1-1 1 0 0,-1 0 0 0 0,0 1-1 0 0,0-1 1 0 0,1 0 0 0 0,-1 1-1 0 0,0-1 1 0 0,0 0 0 0 0,1 1-1 0 0,-1-1 1 0 0,0 0 0 0 0,1 1-1 0 0,1-2-34 0 0,0 1 0 0 0,0-1 0 0 0,-1 1 0 0 0,1-1 0 0 0,0 0 0 0 0,-1 1 0 0 0,1-1 0 0 0,0 0 0 0 0,-1 0 0 0 0,1 0 0 0 0,-1 0 0 0 0,2-2 0 0 0,75-55-1098 0 0,99-70-5574 0 0,-133 100 1996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9:45.8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1 155 3468 0 0,'0'0'7747'0'0,"1"-4"-7420"0"0,6-14-90 0 0,-5 14 28 0 0,3 0-9 0 0,56-37 788 0 0,-57 38-895 0 0,1 2-6 0 0,15-7-3 0 0,-15 6 18 0 0,0 2-83 0 0,-3-1-50 0 0,0 1-12 0 0,-1-1 1 0 0,1 1-1 0 0,-1-1 0 0 0,1 1 0 0 0,-1 0 0 0 0,1 0 1 0 0,-1 0-1 0 0,1 0 0 0 0,-1 0 0 0 0,1 0 1 0 0,-1 0-1 0 0,3 1 0 0 0,-2 1 11 0 0,1 0 1 0 0,-1 0-1 0 0,-1-1 0 0 0,1 1 0 0 0,0 1 1 0 0,0-1-1 0 0,-1 0 0 0 0,1 0 1 0 0,-1 1-1 0 0,0-1 0 0 0,1 0 0 0 0,-1 1 1 0 0,-1 0-1 0 0,3 4 0 0 0,-3-5-36 0 0,2 2 22 0 0,-3 2 47 0 0,-2 15 66 0 0,-1-1-1 0 0,-1 0 1 0 0,-9 21-1 0 0,13-37-68 0 0,1 0-23 0 0,-2 2-6 0 0,-12 24 57 0 0,12-26-100 0 0,6-7-1265 0 0,2-4 1104 0 0,0 0 0 0 0,-1 0 0 0 0,0-1 0 0 0,0 1 0 0 0,0-1 0 0 0,-1 0 1 0 0,5-13-1 0 0,19-66-131 0 0,-19 58 509 0 0,-2 4 134 0 0,-6 21-121 0 0,1-1 10 0 0,-1-1-281 0 0,10-26 1218 0 0,-11 32-1145 0 0,0 0 0 0 0,0-1 0 0 0,1 1 0 0 0,-1 0 0 0 0,0 0 0 0 0,0 0 0 0 0,0-1 0 0 0,0 1 0 0 0,0 0 0 0 0,0 0 0 0 0,1 0 0 0 0,-1 0-1 0 0,0 0 1 0 0,0-1 0 0 0,0 1 0 0 0,0 0 0 0 0,1 0 0 0 0,-1 0 0 0 0,0 0 0 0 0,0 0 0 0 0,0 0 0 0 0,0 0 0 0 0,1 0 0 0 0,-1 0 0 0 0,0-1 0 0 0,0 1 0 0 0,1 0 0 0 0,-1 0 0 0 0,0 0 0 0 0,0 0 0 0 0,0 0 0 0 0,1 0 0 0 0,-1 1 0 0 0,0-1 0 0 0,0 0-1 0 0,0 0 1 0 0,1 0 0 0 0,-1 0 0 0 0,0 0 0 0 0,0 0 0 0 0,0 0 0 0 0,0 0 0 0 0,1 0 0 0 0,-1 0 0 0 0,0 1 0 0 0,9 21 121 0 0,-4-1-225 0 0,1 0 0 0 0,1-1 0 0 0,0 1 0 0 0,2-2 0 0 0,0 1 0 0 0,1-1 1 0 0,1 0-1 0 0,17 21 0 0 0,-20-31-610 0 0,0-1 0 0 0,1 1 0 0 0,0-1 0 0 0,0-1 0 0 0,1 0 0 0 0,-1 0 0 0 0,2-1 0 0 0,-1 0 0 0 0,1-1 0 0 0,16 6 0 0 0,-23-9-1724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9:46.2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159 72 2820 0 0,'0'0'4002'0'0,"-4"-1"-3386"0"0,3-1-390 0 0,-15-6 1488 0 0,25-13-1166 0 0,-8 19-525 0 0,0 1 0 0 0,0 0 0 0 0,0 0 0 0 0,1 0 0 0 0,-1 0 0 0 0,0 0 0 0 0,1 0 0 0 0,-1 0 0 0 0,1 0 0 0 0,2-1 0 0 0,0 0 85 0 0,0 0-13 0 0,12-7-23 0 0,-12 7-19 0 0,1 0 36 0 0,13-4 22 0 0,-13 4-12 0 0,1 2-3 0 0,16-1 12 0 0,-17 0 72 0 0,-1 3-48 0 0,11 6-22 0 0,-11-6 128 0 0,-4 24-156 0 0,0-21-30 0 0,-2-1 2 0 0,-20 41 56 0 0,20-40-80 0 0,-10 13-9 0 0,10-15-26 0 0,-5 13 18 0 0,5-14-8 0 0,0 2 244 0 0,13 15 135 0 0,-6-17-292 0 0,13 2 70 0 0,103 33 1312 0 0,-117-36-1349 0 0,0 2-26 0 0,14 8 5 0 0,-14-8 104 0 0,-3 2-130 0 0,1 14-47 0 0,-2-18-32 0 0,0-1-1 0 0,0 0 1 0 0,1 0-1 0 0,-1 1 1 0 0,0-1-1 0 0,0 0 1 0 0,0 0 0 0 0,0 1-1 0 0,0-1 1 0 0,0 0-1 0 0,0 1 1 0 0,0-1-1 0 0,0 0 1 0 0,-1 0 0 0 0,1 1-1 0 0,0-1 1 0 0,0 0-1 0 0,0 0 1 0 0,0 1-1 0 0,0-1 1 0 0,0 0-1 0 0,0 0 1 0 0,-1 1 0 0 0,1-1-1 0 0,0 0 1 0 0,0 0-1 0 0,0 0 1 0 0,-1 1-1 0 0,1-1 1 0 0,0 0 0 0 0,0 0-1 0 0,-1 0 1 0 0,-12 10-265 0 0,0-1 0 0 0,-1 0 0 0 0,0-1 0 0 0,0-1 0 0 0,-1 0 0 0 0,-28 8 0 0 0,-102 21-2911 0 0,55-20-1558 0 0,41-8-442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3760 0 0,'0'0'4933'0'0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409 28 2084 0 0,'0'0'946'0'0,"-1"-4"-138"0"0,-2-19 7757 0 0,0 26-8421 0 0,-1 3-46 0 0,0 1-1 0 0,1-1 1 0 0,0 0-1 0 0,0 1 1 0 0,0-1-1 0 0,1 1 0 0 0,0 0 1 0 0,0 0-1 0 0,-1 12 1 0 0,-4 68 354 0 0,6-73-436 0 0,1 33 128 0 0,33 401 669 0 0,-26-390-741 0 0,10 56 35 0 0,-16-109-68 0 0,9 87 35 0 0,-10-86-66 0 0,1 0 28 0 0,0 56 111 0 0,-1-56-130 0 0,0 0 5 0 0,3 55 290 0 0,-3-55-329 0 0,1 1 10 0 0,0 19-1 0 0,-1-20 2 0 0,0 1 9 0 0,-1 104 179 0 0,-3 34-5 0 0,6-89-264 0 0,-2-51 90 0 0,0 2 49 0 0,0 76 71 0 0,1-2-178 0 0,-1-77 73 0 0,0 4 1 0 0,-3 85-48 0 0,3-89 42 0 0,0 3 2 0 0,-2 50 2 0 0,2-52-6 0 0,0 1 5 0 0,-2 220 223 0 0,-1-188-151 0 0,3-32-84 0 0,0 2-20 0 0,-11 128 14 0 0,0-8 312 0 0,5-46-462 0 0,-7 64 72 0 0,12-140 104 0 0,-7 55 10 0 0,7-56-24 0 0,0 1-16 0 0,-13 122 58 0 0,14-122-66 0 0,-1 1 16 0 0,-5 81 16 0 0,6-83 5 0 0,-1 2 0 0 0,-7 107 189 0 0,8-109-184 0 0,0 2 2 0 0,-2 87 54 0 0,0-2-42 0 0,-17 239 14 0 0,3-87 99 0 0,12-116-34 0 0,-8 29-81 0 0,-4 87-30 0 0,14-184 132 0 0,0 11-170 0 0,2-57 10 0 0,2 45 11 0 0,-3-46 7 0 0,-1 2-3 0 0,0-7 0 0 0,0 27-23 0 0,2 55 45 0 0,-1-44-7 0 0,0-2-8 0 0,-1 76 8 0 0,2-89-42 0 0,0 1 40 0 0,0-8-7 0 0,5 41 82 0 0,-3 4-18 0 0,-2-14-5 0 0,-1 147-188 0 0,-1-78 75 0 0,0-58 136 0 0,0 120 2 0 0,0-98-105 0 0,1-21-52 0 0,0-17 106 0 0,0-1 132 0 0,1 5-283 0 0,0 122-79 0 0,-2 279 66 0 0,-31 563 220 0 0,24-807-93 0 0,-60 895 173 0 0,40-727-177 0 0,2-20 196 0 0,11-87-105 0 0,7-108 39 0 0,-9 853 574 0 0,19-755-370 0 0,-6 323-165 0 0,1 0 203 0 0,-9 590 346 0 0,9-1054-809 0 0,-2 187 375 0 0,8-245-147 0 0,1 0 55 0 0,-3-57-124 0 0,0-1 24 0 0,2 51 106 0 0,-2-50-166 0 0,0-1-1 0 0,2 13-2 0 0,-2-13 311 0 0,0 0-303 0 0,0 16-27 0 0,0-16 53 0 0,-14-14-9233 0 0,10 0 3902 0 0,-1-14-2054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493 62 3484 0 0,'0'0'1436'0'0,"-1"-5"-270"0"0,-23-36 1488 0 0,21 38-2294 0 0,-2 1-125 0 0,-14-5-4 0 0,14 5-54 0 0,-3 2-22 0 0,-1-1-102 0 0,5 1-14 0 0,-1 0-1 0 0,1 0 1 0 0,0 0-1 0 0,0 0 1 0 0,-1 1-1 0 0,1 0 1 0 0,-5 1-1 0 0,-11 3 75 0 0,0 1 0 0 0,0 1 0 0 0,1 0 0 0 0,0 2 0 0 0,0 0 0 0 0,1 1 0 0 0,0 1 0 0 0,1 1 0 0 0,0 0 0 0 0,1 1 0 0 0,0 1 0 0 0,1 0 0 0 0,1 2 0 0 0,0-1 0 0 0,1 2 0 0 0,1-1 0 0 0,0 2 0 0 0,2 0 0 0 0,-10 21 0 0 0,10-16-68 0 0,1 0 0 0 0,2 0 0 0 0,0 1 0 0 0,2 0 0 0 0,0 0 0 0 0,2 1 0 0 0,-1 27 0 0 0,4-42-56 0 0,0-7 5 0 0,-1-1 0 0 0,1 0 0 0 0,0 1-1 0 0,0-1 1 0 0,0 0 0 0 0,1 1-1 0 0,-1-1 1 0 0,0 0 0 0 0,1 1 0 0 0,1 2-1 0 0,4 15 39 0 0,-3-11-12 0 0,-1 0 0 0 0,2-1 0 0 0,-1 1-1 0 0,1-1 1 0 0,1 0 0 0 0,-1 0 0 0 0,1 0-1 0 0,1-1 1 0 0,-1 0 0 0 0,1 0 0 0 0,0 0 0 0 0,1-1-1 0 0,0 0 1 0 0,0 0 0 0 0,0 0 0 0 0,1-1-1 0 0,12 6 1 0 0,-12-7-11 0 0,0-1 0 0 0,0 0 0 0 0,0-1 0 0 0,1 0 0 0 0,-1 0 0 0 0,1-1 0 0 0,10 1 0 0 0,-10 0-8 0 0,-5-1-7 0 0,0-1 1 0 0,0 1-1 0 0,0-1 1 0 0,0 0-1 0 0,0 0 1 0 0,0 0-1 0 0,0-1 0 0 0,5 0 1 0 0,13-2-20 0 0,1-1 0 0 0,-1-1 0 0 0,0-1 0 0 0,-1-1 0 0 0,28-12 1 0 0,-31 10-12 0 0,0-2 0 0 0,-1 0 1 0 0,0-1-1 0 0,-1-1 1 0 0,0-1-1 0 0,-1 0 0 0 0,24-30 1 0 0,-30 33-17 0 0,-1-1-1 0 0,0-1 1 0 0,-1 1 0 0 0,0-2 0 0 0,-1 1 0 0 0,0 0 0 0 0,-1-1 0 0 0,0 0-1 0 0,-2-1 1 0 0,1 1 0 0 0,-2 0 0 0 0,2-23 0 0 0,-3 28 32 0 0,0 4 9 0 0,0 1 0 0 0,-1 0 0 0 0,0-1 0 0 0,0 1 0 0 0,0 0 0 0 0,-1-1 0 0 0,-1-5 0 0 0,0-6-18 0 0,-1 0-1 0 0,-9-26 0 0 0,10 34 13 0 0,-1 1 1 0 0,0 0 0 0 0,-1 0-1 0 0,1 0 1 0 0,-1 1-1 0 0,-1-1 1 0 0,1 1 0 0 0,-1 0-1 0 0,0 0 1 0 0,-8-6-1 0 0,8 7 11 0 0,4 3 9 0 0,-1 0-1 0 0,1 1 1 0 0,-1-1-1 0 0,0 1 1 0 0,1-1-1 0 0,-1 1 1 0 0,0 0-1 0 0,0-1 1 0 0,0 1-1 0 0,0 0 0 0 0,0 0 1 0 0,-3 0-1 0 0,2-1 3 0 0,-4-1-8 0 0,1 0 1 0 0,0 0 0 0 0,-1 1 0 0 0,0 0 0 0 0,1 0-1 0 0,-1 0 1 0 0,0 1 0 0 0,0 0 0 0 0,0 1 0 0 0,0-1-1 0 0,0 1 1 0 0,0 1 0 0 0,0-1 0 0 0,0 1 0 0 0,0 0-1 0 0,1 1 1 0 0,-14 4 0 0 0,-21 12-7 0 0,34-12 7 0 0,2 0 0 0 0,-4 2-1 0 0,-18 31 12 0 0,25-29-7 0 0,0-3-2 0 0,1-5 0 0 0,0 0-1 0 0,1 0 0 0 0,-1 1 0 0 0,0-1 1 0 0,1 0-1 0 0,-1 0 0 0 0,1 0 0 0 0,0 0 0 0 0,0 1 1 0 0,0-1-1 0 0,0 0 0 0 0,0 0 0 0 0,1 5 0 0 0,0 0-1 0 0,-1 6 14 0 0,0 1 0 0 0,1-1 0 0 0,1 1 0 0 0,0-1 0 0 0,1 1 1 0 0,1-1-1 0 0,6 18 0 0 0,5 3-7 0 0,24 41 1 0 0,-28-55-38 0 0,85 125 2 0 0,-68-107 12 0 0,-2 2 0 0 0,29 55 1 0 0,-54-91 13 0 0,1 0 0 0 0,-1 0 0 0 0,1 0 0 0 0,-1 0-1 0 0,0 0 1 0 0,-1 1 0 0 0,1-1 0 0 0,-1 0 0 0 0,0 0 0 0 0,0 1 0 0 0,0-1 0 0 0,-2 8 0 0 0,2-8 3 0 0,0-2-1 0 0,0-1 0 0 0,-1 1 0 0 0,1-1 0 0 0,0 1 0 0 0,0-1 0 0 0,-1 1-1 0 0,1-1 1 0 0,-1 1 0 0 0,0-1 0 0 0,1 0 0 0 0,-1 1 0 0 0,0-1-1 0 0,0 0 1 0 0,1 1 0 0 0,-1-1 0 0 0,0 0 0 0 0,-3 2 0 0 0,1 0-8 0 0,-1 3-23 0 0,0-1 0 0 0,0 0 0 0 0,-1 0-1 0 0,0 0 1 0 0,0-1 0 0 0,0 0-1 0 0,-1 0 1 0 0,0 0 0 0 0,1 0-1 0 0,-1-1 1 0 0,-7 3 0 0 0,0-1-158 0 0,0 0-1 0 0,0-1 1 0 0,0 0 0 0 0,-20 3-1 0 0,27-7 112 0 0,-64 6-1916 0 0,64-6 1385 0 0,-1 0 1 0 0,1-1-1 0 0,-1 0 0 0 0,1 0 1 0 0,-1 0-1 0 0,-6-3 1 0 0,-18-9-3228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 42 2888 0 0,'0'0'992'0'0,"-2"-5"-97"0"0,-3-12-171 0 0,3 12 1345 0 0,0 2-1662 0 0,2 2-364 0 0,0 1 1 0 0,0-1 0 0 0,0 1-1 0 0,0-1 1 0 0,-1 1 0 0 0,1-1 0 0 0,0 1-1 0 0,0-1 1 0 0,-1 1 0 0 0,1-1-1 0 0,0 1 1 0 0,-1-1 0 0 0,1 1-1 0 0,-1-1 1 0 0,1 1 0 0 0,0 0-1 0 0,-1-1 1 0 0,1 1 0 0 0,-1 0 0 0 0,1-1-1 0 0,-1 1 1 0 0,1 0 0 0 0,-1 0-1 0 0,1 0 1 0 0,-1-1 0 0 0,1 1-1 0 0,-1 0 1 0 0,0 0 0 0 0,-12 10 525 0 0,13-9-613 0 0,-3 2 147 0 0,1 3-11 0 0,-5 14-13 0 0,5-15-18 0 0,1 2-6 0 0,-1 10-37 0 0,0 0-1 0 0,1 0 1 0 0,1-1 0 0 0,0 1-1 0 0,2 0 1 0 0,0 0 0 0 0,1 0-1 0 0,0-1 1 0 0,11 30 0 0 0,-13-42-19 0 0,0-2 5 0 0,-1-1 0 0 0,0 1 0 0 0,1-1 0 0 0,0 1 0 0 0,-1-1-1 0 0,1 1 1 0 0,0-1 0 0 0,0 0 0 0 0,-1 1 0 0 0,1-1 0 0 0,0 0 0 0 0,3 2 0 0 0,-3-1 3 0 0,2 2-8 0 0,1-1-17 0 0,11 8 11 0 0,-11-8 0 0 0,1-2-63 0 0,16 2 32 0 0,-16-2-18 0 0,0-2-26 0 0,0 0 69 0 0,1 0 1 0 0,0-1 0 0 0,-1 1 0 0 0,1-1-1 0 0,-1 0 1 0 0,1-1 0 0 0,-1 1-1 0 0,0-1 1 0 0,0 0 0 0 0,0 0 0 0 0,-1-1-1 0 0,1 1 1 0 0,-1-1 0 0 0,0 0 0 0 0,0-1-1 0 0,0 1 1 0 0,0-1 0 0 0,-1 1-1 0 0,0-1 1 0 0,0 0 0 0 0,0 0 0 0 0,0 0-1 0 0,-1-1 1 0 0,3-9 0 0 0,1-2 20 0 0,-5 12 3 0 0,0-1 3 0 0,3-19-31 0 0,-4 19 31 0 0,0 0-7 0 0,-4-50 51 0 0,3 51 140 0 0,-2 8-125 0 0,-8 13-4 0 0,8-13-12 0 0,3 4-20 0 0,-1 5-18 0 0,1 1 0 0 0,0-1 0 0 0,1 0 0 0 0,1 1 0 0 0,0-1 0 0 0,6 21 0 0 0,-4-22 25 0 0,-2-4-133 0 0,0 1 1 0 0,1-1-1 0 0,0 1 0 0 0,0-1 1 0 0,1 0-1 0 0,0 0 1 0 0,0-1-1 0 0,1 1 0 0 0,0-1 1 0 0,0 0-1 0 0,0 0 0 0 0,1-1 1 0 0,0 1-1 0 0,0-1 0 0 0,9 6 1 0 0,-11-9-361 0 0,1-1-99 0 0,-2 0 562 0 0,1 1-351 0 0,0-1 0 0 0,0 0-1 0 0,-1-1 1 0 0,1 1 0 0 0,0-1 0 0 0,0 0 0 0 0,0 0-1 0 0,0 0 1 0 0,0 0 0 0 0,0 0 0 0 0,-1-1-1 0 0,1 0 1 0 0,0 0 0 0 0,4-1 0 0 0,11-6-2675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150 33 2432 0 0,'0'0'886'0'0,"-1"-4"-158"0"0,0 2-572 0 0,0 1 1 0 0,0-1 0 0 0,0 0-1 0 0,0 0 1 0 0,0 0 0 0 0,0 1-1 0 0,-1-1 1 0 0,1 0-1 0 0,-1 1 1 0 0,1-1 0 0 0,-1 1-1 0 0,1 0 1 0 0,-1 0 0 0 0,0-1-1 0 0,0 1 1 0 0,-2-1 0 0 0,0 0 359 0 0,0 4-299 0 0,-2 0-139 0 0,1 1 0 0 0,0-1 0 0 0,0 1 0 0 0,0 0 0 0 0,1 1 0 0 0,-1-1 0 0 0,1 1 0 0 0,-1 0 0 0 0,1 0 0 0 0,0 0-1 0 0,-4 7 1 0 0,0 0-20 0 0,1 1-1 0 0,1 0 1 0 0,-1 0-1 0 0,2 0 0 0 0,0 1 1 0 0,0-1-1 0 0,1 1 1 0 0,-3 22-1 0 0,6-31-12 0 0,2 3-13 0 0,0 18 2 0 0,-1-19-12 0 0,2-1-14 0 0,5 16-13 0 0,-5-16-31 0 0,0-1-15 0 0,9 13-5 0 0,-9-13-34 0 0,2-2-12 0 0,32 17-265 0 0,-32-17 293 0 0,1-3-107 0 0,18-3 137 0 0,-18 4 2 0 0,-2-3 23 0 0,9-5 6 0 0,-10 6-1 0 0,1-2-12 0 0,6-10 46 0 0,-7 10-2 0 0,0 0-33 0 0,3-12 291 0 0,-1 1-1 0 0,0-1 1 0 0,-1 0-1 0 0,2-30 1 0 0,-5 41 477 0 0,0 1-690 0 0,2-15 43 0 0,-2 15 460 0 0,1 9-502 0 0,2 16 5 0 0,-2-16-12 0 0,0 0-6 0 0,2 14-14 0 0,-2-14-11 0 0,1 1-26 0 0,0 0-36 0 0,5 20-176 0 0,1-1-1 0 0,15 32 0 0 0,-17-48-607 0 0,0 0-1 0 0,1-1 1 0 0,11 12 0 0 0,-15-17-272 0 0,15 5-1831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97 1400 0 0,'4'-24'547'0'0,"-3"19"525"0"0,-1 5-1051 0 0,1 0 0 0 0,-1 0 0 0 0,1-1 0 0 0,-1 1 0 0 0,0 0 0 0 0,1 0 0 0 0,-1 0 0 0 0,0 0 1 0 0,1 0-1 0 0,-1 0 0 0 0,0-1 0 0 0,1 1 0 0 0,-1 0 0 0 0,0 0 0 0 0,1-1 0 0 0,-1 1 0 0 0,0 0 0 0 0,0 0 0 0 0,1-1 0 0 0,-1 1 0 0 0,0 0 0 0 0,0-1 1 0 0,1 1-1 0 0,-1 0 0 0 0,0-1 0 0 0,0 1 0 0 0,0 0 0 0 0,0-1 0 0 0,1 0 25 0 0,-1 1 1 0 0,0-1-1 0 0,0 1 1 0 0,0-1-1 0 0,1 1 1 0 0,-1-1-1 0 0,0 1 1 0 0,1-1-1 0 0,-1 1 1 0 0,0-1-1 0 0,1 1 1 0 0,-1 0-1 0 0,0-1 1 0 0,1 1-1 0 0,-1 0 1 0 0,1-1-1 0 0,-1 1 1 0 0,1 0-1 0 0,-1 0 0 0 0,1-1 1 0 0,-1 1-1 0 0,1 0 1 0 0,-1 0-1 0 0,1 0 1 0 0,-1 0-1 0 0,1 0 1 0 0,-1-1-1 0 0,1 1 1 0 0,-1 0-1 0 0,1 0 1 0 0,-1 0-1 0 0,1 0 1 0 0,-1 1-1 0 0,1-1 1 0 0,0 0-1 0 0,5 1 106 0 0,-1 1-1 0 0,1-1 1 0 0,-1 1 0 0 0,0 0-1 0 0,1 0 1 0 0,-1 1-1 0 0,0 0 1 0 0,-1 0 0 0 0,1 0-1 0 0,0 0 1 0 0,-1 1-1 0 0,7 6 1 0 0,2 5 261 0 0,-1 0-1 0 0,-1 1 1 0 0,-1 0 0 0 0,17 34 0 0 0,-25-46-167 0 0,-1 1 13 0 0,2 14-6 0 0,-2-14 212 0 0,-1 0-228 0 0,0 0-107 0 0,0-1 0 0 0,-1 0 0 0 0,1 1 0 0 0,-1-1 0 0 0,0 0 0 0 0,-1 0 0 0 0,1 0 0 0 0,-3 5 0 0 0,2-6 314 0 0,-2-1-247 0 0,2-2-153 0 0,0 1 1 0 0,-1 0-1 0 0,1-1 0 0 0,-1 1 1 0 0,1-1-1 0 0,0 0 0 0 0,-1 0 1 0 0,1 0-1 0 0,-1 0 0 0 0,1 0 1 0 0,-1 0-1 0 0,1-1 0 0 0,-1 1 1 0 0,-3-2-1 0 0,1 0 18 0 0,2-1-9 0 0,-23-37 39 0 0,24 35-129 0 0,1-1-46 0 0,0-3-60 0 0,1 0 0 0 0,0 0 0 0 0,1 0 0 0 0,-1 0 0 0 0,2 0 0 0 0,-1 1 0 0 0,1-1 0 0 0,5-12 0 0 0,19-32-1135 0 0,-19 42 55 0 0,0 1-1 0 0,1 0 1 0 0,0 1-1 0 0,1-1 1 0 0,17-14-1 0 0,-10 11-2191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 24 2668 0 0,'-1'-5'1116'0'0,"1"4"-843"0"0,1 0 0 0 0,-1 0 0 0 0,0 0 1 0 0,0 0-1 0 0,0 0 0 0 0,0 0 0 0 0,0 0 0 0 0,-1 0 1 0 0,1 1-1 0 0,0-1 0 0 0,0 0 0 0 0,-1 0 1 0 0,1 0-1 0 0,0 0 0 0 0,-1 0 0 0 0,1 1 1 0 0,-1-1-1 0 0,0-1 0 0 0,-6 6 2708 0 0,1 4-4135 0 0,5-7 1172 0 0,0 0-1 0 0,0 0 1 0 0,1 1-1 0 0,-1-1 0 0 0,0 0 1 0 0,1 0-1 0 0,-1 1 1 0 0,1-1-1 0 0,-1 0 0 0 0,1 1 1 0 0,0-1-1 0 0,0 0 1 0 0,-1 1-1 0 0,1-1 0 0 0,0 1 1 0 0,0-1-1 0 0,0 0 0 0 0,1 1 1 0 0,-1 2-1 0 0,1-2 37 0 0,-26 210 892 0 0,25-180-938 0 0,4-5-16 0 0,-5-15-6 0 0,1-2 2 0 0,0 1 1 0 0,1-1-1 0 0,1 1 0 0 0,-1-1 1 0 0,2 1-1 0 0,5 16 0 0 0,10 21-197 0 0,-16-44 26 0 0,1 0-67 0 0,10 11-64 0 0,-10-11-89 0 0,14 4-653 0 0,-15-7 831 0 0,2 1-732 0 0,2-3-1483 0 0,17-2 225 0 0,-17 2-1547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65 2308 0 0,'0'0'1111'0'0,"-5"-1"-213"0"0,-7-3 1320 0 0,10-1-920 0 0,20-4-674 0 0,36-5-1773 0 0,-51 14 1316 0 0,104-26-5282 0 0,-85 21 2795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 56 1644 0 0,'0'0'1398'0'0,"-3"3"-858"0"0,-23 28 1585 0 0,23-28-1297 0 0,-4 18-436 0 0,5-17 214 0 0,4 0-539 0 0,-2-2-70 0 0,1-1 11 0 0,-1 1 1 0 0,0-1 0 0 0,1 0-1 0 0,-1 0 1 0 0,1 1-1 0 0,-1-1 1 0 0,1 0 0 0 0,-1 0-1 0 0,1 0 1 0 0,0 1-1 0 0,0-1 1 0 0,-1 0-1 0 0,1 0 1 0 0,0 0 0 0 0,0 0-1 0 0,0-1 1 0 0,0 1-1 0 0,0 0 1 0 0,0 0 0 0 0,1-1-1 0 0,-1 1 1 0 0,0 0-1 0 0,0-1 1 0 0,0 1 0 0 0,1-1-1 0 0,-1 1 1 0 0,0-1-1 0 0,1 0 1 0 0,-1 0-1 0 0,0 0 1 0 0,1 1 0 0 0,-1-1-1 0 0,0 0 1 0 0,2-1-1 0 0,19-1-29 0 0,-16 1 51 0 0,-1 0 99 0 0,43-18-454 0 0,-43 17 276 0 0,-1-2-2 0 0,31-30-50 0 0,-33 31 109 0 0,0-1-24 0 0,4-13 5 0 0,-5 13-8 0 0,-1-1-15 0 0,0-14 42 0 0,0 14-12 0 0,-2 1 0 0 0,1 2 26 0 0,-1 0 0 0 0,1 0 0 0 0,-1 0 0 0 0,0 0 0 0 0,1 1 0 0 0,-1-1-1 0 0,0 1 1 0 0,0-1 0 0 0,0 1 0 0 0,0-1 0 0 0,0 1 0 0 0,0 0 0 0 0,0 0 0 0 0,-1 0 0 0 0,-3-1-1 0 0,2 1 121 0 0,-1 3 25 0 0,-13 3-7 0 0,13-4 25 0 0,0 2 6 0 0,0 0-111 0 0,-1 0 1 0 0,1 1-1 0 0,0-1 0 0 0,0 1 0 0 0,1 0 1 0 0,-1 0-1 0 0,1 1 0 0 0,0 0 0 0 0,0-1 1 0 0,0 1-1 0 0,1 0 0 0 0,0 1 0 0 0,0-1 0 0 0,0 1 1 0 0,0-1-1 0 0,1 1 0 0 0,0 0 0 0 0,0 0 1 0 0,0 6-1 0 0,1-8-6 0 0,1 2-32 0 0,0 0-34 0 0,0-1 0 0 0,0 1 1 0 0,0 0-1 0 0,1-1 0 0 0,0 1 0 0 0,0-1 0 0 0,0 0 0 0 0,1 1 1 0 0,0-1-1 0 0,0 0 0 0 0,0 0 0 0 0,1 0 0 0 0,0 0 1 0 0,-1 0-1 0 0,2-1 0 0 0,-1 1 0 0 0,0-1 0 0 0,1 0 1 0 0,0 0-1 0 0,0 0 0 0 0,0-1 0 0 0,1 1 0 0 0,-1-1 0 0 0,9 5 1 0 0,-5-4-225 0 0,1 0 0 0 0,-1-1 1 0 0,1 0-1 0 0,0 0 1 0 0,-1-1-1 0 0,1 0 0 0 0,0 0 1 0 0,1-1-1 0 0,8 0 0 0 0,-12-1-462 0 0,-1-1-188 0 0,18-6-156 0 0,-18 5-50 0 0,-1 0-668 0 0,18-12-1243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1952 0 0,'3'4'1165'0'0,"14"16"-282"0"0,0 1 1 0 0,-2 1-1 0 0,0 1 0 0 0,-2 0 1 0 0,0 1-1 0 0,9 25 0 0 0,-20-45-737 0 0,1 8 100 0 0,-2-11-202 0 0,0 0-1 0 0,-1 0 0 0 0,1 0 0 0 0,-1 0 0 0 0,1 0 0 0 0,-1 0 0 0 0,1 0 1 0 0,-1 0-1 0 0,0 1 0 0 0,0-1 0 0 0,1 0 0 0 0,-1 0 0 0 0,0 0 1 0 0,0 0-1 0 0,0 2 0 0 0,1 17 132 0 0,-1-15 108 0 0,-2-2-148 0 0,-6 13-3 0 0,6-12 114 0 0,-1-2-93 0 0,-10 6-16 0 0,10-5 241 0 0,-3-4-272 0 0,-14-1-27 0 0,19 2-74 0 0,-1 0 0 0 0,1-1 0 0 0,0 1-1 0 0,0 0 1 0 0,0-1 0 0 0,1 1 0 0 0,-1-1 0 0 0,0 1 0 0 0,0-1-1 0 0,0 1 1 0 0,0-1 0 0 0,0 0 0 0 0,0 1 0 0 0,1-1-1 0 0,-1 0 1 0 0,0 0 0 0 0,1 1 0 0 0,-1-1 0 0 0,0 0 0 0 0,1 0-1 0 0,-1 0 1 0 0,1 0 0 0 0,-1-1 0 0 0,1 1 6 0 0,-3-2 40 0 0,3 1-46 0 0,-1 0 1 0 0,1 1-1 0 0,0-1 0 0 0,-1 0 1 0 0,1 1-1 0 0,-1-1 0 0 0,0 1 0 0 0,1-1 1 0 0,-1 1-1 0 0,0-1 0 0 0,0 1 1 0 0,-1-2-1 0 0,-1-1 5 0 0,1-1 12 0 0,2-2-18 0 0,-1-1-135 0 0,1 0 0 0 0,0 0 0 0 0,0-1 0 0 0,1 1 0 0 0,0 0 0 0 0,0 0 0 0 0,1 0 0 0 0,0 0 0 0 0,0 0 0 0 0,1 0 0 0 0,0 1 0 0 0,1-1 0 0 0,0 1 0 0 0,0 0 0 0 0,9-12 0 0 0,-10 16-404 0 0,1-1 0 0 0,-1 1 0 0 0,1 0 0 0 0,0 0 1 0 0,0 0-1 0 0,0 0 0 0 0,6-2 0 0 0,-2 0-1195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25 2356 0 0,'0'0'8879'0'0,"1"-5"-8435"0"0,2-11-45 0 0,-2 12 2658 0 0,-1 4-3046 0 0,0 1 0 0 0,0-1 0 0 0,0 1 0 0 0,0-1 0 0 0,0 1-1 0 0,0-1 1 0 0,0 1 0 0 0,0-1 0 0 0,0 0 0 0 0,0 1-1 0 0,0-1 1 0 0,0 1 0 0 0,0-1 0 0 0,0 1 0 0 0,0-1 0 0 0,0 1-1 0 0,0-1 1 0 0,1 0 0 0 0,-1 1 0 0 0,0-1 0 0 0,0 1 0 0 0,1-1-1 0 0,-1 0 1 0 0,1 1 0 0 0,-1 0 22 0 0,1 0 0 0 0,0 1 0 0 0,0-1 1 0 0,-1 0-1 0 0,1 0 0 0 0,-1 1 0 0 0,1-1 0 0 0,-1 0 0 0 0,1 1 1 0 0,-1-1-1 0 0,0 0 0 0 0,0 1 0 0 0,1 1 0 0 0,20 282 1409 0 0,-20-279-1410 0 0,-1-1 16 0 0,1 14-18 0 0,0-15-10 0 0,-1 1-10 0 0,2 12-7 0 0,-1-13-30 0 0,-10-24-13172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229 25 2496 0 0,'-1'-2'468'0'0,"0"1"-1"0"0,0-1 1 0 0,-1 0-1 0 0,1 1 1 0 0,0-1 0 0 0,-1 1-1 0 0,1 0 1 0 0,-1-1-1 0 0,1 1 1 0 0,-1 0-1 0 0,0 0 1 0 0,1 0-1 0 0,-1 0 1 0 0,-3-1-1 0 0,-6-1-827 0 0,7 2 1131 0 0,-1 3-504 0 0,-14 5-137 0 0,15-6 49 0 0,-1 1-11 0 0,-17 10-152 0 0,0 1 1 0 0,-26 21-1 0 0,36-24-930 0 0,0 0-1 0 0,-15 16 1 0 0,25-23-75 0 0,-7 13-1688 0 0,7-14 2020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77 3824 0 0,'0'0'7132'0'0,"6"1"-6838"0"0,15 2-160 0 0,1-1 1 0 0,0 0-1 0 0,-1-2 1 0 0,1-1 0 0 0,0-1-1 0 0,27-5 1 0 0,7 0-23 0 0,236-29 224 0 0,-84 9-3897 0 0,-179 22-782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517 2 2972 0 0,'0'0'951'0'0,"-7"0"-204"0"0,-1-1-542 0 0,-26 3 629 0 0,-16 7-237 0 0,1 2-1 0 0,0 3 1 0 0,1 2 0 0 0,0 1-1 0 0,-79 43 1 0 0,123-58-508 0 0,1 2-3 0 0,2-3-71 0 0,-1 0 0 0 0,1 0 0 0 0,0 0 0 0 0,-1 0 0 0 0,1 0 0 0 0,0 1 0 0 0,0-1 0 0 0,0 0 0 0 0,0 1 0 0 0,-1 2 0 0 0,3 0 22 0 0,0-2-40 0 0,0 0 1 0 0,0 0 0 0 0,0 0 0 0 0,0 0 0 0 0,0 0 0 0 0,0 0 0 0 0,1 0 0 0 0,-1 0-1 0 0,0 0 1 0 0,1-1 0 0 0,0 1 0 0 0,0-1 0 0 0,-1 1 0 0 0,1-1 0 0 0,0 1 0 0 0,0-1-1 0 0,0 0 1 0 0,0 0 0 0 0,0 0 0 0 0,4 1 0 0 0,111 43 125 0 0,-82-34-63 0 0,-1 2 1 0 0,-1 1 0 0 0,53 31-1 0 0,-83-43-36 0 0,1 1 0 0 0,0 0 0 0 0,-1 1 0 0 0,1-1 0 0 0,-1 0 0 0 0,0 1 0 0 0,-1 0 0 0 0,1 0 0 0 0,0 0 0 0 0,2 5 1 0 0,-4-7-21 0 0,1 2 108 0 0,-1 9 29 0 0,0-11-118 0 0,-1 0 0 0 0,1 1 0 0 0,-1-1 0 0 0,0 0 0 0 0,0 0 0 0 0,0 1 0 0 0,0-1 0 0 0,0 0 0 0 0,-1 0 0 0 0,1 1 0 0 0,-1-1 0 0 0,1 0 0 0 0,-1 0 0 0 0,0 0 0 0 0,0 0 0 0 0,0 0 0 0 0,0 0 0 0 0,0 0 0 0 0,-2 3 0 0 0,-4 3 37 0 0,0-1-1 0 0,0 0 1 0 0,-1 0-1 0 0,1 0 1 0 0,-1-1-1 0 0,-1 0 1 0 0,1-1-1 0 0,-1 0 1 0 0,0 0-1 0 0,0-1 1 0 0,-1 0-1 0 0,1-1 1 0 0,-1 0-1 0 0,0 0 1 0 0,-20 2-1 0 0,-13 2 111 0 0,27-6-123 0 0,1-1-1 0 0,0 0 0 0 0,-1-1 0 0 0,1-1 0 0 0,-1 0 0 0 0,-20-7 0 0 0,29 7-54 0 0,1 0-5 0 0,0 0 0 0 0,0 0 0 0 0,0-1 0 0 0,0 0 0 0 0,0 0 0 0 0,1 0-1 0 0,-1 0 1 0 0,1-1 0 0 0,0 0 0 0 0,0 0 0 0 0,1-1 0 0 0,-1 0 0 0 0,1 1 0 0 0,-5-8-1 0 0,4 6-46 0 0,3 5 31 0 0,1-1-1 0 0,-1 0 0 0 0,1 0 1 0 0,-1 0-1 0 0,1 0 1 0 0,0-1-1 0 0,0 1 1 0 0,0 0-1 0 0,0 0 0 0 0,0-1 1 0 0,1 1-1 0 0,-2-5 1 0 0,0-1-119 0 0,0 1 0 0 0,1-1 0 0 0,-1 0 0 0 0,1 0 0 0 0,1 0 0 0 0,0 0 1 0 0,0 0-1 0 0,0 0 0 0 0,1 0 0 0 0,1 1 0 0 0,-1-1 0 0 0,1 0 0 0 0,0 0 0 0 0,1 1 0 0 0,4-9 1 0 0,-1 7-334 0 0,0 1 1 0 0,1 0-1 0 0,0 0 1 0 0,0 0 0 0 0,1 1-1 0 0,0 0 1 0 0,1 1 0 0 0,-1 0-1 0 0,1 0 1 0 0,0 1 0 0 0,1 0-1 0 0,10-4 1 0 0,5 0-2633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 32 2704 0 0,'0'0'2980'0'0,"0"-5"-1816"0"0,0-10-530 0 0,0 4 3740 0 0,0 11-4361 0 0,0 0 0 0 0,0 1 0 0 0,0-1 0 0 0,0 0 0 0 0,0 0 0 0 0,0 1 0 0 0,0-1 0 0 0,0 0 0 0 0,0 0 0 0 0,-1 1 0 0 0,1-1 0 0 0,0 0 0 0 0,0 0 0 0 0,0 1 0 0 0,0-1 0 0 0,-1 0 0 0 0,1 0-1 0 0,0 0 1 0 0,0 1 0 0 0,0-1 0 0 0,-1 0 0 0 0,1 0 0 0 0,0 0 0 0 0,0 0 0 0 0,0 1 0 0 0,-1-1 0 0 0,1 0 0 0 0,0 0 0 0 0,0 0 0 0 0,-1 0 0 0 0,1 0 0 0 0,0 0 0 0 0,-1 0 0 0 0,1 0 0 0 0,0 0 0 0 0,-1 0-1 0 0,1 0-1 0 0,-1 0 0 0 0,0 0-1 0 0,1 1 1 0 0,-1-1 0 0 0,0 0-1 0 0,1 0 1 0 0,-1 1-1 0 0,1-1 1 0 0,-1 0 0 0 0,0 1-1 0 0,1-1 1 0 0,-1 0-1 0 0,1 1 1 0 0,-1-1 0 0 0,1 1-1 0 0,0-1 1 0 0,-1 1-1 0 0,1-1 1 0 0,-1 1 0 0 0,1-1-1 0 0,0 1 1 0 0,-1-1 0 0 0,1 1-1 0 0,0 0 1 0 0,0-1-1 0 0,-1 1 1 0 0,1 0 0 0 0,0-1-1 0 0,0 1 1 0 0,0 0-1 0 0,-17 98 2 0 0,5 1-1 0 0,1 177 0 0 0,12-269-641 0 0,0-1 0 0 0,0 1 0 0 0,1-1 0 0 0,3 12 0 0 0,-3-13 479 0 0,-1-1-834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61 2112 0 0,'32'-34'2558'0'0,"-29"31"-1866"0"0,-2 2-614 0 0,1 1 0 0 0,-1-1-1 0 0,1 1 1 0 0,-1-1-1 0 0,1 0 1 0 0,-1 1-1 0 0,1-1 1 0 0,-1 0 0 0 0,0 0-1 0 0,0 0 1 0 0,1 0-1 0 0,1-2 1 0 0,-1 1 66 0 0,2-1 769 0 0,1 2-536 0 0,16-3-139 0 0,-16 3 488 0 0,-1 3-404 0 0,0 0-207 0 0,-1 0 0 0 0,1 1 0 0 0,-1 0 0 0 0,1 0 0 0 0,-1 0 0 0 0,0 0 0 0 0,4 5 1 0 0,-5-5 56 0 0,-1 3-2 0 0,2 14 0 0 0,-2-14-62 0 0,-2 0-2 0 0,0 5-54 0 0,-1 0 1 0 0,-1 1-1 0 0,0-2 1 0 0,0 1-1 0 0,-1 0 1 0 0,-1-1 0 0 0,1 1-1 0 0,-2-1 1 0 0,1-1-1 0 0,-2 1 1 0 0,1-1-1 0 0,-9 10 1 0 0,4-7-91 0 0,9-9-69 0 0,-1 0-67 0 0,1-3-482 0 0,-7 7 1495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96 1944 0 0,'0'0'4595'0'0,"4"1"-4076"0"0,53 30 2227 0 0,-53-29-2524 0 0,1-2-395 0 0,43-4 402 0 0,-44 3-181 0 0,15-8 12 0 0,-15 7-32 0 0,-2 1-23 0 0,-1 0 0 0 0,1 0 1 0 0,-1 0-1 0 0,1 0 1 0 0,-1 0-1 0 0,0 0 0 0 0,1 0 1 0 0,-1-1-1 0 0,0 1 0 0 0,0 0 1 0 0,1-2-1 0 0,2 0 17 0 0,-1-1-7 0 0,1 1-13 0 0,1-2 0 0 0,4-29 1 0 0,-7 29-18 0 0,-4 0 20 0 0,-5-16-13 0 0,-7 5 12 0 0,10 14 23 0 0,-1 2-1 0 0,0 1 5 0 0,0-1-1 0 0,1 1 1 0 0,-1 1 0 0 0,1-1-1 0 0,-1 1 1 0 0,1-1 0 0 0,-1 1 0 0 0,1 1-1 0 0,0-1 1 0 0,0 0 0 0 0,0 1-1 0 0,0 0 1 0 0,1 0 0 0 0,-1 0 0 0 0,1 1-1 0 0,0-1 1 0 0,0 1 0 0 0,0 0-1 0 0,0-1 1 0 0,0 1 0 0 0,1 1 0 0 0,0-1-1 0 0,0 0 1 0 0,0 0 0 0 0,0 1-1 0 0,1-1 1 0 0,-1 1 0 0 0,1 0 0 0 0,1-1-1 0 0,-1 1 1 0 0,0 0 0 0 0,1-1-1 0 0,0 7 1 0 0,0-9-38 0 0,0 6 16 0 0,1 0 0 0 0,-1 0 1 0 0,1 0-1 0 0,3 9 1 0 0,-3-13-29 0 0,0-1 0 0 0,0 0 0 0 0,0 1 0 0 0,1-1-1 0 0,-1 0 1 0 0,1 0 0 0 0,0 0 0 0 0,0 0 0 0 0,0 0 0 0 0,0 0 0 0 0,0-1 0 0 0,1 1 0 0 0,-1-1 0 0 0,1 1 0 0 0,0-1 0 0 0,6 4 0 0 0,-2-3-256 0 0,0 0 1 0 0,0 0-1 0 0,1-1 0 0 0,-1 0 1 0 0,1 0-1 0 0,-1 0 0 0 0,1-1 1 0 0,0 0-1 0 0,0-1 1 0 0,0 0-1 0 0,-1 0 0 0 0,1-1 1 0 0,0 0-1 0 0,11-2 0 0 0,46-16-3572 0 0,-59 16 729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0 3012 0 0,'0'0'3941'0'0,"-4"1"-3522"0"0,-15 2-31 0 0,14-2-34 0 0,0 20 225 0 0,3-17-326 0 0,1 1-33 0 0,-1 55 406 0 0,2-53-655 0 0,-1-5 40 0 0,1-1 0 0 0,0 1 0 0 0,0 0-1 0 0,0 0 1 0 0,0 0 0 0 0,0 0 0 0 0,0 0 0 0 0,0 0 0 0 0,0-1 0 0 0,1 1 0 0 0,-1 0 0 0 0,2 3-1 0 0,-1-2 10 0 0,-1 3 54 0 0,1-1-12 0 0,0-2-77 0 0,6 33 223 0 0,-7-35-218 0 0,0 1-1 0 0,0-1 1 0 0,1 0 0 0 0,-1 0-1 0 0,0 0 1 0 0,1 1 0 0 0,-1-1 0 0 0,1 0-1 0 0,0 0 1 0 0,-1 0 0 0 0,1 0-1 0 0,0 0 1 0 0,0 0 0 0 0,0 0-1 0 0,0 0 1 0 0,-1 0 0 0 0,1 0-1 0 0,0-1 1 0 0,1 1 0 0 0,-1 0-1 0 0,0 0 1 0 0,0-1 0 0 0,0 1 0 0 0,0-1-1 0 0,0 1 1 0 0,1-1 0 0 0,1 1-1 0 0,1-2-7 0 0,1 1 0 0 0,-1-1 0 0 0,0 0-1 0 0,0 0 1 0 0,0 0 0 0 0,0-1 0 0 0,0 1 0 0 0,-1-1-1 0 0,1 0 1 0 0,0 0 0 0 0,-1-1 0 0 0,1 1 0 0 0,-1-1-1 0 0,4-3 1 0 0,2-4 43 0 0,0 1 0 0 0,-1-2 0 0 0,11-17 1 0 0,-16 24 101 0 0,-1 0-24 0 0,0 1 0 0 0,0-1 0 0 0,0 1 0 0 0,1-1 0 0 0,-1 1 0 0 0,7-5 0 0 0,-6 4-34 0 0,0 1 112 0 0,-1 7-107 0 0,7 11-81 0 0,-6-11 147 0 0,-4 5-83 0 0,2-3-44 0 0,13 30 64 0 0,-13-33-212 0 0,1 0 0 0 0,-1 0 0 0 0,1 0-1 0 0,0 0 1 0 0,0 0 0 0 0,0-1 0 0 0,0 1 0 0 0,0-1-1 0 0,1 1 1 0 0,-1-1 0 0 0,1 0 0 0 0,-1 0-1 0 0,1 0 1 0 0,0 0 0 0 0,0-1 0 0 0,0 1 0 0 0,0-1-1 0 0,0 1 1 0 0,0-1 0 0 0,0 0 0 0 0,6 1-1 0 0,-4-1-610 0 0,1-2-56 0 0,-2 1 647 0 0,1 0-282 0 0,0 0 0 0 0,0 0 0 0 0,0-1 0 0 0,-1 0 0 0 0,1 0 0 0 0,0 0 0 0 0,0-1 0 0 0,8-3 0 0 0,9-6-2156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147 252 2376 0 0,'0'0'852'0'0,"-1"-4"-172"0"0,-1-15-85 0 0,2 14 318 0 0,-3 2-499 0 0,-8-9-51 0 0,9 9 601 0 0,-3 3-652 0 0,-15-4-30 0 0,15 4-40 0 0,1 1 46 0 0,-1 2-156 0 0,0 0 0 0 0,-1 0 0 0 0,1 1 0 0 0,0-1 0 0 0,0 1 0 0 0,1 0 1 0 0,-1 1-1 0 0,1-1 0 0 0,0 1 0 0 0,0 0 0 0 0,-3 5 0 0 0,-21 54 418 0 0,27-60-512 0 0,0 1-8 0 0,-3 16-10 0 0,3-16 2 0 0,2 0 7 0 0,-1-5-44 0 0,5 35 2 0 0,-5-34-49 0 0,1 1-1 0 0,-1-1 1 0 0,0 0 0 0 0,1 1-1 0 0,-1-1 1 0 0,0 0 0 0 0,1 1-1 0 0,0-1 1 0 0,-1 0 0 0 0,1 0-1 0 0,0 0 1 0 0,0 0 0 0 0,-1 1-1 0 0,1-1 1 0 0,0 0 0 0 0,0 0-1 0 0,0 0 1 0 0,0-1 0 0 0,0 1-1 0 0,1 0 1 0 0,-1 0 0 0 0,0 0-1 0 0,0-1 1 0 0,0 1 0 0 0,1-1-1 0 0,-1 1 1 0 0,0-1 0 0 0,3 1-1 0 0,-2-1 52 0 0,2 0-126 0 0,0-1 0 0 0,0 1 1 0 0,0-1-1 0 0,0 1 0 0 0,0-1 0 0 0,0-1 0 0 0,0 1 0 0 0,0 0 1 0 0,0-1-1 0 0,-1 0 0 0 0,5-2 0 0 0,-2 0 81 0 0,0-1-1 0 0,-1 0 1 0 0,1 1-1 0 0,-1-2 1 0 0,0 1-1 0 0,-1-1 1 0 0,1 1-1 0 0,-1-1 1 0 0,0-1-1 0 0,0 1 1 0 0,-1 0-1 0 0,0-1 1 0 0,0 0-1 0 0,-1 0 1 0 0,3-8 0 0 0,8-56 766 0 0,-11 55-437 0 0,-2-5-65 0 0,-2-3 202 0 0,-1-7 314 0 0,-1 0 0 0 0,-11-37 0 0 0,13 63-526 0 0,2 4-174 0 0,0-1 1 0 0,-1 1 0 0 0,1-1-1 0 0,-1 1 1 0 0,0-1 0 0 0,1 1-1 0 0,-1 0 1 0 0,0-1 0 0 0,0 1-1 0 0,0 0 1 0 0,0 0-1 0 0,-2-3 1 0 0,1 2 21 0 0,0-2 202 0 0,0 4-233 0 0,1-1 0 0 0,0 1 0 0 0,-1-1 0 0 0,1 0 0 0 0,0 1 0 0 0,0-1 0 0 0,0 0 0 0 0,-1 0-1 0 0,1 0 1 0 0,0 0 0 0 0,0 0 0 0 0,-1-1 0 0 0,1 1 13 0 0,-2-2 292 0 0,-1 7-108 0 0,0 0-130 0 0,0 1 0 0 0,0 0 1 0 0,1 0-1 0 0,0 1 1 0 0,0-1-1 0 0,0 0 0 0 0,0 1 1 0 0,1 0-1 0 0,0 0 0 0 0,0 0 1 0 0,-1 10-1 0 0,0 2 70 0 0,2 1 0 0 0,0 0 0 0 0,3 36 1 0 0,0-32-143 0 0,2 0 1 0 0,1 0-1 0 0,1-1 1 0 0,1 1-1 0 0,14 32 1 0 0,-19-52-75 0 0,0 0-1 0 0,0 0 1 0 0,0 1 0 0 0,0-1-1 0 0,1-1 1 0 0,-1 1 0 0 0,1 0-1 0 0,0 0 1 0 0,0-1 0 0 0,0 0-1 0 0,0 0 1 0 0,0 1 0 0 0,0-2-1 0 0,0 1 1 0 0,1 0 0 0 0,-1-1 0 0 0,1 1-1 0 0,-1-1 1 0 0,6 1 0 0 0,-1-1-175 0 0,0-1 0 0 0,0 1 0 0 0,0-1 0 0 0,0-1 0 0 0,0 1 1 0 0,0-1-1 0 0,8-3 0 0 0,-8 2 159 0 0,1-1 0 0 0,-1-1-1 0 0,0 0 1 0 0,0 0 0 0 0,0 0 0 0 0,-1-1 0 0 0,1 0-1 0 0,-1-1 1 0 0,0 1 0 0 0,9-11 0 0 0,26-42 625 0 0,-40 54-329 0 0,-2 3-195 0 0,1 0 1 0 0,0 0 0 0 0,-1 0 0 0 0,1 0-1 0 0,-1 0 1 0 0,0 0 0 0 0,1 0-1 0 0,-1 0 1 0 0,0 0 0 0 0,1 0 0 0 0,-1 0-1 0 0,0 0 1 0 0,0 0 0 0 0,0-2 0 0 0,0-2 2660 0 0,-2 7-2656 0 0,0-1-1 0 0,0 0 1 0 0,0 1 0 0 0,1-1-1 0 0,-1 1 1 0 0,1 0 0 0 0,-1-1-1 0 0,1 1 1 0 0,-1 0 0 0 0,1 0 0 0 0,0 0-1 0 0,0 0 1 0 0,0 0 0 0 0,0 0-1 0 0,0 0 1 0 0,1 0 0 0 0,-2 4 0 0 0,1-1 54 0 0,0 2-17 0 0,-1 18-44 0 0,1-19-45 0 0,2 0 40 0 0,3 17 12 0 0,-4-18-27 0 0,2 0-93 0 0,19 35-71 0 0,-19-37-48 0 0,2-1-91 0 0,11 7-80 0 0,-11-7-38 0 0,2-2-607 0 0,1 0 712 0 0,-1 0 0 0 0,1-1-1 0 0,-1 1 1 0 0,1-1 0 0 0,-1-1 0 0 0,1 1-1 0 0,7-4 1 0 0,-10 3-210 0 0,1 0-1 0 0,0-1 1 0 0,-1 1 0 0 0,0-1-1 0 0,1 0 1 0 0,-1-1-1 0 0,-1 1 1 0 0,1-1-1 0 0,3-3 1 0 0,11-14-2500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139 18 2908 0 0,'-5'1'1147'0'0,"-60"24"2169"0"0,62-23-2917 0 0,-1 1-58 0 0,0 0-255 0 0,0 0-1 0 0,0 0 0 0 0,1 0 1 0 0,0 1-1 0 0,0-1 0 0 0,0 1 1 0 0,0 0-1 0 0,0 0 0 0 0,1 0 1 0 0,-1 0-1 0 0,1 0 1 0 0,0 1-1 0 0,0-1 0 0 0,0 5 1 0 0,2-8-94 0 0,0 0 1 0 0,1 0-1 0 0,-1 0 1 0 0,1 0 0 0 0,-1 0-1 0 0,1 0 1 0 0,-1-1 0 0 0,1 1-1 0 0,0 0 1 0 0,-1 0 0 0 0,1 0-1 0 0,0-1 1 0 0,0 1 0 0 0,0 0-1 0 0,-1-1 1 0 0,1 1 0 0 0,0-1-1 0 0,0 1 1 0 0,0-1-1 0 0,0 1 1 0 0,0-1 0 0 0,0 0-1 0 0,2 1 1 0 0,16 4-111 0 0,-14-4 50 0 0,0-2-6 0 0,12-2 38 0 0,-13 2 30 0 0,1-1 42 0 0,12-7 44 0 0,-12 7 14 0 0,-5 1-78 0 0,1-1 1 0 0,0 1-1 0 0,-1 0 0 0 0,1 0 1 0 0,0 0-1 0 0,0 0 1 0 0,0 0-1 0 0,0 0 0 0 0,0 0 1 0 0,0 0-1 0 0,0 0 1 0 0,3-1-1 0 0,-2 1 24 0 0,1-3 122 0 0,-2 0-10 0 0,5-12-12 0 0,-5 12 178 0 0,-1-3-213 0 0,0 0 0 0 0,-1 0 0 0 0,0 0 0 0 0,-1 0 0 0 0,1 1 1 0 0,-4-8-1 0 0,3 10 49 0 0,-1 2-104 0 0,-10-6-7 0 0,10 6 2 0 0,-3 4-64 0 0,1 0-38 0 0,0 0 0 0 0,0 0-1 0 0,0 0 1 0 0,0 1 0 0 0,0-1 0 0 0,1 1-1 0 0,-1 0 1 0 0,1 1 0 0 0,0-1 0 0 0,0 1-1 0 0,0 0 1 0 0,0 0 0 0 0,1 0 0 0 0,-5 7-1 0 0,3-5-171 0 0,1 1 0 0 0,0 0 0 0 0,0 1 0 0 0,1-1 0 0 0,0 1 0 0 0,1-1 0 0 0,-1 1-1 0 0,1 0 1 0 0,1 0 0 0 0,-1 0 0 0 0,1 0 0 0 0,1 0 0 0 0,0 0 0 0 0,0 0 0 0 0,0 0 0 0 0,1 0-1 0 0,0 0 1 0 0,4 13 0 0 0,17 22-3121 0 0,-20-40 795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28 3300 0 0,'0'0'3757'0'0,"0"-4"-3157"0"0,1-15-82 0 0,0 14 1434 0 0,-3 9-1670 0 0,0 0-163 0 0,0 1 0 0 0,0-1 0 0 0,0 1 1 0 0,1-1-1 0 0,0 1 0 0 0,-1 7 0 0 0,2-7 33 0 0,-1-3-136 0 0,1-1 0 0 0,-1 1 0 0 0,1 0 0 0 0,-1 0 0 0 0,1-1 1 0 0,0 1-1 0 0,0 0 0 0 0,0 0 0 0 0,0 0 0 0 0,0-1 0 0 0,0 1 0 0 0,1 2 0 0 0,-1 1 10 0 0,0 1 39 0 0,1 0-10 0 0,4 48 15 0 0,-4-49-30 0 0,0 0-9 0 0,0-2-32 0 0,1 0 0 0 0,-1 0 0 0 0,0-1 1 0 0,1 1-1 0 0,-1 0 0 0 0,1-1 0 0 0,0 1 0 0 0,0-1 0 0 0,0 1 0 0 0,0-1 0 0 0,4 3 0 0 0,-3-3-49 0 0,1-3-153 0 0,12-6 116 0 0,-12 5 32 0 0,1-1 7 0 0,6-6-12 0 0,0-2-1 0 0,-1 1 1 0 0,17-23 0 0 0,1-4 78 0 0,-25 34-6 0 0,-2 2-10 0 0,0 0 1 0 0,1 0 0 0 0,-1 0-1 0 0,0-1 1 0 0,0 1 0 0 0,0 0 0 0 0,0-1-1 0 0,0 1 1 0 0,0-1 0 0 0,0 1-1 0 0,1-4 1 0 0,-2 5-1 0 0,3-4 8 0 0,-2 3 4 0 0,-1 0 8 0 0,1 1 0 0 0,0-1 1 0 0,0 0-1 0 0,0 0 1 0 0,0 0-1 0 0,0 1 1 0 0,0-1-1 0 0,0 0 1 0 0,0 1-1 0 0,0-1 1 0 0,0 1-1 0 0,0 0 1 0 0,0-1-1 0 0,0 1 1 0 0,0 0-1 0 0,2-1 1 0 0,4 15 39 0 0,-5-10 62 0 0,-2 1-114 0 0,0 18 2 0 0,0-17-13 0 0,1 0-4 0 0,1 17-5 0 0,-2-18-18 0 0,2 0-29 0 0,2 15-68 0 0,-3-15-85 0 0,2-1-53 0 0,-1-1 145 0 0,0 0 1 0 0,0 0-1 0 0,1-1 0 0 0,-1 1 0 0 0,1-1 1 0 0,-1 0-1 0 0,1 1 0 0 0,0-1 1 0 0,0 0-1 0 0,0-1 0 0 0,0 1 1 0 0,0 0-1 0 0,0-1 0 0 0,6 2 0 0 0,-1-1-272 0 0,0 0 0 0 0,0-1 0 0 0,0 0 0 0 0,1-1-1 0 0,-1 1 1 0 0,11-2 0 0 0,11-2-988 0 0,1-2 0 0 0,34-9 0 0 0,-37 5-1126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340 47 2368 0 0,'0'-6'1324'0'0,"-1"-15"-210"0"0,1 15 639 0 0,-5 4-1053 0 0,-11-7-106 0 0,12 7-82 0 0,-1 3-81 0 0,-2 0-302 0 0,-1 1 1 0 0,1 0-1 0 0,-1 0 0 0 0,1 1 0 0 0,0 0 1 0 0,0 1-1 0 0,0-1 0 0 0,0 1 1 0 0,1 0-1 0 0,-11 10 0 0 0,5-4-29 0 0,0 1-1 0 0,2 0 1 0 0,-1 1-1 0 0,-11 17 1 0 0,20-26-82 0 0,-10 19 78 0 0,4-2-39 0 0,-9 33 53 0 0,15-48-67 0 0,2 1-31 0 0,-1 17-18 0 0,1-17-21 0 0,1-2-35 0 0,3 12-41 0 0,-2-12-27 0 0,-2-4 124 0 0,0 0-1 0 0,1 0 1 0 0,-1 0 0 0 0,0 0 0 0 0,0 0 0 0 0,1 0 0 0 0,-1 0-1 0 0,0 0 1 0 0,1 0 0 0 0,-1 1 0 0 0,0-1 0 0 0,1 0 0 0 0,-1 0 0 0 0,0 0-1 0 0,0 0 1 0 0,1 1 0 0 0,-1-1 0 0 0,0 0 0 0 0,0 0 0 0 0,0 0 0 0 0,1 1-1 0 0,-1-1 1 0 0,0 0 0 0 0,0 0 0 0 0,0 1 0 0 0,1-1 0 0 0,-1 0 0 0 0,0 0-1 0 0,0 1 1 0 0,0-1 0 0 0,0 0 0 0 0,0 1 0 0 0,0-1 0 0 0,1 1-17 0 0,-1 0 0 0 0,0-1 0 0 0,0 1 0 0 0,0-1 1 0 0,1 1-1 0 0,-1-1 0 0 0,0 1 0 0 0,1-1 1 0 0,-1 1-1 0 0,1-1 0 0 0,-1 1 0 0 0,0-1 0 0 0,1 1 1 0 0,-1-1-1 0 0,1 0 0 0 0,-1 1 0 0 0,1-1 0 0 0,0 0 1 0 0,-1 1-1 0 0,1-1 0 0 0,-1 0 0 0 0,1 0 1 0 0,-1 1-1 0 0,1-1 0 0 0,0 0 0 0 0,-1 0 0 0 0,1 0 1 0 0,-1 0-1 0 0,1 0 0 0 0,1 0 0 0 0,20 2-159 0 0,-17-1 38 0 0,1-3 29 0 0,2 0 96 0 0,-1-1 1 0 0,0 1-1 0 0,0-2 0 0 0,0 1 1 0 0,0-1-1 0 0,0 0 0 0 0,-1 0 1 0 0,1-1-1 0 0,-1 0 0 0 0,10-11 1 0 0,21-36 62 0 0,-32 43 212 0 0,1 0 0 0 0,-1 0 0 0 0,-1-1-1 0 0,0 0 1 0 0,0 0 0 0 0,-1 0 0 0 0,-1 0-1 0 0,1-1 1 0 0,-1 1 0 0 0,0-12 0 0 0,-2 20-210 0 0,-1-1 0 0 0,1 1 0 0 0,-1 0 0 0 0,1 0 0 0 0,-1 0 0 0 0,0 0 0 0 0,0 0 0 0 0,0 0 0 0 0,-2-4 326 0 0,-11 21-155 0 0,12-12-200 0 0,0-1-1 0 0,0 1 1 0 0,0 0-1 0 0,1-1 1 0 0,-1 1-1 0 0,1 0 0 0 0,0 0 1 0 0,0 0-1 0 0,0 0 1 0 0,0 0-1 0 0,0 0 1 0 0,1 0-1 0 0,-1 0 1 0 0,1 5-1 0 0,-2 7 29 0 0,-5 36-9 0 0,3 0 1 0 0,3 77 0 0 0,18 108 151 0 0,2 48-84 0 0,-19-269-110 0 0,-4 14 8 0 0,-1-8-29 0 0,4-18 24 0 0,1 2 6 0 0,-1 1 0 0 0,0-1-1 0 0,0 0 1 0 0,0 0 0 0 0,-1 0-1 0 0,0 1 1 0 0,0-1 0 0 0,0-1 0 0 0,-1 1-1 0 0,1 0 1 0 0,-1-1 0 0 0,-4 6 0 0 0,-24 13 29 0 0,26-22-28 0 0,1 1 6 0 0,-10-1-7 0 0,11 0-2 0 0,1-1 0 0 0,0 0 0 0 0,0 0 1 0 0,0 0-1 0 0,0 0 0 0 0,0 0 0 0 0,0 0 0 0 0,0-1 1 0 0,0 1-1 0 0,0-1 0 0 0,0 0 0 0 0,0 1 1 0 0,1-1-1 0 0,-3-1 0 0 0,-9-4-9 0 0,1-1 0 0 0,0 0-1 0 0,0-1 1 0 0,0 0 0 0 0,1-1 0 0 0,1 0 0 0 0,0-1-1 0 0,0 0 1 0 0,0 0 0 0 0,2-1 0 0 0,-1 0 0 0 0,1-1-1 0 0,1 0 1 0 0,-11-23 0 0 0,12 23-139 0 0,1-1-1 0 0,0 1 1 0 0,1-1 0 0 0,1 0-1 0 0,0-1 1 0 0,0 1 0 0 0,1 0-1 0 0,1-1 1 0 0,0 0 0 0 0,1 1-1 0 0,1-1 1 0 0,0 1 0 0 0,1-1-1 0 0,0 1 1 0 0,1 0 0 0 0,5-14-1 0 0,-3 14-613 0 0,0 0-1 0 0,2 1 1 0 0,-1 0-1 0 0,2 0 1 0 0,-1 1-1 0 0,2 0 0 0 0,-1 0 1 0 0,18-15-1 0 0,0 3-3502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333 163 2436 0 0,'1'-5'1188'0'0,"0"-8"-411"0"0,-1 0 0 0 0,0 0 0 0 0,0-1-1 0 0,-2 1 1 0 0,1 1 0 0 0,-5-17-1 0 0,4 25-435 0 0,-1-1-181 0 0,-1-1 44 0 0,-2-1 1 0 0,1 1-1 0 0,-1 0 0 0 0,-9-7 1 0 0,11 10-31 0 0,-1 3-25 0 0,-2-1-101 0 0,0 1 0 0 0,0 1-1 0 0,0 0 1 0 0,0 0 0 0 0,0 0 0 0 0,0 0 0 0 0,1 1 0 0 0,-1 1-1 0 0,1-1 1 0 0,-1 1 0 0 0,-10 6 0 0 0,7-3 16 0 0,1 0 0 0 0,-1 1 0 0 0,1 0 0 0 0,0 1 0 0 0,1 0 0 0 0,0 0-1 0 0,-9 11 1 0 0,4 0 0 0 0,-1 1 0 0 0,2 0 0 0 0,1 1 0 0 0,1 0 0 0 0,0 0 0 0 0,-12 43 0 0 0,19-53-57 0 0,1-1-1 0 0,0 0 0 0 0,0 1 1 0 0,1-1-1 0 0,0 1 0 0 0,1 0 1 0 0,0-1-1 0 0,1 1 0 0 0,0-1 1 0 0,0 1-1 0 0,1-1 0 0 0,1 1 1 0 0,0-1-1 0 0,0 0 0 0 0,1 0 1 0 0,0-1-1 0 0,9 15 0 0 0,-8-17-20 0 0,0-1 0 0 0,1 1 0 0 0,0-1 0 0 0,1 0 0 0 0,0 0 0 0 0,0-1 0 0 0,0 0 0 0 0,0 0 0 0 0,1 0 0 0 0,-1-1-1 0 0,1-1 1 0 0,15 6 0 0 0,-4-3-118 0 0,0-1-1 0 0,0-1 1 0 0,0-1-1 0 0,28 1 0 0 0,-28-4 46 0 0,0-1 0 0 0,0-1 0 0 0,1-1-1 0 0,-1-1 1 0 0,0 0 0 0 0,-1-1-1 0 0,1-1 1 0 0,-1-1 0 0 0,-1-1-1 0 0,1 0 1 0 0,-1-1 0 0 0,0-1 0 0 0,-1-1-1 0 0,-1 0 1 0 0,20-18 0 0 0,-27 22 54 0 0,-1 0 1 0 0,1-1-1 0 0,-1 0 1 0 0,-1 0 0 0 0,1 0-1 0 0,-1-1 1 0 0,-1 0-1 0 0,0-1 1 0 0,0 1 0 0 0,-1-1-1 0 0,0 0 1 0 0,-1 0-1 0 0,0 0 1 0 0,0 0-1 0 0,-1 0 1 0 0,0-1 0 0 0,-1 1-1 0 0,0-1 1 0 0,-1 1-1 0 0,0-1 1 0 0,-1 0 0 0 0,-2-10-1 0 0,1 11 77 0 0,0 1 0 0 0,-1 0 1 0 0,0-1-1 0 0,-1 2 0 0 0,0-1 0 0 0,0 0 0 0 0,-1 1 0 0 0,0 0 0 0 0,0 0 1 0 0,-1 0-1 0 0,0 0 0 0 0,-1 1 0 0 0,1 0 0 0 0,-1 1 0 0 0,-1-1 0 0 0,1 1 0 0 0,-1 1 1 0 0,0 0-1 0 0,-1 0 0 0 0,1 0 0 0 0,-1 1 0 0 0,0 0 0 0 0,0 1 0 0 0,0 0 1 0 0,-10-2-1 0 0,13 4-20 0 0,0 0 1 0 0,0 0 0 0 0,0 1 0 0 0,-1 0-1 0 0,1 0 1 0 0,0 1 0 0 0,0 0-1 0 0,0 0 1 0 0,0 0 0 0 0,0 1 0 0 0,1-1-1 0 0,-1 2 1 0 0,0-1 0 0 0,1 0 0 0 0,-1 1-1 0 0,1 0 1 0 0,0 1 0 0 0,0-1 0 0 0,0 1-1 0 0,1 0 1 0 0,-6 5 0 0 0,7-5-9 0 0,0 0 1 0 0,1 0-1 0 0,-1 0 1 0 0,1 0-1 0 0,0 1 1 0 0,0-1-1 0 0,0 0 1 0 0,1 1-1 0 0,-2 7 1 0 0,1-4 5 0 0,1-3-11 0 0,0 1-1 0 0,0 0 1 0 0,1 0-1 0 0,-1 0 1 0 0,1 0-1 0 0,1 0 1 0 0,-1 0 0 0 0,1 0-1 0 0,1 6 1 0 0,-1-7-10 0 0,3 16 21 0 0,0 0 0 0 0,2-1 1 0 0,0 1-1 0 0,1-1 0 0 0,16 32 0 0 0,59 84-67 0 0,-4-5-68 0 0,-75-123 126 0 0,1 0-1 0 0,-1 0 1 0 0,-1 0-1 0 0,3 13 1 0 0,-5-19-13 0 0,1 2 13 0 0,-2 2 6 0 0,2 0-15 0 0,-1-3-3 0 0,0-1 1 0 0,0 0 0 0 0,0 0-1 0 0,0 0 1 0 0,0 0 0 0 0,-1 0-1 0 0,1 0 1 0 0,-1 1 0 0 0,1-1-1 0 0,-1 0 1 0 0,-1 2 0 0 0,1 1-5 0 0,-1 0 1 0 0,0-1-1 0 0,0 1 1 0 0,0 0 0 0 0,-1-1-1 0 0,0 1 1 0 0,1-1-1 0 0,-1 0 1 0 0,-1 0-1 0 0,1 0 1 0 0,-1-1 0 0 0,1 1-1 0 0,-1-1 1 0 0,-8 6-1 0 0,7-6-37 0 0,2-1-119 0 0,-13 4-363 0 0,13-4 396 0 0,-1 0-425 0 0,3-5-1826 0 0,1 3 2311 0 0,0-1 0 0 0,-1 1 1 0 0,1 0-1 0 0,0-1 0 0 0,-1 1 1 0 0,1 0-1 0 0,0-1 1 0 0,-1 1-1 0 0,1 0 0 0 0,-1 0 1 0 0,1-1-1 0 0,0 1 0 0 0,-1 0 1 0 0,1 0-1 0 0,-1 0 0 0 0,1 0 1 0 0,-1 0-1 0 0,1 0 0 0 0,-1-1 1 0 0,0 1-42 0 0,1 0 1 0 0,0 0 0 0 0,-1 0-1 0 0,1 0 1 0 0,-1 0 0 0 0,1 0-1 0 0,-1 0 1 0 0,1-1 0 0 0,0 1 0 0 0,-1 0-1 0 0,1 0 1 0 0,-1 0 0 0 0,1-1-1 0 0,0 1 1 0 0,-1 0 0 0 0,1-1-1 0 0,0 1 1 0 0,-1 0 0 0 0,1-1-1 0 0,0 1 1 0 0,-1 0 0 0 0,1-1 0 0 0,0 1-1 0 0,0-1 1 0 0,0 1 0 0 0,-1-1-1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32 2720 0 0,'2'-4'1660'0'0,"3"-5"-1206"0"0,8-10 4932 0 0,-10 20-3305 0 0,-3 13-2462 0 0,-1-9 582 0 0,1 1-41 0 0,-3 49 205 0 0,3-50-289 0 0,1 2-19 0 0,13 74 158 0 0,-13-78-208 0 0,-1-1-9 0 0,0 0 0 0 0,1 0 0 0 0,0-1 0 0 0,-1 1 0 0 0,1 0 0 0 0,0-1 0 0 0,0 1 0 0 0,-1-1 1 0 0,1 1-1 0 0,1-1 0 0 0,0 2 0 0 0,0 1-42 0 0,1-1 43 0 0,7 10 7 0 0,-9-12-8 0 0,-1 0 0 0 0,1 0 0 0 0,0 0 0 0 0,0 0 0 0 0,-1 0 0 0 0,1-1 0 0 0,0 1 0 0 0,0 0-1 0 0,0 0 1 0 0,0-1 0 0 0,0 1 0 0 0,0-1 0 0 0,0 1 0 0 0,0-1 0 0 0,1 0 0 0 0,-1 1 0 0 0,1-1 0 0 0,2 1-10 0 0,-1 1-33 0 0,3-3-55 0 0,-2 0 94 0 0,0 0 0 0 0,0 0 0 0 0,0 0 0 0 0,0-1 1 0 0,0 1-1 0 0,-1-1 0 0 0,1 0 0 0 0,0 0 0 0 0,-1-1 0 0 0,1 1 0 0 0,-1-1 0 0 0,0 0 0 0 0,0 0 0 0 0,0 0 0 0 0,0 0 0 0 0,-1 0 0 0 0,4-5 0 0 0,5-13 2 0 0,-1-1 0 0 0,10-33 0 0 0,-18 51 56 0 0,-1-1 1 0 0,5-12-39 0 0,-5 13-10 0 0,1-1 29 0 0,3-17 244 0 0,-5 28-251 0 0,0 14-18 0 0,0-14 12 0 0,1-1-17 0 0,-1 6-24 0 0,1 1 0 0 0,0-1 0 0 0,6 21 1 0 0,-5-27-127 0 0,0-1 0 0 0,-1 1 1 0 0,2-1-1 0 0,-1 0 1 0 0,0 1-1 0 0,1-1 0 0 0,0 0 1 0 0,0-1-1 0 0,0 1 1 0 0,0 0-1 0 0,1-1 1 0 0,-1 0-1 0 0,8 6 0 0 0,1-3-719 0 0,-1 0 1 0 0,1 0-1 0 0,1-1 0 0 0,-1 0 0 0 0,1-1 0 0 0,24 4 0 0 0,-30-7-933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182 43 2664 0 0,'0'0'2571'0'0,"-1"-5"-1932"0"0,-3-20 788 0 0,-16 12-46 0 0,16 14-1119 0 0,-3 0-144 0 0,1 1-1 0 0,-1 0 1 0 0,1 1 0 0 0,0 0-1 0 0,0 0 1 0 0,0 0 0 0 0,0 0-1 0 0,0 1 1 0 0,1 0 0 0 0,0 0-1 0 0,0 1 1 0 0,0-1 0 0 0,0 1-1 0 0,-5 7 1 0 0,1-2-36 0 0,1 1 0 0 0,1 0 0 0 0,0 0 0 0 0,0 1 0 0 0,1 0-1 0 0,-7 17 1 0 0,12-25-47 0 0,-2 25-2 0 0,2-24-41 0 0,3 0-16 0 0,-1-1-41 0 0,1 1-1 0 0,0-1 1 0 0,0 0-1 0 0,0 0 0 0 0,1 0 1 0 0,-1 0-1 0 0,4 4 1 0 0,-3-5-107 0 0,16 3-173 0 0,-15-4 200 0 0,2-2-260 0 0,18 0 200 0 0,-18 0 41 0 0,-1-2 48 0 0,15-6 12 0 0,-15 6 15 0 0,-1 0 39 0 0,35-31-181 0 0,-35 29 332 0 0,-2 0 30 0 0,8-14 22 0 0,-8 14 26 0 0,0 0 35 0 0,5-13 39 0 0,-6 13 384 0 0,1 0-320 0 0,6-8 638 0 0,-7 12-873 0 0,0 0 1 0 0,-1 1-1 0 0,1-1 1 0 0,0 0 0 0 0,-1 1-1 0 0,1-1 1 0 0,-1 0-1 0 0,1 1 1 0 0,-1-1-1 0 0,1 1 1 0 0,-1-1-1 0 0,1 1 1 0 0,-1-1 0 0 0,0 1-1 0 0,1-1 1 0 0,-1 1-1 0 0,1-1 1 0 0,-1 1-1 0 0,0-1 1 0 0,0 1-1 0 0,1 0 1 0 0,-1 0 0 0 0,2 3-6 0 0,4 49 43 0 0,-5-49-153 0 0,1 1-103 0 0,14 47-1254 0 0,-15-47 849 0 0,2-1-61 0 0,7 13-92 0 0,-7-13-173 0 0,0-2-33 0 0,7 9-41 0 0,-7-8-58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0 398 1488 0 0,'0'-30'850'0'0,"0"24"-122"0"0,1 1-120 0 0,1-15-94 0 0,-1 15-30 0 0,0 0-48 0 0,2-14-75 0 0,-2 14-54 0 0,1 1-94 0 0,5-11-54 0 0,-5 11-11 0 0,-1 3-126 0 0,1 0 0 0 0,-1 0-1 0 0,0 0 1 0 0,1 0 0 0 0,-1 0 0 0 0,0 0 0 0 0,1-1-1 0 0,-1 1 1 0 0,0 0 0 0 0,2-3 0 0 0,0 1 89 0 0,1 2 15 0 0,12-4 26 0 0,-12 4 259 0 0,3 2-166 0 0,-2 0-140 0 0,1 0-1 0 0,0 0 0 0 0,-1 0 0 0 0,1 1 0 0 0,-1-1 1 0 0,0 2-1 0 0,1-1 0 0 0,-1 0 0 0 0,0 1 0 0 0,0 0 1 0 0,0 0-1 0 0,-1 1 0 0 0,1-1 0 0 0,-1 1 0 0 0,0 0 1 0 0,6 8-1 0 0,14 26 425 0 0,-22-34-3 0 0,-1 2-280 0 0,1 16 20 0 0,-1-17 274 0 0,-2 0-276 0 0,-3 12 2 0 0,3-13 306 0 0,1-4-560 0 0,0 0 0 0 0,-1 0 0 0 0,1 1 0 0 0,0-1 1 0 0,-1 0-1 0 0,1 0 0 0 0,-1 0 0 0 0,1 0 0 0 0,0 0 0 0 0,-1 0 1 0 0,1 1-1 0 0,0-1 0 0 0,0 0 0 0 0,-1 0 0 0 0,1 1 0 0 0,0-1 0 0 0,-1 0 1 0 0,1 0-1 0 0,0 1 0 0 0,0-1 0 0 0,0 0 0 0 0,-1 0 0 0 0,1 1 1 0 0,0-1-1 0 0,0 0 0 0 0,0 1 0 0 0,0-1 0 0 0,-1 1 0 0 0,1-1 0 0 0,0 1 1 0 0,0 0 40 0 0,0-1 0 0 0,-1 1 0 0 0,1 0 1 0 0,0 0-1 0 0,-1-1 0 0 0,1 1 1 0 0,0 0-1 0 0,-1-1 0 0 0,1 1 0 0 0,-1 0 1 0 0,1-1-1 0 0,-1 1 0 0 0,0-1 0 0 0,1 1 1 0 0,-1-1-1 0 0,0 1 0 0 0,1-1 1 0 0,-1 1-1 0 0,0-1 0 0 0,1 0 0 0 0,-1 1 1 0 0,-1-1-1 0 0,0 1-25 0 0,0 0-1 0 0,0-1 1 0 0,1 0-1 0 0,-1 1 1 0 0,0-1-1 0 0,0 0 1 0 0,0 0-1 0 0,0 0 1 0 0,0 0-1 0 0,1 0 1 0 0,-1 0 0 0 0,0-1-1 0 0,0 1 1 0 0,0-1-1 0 0,0 1 1 0 0,1-1-1 0 0,-1 0 1 0 0,-2 0-1 0 0,1-1-5 0 0,2-2-163 0 0,0-3-85 0 0,0 0-1 0 0,1 1 1 0 0,0-1 0 0 0,0 0-1 0 0,1 0 1 0 0,-1 1-1 0 0,1-1 1 0 0,1 0 0 0 0,-1 1-1 0 0,1-1 1 0 0,1 1 0 0 0,-1 0-1 0 0,1 0 1 0 0,6-11 0 0 0,4-5-559 0 0,1 1 1 0 0,0 0-1 0 0,18-19 1 0 0,75-72-2101 0 0,-75 79 2581 0 0,-29 30 294 0 0,1 0 32 0 0,12-10 60 0 0,-12 9 111 0 0,14-9 413 0 0,-15 10-205 0 0,0 0 20 0 0,-1 1-226 0 0,-1 1 0 0 0,1-1 0 0 0,-1 1 1 0 0,1-1-1 0 0,0 1 0 0 0,-1 0 1 0 0,1-1-1 0 0,0 1 0 0 0,0 0 0 0 0,0 0 1 0 0,0 0-1 0 0,0 0 0 0 0,0 1 0 0 0,0-1 1 0 0,0 1-1 0 0,1-1 0 0 0,-1 1 0 0 0,0 0 1 0 0,0-1-1 0 0,0 1 0 0 0,0 0 1 0 0,1 1-1 0 0,-1-1 0 0 0,2 1 0 0 0,-3-1-190 0 0,-1 0-1 0 0,0 0 0 0 0,0 0 0 0 0,0 0 1 0 0,0 0-1 0 0,1 0 0 0 0,-1 0 0 0 0,0 0 1 0 0,0 0-1 0 0,0 0 0 0 0,0 1 0 0 0,1-1 1 0 0,-1 0-1 0 0,0 0 0 0 0,0 0 0 0 0,0 0 1 0 0,0 0-1 0 0,0 1 0 0 0,0-1 0 0 0,1 0 1 0 0,-1 0-1 0 0,0 0 0 0 0,0 1 0 0 0,0-1 0 0 0,0 0 1 0 0,0 0-1 0 0,0 0 0 0 0,0 0 0 0 0,0 1 1 0 0,0-1-1 0 0,0 0 0 0 0,0 0 0 0 0,0 0 1 0 0,0 1-1 0 0,0-1 0 0 0,0 0 0 0 0,0 0 1 0 0,0 0-1 0 0,0 1 0 0 0,0-1 0 0 0,-18 190 754 0 0,14-157-743 0 0,-13 168-291 0 0,18-194 57 0 0,0 1 0 0 0,0-1 0 0 0,1 0-1 0 0,0 0 1 0 0,0 0 0 0 0,5 9 0 0 0,-5-11-236 0 0,-2-5 434 0 0,1 0 0 0 0,-1 0 1 0 0,0 0-1 0 0,0 0 0 0 0,1 0 1 0 0,-1 0-1 0 0,0 0 0 0 0,1 0 1 0 0,-1 0-1 0 0,0 0 1 0 0,1 0-1 0 0,-1 0 0 0 0,0 1 1 0 0,0-1-1 0 0,1 0 0 0 0,-1 0 1 0 0,0 0-1 0 0,0 0 0 0 0,1 1 1 0 0,-1-1-1 0 0,0 0 0 0 0,0 0 1 0 0,1 1-1 0 0,-1-1 1 0 0,0 0-1 0 0,0 0 0 0 0,0 1 1 0 0,0-1-1 0 0,0 0 0 0 0,1 1 1 0 0,-1-1-1 0 0,0 1-87 0 0,0-1 0 0 0,1 1-1 0 0,-1 0 1 0 0,0-1 0 0 0,1 1 0 0 0,-1-1 0 0 0,1 1-1 0 0,-1-1 1 0 0,0 1 0 0 0,1-1 0 0 0,-1 1-1 0 0,1-1 1 0 0,0 1 0 0 0,-1-1 0 0 0,1 0 0 0 0,-1 1-1 0 0,1-1 1 0 0,0 0 0 0 0,-1 0 0 0 0,1 1-1 0 0,-1-1 1 0 0,1 0 0 0 0,0 0 0 0 0,-1 0-1 0 0,2 0 1 0 0,17 4-806 0 0,-15-4-117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17 115 3244 0 0,'-3'-2'1024'0'0,"2"1"-887"0"0,0 0 0 0 0,0 0 0 0 0,0 0 0 0 0,0 0 0 0 0,0 0 0 0 0,0 0 1 0 0,0 0-1 0 0,0 0 0 0 0,1-1 0 0 0,-1 1 0 0 0,0 0 0 0 0,1 0 0 0 0,-1-1 0 0 0,1 1 1 0 0,-1-1-1 0 0,1 1 0 0 0,0 0 0 0 0,-1-1 0 0 0,1 1 0 0 0,0-1 0 0 0,0 1 0 0 0,0 0 1 0 0,0-1-1 0 0,0 1 0 0 0,1-1 0 0 0,-1-1 0 0 0,1-2 16 0 0,4 3-53 0 0,15-8-372 0 0,0 1 1 0 0,41-12-1 0 0,27 0-4228 0 0,-52 12 1632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74 59 2508 0 0,'0'0'1018'0'0,"-3"4"-73"0"0,-20 30 1554 0 0,21-31-1831 0 0,0 1-435 0 0,1-3-209 0 0,1 0-1 0 0,-1 0 0 0 0,1 0 0 0 0,-1 0 1 0 0,1 1-1 0 0,-1-1 0 0 0,1 0 0 0 0,0 0 0 0 0,0 0 1 0 0,0 1-1 0 0,-1-1 0 0 0,1 0 0 0 0,1 1 1 0 0,-1-1-1 0 0,0 0 0 0 0,0 0 0 0 0,0 1 1 0 0,1-1-1 0 0,-1 0 0 0 0,0 0 0 0 0,1 0 1 0 0,-1 0-1 0 0,1 1 0 0 0,-1-1 0 0 0,2 1 0 0 0,0 1-50 0 0,5-3-169 0 0,18 0 95 0 0,-18 0 31 0 0,-3-1 28 0 0,15-4 30 0 0,-14 3 23 0 0,-1 0 37 0 0,3-1 8 0 0,-1-1 1 0 0,1 0-1 0 0,-1-1 1 0 0,0 1-1 0 0,-1-1 0 0 0,9-9 1 0 0,-12 11 21 0 0,-1-2-48 0 0,1-13 62 0 0,-1 13 82 0 0,-2 1-151 0 0,-4-15 38 0 0,4 14 114 0 0,-2 2-77 0 0,-7-13 13 0 0,7 12 92 0 0,-17-2 143 0 0,16 4-157 0 0,-1 3-128 0 0,1-1-1 0 0,0 1 1 0 0,0 0 0 0 0,0 0 0 0 0,0 0 0 0 0,0 0-1 0 0,0 1 1 0 0,0 0 0 0 0,1 0 0 0 0,-1 0-1 0 0,1 0 1 0 0,-1 0 0 0 0,1 1 0 0 0,0 0-1 0 0,-1-1 1 0 0,-3 7 0 0 0,-1-1 29 0 0,2 0 1 0 0,-1 1-1 0 0,2 0 1 0 0,-11 19-1 0 0,2 18 135 0 0,11-36-180 0 0,2-6-3 0 0,2 2-20 0 0,-1-1-51 0 0,1 0 0 0 0,0 0 0 0 0,0 0 0 0 0,1 0 0 0 0,-1-1 0 0 0,1 1 0 0 0,0 0 0 0 0,0-1 0 0 0,1 1 0 0 0,-1-1 0 0 0,1 0 0 0 0,0 0 0 0 0,0 0 1 0 0,1 0-1 0 0,-1-1 0 0 0,7 7 0 0 0,-7-8-287 0 0,3 0-77 0 0,16 5-94 0 0,-17-5-77 0 0,2-2-119 0 0,1 1 7 0 0,1-1-1 0 0,-1 0 1 0 0,0-1-1 0 0,1 0 1 0 0,-1-1-1 0 0,1 1 1 0 0,-1-2-1 0 0,12-3 1 0 0,0-5-2141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0 182 1912 0 0,'2'-4'1042'0'0,"23"-24"1802"0"0,-22 25-2088 0 0,1 2-477 0 0,1-1-98 0 0,0 1 1 0 0,0 0 0 0 0,0 1 0 0 0,0-1-1 0 0,0 1 1 0 0,1 0 0 0 0,6 1 0 0 0,-6-1 90 0 0,-2 3-20 0 0,2 1-143 0 0,-1 0 1 0 0,1 1-1 0 0,-1-1 0 0 0,0 1 1 0 0,-1 0-1 0 0,1 0 0 0 0,-1 0 1 0 0,0 1-1 0 0,0-1 1 0 0,-1 1-1 0 0,1 0 0 0 0,-1 0 1 0 0,-1 0-1 0 0,1 1 1 0 0,-1-1-1 0 0,3 14 0 0 0,-4-16 51 0 0,-1 1-4 0 0,0 18 63 0 0,0-17-28 0 0,-2-1-13 0 0,-11 37 632 0 0,12-38-230 0 0,-2-1-271 0 0,-9 7 13 0 0,9-7 892 0 0,-1-4-1002 0 0,-16-3-12 0 0,15 3 112 0 0,5-1-303 0 0,-1 1 0 0 0,1-1 1 0 0,0 1-1 0 0,-1-1 1 0 0,1 1-1 0 0,-1-1 0 0 0,1 1 1 0 0,-1 0-1 0 0,0-1 0 0 0,1 1 1 0 0,-1 0-1 0 0,-1-2 1 0 0,0-1 2 0 0,0 0-14 0 0,2-2-74 0 0,3-7-129 0 0,0 0 0 0 0,1 0-1 0 0,0 1 1 0 0,1-1-1 0 0,0 1 1 0 0,1 0 0 0 0,0 1-1 0 0,1-1 1 0 0,0 1 0 0 0,1 1-1 0 0,0-1 1 0 0,17-14-1 0 0,-1 1-1778 0 0,1 1 0 0 0,2 1 0 0 0,55-36-1 0 0,-47 38-2957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442 69 2816 0 0,'0'0'7467'0'0,"-3"3"-7238"0"0,-6 8-13 0 0,7-8 211 0 0,-3-3-208 0 0,-44-1 979 0 0,43 0-803 0 0,3-1-223 0 0,-11-9 246 0 0,14 5-408 0 0,0 2 14 0 0,1-1 0 0 0,-1 0-1 0 0,1 0 1 0 0,0 1 0 0 0,1-1-1 0 0,-1 0 1 0 0,5-8 0 0 0,-4 9 3 0 0,-1 4-25 0 0,1 0 0 0 0,-1-1-1 0 0,0 0 1 0 0,1 1 0 0 0,-1-1 0 0 0,0 1 0 0 0,0-1 0 0 0,0 0-1 0 0,1 0 1 0 0,-1 0 0 0 0,0 0 0 0 0,1-2 0 0 0,0 2 0 0 0,2-1-10 0 0,1 2-20 0 0,19 1 40 0 0,-22 0-9 0 0,0-1 1 0 0,1 1-1 0 0,-1 0 0 0 0,0 0 1 0 0,0 1-1 0 0,0-1 0 0 0,0 0 1 0 0,0 1-1 0 0,0-1 0 0 0,0 1 1 0 0,0-1-1 0 0,0 1 0 0 0,-1 0 1 0 0,1 0-1 0 0,-1 0 0 0 0,1 0 1 0 0,-1 0-1 0 0,0 0 1 0 0,2 4-1 0 0,-3-6-3 0 0,3 6 11 0 0,0-1 1 0 0,0 1 0 0 0,-1 0 0 0 0,1 0-1 0 0,-1 0 1 0 0,-1 0 0 0 0,1 0 0 0 0,-1 0-1 0 0,1 13 1 0 0,-2-14-7 0 0,2 9 8 0 0,-2 0 1 0 0,0 0-1 0 0,0 0 0 0 0,-2 0 0 0 0,0 0 0 0 0,0-1 0 0 0,-1 1 0 0 0,-1 0 0 0 0,0-1 1 0 0,-1 0-1 0 0,0 0 0 0 0,-1 0 0 0 0,-1-1 0 0 0,0 1 0 0 0,0-2 0 0 0,-14 17 0 0 0,8-12-25 0 0,-2-1-1 0 0,0 0 1 0 0,-1-1-1 0 0,0 0 1 0 0,-1-1-1 0 0,0-1 1 0 0,-1-1-1 0 0,-1 0 1 0 0,-31 12-1 0 0,36-17-112 0 0,-5-1 40 0 0,2-2-47 0 0,-40 4-292 0 0,52-7 285 0 0,-1-1 18 0 0,1 0 94 0 0,1 0 1 0 0,-1 0-1 0 0,1 0 0 0 0,-1-1 0 0 0,1 1 1 0 0,0-1-1 0 0,0 0 0 0 0,0-1 1 0 0,0 1-1 0 0,0-1 0 0 0,0 1 0 0 0,0-1 1 0 0,1 0-1 0 0,0-1 0 0 0,-1 1 0 0 0,1-1 1 0 0,-3-5-1 0 0,-3-6-32 0 0,7 11 8 0 0,1-2 10 0 0,-2-16 28 0 0,2 16-32 0 0,2 0-11 0 0,0-1 27 0 0,1-1-1 0 0,0 1 1 0 0,0-1-1 0 0,5-9 1 0 0,-4 13 25 0 0,0 1 6 0 0,0 1 5 0 0,0 1 1 0 0,-1-1-1 0 0,1 1 0 0 0,0 0 1 0 0,0 0-1 0 0,-1 0 1 0 0,1 0-1 0 0,0 0 0 0 0,0 1 1 0 0,0-1-1 0 0,0 1 1 0 0,0 0-1 0 0,0 0 0 0 0,0 0 1 0 0,1 0-1 0 0,-1 1 1 0 0,0-1-1 0 0,0 1 0 0 0,-1 0 1 0 0,6 1-1 0 0,26 15 93 0 0,-1 2 1 0 0,-1 0-1 0 0,42 35 0 0 0,-37-26-322 0 0,1-2-1 0 0,47 25 0 0 0,-66-42-1638 0 0,0-2 0 0 0,1 0-1 0 0,29 7 1 0 0,-44-13-2694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353 69 3572 0 0,'0'0'1002'0'0,"1"-5"-174"0"0,-1 1-656 0 0,0 0-1 0 0,0 1 0 0 0,0-1 0 0 0,0 0 0 0 0,-1 1 0 0 0,0-1 1 0 0,0 1-1 0 0,0-1 0 0 0,0 1 0 0 0,-3-6 0 0 0,2 5 90 0 0,1 4-247 0 0,1 0-1 0 0,-1 0 1 0 0,0 0 0 0 0,1 0-1 0 0,-1 0 1 0 0,0-1 0 0 0,1 1-1 0 0,-1 0 1 0 0,0 0-1 0 0,1 0 1 0 0,-1-1 0 0 0,0 1-1 0 0,1 0 1 0 0,-1 0 0 0 0,1-1-1 0 0,-1 1 1 0 0,0-1 0 0 0,1 1-1 0 0,-1 0 1 0 0,1-1-1 0 0,-1 0 1 0 0,0 0 3 0 0,0 0 0 0 0,0 1 0 0 0,1-1 0 0 0,-1 0 0 0 0,0 1 0 0 0,0-1 0 0 0,0 1 0 0 0,1-1 0 0 0,-1 1 0 0 0,0-1 0 0 0,0 1 0 0 0,0 0 0 0 0,0 0 1 0 0,0-1-1 0 0,0 1 0 0 0,0 0 0 0 0,0 0 0 0 0,0 0 0 0 0,0 0 0 0 0,0 0 0 0 0,0 0 0 0 0,0 0 0 0 0,-1 1 0 0 0,-12 0 174 0 0,-1 2-1 0 0,1 0 1 0 0,0 0 0 0 0,0 1 0 0 0,0 1 0 0 0,1 0-1 0 0,-1 1 1 0 0,2 1 0 0 0,-1 0 0 0 0,-12 9 0 0 0,9-5-107 0 0,1 1 1 0 0,0 0-1 0 0,1 0 1 0 0,1 2 0 0 0,0 0-1 0 0,0 0 1 0 0,-13 23-1 0 0,10-4 47 0 0,14-27-58 0 0,2 24 15 0 0,0-27-84 0 0,1 0 0 0 0,0 0-1 0 0,0 0 1 0 0,0-1 0 0 0,0 1-1 0 0,0 0 1 0 0,0-1-1 0 0,1 1 1 0 0,-1-1 0 0 0,1 1-1 0 0,0-1 1 0 0,0 0 0 0 0,0 0-1 0 0,0 0 1 0 0,0 0-1 0 0,0 0 1 0 0,5 3 0 0 0,-6-4-12 0 0,3 3 2 0 0,1-1 1 0 0,-1 1-1 0 0,1-1 0 0 0,-1 0 1 0 0,1-1-1 0 0,0 1 1 0 0,0-1-1 0 0,7 3 1 0 0,8 3 25 0 0,15 8-2 0 0,-1-2 6 0 0,-1 2 0 0 0,0 1 0 0 0,-1 2 1 0 0,-1 1-1 0 0,30 26 0 0 0,-58-44-23 0 0,-1 1-1 0 0,0 0 1 0 0,0 0 0 0 0,-1 0-1 0 0,1 0 1 0 0,0 0-1 0 0,-1 0 1 0 0,0 0 0 0 0,0 0-1 0 0,0 1 1 0 0,0-1-1 0 0,0 0 1 0 0,-1 1 0 0 0,1-1-1 0 0,-1 5 1 0 0,0-5 0 0 0,0 0 0 0 0,0-1 1 0 0,0 1-1 0 0,-1 0 1 0 0,1-1-1 0 0,-1 1 0 0 0,0-1 1 0 0,0 1-1 0 0,0-1 1 0 0,0 1-1 0 0,0-1 1 0 0,-1 0-1 0 0,1 1 1 0 0,0-1-1 0 0,-1 0 1 0 0,0 0-1 0 0,0 0 1 0 0,-2 2-1 0 0,3-3 0 0 0,-3 3 9 0 0,0 0 1 0 0,-1 0-1 0 0,1 0 1 0 0,-1-1-1 0 0,1 1 0 0 0,-1-1 1 0 0,0-1-1 0 0,-1 1 0 0 0,-7 3 1 0 0,8-4-6 0 0,-23 10 34 0 0,5-6-29 0 0,12-4 10 0 0,0 0 0 0 0,-1 0 0 0 0,1-1 0 0 0,-1 0 0 0 0,1-1 0 0 0,-1-1 0 0 0,1 0 0 0 0,-1 0-1 0 0,-11-3 1 0 0,20 3-26 0 0,-1-1 1 0 0,1 1-1 0 0,-1 0 0 0 0,1-1 0 0 0,0 0 0 0 0,0 0 0 0 0,-1 0 0 0 0,1 0 0 0 0,1 0 0 0 0,-1-1 0 0 0,0 1 0 0 0,1-1 0 0 0,-5-5 0 0 0,5 6-14 0 0,-1-3-47 0 0,-1 0 1 0 0,1 0-1 0 0,1 0 0 0 0,-1 0 1 0 0,1 0-1 0 0,0 0 0 0 0,0-1 0 0 0,0 1 1 0 0,1-1-1 0 0,-2-7 0 0 0,2 8 18 0 0,0 2-23 0 0,0-1-1 0 0,0 1 0 0 0,0-1 1 0 0,1 1-1 0 0,-1-1 1 0 0,1 1-1 0 0,0-8 0 0 0,1 3-77 0 0,-2 6 76 0 0,1-1 0 0 0,0 1 0 0 0,-1-1 0 0 0,1 1 0 0 0,0 0 0 0 0,1-1 0 0 0,-1 1 0 0 0,0 0 0 0 0,1-1 0 0 0,-1 1 0 0 0,1 0 0 0 0,2-5 0 0 0,-1 0-117 0 0,-1 5 94 0 0,-1-1 0 0 0,0 1 0 0 0,1-1 0 0 0,0 1 0 0 0,0-1 0 0 0,0 1 0 0 0,0-1 0 0 0,0 1 0 0 0,0 0 0 0 0,3-4 0 0 0,0 0-121 0 0,-3 4 137 0 0,0 0-1 0 0,0 0 0 0 0,0 0 0 0 0,0 0 0 0 0,0 0 0 0 0,0 1 1 0 0,0-1-1 0 0,1 0 0 0 0,-1 1 0 0 0,1-1 0 0 0,-1 1 1 0 0,1-1-1 0 0,2-1 0 0 0,1-1-125 0 0,-5 4 186 0 0,2-2-63 0 0,-1 0 1 0 0,0 1 0 0 0,1-1 0 0 0,0 0 0 0 0,-1 1 0 0 0,1-1-1 0 0,0 1 1 0 0,0-1 0 0 0,0 1 0 0 0,0 0 0 0 0,0 0 0 0 0,0 0 0 0 0,0 0-1 0 0,0 0 1 0 0,4 0 0 0 0,4-3-555 0 0,51-8-1883 0 0,-54 11 571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44 2836 0 0,'0'0'1382'0'0,"0"-5"-253"0"0,-1-13-99 0 0,1 13 2327 0 0,-2 1-2877 0 0,-2-7 595 0 0,0 11-330 0 0,-3 22 28 0 0,1 46-205 0 0,6-20-363 0 0,14 145-31 0 0,27-8-3244 0 0,-40-180 2362 0 0,0-1-174 0 0,6 12-151 0 0,-5-12-51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1 148 2088 0 0,'1'-8'264'0'0,"0"1"0"0"0,0 0 0 0 0,1 0 0 0 0,0 0 0 0 0,1 0 0 0 0,0 0 0 0 0,0 0 0 0 0,0 1 0 0 0,1-1 0 0 0,0 1 0 0 0,0 0-1 0 0,0 0 1 0 0,1 1 0 0 0,0-1 0 0 0,10-8 0 0 0,-10 10-151 0 0,0 0 1 0 0,0 1-1 0 0,1 0 0 0 0,-1-1 0 0 0,1 2 0 0 0,-1-1 0 0 0,1 1 0 0 0,0-1 0 0 0,0 2 1 0 0,0-1-1 0 0,1 1 0 0 0,-1 0 0 0 0,0 0 0 0 0,0 0 0 0 0,1 1 0 0 0,-1 0 0 0 0,0 1 1 0 0,1-1-1 0 0,-1 1 0 0 0,0 0 0 0 0,0 1 0 0 0,0-1 0 0 0,0 1 0 0 0,7 3 1 0 0,-9-3-82 0 0,0-1 1 0 0,0 1-1 0 0,0 0 1 0 0,0-1-1 0 0,0 2 1 0 0,-1-1 0 0 0,1 0-1 0 0,-1 1 1 0 0,1 0-1 0 0,-1 0 1 0 0,0 0-1 0 0,0 0 1 0 0,-1 0 0 0 0,1 0-1 0 0,0 1 1 0 0,-1 0-1 0 0,0-1 1 0 0,0 1-1 0 0,0 0 1 0 0,0 0 0 0 0,-1 0-1 0 0,1 0 1 0 0,-1 0-1 0 0,0 0 1 0 0,-1 1-1 0 0,1-1 1 0 0,-1 0 0 0 0,1 1-1 0 0,-2 4 1 0 0,1-2-13 0 0,-1 0 1 0 0,0 1 0 0 0,-1-1-1 0 0,0 0 1 0 0,0 0 0 0 0,-1 0-1 0 0,1 0 1 0 0,-2 0 0 0 0,1-1 0 0 0,-1 1-1 0 0,0-1 1 0 0,0 0 0 0 0,0 0-1 0 0,-1 0 1 0 0,0-1 0 0 0,-6 6-1 0 0,8-8-212 0 0,-34 25 460 0 0,34-26-673 0 0,0-1-1 0 0,0 1 1 0 0,0-1-1 0 0,0 1 1 0 0,-1-1-1 0 0,1 0 1 0 0,0 0-1 0 0,0-1 1 0 0,-1 1-1 0 0,1-1 1 0 0,-1 1-1 0 0,-6-1 0 0 0,6-1-570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0 132 2772 0 0,'0'0'886'0'0,"5"1"-146"0"0,14 3-127 0 0,-15-3 369 0 0,1 1-660 0 0,43 12 232 0 0,-43-13-400 0 0,0 0 84 0 0,17 0-111 0 0,-1-1 0 0 0,24-3 0 0 0,-39 2-88 0 0,1 0 0 0 0,-1-1-1 0 0,0 0 1 0 0,1 0 0 0 0,-1 0 0 0 0,0-1 0 0 0,6-4 0 0 0,-8 5-9 0 0,16-12 166 0 0,-17 11-36 0 0,0 0 37 0 0,21-38 568 0 0,-23 36-603 0 0,-1 1 8 0 0,-9-39 573 0 0,8 40-419 0 0,-19-12 623 0 0,16 15-899 0 0,1 1 0 0 0,-1-1 0 0 0,0 1 0 0 0,0 0 0 0 0,0 0-1 0 0,0 0 1 0 0,1 1 0 0 0,-1-1 0 0 0,1 1 0 0 0,-1 0 0 0 0,1 0 0 0 0,-1 0 0 0 0,1 1 0 0 0,0-1 0 0 0,0 1-1 0 0,0 0 1 0 0,1-1 0 0 0,-1 1 0 0 0,-2 4 0 0 0,-3 4 6 0 0,0 1 0 0 0,1 0 0 0 0,-8 20 0 0 0,12-26-54 0 0,1-2 6 0 0,3 58-355 0 0,0-57 135 0 0,2 0-44 0 0,1-1 98 0 0,0 1 0 0 0,1 0 0 0 0,-1-1 0 0 0,1 0 0 0 0,0 0 0 0 0,0-1 1 0 0,0 1-1 0 0,1-1 0 0 0,-1 0 0 0 0,1 0 0 0 0,0-1 0 0 0,0 0 0 0 0,0 0 0 0 0,7 2 1 0 0,-9-4-107 0 0,3 1 32 0 0,0 0 206 0 0,1-1 0 0 0,0 0-1 0 0,0 0 1 0 0,-1-1 0 0 0,1 0 0 0 0,0 0-1 0 0,-1-1 1 0 0,1 0 0 0 0,-1 0 0 0 0,1 0-1 0 0,-1-1 1 0 0,0-1 0 0 0,0 1 0 0 0,0-1-1 0 0,-1 0 1 0 0,1 0 0 0 0,-1-1 0 0 0,6-6-1 0 0,-4 2 101 0 0,0 0-1 0 0,0-1 0 0 0,-1 0 1 0 0,-1 0-1 0 0,0-1 0 0 0,5-13 1 0 0,-9 20 21 0 0,0-1 28 0 0,2-7-283 0 0,6-21 1628 0 0,-9 29-755 0 0,-4 20-597 0 0,1-12-57 0 0,2 1-33 0 0,-1 14 17 0 0,1-14-1 0 0,-1 9-1 0 0,2 12-2 0 0,9 16-19 0 0,-6-37-17 0 0,-3 0-7 0 0,2-2-27 0 0,6 9-47 0 0,-7-9-26 0 0,2-1-6 0 0,0-1 49 0 0,1 0 1 0 0,0 0-1 0 0,-1 0 1 0 0,1 0 0 0 0,0-1-1 0 0,0 1 1 0 0,7-2-1 0 0,-7 1 11 0 0,0-2-1 0 0,5-3 53 0 0,-1 1 0 0 0,0-2 0 0 0,0 1 0 0 0,0-1 0 0 0,-1 0 0 0 0,1-1 1 0 0,10-11-1 0 0,-17 14 78 0 0,-1 4-73 0 0,-1 0 0 0 0,1 0 0 0 0,-1 0 0 0 0,1 0 0 0 0,-1-1 0 0 0,1 1 0 0 0,-1 0 0 0 0,1 0 0 0 0,-1-1 0 0 0,1 1 0 0 0,-1 0 0 0 0,0-1 0 0 0,1 1 0 0 0,-1 0 0 0 0,0-1 0 0 0,1 1 0 0 0,-1-1 0 0 0,0 1 0 0 0,1 0 0 0 0,-1-1 0 0 0,0 1 0 0 0,0-1 0 0 0,0 1 0 0 0,1-1 0 0 0,-1 1 0 0 0,0-1 0 0 0,0 0 6 0 0,0 1-1 0 0,0-1 0 0 0,0 1 0 0 0,1-1 0 0 0,-1 1 1 0 0,0-1-1 0 0,0 1 0 0 0,1-1 0 0 0,-1 1 1 0 0,0-1-1 0 0,0 1 0 0 0,1 0 0 0 0,-1-1 1 0 0,0 1-1 0 0,1 0 0 0 0,-1-1 0 0 0,1 1 1 0 0,-1 0-1 0 0,0-1 0 0 0,1 1 0 0 0,-1 0 1 0 0,1 0-1 0 0,-1-1 0 0 0,1 1 0 0 0,-1 0 0 0 0,2 0 1 0 0,-2 0-8 0 0,0 0 0 0 0,1-1 0 0 0,-1 1 0 0 0,1 0 0 0 0,-1 0 0 0 0,1 0 0 0 0,-1-1 1 0 0,0 1-1 0 0,1 0 0 0 0,-1 0 0 0 0,0-1 0 0 0,1 1 0 0 0,-1 0 0 0 0,0-1 0 0 0,0 1 0 0 0,1 0 1 0 0,-1-1-1 0 0,0 1 0 0 0,0-1 0 0 0,1 1 0 0 0,-1 0 0 0 0,0-1 0 0 0,0 1 0 0 0,0-1 0 0 0,0 1 0 0 0,0-1 1 0 0,1 0 1 0 0,-1 1 0 0 0,0-1 0 0 0,0 1 0 0 0,0 0 0 0 0,0-1 0 0 0,0 1 0 0 0,0-1 0 0 0,1 1 0 0 0,-1 0 0 0 0,0-1 0 0 0,0 1-1 0 0,1-1 1 0 0,-1 1 0 0 0,0 0 0 0 0,0-1 0 0 0,1 1 0 0 0,-1 0 0 0 0,0 0 0 0 0,1-1 0 0 0,-1 1 0 0 0,1 0 0 0 0,-1 0 0 0 0,0-1 0 0 0,1 1 0 0 0,-1 0 0 0 0,1 0 0 0 0,1 0-3 0 0,0 1 0 0 0,0 0 0 0 0,0 0 0 0 0,-1-1 0 0 0,1 1 0 0 0,0 0 0 0 0,-1 1 0 0 0,1-1 1 0 0,-1 0-1 0 0,1 0 0 0 0,-1 1 0 0 0,0-1 0 0 0,0 0 0 0 0,1 1 0 0 0,-1 0 0 0 0,0-1 0 0 0,0 1 0 0 0,0 0 0 0 0,-1-1 0 0 0,1 1 0 0 0,1 4 0 0 0,-2-5-3 0 0,2 3-16 0 0,1 1-25 0 0,-1-1-58 0 0,0 0-1 0 0,1 0 1 0 0,0 0-1 0 0,0 0 1 0 0,0 0-1 0 0,0 0 1 0 0,1-1 0 0 0,-1 0-1 0 0,1 1 1 0 0,0-1-1 0 0,0-1 1 0 0,0 1-1 0 0,9 4 1 0 0,-4-3-382 0 0,1-1-1 0 0,0 0 1 0 0,0 0-1 0 0,0-1 1 0 0,0 0 0 0 0,1-1-1 0 0,-1 0 1 0 0,1 0 0 0 0,-1-1-1 0 0,0-1 1 0 0,1 0 0 0 0,-1 0-1 0 0,0-1 1 0 0,19-6 0 0 0,3-3-2260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264 275 2828 0 0,'0'0'2357'0'0,"-3"-4"-1465"0"0,-7-11-166 0 0,7 11-109 0 0,2 4-543 0 0,-1-1 0 0 0,1 1 0 0 0,-1-1 1 0 0,1 1-1 0 0,-1-1 0 0 0,0 1 0 0 0,1 0 0 0 0,-1 0 0 0 0,0-1 1 0 0,1 1-1 0 0,-1 1 0 0 0,-2-1 0 0 0,-1 0 367 0 0,-4 1-267 0 0,0 0-1 0 0,0 0 0 0 0,0 1 1 0 0,0 0-1 0 0,0 1 0 0 0,0-1 1 0 0,1 2-1 0 0,-1-1 0 0 0,1 2 1 0 0,0-1-1 0 0,0 1 0 0 0,-14 11 1 0 0,12-7-65 0 0,-1 0 1 0 0,1 0-1 0 0,1 1 1 0 0,0 0-1 0 0,1 1 1 0 0,-1 0 0 0 0,-11 24-1 0 0,18-31-54 0 0,1 1-15 0 0,-3 13-16 0 0,3-13-6 0 0,3 0-40 0 0,4 13-92 0 0,-5-13-83 0 0,3-3-57 0 0,1 0 102 0 0,0 0 1 0 0,0-1-1 0 0,1 0 0 0 0,-1 1 1 0 0,0-2-1 0 0,1 1 0 0 0,-1-1 1 0 0,1 1-1 0 0,-1-1 1 0 0,1-1-1 0 0,-1 1 0 0 0,0-1 1 0 0,1 0-1 0 0,-1 0 0 0 0,6-3 1 0 0,2 0-137 0 0,-1-1 1 0 0,1 0-1 0 0,-1-1 1 0 0,21-14-1 0 0,-24 13 214 0 0,-1 0 0 0 0,1 0 0 0 0,-2-1 0 0 0,1 0 0 0 0,-1-1 0 0 0,0 0 0 0 0,-1 0 0 0 0,0 0 0 0 0,0-1 0 0 0,-1 0 0 0 0,5-13 0 0 0,0-5 233 0 0,-1 0-1 0 0,9-46 0 0 0,-9 17 638 0 0,-5 0 3 0 0,-4 52-529 0 0,-1-1-13 0 0,-17-43 755 0 0,16 45-498 0 0,-3 4-270 0 0,3-1-202 0 0,0 1 1 0 0,0 0-1 0 0,0 0 1 0 0,0 0-1 0 0,0 0 1 0 0,0 1-1 0 0,0-1 1 0 0,0 0-1 0 0,0 1 1 0 0,0 0-1 0 0,0-1 1 0 0,0 1-1 0 0,-3 2 1 0 0,2-1 25 0 0,0 0 0 0 0,0 1 0 0 0,0-1 1 0 0,1 1-1 0 0,-1 0 0 0 0,1 0 0 0 0,0 0 0 0 0,0 0 0 0 0,0 0 0 0 0,-3 6 0 0 0,-21 56 446 0 0,20-46-371 0 0,2 2-82 0 0,2 0 54 0 0,1-12-85 0 0,0 28 103 0 0,2-25-140 0 0,-1 1 1 0 0,2-1-1 0 0,0 0 1 0 0,0 1-1 0 0,1-1 1 0 0,1 0-1 0 0,0-1 1 0 0,1 1-1 0 0,0-1 1 0 0,0 1-1 0 0,1-2 1 0 0,1 1-1 0 0,11 13 1 0 0,-15-20-82 0 0,2 0 1 0 0,-1-1-1 0 0,0 0 1 0 0,1 0-1 0 0,-1 0 1 0 0,1 0 0 0 0,0-1-1 0 0,0 0 1 0 0,0 0-1 0 0,0 0 1 0 0,8 1-1 0 0,-9-1 64 0 0,7 1-188 0 0,11 2-7 0 0,-4-4-41 0 0,46-4-180 0 0,-50 1 329 0 0,8-4 6 0 0,-7-1-97 0 0,-2 0 273 0 0,0-1 1 0 0,-1 0 0 0 0,1-1-1 0 0,-2 0 1 0 0,18-18 0 0 0,-26 24 88 0 0,-1 0 9 0 0,-2 2-107 0 0,1-1 0 0 0,0 1 0 0 0,-1 0 0 0 0,1 0 0 0 0,-1-1 0 0 0,1 1 0 0 0,-1 0 0 0 0,1 0 0 0 0,-1-1 0 0 0,0 1 0 0 0,0-1 0 0 0,0 1 0 0 0,0 0 1 0 0,0-1-1 0 0,0 1 0 0 0,0 0 0 0 0,0-1 0 0 0,0 1 0 0 0,-1 0 0 0 0,1-1 0 0 0,0 1 0 0 0,-1 0 0 0 0,1-1 0 0 0,-2 0 0 0 0,0-2 296 0 0,1 4-334 0 0,0 1-1 0 0,0-1 1 0 0,0 0 0 0 0,-1 1-1 0 0,1-1 1 0 0,0 1 0 0 0,0 0-1 0 0,0-1 1 0 0,0 1 0 0 0,0 0-1 0 0,0 0 1 0 0,0-1-1 0 0,0 1 1 0 0,0 0 0 0 0,1 0-1 0 0,-1 0 1 0 0,0 0 0 0 0,-1 2-1 0 0,-7 13 91 0 0,7-13-58 0 0,1 2-3 0 0,-4 14-18 0 0,4-15 87 0 0,1 2-165 0 0,0 15-85 0 0,0-15-79 0 0,2-2-421 0 0,1-1 469 0 0,-1-1 0 0 0,0 1 0 0 0,0 0 0 0 0,1-1 0 0 0,-1 0-1 0 0,1 0 1 0 0,0 0 0 0 0,0 0 0 0 0,-1 0 0 0 0,1 0 0 0 0,6 2 0 0 0,-4-3-443 0 0,1-1-65 0 0,5 0 131 0 0,-1-1-1 0 0,1 0 1 0 0,0-1-1 0 0,0 0 1 0 0,-1-1 0 0 0,1 0-1 0 0,18-9 1 0 0,-17 5-266 0 0,-1 0 1 0 0,1-1-1 0 0,17-15 1 0 0,-13 6-1721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328 37 2476 0 0,'-29'-4'1081'0'0,"-1"2"0"0"0,0 1 0 0 0,0 1 0 0 0,0 1 0 0 0,-52 9 0 0 0,73-8-891 0 0,0 0-1 0 0,0 0 1 0 0,1 1 0 0 0,-12 4-1 0 0,9-2-26 0 0,6-3-4 0 0,5-2-151 0 0,-1 0 0 0 0,1 0 0 0 0,-1 0-1 0 0,0 0 1 0 0,1 0 0 0 0,-1 0 0 0 0,1 0-1 0 0,-1 0 1 0 0,1 0 0 0 0,-1 0 0 0 0,1 1-1 0 0,-1-1 1 0 0,1 0 0 0 0,-1 0 0 0 0,1 1-1 0 0,-1-1 1 0 0,1 0 0 0 0,-1 1 0 0 0,1-1-1 0 0,-1 0 1 0 0,1 1 0 0 0,0-1 0 0 0,-1 1-1 0 0,1-1 1 0 0,-1 2 0 0 0,1-2 12 0 0,-1 1-1 0 0,1-1 1 0 0,0 1 0 0 0,-1-1 0 0 0,1 1-1 0 0,-1-1 1 0 0,1 1 0 0 0,-1-1 0 0 0,1 0-1 0 0,-1 1 1 0 0,1-1 0 0 0,-1 1 0 0 0,0-1-1 0 0,1 0 1 0 0,-1 0 0 0 0,0 1 0 0 0,1-1-1 0 0,-1 0 1 0 0,1 0 0 0 0,-1 0 0 0 0,-1 0-1 0 0,3 5 10 0 0,2 17 4 0 0,2-22-13 0 0,6 1-20 0 0,0-1 0 0 0,0 0 0 0 0,1-1 0 0 0,-1 0 0 0 0,0-1 0 0 0,0 0 0 0 0,0 0 0 0 0,0-1 0 0 0,0-1 0 0 0,-1 0 0 0 0,0 0 0 0 0,1-1 0 0 0,-1-1 0 0 0,18-12 0 0 0,-25 15 10 0 0,-1-1 12 0 0,-1 1-20 0 0,0 0-1 0 0,0 0 0 0 0,0 0 0 0 0,0 0 1 0 0,-1 0-1 0 0,1 0 0 0 0,-1-1 1 0 0,0 1-1 0 0,0 0 0 0 0,0-4 0 0 0,-1 3-30 0 0,-4 3 18 0 0,-1 0-137 0 0,0 0 0 0 0,0 0 0 0 0,-1 1-1 0 0,1 0 1 0 0,0 0 0 0 0,0 1 0 0 0,0 0 0 0 0,0 0-1 0 0,-1 0 1 0 0,1 1 0 0 0,1 0 0 0 0,-12 5-1 0 0,8-2-601 0 0,1 0-1 0 0,1 1 0 0 0,-1 0 0 0 0,1 0 0 0 0,0 1 1 0 0,0 0-1 0 0,-6 8 0 0 0,3 2-2232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0 2948 0 0,'0'0'7495'0'0,"-1"6"-7292"0"0,-23 95 883 0 0,23-96-1005 0 0,1 1-14 0 0,-2 48 74 0 0,2-49-102 0 0,2 0-25 0 0,-1-2-9 0 0,0-2-2 0 0,0 0 0 0 0,-1 0 0 0 0,1 0 0 0 0,0 1 0 0 0,-1-1 0 0 0,1 0 0 0 0,-1 0 0 0 0,0 1-1 0 0,1-1 1 0 0,-1 1 0 0 0,0-1 0 0 0,0 2 0 0 0,4-1-26 0 0,18 3-30 0 0,-20-5 43 0 0,0 0 0 0 0,0 0 0 0 0,0 0 0 0 0,1-1 0 0 0,-1 1 0 0 0,0-1-1 0 0,0 1 1 0 0,0-1 0 0 0,0 0 0 0 0,0 1 0 0 0,0-1 0 0 0,0 0 0 0 0,0 0 0 0 0,2-2 0 0 0,47-46-122 0 0,5-4 310 0 0,-53 50 531 0 0,1 5-640 0 0,-2 0-48 0 0,13 6 103 0 0,-15-2-131 0 0,0 18-24 0 0,0-18-56 0 0,1-1-55 0 0,0 17-62 0 0,-1-16-52 0 0,3-1-70 0 0,-1 1 91 0 0,1-1-1 0 0,0 1 0 0 0,1-1 0 0 0,-1 1 0 0 0,1-1 0 0 0,0 0 1 0 0,1-1-1 0 0,-1 1 0 0 0,1-1 0 0 0,0 0 0 0 0,0 0 0 0 0,0 0 1 0 0,11 5-1 0 0,52 13-2258 0 0,-65-21 2278 0 0,1 0-1 0 0,-1 0 1 0 0,1 0 0 0 0,-1-1-1 0 0,0 1 1 0 0,1-1-1 0 0,-1 0 1 0 0,1 0 0 0 0,4-1-1 0 0,1 0-486 0 0,0 2-2401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639 31 2828 0 0,'0'0'2222'0'0,"-1"-5"-1329"0"0,0-20 864 0 0,-5 25-1424 0 0,-3 0-149 0 0,0 1 0 0 0,-1-1 0 0 0,1 2 0 0 0,0 0 0 0 0,0 0 0 0 0,0 0 0 0 0,-15 7 1 0 0,10 0-95 0 0,0 0 0 0 0,0 1 1 0 0,1 1-1 0 0,1 0 1 0 0,-1 1-1 0 0,2 0 1 0 0,0 0-1 0 0,0 2 1 0 0,1-1-1 0 0,1 1 1 0 0,0 1-1 0 0,-8 19 1 0 0,14-27-116 0 0,0 0 1 0 0,1 0 0 0 0,0 0-1 0 0,0 0 1 0 0,0 0 0 0 0,0 13 0 0 0,2-16 6 0 0,-1 1-115 0 0,3 0-205 0 0,0-2 260 0 0,-1-2 36 0 0,0 0-1 0 0,0 0 0 0 0,-1 0 0 0 0,1 1 1 0 0,0-1-1 0 0,-1 0 0 0 0,1 1 1 0 0,0-1-1 0 0,-1 0 0 0 0,0 1 1 0 0,1-1-1 0 0,-1 3 0 0 0,5-4-153 0 0,2 0 185 0 0,-1-1 1 0 0,1 1 0 0 0,0-1-1 0 0,-1-1 1 0 0,0 1 0 0 0,1-1-1 0 0,-1 0 1 0 0,0-1 0 0 0,0 1-1 0 0,0-1 1 0 0,0 0 0 0 0,0-1-1 0 0,-1 1 1 0 0,9-8 0 0 0,-2 1 299 0 0,-1-1-1 0 0,0 0 1 0 0,-1 0 0 0 0,0-1 0 0 0,-1-1 0 0 0,8-13-1 0 0,8-17 1300 0 0,-23 39 526 0 0,-6 6-2028 0 0,2-2-75 0 0,1 1 0 0 0,-1-1-1 0 0,0 1 1 0 0,0 0 0 0 0,1 0 0 0 0,-1 0-1 0 0,1 0 1 0 0,-1 0 0 0 0,1 0 0 0 0,-1 0 0 0 0,0 2-1 0 0,-15 28 130 0 0,9-9-62 0 0,0 1 0 0 0,2 1 0 0 0,1-1 0 0 0,-3 26 0 0 0,-5 109 256 0 0,8-88-263 0 0,1-16 8 0 0,-16 128-15 0 0,17-164-186 0 0,-1 0 0 0 0,-1-1 0 0 0,-1 0-1 0 0,0 0 1 0 0,-1 0 0 0 0,-1-1 0 0 0,-18 28 0 0 0,22-39 57 0 0,0 0 1 0 0,-1 0-1 0 0,0-1 1 0 0,0 1-1 0 0,0-1 0 0 0,-1 0 1 0 0,0-1-1 0 0,-7 5 1 0 0,12-8 55 0 0,0 1 0 0 0,-1 0 0 0 0,1 0 0 0 0,0-1 0 0 0,-1 1 0 0 0,1-1 0 0 0,0 1 0 0 0,-1-1 0 0 0,1 1 0 0 0,-1-1 0 0 0,1 0 0 0 0,-1 0 0 0 0,1 0 0 0 0,-1 0 0 0 0,1 0 0 0 0,-3 0 0 0 0,-1-1-14 0 0,3 1 19 0 0,-1 1 1 0 0,1-1 0 0 0,-1 0 0 0 0,0 0-1 0 0,1 0 1 0 0,-1-1 0 0 0,1 1-1 0 0,-1 0 1 0 0,1-1 0 0 0,-1 0 0 0 0,1 0-1 0 0,-5-1 1 0 0,-2-2 3 0 0,-6-1 21 0 0,-1-1-1 0 0,1-1 1 0 0,1 0 0 0 0,-1-1-1 0 0,1 0 1 0 0,1-1 0 0 0,-1-1-1 0 0,2 0 1 0 0,-13-12 0 0 0,11 7-1 0 0,0 1 1 0 0,1-2 0 0 0,1 0-1 0 0,0 0 1 0 0,1-1-1 0 0,-15-33 1 0 0,21 40-154 0 0,1 1-1 0 0,1-1 1 0 0,0-1 0 0 0,0 1 0 0 0,1 0 0 0 0,0-1 0 0 0,1 0 0 0 0,0 1 0 0 0,1-1-1 0 0,0 1 1 0 0,0-1 0 0 0,1 0 0 0 0,1 1 0 0 0,0-1 0 0 0,0 1 0 0 0,1 0 0 0 0,0-1-1 0 0,1 1 1 0 0,0 1 0 0 0,1-1 0 0 0,0 1 0 0 0,0-1 0 0 0,1 1 0 0 0,0 1 0 0 0,1-1-1 0 0,0 1 1 0 0,0 1 0 0 0,1-1 0 0 0,16-12 0 0 0,4 0-1948 0 0,2 0 1 0 0,41-20-1 0 0,-40 27-2272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227 0 3776 0 0,'0'0'5471'0'0,"-2"5"-5101"0"0,-73 155 1684 0 0,23-52-1285 0 0,-44 98-42 0 0,94-202-753 0 0,3-10-385 0 0,13-67 374 0 0,29-86-1 0 0,-25 98 203 0 0,-15 50-11 0 0,0 0 0 0 0,2 0 0 0 0,-1 0 0 0 0,1 0 0 0 0,1 0-1 0 0,0 1 1 0 0,0 0 0 0 0,12-13 0 0 0,-16 20 8 0 0,3 2 18 0 0,-3 1-147 0 0,-1-1-10 0 0,1 0 0 0 0,0 1 0 0 0,-1 0 0 0 0,1-1 0 0 0,-1 1 0 0 0,1 0 0 0 0,0 0 0 0 0,-1-1 0 0 0,1 1 1 0 0,0 1-1 0 0,-1-1 0 0 0,1 0 0 0 0,-1 0 0 0 0,1 1 0 0 0,0-1 0 0 0,-1 1 0 0 0,1-1 0 0 0,-1 1 0 0 0,1-1 1 0 0,-1 1-1 0 0,1 0 0 0 0,-1 0 0 0 0,0 0 0 0 0,1 0 0 0 0,-1 0 0 0 0,0 0 0 0 0,0 0 0 0 0,2 2 0 0 0,12 17 50 0 0,-2 0 0 0 0,0 1 0 0 0,-1 0 0 0 0,-1 1 0 0 0,-1 0 0 0 0,-1 1 0 0 0,-1 0 0 0 0,-1 1 0 0 0,-1-1 0 0 0,3 30-1 0 0,-1 6-828 0 0,-3 1-1 0 0,-3 0 0 0 0,-5 60 1 0 0,0-88-194 0 0,-2-7 81 0 0,3-16 538 0 0,1 1-473 0 0,-1 0 0 0 0,-1-1 0 0 0,0 1 1 0 0,0 0-1 0 0,-5 9 0 0 0,4-13-1424 0 0,-9 6-1556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0 254 3392 0 0,'0'0'998'0'0,"3"-4"-148"0"0,1-1-661 0 0,1 1-1 0 0,-1 0 1 0 0,1 0 0 0 0,0 1-1 0 0,0-1 1 0 0,1 1-1 0 0,-1 0 1 0 0,1 1-1 0 0,-1-1 1 0 0,1 1-1 0 0,11-3 1 0 0,79-14 776 0 0,-63 13-610 0 0,141-22 497 0 0,160-35-4148 0 0,-253 29 1460 0 0,-77 32 1790 0 0,0-1 167 0 0,25-27 730 0 0,-27 27 383 0 0,-1-2-960 0 0,3-9 564 0 0,5 27 947 0 0,-8-9-1557 0 0,0 3-15 0 0,21 150 1020 0 0,-22-153-1202 0 0,1 2 39 0 0,2 14 15 0 0,-2-14-45 0 0,1-2-40 0 0,2 13 86 0 0,-3-12 18 0 0,5-6-164 0 0,16 0-37 0 0,-17 1 59 0 0,-1-4 10 0 0,9-11-31 0 0,-1 0 1 0 0,14-26-1 0 0,-6 9 186 0 0,-18 29-57 0 0,0 0-24 0 0,6-9-72 0 0,-6 9 569 0 0,3 4-444 0 0,18 3 64 0 0,-14 19 33 0 0,-7-18-163 0 0,6 13 1 0 0,-6-13-10 0 0,0-1-20 0 0,5 14 8 0 0,-5-14 0 0 0,10 18 32 0 0,-9-20-90 0 0,0 0-14 0 0,0 0 1 0 0,-1-1-1 0 0,1 1 1 0 0,0-1-1 0 0,0 0 1 0 0,0 0-1 0 0,0 0 0 0 0,0 0 1 0 0,0 0-1 0 0,1-1 1 0 0,-1 1-1 0 0,5-1 1 0 0,-3 0-46 0 0,18-10-253 0 0,-19 7 379 0 0,47-50 23 0 0,-48 50-1 0 0,0 0 32 0 0,0-2 53 0 0,0 0 0 0 0,1 1 0 0 0,0-1 0 0 0,0 1 0 0 0,0 0 0 0 0,7-5 0 0 0,-10 9-121 0 0,-1 0-1 0 0,1 0 0 0 0,-1 0 0 0 0,1 0 0 0 0,0 0 0 0 0,-1 0 0 0 0,1 0 0 0 0,-1 0 0 0 0,1 0 0 0 0,-1 1 0 0 0,1-1 1 0 0,-1 0-1 0 0,1 0 0 0 0,-1 1 0 0 0,0-1 0 0 0,1 0 0 0 0,-1 1 0 0 0,1-1 0 0 0,-1 0 0 0 0,0 1 0 0 0,1-1 0 0 0,-1 0 0 0 0,0 1 1 0 0,1-1-1 0 0,-1 1 0 0 0,1 0 0 0 0,-1-1 0 0 0,0 1-1 0 0,1-1 1 0 0,-1 1 0 0 0,0-1 0 0 0,1 1 0 0 0,-1-1-1 0 0,1 1 1 0 0,-1-1 0 0 0,1 1 0 0 0,-1-1-1 0 0,1 0 1 0 0,-1 1 0 0 0,1-1 0 0 0,-1 0 0 0 0,1 0-1 0 0,-1 1 1 0 0,1-1 0 0 0,0 0 0 0 0,-1 0-1 0 0,1 0 1 0 0,-1 0 0 0 0,2 1 0 0 0,-1 4 75 0 0,21 94-193 0 0,-21-95-138 0 0,1 0-55 0 0,21 38-1840 0 0,-20-38 1265 0 0,-2-4 810 0 0,-1 0 0 0 0,1 0 1 0 0,0 0-1 0 0,-1 0 0 0 0,1 0 0 0 0,-1 1 0 0 0,1-1 1 0 0,-1 0-1 0 0,1 0 0 0 0,0 0 0 0 0,-1 1 1 0 0,1-1-1 0 0,-1 0 0 0 0,1 0 0 0 0,-1 1 0 0 0,1-1 1 0 0,-1 0-1 0 0,1 1 0 0 0,-1-1 0 0 0,0 1 1 0 0,1 0-1 0 0,0-1-125 0 0,-1 1 1 0 0,1-1 0 0 0,-1 1-1 0 0,0-1 1 0 0,1 1-1 0 0,-1-1 1 0 0,1 0-1 0 0,-1 1 1 0 0,1-1 0 0 0,0 0-1 0 0,-1 1 1 0 0,1-1-1 0 0,-1 0 1 0 0,1 0 0 0 0,-1 0-1 0 0,1 1 1 0 0,0-1-1 0 0,-1 0 1 0 0,1 0-1 0 0,1 0 1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163 25 3440 0 0,'0'0'3325'0'0,"-1"-4"-2460"0"0,0 2-622 0 0,0 0 0 0 0,0 1 0 0 0,0-1 0 0 0,0 1 0 0 0,1-1 0 0 0,-1 0 0 0 0,1 0 0 0 0,-1 1 1 0 0,1-1-1 0 0,-1-2 0 0 0,-4 5 111 0 0,-16 4-44 0 0,16-4-30 0 0,-3 5-53 0 0,1 0 0 0 0,-1 0 0 0 0,1 1 0 0 0,1 0 0 0 0,-1 1 0 0 0,1 0 1 0 0,1 0-1 0 0,-1 0 0 0 0,-7 17 0 0 0,0 16 176 0 0,12-37-305 0 0,0 1-26 0 0,4 47 16 0 0,-2-47-132 0 0,1-1-35 0 0,8 11-42 0 0,-8-11-33 0 0,1-2-27 0 0,1 1 114 0 0,-1-1-1 0 0,1-1 1 0 0,0 1 0 0 0,0 0 0 0 0,0-1 0 0 0,-1 0 0 0 0,1 0 0 0 0,1 0 0 0 0,-1 0 0 0 0,0 0 0 0 0,0-1 0 0 0,0 0 0 0 0,0 0 0 0 0,0 0 0 0 0,0 0 0 0 0,0-1 0 0 0,1 0 0 0 0,-1 0 0 0 0,0 0 0 0 0,-1 0 0 0 0,1 0-1 0 0,6-4 1 0 0,-5 3-33 0 0,-3 1 110 0 0,-1 0 0 0 0,1 0 0 0 0,0 0 1 0 0,-1 0-1 0 0,1 0 0 0 0,-1-1 0 0 0,1 1 1 0 0,-1 0-1 0 0,0-1 0 0 0,3-3 0 0 0,0 1 64 0 0,0-1 0 0 0,0 0 0 0 0,0-1 0 0 0,-1 1 0 0 0,0-1 0 0 0,0 1 0 0 0,0-1 0 0 0,-1 0 0 0 0,3-8 0 0 0,-5 12-65 0 0,2-2 167 0 0,-1-3-13 0 0,-1-8 4 0 0,0-1-1 0 0,-1 1 1 0 0,-5-27 0 0 0,5 37-159 0 0,-3 1-51 0 0,1 1-23 0 0,0 0-1 0 0,-1 1 1 0 0,1-1 0 0 0,-1 1 0 0 0,0 0-1 0 0,0 0 1 0 0,0 0 0 0 0,0 0-1 0 0,-6-1 1 0 0,4 1-268 0 0,0 2 146 0 0,-1 0-1 0 0,0 1 1 0 0,1 0-1 0 0,-1 0 0 0 0,1 0 1 0 0,-1 0-1 0 0,1 1 1 0 0,-1 0-1 0 0,1 1 1 0 0,0 0-1 0 0,0 0 1 0 0,0 0-1 0 0,0 0 0 0 0,1 1 1 0 0,-1 0-1 0 0,1 0 1 0 0,0 0-1 0 0,0 1 1 0 0,-6 8-1 0 0,-14 28-2464 0 0,23-36 1566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26 3252 0 0,'0'0'5865'0'0,"2"-4"-5258"0"0,2-13-92 0 0,-3 12 2292 0 0,-3 8-2590 0 0,-3 13 159 0 0,0-1 1 0 0,-4 32-1 0 0,8-41-287 0 0,1 0-21 0 0,0 21-22 0 0,0-21-14 0 0,0 0-4 0 0,1 50-187 0 0,0-51 30 0 0,0 0-275 0 0,5 13 119 0 0,-5-13-43 0 0,8 0-516 0 0,-8-4 805 0 0,-1-1-1 0 0,0 1 0 0 0,1-1 0 0 0,-1 1 0 0 0,1-1 1 0 0,-1 0-1 0 0,0 1 0 0 0,1-1 0 0 0,-1 0 1 0 0,1 1-1 0 0,-1-1 0 0 0,1 0 0 0 0,-1 1 0 0 0,1-1 1 0 0,-1 0-1 0 0,1 0 0 0 0,-1 0 0 0 0,1 0 1 0 0,-1 1-1 0 0,1-1 0 0 0,0 0 0 0 0,-1 0 0 0 0,1 0 1 0 0,-1 0-1 0 0,1 0 0 0 0,-1 0 0 0 0,1-1 1 0 0,-1 1-1 0 0,1 0 0 0 0,0 0 0 0 0,-1 0 0 0 0,1-1 1 0 0,19-3-218 0 0,-15 3 7 0 0,0-2 28 0 0,2 0 165 0 0,10-6-142 0 0,-10 1 118 0 0,0 1 0 0 0,0-1 1 0 0,7-14-1 0 0,-2-1 381 0 0,11-33-1 0 0,-21 51-60 0 0,-1 0 38 0 0,4-17 13 0 0,-4 16 322 0 0,3-16-93 0 0,-3 18 1339 0 0,-13 25-1395 0 0,12-15-364 0 0,3 50-42 0 0,-2-51-147 0 0,0 1-68 0 0,3 14-92 0 0,-2-14-80 0 0,6 15-1493 0 0,-7-20 1677 0 0,-1 0-1 0 0,0 0 1 0 0,1 0-1 0 0,-1 0 1 0 0,1 0-1 0 0,0 0 1 0 0,-1 0-1 0 0,1 0 1 0 0,0 0-1 0 0,-1 0 1 0 0,1 0-1 0 0,0 0 1 0 0,0 0-1 0 0,0 0 0 0 0,0-1 1 0 0,0 1-1 0 0,0 0 1 0 0,0-1-1 0 0,0 1 1 0 0,0-1-1 0 0,1 1 1 0 0,16 6-1310 0 0,-14-5 570 0 0,1-4-1414 0 0,-4 1 2090 0 0,1 0 0 0 0,-1 0 0 0 0,1 0-1 0 0,0 0 1 0 0,0 0 0 0 0,-1 1 0 0 0,1-1 0 0 0,0 1 0 0 0,3-1 0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84 2336 0 0,'8'-20'1067'0'0,"-6"16"1519"0"0,-1 4-2555 0 0,-1-1 0 0 0,0 1 1 0 0,1 0-1 0 0,-1-1 0 0 0,1 1 1 0 0,-1 0-1 0 0,0-1 0 0 0,1 1 1 0 0,-1 0-1 0 0,0-1 0 0 0,1 1 1 0 0,-1-1-1 0 0,0 1 0 0 0,0 0 1 0 0,0-1-1 0 0,1 1 0 0 0,-1-1 1 0 0,0 1-1 0 0,0-1 0 0 0,0 1 1 0 0,0-1-1 0 0,0 1 0 0 0,0-2 1 0 0,0 2 95 0 0,0-1 0 0 0,0 1 1 0 0,0-1-1 0 0,0 1 0 0 0,1-1 1 0 0,-1 1-1 0 0,0-1 0 0 0,0 1 0 0 0,0-1 1 0 0,0 1-1 0 0,1-1 0 0 0,-1 1 1 0 0,0 0-1 0 0,0-1 0 0 0,1 1 1 0 0,-1-1-1 0 0,0 1 0 0 0,1 0 1 0 0,-1-1-1 0 0,0 1 0 0 0,1 0 1 0 0,-1-1-1 0 0,1 1 0 0 0,1 0-87 0 0,-1 0 0 0 0,0 0-1 0 0,0 1 1 0 0,1-1-1 0 0,-1 1 1 0 0,0-1 0 0 0,0 1-1 0 0,0-1 1 0 0,0 1 0 0 0,0 0-1 0 0,0 0 1 0 0,0-1 0 0 0,0 1-1 0 0,0 0 1 0 0,0 0 0 0 0,0 0-1 0 0,0 0 1 0 0,-1 0-1 0 0,1 0 1 0 0,0 0 0 0 0,-1 0-1 0 0,1 1 1 0 0,0 0 0 0 0,10 29 658 0 0,-10-26-668 0 0,0-1 192 0 0,1 1 1 0 0,3 17-56 0 0,-3-17-131 0 0,-1 0 112 0 0,5 16 16 0 0,-4-16-65 0 0,3 17 180 0 0,-3-17-64 0 0,-2-1-131 0 0,0-1-52 0 0,1-1-1 0 0,-1 1 1 0 0,-1 0 0 0 0,1 0-1 0 0,0-1 1 0 0,0 1-1 0 0,-1 0 1 0 0,0-1 0 0 0,1 1-1 0 0,-1 0 1 0 0,0-1-1 0 0,-2 4 1 0 0,1-3-7 0 0,-3-5-13 0 0,-12-5-3 0 0,13 5-30 0 0,-1-7-63 0 0,1 4 91 0 0,-7-30-14 0 0,10 30-5 0 0,1 1 1 0 0,-1-1-1 0 0,1 1 1 0 0,0-1-1 0 0,0 0 1 0 0,1 1 0 0 0,-1-1-1 0 0,1 1 1 0 0,0-1-1 0 0,2-5 1 0 0,-1 3 25 0 0,0 3-4 0 0,0-1 1 0 0,0 0 0 0 0,0 1 0 0 0,0-1 0 0 0,1 1 0 0 0,0 0 0 0 0,0 0 0 0 0,0 0 0 0 0,0 0 0 0 0,5-4 0 0 0,-5 5 1 0 0,4-5 62 0 0,-6 6-64 0 0,0 1-1 0 0,1-1 0 0 0,-1 1 1 0 0,0-1-1 0 0,1 1 1 0 0,-1 0-1 0 0,1 0 1 0 0,-1 0-1 0 0,1 0 1 0 0,0 0-1 0 0,-1 0 0 0 0,4-1 1 0 0,5-3 113 0 0,-1 1-21 0 0,0 0-1 0 0,0 0 1 0 0,0 1-1 0 0,0 0 1 0 0,1 0 0 0 0,10 0-1 0 0,-15 2-70 0 0,1 1 0 0 0,-1 0 0 0 0,1 0-1 0 0,-1 1 1 0 0,1-1 0 0 0,-1 1 0 0 0,0 0 0 0 0,0 1 0 0 0,1-1-1 0 0,-1 1 1 0 0,0 0 0 0 0,0 1 0 0 0,0-1 0 0 0,-1 1 0 0 0,6 4-1 0 0,38 34 216 0 0,-41-34-129 0 0,-5-6-111 0 0,-1 0 0 0 0,1 0-1 0 0,-1 1 1 0 0,1-1 0 0 0,-1 1 0 0 0,0 0 0 0 0,0-1-1 0 0,0 1 1 0 0,0 0 0 0 0,0-1 0 0 0,0 1 0 0 0,0 0-1 0 0,0 2 1 0 0,3 8 4 0 0,0-4-98 0 0,-1-1 0 0 0,-1 1 0 0 0,0 0 0 0 0,0 0 0 0 0,0 0 0 0 0,-1 0 0 0 0,0 0 0 0 0,0 0 0 0 0,-1 0 0 0 0,-1 0 0 0 0,-1 14 0 0 0,-23 42-1472 0 0,19-53 440 0 0,-1 1 0 0 0,0-1 0 0 0,-1 0 1 0 0,-12 12-1 0 0,13-15 163 0 0,4-4-1355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26 4388 0 0,'10'-26'7388'0'0,"-6"30"-6677"0"0,11 10-39 0 0,-10-4-85 0 0,5 63 783 0 0,5 124-159 0 0,-5-48-2199 0 0,-9-123 570 0 0,3 4-456 0 0,-1-19 197 0 0,-1-3-182 0 0,0 0 0 0 0,0 0 0 0 0,-1 0 0 0 0,0 11 0 0 0,8 2-4096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0 128 2652 0 0,'0'0'2149'0'0,"0"-4"-1265"0"0,2-16-165 0 0,-2 15-100 0 0,4 3-101 0 0,19-9-188 0 0,1 0 0 0 0,43-11 0 0 0,-36 12-791 0 0,75-24-4345 0 0,-78 26 1582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238 65 3624 0 0,'-38'-64'8787'0'0,"34"66"-8389"0"0,-1 2-313 0 0,-1 0 1 0 0,1 0 0 0 0,0 1 0 0 0,0 0 0 0 0,1 0 0 0 0,0 0 0 0 0,-1 1 0 0 0,2-1 0 0 0,-1 1 0 0 0,1 0-1 0 0,0 0 1 0 0,-4 10 0 0 0,-31 92 225 0 0,31-84-227 0 0,-79 285 65 0 0,84-304-217 0 0,1 0-39 0 0,-1 18-1156 0 0,9-34 1275 0 0,0 0 1 0 0,0-1 0 0 0,-1 0 0 0 0,-1 0-1 0 0,0-1 1 0 0,4-15 0 0 0,21-94 286 0 0,-18 70-189 0 0,-5 23-74 0 0,55-205 1436 0 0,-60 230-1198 0 0,14-4 35 0 0,-13 6-252 0 0,-3 2-53 0 0,0 0 0 0 0,0 0 0 0 0,0 0 0 0 0,0 0 0 0 0,1 0 0 0 0,-1 0 0 0 0,0-1 0 0 0,0 1 1 0 0,0 0-1 0 0,0 0 0 0 0,0 0 0 0 0,1 0 0 0 0,-1 0 0 0 0,0 0 0 0 0,0 0 0 0 0,0 0 0 0 0,1 0 0 0 0,-1 0 0 0 0,0 0 0 0 0,0 0 1 0 0,0 0-1 0 0,0 0 0 0 0,1 0 0 0 0,-1 0 0 0 0,0 0 0 0 0,0 0 0 0 0,0 0 0 0 0,0 0 0 0 0,1 1 0 0 0,-1-1 0 0 0,0 0 0 0 0,0 0 1 0 0,0 0-1 0 0,0 0 0 0 0,1 0 0 0 0,-1 0 0 0 0,0 0 0 0 0,0 1 0 0 0,0-1 0 0 0,0 0 0 0 0,0 0 0 0 0,0 0 0 0 0,0 0 0 0 0,0 0 1 0 0,0 1-1 0 0,1-1 0 0 0,-1 0 0 0 0,10 14 108 0 0,-1 0 0 0 0,0 1 0 0 0,-1-1 0 0 0,0 2 1 0 0,-1-1-1 0 0,-1 1 0 0 0,4 17 0 0 0,27 127 233 0 0,-26-104-284 0 0,8 30-47 0 0,26 158-4732 0 0,-44-239 3903 0 0,-2 2-115 0 0,1-4 770 0 0,-4 29-1723 0 0,3-30 1513 0 0,1 0 0 0 0,-1 0 0 0 0,0 0 0 0 0,0 0 0 0 0,0 0 0 0 0,0 0 0 0 0,0-1 0 0 0,0 1 0 0 0,-1 0 0 0 0,1-1 0 0 0,-2 2 0 0 0,-13 11-3834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39 300 2688 0 0,'-36'-33'3745'0'0,"33"30"-2347"0"0,4-1-950 0 0,3-14 14 0 0,-4 18-450 0 0,0 0 1 0 0,0-1-1 0 0,0 1 1 0 0,0 0-1 0 0,0 0 1 0 0,0-1-1 0 0,0 1 1 0 0,0 0-1 0 0,0 0 1 0 0,0-1-1 0 0,0 1 1 0 0,0 0-1 0 0,1 0 1 0 0,-1 0-1 0 0,0-1 1 0 0,0 1-1 0 0,0 0 1 0 0,0 0-1 0 0,1 0 1 0 0,-1-1-1 0 0,0 1 0 0 0,0 0 1 0 0,0 0-1 0 0,1 0 1 0 0,-1 0-1 0 0,0-1 1 0 0,0 1-1 0 0,1 0 1 0 0,-1 0-1 0 0,0 0 1 0 0,0 0-1 0 0,1 0 1 0 0,38-11 282 0 0,0 1 0 0 0,0 2 0 0 0,1 2 0 0 0,43-1 1 0 0,4-3-307 0 0,16-2-343 0 0,42-6-2370 0 0,234-57-1 0 0,-358 68 2674 0 0,32-17 0 0 0,-44 19 302 0 0,-5 4 524 0 0,-1-2-367 0 0,11-9 2651 0 0,-14 7-2815 0 0,-2-12-4 0 0,1 13 640 0 0,1 4-870 0 0,-1 0 1 0 0,1 0-1 0 0,0 1 0 0 0,-1-1 0 0 0,1 0 0 0 0,0 1 0 0 0,-1-1 0 0 0,1 0 0 0 0,0 1 0 0 0,0-1 0 0 0,-1 0 1 0 0,1 1-1 0 0,0-1 0 0 0,0 1 0 0 0,0-1 0 0 0,0 1 0 0 0,0-1 0 0 0,-1 0 0 0 0,1 1 0 0 0,0-1 0 0 0,0 1 1 0 0,0-1-1 0 0,0 1 0 0 0,0-1 0 0 0,1 1 0 0 0,-1 0 0 0 0,0-1 0 0 0,0 1 0 0 0,0-1 0 0 0,0 0 1 0 0,0 1-1 0 0,0-1 0 0 0,0 1 0 0 0,0-1 0 0 0,0 1 0 0 0,-1-1 0 0 0,1 0 1 0 0,0 1-1 0 0,0-1 0 0 0,0 1 0 0 0,0-1 0 0 0,-1 0 0 0 0,1 1 0 0 0,0-1 0 0 0,0 1 1 0 0,-1-1-1 0 0,1 0 0 0 0,0 1 0 0 0,0-1 0 0 0,-1 0 0 0 0,0 1 0 0 0,0 5 179 0 0,-13 124 728 0 0,11-80-746 0 0,1 3-79 0 0,1-48-67 0 0,2 0-22 0 0,0 24-19 0 0,0-24 29 0 0,1 15-11 0 0,-2-16-35 0 0,8 2-330 0 0,-7-5 354 0 0,-1-1 0 0 0,0 0 0 0 0,0 1 0 0 0,1-1 0 0 0,-1 1 0 0 0,0-1 0 0 0,0 0 0 0 0,1 1 0 0 0,-1-1 0 0 0,1 0 0 0 0,-1 1 0 0 0,0-1 0 0 0,1 0 1 0 0,-1 0-1 0 0,1 1 0 0 0,-1-1 0 0 0,1 0 0 0 0,-1 0 0 0 0,0 0 0 0 0,1 0 0 0 0,-1 1 0 0 0,1-1 0 0 0,-1 0 0 0 0,1 0 0 0 0,-1 0 0 0 0,1 0 0 0 0,-1 0 0 0 0,1 0 0 0 0,-1 0 0 0 0,1 0 0 0 0,-1-1 0 0 0,1 1 0 0 0,-1 0 0 0 0,1 0 0 0 0,0-1 0 0 0,10-7-40 0 0,0 0 1 0 0,0-1-1 0 0,-1-1 0 0 0,14-15 1 0 0,-22 22 38 0 0,1-1 39 0 0,-1 1-32 0 0,2-4 105 0 0,0 0 0 0 0,1 0 0 0 0,-1 1 0 0 0,2 0-1 0 0,-1-1 1 0 0,7-5 0 0 0,-10 16 16 0 0,7 11-1 0 0,-7-11-1 0 0,-1 1-16 0 0,3 15-21 0 0,-2-15-21 0 0,-1 0-14 0 0,10 48 46 0 0,-9-48-100 0 0,6 18-131 0 0,-5-20 75 0 0,-2-2 47 0 0,-1 0 1 0 0,1 0 0 0 0,0 0-1 0 0,0 0 1 0 0,0 0 0 0 0,0-1-1 0 0,0 1 1 0 0,0 0 0 0 0,0-1-1 0 0,1 1 1 0 0,-1-1 0 0 0,0 1-1 0 0,0-1 1 0 0,0 1 0 0 0,0-1-1 0 0,1 0 1 0 0,-1 0 0 0 0,0 0-1 0 0,0 0 1 0 0,1 1 0 0 0,-1-2-1 0 0,0 1 1 0 0,0 0 0 0 0,2 0-1 0 0,14-1 76 0 0,-14-2-82 0 0,48-78-543 0 0,-47 74 550 0 0,0 0 0 0 0,0 0 0 0 0,1 1 0 0 0,7-9-1 0 0,-9 12 41 0 0,3-4 11 0 0,-5 7-16 0 0,-1-1-1 0 0,0 1 1 0 0,0-1 0 0 0,0 1 0 0 0,0 0 0 0 0,0-1 0 0 0,1 1 0 0 0,-1-1 0 0 0,0 1 0 0 0,0 0 0 0 0,1-1 0 0 0,-1 1 0 0 0,0 0 0 0 0,0-1 0 0 0,1 1-1 0 0,-1 0 1 0 0,0-1 0 0 0,1 1 0 0 0,-1 0 0 0 0,1 0 0 0 0,-1-1 0 0 0,0 1 0 0 0,1 0 0 0 0,-1 0 0 0 0,1 0 0 0 0,-1 0 0 0 0,0 0 0 0 0,1-1-1 0 0,-1 1 1 0 0,1 0 0 0 0,-1 0 0 0 0,1 0 0 0 0,-1 0 0 0 0,1 0 0 0 0,-1 0 0 0 0,0 1 0 0 0,2-1 0 0 0,1 1-17 0 0,-1-1 19 0 0,-1 0-1 0 0,1 1 0 0 0,0 0 1 0 0,0-1-1 0 0,0 1 1 0 0,-1 0-1 0 0,1 0 0 0 0,0 0 1 0 0,-1 0-1 0 0,1 0 1 0 0,-1 0-1 0 0,1 0 0 0 0,-1 1 1 0 0,0-1-1 0 0,1 0 0 0 0,-1 1 1 0 0,0-1-1 0 0,0 1 1 0 0,0 0-1 0 0,0-1 0 0 0,0 1 1 0 0,-1 0-1 0 0,1 0 0 0 0,1 2 1 0 0,27 67-409 0 0,-27-67 153 0 0,0 0-46 0 0,6 11-47 0 0,-6-11-72 0 0,1-1-614 0 0,-1-1 849 0 0,22 13-1923 0 0,-22-15 1691 0 0,0 1 1 0 0,0-1-1 0 0,0 0 1 0 0,0 1-1 0 0,1-1 1 0 0,-1 0-1 0 0,0 0 1 0 0,0-1-1 0 0,0 1 1 0 0,3-1-1 0 0,24-6-3098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115 1 1956 0 0,'0'0'4643'0'0,"-5"1"-4147"0"0,0 0-302 0 0,0 1 0 0 0,0-1 1 0 0,1 1-1 0 0,-1 1 1 0 0,1-1-1 0 0,-1 1 0 0 0,1-1 1 0 0,0 1-1 0 0,0 0 1 0 0,0 1-1 0 0,1-1 0 0 0,-1 1 1 0 0,1-1-1 0 0,-1 1 1 0 0,-4 8-1 0 0,-24 56 962 0 0,30-63-1039 0 0,2 0-34 0 0,-4 18-36 0 0,3-17-63 0 0,2-1-42 0 0,3 14-46 0 0,-4-14-68 0 0,1-4 160 0 0,-1-1 0 0 0,1 0 1 0 0,-1 0-1 0 0,1 0 0 0 0,-1 1 1 0 0,1-1-1 0 0,-1 0 0 0 0,1 0 1 0 0,-1 1-1 0 0,0-1 1 0 0,1 0-1 0 0,-1 1 0 0 0,0-1 1 0 0,1 1-1 0 0,-1-1 0 0 0,0 0 1 0 0,1 1-1 0 0,-1-1 0 0 0,0 1 1 0 0,0-1-1 0 0,0 1 0 0 0,1-1 1 0 0,-1 1-1 0 0,0-1 0 0 0,0 1 1 0 0,0 0-1 0 0,0 0-3 0 0,0-1 1 0 0,0 1-1 0 0,0-1 1 0 0,1 1-1 0 0,-1-1 0 0 0,0 1 1 0 0,0-1-1 0 0,0 1 0 0 0,1-1 1 0 0,-1 0-1 0 0,0 1 0 0 0,0-1 1 0 0,1 1-1 0 0,-1-1 0 0 0,0 0 1 0 0,1 1-1 0 0,-1-1 0 0 0,1 0 1 0 0,-1 1-1 0 0,0-1 1 0 0,1 0-1 0 0,-1 1 0 0 0,1-1 1 0 0,-1 0-1 0 0,1 0 0 0 0,0 1 1 0 0,0-1-28 0 0,1 0-1 0 0,-1 0 1 0 0,1 1 0 0 0,-1-1 0 0 0,1 0 0 0 0,-1 1 0 0 0,1-1 0 0 0,-1 1 0 0 0,1 0-1 0 0,-1 0 1 0 0,3 1 0 0 0,-1 0-50 0 0,2 0-196 0 0,0-1 3 0 0,17 2 40 0 0,-16-2 59 0 0,0-1 33 0 0,49-11 11 0 0,-50 9 261 0 0,-1-1 60 0 0,0 1-65 0 0,-1 0 1 0 0,1-1 0 0 0,-1 1-1 0 0,0-1 1 0 0,0 0-1 0 0,0 0 1 0 0,-1 0 0 0 0,1 0-1 0 0,-1 0 1 0 0,1 0-1 0 0,-1-1 1 0 0,0 0 0 0 0,-1 1-1 0 0,1-1 1 0 0,0 0-1 0 0,1-5 1 0 0,0-50 1034 0 0,-4 53-951 0 0,-1 1 7 0 0,-3-16-43 0 0,3 16-68 0 0,1 4-71 0 0,-1-1 0 0 0,0 1 0 0 0,1-1 0 0 0,0 1 0 0 0,-1-1 0 0 0,1 1 0 0 0,0-1 0 0 0,0 0 0 0 0,-1-2 0 0 0,-1 1 71 0 0,-1 1-18 0 0,-11-3-10 0 0,11 3-34 0 0,-1 3-88 0 0,-4 1-223 0 0,1 0 1 0 0,-1 1 0 0 0,1 0 0 0 0,-1 1 0 0 0,1-1 0 0 0,0 2 0 0 0,0-1 0 0 0,-11 10 0 0 0,16-12-562 0 0,2-2 785 0 0,1 0-1 0 0,0 1 1 0 0,-1-1-1 0 0,1 0 1 0 0,-1 0-1 0 0,1 0 1 0 0,0 1-1 0 0,-1-1 1 0 0,1 0-1 0 0,0 1 1 0 0,-1-1-1 0 0,1 0 1 0 0,0 1-1 0 0,0-1 1 0 0,-1 1-1 0 0,1-1 1 0 0,0 0-1 0 0,0 1 1 0 0,0-1-1 0 0,0 1 1 0 0,-1-1-1 0 0,1 0 1 0 0,0 1-1 0 0,0-1 1 0 0,0 2-1 0 0,-3 7-922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35 3872 0 0,'0'0'1506'0'0,"2"-3"-237"0"0,-2 3-1269 0 0,4-10 4481 0 0,-22 15-3597 0 0,9 18-414 0 0,9-19-380 0 0,-2 47 123 0 0,3-46-143 0 0,0 0-45 0 0,5 16-23 0 0,-5-17-40 0 0,0-1 0 0 0,1 1 0 0 0,-1-1 0 0 0,1 0 0 0 0,0 1-1 0 0,0-1 1 0 0,0 0 0 0 0,1 0 0 0 0,-1 0 0 0 0,1-1 0 0 0,4 5 0 0 0,-5-5 2 0 0,1 0-175 0 0,1 0 5 0 0,15 3 12 0 0,-14-4 7 0 0,1-1-191 0 0,21 0 207 0 0,-20 0 5 0 0,-2-1 46 0 0,2-2 122 0 0,0 1-1 0 0,-1-1 1 0 0,1 0-1 0 0,-1-1 0 0 0,0 0 1 0 0,0 0-1 0 0,0 0 1 0 0,0 0-1 0 0,8-10 0 0 0,-6 4 169 0 0,-1 0 0 0 0,-1-1-1 0 0,1 0 1 0 0,-1 0-1 0 0,-1 0 1 0 0,6-18 0 0 0,-10 25 109 0 0,4-16 244 0 0,-3 15-425 0 0,0 0 1348 0 0,-3 1-1185 0 0,-4-9-3 0 0,-4 16 215 0 0,6 0-422 0 0,1 0 1 0 0,0 1-1 0 0,-1-1 1 0 0,1 1-1 0 0,0-1 0 0 0,1 1 1 0 0,-1 0-1 0 0,-1 4 1 0 0,-14 65-124 0 0,17-68-108 0 0,0 0-64 0 0,0 17-71 0 0,0-16-100 0 0,1-2-61 0 0,1 0 190 0 0,0 0 0 0 0,0-1 1 0 0,1 1-1 0 0,-1-1 1 0 0,1 1-1 0 0,0-1 1 0 0,0 0-1 0 0,5 4 0 0 0,-4-4-471 0 0,-3-2 636 0 0,1 0 0 0 0,0 0 0 0 0,-1-1 0 0 0,1 1 0 0 0,0-1 0 0 0,-1 1 0 0 0,1-1 0 0 0,0 0 0 0 0,0 1 0 0 0,0-1 0 0 0,-1 0 0 0 0,4 0 0 0 0,-3 0-106 0 0,4 1-623 0 0,1-1 515 0 0,0 0 0 0 0,1-1 0 0 0,-1 1 0 0 0,0-2 0 0 0,0 1 0 0 0,0-1 0 0 0,1 0 0 0 0,-2 0 0 0 0,1-1 0 0 0,0 0 0 0 0,0 0 0 0 0,6-5 0 0 0,28-31 186 0 0,10-29 3321 0 0,-49 64-2638 0 0,-2 3-419 0 0,1-1-1 0 0,-1 0 1 0 0,1 1-1 0 0,-1-1 1 0 0,1 1 0 0 0,0-1-1 0 0,0 1 1 0 0,0-1-1 0 0,0 1 1 0 0,0 0-1 0 0,0 0 1 0 0,0-1-1 0 0,0 1 1 0 0,0 0-1 0 0,2-1 1 0 0,8-12 1536 0 0,-11 14-1638 0 0,0 0 1 0 0,0 1-1 0 0,0-1 0 0 0,0 0 0 0 0,0 0 1 0 0,0 1-1 0 0,0-1 0 0 0,0 0 0 0 0,0 1 1 0 0,0-1-1 0 0,0 0 0 0 0,1 0 1 0 0,-1 1-1 0 0,0-1 0 0 0,0 0 0 0 0,0 1 1 0 0,0-1-1 0 0,0 0 0 0 0,1 0 0 0 0,-1 1 1 0 0,0-1-1 0 0,0 0 0 0 0,1 0 1 0 0,-1 0-1 0 0,0 1 0 0 0,0-1 0 0 0,1 0 1 0 0,-1 0-1 0 0,0 0 0 0 0,0 0 1 0 0,1 0-1 0 0,-1 1 0 0 0,1-1 22 0 0,-1 0 0 0 0,1 0 0 0 0,0 1 0 0 0,-1-1 0 0 0,1 0-1 0 0,-1 1 1 0 0,1-1 0 0 0,-1 1 0 0 0,1-1 0 0 0,-1 1 0 0 0,0-1 0 0 0,1 1 0 0 0,-1-1 0 0 0,1 1 0 0 0,-1-1-1 0 0,0 1 1 0 0,0 0 0 0 0,1-1 0 0 0,-1 1 0 0 0,0-1 0 0 0,0 1 0 0 0,0 0 0 0 0,1-1 0 0 0,-1 1 0 0 0,0 0-1 0 0,0-1 1 0 0,0 1 0 0 0,0 0 0 0 0,2 22 192 0 0,-2-17-21 0 0,0 0-38 0 0,-1 18-21 0 0,1-18-28 0 0,-1 0-26 0 0,0 17-30 0 0,1-18-18 0 0,-1 0 1 0 0,-1 12-2 0 0,1-13 25 0 0,1 1-42 0 0,-2 12-3 0 0,1-12-10 0 0,0-9-254 0 0,-4-13 255 0 0,5 16-13 0 0,-1-1 0 0 0,1 0-1 0 0,0 1 1 0 0,-1-1 0 0 0,1 0 0 0 0,0 1 0 0 0,0-1-1 0 0,0 0 1 0 0,0 1 0 0 0,0-1 0 0 0,1 0 0 0 0,-1 1-1 0 0,0-1 1 0 0,1 0 0 0 0,1-2 0 0 0,-1-1-6 0 0,0-2 23 0 0,0 1-1 0 0,1-1 0 0 0,-1 1 1 0 0,1-1-1 0 0,1 1 1 0 0,-1-1-1 0 0,1 1 0 0 0,0 0 1 0 0,0 0-1 0 0,1 1 0 0 0,0-1 1 0 0,0 1-1 0 0,0-1 1 0 0,0 1-1 0 0,1 0 0 0 0,0 1 1 0 0,0-1-1 0 0,1 1 0 0 0,-1 0 1 0 0,8-4-1 0 0,-8 6-7 0 0,-1-1-1 0 0,1 1 1 0 0,0 1-1 0 0,0-1 1 0 0,0 1-1 0 0,0 0 1 0 0,0 0 0 0 0,0 0-1 0 0,7 0 1 0 0,-7 1-4 0 0,-1 0 11 0 0,1 0-1 0 0,0 0 1 0 0,-1 0 0 0 0,1 1 0 0 0,-1 0 0 0 0,0 0-1 0 0,1 0 1 0 0,-1 0 0 0 0,0 1 0 0 0,8 3-1 0 0,-8-3-19 0 0,2 1 73 0 0,0 0-1 0 0,0 0 1 0 0,-1 1-1 0 0,1 0 0 0 0,-1 0 1 0 0,1 0-1 0 0,8 10 1 0 0,-12-11-48 0 0,3 2-4 0 0,-1 0 1 0 0,0 0-1 0 0,-1 0 1 0 0,1 1-1 0 0,-1-1 1 0 0,0 1-1 0 0,2 7 0 0 0,-2-7 11 0 0,-2-2-82 0 0,1 0 0 0 0,-1 0 0 0 0,0 0 0 0 0,0-1 0 0 0,-1 1 0 0 0,1 0 0 0 0,-1 0 0 0 0,1 0 0 0 0,-1 0-1 0 0,-1 0 1 0 0,1 0 0 0 0,0 0 0 0 0,-1 0 0 0 0,-2 7 0 0 0,-1 0-548 0 0,0-2-1 0 0,-1 1 1 0 0,-10 16 0 0 0,6-10-606 0 0,-3-1-861 0 0,11-15 1901 0 0,1 0-1 0 0,-1 1 1 0 0,1-1-1 0 0,0 0 1 0 0,-1 1-1 0 0,1-1 0 0 0,-1 1 1 0 0,1-1-1 0 0,0 1 1 0 0,-1-1-1 0 0,1 0 1 0 0,0 1-1 0 0,0 0 0 0 0,-1-1 1 0 0,1 1-1 0 0,0-1 1 0 0,0 1-1 0 0,0-1 0 0 0,0 1 1 0 0,0-1-1 0 0,0 2 1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22 4772 0 0,'2'-4'1437'0'0,"10"-13"5008"0"0,-9 20-5796 0 0,-1-1-545 0 0,0 0-1 0 0,0 0 0 0 0,-1 0 0 0 0,1 1 1 0 0,0-1-1 0 0,-1 1 0 0 0,0-1 1 0 0,1 1-1 0 0,-1 0 0 0 0,0-1 1 0 0,0 1-1 0 0,-1 0 0 0 0,1 0 1 0 0,0 0-1 0 0,-1-1 0 0 0,0 1 0 0 0,0 0 1 0 0,0 4-1 0 0,7 73 608 0 0,23 290-3901 0 0,-23-327-315 0 0,-3-13-1417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9 220 2660 0 0,'-7'-22'1412'0'0,"5"18"-270"0"0,3 2-1028 0 0,0 0 0 0 0,-1 1 0 0 0,1-1 0 0 0,0 0 0 0 0,0 0 0 0 0,0 1 0 0 0,0-1 0 0 0,0 1 0 0 0,0-1 0 0 0,1 1 0 0 0,-1-1 0 0 0,0 1 0 0 0,1 0 0 0 0,-1 0 0 0 0,1 0 0 0 0,0 0 0 0 0,-1 0 0 0 0,1 0 0 0 0,3-1 0 0 0,36-16 435 0 0,17-1-375 0 0,103-18 1 0 0,65 6-867 0 0,-125 18-79 0 0,157-22-3058 0 0,-174 24 769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444 747 1932 0 0,'0'0'10052'0'0,"1"-5"-9756"0"0,1-3-72 0 0,-1 0-1 0 0,-1-1 1 0 0,0 1-1 0 0,0 0 0 0 0,0-1 1 0 0,-3-14-1 0 0,-14-58 129 0 0,10 53-275 0 0,-21-90 482 0 0,27 114-420 0 0,-4-20-123 0 0,4 20 10 0 0,5 2-674 0 0,13-3 623 0 0,-13 4-10 0 0,1-1-38 0 0,15-3 22 0 0,-15 3-9 0 0,0 1 2 0 0,16-4 6 0 0,-16 3 5 0 0,1 1-3 0 0,17-3 1 0 0,-17 3 4 0 0,0-1 2 0 0,20-3-27 0 0,-20 3-4 0 0,0 1-4 0 0,48-8-208 0 0,-49 8 199 0 0,2 0-8 0 0,19-3 5 0 0,-19 2 35 0 0,-1 1 93 0 0,50-7-310 0 0,-52 8 186 0 0,3-1 4 0 0,18-2 16 0 0,-18 2 6 0 0,-1 0 9 0 0,17-1 18 0 0,-17 1 28 0 0,0 1-82 0 0,18-1 47 0 0,-18 1 5 0 0,-1 0-12 0 0,16 0 58 0 0,-15 0-25 0 0,-1 0-41 0 0,19 1 47 0 0,-18-1 0 0 0,-1 1-8 0 0,16 1 32 0 0,-16-1 66 0 0,0-1-30 0 0,13 2 54 0 0,-13-1 54 0 0,2-1-239 0 0,21 0 134 0 0,-21 0 21 0 0,-1 0-1 0 0,64 2 213 0 0,242-13 584 0 0,-72 2-668 0 0,205-2-156 0 0,221-3-492 0 0,-592 16 262 0 0,-22-2 56 0 0,-1-2 9 0 0,254-9-445 0 0,-288 11 543 0 0,-13 0 12 0 0,57-8-57 0 0,334-42 94 0 0,666-51-593 0 0,-951 93 560 0 0,494-27-104 0 0,14-2-10 0 0,-508 27 27 0 0,-84 6 59 0 0,1 1-1 0 0,31 2 0 0 0,-24 0 11 0 0,71-4 2 0 0,71-6 23 0 0,-126 7-38 0 0,-2 4 21 0 0,-30 0 11 0 0,62-4-19 0 0,-19 1 38 0 0,-7 3-27 0 0,553-2 172 0 0,-295 6-153 0 0,175 7 113 0 0,-424-8-80 0 0,1374 94-4 0 0,-472-13-5 0 0,127-22-595 0 0,-982-56 558 0 0,107 10-80 0 0,-158-11 76 0 0,-54-4 4 0 0,2-1-5 0 0,26 1-1 0 0,155 13 175 0 0,-182-13-130 0 0,22 0 10 0 0,-23 0-34 0 0,2-1-4 0 0,17 2-7 0 0,23 4-37 0 0,77 3-127 0 0,-124-9 163 0 0,175 4-23 0 0,-146-4-2 0 0,36 3 56 0 0,-59-3-5 0 0,-1 0 24 0 0,150-3-171 0 0,-149 3 109 0 0,0 0-9 0 0,18 1 35 0 0,-18 0-13 0 0,-1-1-8 0 0,15 4 17 0 0,-15-4 14 0 0,1 1 25 0 0,0 0 0 0 0,-1 0 0 0 0,1 1 0 0 0,0-1 0 0 0,-1 1 0 0 0,8 4 0 0 0,-9-5 457 0 0,-5 3-487 0 0,-3 13-2 0 0,4-13 34 0 0,-11 17 25 0 0,7 2-72 0 0,3-18 10 0 0,0 0 28 0 0,-1 47 529 0 0,3 1 1 0 0,9 73-1 0 0,1-2 175 0 0,0 90 9 0 0,16 270 333 0 0,-21-412-974 0 0,34 394 428 0 0,31-4-365 0 0,-47-330-92 0 0,8 168-1 0 0,-24 136 82 0 0,-9 117-33 0 0,4-231-182 0 0,60 439 0 0 0,30 379 298 0 0,-85 71-127 0 0,-19-949-32 0 0,-12 395 127 0 0,32-2-35 0 0,146 1541 317 0 0,-109-1394-111 0 0,7 96 205 0 0,10-307-279 0 0,58 129-233 0 0,-110-658-68 0 0,-10-57-35 0 0,-1 1 15 0 0,3 19 19 0 0,-3-19-6 0 0,1 0-28 0 0,3 14 7 0 0,-3-15-5 0 0,-1 0 16 0 0,4 12 13 0 0,-3-12-4 0 0,-1 0 1 0 0,0 14-7 0 0,0-14-15 0 0,0 1 57 0 0,0 18 64 0 0,0-18-100 0 0,-1-1-49 0 0,-1 16 38 0 0,1-16-4 0 0,0-1 7 0 0,-2 13 7 0 0,1-8-9 0 0,-3 10 18 0 0,-15 78 434 0 0,-8 108 0 0 0,20-139-386 0 0,1 25 88 0 0,6-81-142 0 0,-9 126 77 0 0,10-93-66 0 0,-4 32 61 0 0,3 18-94 0 0,1-87 6 0 0,0 0-4 0 0,1 22 0 0 0,-1-21 2 0 0,1-2-3 0 0,0 17-26 0 0,-1-17-20 0 0,0 0-72 0 0,0 15 93 0 0,0-15 22 0 0,-1-1-170 0 0,-1 18-236 0 0,0-23 420 0 0,1 0-1 0 0,0 0 0 0 0,0 1 1 0 0,0-1-1 0 0,0 0 0 0 0,-1 1 1 0 0,1-1-1 0 0,0 1 0 0 0,-1-1 1 0 0,1 1-1 0 0,0 0 0 0 0,-3-1 1 0 0,1 1-4 0 0,-2-2-15 0 0,2 0-87 0 0,-64-29-373 0 0,62 30 431 0 0,0-1-63 0 0,-68-13-139 0 0,-1 3 1 0 0,-86-3-1 0 0,155 15 181 0 0,-3-1 5 0 0,-21-1-2 0 0,22 1-5 0 0,-1 1 36 0 0,-22-1-63 0 0,23 1-6 0 0,0 0 14 0 0,-21 0 9 0 0,21 0 14 0 0,0 0 1 0 0,-18 0 1 0 0,18 0 34 0 0,2 0 3 0 0,-19 0 2 0 0,18 0-10 0 0,1 0-2 0 0,-19 0-2 0 0,19 0 14 0 0,-2 0 10 0 0,-58 1-95 0 0,-327 1-345 0 0,-504-5 123 0 0,94 32 97 0 0,190 17-206 0 0,404-30 300 0 0,-508 10-887 0 0,259-14 225 0 0,-93 22 513 0 0,280-15 211 0 0,-198 25 200 0 0,133-10-5 0 0,235-25-118 0 0,-698 54 15 0 0,685-57 1 0 0,-308 16-25 0 0,-296-19-50 0 0,386 2 65 0 0,-314 14 247 0 0,0-1-422 0 0,-277-48 397 0 0,679 6-214 0 0,-518-40 389 0 0,351 30-326 0 0,103 7 195 0 0,151 16-76 0 0,107 8-167 0 0,-1-2 17 0 0,-82-7-34 0 0,-45-4 74 0 0,106 9-24 0 0,14 4-118 0 0,-109-10 260 0 0,161 12-147 0 0,-1 1 16 0 0,-19-3 1 0 0,19 3-11 0 0,2-1-43 0 0,-15-1 42 0 0,14 2 71 0 0,1-1-67 0 0,-15-1-16 0 0,14 1 81 0 0,0 1-104 0 0,-26-4 133 0 0,-7-1-29 0 0,-40 1 1 0 0,57 0 34 0 0,16 3 149 0 0,1 0-255 0 0,-15-3 9 0 0,14 3 221 0 0,5 0-282 0 0,0 1 0 0 0,0 0 0 0 0,0-1 0 0 0,0 1 0 0 0,0 0 0 0 0,0-1 0 0 0,0 1 0 0 0,0 0 0 0 0,0-1 0 0 0,0 1 0 0 0,0 0 0 0 0,0-1 0 0 0,-1 1 0 0 0,1 0 0 0 0,0 0 0 0 0,0-1 0 0 0,0 1 0 0 0,-1 0 0 0 0,1 0 0 0 0,0-1 0 0 0,0 1 0 0 0,-1 0 0 0 0,1 0 0 0 0,0 0 0 0 0,0-1 1 0 0,-1 1-1 0 0,1 0 0 0 0,0 0 0 0 0,-1 0 0 0 0,1 0 0 0 0,-1-1 5 0 0,0 1 1 0 0,0-1 0 0 0,1 1-1 0 0,-1-1 1 0 0,0 1 0 0 0,1-1-1 0 0,-1 1 1 0 0,0-1-1 0 0,1 0 1 0 0,-1 1 0 0 0,1-1-1 0 0,-1 0 1 0 0,1 1 0 0 0,-1-1-1 0 0,1 0 1 0 0,0 0-1 0 0,-1 0 1 0 0,1 1 0 0 0,0-1-1 0 0,-1-1 1 0 0,-5-18-2 0 0,5 15-37 0 0,0 0-193 0 0,-2-18-16 0 0,2 17-77 0 0,1-1-172 0 0,1-18-1268 0 0,1 0 1 0 0,1 0-1 0 0,1 0 1 0 0,1 0 0 0 0,15-40-1 0 0,-5 26-4133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624 1 2292 0 0,'0'0'8449'0'0,"4"2"-8074"0"0,16 6 283 0 0,-19-6-603 0 0,0-1-1 0 0,0 1 1 0 0,-1 0-1 0 0,1 0 0 0 0,0 0 1 0 0,-1 0-1 0 0,0 0 1 0 0,1-1-1 0 0,-1 5 0 0 0,1-2 192 0 0,0 2-24 0 0,12 127 787 0 0,-15-37-777 0 0,-3 41 115 0 0,-31 178 0 0 0,28-256-221 0 0,-92 620 900 0 0,16-17-650 0 0,45-335-242 0 0,-36 365 17 0 0,68-619-123 0 0,-62 762 215 0 0,26-279-300 0 0,-8 282 67 0 0,17-220 106 0 0,-35 502 0 0 0,50-214 511 0 0,16-543-371 0 0,-9 559 541 0 0,4-460-514 0 0,4 846 224 0 0,25-67 296 0 0,-12-602-118 0 0,-7-376-622 0 0,16 379 16 0 0,-6-480-116 0 0,-2-66 150 0 0,10 73-166 0 0,-20-164 49 0 0,1 1-1 0 0,9 93-25 0 0,-8-78 18 0 0,-1-16-1 0 0,-1-1 1 0 0,0 49 81 0 0,0-47-90 0 0,0 0-28 0 0,-1 17 62 0 0,0-17 1 0 0,1-1 2 0 0,-3 47 190 0 0,3-47-144 0 0,-1 2 22 0 0,-7 127 536 0 0,5-113-550 0 0,3-16-17 0 0,0 1 8 0 0,0 21-7 0 0,0-21-6 0 0,0 1-4 0 0,2 116 546 0 0,4 56 345 0 0,-3-143-895 0 0,-2-31 17 0 0,-1 1 24 0 0,3 18-9 0 0,-3-18-12 0 0,1 0-11 0 0,3 16 7 0 0,-3-17-5 0 0,-1 1-11 0 0,2 15-11 0 0,-1-15 13 0 0,0-2 51 0 0,1 14-106 0 0,-1-14-50 0 0,-1 1-175 0 0,2 9 411 0 0,-6-51-24568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145 224 2280 0 0,'-6'1'1554'0'0,"-77"18"4342"0"0,78-18-4626 0 0,4-1-1231 0 0,-1 0 1 0 0,1 0-1 0 0,-1 0 1 0 0,1 0 0 0 0,-1 0-1 0 0,1 0 1 0 0,0 0-1 0 0,-1 1 1 0 0,1-1-1 0 0,-1 0 1 0 0,1 1 0 0 0,-2 0-1 0 0,0 0 50 0 0,-2 0 685 0 0,-14 6-499 0 0,15-6 1850 0 0,6 0-2108 0 0,0-1-1 0 0,-1 1 0 0 0,1 0 1 0 0,0-1-1 0 0,-1 1 1 0 0,1 0-1 0 0,-1 0 0 0 0,1 0 1 0 0,-1 0-1 0 0,2 2 0 0 0,1-1 64 0 0,3-2 14 0 0,207-17 259 0 0,-165 11-447 0 0,39-1 89 0 0,-83 6-81 0 0,2 1 40 0 0,21-1-31 0 0,-21 1-5 0 0,-1-1 41 0 0,236-16-222 0 0,280-46 146 0 0,-137 13 105 0 0,366-17-116 0 0,-281 53 18 0 0,-180 9 238 0 0,346-9-123 0 0,-259 13-3 0 0,49-2 151 0 0,-27 0-23 0 0,-104 3 110 0 0,44 3-193 0 0,-80 1 28 0 0,65-4 124 0 0,701 5 520 0 0,38 10-452 0 0,-821-11-210 0 0,240 8-80 0 0,-164 0-84 0 0,255 13 172 0 0,732 43-113 0 0,-144-73 13 0 0,-1125 3 66 0 0,72-4 64 0 0,-3 1-81 0 0,-34 1 15 0 0,-20 1-8 0 0,98-3 49 0 0,-142 6-99 0 0,20-2 17 0 0,-21 2-46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337 111 4368 0 0,'0'0'5764'0'0,"-1"4"-5553"0"0,0 0-100 0 0,-1 0-1 0 0,1 0 1 0 0,-1 0 0 0 0,0 0 0 0 0,-1-1-1 0 0,1 1 1 0 0,-1-1 0 0 0,1 1-1 0 0,-1-1 1 0 0,0 0 0 0 0,0 0 0 0 0,0 0-1 0 0,-1-1 1 0 0,-6 5 0 0 0,-2 1 319 0 0,0-1 0 0 0,0-1 0 0 0,-15 5 0 0 0,22-9 63 0 0,-1-1-284 0 0,-14 0-71 0 0,14-1 23 0 0,-16-10 267 0 0,21 9-416 0 0,1-1-1 0 0,-1 1 0 0 0,0 0 1 0 0,1-1-1 0 0,-1 1 0 0 0,0 0 0 0 0,0 0 1 0 0,0-1-1 0 0,0 1 0 0 0,0 0 1 0 0,0 0-1 0 0,-2-1 0 0 0,3 1 2 0 0,-3-2-5 0 0,2-2 44 0 0,-4-13-14 0 0,4 13-44 0 0,2-1 58 0 0,-1-1-22 0 0,1-1 1 0 0,1 1-1 0 0,0 0 0 0 0,0 0 0 0 0,0 0 0 0 0,1 0 0 0 0,-1 0 0 0 0,2 1 0 0 0,-1-1 0 0 0,8-9 0 0 0,-6 10-10 0 0,-1 1-1 0 0,1 0 1 0 0,0 0-1 0 0,1 0 1 0 0,-1 1-1 0 0,1 0 1 0 0,0 0-1 0 0,10-5 1 0 0,-12 7-16 0 0,0 1 0 0 0,1 0 0 0 0,-1 0 1 0 0,1 0-1 0 0,0 0 0 0 0,-1 1 1 0 0,1 0-1 0 0,-1 0 0 0 0,1 0 0 0 0,0 0 1 0 0,-1 1-1 0 0,1-1 0 0 0,-1 1 1 0 0,1 0-1 0 0,-1 1 0 0 0,1-1 1 0 0,6 4-1 0 0,-2 0-5 0 0,1 1 1 0 0,-1 0 0 0 0,0 0-1 0 0,-1 0 1 0 0,1 1 0 0 0,-1 1-1 0 0,-1-1 1 0 0,0 1-1 0 0,0 1 1 0 0,0-1 0 0 0,-1 1-1 0 0,0 0 1 0 0,-1 0 0 0 0,0 1-1 0 0,0 0 1 0 0,-1 0-1 0 0,0 0 1 0 0,-1 0 0 0 0,0 1-1 0 0,-1-1 1 0 0,0 1 0 0 0,1 19-1 0 0,-2-15-4 0 0,-1 0-1 0 0,0 0 1 0 0,-1 0 0 0 0,-1 0-1 0 0,0 0 1 0 0,-1 0 0 0 0,0-1-1 0 0,-1 1 1 0 0,-1-1-1 0 0,0 0 1 0 0,-1 0 0 0 0,-1 0-1 0 0,0-1 1 0 0,-1 0 0 0 0,0-1-1 0 0,-15 18 1 0 0,16-22 4 0 0,0-1-1 0 0,0 0 1 0 0,-1 0 0 0 0,1 0-1 0 0,-1-1 1 0 0,-1 0 0 0 0,1-1 0 0 0,-1 0-1 0 0,-13 5 1 0 0,8-5-135 0 0,0-1 1 0 0,0 0-1 0 0,-1-1 0 0 0,0-1 0 0 0,-27 1 0 0 0,33-4 25 0 0,0-2 0 0 0,0 1 0 0 0,0-1-1 0 0,1-1 1 0 0,0 1 0 0 0,-1-1-1 0 0,1-1 1 0 0,1 0 0 0 0,-1 0-1 0 0,1 0 1 0 0,0-1 0 0 0,-11-11 0 0 0,-20-32-207 0 0,34 41 314 0 0,1 1-1 0 0,0-1 0 0 0,1 0 1 0 0,-1 0-1 0 0,2-1 0 0 0,-1 1 1 0 0,1 0-1 0 0,0-9 0 0 0,0 12 0 0 0,11-13 184 0 0,-7 15-155 0 0,1 1-6 0 0,12-4 54 0 0,-12 4 10 0 0,3 2 28 0 0,8 1-14 0 0,-1 1 1 0 0,0 1-1 0 0,0-1 1 0 0,0 2-1 0 0,18 7 0 0 0,69 35 457 0 0,-65-29-562 0 0,1 0-1 0 0,51 14 1 0 0,-63-24-720 0 0,0-1 0 0 0,29 2 1 0 0,-43-7 62 0 0,0-1 0 0 0,0 0 1 0 0,0 0-1 0 0,-1-1 1 0 0,1 0-1 0 0,0-1 0 0 0,0-1 1 0 0,19-6-1 0 0,-9 0-1799 0 0,-15 7-1743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220 133 3076 0 0,'6'-26'1657'0'0,"-5"21"-250"0"0,-1 0-256 0 0,0 0-810 0 0,0 0 0 0 0,-1 0-1 0 0,0 0 1 0 0,0-1 0 0 0,0 1-1 0 0,0 1 1 0 0,-1-1 0 0 0,0 0-1 0 0,0 0 1 0 0,0 1 0 0 0,-1-1-1 0 0,1 1 1 0 0,-1-1-1 0 0,-4-3 1 0 0,-8-4 40 0 0,11 9 0 0 0,-1 2-1 0 0,-14-2-30 0 0,14 2-29 0 0,-1 2 24 0 0,-1 1-249 0 0,-1 0-1 0 0,1 1 1 0 0,0 0-1 0 0,-1 0 0 0 0,1 0 1 0 0,1 1-1 0 0,-1 0 1 0 0,0 1-1 0 0,1 0 0 0 0,0 0 1 0 0,0 0-1 0 0,1 0 1 0 0,-1 1-1 0 0,1 0 0 0 0,0 0 1 0 0,1 1-1 0 0,0-1 1 0 0,0 1-1 0 0,0 0 0 0 0,-3 8 1 0 0,4-7-69 0 0,0 0-1 0 0,0 0 1 0 0,0 0 0 0 0,1 0 0 0 0,1 0 0 0 0,-1 1-1 0 0,2-1 1 0 0,-1 1 0 0 0,1 15 0 0 0,1-16-42 0 0,1 0 0 0 0,-1 0-1 0 0,1 0 1 0 0,1 0 0 0 0,-1 0 0 0 0,1 0 0 0 0,1-1-1 0 0,-1 0 1 0 0,1 0 0 0 0,1 0 0 0 0,-1 0 0 0 0,1 0-1 0 0,0-1 1 0 0,1 0 0 0 0,0 0 0 0 0,0 0 0 0 0,12 8 0 0 0,23 7-269 0 0,-37-20 226 0 0,1 0 0 0 0,16 4-11 0 0,-15-4 13 0 0,0-2 0 0 0,0 0 78 0 0,0 0 0 0 0,1 0 0 0 0,-1 0 0 0 0,0-1 0 0 0,0 0 0 0 0,0-1 0 0 0,0 1 0 0 0,0-1 0 0 0,-1 0 0 0 0,1 0 0 0 0,-1-1 0 0 0,1 1 0 0 0,-1-1 0 0 0,-1-1 0 0 0,1 1 0 0 0,0-1 0 0 0,-1 1 0 0 0,0-1 0 0 0,0-1 0 0 0,-1 1 0 0 0,4-6 0 0 0,-3 5-20 0 0,-1 1 1 0 0,0 0 0 0 0,0-1-1 0 0,0 0 1 0 0,-1 1-1 0 0,1-1 1 0 0,-1 0-1 0 0,-1 0 1 0 0,1-1 0 0 0,-1 1-1 0 0,0 0 1 0 0,-1 0-1 0 0,0-1 1 0 0,0 1 0 0 0,0 0-1 0 0,0-1 1 0 0,-1 1-1 0 0,0 0 1 0 0,0 0-1 0 0,-1 0 1 0 0,0 0 0 0 0,-3-6-1 0 0,2 2-219 0 0,1 4-15 0 0,-1-1 0 0 0,0 1 0 0 0,0-1 0 0 0,0 1 0 0 0,-1 0 0 0 0,1 0 0 0 0,-2 0 0 0 0,1 1 0 0 0,-1 0 0 0 0,-7-8 0 0 0,6 8-402 0 0,-1 0-1 0 0,0 0 1 0 0,0 0 0 0 0,0 1 0 0 0,0 0 0 0 0,-1 0 0 0 0,0 1 0 0 0,1 0 0 0 0,-1 0 0 0 0,-15-2 0 0 0,-1 2-1854 0 0,18 3-1760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211 97 3728 0 0,'0'0'6198'0'0,"5"1"-6016"0"0,15 6 870 0 0,-22-3-817 0 0,-20 30 776 0 0,20-31-648 0 0,-2 0-209 0 0,-28 13 721 0 0,30-15-823 0 0,1 0-1 0 0,-1 0 1 0 0,1-1-1 0 0,-1 1 0 0 0,0-1 1 0 0,1 1-1 0 0,-1-1 0 0 0,0 0 1 0 0,1 0-1 0 0,-1 1 1 0 0,0-1-1 0 0,1 0 0 0 0,-1-1 1 0 0,0 1-1 0 0,1 0 0 0 0,-1 0 1 0 0,0-1-1 0 0,1 1 1 0 0,-1-1-1 0 0,1 1 0 0 0,-1-1 1 0 0,0 0-1 0 0,-1-1 141 0 0,1 0-165 0 0,-1-1-1 0 0,1 0 1 0 0,0 0-1 0 0,0 0 1 0 0,0 0-1 0 0,1 0 1 0 0,-1 0 0 0 0,1 0-1 0 0,0 0 1 0 0,-1-1-1 0 0,0-6 1 0 0,1 6 35 0 0,2-1 12 0 0,1-16-10 0 0,-1 16-10 0 0,0 0 12 0 0,6-15-9 0 0,-5 15-11 0 0,2 1-15 0 0,10-14-3 0 0,-11 14 2 0 0,-1 3-26 0 0,0 0-1 0 0,-1 0 1 0 0,1 0 0 0 0,0 0 0 0 0,-1 0 0 0 0,1-1 0 0 0,-1 1-1 0 0,0 0 1 0 0,1-1 0 0 0,1-2 0 0 0,1 0 5 0 0,1 3 13 0 0,15-6-13 0 0,-15 6 3 0 0,0 1-13 0 0,0 0 0 0 0,1 1 1 0 0,-1 0-1 0 0,0 0 0 0 0,0 0 0 0 0,0 0 0 0 0,0 1 1 0 0,0 0-1 0 0,0 0 0 0 0,0 0 0 0 0,-1 1 0 0 0,1 0 1 0 0,-1 0-1 0 0,1 0 0 0 0,5 5 0 0 0,-2 2 2 0 0,-1 0 0 0 0,0 0 0 0 0,0 1 0 0 0,-1 0 1 0 0,0 0-1 0 0,-1 0 0 0 0,0 1 0 0 0,-1-1 0 0 0,0 1 0 0 0,-1 0 0 0 0,-1 1 0 0 0,3 18 0 0 0,-6-16-59 0 0,0 0 0 0 0,-1 0 0 0 0,0 0-1 0 0,-1 0 1 0 0,-1-1 0 0 0,0 1 0 0 0,-1-1 0 0 0,-1 0-1 0 0,-8 15 1 0 0,9-19 15 0 0,0 0 1 0 0,-1-1 1 0 0,0 0 0 0 0,-9 11-1 0 0,6-9 5 0 0,0-1 0 0 0,0 0 0 0 0,-1 0 0 0 0,0-1-1 0 0,-1-1 1 0 0,0 0 0 0 0,0 0 0 0 0,-1-1-1 0 0,0 0 1 0 0,-25 10 0 0 0,32-16 7 0 0,-1 0-10 0 0,-19 2-27 0 0,19-2-33 0 0,0-2-47 0 0,3 1 189 0 0,0 0-110 0 0,0-1 0 0 0,0 1 0 0 0,0-1 1 0 0,0 1-1 0 0,0-1 0 0 0,0 0 0 0 0,0 0 0 0 0,1 0 0 0 0,-1-1 1 0 0,0 1-1 0 0,1-1 0 0 0,-1 1 0 0 0,1-1 0 0 0,-1 0 1 0 0,1 0-1 0 0,0 0 0 0 0,-3-3 0 0 0,-15-29-502 0 0,18 30 394 0 0,1-1 8 0 0,-4-16 23 0 0,4 16 29 0 0,1 0 11 0 0,1-5 19 0 0,1 0 1 0 0,0 0-1 0 0,0 1 0 0 0,1-1 1 0 0,4-12-1 0 0,-5 18 51 0 0,2 2-11 0 0,1-1 57 0 0,1 0-1 0 0,-1 1 1 0 0,1 0-1 0 0,-1 0 1 0 0,10-1-1 0 0,-10 2 22 0 0,0 2 4 0 0,7 1 15 0 0,1 1 0 0 0,-1 0 0 0 0,0 1 1 0 0,0 0-1 0 0,-1 1 0 0 0,1 0 0 0 0,-1 1 0 0 0,14 9 0 0 0,141 82-136 0 0,-162-95-155 0 0,18 4-376 0 0,-16-4 481 0 0,-1 0-332 0 0,1-1-116 0 0,17 1-153 0 0,-17-2-127 0 0,0 0-127 0 0,17-4-117 0 0,-17 3-24 0 0,-1-1-739 0 0,21-9-1318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76 1 2060 0 0,'0'0'7259'0'0,"-5"1"-6838"0"0,-23 4 358 0 0,25-1-445 0 0,-7 12-33 0 0,7-13-34 0 0,1 2-22 0 0,-7 15-7 0 0,6-15-44 0 0,2 0-35 0 0,-6 14 2 0 0,5-14-30 0 0,1 0-24 0 0,0 1-30 0 0,1 1-1 0 0,0 0 1 0 0,0-1-1 0 0,1 1 1 0 0,0 6-1 0 0,1-8-56 0 0,-2-5-18 0 0,0 0-1 0 0,1 0 0 0 0,-1 0 0 0 0,1 0 1 0 0,-1 0-1 0 0,1 0 0 0 0,-1 0 1 0 0,0 0-1 0 0,1 1 0 0 0,-1-1 0 0 0,0 0 1 0 0,1 0-1 0 0,-1 0 0 0 0,1 1 1 0 0,-1-1-1 0 0,0 0 0 0 0,0 0 1 0 0,1 1-1 0 0,-1-1 0 0 0,0 0 0 0 0,1 1 1 0 0,-1-1-1 0 0,0 0 0 0 0,0 1 1 0 0,1-1-1 0 0,-1 1 0 0 0,14 11 76 0 0,4-4-47 0 0,-14-6 2 0 0,2-1 16 0 0,16 3 18 0 0,-17-3 9 0 0,0 0 10 0 0,42 10 195 0 0,-43-10-206 0 0,1 1 0 0 0,57 29 355 0 0,-59-29-332 0 0,1 1-25 0 0,-1 0-95 0 0,1 1 75 0 0,0-1-1 0 0,0 1 0 0 0,0 0 1 0 0,-1-1-1 0 0,1 2 0 0 0,-1-1 1 0 0,0 0-1 0 0,-1 1 0 0 0,1-1 0 0 0,-1 1 1 0 0,1 0-1 0 0,0 5 0 0 0,0 8 19 0 0,-3-14 15 0 0,-1 1 0 0 0,0-1-58 0 0,0 1-1 0 0,-1 0 1 0 0,1-1-1 0 0,-1 1 1 0 0,0-1-1 0 0,-1 1 1 0 0,1-1-1 0 0,-1 0 1 0 0,0 0-1 0 0,0 0 1 0 0,0 0-1 0 0,0-1 1 0 0,-5 5-1 0 0,0-2-14 0 0,-1 1 0 0 0,0-1 1 0 0,0-1-1 0 0,0 1 0 0 0,-13 4 0 0 0,18-8-94 0 0,-9 2-88 0 0,13-4 91 0 0,-1 1 1 0 0,0-1 0 0 0,0 1 0 0 0,0-1 0 0 0,1 1-1 0 0,-1-1 1 0 0,0 0 0 0 0,0 1 0 0 0,0-1 0 0 0,0 0-1 0 0,0 0 1 0 0,0 0 0 0 0,0 0 0 0 0,0 0 0 0 0,0 0 0 0 0,1 0-1 0 0,-1 0 1 0 0,0 0 0 0 0,0 0 0 0 0,-2-1 0 0 0,-15-1-566 0 0,13 2-64 0 0,5-1-136 0 0,0 0 811 0 0,0 1 0 0 0,0 0 1 0 0,0-1-1 0 0,0 1 0 0 0,0 0 0 0 0,0-1 0 0 0,0 1 0 0 0,0 0 0 0 0,-1-1 0 0 0,1 1 1 0 0,0 0-1 0 0,0-1 0 0 0,0 1 0 0 0,0 0 0 0 0,-1 0 0 0 0,1-1 0 0 0,0 1 1 0 0,0 0-1 0 0,-1 0 0 0 0,1-1 0 0 0,0 1 0 0 0,0 0 0 0 0,-1 0 0 0 0,1 0 0 0 0,0-1 1 0 0,-1 1-1 0 0,1 0 0 0 0,0 0 0 0 0,-1 0 0 0 0,0 0-94 0 0,0-1-1 0 0,1 1 1 0 0,-1-1-1 0 0,0 1 1 0 0,1 0-1 0 0,-1-1 1 0 0,0 1-1 0 0,1-1 1 0 0,-1 0 0 0 0,0 1-1 0 0,1-1 1 0 0,-1 1-1 0 0,1-1 1 0 0,-1 0-1 0 0,1 0 1 0 0,0 1-1 0 0,-1-1 1 0 0,1 0-1 0 0,0 0 1 0 0,-1 1 0 0 0,1-1-1 0 0,0 0 1 0 0,0 0-1 0 0,0-1 1 0 0,-2-4-334 0 0,-2-16-2780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2 181 1680 0 0,'0'0'4100'0'0,"-1"-5"-3431"0"0,1 2-278 0 0,0 0 0 0 0,0-1 0 0 0,0 1 0 0 0,0 0 0 0 0,1 0 0 0 0,-1 0-1 0 0,1-1 1 0 0,0 1 0 0 0,0 0 0 0 0,3-6 0 0 0,-2 6 26 0 0,-2 2-371 0 0,1 0 0 0 0,0 0 0 0 0,0 0 0 0 0,-1 0-1 0 0,1 0 1 0 0,0 0 0 0 0,0 0 0 0 0,0 1-1 0 0,0-1 1 0 0,0 0 0 0 0,0 1 0 0 0,0-1 0 0 0,0 1-1 0 0,3-2 1 0 0,4-2 415 0 0,47-23 663 0 0,2 3 0 0 0,72-22 0 0 0,-120 44-1109 0 0,-4 0-199 0 0,3-1-690 0 0,1 0 0 0 0,0 1 0 0 0,0 0 1 0 0,12-1-1 0 0,-16 3-1024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117 1 4104 0 0,'0'0'7156'0'0,"-3"4"-6600"0"0,-3 8-109 0 0,0 1 0 0 0,0 0-1 0 0,1 0 1 0 0,1 0-1 0 0,0 1 1 0 0,1 0-1 0 0,-3 23 1 0 0,-1 4 55 0 0,-13 68 713 0 0,-23 109-188 0 0,40-195-1564 0 0,2-19 96 0 0,27-22-16674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105 126 4560 0 0,'0'0'4526'0'0,"-4"-2"-3692"0"0,-8-7-144 0 0,8 7 818 0 0,3-2-1107 0 0,-3-12-32 0 0,2 12 263 0 0,5-1-363 0 0,6-14-12 0 0,-7 15-30 0 0,3 0-13 0 0,7-5-32 0 0,1 0 0 0 0,0 1 0 0 0,1 1-1 0 0,25-11 1 0 0,-35 17-154 0 0,9-1 46 0 0,-10 2-66 0 0,-1-1-1 0 0,1 0 0 0 0,0 1 0 0 0,0 0 0 0 0,-1 0 0 0 0,1 0 0 0 0,0 0 0 0 0,0 0 1 0 0,0 0-1 0 0,-1 1 0 0 0,1-1 0 0 0,0 1 0 0 0,0 0 0 0 0,-1 0 0 0 0,1 0 1 0 0,-1 0-1 0 0,4 2 0 0 0,25 27 97 0 0,-29-27-70 0 0,-1 2-12 0 0,1 5-7 0 0,-1-6-12 0 0,0 0-1 0 0,0 1 1 0 0,0-1-1 0 0,-1 1 1 0 0,0-1-1 0 0,0 7 1 0 0,-1 0 5 0 0,-1-1 0 0 0,-1 0 0 0 0,1 0 0 0 0,-2 0 0 0 0,-5 12-1 0 0,-33 52 77 0 0,40-70-29 0 0,2-4-49 0 0,0 1-1 0 0,0-1 0 0 0,0 1 1 0 0,-1-1-1 0 0,1 1 0 0 0,0-1 1 0 0,0 1-1 0 0,0 0 0 0 0,-1-1 1 0 0,1 0-1 0 0,0 1 1 0 0,-1-1-1 0 0,1 1 0 0 0,0-1 1 0 0,-1 1-1 0 0,1-1 0 0 0,-1 0 1 0 0,1 1-1 0 0,0-1 0 0 0,-1 0 1 0 0,1 1-1 0 0,-1-1 1 0 0,1 0-1 0 0,-1 1 0 0 0,1-1 1 0 0,-2 0-1 0 0,2 0-3 0 0,-1 0 0 0 0,1 1 0 0 0,-1-1 0 0 0,1 0 0 0 0,-1 0 0 0 0,1 1 0 0 0,-1-1 0 0 0,1 0 0 0 0,-1 1 0 0 0,1-1 0 0 0,0 0 1 0 0,-1 1-1 0 0,1-1 0 0 0,-1 1 0 0 0,1-1 0 0 0,0 1 0 0 0,-1-1 0 0 0,1 1 0 0 0,0-1 0 0 0,0 1 0 0 0,0-1 0 0 0,-1 1 0 0 0,1-1 0 0 0,0 1 0 0 0,0-1 0 0 0,0 2 0 0 0,-12 12 187 0 0,27-23-189 0 0,-11 7 13 0 0,1 1-15 0 0,14-2-4 0 0,-14 2-8 0 0,1 0-3 0 0,17-1-1 0 0,-17 2 12 0 0,0 1 11 0 0,43 12 14 0 0,-44-11-9 0 0,-1 1 9 0 0,12 8 3 0 0,-12-9 6 0 0,-4-1-28 0 0,0-1 1 0 0,0 0 0 0 0,0 1 0 0 0,0-1 0 0 0,0 1 0 0 0,0-1 0 0 0,0 0 0 0 0,0 1 0 0 0,1-1 0 0 0,-1 0 0 0 0,0 1 0 0 0,0-1 0 0 0,0 0 0 0 0,0 1 0 0 0,0-1 0 0 0,1 0 0 0 0,-1 1 0 0 0,0-1 0 0 0,0 0 0 0 0,1 0 0 0 0,-1 1 0 0 0,0-1 0 0 0,1 0 0 0 0,-1 0 0 0 0,0 1 0 0 0,0-1 0 0 0,1 0 0 0 0,0 0 2 0 0,-1 1 1 0 0,1-1-1 0 0,-1 0 0 0 0,1 1 1 0 0,-1-1-1 0 0,1 0 1 0 0,-1 1-1 0 0,0-1 0 0 0,1 1 1 0 0,-1-1-1 0 0,0 1 0 0 0,1-1 1 0 0,-1 1-1 0 0,0-1 1 0 0,1 1-1 0 0,-1-1 0 0 0,0 1 1 0 0,0-1-1 0 0,0 1 0 0 0,0-1 1 0 0,0 1-1 0 0,1 0 1 0 0,-1-1-1 0 0,0 1 0 0 0,0-1 1 0 0,0 1-1 0 0,0-1 0 0 0,-1 1 1 0 0,1-1-1 0 0,0 2 1 0 0,0 1 5 0 0,0 0 1 0 0,-1 0-1 0 0,1 0 1 0 0,-1 0-1 0 0,1 0 1 0 0,-1 0-1 0 0,0 0 1 0 0,0 0 0 0 0,0 0-1 0 0,-1 0 1 0 0,1-1-1 0 0,-1 1 1 0 0,0 0-1 0 0,1-1 1 0 0,-1 1-1 0 0,0-1 1 0 0,-5 4 0 0 0,-10 7 40 0 0,-2 0 0 0 0,1-1 0 0 0,-2-1 0 0 0,1-1 0 0 0,-1-1 0 0 0,-1-1 0 0 0,-40 11 0 0 0,27-13-91 0 0,28-6-118 0 0,-30 0-139 0 0,29 0 50 0 0,1-1-110 0 0,-17-3-107 0 0,17 3-105 0 0,1-1-102 0 0,-12-4-91 0 0,13 4-68 0 0,3 2 788 0 0,1-1 1 0 0,0 1-1 0 0,0 0 0 0 0,0-1 1 0 0,0 1-1 0 0,0 0 0 0 0,0-1 1 0 0,0 1-1 0 0,-1 0 0 0 0,1-1 0 0 0,0 1 1 0 0,0 0-1 0 0,0 0 0 0 0,-1-1 1 0 0,1 1-1 0 0,0 0 0 0 0,0 0 0 0 0,-1-1 1 0 0,1 1-1 0 0,0 0 0 0 0,0 0 1 0 0,-1 0-1 0 0,1 0 0 0 0,0-1 0 0 0,-1 1 1 0 0,1 0-1 0 0,0 0 0 0 0,-1 0 1 0 0,-7-6-741 0 0,8-3-3262 0 0,5-13 1593 0 0,-4 17-1737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1 3948 0 0,'0'0'7684'0'0,"1"4"-7241"0"0,0-1-277 0 0,-1 0-1 0 0,0 0 1 0 0,1 1-1 0 0,-1-1 1 0 0,0 0-1 0 0,-1 0 1 0 0,1 1-1 0 0,0-1 1 0 0,-1 0-1 0 0,0 0 1 0 0,-1 4-1 0 0,0-3 482 0 0,-1 25 38 0 0,3-23-474 0 0,4 16 41 0 0,-3-18-132 0 0,2 1-51 0 0,7 9-18 0 0,1 0 0 0 0,0 0 0 0 0,1-2 0 0 0,1 1 0 0 0,24 18 0 0 0,24 23-26 0 0,-58-51 127 0 0,-1 1-52 0 0,10 13-26 0 0,-9-13-2 0 0,-2 0 2 0 0,1 1-25 0 0,-1 0-1 0 0,-1 0 0 0 0,1-1 1 0 0,-1 1-1 0 0,0 0 0 0 0,0 0 1 0 0,-1 6-1 0 0,1-6 22 0 0,-3-2-21 0 0,-5 12-7 0 0,6-12-10 0 0,-1 0-10 0 0,-2 1 11 0 0,2 0-198 0 0,0-1 0 0 0,0-1 0 0 0,-1 1-1 0 0,1 0 1 0 0,-1-1 0 0 0,0 0 0 0 0,0 1 0 0 0,1-2 0 0 0,-1 1 0 0 0,-1 0 0 0 0,1-1-1 0 0,0 0 1 0 0,0 0 0 0 0,-9 1 0 0 0,-8-2-583 0 0,16 0-43 0 0,0-1-46 0 0,-1-2-27 0 0,0-1-1 0 0,0 1 1 0 0,0-1 0 0 0,0 0 0 0 0,1-1-1 0 0,-1 1 1 0 0,1-1 0 0 0,-8-9 0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1 204 2732 0 0,'14'-39'7819'0'0,"-11"30"-8074"0"0,-1 4 915 0 0,2 2-66 0 0,10-9-100 0 0,1 1 0 0 0,0 1-1 0 0,0 0 1 0 0,1 1-1 0 0,0 1 1 0 0,26-9 0 0 0,113-32 18 0 0,-109 36-1296 0 0,-42 11 155 0 0,-3 2 599 0 0,0 1 0 0 0,-1-1 0 0 0,1 0 0 0 0,0 0 1 0 0,0 0-1 0 0,-1 0 0 0 0,1 0 0 0 0,0 0 0 0 0,0 0 0 0 0,-1 0 1 0 0,1 0-1 0 0,0 0 0 0 0,0 0 0 0 0,-1-1 0 0 0,1 1 1 0 0,0 0-1 0 0,-1 0 0 0 0,1-1 0 0 0,0 1 0 0 0,0-1 0 0 0,6-2-1592 0 0,0 2-4411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30 4356 0 0,'0'0'4627'0'0,"0"-5"-3510"0"0,-2-15-185 0 0,2 15 2575 0 0,1 10-2994 0 0,5 36 202 0 0,-2 1-1 0 0,-2 0 1 0 0,-4 50-1 0 0,-5-21-525 0 0,-9 76-193 0 0,16-142-157 0 0,-1 1-127 0 0,1 46-2384 0 0,1-48 1691 0 0,4 0-3645 0 0,4 2 4121 0 0,-2-4-3197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0 113 3144 0 0,'0'0'8208'0'0,"2"-4"-7544"0"0,3-15-34 0 0,-3 15-33 0 0,3 2-32 0 0,212-47 3038 0 0,-59 16-4961 0 0,-154 32 590 0 0,-18 25-14477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119 3 3692 0 0,'0'0'6418'0'0,"-4"-1"-5980"0"0,2 1-349 0 0,1-1 0 0 0,-1 1 0 0 0,0 0 0 0 0,1 0 0 0 0,-1-1 0 0 0,0 1 0 0 0,1 0 0 0 0,-1 0 0 0 0,0 1 0 0 0,1-1 0 0 0,-1 0 0 0 0,0 1 0 0 0,1-1 0 0 0,-1 1 0 0 0,0-1 0 0 0,1 1 0 0 0,-1 0 0 0 0,1-1 0 0 0,-3 3 0 0 0,1-1 256 0 0,0 1-25 0 0,-5 10-23 0 0,0 0 0 0 0,0 1 0 0 0,1-1 0 0 0,1 1 0 0 0,0 1 0 0 0,1-1 0 0 0,1 1 0 0 0,-5 23-1 0 0,9-33-171 0 0,-1 1-24 0 0,0 84 245 0 0,1-85-306 0 0,0-4-40 0 0,0-1-1 0 0,1 0 0 0 0,-1 0 0 0 0,0 0 0 0 0,0 0 0 0 0,1 0 0 0 0,-1 0 0 0 0,0 0 0 0 0,0 1 0 0 0,1-1 0 0 0,-1 0 1 0 0,0 0-1 0 0,0 0 0 0 0,0 1 0 0 0,1-1 0 0 0,-1 0 0 0 0,0 0 0 0 0,0 1 0 0 0,0-1 0 0 0,0 0 0 0 0,0 0 0 0 0,1 1 0 0 0,-1-1 1 0 0,0 0-1 0 0,0 0 0 0 0,0 1 0 0 0,0-1 0 0 0,0 0 0 0 0,0 0 0 0 0,0 1 0 0 0,0 0 0 0 0,0-1 7 0 0,0 0-1 0 0,0 1 1 0 0,0-1 0 0 0,0 1-1 0 0,0-1 1 0 0,0 1-1 0 0,0-1 1 0 0,1 0-1 0 0,-1 1 1 0 0,0-1-1 0 0,0 1 1 0 0,0-1 0 0 0,1 0-1 0 0,-1 1 1 0 0,0-1-1 0 0,0 1 1 0 0,1-1-1 0 0,-1 0 1 0 0,0 1 0 0 0,1-1-1 0 0,-1 0 1 0 0,0 0-1 0 0,1 1 1 0 0,-1-1-1 0 0,1 0 1 0 0,-1 0 0 0 0,0 0-1 0 0,1 1 1 0 0,-1-1-1 0 0,1 0 1 0 0,-1 0-1 0 0,0 0 1 0 0,1 0-1 0 0,-1 0 1 0 0,1 0 0 0 0,-1 0-1 0 0,1 0 1 0 0,-1 0-1 0 0,1 0 1 0 0,20-2 51 0 0,-16 1-21 0 0,0-1 10 0 0,57-32 282 0 0,-35 18-188 0 0,1 1 1 0 0,1 1 0 0 0,55-18-1 0 0,-79 31-144 0 0,1 1 50 0 0,-2 0-39 0 0,5 0 40 0 0,0 0 1 0 0,-1 0 0 0 0,16 4 0 0 0,-21-3-35 0 0,1 0 0 0 0,0 0 0 0 0,-1 0-1 0 0,1 1 1 0 0,-1-1 0 0 0,0 1 0 0 0,0 0 0 0 0,1 0 0 0 0,-1 0 0 0 0,0 0-1 0 0,-1 1 1 0 0,1-1 0 0 0,0 1 0 0 0,-1 0 0 0 0,3 3 0 0 0,10 16 139 0 0,-2 10-137 0 0,-14-22-11 0 0,1-4 1 0 0,0-2 3 0 0,-1 0 0 0 0,1 0 0 0 0,0 0-1 0 0,-1 0 1 0 0,0 0 0 0 0,0 0 0 0 0,0 0 0 0 0,-1 0 0 0 0,1 0 0 0 0,-1-1 0 0 0,0 1 0 0 0,0-1 0 0 0,-3 5 0 0 0,3-5-15 0 0,-1 2-1 0 0,0 0-1 0 0,0-1 1 0 0,0 1 0 0 0,-1-1-1 0 0,1 0 1 0 0,-1 0-1 0 0,0 0 1 0 0,-7 5 0 0 0,-2 2-23 0 0,-6 3-141 0 0,-1 1 0 0 0,-1-2 0 0 0,0-1 0 0 0,0-1 0 0 0,-1 0 0 0 0,-1-2 0 0 0,0-1 0 0 0,0 0 0 0 0,-38 6 0 0 0,56-13-359 0 0,-2-1-117 0 0,-45-8-1635 0 0,48 6 1472 0 0,-1 0-70 0 0,-3-4 722 0 0,-17-17-6258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180 77 4900 0 0,'3'-4'1935'0'0,"7"-16"1579"0"0,0-2 2225 0 0,-15 22-5435 0 0,-16-3-30 0 0,18 4-210 0 0,0 0 1 0 0,-1 0-1 0 0,1 0 1 0 0,0 0 0 0 0,0 0-1 0 0,1 0 1 0 0,-1 1 0 0 0,0 0-1 0 0,0-1 1 0 0,1 1-1 0 0,-1 0 1 0 0,1 0 0 0 0,-5 5-1 0 0,-6 4 56 0 0,1 1-1 0 0,0 1 0 0 0,1 0 1 0 0,0 0-1 0 0,1 1 0 0 0,0 1 1 0 0,1-1-1 0 0,1 2 0 0 0,-10 23 1 0 0,14-29-100 0 0,1-1-1 0 0,0 1 1 0 0,0-1 0 0 0,0 14 0 0 0,1-16-15 0 0,1-2-41 0 0,2 2-23 0 0,0-4 55 0 0,-1 0-38 0 0,0 0 0 0 0,0 1 1 0 0,1-1-1 0 0,-1 1 1 0 0,1-1-1 0 0,0 0 0 0 0,0 1 1 0 0,0-1-1 0 0,0 0 0 0 0,1 0 1 0 0,-1 0-1 0 0,1 0 1 0 0,0 0-1 0 0,0 0 0 0 0,0 0 1 0 0,0-1-1 0 0,0 1 0 0 0,1-1 1 0 0,-1 1-1 0 0,1-1 1 0 0,0 0-1 0 0,0 0 0 0 0,-1 0 1 0 0,1 0-1 0 0,0-1 0 0 0,1 1 1 0 0,-1-1-1 0 0,6 2 1 0 0,-1-2-62 0 0,0 0 0 0 0,0-1 1 0 0,0 1-1 0 0,0-2 0 0 0,0 1 0 0 0,1-1 1 0 0,-1 0-1 0 0,0-1 0 0 0,0 0 1 0 0,-1 0-1 0 0,15-7 0 0 0,-10 4 164 0 0,-1-1 0 0 0,0-1 0 0 0,0 0 0 0 0,-1 0 0 0 0,0-1 0 0 0,14-14 0 0 0,-20 18-1 0 0,0-1 0 0 0,-1 0 0 0 0,0 0 1 0 0,0 0-1 0 0,0 0 0 0 0,0-1 0 0 0,-1 1 0 0 0,0-1 0 0 0,0 1 0 0 0,0-1 0 0 0,-1 0 0 0 0,0 0 0 0 0,0 1 1 0 0,0-12-1 0 0,-2 5-273 0 0,-1 0 0 0 0,0 0 0 0 0,-1 0 0 0 0,0 1 0 0 0,-1-1 0 0 0,0 1 0 0 0,-1 0 0 0 0,0 0 0 0 0,-1 0 0 0 0,0 1 0 0 0,-1-1 0 0 0,-12-13 0 0 0,15 20-256 0 0,0 0-1 0 0,0 0 1 0 0,-1 1-1 0 0,1-1 0 0 0,-1 1 1 0 0,0 0-1 0 0,1 1 1 0 0,-1-1-1 0 0,-1 1 0 0 0,1 0 1 0 0,-6-1-1 0 0,7 1 144 0 0,-11-1-2951 0 0,-29-1-2334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28 106 3140 0 0,'0'0'1704'0'0,"-4"-1"-940"0"0,-20-2 4963 0 0,26 6-5462 0 0,1-1-214 0 0,-1 0-1 0 0,1 0 1 0 0,-1 0 0 0 0,1 0-1 0 0,0-1 1 0 0,0 1-1 0 0,0-1 1 0 0,-1 0-1 0 0,1 0 1 0 0,0 0-1 0 0,1 0 1 0 0,-1-1-1 0 0,0 1 1 0 0,0-1-1 0 0,0 0 1 0 0,0 1 0 0 0,0-1-1 0 0,6-1 1 0 0,71-7 240 0 0,-62 5-220 0 0,7 0 79 0 0,-1-2 0 0 0,0 0 1 0 0,0-2-1 0 0,41-16 0 0 0,-61 21 1 0 0,-3 2-125 0 0,1-1 0 0 0,0 0 0 0 0,0 1 0 0 0,-1-1 0 0 0,1 0 0 0 0,0 0 0 0 0,-1 1 0 0 0,1-1 0 0 0,-1-1 0 0 0,1 1 0 0 0,-1 0 0 0 0,2-2 0 0 0,-1 1 0 0 0,-1 1 0 0 0,0 0 0 0 0,1 0 0 0 0,-1 0 0 0 0,1 0 0 0 0,-1 0 0 0 0,1 0 0 0 0,-1 0 1 0 0,1 0-1 0 0,0 1 0 0 0,0-1 0 0 0,2 0 0 0 0,-3 0-2 0 0,0 0-1 0 0,0 0 1 0 0,0 0 0 0 0,0 0-1 0 0,-1 0 1 0 0,1 0 0 0 0,0-1-1 0 0,-1 1 1 0 0,1 0 0 0 0,-1 0-1 0 0,1-1 1 0 0,-1 1 0 0 0,0 0-1 0 0,1 0 1 0 0,-1-1 0 0 0,0 1-1 0 0,0-2 1 0 0,-8-12-2 0 0,6 12 205 0 0,-18 6-184 0 0,15-3-30 0 0,0 0 190 0 0,5 0-198 0 0,0 1-1 0 0,0-1 1 0 0,0 1-1 0 0,0-1 1 0 0,0 0 0 0 0,0 1-1 0 0,0-1 1 0 0,0 0-1 0 0,0 1 1 0 0,0-1-1 0 0,0 0 1 0 0,-1 1 0 0 0,1-1-1 0 0,0 0 1 0 0,0 1-1 0 0,0-1 1 0 0,-1 0-1 0 0,1 0 1 0 0,0 1 0 0 0,0-1-1 0 0,-1 0 1 0 0,1 0-1 0 0,0 0 1 0 0,-1 1-1 0 0,1-1 1 0 0,0 0 0 0 0,0 0-1 0 0,-1 1 1 0 0,0-1 17 0 0,0 0 1 0 0,0 1-1 0 0,1-1 1 0 0,-1 1-1 0 0,0-1 1 0 0,1 1-1 0 0,-1-1 1 0 0,0 1-1 0 0,1 0 1 0 0,-1-1-1 0 0,1 1 1 0 0,-1 0-1 0 0,1-1 1 0 0,-1 1-1 0 0,1 0 1 0 0,0-1-1 0 0,-1 1 1 0 0,1 0-1 0 0,0 1 1 0 0,-5 13 316 0 0,4-11-179 0 0,0 3-68 0 0,-21 225 318 0 0,15-174-1278 0 0,-3 0 0 0 0,-24 78 0 0 0,33-131-209 0 0,-1 0 0 0 0,0-1 0 0 0,0 1 1 0 0,0-1-1 0 0,-1 1 0 0 0,1-1 0 0 0,-6 7 0 0 0,7-10 883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12 136 3776 0 0,'0'0'1472'0'0,"-3"-2"-239"0"0,2 1-1065 0 0,1 1 1 0 0,-1-1 0 0 0,0 0-1 0 0,1 1 1 0 0,-1-1 0 0 0,0 1-1 0 0,1-1 1 0 0,-1 0 0 0 0,1 0-1 0 0,0 1 1 0 0,-1-1 0 0 0,1 0-1 0 0,-1 0 1 0 0,1 1 0 0 0,0-1-1 0 0,0 0 1 0 0,-1 0 0 0 0,1-1-1 0 0,1 1-114 0 0,-1 0-1 0 0,0 0 1 0 0,1 0-1 0 0,0 0 1 0 0,-1 0-1 0 0,1 1 1 0 0,-1-1-1 0 0,1 0 1 0 0,0 0-1 0 0,0 1 1 0 0,-1-1-1 0 0,1 0 1 0 0,0 1-1 0 0,0-1 1 0 0,0 1-1 0 0,0-1 1 0 0,0 1-1 0 0,0-1 1 0 0,0 1-1 0 0,0 0 1 0 0,0-1-1 0 0,0 1 1 0 0,0 0-1 0 0,0 0 1 0 0,1 0-1 0 0,267-51 269 0 0,-19 5-7741 0 0,-221 39 3480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72 0 3072 0 0,'0'0'4680'0'0,"-5"2"-4238"0"0,-15 4 2 0 0,15-4-20 0 0,2 2 8 0 0,-7 14 594 0 0,-15 35-1 0 0,23-48-744 0 0,2 1-2 0 0,-1 17-18 0 0,0-18-15 0 0,3 1-10 0 0,0-1-174 0 0,0 0 0 0 0,0 0 0 0 0,0 0-1 0 0,1 0 1 0 0,0 0 0 0 0,0-1 0 0 0,0 1 0 0 0,0-1 0 0 0,1 1 0 0 0,-1-1 0 0 0,1 0 0 0 0,8 6 0 0 0,113 52 423 0 0,-121-60-428 0 0,0 1-9 0 0,15 6 4 0 0,-14-6-10 0 0,-2-1-3 0 0,8 7-8 0 0,-8-7 17 0 0,-2 2-10 0 0,4 11 14 0 0,-4-11-4 0 0,-3-1-20 0 0,-5 10-22 0 0,6-9 0 0 0,-4-1-2 0 0,-3 4-125 0 0,-1-1-1 0 0,0 0 0 0 0,0-1 1 0 0,0 1-1 0 0,-1-2 1 0 0,-19 7-1 0 0,-23 0-1858 0 0,47-10 938 0 0,-2-2-381 0 0,-1 1 880 0 0,-5-2-91 0 0,-3-3-2672 0 0,-3-2-1512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0 178 3816 0 0,'5'-3'1357'0'0,"34"-21"1264"0"0,67-28 1 0 0,72-10-2205 0 0,-57 30-4352 0 0,-100 27 1404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98 5 3376 0 0,'0'0'5657'0'0,"-4"0"-5137"0"0,-15-4-57 0 0,14 3-127 0 0,2 4 47 0 0,-34 21 901 0 0,34-21-1040 0 0,1-2-158 0 0,0 0 0 0 0,1 1 0 0 0,-1-1 0 0 0,0 1 0 0 0,1-1-1 0 0,0 1 1 0 0,-1-1 0 0 0,1 1 0 0 0,0 0 0 0 0,0 0 0 0 0,0 0 0 0 0,0 0 0 0 0,0-1 0 0 0,0 1 0 0 0,0 0-1 0 0,0 3 1 0 0,-3 5 438 0 0,5-6-310 0 0,0 0-162 0 0,0-1 1 0 0,0 0-1 0 0,1 1 0 0 0,-1-1 1 0 0,1 0-1 0 0,0 0 1 0 0,0 0-1 0 0,0 0 0 0 0,0-1 1 0 0,1 1-1 0 0,-1 0 1 0 0,5 2-1 0 0,0 1 34 0 0,1-1-1 0 0,-1 0 1 0 0,1-1 0 0 0,14 6-1 0 0,168 67 90 0 0,-151-53-133 0 0,-30-17-26 0 0,-6-5 2 0 0,-3-1-16 0 0,0-1-1 0 0,1 1 0 0 0,-1-1 0 0 0,0 1 0 0 0,0-1 0 0 0,0 1 1 0 0,0-1-1 0 0,0 0 0 0 0,0 1 0 0 0,1-1 0 0 0,-1 1 0 0 0,0-1 0 0 0,0 0 1 0 0,1 1-1 0 0,-1-1 0 0 0,0 1 0 0 0,0-1 0 0 0,1 0 0 0 0,-1 1 1 0 0,0-1-1 0 0,1 0 0 0 0,-1 0 0 0 0,1 1 0 0 0,-1-1 0 0 0,0 0 1 0 0,2 1-1 0 0,-2-1 8 0 0,1 0 1 0 0,-1 0 0 0 0,1 1 0 0 0,-1-1 0 0 0,1 0-1 0 0,-1 1 1 0 0,1-1 0 0 0,-1 1 0 0 0,1-1-1 0 0,-1 1 1 0 0,0-1 0 0 0,1 1 0 0 0,-1-1-1 0 0,0 1 1 0 0,1-1 0 0 0,-1 1 0 0 0,0-1 0 0 0,0 1-1 0 0,1-1 1 0 0,-1 1 0 0 0,0 0 0 0 0,0-1-1 0 0,0 1 1 0 0,0-1 0 0 0,0 1 0 0 0,0 0-1 0 0,0-1 1 0 0,0 1 0 0 0,0-1 0 0 0,0 1 0 0 0,0 0-1 0 0,0-1 1 0 0,-1 2 0 0 0,1 1-13 0 0,0 0 3 0 0,0 0-1 0 0,-1 0 1 0 0,1-1 0 0 0,-1 1 0 0 0,0 0-1 0 0,0-1 1 0 0,1 1 0 0 0,-2 0 0 0 0,1-1-1 0 0,0 1 1 0 0,0-1 0 0 0,-1 0-1 0 0,0 1 1 0 0,1-1 0 0 0,-1 0 0 0 0,0 0-1 0 0,0 0 1 0 0,-3 2 0 0 0,-18 12 23 0 0,0 0 0 0 0,-40 18 0 0 0,50-27-296 0 0,0-2-1 0 0,0 0 1 0 0,0 0-1 0 0,0-1 1 0 0,-1-1-1 0 0,0 0 1 0 0,-20 2 0 0 0,27-6-485 0 0,0 0 1 0 0,0 0-1 0 0,1 0 1 0 0,-1 0-1 0 0,0-1 1 0 0,-9-4-1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0 104 3368 0 0,'14'-8'877'0'0,"1"0"0"0"0,-1 1 0 0 0,1 1 0 0 0,1 1 0 0 0,16-4 0 0 0,84-13 384 0 0,-55 12-588 0 0,113-13-943 0 0,-60 18-6485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361 145 3356 0 0,'0'0'1818'0'0,"2"-5"-301"0"0,4-11-245 0 0,-5 12 784 0 0,-3-1-1277 0 0,1 1-616 0 0,-1 1 1 0 0,0-1-1 0 0,0 0 1 0 0,-1 0-1 0 0,1 1 0 0 0,-1-1 1 0 0,1 1-1 0 0,-1 0 1 0 0,0 0-1 0 0,0 0 1 0 0,-1 0-1 0 0,1 1 1 0 0,-1-1-1 0 0,1 1 1 0 0,-1 0-1 0 0,-7-4 1 0 0,1 2-45 0 0,1 0 1 0 0,-1 1 0 0 0,0 0 0 0 0,1 0 0 0 0,-1 1-1 0 0,-1 0 1 0 0,1 1 0 0 0,0 0 0 0 0,0 1 0 0 0,0 0 0 0 0,-1 1-1 0 0,1 0 1 0 0,0 0 0 0 0,0 1 0 0 0,0 0 0 0 0,-13 5-1 0 0,-32 23 248 0 0,50-26-347 0 0,-1 1 0 0 0,1 0 0 0 0,1 0 0 0 0,-1 0 0 0 0,1 0 0 0 0,0 0 1 0 0,0 1-1 0 0,-5 9 0 0 0,6-10-1 0 0,-3 7 20 0 0,-10 34 5 0 0,15-36-32 0 0,1-1 2 0 0,-1-2-10 0 0,0 0 1 0 0,1 1-1 0 0,0-1 1 0 0,0 1-1 0 0,1-1 0 0 0,2 11 1 0 0,-2-11-5 0 0,0-2 2 0 0,1 0 1 0 0,-1 0-1 0 0,1-1 0 0 0,0 1 0 0 0,1-1 0 0 0,-1 0 1 0 0,1 1-1 0 0,0-1 0 0 0,0 0 0 0 0,6 6 0 0 0,-6-6 0 0 0,1 0-11 0 0,1 0 1 0 0,-1-1-1 0 0,1 0 0 0 0,0 0 1 0 0,0 0-1 0 0,0 0 0 0 0,0-1 0 0 0,0 1 1 0 0,0-1-1 0 0,1-1 0 0 0,-1 1 1 0 0,1-1-1 0 0,-1 0 0 0 0,1 0 1 0 0,9 0-1 0 0,-6-2-14 0 0,0 1 0 0 0,0-2 0 0 0,0 1 0 0 0,0-1 0 0 0,0 0 1 0 0,0-1-1 0 0,-1 0 0 0 0,1-1 0 0 0,-1 0 0 0 0,0 0 0 0 0,0 0 0 0 0,-1-1 0 0 0,1 0 1 0 0,-1-1-1 0 0,7-7 0 0 0,-10 10 20 0 0,0-1-1 0 0,0 1 1 0 0,-1-1 0 0 0,0 0 0 0 0,0-1 0 0 0,0 1-1 0 0,0 0 1 0 0,-1-1 0 0 0,0 0 0 0 0,0 1 0 0 0,0-1-1 0 0,0 0 1 0 0,1-6 0 0 0,11-47-46 0 0,-15 34-43 0 0,0 15 51 0 0,1-4-148 0 0,-3-11-42 0 0,-3 7-310 0 0,5 10 348 0 0,1 5 116 0 0,0 0 0 0 0,0 0 0 0 0,-1 0 0 0 0,1 0 0 0 0,-1 0 0 0 0,0 0 0 0 0,1 0 0 0 0,-1 0 0 0 0,0 0 0 0 0,0 0 0 0 0,0 1-1 0 0,0-1 1 0 0,0 0 0 0 0,-1 1 0 0 0,-1-3 0 0 0,0-2-226 0 0,2 4 163 0 0,0 0 1 0 0,0-1-1 0 0,-1 1 0 0 0,1 0 0 0 0,-1 1 0 0 0,1-1 1 0 0,-1 0-1 0 0,1 0 0 0 0,-1 1 0 0 0,0-1 0 0 0,0 1 1 0 0,0-1-1 0 0,-3-1 0 0 0,-3-3-904 0 0,0 1-1 0 0,-1 0 1 0 0,0 0-1 0 0,-13-5 1 0 0,-4 2-4661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3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194 156 3448 0 0,'0'0'10057'0'0,"-2"-2"-9875"0"0,0 1-151 0 0,1 0 0 0 0,-1 0 0 0 0,1 0 0 0 0,0 0 1 0 0,0 0-1 0 0,0-1 0 0 0,0 1 0 0 0,0 0 1 0 0,0-1-1 0 0,0 1 0 0 0,0 0 0 0 0,0-1 0 0 0,0 1 1 0 0,1-1-1 0 0,-1 0 0 0 0,1 1 0 0 0,-1-1 0 0 0,1 1 1 0 0,0-1-1 0 0,-1 0 0 0 0,1 1 0 0 0,0-1 1 0 0,0 0-1 0 0,0 1 0 0 0,0-1 0 0 0,1 0 0 0 0,0-2 1 0 0,1-3-8 0 0,0 0 0 0 0,0 0 1 0 0,1 0-1 0 0,0 0 1 0 0,1 0-1 0 0,-1 1 0 0 0,1 0 1 0 0,6-8-1 0 0,0 6 12 0 0,-1 1-1 0 0,2 0 1 0 0,20-12 0 0 0,-27 18-49 0 0,3 1-32 0 0,1 0 49 0 0,0 1-1 0 0,0 1 0 0 0,-1-1 1 0 0,1 1-1 0 0,0 1 0 0 0,-1 0 1 0 0,1 0-1 0 0,-1 0 0 0 0,0 1 1 0 0,0-1-1 0 0,0 2 0 0 0,0-1 1 0 0,-1 1-1 0 0,0 0 0 0 0,0 1 1 0 0,0-1-1 0 0,-1 1 0 0 0,1 0 1 0 0,-1 1-1 0 0,-1-1 0 0 0,1 1 1 0 0,-1 0-1 0 0,4 10 0 0 0,-5-13-2 0 0,-1 0-1 0 0,0 1 1 0 0,1-1-1 0 0,-2 0 1 0 0,1 1-1 0 0,0-1 0 0 0,-1 1 1 0 0,2 8-1 0 0,-2-4 3 0 0,1 2-7 0 0,-1 1-1 0 0,0-1 1 0 0,0 1 0 0 0,-1-1-1 0 0,-1 1 1 0 0,0-1 0 0 0,-1 0-1 0 0,0 1 1 0 0,0-1 0 0 0,-1 0-1 0 0,0 0 1 0 0,-1 0 0 0 0,-8 14-1 0 0,3-9-26 0 0,0-1-1 0 0,-2 0 0 0 0,1-1 0 0 0,-2 0 0 0 0,0-1 0 0 0,0 0 1 0 0,-2-1-1 0 0,1-1 0 0 0,-1 0 0 0 0,-1 0 0 0 0,0-1 1 0 0,0-1-1 0 0,-1-1 0 0 0,0 0 0 0 0,-1-1 0 0 0,0-1 0 0 0,-32 8 1 0 0,43-13-13 0 0,0 0 0 0 0,-1-1 1 0 0,1 1-1 0 0,0-1 0 0 0,-1 0 1 0 0,1-1-1 0 0,0 1 0 0 0,-1-1 1 0 0,1-1-1 0 0,0 1 0 0 0,0-1 1 0 0,0 0-1 0 0,0 0 0 0 0,0-1 1 0 0,0 0-1 0 0,1 0 0 0 0,-7-4 1 0 0,8 3 18 0 0,0-1 0 0 0,1 1 0 0 0,-1-1 0 0 0,1 1 0 0 0,0-1 0 0 0,0 0 0 0 0,0 0 0 0 0,0-1 0 0 0,1 1 0 0 0,0-1 0 0 0,0 1 0 0 0,-1-11 0 0 0,2 11-22 0 0,1 4 42 0 0,1 1 1 0 0,-1-1-1 0 0,0 0 0 0 0,1 0 0 0 0,-1 0 1 0 0,0 0-1 0 0,1 1 0 0 0,-1-1 0 0 0,0 0 1 0 0,0 0-1 0 0,0 0 0 0 0,0 0 0 0 0,0 0 1 0 0,0 0-1 0 0,0 0 0 0 0,0 0 0 0 0,0 1 1 0 0,-1-2-1 0 0,1 0 0 0 0,0 0 0 0 0,0 1-1 0 0,-1-1 1 0 0,1 1 0 0 0,0-1 0 0 0,0 0-1 0 0,1 1 1 0 0,-1-1 0 0 0,0 1 0 0 0,0-1 0 0 0,1 0-1 0 0,-1 1 1 0 0,2-3 0 0 0,-1-1 0 0 0,1 1-1 0 0,-1-1 1 0 0,1 1 0 0 0,1-1-1 0 0,-1 1 1 0 0,1 0 0 0 0,-1 0-1 0 0,1 0 1 0 0,1 0 0 0 0,-1 0-1 0 0,0 0 1 0 0,1 1 0 0 0,7-6-1 0 0,-4 6 4 0 0,-1 0-1 0 0,1 1 1 0 0,0 0 0 0 0,-1 0-1 0 0,1 1 1 0 0,0-1 0 0 0,0 2-1 0 0,0-1 1 0 0,1 1 0 0 0,-1 0-1 0 0,0 0 1 0 0,0 1 0 0 0,0 0-1 0 0,0 0 1 0 0,0 1 0 0 0,12 4-1 0 0,13 6 89 0 0,1 1-1 0 0,-1 2 0 0 0,-1 1 1 0 0,-1 2-1 0 0,-1 0 1 0 0,48 41-1 0 0,-73-55-81 0 0,33 24-102 0 0,8-7-1411 0 0,-40-20 941 0 0,-5-1 523 0 0,1-1 1 0 0,-1 1 0 0 0,1-1-1 0 0,-1 1 1 0 0,0 0-1 0 0,1-1 1 0 0,0 1 0 0 0,-1 0-1 0 0,1-1 1 0 0,-1 1 0 0 0,1 0-1 0 0,-1 0 1 0 0,1 0-1 0 0,0-1 1 0 0,-1 1 0 0 0,1 0-1 0 0,-1 0 1 0 0,1 0-1 0 0,0 0 1 0 0,-1 0 0 0 0,1 0-1 0 0,-1 0 1 0 0,2 1 0 0 0,-1-1-77 0 0,1 0-1 0 0,-1 0 1 0 0,1 0 0 0 0,-1 0 0 0 0,0 0 0 0 0,1 0 0 0 0,-1-1 0 0 0,1 1 0 0 0,-1 0 0 0 0,0-1 0 0 0,1 1 0 0 0,-1-1 0 0 0,2 0-1 0 0,2-1-347 0 0,13-8-3143 0 0,1-3-816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46 138 3896 0 0,'0'0'2393'0'0,"-5"-1"-1426"0"0,-15-1-111 0 0,15 1 1911 0 0,-8-14-2219 0 0,10 12-145 0 0,5-1-227 0 0,1-2-117 0 0,-1 1 0 0 0,1-1 0 0 0,1 1-1 0 0,-1 0 1 0 0,1 0 0 0 0,0 0 0 0 0,0 0-1 0 0,1 1 1 0 0,-1 0 0 0 0,9-7-1 0 0,51-28 293 0 0,-60 37-322 0 0,1 0-12 0 0,15-4-3 0 0,-15 4 6 0 0,0 2 5 0 0,16 0-18 0 0,-19 1-4 0 0,0 0 0 0 0,0-1 0 0 0,0 1 0 0 0,-1 0 0 0 0,1 0 0 0 0,0 0 0 0 0,0 1 0 0 0,0-1 0 0 0,-1 0 0 0 0,1 1 0 0 0,-1-1 0 0 0,1 1 1 0 0,-1 0-1 0 0,0-1 0 0 0,1 1 0 0 0,-1 0 0 0 0,0 0 0 0 0,0-1 0 0 0,0 1 0 0 0,1 4 0 0 0,-2-5-4 0 0,1 0 0 0 0,0 0 0 0 0,-1 1-1 0 0,1-1 1 0 0,0 0 0 0 0,-1 1 0 0 0,0-1 0 0 0,1 1-1 0 0,-1-1 1 0 0,0 1 0 0 0,0-1 0 0 0,0 0-1 0 0,0 1 1 0 0,0-1 0 0 0,0 1 0 0 0,0 1 0 0 0,0 1 0 0 0,0 1 6 0 0,0 1 3 0 0,0 5-6 0 0,0-4-1 0 0,-1 1-1 0 0,1-1 0 0 0,-1 1 1 0 0,0-1-1 0 0,-1 1 0 0 0,0-1 1 0 0,-5 14-1 0 0,-18 43-45 0 0,24-61 63 0 0,-2 1 12 0 0,0 0 0 0 0,1 0 1 0 0,-1 0-1 0 0,1 1 1 0 0,0-1-1 0 0,-2 9 1 0 0,2-10 204 0 0,7-3-227 0 0,13-2-9 0 0,-13 1 146 0 0,0 0-130 0 0,18-1-12 0 0,-18 2-36 0 0,2 0-36 0 0,20 0 53 0 0,-23 0 14 0 0,1 1 0 0 0,-1-1 0 0 0,1 1 0 0 0,0 0 0 0 0,-1 1-1 0 0,0-1 1 0 0,1 1 0 0 0,-1 0 0 0 0,6 3 0 0 0,-2-1-33 0 0,-4-2 37 0 0,0 1 0 0 0,0-1 0 0 0,0 1 0 0 0,0-1 1 0 0,-1 1-1 0 0,1 0 0 0 0,-1 1 0 0 0,0-1 1 0 0,0 1-1 0 0,0-1 0 0 0,-1 1 0 0 0,1 0 0 0 0,-1 0 1 0 0,0 0-1 0 0,3 6 0 0 0,-2-2 1 0 0,-1-5 3 0 0,-2 2 4 0 0,0 0-10 0 0,0 1 0 0 0,-1-1 0 0 0,1 1 0 0 0,-1-1 0 0 0,0 0 1 0 0,-1 1-1 0 0,1-1 0 0 0,-1 0 0 0 0,0 0 0 0 0,-1 0 0 0 0,1 0 0 0 0,-5 6 1 0 0,2-4 3 0 0,-1-1 1 0 0,1 0 0 0 0,-1 0 0 0 0,-1 0 0 0 0,1-1 0 0 0,-1 0 0 0 0,0 0 0 0 0,0 0 0 0 0,0-1-1 0 0,-1 0 1 0 0,-14 5 0 0 0,-8 0 10 0 0,25-8-2 0 0,-1 0-3 0 0,5-1-17 0 0,-4 1-130 0 0,0-1-1 0 0,0 0 0 0 0,0 1 1 0 0,0-1-1 0 0,0-1 0 0 0,0 1 1 0 0,1-1-1 0 0,-1 0 0 0 0,0 0 1 0 0,0 0-1 0 0,1-1 0 0 0,-1 0 1 0 0,0 1-1 0 0,1-2 1 0 0,0 1-1 0 0,-1 0 0 0 0,1-1 1 0 0,0 0-1 0 0,1 0 0 0 0,-1 0 1 0 0,0-1-1 0 0,-4-4 0 0 0,6 5-62 0 0,-16-21-1858 0 0,9 0-2088 0 0,5 2 18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174 92 3432 0 0,'0'0'5591'0'0,"-1"5"-5322"0"0,0-1-159 0 0,0-1 1 0 0,0 0-1 0 0,-1 0 0 0 0,1 0 1 0 0,-1 1-1 0 0,1-2 0 0 0,-1 1 1 0 0,0 0-1 0 0,0 0 0 0 0,-4 3 1 0 0,3-3 549 0 0,-14 6-300 0 0,13-7 344 0 0,-22-5-450 0 0,21 3-68 0 0,3-2-175 0 0,1 1 1 0 0,-1-1-1 0 0,1 0 1 0 0,0 0-1 0 0,0 0 1 0 0,-1 1 0 0 0,1-1-1 0 0,0 0 1 0 0,1 0-1 0 0,-1-1 1 0 0,0 1-1 0 0,1 0 1 0 0,-1 0-1 0 0,1 0 1 0 0,-1 0-1 0 0,1-1 1 0 0,0 1-1 0 0,0 0 1 0 0,0 0-1 0 0,0-1 1 0 0,1 1 0 0 0,-1 0-1 0 0,0 0 1 0 0,1 0-1 0 0,0 0 1 0 0,-1 0-1 0 0,1-1 1 0 0,0 1-1 0 0,0 0 1 0 0,0 1-1 0 0,0-1 1 0 0,1 0-1 0 0,-1 0 1 0 0,3-3-1 0 0,3-2-10 0 0,0 0-1 0 0,0 0 1 0 0,0 0 0 0 0,1 1-1 0 0,17-11 1 0 0,-20 14 11 0 0,0 1 0 0 0,1-1 0 0 0,-1 1 0 0 0,1 0 0 0 0,0 0 0 0 0,0 1 0 0 0,8-2 0 0 0,-10 3-10 0 0,1-1 0 0 0,2 1 8 0 0,-2 0-12 0 0,-2 0 8 0 0,1-1 1 0 0,0 1-1 0 0,0 1 0 0 0,0-1 0 0 0,0 0 0 0 0,-1 1 0 0 0,1 0 0 0 0,0 0 0 0 0,-1 0 0 0 0,1 0 0 0 0,0 1 0 0 0,-1-1 0 0 0,1 1 0 0 0,-1 0 0 0 0,5 3 1 0 0,-3-2 3 0 0,-3-2-6 0 0,-1 0-1 0 0,1 0 1 0 0,0 0 0 0 0,-1 1 0 0 0,1-1 0 0 0,-1 0-1 0 0,0 1 1 0 0,1-1 0 0 0,-1 1 0 0 0,0-1 0 0 0,0 1-1 0 0,0 0 1 0 0,2 3 0 0 0,23 55-113 0 0,-25-57 116 0 0,0 0 0 0 0,0 0 1 0 0,0 0-1 0 0,0 0 1 0 0,-1 0-1 0 0,1 1 1 0 0,-1-1-1 0 0,0 0 1 0 0,0 6-1 0 0,-1 0 5 0 0,2 5-5 0 0,-2 0 0 0 0,1 0 0 0 0,-2 0 1 0 0,0 0-1 0 0,-1 0 0 0 0,-8 25 1 0 0,2-12-7 0 0,-2-2 1 0 0,-17 30 0 0 0,20-38-3 0 0,-2 0 1 0 0,0-1 0 0 0,-2 0 0 0 0,1-1 0 0 0,-2-1 0 0 0,0 1 0 0 0,-25 20 0 0 0,33-31 7 0 0,0 0-1 0 0,0-1 1 0 0,-1 1 0 0 0,1-1-1 0 0,-9 3 1 0 0,4-1 54 0 0,6-3-52 0 0,-24 2-62 0 0,23-4 19 0 0,1-1 14 0 0,-1-1 16 0 0,1 0 1 0 0,-1 0-1 0 0,1 0 1 0 0,0 0 0 0 0,0-1-1 0 0,0 0 1 0 0,0 0 0 0 0,0 0-1 0 0,1 0 1 0 0,-1 0-1 0 0,1-1 1 0 0,0 0 0 0 0,-5-7-1 0 0,-10-32 70 0 0,17 38-56 0 0,1 4-8 0 0,1 1 0 0 0,-1-1-1 0 0,0 1 1 0 0,0-1 0 0 0,1 1 0 0 0,-1-1 0 0 0,0 1-1 0 0,0-1 1 0 0,0 0 0 0 0,0 1 0 0 0,0-1-1 0 0,0 1 1 0 0,0-1 0 0 0,0 0 0 0 0,0 1-1 0 0,0-1 1 0 0,0 1 0 0 0,0-1 0 0 0,0 0-1 0 0,0 1 1 0 0,-1-2 0 0 0,1 2-2 0 0,0-1 0 0 0,-1 0 1 0 0,1 0-1 0 0,0 0 0 0 0,0 0 1 0 0,0 0-1 0 0,0 0 0 0 0,0 0 1 0 0,0 0-1 0 0,0 0 0 0 0,0 0 0 0 0,0 0 1 0 0,1 0-1 0 0,-1 0 0 0 0,0 0 1 0 0,1 0-1 0 0,-1 0 0 0 0,0 0 1 0 0,1-1-1 0 0,6-14-13 0 0,-5 12 3 0 0,1 1 18 0 0,2 0-5 0 0,-1-1 1 0 0,1 2-1 0 0,0-1 0 0 0,0 0 0 0 0,0 1 1 0 0,9-3-1 0 0,-9 4 14 0 0,1 1 25 0 0,10 2 15 0 0,0 0 0 0 0,-1 2 0 0 0,0-1 0 0 0,0 2 1 0 0,16 6-1 0 0,26 18-2 0 0,44 20-392 0 0,-97-48-7 0 0,17 4-445 0 0,-15-3 608 0 0,0-1-456 0 0,0 0-84 0 0,9-2-972 0 0,1-1-1 0 0,-1 0 0 0 0,27-8 0 0 0,-37 8-2401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152 31 2652 0 0,'0'0'2568'0'0,"-4"-1"-1579"0"0,2 1-866 0 0,0-1 1 0 0,0 1-1 0 0,0-1 0 0 0,0 1 0 0 0,0 0 0 0 0,0 0 1 0 0,0 0-1 0 0,0 0 0 0 0,0 0 0 0 0,0 0 0 0 0,0 1 1 0 0,0-1-1 0 0,0 1 0 0 0,0-1 0 0 0,0 1 0 0 0,0 0 0 0 0,1 0 1 0 0,-1 0-1 0 0,0 0 0 0 0,0 0 0 0 0,1 0 0 0 0,-1 0 1 0 0,1 0-1 0 0,-1 1 0 0 0,-1 1 0 0 0,-9 9 290 0 0,0 0 0 0 0,1 0-1 0 0,0 1 1 0 0,1 1 0 0 0,0 0-1 0 0,2 0 1 0 0,-9 17 0 0 0,11-8-7 0 0,6-17-343 0 0,-1-1 114 0 0,1 2-19 0 0,0-6-154 0 0,0 6 26 0 0,1 0 1 0 0,-1 0 0 0 0,1 0-1 0 0,0 0 1 0 0,1 0 0 0 0,-1 0-1 0 0,1 0 1 0 0,1 0 0 0 0,-1 0-1 0 0,1-1 1 0 0,1 1 0 0 0,-1-1 0 0 0,1 0-1 0 0,0 0 1 0 0,6 7 0 0 0,21 14 0 0 0,-28-24-25 0 0,-1-3-7 0 0,-1 0 0 0 0,1 1 0 0 0,0-1 0 0 0,-1 0 0 0 0,1 1 0 0 0,-1 0 0 0 0,1-1 0 0 0,-1 1 0 0 0,1 0 0 0 0,-1-1 0 0 0,0 1 0 0 0,2 2 0 0 0,1-1-2 0 0,1 0-9 0 0,-1-1 29 0 0,15 1 3 0 0,-17-2-15 0 0,-1 0-1 0 0,0 1 1 0 0,1-1-1 0 0,-1 0 1 0 0,1 0-1 0 0,-1 0 1 0 0,1 0-1 0 0,-1-1 1 0 0,1 1-1 0 0,-1 0 1 0 0,1 0-1 0 0,-1-1 1 0 0,2 0-1 0 0,2-1 7 0 0,-1 1 15 0 0,0-1-7 0 0,1-1-12 0 0,-1-1-1 0 0,1 1 1 0 0,-1-1-1 0 0,0 0 1 0 0,0 0-1 0 0,0 0 1 0 0,-1-1-1 0 0,1 1 1 0 0,-1-1 0 0 0,0 0-1 0 0,4-10 1 0 0,-2-3-261 0 0,-1-1 1 0 0,0 0-1 0 0,-2-1 1 0 0,0 1-1 0 0,-1 0 1 0 0,-1-1 0 0 0,-3-28-1 0 0,2 42-15 0 0,-3-21-366 0 0,-2 8-332 0 0,5 16 750 0 0,-8-25-1433 0 0,-6 7-2521 0 0,-2 6-109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72 3060 0 0,'0'0'8432'0'0,"5"1"-8278"0"0,9 0-42 0 0,-1-1 1 0 0,1 0-1 0 0,-1 0 1 0 0,1-2 0 0 0,21-4-1 0 0,6-1-33 0 0,-35 6-124 0 0,0 0-1 0 0,0 0 0 0 0,0-1 0 0 0,10-5 1 0 0,-5 2 36 0 0,-7 4 96 0 0,0-1 7 0 0,52-35 635 0 0,-53 35-157 0 0,-3 8-438 0 0,-5 57 315 0 0,-2-9-361 0 0,-8 48-80 0 0,-2 124 1 0 0,17-220-320 0 0,0 0-118 0 0,0 51-2636 0 0,0-52 1885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14 110 3356 0 0,'-13'-18'4289'0'0,"12"17"-4246"0"0,1 0 1 0 0,0 1-1 0 0,0-1 1 0 0,0 0-1 0 0,0 1 0 0 0,0-1 1 0 0,0 0-1 0 0,0 1 0 0 0,0-1 1 0 0,1 0-1 0 0,-1 1 0 0 0,0-1 1 0 0,0 0-1 0 0,0 1 0 0 0,1-1 1 0 0,-1 1-1 0 0,0-1 1 0 0,1 0-1 0 0,-1 1 0 0 0,1-1 1 0 0,-1 1-1 0 0,0-1 0 0 0,1 1 1 0 0,-1-1-1 0 0,1 1 0 0 0,0 0 1 0 0,-1-1-1 0 0,1 1 1 0 0,-1 0-1 0 0,1-1 0 0 0,-1 1 1 0 0,1 0-1 0 0,0 0 0 0 0,-1-1 1 0 0,1 1-1 0 0,0 0 0 0 0,-1 0 1 0 0,2 0-1 0 0,46-13 395 0 0,92-12 0 0 0,52 7-2663 0 0,-155 13 1402 0 0,-2-1-2667 0 0,6 0-144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195 8 1924 0 0,'0'0'1170'0'0,"-4"-1"-167"0"0,-1-1-504 0 0,1 1-1 0 0,-1 0 1 0 0,0 0 0 0 0,0 0-1 0 0,1 1 1 0 0,-1 0-1 0 0,-6 0 1 0 0,6 1 31 0 0,1 1-30 0 0,-7 5-209 0 0,-1 0 0 0 0,1 2 0 0 0,1-1 0 0 0,0 1-1 0 0,0 0 1 0 0,1 1 0 0 0,0 0 0 0 0,1 1 0 0 0,0 0 0 0 0,0 0-1 0 0,1 1 1 0 0,1 0 0 0 0,-6 15 0 0 0,10-23-227 0 0,1 1-1 0 0,0-1 1 0 0,0 1 0 0 0,0-1-1 0 0,1 1 1 0 0,0-1 0 0 0,0 1-1 0 0,0 0 1 0 0,1 5 0 0 0,-1-3 3 0 0,1-2-14 0 0,0 0 0 0 0,0 0-1 0 0,1 0 1 0 0,-1 0 0 0 0,1 0 0 0 0,0 0 0 0 0,0-1-1 0 0,1 1 1 0 0,-1 0 0 0 0,6 5 0 0 0,-6-6-29 0 0,6 10 156 0 0,6 2-70 0 0,-3-7 27 0 0,-3-2-76 0 0,0 0 1 0 0,1-1-1 0 0,1 1 0 0 0,-1-2 1 0 0,1 1-1 0 0,0-1 0 0 0,0-1 1 0 0,18 6-1 0 0,-23-9-30 0 0,2-2-3 0 0,-2 1-31 0 0,1-1 8 0 0,0 1 0 0 0,-1-1 0 0 0,1 0 0 0 0,0 0 0 0 0,0 0 1 0 0,-1-1-1 0 0,1 0 0 0 0,-1 0 0 0 0,0-1 0 0 0,9-4 0 0 0,39-34 42 0 0,-41 32-41 0 0,-11 8-5 0 0,1 0 1 0 0,-1 0-1 0 0,0-1 0 0 0,1 1 0 0 0,-1 0 1 0 0,0-1-1 0 0,0 1 0 0 0,0-1 1 0 0,0 1-1 0 0,0-1 0 0 0,0 1 1 0 0,1-3-1 0 0,3-6 2 0 0,1-1-44 0 0,0 0 0 0 0,-1 0 0 0 0,-1-1 0 0 0,6-17 0 0 0,-9 23-48 0 0,0 0-1 0 0,-1 1 1 0 0,1-1-1 0 0,-1 0 0 0 0,0 1 1 0 0,-1-1-1 0 0,1 0 1 0 0,-1 1-1 0 0,0-1 1 0 0,-1 1-1 0 0,1-1 0 0 0,-1 1 1 0 0,0 0-1 0 0,-5-9 1 0 0,2 7-166 0 0,0-1 0 0 0,0 0-1 0 0,-1 1 1 0 0,0 0 0 0 0,0 0 0 0 0,-1 1 0 0 0,0 0 0 0 0,0 0 0 0 0,0 1 0 0 0,-17-10 0 0 0,20 13-198 0 0,-2 1-55 0 0,-6 2-593 0 0,-1-1 0 0 0,1 1 0 0 0,0 1 0 0 0,0 0 0 0 0,-15 6 0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1 2568 0 0,'0'0'6250'0'0,"0"5"-5897"0"0,0 16 12 0 0,0-16-16 0 0,0 1-47 0 0,-3 30 562 0 0,-10 46 1 0 0,12-77-666 0 0,0 1-28 0 0,-10 46 388 0 0,11-48-246 0 0,-1 1-210 0 0,1-1-47 0 0,0 1 0 0 0,1-1 0 0 0,-1 0 0 0 0,1 0 0 0 0,0 0 0 0 0,0 0 0 0 0,0 0 0 0 0,3 7 0 0 0,-2-7 18 0 0,2-3-17 0 0,6 3-29 0 0,0-1 0 0 0,1 0 0 0 0,-1-1 0 0 0,1 0 0 0 0,0 0 0 0 0,-1-1 0 0 0,18-1 0 0 0,76-7-27 0 0,-99 6 9 0 0,22-1-18 0 0,-18 1 8 0 0,43-8 25 0 0,-7 2-44 0 0,-38 5 12 0 0,8-5 2 0 0,25-15-41 0 0,-35 19 50 0 0,8-13-32 0 0,-11 12 61 0 0,-1-1-12 0 0,1 1-18 0 0,-1 3-4 0 0,-1 0 0 0 0,1-1 0 0 0,-1 1-1 0 0,0-1 1 0 0,1 1 0 0 0,-1 0 0 0 0,0-1 0 0 0,0 1 0 0 0,0-1 0 0 0,0 1 0 0 0,0-1 0 0 0,0 1 0 0 0,0 0 0 0 0,0-1 0 0 0,0 1 0 0 0,-1-3 0 0 0,-4-17 11 0 0,-3 1-14 0 0,6 16 3 0 0,0 1 10 0 0,-12-15 10 0 0,11 15-35 0 0,2 1 16 0 0,-12-9 24 0 0,12 11-19 0 0,0 0 0 0 0,-1 0 0 0 0,1 0 0 0 0,0 0 0 0 0,0 0 0 0 0,0 1 1 0 0,0-1-1 0 0,0 0 0 0 0,0 1 0 0 0,0-1 0 0 0,0 1 0 0 0,0-1 0 0 0,0 1 1 0 0,0 0-1 0 0,0-1 0 0 0,0 1 0 0 0,0 0 0 0 0,0 0 0 0 0,1 0 0 0 0,-1 0 1 0 0,0-1-1 0 0,1 1 0 0 0,-1 0 0 0 0,0 0 0 0 0,1 0 0 0 0,-1 0 0 0 0,1 0 1 0 0,0 1-1 0 0,-1 1 0 0 0,-2 3 30 0 0,1 0 1 0 0,0 0 0 0 0,1 1-1 0 0,-1-1 1 0 0,1 7 0 0 0,-5 57 120 0 0,5-55-112 0 0,1-9-41 0 0,-2 55 24 0 0,4-32 3 0 0,16 141-1075 0 0,-17-166 608 0 0,1 0-110 0 0,-2-4 519 0 0,7 18-877 0 0,-7-17 570 0 0,1 0 1 0 0,-1 0-1 0 0,1 0 1 0 0,-1 0 0 0 0,1 0-1 0 0,-1-1 1 0 0,1 1-1 0 0,0 0 1 0 0,0 0-1 0 0,-1 0 1 0 0,1-1 0 0 0,0 1-1 0 0,0 0 1 0 0,0-1-1 0 0,0 1 1 0 0,-1-1-1 0 0,1 1 1 0 0,0-1-1 0 0,0 1 1 0 0,0-1 0 0 0,2 1-1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139 130 3568 0 0,'0'0'3926'0'0,"-2"-4"-3299"0"0,0-1-84 0 0,0 1 0 0 0,-1-1 0 0 0,0 1 0 0 0,0 0 1 0 0,-5-7-1 0 0,5 9 497 0 0,3 1-1027 0 0,0 1 1 0 0,0 0-1 0 0,0-1 0 0 0,0 1 1 0 0,0 0-1 0 0,0-1 1 0 0,0 1-1 0 0,-1-1 0 0 0,1 1 1 0 0,0 0-1 0 0,0-1 1 0 0,0 1-1 0 0,0 0 0 0 0,0 0 1 0 0,-1-1-1 0 0,1 1 1 0 0,0 0-1 0 0,0-1 0 0 0,0 1 1 0 0,-1 0-1 0 0,1 0 1 0 0,0-1-1 0 0,0 1 0 0 0,-1 0 1 0 0,1 0-1 0 0,0 0 1 0 0,-1-1-1 0 0,1 1 0 0 0,-1 0 1 0 0,0 0 21 0 0,1-1 1 0 0,-1 1-1 0 0,1 0 1 0 0,-1-1-1 0 0,1 1 1 0 0,-1-1-1 0 0,1 1 0 0 0,-1 0 1 0 0,1-1-1 0 0,0 1 1 0 0,-1-1-1 0 0,1 1 1 0 0,-1-1-1 0 0,1 0 1 0 0,0 1-1 0 0,0-1 1 0 0,-1 1-1 0 0,1-1 1 0 0,0 0-1 0 0,0 1 0 0 0,0-1 1 0 0,-1 1-1 0 0,1-1 1 0 0,0 0-1 0 0,0 1 1 0 0,0-1-1 0 0,0-1 1 0 0,0-1 17 0 0,1-1 0 0 0,-1 0 1 0 0,0 0-1 0 0,1 0 0 0 0,0 1 1 0 0,0-1-1 0 0,0 0 0 0 0,0 1 1 0 0,2-4-1 0 0,-1 3 70 0 0,2 1-8 0 0,11-9 10 0 0,-11 9-5 0 0,1 2-15 0 0,0 0-88 0 0,0 0 0 0 0,0 1 0 0 0,1-1 0 0 0,-1 1 0 0 0,0 0 0 0 0,0 1 0 0 0,1-1 0 0 0,-1 1 0 0 0,0 0 0 0 0,0 0 0 0 0,0 1-1 0 0,0 0 1 0 0,9 4 0 0 0,-8-3-4 0 0,0 1-1 0 0,0 0 0 0 0,0 1 1 0 0,-1-1-1 0 0,1 1 0 0 0,-1 0 1 0 0,0 0-1 0 0,-1 1 0 0 0,1 0 0 0 0,-1 0 1 0 0,0 0-1 0 0,3 7 0 0 0,0 0 1 0 0,0 0-1 0 0,-1 1 1 0 0,-1-1-1 0 0,6 21 1 0 0,-10-25-16 0 0,1 0 0 0 0,-1 0 1 0 0,-1 0-1 0 0,0 0 0 0 0,0 0 1 0 0,-1 0-1 0 0,0 0 1 0 0,0 0-1 0 0,-1 0 0 0 0,-4 11 1 0 0,2-7-9 0 0,-2 0 1 0 0,1-1 0 0 0,-2 0-1 0 0,1 0 1 0 0,-2 0-1 0 0,1-1 1 0 0,-2 0 0 0 0,0-1-1 0 0,0 1 1 0 0,0-2-1 0 0,-1 1 1 0 0,-1-1 0 0 0,0-1-1 0 0,0 0 1 0 0,-1-1-1 0 0,-16 9 1 0 0,-26 7-114 0 0,49-21 82 0 0,-1-1 2 0 0,-18 3 24 0 0,18-3-5 0 0,1-2-28 0 0,-14-3 2 0 0,15 3 21 0 0,4 0 25 0 0,0 1 0 0 0,0 0 0 0 0,-1-1 0 0 0,1 1 0 0 0,0 0 0 0 0,0-1 0 0 0,0 1 0 0 0,0 0 0 0 0,0-1 0 0 0,0 1 0 0 0,-1 0 0 0 0,1-1 0 0 0,0 1 0 0 0,0 0-1 0 0,0 0 1 0 0,-1-1 0 0 0,1 1 0 0 0,0 0 0 0 0,-1 0 0 0 0,1 0 0 0 0,0-1 0 0 0,0 1 0 0 0,-1 0 0 0 0,1 0 0 0 0,0 0 0 0 0,-1 0 0 0 0,1-1 0 0 0,0 1 0 0 0,-1 0 0 0 0,1 0 0 0 0,0 0-1 0 0,-1 0 1 0 0,0 0-2 0 0,0 0 1 0 0,1 0-1 0 0,-1-1 0 0 0,0 1 0 0 0,0 0 0 0 0,0-1 0 0 0,1 1 0 0 0,-1-1 0 0 0,0 1 0 0 0,1-1 0 0 0,-1 1 0 0 0,0-1 0 0 0,1 1 0 0 0,-1-1 0 0 0,1 0 0 0 0,-1 1 0 0 0,1-1 0 0 0,-1 0 0 0 0,1 1 1 0 0,-1-1-1 0 0,1 0 0 0 0,-1-1 0 0 0,-5-16-17 0 0,5 14 45 0 0,1 4-26 0 0,0-1 1 0 0,0 1-1 0 0,0-1 1 0 0,0 1-1 0 0,0-1 0 0 0,0 1 1 0 0,0-1-1 0 0,1 1 0 0 0,-1-1 1 0 0,0 1-1 0 0,0-1 0 0 0,0 1 1 0 0,0 0-1 0 0,1-1 1 0 0,-1 1-1 0 0,0-1 0 0 0,1 1 1 0 0,-1 0-1 0 0,0-1 0 0 0,1 1 1 0 0,-1 0-1 0 0,0-1 1 0 0,1 1-1 0 0,-1 0 0 0 0,1-1 1 0 0,0 1-1 0 0,-1 0 0 0 0,0 0 0 0 0,1-1 1 0 0,-1 1-1 0 0,0 0 0 0 0,1-1 1 0 0,-1 1-1 0 0,0 0 0 0 0,1-1 0 0 0,-1 1 1 0 0,0 0-1 0 0,1-1 0 0 0,-1 1 0 0 0,0-1 1 0 0,0 1-1 0 0,0 0 0 0 0,1-1 1 0 0,-1 1-1 0 0,0-1 0 0 0,0 1 0 0 0,0-1 1 0 0,0 1-1 0 0,0-1 0 0 0,0 1 0 0 0,0-1 1 0 0,5-1-14 0 0,12-4 8 0 0,-16 5 7 0 0,1 1 1 0 0,-1-1-1 0 0,0 1 0 0 0,1 0 0 0 0,-1-1 0 0 0,0 1 0 0 0,1 0 1 0 0,-1 0-1 0 0,0 0 0 0 0,1 0 0 0 0,-1 0 0 0 0,1 0 0 0 0,-1 1 0 0 0,0-1 1 0 0,1 0-1 0 0,-1 1 0 0 0,0-1 0 0 0,2 2 0 0 0,1-1 4 0 0,8 3 81 0 0,0 0-1 0 0,0 1 1 0 0,0 0-1 0 0,19 12 1 0 0,-13-8-43 0 0,27 15-26 0 0,-16-9 153 0 0,41 16-1 0 0,-57-26-419 0 0,1-1 0 0 0,0 0 1 0 0,1-1-1 0 0,-1-1 0 0 0,1 0 0 0 0,16-1 1 0 0,17-1-1466 0 0,-38 0 1358 0 0,27-3-1813 0 0,-28 3 1629 0 0,4-2-128 0 0,8-3-2688 0 0,11-3-1573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39 146 2724 0 0,'0'0'1997'0'0,"2"-4"-1149"0"0,7-9-96 0 0,-6 10-68 0 0,7-15 538 0 0,-8 15-656 0 0,0-2-15 0 0,23-43 1470 0 0,-23 43-1570 0 0,0 1-9 0 0,7-13-20 0 0,-7 12 331 0 0,-1 1-455 0 0,-1 3-252 0 0,1 1 1 0 0,-1-1-1 0 0,1 1 1 0 0,-1-1-1 0 0,0 0 1 0 0,0 1 0 0 0,1-1-1 0 0,-1 0 1 0 0,0 0-1 0 0,0 1 1 0 0,0-1-1 0 0,0 0 1 0 0,0 1 0 0 0,0-1-1 0 0,0 0 1 0 0,0 0-1 0 0,0 1 1 0 0,0-1-1 0 0,0 0 1 0 0,-1 1 0 0 0,1-1-1 0 0,0-1 1 0 0,-16 3 289 0 0,8 4-333 0 0,-21 46-6 0 0,17-23 62 0 0,5-2 1 0 0,-10 38-122 0 0,15-56 62 0 0,-1 11-17 0 0,3 1 11 0 0,-1-9 15 0 0,0 0 0 0 0,1 0 1 0 0,1 0-1 0 0,0 0 0 0 0,1 0 0 0 0,0 0 0 0 0,0 0 1 0 0,1 0-1 0 0,9 19 0 0 0,-10-26 6 0 0,-2-2-10 0 0,1-1-1 0 0,0 1 1 0 0,0 0-1 0 0,0-1 1 0 0,1 1-1 0 0,-1-1 1 0 0,0 1-1 0 0,0-1 1 0 0,1 0-1 0 0,-1 1 1 0 0,3 0-1 0 0,-1 2-3 0 0,1-2-6 0 0,11 5-3 0 0,-12-5-16 0 0,3-2-8 0 0,16 0 46 0 0,-16 0-2 0 0,-2-2 2 0 0,1 0-3 0 0,1 0 0 0 0,-1-1 0 0 0,0 0 0 0 0,0 0 0 0 0,8-6 0 0 0,-4-6 68 0 0,-6 10-92 0 0,5-4 31 0 0,-5 2-17 0 0,5-23 38 0 0,-7 22 8 0 0,0 1-1 0 0,-1 0 0 0 0,1-1 1 0 0,-1 1-1 0 0,-1-1 0 0 0,1 1 0 0 0,-3-11 1 0 0,2 14-67 0 0,0-5-19 0 0,-6-13-13 0 0,-1 8-37 0 0,-1-2-277 0 0,-1 0 0 0 0,-15-16-1 0 0,21 29-9 0 0,0 1-63 0 0,-13-4-36 0 0,12 4-3 0 0,0 4 24 0 0,1 0 282 0 0,-1 0-1 0 0,1 0 1 0 0,0 0 0 0 0,0 1-1 0 0,0-1 1 0 0,0 1 0 0 0,1 0-1 0 0,-1 0 1 0 0,1 1 0 0 0,-1-1-1 0 0,1 1 1 0 0,0 0 0 0 0,-4 6-1 0 0,2 0-519 0 0,0 0 0 0 0,1 1 0 0 0,0-1 0 0 0,1 1 0 0 0,0 0 0 0 0,-2 14 0 0 0,0 2-1172 0 0,4-21-1320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208 47 2988 0 0,'0'0'2139'0'0,"0"-5"-1355"0"0,-1 2-569 0 0,1 0 0 0 0,-1 0 0 0 0,1 0 1 0 0,-1 0-1 0 0,0 0 0 0 0,0 0 0 0 0,-1 0 0 0 0,1 0 1 0 0,0 0-1 0 0,-1 1 0 0 0,-2-4 0 0 0,2 3 169 0 0,0 4-361 0 0,0 0 1 0 0,1 0-1 0 0,-1-1 0 0 0,0 1 1 0 0,0 0-1 0 0,0-1 1 0 0,0 1-1 0 0,1-1 0 0 0,-1 0 1 0 0,-2 1-1 0 0,-1 0 129 0 0,1 3 22 0 0,-8 6 1 0 0,1 0 1 0 0,1 1 0 0 0,0 1 0 0 0,0 0 0 0 0,1 0 0 0 0,-11 21 0 0 0,2 2 49 0 0,-16 44 1 0 0,31-73-210 0 0,-5 19 28 0 0,4-3-14 0 0,-4 34-40 0 0,7-51-91 0 0,1 1-40 0 0,-1 20-61 0 0,0-20-31 0 0,2-2-28 0 0,3 15-45 0 0,-3-14-25 0 0,-1-5-67 0 0,1 0 380 0 0,-1 0 0 0 0,0 0-1 0 0,1 0 1 0 0,-1 0 0 0 0,0 0-1 0 0,1 1 1 0 0,-1-1 0 0 0,0 0-1 0 0,1 0 1 0 0,-1 0 0 0 0,0 1-1 0 0,0-1 1 0 0,1 0 0 0 0,-1 0-1 0 0,0 1 1 0 0,0-1 0 0 0,1 0-1 0 0,-1 0 1 0 0,0 1 0 0 0,0-1-1 0 0,0 0 1 0 0,0 1 0 0 0,1-1-1 0 0,-1 0 1 0 0,0 1 0 0 0,0 0-1 0 0,0-1-15 0 0,0 1-1 0 0,0-1 1 0 0,1 1-1 0 0,-1-1 1 0 0,0 0-1 0 0,0 1 1 0 0,1-1-1 0 0,-1 1 1 0 0,0-1-1 0 0,0 1 1 0 0,1-1-1 0 0,-1 0 1 0 0,0 1-1 0 0,1-1 1 0 0,-1 0 0 0 0,1 1-1 0 0,-1-1 1 0 0,0 0-1 0 0,1 0 1 0 0,-1 1-1 0 0,1-1 1 0 0,-1 0-1 0 0,1 0 1 0 0,-1 0-1 0 0,1 0 1 0 0,-1 1-1 0 0,1-1 1 0 0,-1 0-1 0 0,1 0 1 0 0,-1 0-1 0 0,1 0 1 0 0,-1 0-1 0 0,1 0 1 0 0,-1 0-1 0 0,1 0 1 0 0,-1-1-1 0 0,1 1 1 0 0,7-2-49 0 0,0-1-1 0 0,-1 1 1 0 0,1-1-1 0 0,-1-1 1 0 0,0 1-1 0 0,0-1 1 0 0,0-1-1 0 0,0 1 1 0 0,5-7-1 0 0,23-20 132 0 0,-23 19 198 0 0,1-1 0 0 0,0 2 0 0 0,1 0-1 0 0,1 1 1 0 0,0 0 0 0 0,0 1 0 0 0,31-14-1 0 0,-37 20-123 0 0,-1 1-1 0 0,0 0 1 0 0,1 0-1 0 0,-1 1 1 0 0,1 0-1 0 0,-1 1 1 0 0,1-1-1 0 0,-1 2 0 0 0,1-1 1 0 0,0 1-1 0 0,-1 0 1 0 0,11 4-1 0 0,-12-4-72 0 0,-1 1-1 0 0,0 0 1 0 0,0 1-1 0 0,0 0 0 0 0,0-1 1 0 0,0 2-1 0 0,-1-1 1 0 0,0 1-1 0 0,1 0 1 0 0,-1 0-1 0 0,0 0 0 0 0,-1 1 1 0 0,1-1-1 0 0,-1 1 1 0 0,0 0-1 0 0,0 1 0 0 0,-1-1 1 0 0,5 10-1 0 0,-6-12-80 0 0,0 2 44 0 0,5 14 18 0 0,-5-15-16 0 0,-1 1-106 0 0,2 15 28 0 0,-2-15-60 0 0,-6-1-2556 0 0,5-4 2638 0 0,0 1-1 0 0,0-1 0 0 0,-1 1 1 0 0,1-1-1 0 0,0 1 0 0 0,-1-1 1 0 0,1 1-1 0 0,0-1 0 0 0,-1 1 1 0 0,1-1-1 0 0,-1 0 0 0 0,1 1 1 0 0,-1-1-1 0 0,1 0 0 0 0,-1 1 1 0 0,1-1-1 0 0,-1 0 0 0 0,1 0 0 0 0,-1 1 1 0 0,1-1-1 0 0,-1 0 0 0 0,1 0 1 0 0,-1 0-1 0 0,0 0 0 0 0,1 0 1 0 0,-1 0-1 0 0,1 0 0 0 0,-1 0 1 0 0,0 0-1 0 0,-37-23-1041 0 0,34 21 915 0 0,2 1 152 0 0,0 1 1 0 0,0 0 0 0 0,0 0 0 0 0,0-1 0 0 0,0 1-1 0 0,1-1 1 0 0,-1 0 0 0 0,0 1 0 0 0,0-1 0 0 0,0 0 0 0 0,-1-2-1 0 0,-2 1-6 0 0,-1-1-11 0 0,0 2 50 0 0,-17-4 46 0 0,17 3 39 0 0,1 2 99 0 0,-16-2 37 0 0,16 1 10 0 0,0 2 34 0 0,-15 3 19 0 0,15-2-21 0 0,5-2-264 0 0,0 0 0 0 0,-1 1 0 0 0,1-1 0 0 0,0 1 0 0 0,0-1 0 0 0,-1 0 0 0 0,1 1 0 0 0,0-1 0 0 0,-1 0 1 0 0,1 1-1 0 0,0-1 0 0 0,-1 0 0 0 0,1 0 0 0 0,0 1 0 0 0,-1-1 0 0 0,1 0 0 0 0,0 0 0 0 0,-1 0 0 0 0,1 1 0 0 0,-1-1 0 0 0,1 0 0 0 0,-1 0 0 0 0,1 0 0 0 0,0 0 0 0 0,-1 0 0 0 0,1 0 0 0 0,-2 0 0 0 0,2 0 2 0 0,-1 0-1 0 0,0 0 0 0 0,0 0 0 0 0,1 0 0 0 0,-1 1 0 0 0,0-1 0 0 0,0 0 1 0 0,1 0-1 0 0,-1 1 0 0 0,0-1 0 0 0,1 0 0 0 0,-1 1 0 0 0,0-1 0 0 0,1 1 1 0 0,-1-1-1 0 0,0 1 0 0 0,1-1 0 0 0,-1 1 0 0 0,1-1 0 0 0,-1 1 0 0 0,1-1 0 0 0,-1 1 1 0 0,0 1-1 0 0,-4 7 153 0 0,1 1 0 0 0,-1 0 0 0 0,2 0 1 0 0,-5 14-1 0 0,8-18 25 0 0,0-1-38 0 0,10 47 205 0 0,-8-47-296 0 0,0-2-8 0 0,2 1-30 0 0,-1 0 1 0 0,1-1-1 0 0,-1 1 0 0 0,1-1 0 0 0,0 0 0 0 0,8 4 0 0 0,-8-5 21 0 0,1-4-19 0 0,3 1-4 0 0,0-1-1 0 0,0-1 1 0 0,-1 1-1 0 0,1-1 1 0 0,-1-1-1 0 0,0 1 1 0 0,0-1 0 0 0,9-7-1 0 0,53-54 71 0 0,-62 60-84 0 0,5-6 45 0 0,1 1-1 0 0,1 0 0 0 0,0 1 0 0 0,15-8 0 0 0,25-2 209 0 0,-49 18-176 0 0,3 1-44 0 0,-4 0-42 0 0,0 0 0 0 0,1 0 0 0 0,-1 0 0 0 0,0 0 0 0 0,0 0-1 0 0,1 1 1 0 0,-1 0 0 0 0,0 0 0 0 0,0 0 0 0 0,0 0-1 0 0,0 0 1 0 0,0 1 0 0 0,0 0 0 0 0,5 3 0 0 0,-5-3-71 0 0,-1 1 1 0 0,1 0 0 0 0,0 1 0 0 0,-1-1-1 0 0,1 1 1 0 0,-1-1 0 0 0,0 1-1 0 0,0 0 1 0 0,-1 0 0 0 0,1 0 0 0 0,-1 1-1 0 0,0-1 1 0 0,0 0 0 0 0,0 1-1 0 0,-1 0 1 0 0,2 4 0 0 0,-3 5-711 0 0,-1 1-1 0 0,0-1 1 0 0,-1 0 0 0 0,-1 0 0 0 0,0 0-1 0 0,-1 0 1 0 0,-6 15 0 0 0,7-23-2692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104 26 3680 0 0,'0'0'3954'0'0,"-1"-4"-3297"0"0,-1-13-93 0 0,1 12 2221 0 0,-10 23-1987 0 0,8-13-694 0 0,1 0 0 0 0,0 1 0 0 0,0-1 0 0 0,1 1-1 0 0,-1-1 1 0 0,1 1 0 0 0,1 0 0 0 0,-1-1 0 0 0,1 10 0 0 0,-1-3-26 0 0,-64 397 1650 0 0,64-405-1739 0 0,0 2-34 0 0,-3 17-67 0 0,4-17-100 0 0,-1-1-529 0 0,0 14 238 0 0,1-14-107 0 0,13 6-2899 0 0,-4-11-1309 0 0,16-11 136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35 2748 0 0,'6'-12'469'0'0,"7"-9"5149"0"0,-13 21-5573 0 0,1-1-1 0 0,-1 1 1 0 0,0 0-1 0 0,1 0 1 0 0,-1 0-1 0 0,1 0 0 0 0,-1 0 1 0 0,1 0-1 0 0,-1 0 1 0 0,1 0-1 0 0,-1 0 0 0 0,1 0 1 0 0,-1 0-1 0 0,1 0 1 0 0,-1 0-1 0 0,1 0 0 0 0,-1 0 1 0 0,0 1-1 0 0,1-1 1 0 0,-1 0-1 0 0,1 0 1 0 0,-1 1-1 0 0,0-1 0 0 0,1 0 1 0 0,-1 0-1 0 0,1 1 1 0 0,-1-1-1 0 0,0 0 0 0 0,1 1 1 0 0,-1-1-1 0 0,0 0 1 0 0,0 1-1 0 0,1-1 0 0 0,-1 1 1 0 0,0-1-1 0 0,0 1 1 0 0,0-1-1 0 0,1 0 0 0 0,-1 1 1 0 0,0 0-1 0 0,2 2 170 0 0,-1 3-40 0 0,2 22 2 0 0,-1-1 1 0 0,-1 1-1 0 0,-2 0 1 0 0,0 0 0 0 0,-2-1-1 0 0,-1 1 1 0 0,-10 33-1 0 0,-9 16 585 0 0,22-73-451 0 0,2-4-308 0 0,-1 0 0 0 0,0 0 0 0 0,1 0 0 0 0,-1 0 0 0 0,1 1 1 0 0,-1-1-1 0 0,1 0 0 0 0,-1 0 0 0 0,0 0 0 0 0,1 0 1 0 0,-1 0-1 0 0,1 0 0 0 0,-1 1 0 0 0,0-1 0 0 0,1 0 0 0 0,-1 0 1 0 0,0 1-1 0 0,1-1 0 0 0,-1 0 0 0 0,0 1 0 0 0,0-1 1 0 0,1 0-1 0 0,-1 1 0 0 0,0-1 0 0 0,0 0 0 0 0,1 1 0 0 0,-1-1 1 0 0,0 1-1 0 0,0-1-1 0 0,1 1 0 0 0,-1 0 1 0 0,0-1-1 0 0,1 1 0 0 0,-1-1 0 0 0,1 1 0 0 0,-1-1 1 0 0,1 1-1 0 0,-1-1 0 0 0,1 0 0 0 0,-1 1 1 0 0,1-1-1 0 0,-1 0 0 0 0,1 1 0 0 0,-1-1 1 0 0,1 0-1 0 0,0 1 0 0 0,-1-1 0 0 0,1 0 0 0 0,-1 0 1 0 0,1 0-1 0 0,0 0 0 0 0,-1 0 0 0 0,1 0 1 0 0,0 0-1 0 0,-1 0 0 0 0,1 0 0 0 0,0 0 1 0 0,-1 0-1 0 0,1 0 0 0 0,1 0 0 0 0,15-2 45 0 0,22-2-94 0 0,0-3 0 0 0,53-14 0 0 0,-41 7 46 0 0,-10 1-12 0 0,60-29 1 0 0,-98 40 28 0 0,12-13 21 0 0,-13 12 14 0 0,0-1-11 0 0,-1-1-23 0 0,0 1 1 0 0,-1-1-1 0 0,1 1 1 0 0,-1-1-1 0 0,0 1 1 0 0,0-1-1 0 0,-1 1 0 0 0,-1-9 1 0 0,0 8 48 0 0,1 1-23 0 0,0 0 0 0 0,-1 1 0 0 0,0 0 0 0 0,0-1 0 0 0,0 1 0 0 0,-1 0 0 0 0,1 0 0 0 0,-1 0 0 0 0,-3-3 0 0 0,5 5-36 0 0,-1-2 114 0 0,-2 1-34 0 0,1-1-45 0 0,-1 1-1 0 0,1 1 1 0 0,0-1 0 0 0,-1 0-1 0 0,0 1 1 0 0,1 0-1 0 0,-1 0 1 0 0,-5-1-1 0 0,-1 0-21 0 0,8 5 49 0 0,-3 6-48 0 0,1 0 0 0 0,0 0-1 0 0,1 0 1 0 0,0 0 0 0 0,1 1-1 0 0,-3 18 1 0 0,-2 69 84 0 0,5 3-1939 0 0,12 100-1 0 0,-9-193 1313 0 0,0 0 0 0 0,1 0 0 0 0,-1 0 0 0 0,2-1 0 0 0,-1 1 0 0 0,1-1 0 0 0,5 10 0 0 0,-8-15 457 0 0,2 3-1220 0 0,3-1-912 0 0,15 10-1538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138 103 2876 0 0,'0'0'1426'0'0,"-1"-6"-146"0"0,-9-44 1637 0 0,9 46-2069 0 0,-1 0-151 0 0,-7-13-134 0 0,7 13-90 0 0,2 4-454 0 0,0 0-1 0 0,-1 0 1 0 0,1 0 0 0 0,0 0 0 0 0,-1 0 0 0 0,1-1 0 0 0,0 1 0 0 0,-1 0-1 0 0,1 0 1 0 0,0 0 0 0 0,-1-1 0 0 0,1 1 0 0 0,0 0 0 0 0,0 0 0 0 0,-1-1-1 0 0,1 1 1 0 0,0 0 0 0 0,0-1 0 0 0,0 1 0 0 0,-1 0 0 0 0,1-1 0 0 0,0 1-1 0 0,0 0 1 0 0,0-1 0 0 0,0 1 0 0 0,0 0 0 0 0,0-1 0 0 0,0 0 21 0 0,-1 1 1 0 0,1-1 0 0 0,0 1-1 0 0,0-1 1 0 0,0 1-1 0 0,0-1 1 0 0,0 1 0 0 0,-1 0-1 0 0,1-1 1 0 0,0 1-1 0 0,0-1 1 0 0,-1 1 0 0 0,1 0-1 0 0,0-1 1 0 0,-1 1 0 0 0,1 0-1 0 0,0-1 1 0 0,-1 1-1 0 0,1 0 1 0 0,0 0 0 0 0,-1-1-1 0 0,1 1 1 0 0,-1 0 0 0 0,1 0-1 0 0,0-1 1 0 0,-1 1-1 0 0,1 0 1 0 0,-1 0 0 0 0,1 0-1 0 0,-1 0 1 0 0,1 0 0 0 0,-1 0-1 0 0,1 0 1 0 0,-1 0-1 0 0,1 0 1 0 0,-1 0 0 0 0,1 0-1 0 0,-1 0 1 0 0,-3 1 29 0 0,1 0 1 0 0,-1 1-1 0 0,1-1 1 0 0,0 1-1 0 0,0 0 1 0 0,-1-1-1 0 0,1 1 1 0 0,0 1-1 0 0,1-1 1 0 0,-1 0-1 0 0,0 1 1 0 0,1-1-1 0 0,-1 1 1 0 0,1 0-1 0 0,0 0 1 0 0,0 0-1 0 0,0 0 1 0 0,0 0-1 0 0,1 0 1 0 0,-2 4-1 0 0,-21 52 443 0 0,17-40-355 0 0,4 7-25 0 0,2-23-112 0 0,1 10 28 0 0,-1 1 0 0 0,2-1 0 0 0,0 0 1 0 0,0 1-1 0 0,4 13 0 0 0,-3-21-62 0 0,1 0 0 0 0,0 1 0 0 0,-1-1 0 0 0,2-1 0 0 0,-1 1 0 0 0,1 0 0 0 0,0-1 0 0 0,0 0 0 0 0,0 0 0 0 0,1 0 0 0 0,0 0 0 0 0,10 7 0 0 0,-11-9-99 0 0,-3-3 98 0 0,1 0-1 0 0,0 0 0 0 0,0 0 0 0 0,-1 1 1 0 0,1-1-1 0 0,0 1 0 0 0,-1 0 0 0 0,1-1 1 0 0,0 1-1 0 0,-1 0 0 0 0,2 1 0 0 0,2 0-19 0 0,0 0-71 0 0,1-2 0 0 0,-1 1 89 0 0,0-1 0 0 0,1 0 0 0 0,-1 0 0 0 0,0 0 0 0 0,0-1 0 0 0,1 0 0 0 0,-1 0 0 0 0,0 0 0 0 0,0 0 0 0 0,0-1 0 0 0,0 0 0 0 0,0 0 0 0 0,0-1 0 0 0,-1 1 0 0 0,1-1 0 0 0,-1 0 0 0 0,0 0 0 0 0,1 0 0 0 0,-1-1 0 0 0,-1 1-1 0 0,1-1 1 0 0,-1 0 0 0 0,1 0 0 0 0,-1-1 0 0 0,3-4 0 0 0,-2 1 34 0 0,0 0-1 0 0,0 0 1 0 0,-1 0-1 0 0,0 0 1 0 0,0-1-1 0 0,-1 1 1 0 0,0-1-1 0 0,0 0 1 0 0,-1-10-1 0 0,-6-47-596 0 0,3 57 295 0 0,-1 0-1 0 0,0 0 1 0 0,0 0-1 0 0,-1 0 1 0 0,0 0-1 0 0,0 1 1 0 0,-1 0-1 0 0,0 0 1 0 0,-7-8-1 0 0,11 14 178 0 0,0 1 0 0 0,0 0-1 0 0,0-1 1 0 0,0 1 0 0 0,0 0-1 0 0,-1 0 1 0 0,1 0 0 0 0,0-1 0 0 0,-1 1-1 0 0,1 1 1 0 0,-1-1 0 0 0,1 0-1 0 0,-1 0 1 0 0,0 0 0 0 0,1 1-1 0 0,-4-1 1 0 0,0-1-284 0 0,3 1 113 0 0,-1-1-1 0 0,1 1 1 0 0,0 0 0 0 0,-1 0 0 0 0,1 0-1 0 0,0 0 1 0 0,-1 0 0 0 0,1 1 0 0 0,-1-1-1 0 0,1 1 1 0 0,-5 0 0 0 0,-1-1-780 0 0,1-1-3714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71 3636 0 0,'-1'-4'1412'0'0,"-2"-12"-183"0"0,2 12 690 0 0,-1-1-1128 0 0,-3-13-64 0 0,3 13 1031 0 0,-5-10-1162 0 0,4 11 2351 0 0,2 8-2879 0 0,0 0 0 0 0,0 1 1 0 0,0-1-1 0 0,0 0 1 0 0,1 1-1 0 0,0-1 0 0 0,0 0 1 0 0,1 9-1 0 0,-1 8 94 0 0,9 490 1292 0 0,-9-505-1442 0 0,0 1-26 0 0,0 19 4 0 0,0-19-55 0 0,0-3-88 0 0,-2 16-85 0 0,2-15-130 0 0,5 2-2944 0 0,0 2 2685 0 0,1-9-2852 0 0,8-8 176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100 143 2520 0 0,'0'0'8460'0'0,"-1"-5"-8090"0"0,-3-12-18 0 0,3 13 824 0 0,2-1-1055 0 0,2-20 71 0 0,-2 24-178 0 0,0-1-1 0 0,1 0 1 0 0,-1 1-1 0 0,1 0 1 0 0,-1-1-1 0 0,1 1 1 0 0,-1 0-1 0 0,1 0 1 0 0,2-2 0 0 0,2-2 3 0 0,29-20 42 0 0,36-3-8 0 0,-48 21 48 0 0,-18 5-102 0 0,1 2-27 0 0,17-4 9 0 0,-17 3-9 0 0,0 2 4 0 0,-4 0 23 0 0,0-1 2 0 0,0 1 0 0 0,-1 0 1 0 0,1-1-1 0 0,0 0 0 0 0,0 1 1 0 0,0-1-1 0 0,-1 0 0 0 0,1 0 1 0 0,0 0-1 0 0,0 0 1 0 0,0 0-1 0 0,3-1 0 0 0,-5 1 2 0 0,1 0-1 0 0,0 0 0 0 0,-1 0 1 0 0,1 0-1 0 0,0 0 1 0 0,-1 1-1 0 0,1-1 1 0 0,0 0-1 0 0,-1 0 0 0 0,1 1 1 0 0,0-1-1 0 0,-1 0 1 0 0,1 1-1 0 0,-1-1 0 0 0,1 1 1 0 0,-1-1-1 0 0,1 1 1 0 0,-1-1-1 0 0,1 1 1 0 0,-1-1-1 0 0,1 1 0 0 0,-1-1 1 0 0,0 1-1 0 0,1 0 1 0 0,-1-1-1 0 0,0 1 0 0 0,0-1 1 0 0,1 1-1 0 0,-1 1 1 0 0,8 17 0 0 0,-8-19 1 0 0,1 4 10 0 0,-2 2 3 0 0,-15 52 66 0 0,10-42-64 0 0,-1 0 0 0 0,-1 0 0 0 0,-15 21 0 0 0,-18 24 31 0 0,38-54-42 0 0,-27 31-27 0 0,23-23-1015 0 0,7-14 1024 0 0,0-1-1 0 0,0 1 1 0 0,0-1-1 0 0,1 1 1 0 0,-1-1-1 0 0,0 1 1 0 0,1-1-1 0 0,-1 1 1 0 0,0-1-1 0 0,1 1 1 0 0,-1-1-1 0 0,0 1 1 0 0,1-1-1 0 0,-1 0 1 0 0,1 1-1 0 0,-1-1 1 0 0,1 0-1 0 0,-1 1 1 0 0,1-1-1 0 0,-1 0 1 0 0,1 0-1 0 0,-1 1 1 0 0,1-1-1 0 0,-1 0 1 0 0,1 0-1 0 0,-1 0 1 0 0,1 0-1 0 0,0 0 1 0 0,-1 0-1 0 0,1 0 1 0 0,-1 0-1 0 0,1 0 1 0 0,-1 0-1 0 0,1 0 1 0 0,1 0-1 0 0,5 0-39 0 0,-4-1 39 0 0,35-10-181 0 0,-34 9 200 0 0,24-2 75 0 0,-23 4 49 0 0,0-1-62 0 0,13-1 1 0 0,-13 1 119 0 0,18 11 174 0 0,-21-7-246 0 0,1 3-73 0 0,-1-1 0 0 0,0 0 0 0 0,0 1 0 0 0,-1 0 0 0 0,1-1 0 0 0,-1 1 0 0 0,-1 0 0 0 0,1 0 0 0 0,-1 0 0 0 0,0 8 1 0 0,-1-9-12 0 0,0 0-14 0 0,-1 2 5 0 0,0-1-1 0 0,0 1 1 0 0,-1 0-1 0 0,1-1 0 0 0,-2 1 1 0 0,1-1-1 0 0,-1 0 1 0 0,0 0-1 0 0,0 0 0 0 0,-5 5 1 0 0,-2-2-58 0 0,0-1 0 0 0,0 0 1 0 0,-1 0-1 0 0,0-2 0 0 0,0 1 1 0 0,-1-1-1 0 0,1-1 0 0 0,-1 0 0 0 0,0-1 1 0 0,-1 0-1 0 0,1-1 0 0 0,-22 2 1 0 0,27-4-70 0 0,-50 3-550 0 0,53-4 453 0 0,0 0-1 0 0,0-1 0 0 0,1 1 1 0 0,-1-1-1 0 0,0 0 0 0 0,0-1 0 0 0,1 1 1 0 0,-1-1-1 0 0,0 0 0 0 0,1 0 1 0 0,-8-4-1 0 0,10 3-152 0 0,0 1-1 0 0,-1-1 1 0 0,1 0 0 0 0,0 1 0 0 0,1-1-1 0 0,-1 0 1 0 0,0 0 0 0 0,1 0-1 0 0,-1 0 1 0 0,0-6 0 0 0,0 4-777 0 0,3-2-719 0 0,5-27-1305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11 3516 0 0,'10'-7'-746'0'0,"-2"4"4115"0"0,-10 17 1417 0 0,0-10-4517 0 0,2-3-247 0 0,0 0-1 0 0,0 0 1 0 0,0 0-1 0 0,0 0 0 0 0,-1-1 1 0 0,1 1-1 0 0,0 0 1 0 0,0 0-1 0 0,-1 0 0 0 0,1-1 1 0 0,0 1-1 0 0,-1 0 1 0 0,1 0-1 0 0,-1-1 0 0 0,1 1 1 0 0,-1 0-1 0 0,0-1 1 0 0,0 1-1 0 0,-9 14 315 0 0,7-10-221 0 0,1 1-1 0 0,0 0 1 0 0,0-1-1 0 0,1 1 1 0 0,0 0-1 0 0,0 0 1 0 0,0 0-1 0 0,1 0 1 0 0,0 9 0 0 0,0-10-29 0 0,4-2-24 0 0,1 1-30 0 0,0 0 0 0 0,1 0 0 0 0,-1-1 0 0 0,1 1 0 0 0,0-1 0 0 0,0-1 0 0 0,0 1 0 0 0,8 1 0 0 0,61 14-50 0 0,-15-5 14 0 0,-11 2 118 0 0,-44-13 0 0 0,-1 0-2 0 0,1 2-22 0 0,0-1 1 0 0,0 1 0 0 0,-1 0 0 0 0,1 0 0 0 0,-1 1-1 0 0,0-1 1 0 0,0 1 0 0 0,-1 0 0 0 0,0 0 0 0 0,5 9-1 0 0,-6-10 57 0 0,-3-3-139 0 0,1-1 0 0 0,-1 1 0 0 0,1-1 0 0 0,0 1 0 0 0,-1-1 0 0 0,1 1 0 0 0,0 0-1 0 0,0-1 1 0 0,-1 1 0 0 0,1-1 0 0 0,0 1 0 0 0,0 0 0 0 0,0-1 0 0 0,0 1 0 0 0,0-1 0 0 0,0 1 0 0 0,0 0 0 0 0,0-1 0 0 0,0 1 0 0 0,0 0 0 0 0,0-1 0 0 0,0 1-1 0 0,-1 19 138 0 0,-2-12-102 0 0,0 0-1 0 0,0 0 0 0 0,-1 0 0 0 0,0-1 0 0 0,-1 1 0 0 0,0-1 0 0 0,0 0 1 0 0,0-1-1 0 0,-1 1 0 0 0,0-1 0 0 0,0 0 0 0 0,-1 0 0 0 0,-7 5 1 0 0,3-4-204 0 0,0-1 0 0 0,0 1 1 0 0,0-2-1 0 0,-1 0 1 0 0,0 0-1 0 0,0-1 1 0 0,0-1-1 0 0,-23 4 1 0 0,30-6-168 0 0,0-1 0 0 0,0 1 0 0 0,0-1 0 0 0,0 0 0 0 0,0-1-1 0 0,1 1 1 0 0,-1-1 0 0 0,0 0 0 0 0,0 0 0 0 0,0 0 0 0 0,0-1 0 0 0,1 0 0 0 0,-1 0 0 0 0,1 0 0 0 0,-1 0 0 0 0,1-1 0 0 0,0 0 0 0 0,0 0 0 0 0,0 0 0 0 0,0 0 0 0 0,1-1 0 0 0,-1 1 0 0 0,1-1 0 0 0,0 0 0 0 0,-5-7 0 0 0,4 2-1856 0 0,-3-17-1518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1 227 2096 0 0,'2'-4'1268'0'0,"6"-12"-216"0"0,-6 12-203 0 0,0 0-103 0 0,5-4-352 0 0,0-1-1 0 0,0 1 1 0 0,0 1-1 0 0,1 0 1 0 0,0 0-1 0 0,1 0 1 0 0,0 1-1 0 0,0 0 1 0 0,0 1-1 0 0,0 0 1 0 0,15-6-1 0 0,24-8 568 0 0,55-13 0 0 0,-70 22-593 0 0,41-11-24 0 0,-5 2-696 0 0,-66 18 91 0 0,23-7-2120 0 0,-8 5-3395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14 172 3656 0 0,'0'0'5043'0'0,"-2"-3"-4061"0"0,-10-10 4278 0 0,13 8-5150 0 0,1-12-53 0 0,-1 12 74 0 0,3 4-101 0 0,42-13 91 0 0,-40 13-123 0 0,0 2-10 0 0,20 1 18 0 0,-20-2-21 0 0,-1 2-41 0 0,16 5 22 0 0,-15-6 39 0 0,-2 2 9 0 0,3 1-10 0 0,-1 1-1 0 0,0-1 1 0 0,0 1-1 0 0,0 0 1 0 0,-1 1 0 0 0,0-1-1 0 0,0 1 1 0 0,0 0-1 0 0,-1 1 1 0 0,4 7-1 0 0,-6-10 12 0 0,0 2 0 0 0,2 18-13 0 0,-3-18-37 0 0,-1 0 23 0 0,-1 8 19 0 0,0 0 0 0 0,-1 0-1 0 0,0 0 1 0 0,-1-1 0 0 0,-1 1 0 0 0,0-1-1 0 0,-6 13 1 0 0,-9 15-57 0 0,17-37 46 0 0,0 0 7 0 0,-2 10-188 0 0,15-19-579 0 0,21-31 281 0 0,-9-1 334 0 0,-2 0 0 0 0,-1-2 0 0 0,-2 0 0 0 0,-2-1 0 0 0,15-57 0 0 0,-30 92 143 0 0,2-25 66 0 0,-2 24-33 0 0,-1 1-38 0 0,3-13-107 0 0,-3 13 290 0 0,0 0-122 0 0,-1-13-26 0 0,0 13 97 0 0,-19 15-96 0 0,16-8-19 0 0,2 6-48 0 0,2-8 42 0 0,-1 0 0 0 0,1 0 0 0 0,0 0 0 0 0,0 0 0 0 0,0 0 0 0 0,0 0 1 0 0,0 0-1 0 0,-1-1 0 0 0,1 1 0 0 0,0 0 0 0 0,0 0 0 0 0,0 0 0 0 0,0 0 0 0 0,-1 0 0 0 0,1 0 0 0 0,0 0 0 0 0,0 0 0 0 0,0 0 0 0 0,0 1 1 0 0,-1-1-1 0 0,1 0 0 0 0,0 0 0 0 0,0 0 0 0 0,0 0 0 0 0,0 0 0 0 0,-1 0 0 0 0,1 0 0 0 0,0 0 0 0 0,0 0 0 0 0,0 0 0 0 0,0 1 1 0 0,0-1-1 0 0,0 0 0 0 0,-1 0 0 0 0,1 0 0 0 0,0 0 0 0 0,0 0 0 0 0,0 0 0 0 0,0 1 0 0 0,0-1 0 0 0,0 0 0 0 0,0 0 0 0 0,0 0 1 0 0,0 0-1 0 0,0 1 0 0 0,0-1 0 0 0,0 0 0 0 0,0 0 0 0 0,0 0 0 0 0,-10 43 54 0 0,8-24-18 0 0,2 0-1 0 0,3 30 0 0 0,-2-43-15 0 0,1-1 14 0 0,1 1-30 0 0,0 0 0 0 0,0 0-1 0 0,1 0 1 0 0,-1 0-1 0 0,1-1 1 0 0,1 0 0 0 0,-1 0-1 0 0,1 0 1 0 0,0 0 0 0 0,0-1-1 0 0,0 1 1 0 0,0-1 0 0 0,1-1-1 0 0,0 1 1 0 0,0-1 0 0 0,12 5-1 0 0,-14-6-73 0 0,2 0-113 0 0,17 4 34 0 0,-17-4-35 0 0,1-1-78 0 0,18-2-1076 0 0,42-4 1 0 0,-63 3 673 0 0,-2 3 573 0 0,-1-2-1 0 0,1 1 1 0 0,0 0 0 0 0,-1 0-1 0 0,1 0 1 0 0,0-1-1 0 0,-1 1 1 0 0,1-1 0 0 0,-1 1-1 0 0,1-1 1 0 0,-1 0-1 0 0,3-1 1 0 0,-1 0-114 0 0,3 1-417 0 0,-2-2-123 0 0,35-21-3287 0 0,-35 21 1466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 1984 0 0,'0'0'1554'0'0,"2"-3"-812"0"0,4-5-1085 0 0,-5 8 540 0 0,-1 0 1 0 0,1-1 0 0 0,-1 1 0 0 0,1 0 0 0 0,-1 0 0 0 0,0-1 0 0 0,1 1 0 0 0,-1 0-1 0 0,1 0 1 0 0,-1 0 0 0 0,1 0 0 0 0,0 0 0 0 0,-1 0 0 0 0,1 0 0 0 0,-1 0-1 0 0,1 0 1 0 0,-1 0 0 0 0,1 0 0 0 0,-1 0 0 0 0,1 0 0 0 0,-1 0 0 0 0,1 0 0 0 0,-1 1-1 0 0,1-1 1 0 0,-1 0 0 0 0,0 0 0 0 0,1 1 0 0 0,-1-1 0 0 0,1 0 0 0 0,-1 0-1 0 0,0 1 1 0 0,1-1 0 0 0,-1 1 0 0 0,1-1 0 0 0,-1 0 0 0 0,0 1 0 0 0,0-1 0 0 0,1 1-1 0 0,-1-1 1 0 0,1 1 0 0 0,1 2 537 0 0,-1 3-409 0 0,27 209 2289 0 0,-11-122-2494 0 0,-16-88-220 0 0,0 1-77 0 0,4 15-93 0 0,-4-15-115 0 0,1-2-969 0 0,4 12 478 0 0,-5-12-225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11 153 3308 0 0,'-1'-4'1510'0'0,"-7"-33"4285"0"0,7 26-5944 0 0,1 6 1063 0 0,1 0-554 0 0,0 3-260 0 0,0-1 0 0 0,0 0 0 0 0,0 0 0 0 0,1 0 1 0 0,-1 1-1 0 0,1-1 0 0 0,0 1 0 0 0,0-1 0 0 0,0 1 0 0 0,0 0 1 0 0,0 0-1 0 0,4-3 0 0 0,-3 2 279 0 0,4 3-302 0 0,18-1 86 0 0,-18 1 4 0 0,-1 1-25 0 0,6 2-62 0 0,1 1 1 0 0,-1 0-1 0 0,0 0 0 0 0,0 1 1 0 0,19 12-1 0 0,-28-15-63 0 0,-2-1-17 0 0,-1-1 1 0 0,1 0 0 0 0,-1 0 0 0 0,1 0-1 0 0,-1 0 1 0 0,1 0 0 0 0,-1 1-1 0 0,1-1 1 0 0,-1 0 0 0 0,1 0 0 0 0,-1 1-1 0 0,1-1 1 0 0,-1 0 0 0 0,1 1-1 0 0,-1-1 1 0 0,1 0 0 0 0,-1 1 0 0 0,0-1-1 0 0,1 1 1 0 0,-1-1 0 0 0,0 1 0 0 0,1-1-1 0 0,-1 1 1 0 0,0-1 0 0 0,1 2-1 0 0,-1-2 1 0 0,0 1-1 0 0,1 0 1 0 0,-1-1 0 0 0,0 1-1 0 0,1 0 1 0 0,-1-1-1 0 0,1 1 1 0 0,-1-1-1 0 0,1 1 1 0 0,-1 0-1 0 0,1-1 1 0 0,0 1-1 0 0,-1-1 1 0 0,1 0-1 0 0,0 1 1 0 0,-1-1-1 0 0,1 0 1 0 0,1 1-1 0 0,-1 0 0 0 0,0 1 0 0 0,0-1 0 0 0,1 1 0 0 0,-1-1 0 0 0,0 1 0 0 0,0-1 0 0 0,-1 1 0 0 0,1-1 0 0 0,0 1 0 0 0,0 2 0 0 0,2 0 8 0 0,-3 0-11 0 0,3 41 128 0 0,-3-40-107 0 0,-2 0 11 0 0,-25 64 105 0 0,25-64-117 0 0,0-2-8 0 0,-15 38-593 0 0,21-42 503 0 0,16-2-14 0 0,-15 2 6 0 0,-1-2-10 0 0,12-8-119 0 0,-1-2 0 0 0,0 0-1 0 0,-1-1 1 0 0,20-24 0 0 0,-28 29 191 0 0,1 1-1 0 0,-1-1 1 0 0,-1 0 0 0 0,6-11-1 0 0,-7 12 21 0 0,19-35-102 0 0,7-34 59 0 0,-28 72 44 0 0,-1 1-3 0 0,4-14 6 0 0,-4 14 146 0 0,-3 4-142 0 0,0 1 1 0 0,0-1-1 0 0,0 1 0 0 0,0-1 1 0 0,0 1-1 0 0,0 0 0 0 0,0 0 1 0 0,0 0-1 0 0,0 0 0 0 0,0 0 0 0 0,1 1 1 0 0,-1-1-1 0 0,0 1 0 0 0,1-1 1 0 0,-1 1-1 0 0,1-1 0 0 0,0 1 0 0 0,-1 0 1 0 0,1-1-1 0 0,0 1 0 0 0,0 0 1 0 0,-1 3-1 0 0,-2 2 11 0 0,1 0 0 0 0,0 1 0 0 0,1-1 0 0 0,-4 15-1 0 0,-1 25 218 0 0,7-42-141 0 0,0 2-13 0 0,0-5-84 0 0,1 6-19 0 0,-1 0 1 0 0,1 0-1 0 0,1 1 0 0 0,-1-1 1 0 0,1 0-1 0 0,1 0 0 0 0,0-1 0 0 0,0 1 1 0 0,0 0-1 0 0,1-1 0 0 0,0 0 1 0 0,1 0-1 0 0,-1 0 0 0 0,1 0 1 0 0,6 5-1 0 0,-3-4-428 0 0,0-1 0 0 0,0 0 0 0 0,17 10 0 0 0,-15-11-1185 0 0,0-1 0 0 0,0-1 0 0 0,15 5 0 0 0,-3-2-2575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79 2616 0 0,'1'-5'1008'0'0,"8"-37"3939"0"0,-8 38-3844 0 0,-1 4-1087 0 0,0 0 0 0 0,0-1 0 0 0,0 1 0 0 0,0-1 0 0 0,0 1 0 0 0,0 0 0 0 0,0-1 0 0 0,1 1 0 0 0,-1-1 0 0 0,0 1 1 0 0,0 0-1 0 0,0-1 0 0 0,1 1 0 0 0,-1 0 0 0 0,0-1 0 0 0,1 1 0 0 0,-1 0 0 0 0,0-1 0 0 0,1 1 0 0 0,-1 0 0 0 0,0 0 1 0 0,1-1-1 0 0,-1 1 0 0 0,0 0 0 0 0,1 0 0 0 0,-1 0 0 0 0,1-1 0 0 0,0 1 28 0 0,-1 0 0 0 0,1 0 0 0 0,-1 0 0 0 0,1-1 0 0 0,-1 1 1 0 0,1 0-1 0 0,-1-1 0 0 0,0 1 0 0 0,1 0 0 0 0,-1-1 0 0 0,1 1 0 0 0,-1-1 0 0 0,0 1 0 0 0,1-1 0 0 0,-1 1 0 0 0,0 0 0 0 0,0-1 0 0 0,1 1 1 0 0,-1-1-1 0 0,0-1 0 0 0,4 1 124 0 0,13-6-91 0 0,-13 6 514 0 0,1 2-426 0 0,15 4-36 0 0,-15-3-25 0 0,-4-2-89 0 0,0 1 0 0 0,1 0 0 0 0,-1 0 0 0 0,1 0 0 0 0,-1 0 0 0 0,0 0 0 0 0,0 0 0 0 0,0 0 0 0 0,1 0 0 0 0,-1 1 0 0 0,1 0 0 0 0,1 1 38 0 0,-1 1 4 0 0,6 13-6 0 0,-6-13-2 0 0,-1 1-5 0 0,4 17-25 0 0,-4-17 13 0 0,-1 2 22 0 0,0 4-41 0 0,-1 0 1 0 0,-1 0-1 0 0,0 0 0 0 0,0 0 0 0 0,-1-1 1 0 0,0 1-1 0 0,-1-1 0 0 0,0 1 0 0 0,0-1 1 0 0,-1 0-1 0 0,-1-1 0 0 0,0 1 0 0 0,0-1 1 0 0,-1 0-1 0 0,-12 13 0 0 0,16-20 15 0 0,2-1-31 0 0,-1 0 0 0 0,0-1 0 0 0,1 1 0 0 0,-1 0 0 0 0,1 0 1 0 0,0 0-1 0 0,-1 0 0 0 0,1 1 0 0 0,0-1 0 0 0,0 0 0 0 0,-2 3 1 0 0,2-4-1 0 0,-3 3-18 0 0,0-1-87 0 0,-13 4 85 0 0,12-4 1 0 0,1-3-45 0 0,-15-3 44 0 0,14 3-11 0 0,5-1-92 0 0,0 1 122 0 0,0 0 0 0 0,-1-1 1 0 0,1 1-1 0 0,0 0 0 0 0,-1 0 0 0 0,1 0 0 0 0,-1-1 0 0 0,0 1 1 0 0,1 0-1 0 0,-1 0 0 0 0,-1-2 0 0 0,1 1-2 0 0,-1-1-13 0 0,2 3-61 0 0,0 0 80 0 0,1 0 1 0 0,-1 0-1 0 0,0 0 0 0 0,1 0 1 0 0,-1 0-1 0 0,0-1 0 0 0,0 1 1 0 0,1 0-1 0 0,-1 0 0 0 0,0 0 1 0 0,0 0-1 0 0,1 0 0 0 0,-1 0 1 0 0,0-1-1 0 0,0 1 1 0 0,0 0-1 0 0,1 0 0 0 0,-1 0 1 0 0,0 0-1 0 0,0-1 0 0 0,0 1 1 0 0,1 0-1 0 0,-1 0 0 0 0,0-1 1 0 0,0 1-1 0 0,0 0 1 0 0,0 0-1 0 0,0-1 0 0 0,0 1 1 0 0,0 0-1 0 0,0 0 0 0 0,1-1 1 0 0,-1 1-1 0 0,0-1 6 0 0,0 1 1 0 0,0-1-1 0 0,0 1 1 0 0,0-1-1 0 0,1 1 1 0 0,-1-1-1 0 0,0 1 1 0 0,0 0-1 0 0,1-1 1 0 0,-1 1-1 0 0,0-1 1 0 0,1 1-1 0 0,-1 0 1 0 0,1-1-1 0 0,-1 1 1 0 0,0 0-1 0 0,1-1 1 0 0,-1 1-1 0 0,1 0 1 0 0,-1 0-1 0 0,1-1 1 0 0,-1 1-1 0 0,1 0 1 0 0,-1 0-1 0 0,1 0 1 0 0,-1 0-1 0 0,1 0 1 0 0,-1 0-1 0 0,1 0 1 0 0,-1 0-1 0 0,1 0 1 0 0,-1 0-1 0 0,1 0 1 0 0,-1 0-1 0 0,1 0 1 0 0,0 0-1 0 0,25 1 34 0 0,-20 0-4 0 0,0 0-1 0 0,56 17 195 0 0,68 16-2345 0 0,-50-21-4049 0 0,-74-12 1439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142 55 3300 0 0,'1'-4'1258'0'0,"1"-14"-123"0"0,-2 14 1388 0 0,-1 1-1872 0 0,-6-11-62 0 0,5 11 411 0 0,-1 1-588 0 0,0 1-254 0 0,0 0 1 0 0,0 0 0 0 0,0 0 0 0 0,0 0 0 0 0,0 1 0 0 0,0-1-1 0 0,0 1 1 0 0,-1 0 0 0 0,1 0 0 0 0,0 0 0 0 0,0 0-1 0 0,0 1 1 0 0,0-1 0 0 0,0 1 0 0 0,0 0 0 0 0,0 0 0 0 0,0 0-1 0 0,0 0 1 0 0,-4 2 0 0 0,3-1 78 0 0,1 3-31 0 0,-4 3-115 0 0,1 1 1 0 0,0 0 0 0 0,1 1-1 0 0,0-1 1 0 0,0 1-1 0 0,-4 14 1 0 0,-7 64-385 0 0,16-83 27 0 0,0 1-38 0 0,1 8-290 0 0,1-1 0 0 0,1-1 0 0 0,0 1 0 0 0,6 16 1 0 0,-6-26 41 0 0,0-1-78 0 0,0-1 244 0 0,-1 1 0 0 0,1-1 0 0 0,0-1 0 0 0,0 1 0 0 0,0 0 0 0 0,0-1 0 0 0,0 1 0 0 0,0-1 0 0 0,1 0 0 0 0,-1 0 0 0 0,3 0 0 0 0,-1-1-1633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3512 0 0,'0'0'3662'0'0,"6"1"-3043"0"0,21 1 930 0 0,-24 3-1075 0 0,2 6-165 0 0,-1 0 0 0 0,0 0 1 0 0,0 1-1 0 0,-1-1 0 0 0,-1 1 0 0 0,0 0 0 0 0,1 24 0 0 0,-3-29-248 0 0,0-6-63 0 0,-1 0 0 0 0,1 0 1 0 0,-1 0-1 0 0,1 1 0 0 0,0-1 1 0 0,0 0-1 0 0,0 0 0 0 0,0 0 1 0 0,0 1-1 0 0,0-1 0 0 0,0 0 1 0 0,0 0-1 0 0,0 0 0 0 0,0 1 1 0 0,1-1-1 0 0,0 1 0 0 0,1 13-181 0 0,1 9-352 0 0,-3-19 151 0 0,1 0-1272 0 0,-1 1 1310 0 0,1 3 43 0 0,-1 1-5801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83 1 2592 0 0,'-5'0'1327'0'0,"1"0"-909"0"0,0 1 0 0 0,1-1 0 0 0,-1 1 0 0 0,0 0-1 0 0,1 0 1 0 0,-1 1 0 0 0,1-1 0 0 0,-7 4 0 0 0,7-3 316 0 0,0 3-58 0 0,-2 2-379 0 0,1 1 1 0 0,0 0 0 0 0,0 0 0 0 0,1 0 0 0 0,0 1 0 0 0,0-1 0 0 0,-2 17-1 0 0,4-6-293 0 0,0 0 0 0 0,2 0 0 0 0,5 37 0 0 0,-5-50-271 0 0,1-2-32 0 0,5 14-43 0 0,-6-14-42 0 0,0-4 368 0 0,-1 0-1 0 0,0 0 1 0 0,1 0-1 0 0,-1 0 1 0 0,0 0-1 0 0,0 1 0 0 0,1-1 1 0 0,-1 0-1 0 0,0 0 1 0 0,1 0-1 0 0,-1 0 1 0 0,0 0-1 0 0,0 0 1 0 0,1 1-1 0 0,-1-1 1 0 0,0 0-1 0 0,0 0 1 0 0,1 0-1 0 0,-1 1 0 0 0,0-1 1 0 0,0 0-1 0 0,0 0 1 0 0,0 1-1 0 0,1-1 1 0 0,-1 0-1 0 0,0 0 1 0 0,0 1-1 0 0,0-1 1 0 0,0 0-1 0 0,0 1 1 0 0,0-1-1 0 0,0 1 0 0 0,1 0-65 0 0,-1-1 0 0 0,0 1 0 0 0,0 0 0 0 0,0-1 0 0 0,1 1 0 0 0,-1-1 0 0 0,0 1 0 0 0,1 0 0 0 0,-1-1 0 0 0,1 1-1 0 0,-1-1 1 0 0,1 1 0 0 0,-1-1 0 0 0,1 1 0 0 0,-1-1 0 0 0,1 1 0 0 0,-1-1 0 0 0,1 0 0 0 0,-1 1 0 0 0,1-1-1 0 0,0 0 1 0 0,-1 0 0 0 0,1 1 0 0 0,0-1 0 0 0,0 0 0 0 0,17 5-319 0 0,-14-4 73 0 0,-3-2-459 0 0,-1 0 767 0 0,0 1 0 0 0,0 0 0 0 0,0 0 0 0 0,0-1 0 0 0,0 1 0 0 0,1 0 0 0 0,-1 0 0 0 0,0-1 0 0 0,0 1 0 0 0,0 0 0 0 0,1 0 0 0 0,-1 0 0 0 0,0 0 0 0 0,0-1 0 0 0,1 1-1 0 0,-1 0 1 0 0,0 0 0 0 0,0 0 0 0 0,1 0 0 0 0,-1 0 0 0 0,0 0 0 0 0,0 0 0 0 0,1 0 0 0 0,-1 0 0 0 0,0-1 0 0 0,1 1 0 0 0,-1 0 0 0 0,0 1 0 0 0,1-1 0 0 0,-1 0-18 0 0,1-1 0 0 0,0 1 1 0 0,0 0-1 0 0,-1 0 1 0 0,1 0-1 0 0,0 0 0 0 0,0-1 1 0 0,-1 1-1 0 0,1 0 1 0 0,0-1-1 0 0,-1 1 0 0 0,1 0 1 0 0,-1-1-1 0 0,1 1 1 0 0,0-1-1 0 0,-1 1 0 0 0,1-1 1 0 0,-1 1-1 0 0,1-1 0 0 0,-1 1 1 0 0,0-1-1 0 0,1 0 1 0 0,-1 1-1 0 0,1-2 0 0 0,6-14-98 0 0,-5 12 47 0 0,-1-1 28 0 0,2-12 89 0 0,-2 13 138 0 0,0-1 84 0 0,19-58 2902 0 0,-18 60-2121 0 0,-2 3-1005 0 0,0-1 0 0 0,0 1 0 0 0,0-1-1 0 0,1 1 1 0 0,-1-1 0 0 0,0 1-1 0 0,1 0 1 0 0,-1-1 0 0 0,0 1-1 0 0,1 0 1 0 0,-1-1 0 0 0,0 1-1 0 0,1 0 1 0 0,-1-1 0 0 0,1 1 0 0 0,-1 0-1 0 0,1 0 1 0 0,-1-1 0 0 0,0 1-1 0 0,1 0 1 0 0,-1 0 0 0 0,1 0-1 0 0,-1 0 1 0 0,2-1 0 0 0,9-6 1973 0 0,-6 9-1591 0 0,23 3 317 0 0,-25-1-499 0 0,2 1-63 0 0,0 1 1 0 0,-1 0 0 0 0,0 0-1 0 0,0 0 1 0 0,0 0 0 0 0,-1 1-1 0 0,0 0 1 0 0,0 0-1 0 0,2 7 1 0 0,-3 2-133 0 0,0 0 0 0 0,-1 0 0 0 0,-1 1 0 0 0,0-1 0 0 0,-3 18 0 0 0,-7 38-2824 0 0,9-67 2312 0 0,-6 18-3563 0 0,4-19 2701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0 2800 0 0,'0'0'10915'0'0,"0"5"-10815"0"0,3 12-15 0 0,-3-12-28 0 0,0 1 39 0 0,-1 154 917 0 0,0-153-936 0 0,1-1-25 0 0,0 19-29 0 0,0-18 35 0 0,0-3-4 0 0,-1 16 11 0 0,1-15 43 0 0,-1 0-144 0 0,0 16 63 0 0,1-16 56 0 0,0 0-98 0 0,1 13-13 0 0,0-13-41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213 64 3092 0 0,'0'0'1737'0'0,"-1"-4"-375"0"0,-15-36 1722 0 0,14 37-2655 0 0,-2 0-76 0 0,1 1-289 0 0,0 1-1 0 0,0-1 1 0 0,1 1 0 0 0,-1-1-1 0 0,0 1 1 0 0,0 0 0 0 0,0 0-1 0 0,-1 0 1 0 0,1 1-1 0 0,0-1 1 0 0,0 1 0 0 0,0 0-1 0 0,-1 0 1 0 0,1 0 0 0 0,0 0-1 0 0,0 0 1 0 0,0 1 0 0 0,-5 0-1 0 0,1 2 84 0 0,-1 0 0 0 0,1 1 0 0 0,0-1-1 0 0,1 1 1 0 0,-1 1 0 0 0,1-1 0 0 0,-1 1-1 0 0,1 0 1 0 0,1 1 0 0 0,-1-1 0 0 0,1 1-1 0 0,0 0 1 0 0,0 0 0 0 0,1 1 0 0 0,0 0-1 0 0,0-1 1 0 0,0 1 0 0 0,1 1 0 0 0,-4 12-1 0 0,4-12-83 0 0,0 1-1 0 0,1-1 1 0 0,0 1-1 0 0,1 0 1 0 0,0 0-1 0 0,0-1 1 0 0,1 1-1 0 0,0 0 1 0 0,0 0-1 0 0,1 0 1 0 0,0 0-1 0 0,1 0 1 0 0,0-1-1 0 0,5 14 1 0 0,-5-18-84 0 0,-1-1-1 0 0,1 1 1 0 0,0-1 0 0 0,1 0 0 0 0,-1 0 0 0 0,0 0-1 0 0,1 0 1 0 0,0 0 0 0 0,0-1 0 0 0,-1 1 0 0 0,2-1 0 0 0,-1 0-1 0 0,0 0 1 0 0,0 0 0 0 0,7 3 0 0 0,35 8-342 0 0,-40-13 251 0 0,2 0 17 0 0,0-1 83 0 0,1 1-1 0 0,0 0 0 0 0,0-1 0 0 0,0 0 1 0 0,0 0-1 0 0,-1-1 0 0 0,1 0 1 0 0,-1-1-1 0 0,1 1 0 0 0,-1-1 1 0 0,0-1-1 0 0,0 0 0 0 0,0 0 1 0 0,0 0-1 0 0,7-6 0 0 0,-9 4 78 0 0,1 0-1 0 0,-1 0 1 0 0,0-1-1 0 0,0 0 0 0 0,-1 0 1 0 0,0 0-1 0 0,0 0 1 0 0,0 0-1 0 0,-1-1 0 0 0,0 0 1 0 0,-1 1-1 0 0,0-1 1 0 0,0 0-1 0 0,0-10 0 0 0,-1 14-20 0 0,-2-2-4 0 0,-2-17-43 0 0,2 17-60 0 0,-2 2-50 0 0,-6-15-66 0 0,7 15-113 0 0,-2 1-160 0 0,1 1 325 0 0,1 1 0 0 0,-1-1 1 0 0,0 1-1 0 0,1-1 0 0 0,-1 1 0 0 0,0 0 1 0 0,0 0-1 0 0,0 1 0 0 0,0-1 1 0 0,0 1-1 0 0,0-1 0 0 0,0 1 0 0 0,0 0 1 0 0,0 0-1 0 0,0 0 0 0 0,0 0 1 0 0,0 1-1 0 0,0-1 0 0 0,0 1 1 0 0,0 0-1 0 0,1 0 0 0 0,-1 0 0 0 0,0 0 1 0 0,0 0-1 0 0,-2 2 0 0 0,-9 8-1050 0 0,1 1 1 0 0,1 0-1 0 0,0 1 0 0 0,1 1 0 0 0,-17 24 0 0 0,24-33-2402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243 30 3728 0 0,'0'0'1637'0'0,"-2"-3"-300"0"0,0 0-971 0 0,0 1 0 0 0,0 0 0 0 0,0-1-1 0 0,-1 1 1 0 0,1 0 0 0 0,-1 1 0 0 0,1-1 0 0 0,-1 0 0 0 0,1 1 0 0 0,-1-1-1 0 0,-5-1 1 0 0,4 1 176 0 0,-2 3-133 0 0,-2 0-264 0 0,0 0 0 0 0,-1 0 0 0 0,1 1 1 0 0,0 1-1 0 0,0-1 0 0 0,0 1 0 0 0,0 1 0 0 0,1-1 0 0 0,-1 1 0 0 0,1 1 0 0 0,0-1 0 0 0,0 1 1 0 0,0 1-1 0 0,1-1 0 0 0,0 1 0 0 0,-10 12 0 0 0,6-6-132 0 0,1 1 1 0 0,1 0-1 0 0,0 1 1 0 0,0-1-1 0 0,-8 27 1 0 0,14-35-224 0 0,2 1-74 0 0,0-2 93 0 0,1 0-1 0 0,-1 1 0 0 0,1-1 1 0 0,0 0-1 0 0,0 1 0 0 0,0-1 1 0 0,0 0-1 0 0,1 0 1 0 0,0 0-1 0 0,0 0 0 0 0,0 0 1 0 0,0-1-1 0 0,0 1 0 0 0,1 0 1 0 0,0-1-1 0 0,0 0 0 0 0,0 0 1 0 0,0 0-1 0 0,0 0 1 0 0,7 4-1 0 0,-7-5-475 0 0,18 1-521 0 0,-16-2 944 0 0,-1-1-1 0 0,1 1 1 0 0,0-1-1 0 0,-1 0 1 0 0,1 0-1 0 0,0 0 1 0 0,-1 0-1 0 0,8-2 1 0 0,4-4 110 0 0,1 1 0 0 0,-1-2 1 0 0,-1 0-1 0 0,1-1 0 0 0,-1 0 0 0 0,0-2 1 0 0,18-14-1 0 0,42-24 2834 0 0,-72 46-2215 0 0,2-1-2 0 0,14-5-10 0 0,-15 6 466 0 0,2 2-462 0 0,20 0 305 0 0,-25 0-719 0 0,0 0-1 0 0,1 1 0 0 0,-1 0 1 0 0,0-1-1 0 0,0 1 1 0 0,1 0-1 0 0,-1 0 1 0 0,0-1-1 0 0,0 1 1 0 0,0 0-1 0 0,0 0 1 0 0,0 0-1 0 0,0 0 1 0 0,-1 1-1 0 0,1-1 1 0 0,0 0-1 0 0,0 0 1 0 0,0 2-1 0 0,8 15 316 0 0,-6-10-232 0 0,0 0 0 0 0,-1 1-1 0 0,0-1 1 0 0,-1 1 0 0 0,1 0 0 0 0,-1 0 0 0 0,-1 9 0 0 0,1-3-33 0 0,0 39-6 0 0,-1-48-265 0 0,1-5-94 0 0,-1 0 259 0 0,0-1-1 0 0,0 1 1 0 0,1 0-1 0 0,-1 0 1 0 0,0-1-1 0 0,0 1 1 0 0,0 0-1 0 0,0 0 1 0 0,0-1-1 0 0,0 1 1 0 0,0 0 0 0 0,0 0-1 0 0,0-1 1 0 0,0 1-1 0 0,0 0 1 0 0,0 0-1 0 0,0-1 1 0 0,-1 1-1 0 0,1 0 1 0 0,-1 1-1 0 0,-1 7-2334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0 3128 0 0,'-5'1'1430'0'0,"-15"1"-210"0"0,15-2 647 0 0,3 5-1105 0 0,-9 45 1209 0 0,10-44-1724 0 0,2-5-236 0 0,-1 0 1 0 0,1-1-1 0 0,-1 1 1 0 0,0 0-1 0 0,1 0 0 0 0,-1 0 1 0 0,0 0-1 0 0,0 0 0 0 0,0 0 1 0 0,1 0-1 0 0,-1 0 1 0 0,0 0-1 0 0,0 0 0 0 0,0 0 1 0 0,-1-1-1 0 0,1 1 0 0 0,0 2 1 0 0,0 21 124 0 0,23 42 109 0 0,-21-63-272 0 0,-1-1 17 0 0,0 0-1 0 0,0-1 0 0 0,0 1 0 0 0,0 0 0 0 0,0-1 1 0 0,0 1-1 0 0,1-1 0 0 0,-1 0 0 0 0,0 1 1 0 0,1-1-1 0 0,1 1 0 0 0,0 2-111 0 0,-2-4 118 0 0,-1 0 0 0 0,0 0 0 0 0,1 0 0 0 0,-1 0 0 0 0,1 0 0 0 0,-1 0 0 0 0,0 0 0 0 0,1 0 0 0 0,-1 0-1 0 0,0 0 1 0 0,1 0 0 0 0,-1 1 0 0 0,0-1 0 0 0,1 0 0 0 0,-1 0 0 0 0,0 0 0 0 0,1 0 0 0 0,-1 1 0 0 0,0-1 0 0 0,1 0 0 0 0,-1 0 0 0 0,0 1 0 0 0,0-1 0 0 0,1 0 0 0 0,-1 1 0 0 0,0-1 0 0 0,0 0-1 0 0,1 1 1 0 0,-1 0-7 0 0,1-1-1 0 0,-1 1 1 0 0,0 0-1 0 0,1-1 1 0 0,-1 1-1 0 0,1-1 1 0 0,0 1-1 0 0,-1-1 1 0 0,1 1-1 0 0,-1-1 1 0 0,1 0-1 0 0,0 1 0 0 0,-1-1 1 0 0,1 0-1 0 0,0 1 1 0 0,0-1-1 0 0,-1 0 1 0 0,1 0-1 0 0,0 1 1 0 0,0-1-1 0 0,-1 0 1 0 0,1 0-1 0 0,0 0 0 0 0,1 0 1 0 0,20 2-8 0 0,-17-2 37 0 0,17-14 378 0 0,12-16 678 0 0,-30 27-738 0 0,0 0 14 0 0,44-22 1163 0 0,-43 24-1179 0 0,1 0-44 0 0,-2 1-225 0 0,1 0 0 0 0,0 0 0 0 0,0 1-1 0 0,0-1 1 0 0,0 1 0 0 0,-1 0 0 0 0,1 0-1 0 0,0 1 1 0 0,-1-1 0 0 0,1 1 0 0 0,-1 0-1 0 0,1 0 1 0 0,-1 1 0 0 0,0-1 0 0 0,5 5-1 0 0,-2-1-180 0 0,-1 1 0 0 0,-1-1 0 0 0,1 1 0 0 0,-1 0 0 0 0,-1 0 0 0 0,1 1 0 0 0,-1 0 0 0 0,0-1 0 0 0,-1 1 0 0 0,0 1 0 0 0,0-1 0 0 0,-1 0 0 0 0,0 1 0 0 0,1 12 0 0 0,-2-16-464 0 0,-2 2-95 0 0,-1 19-113 0 0,1-20-188 0 0,1-5 902 0 0,0-1 0 0 0,-1 1 0 0 0,1-1 0 0 0,0 1 0 0 0,-1-1 0 0 0,1 1 0 0 0,0-1 0 0 0,0 1 0 0 0,-1-1 0 0 0,1 1 0 0 0,0 0 0 0 0,0-1 0 0 0,0 1 0 0 0,0-1 0 0 0,0 1 0 0 0,0 0 1 0 0,0-1-1 0 0,0 1 0 0 0,0 0 0 0 0,0-1 0 0 0,0 1 0 0 0,0-1 0 0 0,0 1 0 0 0,0 0 0 0 0,1 0 0 0 0,-1-1-82 0 0,0 1 0 0 0,0 0 1 0 0,1-1-1 0 0,-1 1 0 0 0,0-1 0 0 0,0 1 1 0 0,0 0-1 0 0,0-1 0 0 0,0 1 0 0 0,0-1 1 0 0,0 1-1 0 0,0 0 0 0 0,0-1 0 0 0,0 1 1 0 0,0-1-1 0 0,-1 1 0 0 0,1 0 0 0 0,0-1 0 0 0,0 1 1 0 0,-1-1-1 0 0,1 1 0 0 0,0-1 0 0 0,-1 1 1 0 0,1-1-1 0 0,-1 1 0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69 2312 0 0,'2'-6'756'0'0,"1"0"-1"0"0,0 0 0 0 0,1 0 0 0 0,-1 0 1 0 0,1 0-1 0 0,1 1 0 0 0,8-10 1 0 0,-10 12-270 0 0,9-1 113 0 0,-12 3-549 0 0,1 1 0 0 0,0-1-1 0 0,-1 1 1 0 0,1-1 0 0 0,0 1 0 0 0,0-1 0 0 0,0 1-1 0 0,-1 0 1 0 0,1-1 0 0 0,0 1 0 0 0,0 0 0 0 0,0-1-1 0 0,0 1 1 0 0,0 0 0 0 0,0 0 0 0 0,0 0 0 0 0,0 0 0 0 0,-1 0-1 0 0,1 0 1 0 0,0 0 0 0 0,0 0 0 0 0,1 1 0 0 0,2-1-24 0 0,-1 0 24 0 0,0 0 0 0 0,1 0 1 0 0,-1 1-1 0 0,0-1 0 0 0,1 1 0 0 0,-1-1 1 0 0,0 1-1 0 0,0 1 0 0 0,1-1 1 0 0,-1 0-1 0 0,0 1 0 0 0,0-1 0 0 0,4 4 1 0 0,-3-1-20 0 0,1-1 1 0 0,-1 1 0 0 0,0 0 0 0 0,-1 0-1 0 0,1 1 1 0 0,-1-1 0 0 0,0 1 0 0 0,0 0-1 0 0,0 0 1 0 0,-1 0 0 0 0,0 0 0 0 0,0 0-1 0 0,0 0 1 0 0,0 1 0 0 0,-1-1 0 0 0,0 1 0 0 0,0-1-1 0 0,0 1 1 0 0,-1 6 0 0 0,0-2-3 0 0,-1 0 0 0 0,0 0 0 0 0,-1-1 0 0 0,0 1 0 0 0,-1 0 0 0 0,0-1 0 0 0,0 0 0 0 0,-1 1 0 0 0,0-1 0 0 0,-1-1 0 0 0,0 1 0 0 0,-6 8 0 0 0,-2-1 79 0 0,-1 0 0 0 0,-28 23 0 0 0,39-36-65 0 0,-1-1 2 0 0,-12 5-18 0 0,12-5 35 0 0,-2-2-56 0 0,-18 0-11 0 0,19 0 6 0 0,-3-5-42 0 0,8 6 40 0 0,-1-1 1 0 0,1 0-1 0 0,-1-1 0 0 0,1 1 0 0 0,-1 0 0 0 0,1 0 0 0 0,0 0 0 0 0,-1 0 0 0 0,1 0 0 0 0,-1 0 0 0 0,1 0 0 0 0,0-1 0 0 0,-1 1 0 0 0,1 0 0 0 0,-1 0 0 0 0,1-1 0 0 0,0 1 0 0 0,-1 0 0 0 0,1 0 0 0 0,0-1 0 0 0,0 1 0 0 0,-1 0 0 0 0,1-1 1 0 0,0 1-1 0 0,0 0 0 0 0,-1-1 0 0 0,1 1 0 0 0,0-1 0 0 0,0 1 0 0 0,0 0 0 0 0,0-1 0 0 0,0 1 0 0 0,-1-1 0 0 0,1 1 0 0 0,0 0 0 0 0,0-1 0 0 0,0 1 0 0 0,0-1 0 0 0,5-20-220 0 0,0 22 218 0 0,14 0 70 0 0,-14-1-33 0 0,-1 2-19 0 0,89 43 14 0 0,-66-30-546 0 0,0-2-1 0 0,52 19 1 0 0,-75-31-48 0 0,3 0-150 0 0,18 3-244 0 0,-18-2-279 0 0,-2-2-122 0 0,16 1-952 0 0,-16-1-1621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194 180 3060 0 0,'24'-68'5886'0'0,"-24"64"-5108"0"0,1-2-112 0 0,0-18-150 0 0,-1 18-72 0 0,-1 1-53 0 0,0 0-239 0 0,0 0 1 0 0,0-1-1 0 0,0 1 1 0 0,-1 1-1 0 0,0-1 0 0 0,0 0 1 0 0,-1 0-1 0 0,1 1 1 0 0,-1-1-1 0 0,0 1 1 0 0,-6-7-1 0 0,5 8 29 0 0,-22 9 8 0 0,19-4-155 0 0,0 1-5 0 0,0 0 0 0 0,1 0 1 0 0,-1 1-1 0 0,1 0 0 0 0,0 0 0 0 0,0 0 1 0 0,0 1-1 0 0,1 0 0 0 0,-1 0 0 0 0,1 0 1 0 0,-8 12-1 0 0,8-11-5 0 0,-3 3 2 0 0,1 1 0 0 0,0-1 0 0 0,0 2 0 0 0,1-1 0 0 0,0 1 0 0 0,1 0 0 0 0,0 0 0 0 0,1 0 0 0 0,0 1 0 0 0,-3 16 0 0 0,7-23-21 0 0,-1-1 0 0 0,1 1 0 0 0,0 0 0 0 0,0-1 0 0 0,1 1 0 0 0,-1-1 0 0 0,1 1 0 0 0,0-1 0 0 0,3 7 0 0 0,-3-6 21 0 0,0-2-21 0 0,1 1 0 0 0,0-1-1 0 0,0 1 1 0 0,0-1 0 0 0,0 0-1 0 0,0 0 1 0 0,1 0 0 0 0,-1 0-1 0 0,1 0 1 0 0,0 0-1 0 0,0-1 1 0 0,0 0 0 0 0,0 1-1 0 0,5 1 1 0 0,-6-2 17 0 0,3 1-38 0 0,0 0 0 0 0,0-1 0 0 0,-1 1 0 0 0,2-1 1 0 0,-1 0-1 0 0,0-1 0 0 0,0 1 0 0 0,11 1 0 0 0,-9-2-9 0 0,6 2-64 0 0,-11-2 84 0 0,0-1 0 0 0,-1 0 0 0 0,1 1 0 0 0,0-1 0 0 0,0 0 1 0 0,0 0-1 0 0,0 0 0 0 0,0 0 0 0 0,0 0 0 0 0,3-1 0 0 0,5-1-21 0 0,53-13-158 0 0,-42 9 112 0 0,3-7 43 0 0,-17 8 10 0 0,30-21-2 0 0,-30 19 23 0 0,-3 1 0 0 0,8-6 12 0 0,2-7-3 0 0,-10 11 3 0 0,2-7 26 0 0,-1 0 0 0 0,-1-1 0 0 0,4-20 1 0 0,-8 31-33 0 0,-1-1 13 0 0,1 2-44 0 0,0 1 0 0 0,0-1-1 0 0,-1 0 1 0 0,0 1 0 0 0,0-1 0 0 0,0 1 0 0 0,0-1-1 0 0,0 1 1 0 0,-1-1 0 0 0,1 1 0 0 0,-1 0 0 0 0,0 0-1 0 0,0 0 1 0 0,0 0 0 0 0,-1 0 0 0 0,1 0 0 0 0,-1 0-1 0 0,1 1 1 0 0,-1-1 0 0 0,0 1 0 0 0,0 0 0 0 0,0 0-1 0 0,0 0 1 0 0,-6-2 0 0 0,5 2-415 0 0,-3 2-87 0 0,-1-1 337 0 0,6 0 113 0 0,0 1-1 0 0,-1 0 0 0 0,1-1 1 0 0,-1 1-1 0 0,1 0 1 0 0,-1 0-1 0 0,1 1 0 0 0,0-1 1 0 0,-1 0-1 0 0,1 1 0 0 0,-1-1 1 0 0,1 1-1 0 0,-4 1 0 0 0,-3 1-177 0 0,-1 0-177 0 0,-1 1 0 0 0,1-1-1 0 0,0 2 1 0 0,1-1 0 0 0,-1 1 0 0 0,1 1 0 0 0,-16 11-1 0 0,19-12 167 0 0,-2 2-631 0 0,0-1 1 0 0,0 1 0 0 0,1 1-1 0 0,-10 11 1 0 0,1 3-2219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200 23 3856 0 0,'0'0'3069'0'0,"-1"-3"-2381"0"0,-5-17 1035 0 0,0 21-1452 0 0,2 0-220 0 0,-1 1 0 0 0,1-1 0 0 0,-1 1 0 0 0,1 0 0 0 0,-1 0 0 0 0,1 0 0 0 0,0 1 0 0 0,0-1 0 0 0,0 1 0 0 0,0 0 0 0 0,1 0 0 0 0,-1 0 0 0 0,1 1 0 0 0,0-1 0 0 0,-5 8 0 0 0,-8 11-42 0 0,1 0 0 0 0,1 1-1 0 0,0 0 1 0 0,2 1 0 0 0,1 0 0 0 0,1 1 0 0 0,-10 40 0 0 0,19-61-261 0 0,1-2 199 0 0,0 0 0 0 0,0 0 1 0 0,0-1-1 0 0,0 1 0 0 0,0 0 0 0 0,0 0 0 0 0,0-1 0 0 0,-1 1 0 0 0,1 0 0 0 0,-1-1 0 0 0,1 1 1 0 0,-2 2-1 0 0,2-3-37 0 0,-1 4-374 0 0,1-2-325 0 0,0-1 534 0 0,0 0-1 0 0,0 0 1 0 0,1 0 0 0 0,-1 1 0 0 0,1-1 0 0 0,0 0 0 0 0,-1 0 0 0 0,1 0 0 0 0,2 3 0 0 0,1-5-219 0 0,15 2 39 0 0,-14-1 58 0 0,-4-2 339 0 0,1 0 0 0 0,-1 0 0 0 0,1 0 0 0 0,-1 0 0 0 0,1 0 0 0 0,0 0 0 0 0,-1 0 0 0 0,1 1 0 0 0,0-1 0 0 0,0 1 0 0 0,1-1 0 0 0,23-12 428 0 0,30-23-1 0 0,-47 30-311 0 0,10-7 300 0 0,23-11 813 0 0,-35 20-1066 0 0,1 0 144 0 0,0 0 1 0 0,0 1-1 0 0,1 0 1 0 0,0 0 0 0 0,0 0-1 0 0,0 1 1 0 0,13-1-1 0 0,-17 3-189 0 0,-1 0 0 0 0,1 0-1 0 0,-1 1 1 0 0,1 0 0 0 0,-1 0-1 0 0,1 0 1 0 0,-1 0 0 0 0,1 0-1 0 0,-1 1 1 0 0,0 0 0 0 0,0 0-1 0 0,0 0 1 0 0,0 1 0 0 0,0-1 0 0 0,0 1-1 0 0,-1 0 1 0 0,1 0 0 0 0,-1 0-1 0 0,0 0 1 0 0,0 1 0 0 0,0-1-1 0 0,0 1 1 0 0,0 0 0 0 0,-1 0 0 0 0,0 0-1 0 0,0 0 1 0 0,0 0 0 0 0,0 1-1 0 0,1 7 1 0 0,13 64 317 0 0,-16-72-343 0 0,1 2-17 0 0,0 17-5 0 0,-1-18-25 0 0,1 0-113 0 0,2 16-86 0 0,-2-16-90 0 0,-30-14-10642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86 1 2088 0 0,'-3'2'1175'0'0,"-6"7"-740"0"0,1 1 0 0 0,0 0 0 0 0,0 0 1 0 0,1 0-1 0 0,1 1 0 0 0,-1 0 0 0 0,2 0 0 0 0,0 1 0 0 0,0 0 0 0 0,1 0 1 0 0,-5 23-1 0 0,8-30-362 0 0,1 1-40 0 0,7 50 54 0 0,-6-51-140 0 0,1-4 48 0 0,-1 0-1 0 0,1 0 0 0 0,-1 0 1 0 0,1 0-1 0 0,-1 0 0 0 0,0 0 1 0 0,1 1-1 0 0,-1-1 0 0 0,0 0 0 0 0,1 3 1 0 0,2-1-95 0 0,1-2-120 0 0,17 2 132 0 0,-16-2 14 0 0,-1-2 58 0 0,0 0 11 0 0,18-7-7 0 0,2-6 14 0 0,-16 8 8 0 0,4-4 69 0 0,2-1 49 0 0,-2 1 253 0 0,1 0 0 0 0,0 1 1 0 0,0 1-1 0 0,24-11 0 0 0,-34 18-178 0 0,2 1-48 0 0,-2-1-126 0 0,0 0 1 0 0,0 1-1 0 0,0 0 0 0 0,0 0 0 0 0,1 1 1 0 0,-1-1-1 0 0,0 1 0 0 0,0 0 0 0 0,0 0 1 0 0,0 0-1 0 0,0 0 0 0 0,0 1 1 0 0,-1-1-1 0 0,1 1 0 0 0,5 3 0 0 0,-5-1-40 0 0,0 0-1 0 0,-1 0 0 0 0,1 0 0 0 0,-1 0 0 0 0,0 0 0 0 0,0 1 0 0 0,0 0 0 0 0,0-1 1 0 0,-1 1-1 0 0,0 0 0 0 0,2 6 0 0 0,-3-5-89 0 0,0-1 0 0 0,0 1 1 0 0,0-1-1 0 0,-1 1 0 0 0,0-1 0 0 0,0 1 0 0 0,0-1 1 0 0,-1 1-1 0 0,0-1 0 0 0,0 1 0 0 0,-3 8 0 0 0,2-6 9 0 0,-1 6-642 0 0,-1 0 1 0 0,0 0-1 0 0,-1-1 1 0 0,0 1-1 0 0,-2-1 0 0 0,1 0 1 0 0,-11 14-1 0 0,3-7-2912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46 102 3000 0 0,'0'0'2546'0'0,"-2"-3"-1560"0"0,-1-2-582 0 0,1 1-1 0 0,1-1 1 0 0,-1 1 0 0 0,1-1 0 0 0,0 0 0 0 0,0 0-1 0 0,0 1 1 0 0,1-1 0 0 0,-1 0 0 0 0,1 0 0 0 0,0 0-1 0 0,1-5 1 0 0,0 5-153 0 0,-1 5-247 0 0,1-1 1 0 0,-1 1 0 0 0,0-1 0 0 0,0 1-1 0 0,0 0 1 0 0,0-1 0 0 0,0 1-1 0 0,1-1 1 0 0,-1 1 0 0 0,0 0 0 0 0,0-1-1 0 0,1 1 1 0 0,-1-1 0 0 0,0 1 0 0 0,1 0-1 0 0,-1 0 1 0 0,0-1 0 0 0,1 1-1 0 0,-1 0 1 0 0,0-1 0 0 0,1 1 0 0 0,-1 0-1 0 0,1 0 1 0 0,-1 0 0 0 0,1 0-1 0 0,-1-1 1 0 0,1 1 0 0 0,-1 0 0 0 0,1 0 0 0 0,-1 0 0 0 0,1 0 0 0 0,-1-1 0 0 0,1 1 1 0 0,-1 0-1 0 0,1 0 0 0 0,-1 0 0 0 0,0-1 0 0 0,1 1 0 0 0,-1 0 0 0 0,1-1 0 0 0,-1 1 1 0 0,0 0-1 0 0,1-1 0 0 0,-1 1 0 0 0,0-1 0 0 0,0 1 0 0 0,1 0 0 0 0,-1-1 0 0 0,0 1 1 0 0,0-1-1 0 0,0 1 0 0 0,1-1 0 0 0,-1 0 0 0 0,4 0 33 0 0,14-5 13 0 0,-14 5 55 0 0,1 3-106 0 0,-1 0 8 0 0,1 1-1 0 0,-1 0 0 0 0,0 0 1 0 0,0 0-1 0 0,0 1 0 0 0,-1-1 0 0 0,1 1 1 0 0,-1 0-1 0 0,0 0 0 0 0,0 0 1 0 0,0 0-1 0 0,0 1 0 0 0,2 6 0 0 0,-3-6 41 0 0,-1 1 8 0 0,0 55 265 0 0,-5-34-115 0 0,3-23-118 0 0,0 1 6 0 0,-3 16-2 0 0,4-16 69 0 0,-2 0-104 0 0,-2 13-5 0 0,3-13 112 0 0,0-1-120 0 0,1-2-29 0 0,-1-1-6 0 0,0 0 0 0 0,1 1 1 0 0,0-1-1 0 0,-1 0 1 0 0,1 1-1 0 0,0-1 0 0 0,0 1 1 0 0,0-1-1 0 0,-1 0 0 0 0,2 1 1 0 0,-1-1-1 0 0,0 3 0 0 0,5-4-50 0 0,45-9-362 0 0,-46 8 299 0 0,2 2-66 0 0,15 0 104 0 0,-16-1 14 0 0,16 10-69 0 0,-7 5 49 0 0,-11-12 42 0 0,-1 1 17 0 0,10 45 4 0 0,-12-43 8 0 0,-1-1-26 0 0,-4 16-11 0 0,4-16 7 0 0,-1 0 19 0 0,1 0 7 0 0,1-4 2 0 0,-1 1 0 0 0,1 0 1 0 0,-1-1-1 0 0,1 1 0 0 0,-1 0 0 0 0,0-1 1 0 0,1 1-1 0 0,-1-1 0 0 0,0 1 1 0 0,0-1-1 0 0,0 0 0 0 0,-2 3 1 0 0,-9 9 10 0 0,-1 0-16 0 0,12-12 7 0 0,-1 0 0 0 0,1 1 0 0 0,0-1 0 0 0,-1 0 0 0 0,1 0 0 0 0,-1 0 0 0 0,0 0 0 0 0,1 0 0 0 0,-1-1 0 0 0,0 1 0 0 0,1 0 0 0 0,-3 0 0 0 0,-1 1-1 0 0,0 0-15 0 0,-1-1-28 0 0,-14 1-4 0 0,14-2-11 0 0,0-1-46 0 0,-6-1-250 0 0,0 0 0 0 0,0-1 0 0 0,1-1 0 0 0,-1 0 0 0 0,1 0 1 0 0,-21-13-1 0 0,29 15-399 0 0,-1-1-266 0 0,-11-10-226 0 0,11 9-22 0 0,1 1-871 0 0,-10-15-1488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123 22 2864 0 0,'-2'-4'1190'0'0,"-13"-13"1529"0"0,9 17-2375 0 0,-17 0-46 0 0,17 0-61 0 0,2 3-42 0 0,-2 2-109 0 0,1 0-1 0 0,0 0 1 0 0,0 1-1 0 0,0 0 0 0 0,1 0 1 0 0,0 0-1 0 0,0 0 1 0 0,0 1-1 0 0,1-1 0 0 0,-3 10 1 0 0,2-7 0 0 0,1 0 1 0 0,1 0-1 0 0,0 0 1 0 0,0 1-1 0 0,1-1 1 0 0,0 0-1 0 0,1 1 1 0 0,0 0-1 0 0,0-1 1 0 0,1 1-1 0 0,0-1 1 0 0,1 0-1 0 0,0 1 1 0 0,1-1-1 0 0,5 14 1 0 0,-6-17-59 0 0,1 0-1 0 0,1 0 1 0 0,-1-1 0 0 0,1 1-1 0 0,-1-1 1 0 0,1 0 0 0 0,1 0-1 0 0,-1-1 1 0 0,1 1 0 0 0,0-1-1 0 0,0 0 1 0 0,0 0 0 0 0,1 0-1 0 0,-1-1 1 0 0,1 0 0 0 0,0 0-1 0 0,11 4 1 0 0,-11-5-21 0 0,0-1 1 0 0,0 1-1 0 0,0-1 0 0 0,0 0 0 0 0,1 0 1 0 0,-1-1-1 0 0,0 0 0 0 0,13-1 1 0 0,-14 1 9 0 0,13 0 42 0 0,-15 0-54 0 0,-1 0 0 0 0,1 0 0 0 0,-1 0 0 0 0,0 0 0 0 0,1-1 0 0 0,-1 1 0 0 0,1-1 0 0 0,-1 1 0 0 0,5-3 0 0 0,5-1 47 0 0,55-21 178 0 0,-54 20-96 0 0,-11 5-123 0 0,-1-1 0 0 0,1 0-1 0 0,0 1 1 0 0,-1-1-1 0 0,1 0 1 0 0,0 0-1 0 0,-1 0 1 0 0,1 0-1 0 0,-1 0 1 0 0,1-1 0 0 0,1-1-1 0 0,7-7 145 0 0,0 2-9 0 0,-2-1 0 0 0,1 0-1 0 0,-1-1 1 0 0,12-17 0 0 0,-18 23-120 0 0,1 0 1 0 0,-1-1-1 0 0,0 0 1 0 0,-1 0-1 0 0,1 1 0 0 0,-1-1 1 0 0,0 0-1 0 0,0 0 1 0 0,0 0-1 0 0,-1 0 1 0 0,0-1-1 0 0,0 1 0 0 0,0 0 1 0 0,0 0-1 0 0,-1 0 1 0 0,-2-7-1 0 0,-18-50-87 0 0,20 60 54 0 0,1 1 0 0 0,-1-1 0 0 0,0 1 0 0 0,0-1-1 0 0,1 1 1 0 0,-1-1 0 0 0,0 1 0 0 0,0-1 0 0 0,0 1 0 0 0,-1 0-1 0 0,1-1 1 0 0,0 1 0 0 0,0 0 0 0 0,-1 0 0 0 0,1 0-1 0 0,-2-1 1 0 0,-2-1-23 0 0,3 1-12 0 0,-1 0 0 0 0,0 0 0 0 0,1 0-1 0 0,-1 0 1 0 0,0 0 0 0 0,0 1 0 0 0,-1-1-1 0 0,1 1 1 0 0,0 0 0 0 0,0 0 0 0 0,-1 0-1 0 0,1 0 1 0 0,0 1 0 0 0,-1-1 0 0 0,-6 1-1 0 0,7 0 16 0 0,-7 0-99 0 0,1 1 0 0 0,-1 0 0 0 0,1 1 0 0 0,0 0 0 0 0,0 1 0 0 0,0 0 0 0 0,0 0 0 0 0,0 1 0 0 0,0 0 0 0 0,1 0 0 0 0,0 1 0 0 0,0 0 0 0 0,-9 8 0 0 0,0 2-1475 0 0,1 1-1 0 0,0 1 1 0 0,-21 30 0 0 0,34-42-2011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222 0 2044 0 0,'0'0'1834'0'0,"-6"1"-1087"0"0,2 0-696 0 0,0-1 112 0 0,1 1 1 0 0,-1 0 0 0 0,1-1-1 0 0,0 1 1 0 0,-1 1 0 0 0,1-1-1 0 0,0 0 1 0 0,0 1 0 0 0,0 0 0 0 0,0-1-1 0 0,0 1 1 0 0,0 0 0 0 0,-4 4-1 0 0,-13 16 235 0 0,1 1-1 0 0,1 1 0 0 0,1 0 0 0 0,1 2 0 0 0,1 0 1 0 0,2 0-1 0 0,0 1 0 0 0,-16 53 0 0 0,28-76-359 0 0,0 21-10 0 0,0-20-18 0 0,12 16-432 0 0,-5-21 229 0 0,2-1 77 0 0,0 0 1 0 0,0 0-1 0 0,0-1 1 0 0,0 0-1 0 0,0-1 1 0 0,0 1-1 0 0,12-8 1 0 0,51-33-330 0 0,-53 29 493 0 0,1 2 0 0 0,1 0 0 0 0,0 2 1 0 0,22-9-1 0 0,-34 17 72 0 0,1 0 0 0 0,-1 1 0 0 0,17 0 0 0 0,-19 1-7 0 0,-2 3-6 0 0,3 2-63 0 0,-1 0 0 0 0,0 1-1 0 0,0 0 1 0 0,0 0 0 0 0,0 0 0 0 0,-1 1 0 0 0,0-1 0 0 0,-1 1 0 0 0,5 10 0 0 0,-7-14 38 0 0,0 2-50 0 0,-1-1-93 0 0,1 1 0 0 0,-1 0 0 0 0,0-1-1 0 0,-1 1 1 0 0,1-1 0 0 0,-1 1 0 0 0,0 0-1 0 0,0 0 1 0 0,0-1 0 0 0,0 1 0 0 0,-1 0-1 0 0,-2 7 1 0 0,1-8-125 0 0,-11 0-187 0 0,-5 5 219 0 0,-1-3 87 0 0,15-5 12 0 0,-2 1 25 0 0,-16 4-22 0 0,17-4 32 0 0,-1-1 10 0 0,-15 6 18 0 0,16-5 14 0 0,1 0 50 0 0,-10 8 172 0 0,2 0 0 0 0,-17 18-1 0 0,25-24-121 0 0,3 0-12 0 0,-12 40-59 0 0,12-40 82 0 0,1 1-89 0 0,1 1-52 0 0,0 0 0 0 0,1 0 1 0 0,0 0-1 0 0,0-1 1 0 0,5 11-1 0 0,-5-12 81 0 0,8 1-66 0 0,-9-5-8 0 0,-1 1-1 0 0,1-1 1 0 0,-1 1 0 0 0,0-1 0 0 0,1 0 0 0 0,-1 1 0 0 0,1-1 0 0 0,0 0 0 0 0,-1 1-1 0 0,1-1 1 0 0,-1 0 0 0 0,1 0 0 0 0,-1 1 0 0 0,1-1 0 0 0,0 0 0 0 0,-1 0 0 0 0,1 0-1 0 0,0 0 1 0 0,-1 0 0 0 0,1 0 0 0 0,-1 0 0 0 0,1 0 0 0 0,0 0 0 0 0,-1 0 0 0 0,1 0-1 0 0,-1 0 1 0 0,2-1 0 0 0,16-2 1 0 0,-14 2-16 0 0,0-1-8 0 0,8-6 35 0 0,0 1 1 0 0,-1-1-1 0 0,0-1 0 0 0,0 0 0 0 0,9-11 1 0 0,-4 4 224 0 0,1 0 0 0 0,33-22 0 0 0,-30 28-36 0 0,0 0-1 0 0,21-6 0 0 0,-36 15-123 0 0,1 1-13 0 0,20 4 27 0 0,-24-3-85 0 0,1 0 1 0 0,0 0-1 0 0,0 0 0 0 0,0 0 0 0 0,-1 1 1 0 0,1-1-1 0 0,-1 1 0 0 0,1 0 0 0 0,-1 0 1 0 0,0 0-1 0 0,1 0 0 0 0,-1 0 1 0 0,0 0-1 0 0,0 1 0 0 0,-1-1 0 0 0,1 1 1 0 0,1 2-1 0 0,-2-3-10 0 0,2 2 0 0 0,0 1 0 0 0,-1-1-1 0 0,0 1 1 0 0,0-1 0 0 0,0 1 0 0 0,-1 0 0 0 0,0 0-1 0 0,0 0 1 0 0,0 0 0 0 0,0 6 0 0 0,0-3-10 0 0,0 0-57 0 0,0 0 0 0 0,-1-1 1 0 0,-1 1-1 0 0,1 0 0 0 0,-1 0 0 0 0,0 0 0 0 0,-4 11 0 0 0,3-13 24 0 0,-1 8-410 0 0,-1-1-1 0 0,0 0 1 0 0,-11 23-1 0 0,11-29-202 0 0,1 0 0 0 0,-1 0 0 0 0,-1-1 0 0 0,1 1 0 0 0,-1-1 0 0 0,0 0 0 0 0,-8 6 0 0 0,-10 7-2815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1 3112 0 0,'0'0'6031'0'0,"-3"3"-5724"0"0,-6 10-28 0 0,7-10 0 0 0,1 2-39 0 0,-6 76 892 0 0,6-77-980 0 0,1 3-4 0 0,0-5-148 0 0,-2 26 432 0 0,2 0 0 0 0,5 39 0 0 0,-4-63-359 0 0,0-1-59 0 0,1-1 1 0 0,-1 0 0 0 0,1 0-1 0 0,0 1 1 0 0,0-1 0 0 0,0 0-1 0 0,0 0 1 0 0,0-1 0 0 0,1 1-1 0 0,-1 0 1 0 0,0-1 0 0 0,1 0-1 0 0,0 1 1 0 0,2 0 0 0 0,-1 0-10 0 0,24 4-57 0 0,-23-5-26 0 0,1-2 25 0 0,57-7-325 0 0,-56 7 337 0 0,1-1 0 0 0,-1-1 0 0 0,1 1-1 0 0,-1-1 1 0 0,0-1 0 0 0,0 1 0 0 0,0-1-1 0 0,-1 0 1 0 0,1-1 0 0 0,9-8 0 0 0,-13 10-7 0 0,0-1 70 0 0,7-12 41 0 0,-7 12 24 0 0,-2-1 19 0 0,11-35 861 0 0,-11 35 77 0 0,-6 6-1026 0 0,-12 3-4 0 0,16-4-7 0 0,0 1-1 0 0,0-1 1 0 0,1 1 0 0 0,-1-1-1 0 0,0 1 1 0 0,0 0-1 0 0,1-1 1 0 0,-1 1 0 0 0,1 0-1 0 0,-1 0 1 0 0,0 0-1 0 0,1-1 1 0 0,0 1-1 0 0,-1 0 1 0 0,1 0 0 0 0,-1 0-1 0 0,1 0 1 0 0,0 0-1 0 0,0 0 1 0 0,-1 0 0 0 0,1 0-1 0 0,0 1 1 0 0,-5 14-304 0 0,1 0 1 0 0,1 0 0 0 0,0 1 0 0 0,1-1-1 0 0,1 1 1 0 0,0-1 0 0 0,2 1 0 0 0,3 27-1 0 0,3 23-1643 0 0,2 16-3561 0 0,-5-52 964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179 51 2724 0 0,'0'0'2420'0'0,"0"-4"-1496"0"0,-9-39 2314 0 0,8 40-2181 0 0,-5 3-828 0 0,2 1-207 0 0,1-1 34 0 0,0 0-1 0 0,-1 1 0 0 0,1 0 0 0 0,0-1 1 0 0,0 1-1 0 0,0 0 0 0 0,-1 1 1 0 0,1-1-1 0 0,0 0 0 0 0,1 1 1 0 0,-1 0-1 0 0,0 0 0 0 0,0 0 0 0 0,-2 2 1 0 0,-15 17 472 0 0,-21 32 0 0 0,40-52-515 0 0,-5 7 108 0 0,1 1 0 0 0,0 0 0 0 0,1 0 0 0 0,-7 18 1 0 0,8-18-77 0 0,0 0 0 0 0,0 0 1 0 0,0 0-1 0 0,1 1 1 0 0,1-1-1 0 0,0 1 1 0 0,0 0-1 0 0,1-1 0 0 0,0 1 1 0 0,0-1-1 0 0,1 1 1 0 0,1 0-1 0 0,4 16 1 0 0,-4-22-43 0 0,0 0 0 0 0,0 0 1 0 0,0-1-1 0 0,0 1 1 0 0,1 0-1 0 0,0-1 1 0 0,-1 1-1 0 0,1-1 1 0 0,1 0-1 0 0,-1 0 0 0 0,0 0 1 0 0,1-1-1 0 0,-1 1 1 0 0,1-1-1 0 0,0 0 1 0 0,0 0-1 0 0,0 0 1 0 0,0 0-1 0 0,0-1 0 0 0,0 0 1 0 0,1 0-1 0 0,6 1 1 0 0,-9-1-5 0 0,3 0 10 0 0,2-1 1 0 0,1 2-7 0 0,-5-2-1 0 0,0 1 1 0 0,0-1-1 0 0,0 0 1 0 0,1 0 0 0 0,-1 0-1 0 0,0 0 1 0 0,0-1-1 0 0,4 0 1 0 0,26-4-27 0 0,-20 2 13 0 0,2-5 162 0 0,-14 7-152 0 0,7-2-24 0 0,-1-1 0 0 0,1 0 1 0 0,-1 0-1 0 0,-1 0 0 0 0,1-1 1 0 0,0 0-1 0 0,-1 0 0 0 0,10-11 1 0 0,-10 7 36 0 0,-1 0 1 0 0,1 0 0 0 0,-2-1-1 0 0,7-14 1 0 0,-10 19-25 0 0,0 0-1 0 0,1 0 1 0 0,-2 0 0 0 0,1-1 0 0 0,-1 1-1 0 0,1 0 1 0 0,-1 0 0 0 0,-1-1 0 0 0,1 1 0 0 0,-1 0-1 0 0,0 0 1 0 0,0 0 0 0 0,-3-7 0 0 0,2 5-75 0 0,-1 0 0 0 0,0 1 0 0 0,0 0 0 0 0,-1-1 0 0 0,1 1 0 0 0,-1 0 0 0 0,-1 0 1 0 0,1 1-1 0 0,-1 0 0 0 0,0-1 0 0 0,0 2 0 0 0,-10-8 0 0 0,12 10-294 0 0,-5 2-33 0 0,1-2 275 0 0,5 1 85 0 0,0 1 0 0 0,0 0 0 0 0,-1-1 0 0 0,1 1 1 0 0,0 0-1 0 0,-1 0 0 0 0,1 0 0 0 0,0 0 1 0 0,0 0-1 0 0,-1 1 0 0 0,1-1 0 0 0,0 1 0 0 0,-5 1 1 0 0,0-1-106 0 0,5-1 86 0 0,-1 1 0 0 0,1-1 1 0 0,-1 1-1 0 0,1 0 0 0 0,-1-1 0 0 0,1 1 0 0 0,0 0 0 0 0,-1 1 0 0 0,1-1 0 0 0,0 0 0 0 0,-3 2 0 0 0,-5 3-389 0 0,0 1-1 0 0,0-1 1 0 0,1 2 0 0 0,0-1-1 0 0,0 1 1 0 0,1 1 0 0 0,-13 15-1 0 0,16-18 114 0 0,-12 19-2229 0 0,6 0-568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165 34 2100 0 0,'0'0'1648'0'0,"-2"-4"-1089"0"0,-1 0-324 0 0,0 1 0 0 0,-1-1 0 0 0,1 1 0 0 0,0 0 0 0 0,-1 0 0 0 0,-5-4 1 0 0,5 5 541 0 0,-2 3-500 0 0,-16 2-13 0 0,17-2 4 0 0,4 0-207 0 0,-1 1 1 0 0,1-1 0 0 0,0 1 0 0 0,-1-1-1 0 0,1 1 1 0 0,-1-1 0 0 0,0 0 0 0 0,1 0-1 0 0,-4 2 1 0 0,-1 5 82 0 0,-1 0 0 0 0,1 0-1 0 0,1 1 1 0 0,0 0 0 0 0,0 0 0 0 0,0 0 0 0 0,1 0-1 0 0,1 1 1 0 0,-1 0 0 0 0,-1 14 0 0 0,3-18-108 0 0,-8 44 220 0 0,-1 41-332 0 0,11-85-106 0 0,12 39-2710 0 0,-10-41 2161 0 0,4-4-3066 0 0,24-1 1485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159 6 2340 0 0,'0'0'2144'0'0,"5"-1"-1240"0"0,14-2-112 0 0,-15 2 426 0 0,14 14-266 0 0,-15-10-525 0 0,0 1-58 0 0,16 34 517 0 0,-18-34-643 0 0,1 2-38 0 0,12 41 216 0 0,-12-43-336 0 0,-1 1-28 0 0,12 41 102 0 0,-12-41-165 0 0,-5-3-3194 0 0,3-2 3110 0 0,-1 1-1 0 0,1-1 1 0 0,-1 1-1 0 0,1-1 1 0 0,-1 0-1 0 0,0 0 0 0 0,1 0 1 0 0,-1 0-1 0 0,-2 0 1 0 0,3 0-60 0 0,-3-1 34 0 0,1 0 1 0 0,-1 0 0 0 0,1 0 0 0 0,-1 0-1 0 0,1 0 1 0 0,-1-1 0 0 0,1 0 0 0 0,0 0 0 0 0,0 0-1 0 0,0 0 1 0 0,-4-4 0 0 0,1 4 100 0 0,0-1-1 0 0,0 1 1 0 0,0 0 0 0 0,-1 0 0 0 0,1 1 0 0 0,0-1-1 0 0,-9 1 1 0 0,10 0 39 0 0,-1 0 193 0 0,0 2 20 0 0,-1-1-91 0 0,0 1 1 0 0,0 0 0 0 0,0 0-1 0 0,0 1 1 0 0,1 0 0 0 0,-1 0-1 0 0,0 1 1 0 0,1 0-1 0 0,0 0 1 0 0,0 0 0 0 0,-10 7-1 0 0,13-7 150 0 0,0 1-157 0 0,-11 14-74 0 0,10-14-103 0 0,0 8 198 0 0,4-11-146 0 0,-1-1 0 0 0,1 1 1 0 0,-1 0-1 0 0,1 0 0 0 0,-1 0 1 0 0,1-1-1 0 0,0 1 0 0 0,-1 0 1 0 0,1 0-1 0 0,0 0 0 0 0,0 0 1 0 0,-1 0-1 0 0,1 0 0 0 0,0 0 1 0 0,0 0-1 0 0,0 0 0 0 0,0 0 1 0 0,0-1-1 0 0,0 1 0 0 0,1 2 0 0 0,0 2-21 0 0,-1 1-1 0 0,2-1 1 0 0,-1 1-1 0 0,1-1 0 0 0,-1 1 1 0 0,5 7-1 0 0,-4-9-165 0 0,1-2 253 0 0,2 1-31 0 0,-1 0 1 0 0,1-1 0 0 0,0 1-1 0 0,-1-1 1 0 0,1 0 0 0 0,7 1-1 0 0,-8-2 20 0 0,2-2 14 0 0,18-8 183 0 0,1-1-1 0 0,-1-1 1 0 0,-1-1 0 0 0,28-18-1 0 0,-8 4 182 0 0,-15 15-256 0 0,-23 10-123 0 0,2 0-8 0 0,18-1 6 0 0,-18 2 4 0 0,-2 1-40 0 0,-1 1-27 0 0,0-1-2 0 0,0 0 0 0 0,0 0 0 0 0,-1 0 1 0 0,1 1-1 0 0,0 0 0 0 0,-1 0 0 0 0,0 0 0 0 0,1 0 1 0 0,-1 0-1 0 0,0 1 0 0 0,0-1 0 0 0,0 1 0 0 0,4 6 1 0 0,-2-3-60 0 0,0 1 1 0 0,-1 0-1 0 0,0 0 1 0 0,0 0-1 0 0,-1 1 1 0 0,0-1-1 0 0,0 1 1 0 0,-1 0 0 0 0,0 0-1 0 0,0 0 1 0 0,-1 0-1 0 0,1 0 1 0 0,-2 0-1 0 0,0 0 1 0 0,0 1-1 0 0,0-1 1 0 0,-1 0-1 0 0,0 0 1 0 0,0 0-1 0 0,-1 0 1 0 0,-4 11 0 0 0,-1 0-1988 0 0,-1-1 1 0 0,-12 20-1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0 3240 0 0,'0'0'3276'0'0,"-2"3"-2725"0"0,-1-1-304 0 0,1 0-1 0 0,0 0 0 0 0,0 0 1 0 0,0 1-1 0 0,0-1 0 0 0,0 1 1 0 0,1-1-1 0 0,-1 1 0 0 0,1 0 1 0 0,-1-1-1 0 0,1 1 0 0 0,-1 4 1 0 0,2-5-207 0 0,0 0 0 0 0,0-1 0 0 0,0 1 0 0 0,0 0 0 0 0,0-1 0 0 0,0 1 0 0 0,1-1 0 0 0,-1 1 1 0 0,1 0-1 0 0,-1-1 0 0 0,1 1 0 0 0,0-1 0 0 0,-1 1 0 0 0,1-1 0 0 0,0 0 0 0 0,0 1 0 0 0,0-1 0 0 0,0 0 0 0 0,0 0 0 0 0,0 1 0 0 0,1-1 1 0 0,-1 0-1 0 0,2 1 0 0 0,-1 0 202 0 0,3 0-145 0 0,39 20 224 0 0,-40-20-254 0 0,-3-1-59 0 0,1-1 0 0 0,-1 0 0 0 0,0 1 0 0 0,1-1-1 0 0,-1 1 1 0 0,0-1 0 0 0,0 1 0 0 0,1 0 0 0 0,-1-1 0 0 0,0 1 0 0 0,0 0-1 0 0,2 2 1 0 0,-1-2 9 0 0,2 2 61 0 0,0 0 8 0 0,10 10 131 0 0,23 30 0 0 0,-34-39-153 0 0,-1 0-7 0 0,5 13 3 0 0,-6-13 29 0 0,0 0 10 0 0,3 12-4 0 0,-3-12 48 0 0,-1 2-153 0 0,-9 46-112 0 0,7-47-141 0 0,1-4-232 0 0,-1 0 382 0 0,1 0 0 0 0,-1 0 0 0 0,1 1-1 0 0,0-1 1 0 0,-1 1 0 0 0,1-1 0 0 0,0 1 0 0 0,-1 2 0 0 0,-1-1-727 0 0,-24-9-9655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4 205 2624 0 0,'0'0'4835'0'0,"-1"-4"-4048"0"0,-1-15-162 0 0,1 14 366 0 0,2 1-896 0 0,0 0 1 0 0,0-1 0 0 0,0 1 0 0 0,0 0-1 0 0,1-1 1 0 0,0 1 0 0 0,0 0 0 0 0,0 0-1 0 0,0 0 1 0 0,1 0 0 0 0,-1 1 0 0 0,1-1-1 0 0,5-5 1 0 0,1 0-63 0 0,1 0 0 0 0,-1 0 0 0 0,15-9 0 0 0,19-12-469 0 0,7 2-862 0 0,-46 26 473 0 0,0 0 0 0 0,0 1 0 0 0,0-1 0 0 0,1 1 0 0 0,-1 0-1 0 0,7-1 1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90 1 3568 0 0,'0'0'4135'0'0,"-5"1"-3748"0"0,-15 2-12 0 0,19-3-344 0 0,0 0 0 0 0,1 1 0 0 0,-1-1 1 0 0,0 1-1 0 0,0-1 0 0 0,1 0 0 0 0,-1 1 1 0 0,0-1-1 0 0,1 1 0 0 0,-1 0 0 0 0,0-1 1 0 0,1 1-1 0 0,-1 0 0 0 0,1-1 0 0 0,-1 1 1 0 0,1 0-1 0 0,0-1 0 0 0,-1 1 0 0 0,1 0 0 0 0,-1 0 1 0 0,1 0-1 0 0,0-1 0 0 0,0 1 0 0 0,0 0 1 0 0,-1 1-1 0 0,-5 11 293 0 0,0-1 0 0 0,1 1 1 0 0,0 1-1 0 0,1-1 0 0 0,-4 28 0 0 0,1 0 532 0 0,-2 65 1 0 0,9-101-814 0 0,1 1 1 0 0,-1 0 0 0 0,2 0 0 0 0,-1 0-1 0 0,0-1 1 0 0,1 1 0 0 0,3 6 0 0 0,-2-4-3 0 0,-1-4-21 0 0,1 0 0 0 0,-1 1 0 0 0,1-1 0 0 0,-1 0 0 0 0,1-1 0 0 0,0 1 0 0 0,0 0 0 0 0,5 3 1 0 0,-3-2-5 0 0,-2-2 10 0 0,2 0-8 0 0,13 8-10 0 0,-13-9-10 0 0,0-1 15 0 0,49 5 72 0 0,-48-6-85 0 0,-2-2 15 0 0,13-6 8 0 0,-12 6-2 0 0,-5 2-19 0 0,0 0-1 0 0,0-1 1 0 0,0 1-1 0 0,0-1 1 0 0,1 1-1 0 0,-1-1 1 0 0,0 1 0 0 0,0-1-1 0 0,1 1 1 0 0,-1-1-1 0 0,0 1 1 0 0,1 0 0 0 0,-1-1-1 0 0,0 1 1 0 0,1 0-1 0 0,-1-1 1 0 0,0 1 0 0 0,1 0-1 0 0,-1-1 1 0 0,1 1-1 0 0,-1 0 1 0 0,1 0 0 0 0,0-1-1 0 0,8-8 67 0 0,-7 5-71 0 0,-1-1-1 0 0,0 0 1 0 0,0 0 0 0 0,-1 0-1 0 0,0 0 1 0 0,1 0 0 0 0,-2 0-1 0 0,1-5 1 0 0,-1 5-24 0 0,0 4 19 0 0,1 0 1 0 0,0-1 0 0 0,-1 1-1 0 0,1 0 1 0 0,-1-1 0 0 0,1 1-1 0 0,-1 0 1 0 0,0 0 0 0 0,0-1-1 0 0,0 1 1 0 0,1 0-1 0 0,-3-2 1 0 0,1 1-1 0 0,0-2-29 0 0,-2 1-60 0 0,2 2 27 0 0,-1-1 0 0 0,1 1 1 0 0,-1-1-1 0 0,1 1 0 0 0,-1 0 0 0 0,0 0 1 0 0,1 0-1 0 0,-1 0 0 0 0,0 1 1 0 0,0-1-1 0 0,1 1 0 0 0,-1-1 1 0 0,0 1-1 0 0,0 0 0 0 0,0 0 1 0 0,0 0-1 0 0,1 1 0 0 0,-1-1 0 0 0,0 1 1 0 0,-3 0-1 0 0,-10 8-1677 0 0,1 0-1 0 0,0 1 1 0 0,-19 16 0 0 0,28-21 704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336 119 3120 0 0,'0'0'1546'0'0,"0"-6"-258"0"0,0 2-1122 0 0,-1-5 337 0 0,0 1-1 0 0,0 0 1 0 0,-5-16 0 0 0,4 21-391 0 0,1 0 0 0 0,0-1 0 0 0,-1 1 0 0 0,1 0 0 0 0,-1 0 0 0 0,0 0 0 0 0,0 0 0 0 0,0 0 0 0 0,-1 1 0 0 0,1-1 0 0 0,-1 1 0 0 0,1-1 0 0 0,-1 1 0 0 0,0 0 1 0 0,-6-4-1 0 0,5 4-53 0 0,-1 0 0 0 0,1 1 0 0 0,-1-1 0 0 0,1 1 1 0 0,-1 0-1 0 0,0 0 0 0 0,0 0 0 0 0,1 1 1 0 0,-1-1-1 0 0,0 1 0 0 0,0 1 0 0 0,0-1 0 0 0,0 0 1 0 0,1 1-1 0 0,-6 1 0 0 0,2 1 39 0 0,0 0-1 0 0,0 0 1 0 0,0 1 0 0 0,0 0 0 0 0,1 0-1 0 0,0 1 1 0 0,0 0 0 0 0,-7 6-1 0 0,1 1 36 0 0,0 1 0 0 0,1 0 0 0 0,0 1 0 0 0,1 0 0 0 0,1 1 0 0 0,0 0 0 0 0,1 0 0 0 0,-7 18 0 0 0,11-19-88 0 0,0 1-1 0 0,1-1 0 0 0,0 1 1 0 0,2 0-1 0 0,-1 0 0 0 0,2 0 1 0 0,0 1-1 0 0,1-1 1 0 0,0 0-1 0 0,1 0 0 0 0,1 0 1 0 0,0 1-1 0 0,7 20 1 0 0,-6-25-64 0 0,1-1 1 0 0,0 1-1 0 0,0-1 1 0 0,1 0-1 0 0,0-1 1 0 0,1 1-1 0 0,0-1 1 0 0,1 0 0 0 0,0-1-1 0 0,0 0 1 0 0,0 0-1 0 0,1 0 1 0 0,1-1-1 0 0,-1 0 1 0 0,1 0-1 0 0,0-1 1 0 0,1 0 0 0 0,-1-1-1 0 0,1 0 1 0 0,13 4-1 0 0,-13-5-73 0 0,-1-1-1 0 0,1-1 1 0 0,0 0-1 0 0,0 0 1 0 0,0 0-1 0 0,0-2 1 0 0,0 1-1 0 0,0-1 1 0 0,11-2-1 0 0,42-19-212 0 0,-54 16 253 0 0,0 0 0 0 0,0-1-1 0 0,-1 0 1 0 0,0 0 0 0 0,0-1 0 0 0,0 0-1 0 0,-1 0 1 0 0,0 0 0 0 0,0-1 0 0 0,-1-1-1 0 0,0 1 1 0 0,0-1 0 0 0,-1 0 0 0 0,0 0 0 0 0,-1 0-1 0 0,5-14 1 0 0,-7 13 39 0 0,0 0 0 0 0,-1-1-1 0 0,0 0 1 0 0,0 1 0 0 0,-1-1 0 0 0,-1 0 0 0 0,0 1 0 0 0,0-1-1 0 0,-1 1 1 0 0,0-1 0 0 0,-1 1 0 0 0,-6-17 0 0 0,4 15 11 0 0,0-1 1 0 0,0 0-1 0 0,-2 1 1 0 0,1 0 0 0 0,-1 1-1 0 0,-1-1 1 0 0,0 2-1 0 0,-1-1 1 0 0,0 1 0 0 0,-1 0-1 0 0,0 1 1 0 0,0 0-1 0 0,-1 0 1 0 0,0 1 0 0 0,0 1-1 0 0,-1 0 1 0 0,-21-9-1 0 0,28 14 22 0 0,0 1 8 0 0,2 1-29 0 0,1-1 11 0 0,0 0 0 0 0,0 1-1 0 0,0 0 1 0 0,0-1 0 0 0,-1 1 0 0 0,1 0 0 0 0,0 0 0 0 0,0 0 0 0 0,-1 0 0 0 0,1 0 0 0 0,0 1 0 0 0,0-1 0 0 0,-1 1 0 0 0,1-1 0 0 0,0 1 0 0 0,0 0-1 0 0,0 0 1 0 0,0 0 0 0 0,0 0 0 0 0,0 0 0 0 0,0 0 0 0 0,-2 3 0 0 0,-1 3 9 0 0,0 0-1 0 0,1 1 1 0 0,0-1 0 0 0,0 1-1 0 0,1 0 1 0 0,0 0 0 0 0,0 0-1 0 0,1 1 1 0 0,0-1-1 0 0,1 0 1 0 0,-1 1 0 0 0,2 0-1 0 0,-1-1 1 0 0,1 1 0 0 0,2 13-1 0 0,1 18 8 0 0,3 0 1 0 0,10 40-1 0 0,-7-45-67 0 0,2-1 1 0 0,1-1-1 0 0,1 0 1 0 0,33 58 0 0 0,41 40-5129 0 0,-80-125 2908 0 0,9 6-1585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76 2300 0 0,'0'0'4070'0'0,"4"3"-3466"0"0,-2-1-479 0 0,0 0-1 0 0,0 1 1 0 0,0-1-1 0 0,0 1 1 0 0,0-1 0 0 0,0 1-1 0 0,-1-1 1 0 0,1 1-1 0 0,-1 0 1 0 0,0 0 0 0 0,0 0-1 0 0,0 0 1 0 0,0 0-1 0 0,0 0 1 0 0,-1 0 0 0 0,1 4-1 0 0,0-2-99 0 0,6 25 738 0 0,18 46-1 0 0,-23-71-719 0 0,1 0-1 0 0,-1 0 1 0 0,1 0-1 0 0,0 0 0 0 0,6 7 1 0 0,-5-8-19 0 0,-2-1 15 0 0,2 1-17 0 0,10 9-5 0 0,-11-10-5 0 0,1-2-36 0 0,12 5-118 0 0,-12-5 173 0 0,3-1-60 0 0,-2-1 49 0 0,1 1 0 0 0,-1-1 0 0 0,1 0 0 0 0,-1 0-1 0 0,0 0 1 0 0,1-1 0 0 0,-1 0 0 0 0,0 0 0 0 0,0 0 0 0 0,0-1 0 0 0,0 1 0 0 0,-1-1 0 0 0,1 0 0 0 0,-1-1-1 0 0,1 1 1 0 0,-1-1 0 0 0,0 0 0 0 0,6-8 0 0 0,-2-4 44 0 0,0 0 0 0 0,-1-1 0 0 0,-1 0 0 0 0,-1-1 0 0 0,0 1 1 0 0,-1-1-1 0 0,2-24 0 0 0,-5 38-2 0 0,-1-1 10 0 0,3-18 86 0 0,-2 18-112 0 0,1-14-6 0 0,-1 14 24 0 0,0 9-107 0 0,2 12 94 0 0,-2-12-18 0 0,0 3-5 0 0,1 9-62 0 0,2 1 0 0 0,0-1 1 0 0,0 0-1 0 0,2-1 0 0 0,8 19 0 0 0,-10-25-154 0 0,0-2 0 0 0,0 1-1 0 0,1 0 1 0 0,0-1 0 0 0,1 0 0 0 0,0 0-1 0 0,0-1 1 0 0,0 0 0 0 0,1 0 0 0 0,0 0-1 0 0,0 0 1 0 0,9 4 0 0 0,-12-8-203 0 0,-2-2 346 0 0,0 0-1 0 0,0 0 0 0 0,0 0 1 0 0,-1 1-1 0 0,1-1 1 0 0,0 0-1 0 0,0 1 1 0 0,0-1-1 0 0,-1 1 0 0 0,1 0 1 0 0,0-1-1 0 0,2 3 1 0 0,-1-1-54 0 0,3-1-267 0 0,0-1 35 0 0,0 0 177 0 0,0 0 1 0 0,0 0-1 0 0,0-1 1 0 0,-1 0-1 0 0,1 0 0 0 0,0 0 1 0 0,0-1-1 0 0,-1 1 0 0 0,1-1 1 0 0,-1-1-1 0 0,0 1 1 0 0,0-1-1 0 0,1 0 0 0 0,-2 0 1 0 0,1-1-1 0 0,0 1 0 0 0,-1-1 1 0 0,1 0-1 0 0,-1 0 1 0 0,0-1-1 0 0,-1 1 0 0 0,1-1 1 0 0,5-9-1 0 0,-2-1 3 0 0,0 0 0 0 0,-1-1 0 0 0,0 0 0 0 0,-2 0-1 0 0,5-20 1 0 0,-9 30 390 0 0,0 0 19 0 0,0-19 40 0 0,0 19 25 0 0,-1 0 42 0 0,-4-16 1 0 0,4 17 5 0 0,-5-2 98 0 0,-3-8 657 0 0,8 14-1085 0 0,0 1 0 0 0,0-1 1 0 0,0 1-1 0 0,0-1 0 0 0,1 0 0 0 0,-2 1 1 0 0,1 0-1 0 0,0-1 0 0 0,0 1 1 0 0,0 0-1 0 0,0-1 0 0 0,0 1 0 0 0,0 0 1 0 0,0 0-1 0 0,0 0 0 0 0,0 0 1 0 0,0 0-1 0 0,-1 0 0 0 0,1 0 0 0 0,0 0 1 0 0,0 1-1 0 0,0-1 0 0 0,0 0 1 0 0,0 1-1 0 0,0-1 0 0 0,0 0 1 0 0,0 1-1 0 0,0 0 0 0 0,-1 0 0 0 0,-1 1 225 0 0,3-2-248 0 0,0 1 0 0 0,0 0 1 0 0,0-1-1 0 0,0 1 0 0 0,-1-1 0 0 0,1 1 0 0 0,0-1 0 0 0,0 1 0 0 0,0 0 0 0 0,0-1 0 0 0,-1 1 0 0 0,1-1 0 0 0,0 1 0 0 0,0-1 0 0 0,-1 1 0 0 0,1-1 0 0 0,0 1 0 0 0,-1-1 0 0 0,1 1 0 0 0,-1-1 0 0 0,1 0 0 0 0,-1 1 0 0 0,0 0 11 0 0,0 0 0 0 0,0 1 0 0 0,0-1 1 0 0,0 0-1 0 0,0 0 0 0 0,0 0 0 0 0,0 0 0 0 0,0 1 0 0 0,1-1 0 0 0,-1 0 1 0 0,1 1-1 0 0,-2 2 0 0 0,-13 71 684 0 0,14-70-658 0 0,1 11-15 0 0,1-5-31 0 0,3 32-39 0 0,-3-40-6 0 0,-1 0 1 0 0,1 0-1 0 0,0 1 1 0 0,1-1 0 0 0,-1 0-1 0 0,0 0 1 0 0,1 0-1 0 0,0 0 1 0 0,0 0-1 0 0,-1 0 1 0 0,2-1 0 0 0,-1 1-1 0 0,3 2 1 0 0,-2-1-6 0 0,0-1-87 0 0,-2-3-27 0 0,-1 0 148 0 0,0 0 0 0 0,1 0 0 0 0,-1 0 0 0 0,1 0 0 0 0,-1 0 0 0 0,0 0 0 0 0,1 0 0 0 0,-1 0 0 0 0,1 0 0 0 0,-1 0 0 0 0,0 0 0 0 0,1 0 0 0 0,-1 0 0 0 0,1 0 0 0 0,-1 1-1 0 0,0-1 1 0 0,1 0 0 0 0,-1 0 0 0 0,0 0 0 0 0,1 1 0 0 0,-1-1 0 0 0,0 0 0 0 0,1 0 0 0 0,-1 1 0 0 0,0-1 0 0 0,0 0 0 0 0,1 1 0 0 0,-1-1 0 0 0,1 1-1 0 0,-1-1 1 0 0,0 1-1 0 0,1-1 1 0 0,-1 1-1 0 0,1-1 1 0 0,-1 0-1 0 0,1 1 1 0 0,-1-1 0 0 0,1 0-1 0 0,-1 1 1 0 0,1-1-1 0 0,-1 0 1 0 0,1 0-1 0 0,-1 1 1 0 0,1-1-1 0 0,0 0 1 0 0,-1 0-1 0 0,1 0 1 0 0,-1 0-1 0 0,1 0 1 0 0,0 0 0 0 0,-1 0-1 0 0,1 0 1 0 0,-1 0-1 0 0,1 0 1 0 0,0 0-1 0 0,-1 0 1 0 0,1 0-1 0 0,-1-1 1 0 0,1 1-1 0 0,-1 0 1 0 0,2-1-1 0 0,1 0-8 0 0,1-1-1 0 0,0 1 0 0 0,-1-1 1 0 0,0 0-1 0 0,1 0 0 0 0,-1 0 0 0 0,0-1 1 0 0,0 1-1 0 0,3-4 0 0 0,-4 3 12 0 0,0-2 25 0 0,7-13 14 0 0,-7 13 9 0 0,-1 0 18 0 0,6-16 27 0 0,-5 16 40 0 0,-1 0 15 0 0,2-17 18 0 0,-2 16 22 0 0,0 2 16 0 0,3-12 14 0 0,-3 12 403 0 0,-1 0-468 0 0,2-14-13 0 0,-1 14 1000 0 0,2 7-984 0 0,10 11-15 0 0,-10-10-24 0 0,-1 1-39 0 0,15 32-1966 0 0,39 61 0 0 0,-54-94 870 0 0,17 14-3226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1 171 1808 0 0,'2'-3'934'0'0,"6"-9"-145"0"0,-6 9 368 0 0,2 0-708 0 0,10-9-41 0 0,-11 9 244 0 0,2 2-309 0 0,16-2-3 0 0,-16 2-61 0 0,1 2-76 0 0,7 5 77 0 0,0-1 1 0 0,0 2-1 0 0,0 0 1 0 0,-1 0-1 0 0,0 1 0 0 0,-1 1 1 0 0,1 0-1 0 0,18 20 1 0 0,-27-26-153 0 0,1 1-18 0 0,8 12-24 0 0,-8-13 2 0 0,-2 1-32 0 0,1-1 0 0 0,0 1 1 0 0,-1 0-1 0 0,0 0 0 0 0,0 0 1 0 0,0 0-1 0 0,2 8 0 0 0,-2-8 333 0 0,-12 17 142 0 0,6-23-474 0 0,-13-5-19 0 0,13 5-15 0 0,4 0-21 0 0,-1 1 0 0 0,0 0 0 0 0,0-1 0 0 0,0 1 0 0 0,0 0 0 0 0,0 0 0 0 0,0 0 0 0 0,0-1 0 0 0,0 1 0 0 0,-3-1 0 0 0,2-1 2 0 0,0-2-21 0 0,-11-44-303 0 0,12 44 177 0 0,2-2-33 0 0,2-9-301 0 0,0 0 0 0 0,2 1 0 0 0,-1-1 0 0 0,2 1 0 0 0,0 0 0 0 0,1 0 0 0 0,1 1 1 0 0,0 0-1 0 0,1 1 0 0 0,15-20 0 0 0,-9 13-1664 0 0,-12 14 1451 0 0,0 2-2349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 2900 0 0,'0'0'5603'0'0,"1"-4"-5303"0"0,-1 4-277 0 0,0 0 0 0 0,-1 0 0 0 0,1 0 0 0 0,0 0 0 0 0,0 0 0 0 0,0-1 0 0 0,0 1-1 0 0,0 0 1 0 0,0 0 0 0 0,0 0 0 0 0,0 0 0 0 0,0-1 0 0 0,0 1 0 0 0,0 0-1 0 0,0 0 1 0 0,0 0 0 0 0,0 0 0 0 0,0-1 0 0 0,0 1 0 0 0,1 0 0 0 0,-1 0 0 0 0,0 0-1 0 0,0 0 1 0 0,0 0 0 0 0,0-1 0 0 0,0 1 0 0 0,0 0 0 0 0,0 0 0 0 0,0 0-1 0 0,0 0 1 0 0,1 0 0 0 0,-1 0 0 0 0,0-1 0 0 0,0 1 0 0 0,0 0 0 0 0,0 0 0 0 0,0 0-1 0 0,1 0 1 0 0,-1 0 0 0 0,0 0 0 0 0,0 0 0 0 0,0 0 0 0 0,0 0 0 0 0,1 0-1 0 0,-1 0 1 0 0,0 0 0 0 0,0 0 0 0 0,0 0 0 0 0,0 0 0 0 0,0 0 0 0 0,1 0 0 0 0,-1 0-1 0 0,0 0 1 0 0,0 0 0 0 0,0 0 0 0 0,0 0 0 0 0,1 0 0 0 0,-1 0 0 0 0,0 0-1 0 0,0 1 1 0 0,5 15 835 0 0,5 46-93 0 0,-4-21-406 0 0,41 191 415 0 0,-11-84-3380 0 0,-35-143 1808 0 0,1 0-190 0 0,0 0 521 0 0,3 6 140 0 0,-3-1-3580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24 144 2308 0 0,'-2'-4'1466'0'0,"-9"-10"-230"0"0,9 11 654 0 0,1 2-1805 0 0,0 0 0 0 0,1 1 0 0 0,-1-1 0 0 0,0 0 0 0 0,1 1 1 0 0,-1-1-1 0 0,1 0 0 0 0,-1 0 0 0 0,1 0 0 0 0,-1 0 0 0 0,1 1 0 0 0,-1-1 0 0 0,1 0 0 0 0,0 0 1 0 0,0 0-1 0 0,-1 0 0 0 0,1 0 0 0 0,0 0 0 0 0,0 0 0 0 0,0 0 0 0 0,0 0 0 0 0,0 0 0 0 0,0 0 1 0 0,1 0-1 0 0,-1 0 0 0 0,0 0 0 0 0,0 1 0 0 0,1-1 0 0 0,-1 0 0 0 0,0 0 0 0 0,1 0 0 0 0,-1 0 0 0 0,1 0 1 0 0,-1 1-1 0 0,1-1 0 0 0,1-1 0 0 0,0-1 180 0 0,-1 3-250 0 0,-1 0 0 0 0,1 0-1 0 0,0 0 1 0 0,0 0 0 0 0,0-1 0 0 0,-1 1-1 0 0,1 0 1 0 0,0 0 0 0 0,0 0 0 0 0,0-1-1 0 0,-1 1 1 0 0,1 0 0 0 0,0-1-1 0 0,0 1 1 0 0,-1-1 0 0 0,1 1 0 0 0,0-1-1 0 0,17-9 154 0 0,62-18-332 0 0,13-5-3404 0 0,-73 22 218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85 1780 0 0,'0'0'2527'0'0,"-2"3"-1929"0"0,2-2-588 0 0,-6 19 1486 0 0,6-19-1459 0 0,0 0 0 0 0,0 0 0 0 0,0 0 0 0 0,0 0 0 0 0,0 0 0 0 0,0 0 0 0 0,0 0 0 0 0,0 0 0 0 0,0 0 1 0 0,0 0-1 0 0,1 0 0 0 0,-1 0 0 0 0,0-1 0 0 0,1 1 0 0 0,-1 0 0 0 0,1 0 0 0 0,-1 0 0 0 0,1 0 0 0 0,-1-1 0 0 0,1 1 0 0 0,-1 0 0 0 0,1 0 0 0 0,0-1 0 0 0,-1 1 0 0 0,1-1 0 0 0,1 2 0 0 0,4 0-34 0 0,0-1 0 0 0,0 1-1 0 0,0-1 1 0 0,0 0 0 0 0,0-1-1 0 0,0 1 1 0 0,1-1 0 0 0,-1 0-1 0 0,0-1 1 0 0,0 0 0 0 0,7-1-1 0 0,-8 1 102 0 0,0-1-40 0 0,38-19 310 0 0,-39 19-236 0 0,-2 2-117 0 0,-1-1 0 0 0,0 0 0 0 0,0 1 0 0 0,0-1 0 0 0,1 0 0 0 0,-1 0 0 0 0,0 0 0 0 0,0 0 0 0 0,0 1 0 0 0,0-1 0 0 0,0-1 0 0 0,1-1 0 0 0,0 1 29 0 0,1-1 137 0 0,0-1-15 0 0,-2 3-145 0 0,0-1-1 0 0,0 0 1 0 0,0 0-1 0 0,1 1 0 0 0,-1-1 1 0 0,0 1-1 0 0,1-1 1 0 0,-1 1-1 0 0,3-2 126 0 0,-3-2-170 0 0,5-13 124 0 0,-5 13 88 0 0,-2 0-183 0 0,-3-16 60 0 0,2 16 58 0 0,0 2-85 0 0,0 2-26 0 0,1 0 1 0 0,0 0-1 0 0,-1 0 1 0 0,1 0 0 0 0,-1 1-1 0 0,0-1 1 0 0,1 0-1 0 0,-1 1 1 0 0,0-1 0 0 0,1 1-1 0 0,-1 0 1 0 0,0-1-1 0 0,0 1 1 0 0,1 0 0 0 0,-1 0-1 0 0,0 0 1 0 0,0 0-1 0 0,1 0 1 0 0,-5 1 0 0 0,2 0 81 0 0,0 3 18 0 0,-2 2 11 0 0,0 0 0 0 0,1 1 0 0 0,0 0 0 0 0,0 0 0 0 0,1 0 0 0 0,0 1 0 0 0,0 0-1 0 0,-4 11 1 0 0,4-5 101 0 0,0 1 0 0 0,0-1 0 0 0,-1 19 0 0 0,5-27-172 0 0,-1 1 0 0 0,1-1-1 0 0,1 1 1 0 0,-1 0 0 0 0,1-1 0 0 0,0 1-1 0 0,1-1 1 0 0,-1 0 0 0 0,1 1 0 0 0,1-1-1 0 0,3 8 1 0 0,-3-9-84 0 0,0 1-1 0 0,0-1 1 0 0,1 0 0 0 0,-1 0-1 0 0,1-1 1 0 0,0 1-1 0 0,1-1 1 0 0,-1 0-1 0 0,1 0 1 0 0,0 0 0 0 0,0 0-1 0 0,0-1 1 0 0,0 0-1 0 0,1 0 1 0 0,-1-1-1 0 0,1 1 1 0 0,0-1 0 0 0,8 2-1 0 0,-10-3-260 0 0,3-1-61 0 0,-7 0 315 0 0,11 1-346 0 0,0-1 0 0 0,1-1 1 0 0,20-3-1 0 0,-25 2-661 0 0,1 0 0 0 0,-1 0 1 0 0,0-1-1 0 0,0 0 0 0 0,12-7 1 0 0,1-2-3093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88 114 1984 0 0,'1'-4'1418'0'0,"2"-2"-910"0"0,0 0 1 0 0,0 1 0 0 0,0-1 0 0 0,1 0-1 0 0,-1 1 1 0 0,1 0 0 0 0,1 0 0 0 0,8-9-1 0 0,-4 7-215 0 0,-1 1 1 0 0,1 0-1 0 0,0 0 0 0 0,1 1 0 0 0,-1 0 0 0 0,1 0 0 0 0,17-4 1 0 0,-22 7-131 0 0,1 2-26 0 0,50 4 283 0 0,-50-3-331 0 0,-3 2 6 0 0,11 11 9 0 0,-13-14-94 0 0,1 1 1 0 0,-1 0 0 0 0,0 0 0 0 0,0 1-1 0 0,-1-1 1 0 0,1 0 0 0 0,0 0 0 0 0,0 0-1 0 0,0 1 1 0 0,-1-1 0 0 0,1 0 0 0 0,-1 1 0 0 0,1-1-1 0 0,-1 1 1 0 0,1-1 0 0 0,-1 3 0 0 0,1 0 22 0 0,1 1 81 0 0,-1 1 0 0 0,-1 6-12 0 0,-1-1-1 0 0,0 1 1 0 0,0-1 0 0 0,-1 1 0 0 0,-1-1 0 0 0,0 1 0 0 0,-6 15-1 0 0,7-23-6 0 0,0 1-10 0 0,-5 16-2 0 0,6-16 18 0 0,0-5-97 0 0,1 1 1 0 0,-1-1-1 0 0,1 0 1 0 0,-1 1-1 0 0,1-1 1 0 0,0 1-1 0 0,-1-1 0 0 0,1 1 1 0 0,0-1-1 0 0,-1 1 1 0 0,1-1-1 0 0,0 1 1 0 0,0-1-1 0 0,-1 1 1 0 0,1-1-1 0 0,0 1 0 0 0,0-1 1 0 0,0 1-1 0 0,0-1 1 0 0,0 1-1 0 0,0-1 1 0 0,-1 2-1 0 0,-3 9 441 0 0,5-6-353 0 0,-1-3-65 0 0,0 0-12 0 0,0-1-1 0 0,0 1 0 0 0,0 0 1 0 0,1-1-1 0 0,-1 1 1 0 0,0-1-1 0 0,1 1 0 0 0,-1-1 1 0 0,1 1-1 0 0,-1-1 0 0 0,1 1 1 0 0,1 1-1 0 0,16 8 164 0 0,-15-8-111 0 0,2-2-36 0 0,2 2 6 0 0,1 0 0 0 0,-1 0 0 0 0,0 0 0 0 0,0 1 0 0 0,0 0 1 0 0,-1 0-1 0 0,0 1 0 0 0,1 0 0 0 0,-1 0 0 0 0,-1 0 0 0 0,1 1 0 0 0,-1 0 1 0 0,5 7-1 0 0,-8-10 9 0 0,-1 3 1 0 0,-1-1-45 0 0,0 1 0 0 0,0 0 1 0 0,0-1-1 0 0,-1 1 0 0 0,0 0 0 0 0,0-1 1 0 0,0 1-1 0 0,-1-1 0 0 0,0 0 0 0 0,0 1 0 0 0,0-1 1 0 0,-1 0-1 0 0,0 0 0 0 0,-4 6 0 0 0,-1 0-141 0 0,-1 0 0 0 0,0-1 0 0 0,-1 0 0 0 0,0-1 0 0 0,-16 13 0 0 0,-1-3-851 0 0,-1-1-1 0 0,-1-1 1 0 0,-45 20 0 0 0,-42 5-4536 0 0,73-32 1156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552 24 2520 0 0,'-6'-2'1311'0'0,"-2"-2"-912"0"0,-25-6 1160 0 0,25 8-1347 0 0,5 1-127 0 0,0 0 0 0 0,0 0 0 0 0,0 0-1 0 0,0 1 1 0 0,0-1 0 0 0,0 1-1 0 0,0 0 1 0 0,0 0 0 0 0,-6 1 0 0 0,-15 0 285 0 0,0 2 1 0 0,1 0-1 0 0,0 2 1 0 0,0 0-1 0 0,-25 10 1 0 0,33-9-173 0 0,-1 1 1 0 0,1 0 0 0 0,0 1 0 0 0,0 0 0 0 0,1 1 0 0 0,0 1 0 0 0,0 1 0 0 0,-14 14 0 0 0,24-21-154 0 0,0 0 0 0 0,1 0 0 0 0,-1 1 0 0 0,1-1 0 0 0,0 1 0 0 0,0 0 0 0 0,1 0 0 0 0,-1 0 0 0 0,1 0 0 0 0,0 1 0 0 0,1-1 0 0 0,-1 1 0 0 0,1-1 0 0 0,0 1 0 0 0,0-1 0 0 0,1 1 0 0 0,0-1 0 0 0,0 1 0 0 0,1 9 0 0 0,0-11-29 0 0,0 1 1 0 0,1-1 0 0 0,0 1-1 0 0,0-1 1 0 0,0 1-1 0 0,0-1 1 0 0,1 0 0 0 0,-1 0-1 0 0,1 0 1 0 0,0 0-1 0 0,5 4 1 0 0,-6-5-20 0 0,10 9 14 0 0,0 0 0 0 0,0-1-1 0 0,1 0 1 0 0,0-1-1 0 0,1-1 1 0 0,0 0-1 0 0,1 0 1 0 0,0-2 0 0 0,18 7-1 0 0,-3 0-19 0 0,-8-5 14 0 0,23 16-8 0 0,-27-12 1 0 0,-15-11-7 0 0,12 14 3 0 0,-12-12 3 0 0,-4 0-9 0 0,-3 15 21 0 0,4-14 6 0 0,-5-2 0 0 0,-4 4-6 0 0,-1 0 0 0 0,0-1 0 0 0,-1 0 1 0 0,1-1-1 0 0,-1 0 0 0 0,0-1 0 0 0,0 0 1 0 0,0 0-1 0 0,-1-2 0 0 0,1 1 0 0 0,-21 1 0 0 0,21-2 13 0 0,-32 1 94 0 0,-9-4 46 0 0,42 2-136 0 0,-30-6 56 0 0,35 4-84 0 0,-1 1-34 0 0,0-1 1 0 0,0 0-1 0 0,1 0 1 0 0,-1-1-1 0 0,0 0 1 0 0,1 0-1 0 0,-1 0 0 0 0,1 0 1 0 0,-1-1-1 0 0,1 0 1 0 0,-7-5-1 0 0,9 4-132 0 0,-1 0-1 0 0,0 0 0 0 0,1 0 1 0 0,0 0-1 0 0,0-1 1 0 0,0 0-1 0 0,0 1 0 0 0,1-1 1 0 0,0 0-1 0 0,0 0 1 0 0,0 0-1 0 0,1 0 1 0 0,-1-1-1 0 0,0-9 0 0 0,2 4-307 0 0,0 1-1 0 0,0-1 1 0 0,1 1 0 0 0,1 0-1 0 0,-1 0 1 0 0,2 0-1 0 0,-1 0 1 0 0,5-10-1 0 0,3-4-1483 0 0,2 3-1376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2568 0 0,'0'0'6717'0'0,"4"3"-6101"0"0,-3-2-453 0 0,0 0-90 0 0,0 0-1 0 0,0 0 0 0 0,0 0 1 0 0,0 0-1 0 0,1-1 1 0 0,-1 1-1 0 0,0 0 1 0 0,0-1-1 0 0,0 1 1 0 0,0-1-1 0 0,1 1 1 0 0,1 0-1 0 0,-2 3 428 0 0,21 167 2146 0 0,-3 131-3882 0 0,-19-297 652 0 0,3 54-4503 0 0,-2-54 3816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97 2932 0 0,'0'-7'964'0'0,"12"-48"1695"0"0,-10 50-2240 0 0,1 1-42 0 0,11-10-31 0 0,-10 11-60 0 0,15-4 349 0 0,-16 5-350 0 0,2 3-6 0 0,2 0-165 0 0,0 0-1 0 0,0 0 1 0 0,0 1-1 0 0,0 0 1 0 0,0 1-1 0 0,-1 0 1 0 0,1 0-1 0 0,-1 0 0 0 0,10 7 1 0 0,-10-6-54 0 0,-1 1 1 0 0,1-1-1 0 0,-1 2 1 0 0,0-1-1 0 0,0 0 1 0 0,0 1-1 0 0,-1 0 1 0 0,1 0-1 0 0,-2 1 0 0 0,1-1 1 0 0,-1 1-1 0 0,0-1 1 0 0,0 1-1 0 0,-1 0 1 0 0,1 0-1 0 0,-2 1 1 0 0,2 10-1 0 0,-2-14-38 0 0,-1 1-1 0 0,0-1 1 0 0,-1 1 0 0 0,1-1-1 0 0,-1 1 1 0 0,0-1 0 0 0,0 0-1 0 0,-1 1 1 0 0,-3 7 0 0 0,4-8-25 0 0,-4 6-13 0 0,0 0 1 0 0,-1-1-1 0 0,0 1 0 0 0,0-1 0 0 0,-1-1 1 0 0,0 0-1 0 0,-1 1 0 0 0,-13 10 1 0 0,16-15-97 0 0,2-1-141 0 0,0-1-75 0 0,2-2-80 0 0,0 1 1 0 0,-1 0-1 0 0,1-1 1 0 0,0 1-1 0 0,0-1 0 0 0,-1 1 1 0 0,1-1-1 0 0,0 0 1 0 0,-1 1-1 0 0,1-1 0 0 0,0 0 1 0 0,-1 0-1 0 0,1 0 1 0 0,-1 0-1 0 0,1 0 0 0 0,0 0 1 0 0,-1-1-1 0 0,-1 0 1 0 0,-3-1 572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0 261 2268 0 0,'0'0'3500'0'0,"5"0"-2726"0"0,16 0-119 0 0,-15 0 397 0 0,-2 2-586 0 0,65 27 1118 0 0,-64-27-1459 0 0,1-1-25 0 0,55 3 146 0 0,-54-4-219 0 0,-6 0-26 0 0,1 0 1 0 0,-1 1-1 0 0,1-1 1 0 0,0 0-1 0 0,0 0 1 0 0,-1 0-1 0 0,1 0 1 0 0,0-1-1 0 0,-1 1 1 0 0,1 0-1 0 0,-1-1 1 0 0,1 1-1 0 0,0-1 1 0 0,1 0-1 0 0,13-4 13 0 0,22-10 3 0 0,-35 13-39 0 0,1-2 6 0 0,11-10-4 0 0,-11 11-4 0 0,-2-2-5 0 0,8-12 5 0 0,-8 13-4 0 0,-1-26-29 0 0,0 24 51 0 0,-3 1 27 0 0,-4-14-49 0 0,5 15 0 0 0,1 4 27 0 0,-1 0 0 0 0,1 0 0 0 0,0-1 0 0 0,-1 1 0 0 0,1 0-1 0 0,0 0 1 0 0,-1 0 0 0 0,1 0 0 0 0,0 0 0 0 0,0-1 0 0 0,-1 1 0 0 0,1 0 0 0 0,0 0 0 0 0,0 0 0 0 0,-1-1 0 0 0,1 1-1 0 0,0 0 1 0 0,0 0 0 0 0,0-1 0 0 0,-1 1 0 0 0,1 0 0 0 0,0-1 0 0 0,0 1 0 0 0,0 0 0 0 0,0-1 0 0 0,0 1 0 0 0,0 0-1 0 0,-1 0 1 0 0,1-1 0 0 0,0 1 0 0 0,0-1 0 0 0,0 0 2 0 0,0 1-1 0 0,0-1 1 0 0,0 0 0 0 0,0 1-1 0 0,-1-1 1 0 0,1 0 0 0 0,0 1-1 0 0,0-1 1 0 0,-1 0 0 0 0,1 1-1 0 0,-1-1 1 0 0,1 1 0 0 0,0-1-1 0 0,-1 1 1 0 0,1-1-1 0 0,-1 1 1 0 0,1-1 0 0 0,-1 1-1 0 0,0-1 1 0 0,1 1 0 0 0,-1 0-1 0 0,1-1 1 0 0,-1 1 0 0 0,0 0-1 0 0,0-1 1 0 0,-3-1 8 0 0,3 1-5 0 0,0 0-1 0 0,0 1 1 0 0,0-1 0 0 0,-1 0 0 0 0,1 1 0 0 0,0-1 0 0 0,0 1 0 0 0,-1-1 0 0 0,1 1 0 0 0,-1-1 0 0 0,1 1-1 0 0,-2 0 1 0 0,-1 1 29 0 0,0 0-1 0 0,0 0 0 0 0,0 0 0 0 0,1 1 1 0 0,-1 0-1 0 0,1-1 0 0 0,-1 2 1 0 0,1-1-1 0 0,-1 0 0 0 0,-3 4 1 0 0,6-5-18 0 0,-3 3 26 0 0,0-1 0 0 0,0 1 0 0 0,1 0 0 0 0,0 0 0 0 0,-1 0 0 0 0,2 1 0 0 0,-1-1 0 0 0,0 1 0 0 0,-3 8 1 0 0,4-8-33 0 0,-2 3 21 0 0,1 0 1 0 0,0 0-1 0 0,0 1 1 0 0,0 0-1 0 0,0 8 1 0 0,1-9-32 0 0,1-3-42 0 0,1 1 0 0 0,-1 0 0 0 0,1-1 0 0 0,0 1-1 0 0,1 0 1 0 0,-1-1 0 0 0,1 1 0 0 0,3 9 0 0 0,-3-10-37 0 0,1 0-17 0 0,0 0-1 0 0,0 0 1 0 0,0 0 0 0 0,1 0-1 0 0,0-1 1 0 0,0 1 0 0 0,0-1-1 0 0,0 0 1 0 0,1 0 0 0 0,0 0-1 0 0,0 0 1 0 0,0-1 0 0 0,0 0-1 0 0,0 1 1 0 0,1-2 0 0 0,-1 1-1 0 0,9 4 1 0 0,-8-5-11 0 0,-3-3 98 0 0,-1 1-1 0 0,1 0 1 0 0,-1 0 0 0 0,1 0 0 0 0,-1 0-1 0 0,1 0 1 0 0,-1 0 0 0 0,1 0 0 0 0,-1 1-1 0 0,1-1 1 0 0,-1 0 0 0 0,3 2 0 0 0,-2-2-7 0 0,2 1-31 0 0,1-2 22 0 0,0-1 32 0 0,1 1-1 0 0,-1-1 0 0 0,0 0 0 0 0,0 0 0 0 0,0-1 0 0 0,0 1 0 0 0,0-1 0 0 0,-1 0 0 0 0,1-1 0 0 0,-1 1 0 0 0,0-1 0 0 0,0 0 0 0 0,0 0 1 0 0,0 0-1 0 0,-1 0 0 0 0,0-1 0 0 0,6-8 0 0 0,7-20-4 0 0,-13 27-3 0 0,1-10 4 0 0,16-65 305 0 0,-18 75-60 0 0,-1 2-157 0 0,2-14 8 0 0,-2 14 822 0 0,0 9-731 0 0,1 16-64 0 0,-2-16-14 0 0,1 2 7 0 0,1 16-71 0 0,2 1-1 0 0,0 0 1 0 0,2-1-1 0 0,9 26 1 0 0,-13-45-67 0 0,-2-3 16 0 0,0 1 0 0 0,1-1 0 0 0,-1 0 0 0 0,1 1 0 0 0,-1-1 0 0 0,1 0 0 0 0,-1 1 0 0 0,1-1 0 0 0,0 0 0 0 0,0 0 0 0 0,0 0 0 0 0,2 2 0 0 0,-2-1-7 0 0,2 2-45 0 0,-3-4 2 0 0,0 0 52 0 0,1 0 0 0 0,-1 1 0 0 0,1-1 0 0 0,-1 0-1 0 0,1 0 1 0 0,-1 0 0 0 0,1 0 0 0 0,-1 0-1 0 0,0 1 1 0 0,1-1 0 0 0,-1 0 0 0 0,1 0-1 0 0,-1 1 1 0 0,0-1 0 0 0,1 0 0 0 0,-1 0-1 0 0,0 1 1 0 0,1-1 0 0 0,-1 0 0 0 0,0 1 0 0 0,1-1-1 0 0,-1 1 1 0 0,0-1 0 0 0,1 1 0 0 0,-1 0-1 0 0,0-1 0 0 0,0 1 1 0 0,1-1-1 0 0,-1 1 1 0 0,0-1-1 0 0,1 1 1 0 0,-1-1-1 0 0,1 1 1 0 0,-1-1-1 0 0,1 0 0 0 0,-1 1 1 0 0,1-1-1 0 0,-1 0 1 0 0,1 1-1 0 0,-1-1 1 0 0,1 0-1 0 0,-1 0 0 0 0,1 1 1 0 0,-1-1-1 0 0,1 0 1 0 0,0 0-1 0 0,-1 0 1 0 0,1 0-1 0 0,-1 0 0 0 0,1 0 1 0 0,0 0-1 0 0,-1 0 1 0 0,1 0-1 0 0,-1 0 1 0 0,1 0-1 0 0,0 0 1 0 0,-1 0-1 0 0,2-1 0 0 0,20-3 7 0 0,-17 3 44 0 0,-1-2 32 0 0,2-5 40 0 0,0 0 0 0 0,0 0-1 0 0,0 0 1 0 0,-1 0 0 0 0,0-1 0 0 0,-1 0 0 0 0,0 0 0 0 0,0 0 0 0 0,-1 0 0 0 0,0-1 0 0 0,1-11 0 0 0,-2 17 118 0 0,0-10-231 0 0,4 13 173 0 0,6 12-97 0 0,-10-7-126 0 0,1 0-19 0 0,8 11-477 0 0,2 0 0 0 0,20 20-1 0 0,-30-32 380 0 0,1-1-1 0 0,-1 0 0 0 0,0 0 0 0 0,1 0 1 0 0,-1 0-1 0 0,1-1 0 0 0,-1 1 1 0 0,1-1-1 0 0,0 0 0 0 0,-1 0 0 0 0,1-1 1 0 0,0 1-1 0 0,5 0 0 0 0,39-3-1818 0 0,-42 1 1823 0 0,10-2-264 0 0,0-1 0 0 0,0 0-1 0 0,-1-2 1 0 0,1 1 0 0 0,-1-2 0 0 0,0 0-1 0 0,15-10 1 0 0,-25 13 501 0 0,0 1 0 0 0,0-1 0 0 0,0 0 0 0 0,-1 0 0 0 0,1 0 0 0 0,-1-1 0 0 0,0 0 0 0 0,5-8 0 0 0,-5 8-20 0 0,-1 1 85 0 0,0 0-1 0 0,-1 0 1 0 0,1 0 0 0 0,-1-1-1 0 0,1 1 1 0 0,-1-1 0 0 0,-1 0-1 0 0,2-5 1 0 0,-2 7-53 0 0,0-1 599 0 0,-1-2-360 0 0,-1-16 20 0 0,1 16 13 0 0,-1 6-352 0 0,1 0 1 0 0,0 0-1 0 0,0 0 0 0 0,-1 0 0 0 0,1 0 1 0 0,0 0-1 0 0,-1 0 0 0 0,1-1 0 0 0,0 1 1 0 0,0 0-1 0 0,-1 0 0 0 0,1 0 0 0 0,0 0 1 0 0,0 0-1 0 0,-1-1 0 0 0,1 1 0 0 0,0 0 1 0 0,0 0-1 0 0,0 0 0 0 0,-1 0 0 0 0,1-1 1 0 0,0 1-1 0 0,0 0 0 0 0,0 0 1 0 0,0-1-1 0 0,0 1 0 0 0,-1 0 0 0 0,1 0 1 0 0,0-1-1 0 0,0 1 0 0 0,0 0 0 0 0,0 0 1 0 0,0-1-1 0 0,0 1 0 0 0,0-1 29 0 0,0 0 0 0 0,-1 0-1 0 0,1 1 1 0 0,0-1 0 0 0,-1 0 0 0 0,1 1 0 0 0,0-1-1 0 0,-1 1 1 0 0,1-1 0 0 0,-1 1 0 0 0,1-1-1 0 0,0 0 1 0 0,-1 1 0 0 0,0-1 0 0 0,1 1 0 0 0,-1 0-1 0 0,1-1 1 0 0,-1 1 0 0 0,0-1 0 0 0,1 1 0 0 0,-1 0-1 0 0,1 0 1 0 0,-1-1 0 0 0,0 1 0 0 0,0 0-1 0 0,0 0 1 0 0,-1-1-22 0 0,-1 0 40 0 0,0 1 1 0 0,0-1-1 0 0,0 1 0 0 0,0-1 1 0 0,0 1-1 0 0,0 0 0 0 0,0 0 1 0 0,0 0-1 0 0,0 0 0 0 0,0 1 1 0 0,0-1-1 0 0,1 1 0 0 0,-1 0 1 0 0,0-1-1 0 0,0 2 0 0 0,0-1 1 0 0,1 0-1 0 0,-6 3 0 0 0,-1 3 50 0 0,0 1 0 0 0,0 0 0 0 0,1 0 0 0 0,0 1-1 0 0,1 0 1 0 0,-1 0 0 0 0,2 0 0 0 0,0 1 0 0 0,-9 17-1 0 0,13-23-10 0 0,2 1-20 0 0,-1 49-167 0 0,1-53 59 0 0,1 0 0 0 0,-1 0 0 0 0,1 0 1 0 0,-1 0-1 0 0,1 0 0 0 0,0-1 0 0 0,-1 1 1 0 0,1 0-1 0 0,0 0 0 0 0,0-1 0 0 0,-1 1 0 0 0,1 0 1 0 0,0-1-1 0 0,0 1 0 0 0,0-1 0 0 0,0 1 1 0 0,0-1-1 0 0,0 0 0 0 0,0 1 0 0 0,0-1 1 0 0,0 0-1 0 0,0 1 0 0 0,0-1 0 0 0,2 0 0 0 0,24 3-434 0 0,-16-4 395 0 0,1-1-1 0 0,-1 0 1 0 0,1-1 0 0 0,-1 0-1 0 0,0 0 1 0 0,0-2-1 0 0,0 1 1 0 0,-1-1 0 0 0,1-1-1 0 0,-1 0 1 0 0,0 0 0 0 0,-1-1-1 0 0,0-1 1 0 0,0 1 0 0 0,0-1-1 0 0,13-17 1 0 0,-18 20 86 0 0,0 0 1 0 0,-1-1-1 0 0,0 1 1 0 0,0-1-1 0 0,0 0 0 0 0,-1 0 1 0 0,0 0-1 0 0,0 0 1 0 0,1-8-1 0 0,-2 8 10 0 0,4-10 97 0 0,-2-2-48 0 0,-4 4 48 0 0,-3-43 324 0 0,-9 3 54 0 0,11 50-397 0 0,-14-14 466 0 0,12 20-447 0 0,-13 7 12 0 0,16-9-127 0 0,0 1 1 0 0,0-1 0 0 0,0 1 0 0 0,0 0-1 0 0,0 0 1 0 0,1-1 0 0 0,-1 1 0 0 0,0 0-1 0 0,1 0 1 0 0,-1 0 0 0 0,0 0 0 0 0,1 0-1 0 0,-1-1 1 0 0,1 1 0 0 0,-1 0 0 0 0,1 0-1 0 0,0 1 1 0 0,-1-1 0 0 0,1 0 0 0 0,0 0-1 0 0,0 0 1 0 0,0 1 0 0 0,0-1 18 0 0,-5 10 46 0 0,2 1-1 0 0,0-1 0 0 0,0 1 0 0 0,1-1 1 0 0,0 1-1 0 0,1 0 0 0 0,0-1 0 0 0,2 19 1 0 0,0-14-30 0 0,0-2-16 0 0,1 0 0 0 0,0 0-1 0 0,4 16 1 0 0,-4-25-31 0 0,-1-1 1 0 0,1 1-1 0 0,0-1 0 0 0,0 0 0 0 0,1 1 1 0 0,-1-1-1 0 0,1 0 0 0 0,0-1 1 0 0,0 1-1 0 0,0 0 0 0 0,0-1 0 0 0,1 0 1 0 0,-1 0-1 0 0,6 4 0 0 0,6 3-89 0 0,-11-8-9 0 0,2 0-14 0 0,17 3-2 0 0,-17-4-2 0 0,1-1-31 0 0,1 0 106 0 0,-1 0-1 0 0,1-1 0 0 0,0 0 1 0 0,0 0-1 0 0,0-1 0 0 0,-1 0 1 0 0,1 0-1 0 0,-1-1 1 0 0,0 0-1 0 0,0 0 0 0 0,0 0 1 0 0,0-1-1 0 0,0 0 0 0 0,-1-1 1 0 0,1 0-1 0 0,-1 0 1 0 0,0 0-1 0 0,6-8 0 0 0,29-46 788 0 0,-40 56-518 0 0,1-1 15 0 0,4-9 682 0 0,-1 26 1176 0 0,-4-9-2015 0 0,0 2-34 0 0,0 4-33 0 0,3 11 42 0 0,20 31 36 0 0,4-12-534 0 0,-25-36 113 0 0,-2-4 306 0 0,-1 0-1 0 0,1 0 0 0 0,-1 0 0 0 0,1 0 0 0 0,-1 0 1 0 0,1 0-1 0 0,-1 0 0 0 0,1 0 0 0 0,-1 0 1 0 0,1 0-1 0 0,-1 0 0 0 0,0 1 0 0 0,1-1 0 0 0,-1 0 1 0 0,1 0-1 0 0,-1 1 0 0 0,1-1 0 0 0,-1 0 0 0 0,0 1 1 0 0,1-1-1 0 0,-1 0 0 0 0,0 1 0 0 0,1-1 1 0 0,-1 0-1 0 0,0 1 0 0 0,0-1 0 0 0,1 1 0 0 0,-1 0-54 0 0,1 0-1 0 0,-1 0 0 0 0,1 0 1 0 0,0 0-1 0 0,-1-1 0 0 0,1 1 1 0 0,0 0-1 0 0,0 0 0 0 0,-1-1 1 0 0,1 1-1 0 0,0-1 0 0 0,0 1 1 0 0,0-1-1 0 0,0 1 0 0 0,0-1 1 0 0,0 1-1 0 0,0-1 0 0 0,0 0 1 0 0,1 1-1 0 0,17 3-555 0 0,-14-3-49 0 0,0-2-885 0 0,17-2 659 0 0,-16 2-26 0 0,-2-1-53 0 0,0-1 607 0 0,-1 0 1 0 0,1 1-1 0 0,-1-1 1 0 0,0-1-1 0 0,0 1 1 0 0,0 0 0 0 0,5-8-1 0 0,-6 8-215 0 0,-2-3 268 0 0,0-2 411 0 0,-1-1 0 0 0,1 1 0 0 0,-2-1 0 0 0,1 1 0 0 0,-1-1 0 0 0,0 1 0 0 0,-1 0 0 0 0,0 0 0 0 0,-1 0 0 0 0,1 0 0 0 0,-1 0 0 0 0,-7-9 0 0 0,4 6 361 0 0,-1 1 0 0 0,-1 0 0 0 0,0 0 0 0 0,0 0 0 0 0,0 1 0 0 0,-1 1 0 0 0,-19-13 0 0 0,25 19-199 0 0,3 2-225 0 0,-1 0-1 0 0,1 0 0 0 0,0-1 0 0 0,-1 1 0 0 0,1 0 0 0 0,-1-1 1 0 0,1 1-1 0 0,-1-1 0 0 0,1 1 0 0 0,0-1 0 0 0,-1 0 0 0 0,-1-1 1 0 0,0 1 14 0 0,-2-1 12 0 0,1 3-754 0 0,-1 0 401 0 0,-4 1 135 0 0,0-3-3991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1 166 2760 0 0,'3'-3'1388'0'0,"10"-12"5589"0"0,-13 15-6957 0 0,1 0 1 0 0,0 0-1 0 0,-1 0 0 0 0,1 0 0 0 0,-1 0 1 0 0,1 0-1 0 0,0 1 0 0 0,-1-1 0 0 0,1 0 1 0 0,-1 0-1 0 0,1 1 0 0 0,-1-1 0 0 0,1 0 1 0 0,-1 1-1 0 0,1-1 0 0 0,-1 1 1 0 0,1-1-1 0 0,-1 1 0 0 0,1-1 0 0 0,-1 1 1 0 0,1 0-1 0 0,-1-1-5 0 0,0 1 1 0 0,1-1-1 0 0,-1 0 0 0 0,0 1 1 0 0,1-1-1 0 0,-1 1 1 0 0,0-1-1 0 0,1 0 0 0 0,-1 1 1 0 0,1-1-1 0 0,-1 0 1 0 0,1 1-1 0 0,-1-1 0 0 0,1 0 1 0 0,-1 0-1 0 0,1 0 1 0 0,-1 1-1 0 0,1-1 0 0 0,-1 0 1 0 0,1 0-1 0 0,-1 0 1 0 0,1 0-1 0 0,-1 0 0 0 0,1 0 1 0 0,0 0-1 0 0,0 5 216 0 0,6 31 185 0 0,-2-11-122 0 0,15 50 1 0 0,-18-71-260 0 0,11 14-34 0 0,-10-14 47 0 0,2-3-40 0 0,14 2 2 0 0,-14-2-2 0 0,0-3-12 0 0,2-2 17 0 0,0 0-1 0 0,-1 0 1 0 0,1 0 0 0 0,-1-1 0 0 0,0 0 0 0 0,0 0 0 0 0,0 0 0 0 0,5-8 0 0 0,51-79 325 0 0,-60 89-282 0 0,-2 3-51 0 0,0-1 0 0 0,0 0 0 0 0,0 1 0 0 0,1-1 0 0 0,-1 1 0 0 0,0-1 0 0 0,0 1 0 0 0,0-1 0 0 0,1 1 0 0 0,-1-1 1 0 0,0 1-1 0 0,0-1 0 0 0,1 1 0 0 0,-1-1 0 0 0,0 1 0 0 0,1 0 0 0 0,-1-1 0 0 0,0 1 0 0 0,1 0 0 0 0,-1-1 0 0 0,1 1 1 0 0,-1 0-1 0 0,1-1 0 0 0,0 1 0 0 0,0-1-1 0 0,-1 1 0 0 0,1 0 1 0 0,-1 0-1 0 0,1-1 0 0 0,-1 1 0 0 0,0 0 1 0 0,1-1-1 0 0,-1 1 0 0 0,1 0 1 0 0,-1-1-1 0 0,0 1 0 0 0,1-1 0 0 0,-1 1 1 0 0,0-1-1 0 0,1 1 0 0 0,-1-1 0 0 0,0 1 1 0 0,0-1-1 0 0,0 1 0 0 0,1-1 1 0 0,-1 1-1 0 0,0-1 0 0 0,0 1 0 0 0,0-2 211 0 0,4 4-195 0 0,18 4 7 0 0,-21-2-18 0 0,3 13 2 0 0,-4-13-6 0 0,3 1 7 0 0,6 13-59 0 0,-7-13-57 0 0,2-1 7 0 0,-2 0-47 0 0,1 0 1 0 0,-1 0-1 0 0,1 0 1 0 0,1-1-1 0 0,-1 1 1 0 0,0-1-1 0 0,1 0 1 0 0,-1 0-1 0 0,1 0 0 0 0,0-1 1 0 0,0 1-1 0 0,0-1 1 0 0,1 0-1 0 0,-1 0 1 0 0,6 1-1 0 0,1-1-143 0 0,1-1-1 0 0,0 0 1 0 0,0 0-1 0 0,-1-1 1 0 0,1-1-1 0 0,0 0 1 0 0,0-1-1 0 0,-1 0 1 0 0,1-1-1 0 0,-1 0 1 0 0,0-1-1 0 0,0 0 0 0 0,0 0 1 0 0,14-9-1 0 0,-12 5 105 0 0,1-1 0 0 0,-2 0 0 0 0,1 0 0 0 0,-1-1 0 0 0,-1-1 0 0 0,1 0 0 0 0,-2 0 0 0 0,13-18-1 0 0,-11 11 823 0 0,-1 0-1 0 0,16-36 1 0 0,-25 50-131 0 0,0 0-100 0 0,2-13-45 0 0,-3 13 573 0 0,-4-3-566 0 0,3 6-348 0 0,0 1 0 0 0,0-1 1 0 0,0 1-1 0 0,0-1 0 0 0,0 1 0 0 0,0 0 0 0 0,0-1 0 0 0,0 1 0 0 0,0-1 1 0 0,0 1-1 0 0,0-1 0 0 0,-1 1 0 0 0,1 0 0 0 0,0-1 0 0 0,0 1 1 0 0,0-1-1 0 0,-1 1 0 0 0,1 0 0 0 0,0-1 0 0 0,-1 1 0 0 0,1 0 0 0 0,0-1 1 0 0,-1 1-1 0 0,1 0 0 0 0,0-1 0 0 0,-1 1 0 0 0,1 0 0 0 0,0 0 1 0 0,-1-1-1 0 0,1 1 0 0 0,-1 0 0 0 0,1 0 0 0 0,-1 0 0 0 0,1 0 1 0 0,-1 0-1 0 0,-4 2 40 0 0,0 1 1 0 0,0 0 0 0 0,0 0 0 0 0,1 1-1 0 0,-1-1 1 0 0,1 1 0 0 0,0 0 0 0 0,0 0-1 0 0,0 0 1 0 0,1 1 0 0 0,0 0 0 0 0,0-1-1 0 0,-3 7 1 0 0,0 1-6 0 0,0 0-1 0 0,1 0 1 0 0,0 1 0 0 0,1-1-1 0 0,-3 21 1 0 0,3-13-49 0 0,3 10-21 0 0,2-22 18 0 0,-1-2 15 0 0,1 0 4 0 0,3 15-46 0 0,-3-15 10 0 0,1-5 0 0 0,-1 1 11 0 0,1-1 0 0 0,-1 1-1 0 0,0-1 1 0 0,0 1-1 0 0,1 0 1 0 0,-1-1 0 0 0,-1 1-1 0 0,3 3 1 0 0,-1-1 38 0 0,10-2-62 0 0,-11-2 20 0 0,-1 1 0 0 0,1-1 0 0 0,0 0 0 0 0,-1 1 0 0 0,1-1 0 0 0,-1 0 0 0 0,1 0 0 0 0,0 0 0 0 0,-1 0 0 0 0,1 1 0 0 0,0-1 0 0 0,-1 0 0 0 0,1 0 0 0 0,0 0 0 0 0,-1 0 0 0 0,1 0 0 0 0,0-1 0 0 0,-1 1 0 0 0,1 0 0 0 0,0 0 0 0 0,-1 0 0 0 0,1-1 0 0 0,0 1 0 0 0,-1 0 0 0 0,1-1 0 0 0,-1 1 0 0 0,1 0 0 0 0,-1-1 0 0 0,2 0 0 0 0,5-5 86 0 0,-1-1 0 0 0,1-1-1 0 0,-1 1 1 0 0,0-1 0 0 0,7-14-1 0 0,8-19 341 0 0,-19 37-169 0 0,-2 3-245 0 0,-1 0 0 0 0,1 1 0 0 0,0-1 0 0 0,0 0 0 0 0,0 1 0 0 0,0-1 0 0 0,0 0 0 0 0,0 1 0 0 0,0-1 1 0 0,0 0-1 0 0,0 1 0 0 0,1-1 0 0 0,-1 0 0 0 0,0 1 0 0 0,0-1 0 0 0,1 0 0 0 0,-1 1 0 0 0,0-1 0 0 0,1 1 0 0 0,-1-1 1 0 0,0 1-1 0 0,1-1 0 0 0,-1 1 0 0 0,1-1 0 0 0,0 0 0 0 0,0 1 8 0 0,0 0-1 0 0,0 0 1 0 0,-1 0 0 0 0,1 1 0 0 0,0-1-1 0 0,-1 0 1 0 0,1 0 0 0 0,0 1-1 0 0,-1-1 1 0 0,1 1 0 0 0,0-1-1 0 0,-1 0 1 0 0,1 1 0 0 0,-1-1 0 0 0,1 1-1 0 0,0-1 1 0 0,-1 1 0 0 0,0 0-1 0 0,1 0 1 0 0,4 4 67 0 0,-1 1 0 0 0,0 0 0 0 0,-1 0 0 0 0,1 0 0 0 0,2 9 0 0 0,19 66 255 0 0,-3 2 1 0 0,18 153-1 0 0,-39-231-319 0 0,0 0 1 0 0,0 1-1 0 0,-1-1 1 0 0,0 1 0 0 0,0-1-1 0 0,0 1 1 0 0,-1-1-1 0 0,0 1 1 0 0,0-1-1 0 0,-1 0 1 0 0,1 1-1 0 0,-1-1 1 0 0,0 0 0 0 0,0 0-1 0 0,-1 0 1 0 0,1-1-1 0 0,-1 1 1 0 0,-4 4-1 0 0,4-6 64 0 0,-2 0 30 0 0,-16 7 4 0 0,16-8-10 0 0,-2-2-12 0 0,-25-4-27 0 0,24 2-85 0 0,0 0-1 0 0,1-1 1 0 0,-1 0-1 0 0,1 0 1 0 0,0 0 0 0 0,0-1-1 0 0,0-1 1 0 0,1 1-1 0 0,-1-1 1 0 0,1 0-1 0 0,0 0 1 0 0,0-1 0 0 0,1 1-1 0 0,-1-2 1 0 0,2 1-1 0 0,-1 0 1 0 0,0-1-1 0 0,1 0 1 0 0,-4-10-1 0 0,7 15-50 0 0,-1 0 33 0 0,1 0-1 0 0,-1 0 1 0 0,1-1-1 0 0,0 1 1 0 0,0 0-1 0 0,0 0 1 0 0,0-1-1 0 0,1 1 0 0 0,-1-1 1 0 0,1 1-1 0 0,-1 0 1 0 0,1-5-1 0 0,-1-10-510 0 0,0 8 97 0 0,0-1-1 0 0,1 1 1 0 0,0-1-1 0 0,1 1 1 0 0,0-1-1 0 0,0 1 1 0 0,1-1-1 0 0,1 1 1 0 0,5-15 0 0 0,18-25-5212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110 48 3916 0 0,'0'-5'1809'0'0,"-1"-1"-626"0"0,0-1-1 0 0,0 1 1 0 0,0 0-1 0 0,-5-11 1 0 0,-5 32-423 0 0,-3 19-175 0 0,2 0-1 0 0,0 1 0 0 0,-9 55 0 0 0,-3 105-190 0 0,20-117-305 0 0,2-56-90 0 0,2-16-9 0 0,0-1-8 0 0,2 18 35 0 0,-2-17-132 0 0,3-9-2033 0 0,0 0 2136 0 0,-1 1 0 0 0,0 0 1 0 0,0-1-1 0 0,0 1 1 0 0,0-1-1 0 0,-1 0 0 0 0,1 0 1 0 0,-1 1-1 0 0,1-1 1 0 0,-1 0-1 0 0,0 0 1 0 0,0 0-1 0 0,0-1 0 0 0,-1 1 1 0 0,1 0-1 0 0,-1 0 1 0 0,0 0-1 0 0,0-4 0 0 0,16-151 8 0 0,17-109 640 0 0,-26 247-501 0 0,-5 16-106 0 0,0 0 72 0 0,-1 4-91 0 0,-1 0 0 0 0,1 0 0 0 0,-1 0 0 0 0,1 0 0 0 0,-1 0 0 0 0,1 0 0 0 0,-1 0 0 0 0,1-1 0 0 0,-1 1 0 0 0,1 0 0 0 0,-1 0 0 0 0,1-1 0 0 0,-1 1 0 0 0,0 0 0 0 0,1 0 0 0 0,-1-1 0 0 0,1 1 0 0 0,-1 0 0 0 0,0-1 0 0 0,1 1 0 0 0,-1-1 0 0 0,1 0 0 0 0,-1 1 4 0 0,0 0-1 0 0,1-1 0 0 0,-1 1 0 0 0,0-1 0 0 0,1 1 0 0 0,-1 0 1 0 0,0-1-1 0 0,1 1 0 0 0,-1 0 0 0 0,1-1 0 0 0,-1 1 1 0 0,0 0-1 0 0,1 0 0 0 0,-1-1 0 0 0,1 1 0 0 0,-1 0 1 0 0,1 0-1 0 0,-1 0 0 0 0,1 0 0 0 0,-1 0 0 0 0,1 0 0 0 0,0 0 1 0 0,5 3 209 0 0,2 3-136 0 0,-1 1 0 0 0,1 0-1 0 0,-1 0 1 0 0,0 0 0 0 0,-1 1 0 0 0,0 0 0 0 0,0 0-1 0 0,9 18 1 0 0,36 86 391 0 0,-37-79-394 0 0,93 241-1668 0 0,-104-265 1071 0 0,0 0-1 0 0,-1 0 0 0 0,0 0 1 0 0,-1 0-1 0 0,1 11 1 0 0,-2-16-84 0 0,0-1 0 0 0,0 0-1 0 0,-1 1 1 0 0,1-1 0 0 0,-1 1 0 0 0,0-1 0 0 0,1 0 0 0 0,-2 1 0 0 0,-1 5 0 0 0,-9 11-4446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13 363 3752 0 0,'-1'0'163'0'0,"1"-1"0"0"0,-1 1 0 0 0,0-1 0 0 0,0 1 0 0 0,0-1 0 0 0,0 0 0 0 0,1 0 0 0 0,-1 1 0 0 0,0-1 0 0 0,1 0 0 0 0,-1 0 0 0 0,1 0 0 0 0,-1 0 0 0 0,1 0 0 0 0,-1 1 0 0 0,1-1 0 0 0,-1 0 0 0 0,1 0 0 0 0,0 0 0 0 0,0 0 0 0 0,-1 0 0 0 0,1 0 0 0 0,0-1 0 0 0,0 1 0 0 0,0 0 0 0 0,0 0 0 0 0,0 0 0 0 0,0 0 0 0 0,1 0 0 0 0,-1 0 0 0 0,0 0 0 0 0,0 0 0 0 0,1 0 0 0 0,-1 0 0 0 0,1 0 0 0 0,0-1 0 0 0,0 0-597 0 0,6-5 851 0 0,59-21 118 0 0,132-36 0 0 0,-58 21-1026 0 0,212-86-1507 0 0,-238 86 2590 0 0,-110 42-369 0 0,15-9 163 0 0,-15 8 984 0 0,-1 4-1139 0 0,-2-1-197 0 0,0 0-1 0 0,0-1 1 0 0,0 1 0 0 0,0 0-1 0 0,0 0 1 0 0,0 0-1 0 0,-1 0 1 0 0,1 0 0 0 0,0 0-1 0 0,0 0 1 0 0,-1 0 0 0 0,1 0-1 0 0,-1 0 1 0 0,1 0-1 0 0,-1 0 1 0 0,1 0 0 0 0,-1 0-1 0 0,1 2 1 0 0,-3 32 371 0 0,-8 81 202 0 0,10-111-566 0 0,0 2 6 0 0,-1 19-17 0 0,0-19-1 0 0,1-2 1 0 0,0 14-16 0 0,0-14 2 0 0,1 0 8 0 0,0 13-13 0 0,-1-13-17 0 0,25-9-320 0 0,-20 3 269 0 0,-2-3 11 0 0,12-18-132 0 0,19-35-1 0 0,-32 53 162 0 0,-2 3 20 0 0,0-1 0 0 0,0 1 0 0 0,1 0-1 0 0,-1-1 1 0 0,1 1 0 0 0,-1 0 0 0 0,1-1 0 0 0,-1 1 0 0 0,1 0-1 0 0,0-1 1 0 0,0 1 0 0 0,1-2 0 0 0,0 1 15 0 0,0-3 38 0 0,12-14 507 0 0,-10 21-523 0 0,2 5 75 0 0,0 0 0 0 0,0 1 0 0 0,-1-1 1 0 0,0 1-1 0 0,0 0 0 0 0,6 18 0 0 0,-8-21-77 0 0,8 14 16 0 0,-8-15-21 0 0,-3-3-23 0 0,0 1-1 0 0,0-1 1 0 0,1 1 0 0 0,-1-1-1 0 0,1 1 1 0 0,-1-1-1 0 0,1 1 1 0 0,0-1 0 0 0,-1 0-1 0 0,1 1 1 0 0,0-1 0 0 0,0 0-1 0 0,0 0 1 0 0,0 0 0 0 0,0 0-1 0 0,2 2 1 0 0,9 8-24 0 0,-10-8-41 0 0,19-8-184 0 0,-15 3 202 0 0,-1 0-81 0 0,-1-1 14 0 0,12-10 29 0 0,-1 0-1 0 0,16-20 1 0 0,-3-4-63 0 0,-26 33 132 0 0,1 0 26 0 0,10-13 12 0 0,-10 12 26 0 0,3-1 20 0 0,-5 5-71 0 0,-1 1-1 0 0,0-1 1 0 0,0 1 0 0 0,0-1 0 0 0,0 1 0 0 0,1 0-1 0 0,-1-1 1 0 0,0 1 0 0 0,0 0 0 0 0,1-1 0 0 0,-1 1 0 0 0,0-1-1 0 0,0 1 1 0 0,1 0 0 0 0,-1 0 0 0 0,0-1 0 0 0,1 1-1 0 0,-1 0 1 0 0,1 0 0 0 0,-1-1 0 0 0,0 1 0 0 0,1 0-1 0 0,-1 0 1 0 0,1 0 0 0 0,-1 0 0 0 0,1 0 0 0 0,-1-1-1 0 0,0 1 1 0 0,1 0 0 0 0,-1 0 0 0 0,1 0 0 0 0,-1 0-1 0 0,1 0 1 0 0,-1 1 0 0 0,1-1 0 0 0,5 6 14 0 0,1 1-1 0 0,-1 0 1 0 0,-1 0 0 0 0,0 1 0 0 0,0 0 0 0 0,0 0-1 0 0,-1 0 1 0 0,6 15 0 0 0,-5-11-248 0 0,1 0-1 0 0,0-1 1 0 0,9 13-1 0 0,-12-22-121 0 0,-3-2 328 0 0,0 0 0 0 0,1 0 0 0 0,-1 0 0 0 0,1 1 0 0 0,-1-1 0 0 0,1 0 0 0 0,-1 0 0 0 0,0 0 0 0 0,1 0 0 0 0,-1 0 0 0 0,1 1 0 0 0,-1-1 0 0 0,0 0 0 0 0,1 0 0 0 0,-1 0 0 0 0,0 1 0 0 0,1-1 0 0 0,-1 0 0 0 0,0 1 0 0 0,1-1 0 0 0,-1 0 0 0 0,0 1 0 0 0,0-1 0 0 0,1 0 0 0 0,-1 1 0 0 0,0-1 0 0 0,0 1 0 0 0,1 0-40 0 0,-1 0-1 0 0,1 0 0 0 0,-1 0 0 0 0,1-1 0 0 0,-1 1 0 0 0,1 0 0 0 0,0 0 0 0 0,-1-1 0 0 0,1 1 0 0 0,0-1 0 0 0,-1 1 0 0 0,1 0 0 0 0,0-1 0 0 0,0 1 0 0 0,0-1 0 0 0,-1 0 0 0 0,1 1 0 0 0,0-1 0 0 0,2 1 0 0 0,48 4-2639 0 0,-45-5 1933 0 0,0-2 13 0 0,49-21-1622 0 0,-50 20 1743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26 126 2592 0 0,'17'-23'2116'0'0,"27"-48"1"0"0,-42 67-776 0 0,-2-1-970 0 0,-2-18 1562 0 0,-2 25-1679 0 0,-1 0-159 0 0,1 1 0 0 0,0-1 0 0 0,1 1 0 0 0,-1 0 0 0 0,0 0 0 0 0,1 0 0 0 0,0 1 0 0 0,-1-1 0 0 0,1 1 0 0 0,1 0 0 0 0,-1 0 1 0 0,0 0-1 0 0,1 0 0 0 0,-3 6 0 0 0,-23 64 792 0 0,27-70-781 0 0,0 2-23 0 0,1 51-84 0 0,1-51-73 0 0,9 15-452 0 0,-5-19 394 0 0,14 5-20 0 0,-15-5-13 0 0,2-2-186 0 0,-1-1 377 0 0,1 1-1 0 0,-1-1 1 0 0,0 0 0 0 0,0-1-1 0 0,0 1 1 0 0,0-1-1 0 0,0 0 1 0 0,0 0 0 0 0,-1 0-1 0 0,1-1 1 0 0,0 0-1 0 0,-1 0 1 0 0,0 0 0 0 0,0 0-1 0 0,0-1 1 0 0,0 1 0 0 0,0-1-1 0 0,-1 0 1 0 0,0 0-1 0 0,0-1 1 0 0,0 1 0 0 0,0-1-1 0 0,0 1 1 0 0,-1-1 0 0 0,3-9-1 0 0,-2 4 64 0 0,-1-1-1 0 0,0 1 1 0 0,-1-1-1 0 0,0 0 1 0 0,0 0-1 0 0,-1 0 1 0 0,-1 1-1 0 0,-3-21 1 0 0,3 25 158 0 0,0 4-237 0 0,0 0-1 0 0,0 0 1 0 0,0 1-1 0 0,0-1 1 0 0,0 1-1 0 0,0-1 1 0 0,-1 1-1 0 0,1-1 1 0 0,0 1-1 0 0,-1 0 1 0 0,-1-2-1 0 0,0 0 15 0 0,-2 1-14 0 0,0 1-34 0 0,1 0-1 0 0,-1 0 0 0 0,0 0 0 0 0,0 0 0 0 0,0 1 1 0 0,0 0-1 0 0,-7 1 0 0 0,7 0-209 0 0,0 1-114 0 0,-16 8-129 0 0,15-8-112 0 0,3 2-117 0 0,-12 9-207 0 0,11-10-296 0 0,-5 13-2246 0 0,8-14 2610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0 199 4196 0 0,'0'0'7196'0'0,"3"2"-6700"0"0,0 2-343 0 0,0 0-1 0 0,0 1 0 0 0,0-1 0 0 0,-1 0 0 0 0,0 1 0 0 0,0 0 0 0 0,0 0 0 0 0,0-1 1 0 0,-1 1-1 0 0,0 0 0 0 0,0 0 0 0 0,0 0 0 0 0,0 10 0 0 0,9 38 290 0 0,6-11-301 0 0,-14-38-129 0 0,-2-2-27 0 0,0-1-1 0 0,0 0 0 0 0,0 0 0 0 0,1 0 0 0 0,-1 0 0 0 0,1 0 0 0 0,-1 0 1 0 0,0 0-1 0 0,1 0 0 0 0,0 0 0 0 0,-1 0 0 0 0,1 0 0 0 0,0 0 1 0 0,-1-1-1 0 0,1 1 0 0 0,0 0 0 0 0,0 0 0 0 0,0-1 0 0 0,-1 1 1 0 0,1 0-1 0 0,0-1 0 0 0,0 1 0 0 0,0-1 0 0 0,0 1 0 0 0,0-1 1 0 0,0 0-1 0 0,0 1 0 0 0,1-1 0 0 0,-1 0 0 0 0,0 0 0 0 0,0 0 1 0 0,2 1-1 0 0,30-2-668 0 0,-28 0 569 0 0,0-3 28 0 0,8-9 161 0 0,0 0 1 0 0,-1-2 0 0 0,-1 1-1 0 0,0-1 1 0 0,-1-1 0 0 0,13-25-1 0 0,-21 38 148 0 0,0-1 7 0 0,6-12-28 0 0,-6 13 670 0 0,-1 8-823 0 0,4 16-26 0 0,-4-16-38 0 0,-1 0-58 0 0,1 16-31 0 0,0-16 77 0 0,0 0-226 0 0,5 14-104 0 0,-5-14-58 0 0,1-1-29 0 0,0 0 136 0 0,1 0 0 0 0,-1 0 0 0 0,1 0 0 0 0,0 0 0 0 0,0 0 1 0 0,4 3-1 0 0,-4-4-18 0 0,3-3-624 0 0,0 0 811 0 0,0 0 1 0 0,-1-1-1 0 0,1 0 0 0 0,0 0 0 0 0,0 0 0 0 0,7-3 1 0 0,-9 2 22 0 0,0-1 51 0 0,8-9 232 0 0,0-1 0 0 0,-1 0-1 0 0,16-23 1 0 0,-25 33 40 0 0,0-1 18 0 0,8-13 3 0 0,-8 13 231 0 0,-1 1-275 0 0,0 2-150 0 0,-1 0-1 0 0,0 0 0 0 0,0 1 0 0 0,0-1 1 0 0,0 0-1 0 0,1 1 0 0 0,-1-1 0 0 0,0 1 1 0 0,1-1-1 0 0,-1 0 0 0 0,0 1 0 0 0,1-1 1 0 0,-1 1-1 0 0,1-1 0 0 0,-1 1 0 0 0,1-1 1 0 0,-1 1-1 0 0,1-1 0 0 0,-1 1 0 0 0,2-1 1 0 0,7 12 202 0 0,-7-7-188 0 0,-1 1-34 0 0,6 44-40 0 0,-6-44 169 0 0,0-1-103 0 0,3 12-9 0 0,-2-12 45 0 0,17-11-65 0 0,-16 6 11 0 0,6-10 41 0 0,2 1 37 0 0,12-20 318 0 0,-20 27-235 0 0,-2 2-140 0 0,1-1-1 0 0,-1 1 0 0 0,1 0 1 0 0,-1-1-1 0 0,0 1 1 0 0,0-1-1 0 0,0 0 0 0 0,0 1 1 0 0,0-1-1 0 0,1-2 1 0 0,1 0 222 0 0,3-2 26 0 0,-6 5-265 0 0,0 1 1 0 0,0-1-1 0 0,0 1 0 0 0,0 0 0 0 0,0-1 0 0 0,1 1 1 0 0,-1 0-1 0 0,0-1 0 0 0,0 1 0 0 0,0-1 0 0 0,1 1 0 0 0,-1 0 1 0 0,0 0-1 0 0,0-1 0 0 0,1 1 0 0 0,-1 0 0 0 0,0-1 0 0 0,1 1 1 0 0,-1 0-1 0 0,0 0 0 0 0,1-1 0 0 0,-1 1 0 0 0,1 0 0 0 0,-1 0 1 0 0,0 0-1 0 0,1 0 0 0 0,-1 0 0 0 0,0 0 0 0 0,1-1 1 0 0,-1 1-1 0 0,1 0 0 0 0,-1 0 0 0 0,1 0 0 0 0,-1 0 0 0 0,0 0 1 0 0,1 1-1 0 0,1 0-9 0 0,0 0 0 0 0,-1 0 0 0 0,1 0 0 0 0,-1 1 0 0 0,0-1 0 0 0,1 1 0 0 0,-1-1 0 0 0,0 1 0 0 0,0-1 0 0 0,0 1 0 0 0,0 0 0 0 0,0 0 0 0 0,0-1 0 0 0,0 1 0 0 0,-1 0 0 0 0,2 4 0 0 0,-1-2 25 0 0,0 1 4 0 0,25 64 161 0 0,-24-65-168 0 0,1 0 10 0 0,9 9-35 0 0,-9-10-4 0 0,2-3-15 0 0,-2 1 14 0 0,1-1 0 0 0,0 0 0 0 0,-1 0 0 0 0,1-1 0 0 0,-1 1 0 0 0,1-1 0 0 0,0 0 0 0 0,-1 0 0 0 0,1 0 0 0 0,-1 0 0 0 0,0-1 0 0 0,1 1 0 0 0,-1-1 0 0 0,0 0 0 0 0,0 0 0 0 0,0 0 0 0 0,0 0 0 0 0,0 0 0 0 0,-1-1 0 0 0,3-2 0 0 0,2-3 74 0 0,-1-1-1 0 0,1 1 0 0 0,-2-1 1 0 0,1 0-1 0 0,-2 0 0 0 0,7-16 1 0 0,-2-2 149 0 0,-1 0 0 0 0,4-30 0 0 0,-4 12 81 0 0,1-24 349 0 0,-8 63-383 0 0,0 1-21 0 0,1-17-39 0 0,-2 17 970 0 0,1 10-1051 0 0,2 59 192 0 0,13 144-101 0 0,-11-171-1488 0 0,2 0-1 0 0,1-1 0 0 0,17 44 0 0 0,-23-76-15 0 0,0-1-98 0 0,-1-1 502 0 0,4 6 968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1 107 3240 0 0,'0'0'3397'0'0,"3"-30"-1541"0"0,22 21-1304 0 0,1-3-600 0 0,9-1-640 0 0,-11 3-148 0 0,-3-1-324 0 0,0 1-897 0 0,3-2-2159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0 414 2380 0 0,'0'0'7148'0'0,"5"-1"-6721"0"0,157-24 2336 0 0,-85 16-2154 0 0,241-33 358 0 0,862-100 332 0 0,-1059 131-1208 0 0,989-75-209 0 0,183 37 164 0 0,13 10-266 0 0,-1080 30-255 0 0,-220 8 406 0 0,13 2-55 0 0,-19 0 179 0 0,-12 4-39 0 0,8-3 118 0 0,3 2-85 0 0,-5 13 3 0 0,4-12 3 0 0,2 0-3 0 0,0 14 0 0 0,0-14 4 0 0,1 2-20 0 0,102 565 2869 0 0,-39-272-1903 0 0,-28-73-397 0 0,-9 1 0 0 0,-11 1-1 0 0,-20 362 1 0 0,-22 363 196 0 0,59 300-105 0 0,43-298-284 0 0,-73-922-407 0 0,139 1015 37 0 0,-70-566 392 0 0,50 478-181 0 0,-96-710-260 0 0,16 128 70 0 0,25 361 151 0 0,-59-617-198 0 0,146 1598 601 0 0,-86-990-438 0 0,-25-226-168 0 0,-34-414-40 0 0,30 276 43 0 0,12 81 76 0 0,12 152-150 0 0,-57-542 63 0 0,6 66 22 0 0,-11-118 57 0 0,-1-2-71 0 0,1 15-39 0 0,-1-15-13 0 0,0 2-11 0 0,-6 72-141 0 0,5-73 168 0 0,0-1-5 0 0,-5 12 0 0 0,5-12 4 0 0,-1 1 0 0 0,-5 13 6 0 0,-13 30-127 0 0,-37 65 0 0 0,30-63 63 0 0,7-13 7 0 0,-62 107-223 0 0,80-141 220 0 0,0 1-2 0 0,-73 147-670 0 0,74-148 719 0 0,-2 2 15 0 0,-6 15 21 0 0,7-15 68 0 0,-1-1-90 0 0,-6 13-31 0 0,7-12 26 0 0,-1-1 8 0 0,-6 12 8 0 0,7-12 74 0 0,-1 0-105 0 0,-6 11-36 0 0,7-11-9 0 0,0-1-92 0 0,-8 9 100 0 0,8-9 34 0 0,-2-1-219 0 0,-33 13-325 0 0,32-14 435 0 0,-1 0 7 0 0,-120 6-726 0 0,59-4 702 0 0,-1327 127-1261 0 0,1382-128 1426 0 0,-848 106-447 0 0,-139-22-329 0 0,927-81 707 0 0,16-1 29 0 0,-296 6-682 0 0,224-14 889 0 0,-82-4-176 0 0,136 6-66 0 0,22 1 89 0 0,0 0-4 0 0,1-4-124 0 0,2 2 197 0 0,1-1 188 0 0,-1-1-355 0 0,0 1 29 0 0,0-1 23 0 0,-2 0 14 0 0,-107-5 14 0 0,105 7 8 0 0,0 1 9 0 0,-1-1-29 0 0,4 2 22 0 0,1-1-25 0 0,-1 0 40 0 0,2-1 20 0 0,-3-1-24 0 0,-1-2 8 0 0,3 3-18 0 0,-2 3 9 0 0,-1-1-12 0 0,-38 1-8 0 0,32 1 76 0 0,52-1-65 0 0,0 1 6 0 0,-20 0-4 0 0,20-1-13 0 0,0 0 16 0 0,-51 2-1560 0 0,52-2 791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30 368 2808 0 0,'0'0'2619'0'0,"-4"0"-1687"0"0,-16-1-164 0 0,15 1 1785 0 0,10 0-2175 0 0,27 4-32 0 0,-1-2 0 0 0,1-1 0 0 0,0-2-1 0 0,33-5 1 0 0,135-27 196 0 0,-109 16-221 0 0,-48 10-181 0 0,941-139 1752 0 0,210 90-966 0 0,-90 53-887 0 0,-678 21-62 0 0,16 0-28 0 0,-7-36 352 0 0,-374 10-148 0 0,247-43 1054 0 0,-90 18-433 0 0,-212 31-768 0 0,-1 2-24 0 0,3-2-281 0 0,19-5 22 0 0,-9 5-8208 0 0,-38-16-410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9 210 4080 0 0,'0'0'1523'0'0,"-1"-4"-227"0"0,-4-13-180 0 0,4 13 1345 0 0,0 3-2417 0 0,1 0 0 0 0,0 0 0 0 0,0 0 0 0 0,-1 0 0 0 0,1 0 0 0 0,0 1 0 0 0,0-1 0 0 0,0 0 0 0 0,0 0 0 0 0,0 0 0 0 0,0 0 0 0 0,0 0 0 0 0,1 0 0 0 0,-1 0 0 0 0,0 0 0 0 0,0 0 0 0 0,1-2 0 0 0,2-11 487 0 0,-2 12-465 0 0,0-1 1 0 0,-1 1-1 0 0,1-1 0 0 0,0 1 0 0 0,0-1 1 0 0,1 1-1 0 0,-1 0 0 0 0,0-1 0 0 0,1 1 1 0 0,0 0-1 0 0,-1 0 0 0 0,1 0 0 0 0,0 0 0 0 0,0 0 1 0 0,0 1-1 0 0,0-1 0 0 0,2-1 0 0 0,43-25 602 0 0,-43 26-572 0 0,18-3 5 0 0,-16 3-86 0 0,-1 1 33 0 0,1 1-10 0 0,16 3-20 0 0,-17-3 2 0 0,0 2-2 0 0,13 6 11 0 0,-13-6-7 0 0,-1 2 4 0 0,1 1-23 0 0,0 1 1 0 0,-1 1-1 0 0,0-1 1 0 0,0 1-1 0 0,-1-1 1 0 0,0 1-1 0 0,4 12 1 0 0,-6-14 3 0 0,-1 1 0 0 0,-1 11 5 0 0,0 0 0 0 0,-2 0 1 0 0,0 0-1 0 0,-8 26 0 0 0,9-39-36 0 0,1-3 22 0 0,0 1 0 0 0,0 0 0 0 0,1-1 0 0 0,-1 1 0 0 0,0 0 0 0 0,1 0 0 0 0,-1-1 0 0 0,1 1 0 0 0,-1 0 0 0 0,1 2 0 0 0,-1 1 35 0 0,-5 21-1429 0 0,11-27 1207 0 0,-1-1 110 0 0,0 0 0 0 0,0 0 0 0 0,-1-1 0 0 0,1 1-1 0 0,0-1 1 0 0,-1 1 0 0 0,1-1 0 0 0,-1 0 0 0 0,0-1 0 0 0,0 1-1 0 0,-1 0 1 0 0,1-1 0 0 0,0 0 0 0 0,-1 0 0 0 0,0 1 0 0 0,3-8 0 0 0,3-9-102 0 0,0-1 1 0 0,5-23 0 0 0,-9 28 144 0 0,3-13-16 0 0,-4 6-131 0 0,4-30 420 0 0,-6 48-82 0 0,-1-1 20 0 0,2-17 29 0 0,-2 18 165 0 0,3-20-99 0 0,-3 20 719 0 0,1 10-927 0 0,0 6-15 0 0,0 1 0 0 0,1-1 0 0 0,1 1 0 0 0,0-1 0 0 0,1 0 0 0 0,0 0 0 0 0,0-1 0 0 0,1 1 0 0 0,1-1 0 0 0,0 0 1 0 0,0 0-1 0 0,13 15 0 0 0,-11-17-437 0 0,0 0 0 0 0,0 0 0 0 0,1-1 0 0 0,0 0-1 0 0,0 0 1 0 0,0-1 0 0 0,1 0 0 0 0,20 8 0 0 0,-25-12-8 0 0,17 8-1197 0 0,1-5-2882 0 0,5-1 987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66 2564 0 0,'0'0'1590'0'0,"2"-4"-933"0"0,24-33 1683 0 0,-23 34-1666 0 0,1 1-364 0 0,43-16 848 0 0,-42 17-795 0 0,0 1-236 0 0,15 1-4 0 0,-15 0 100 0 0,-2 1-138 0 0,1 1-38 0 0,-1 1 1 0 0,0-1-1 0 0,0 1 1 0 0,0 0 0 0 0,0-1-1 0 0,-1 1 1 0 0,3 7-1 0 0,-3-7 59 0 0,-2 2-168 0 0,-7 44 458 0 0,6-45-311 0 0,-1-1-12 0 0,-2 12 5 0 0,3-12 51 0 0,0 1-54 0 0,1-3-65 0 0,0 1 0 0 0,0 0-1 0 0,0-1 1 0 0,0 1 0 0 0,0 0-1 0 0,1-1 1 0 0,-1 1 0 0 0,1 0-1 0 0,0-1 1 0 0,0 1 0 0 0,0-1-1 0 0,0 1 1 0 0,3 3 0 0 0,-1-2 30 0 0,1-2-26 0 0,12 7-2 0 0,-12-7 31 0 0,2 0 20 0 0,39 14-71 0 0,-42-14 31 0 0,2 0 20 0 0,37 25 280 0 0,-38-23-213 0 0,-3 0 3 0 0,0 1-90 0 0,0-1-1 0 0,-1 0 1 0 0,0 0 0 0 0,0 0 0 0 0,0 1 0 0 0,0-1 0 0 0,-1 0-1 0 0,1 0 1 0 0,-1 0 0 0 0,0 0 0 0 0,-1 0 0 0 0,1 0 0 0 0,-1 0-1 0 0,1 0 1 0 0,-1 0 0 0 0,-4 5 0 0 0,-2 2-210 0 0,-1-1 0 0 0,1-1 0 0 0,-2 1 1 0 0,1-1-1 0 0,-2-1 0 0 0,1 0 0 0 0,-1-1 0 0 0,-17 10 1 0 0,11-8-1917 0 0,0-2 1 0 0,-32 12 0 0 0,20-11-2644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187 191 3120 0 0,'0'0'7809'0'0,"-3"-3"-7538"0"0,-33-19 1407 0 0,32 20-1353 0 0,-3-5 84 0 0,-6-3 156 0 0,5-2-405 0 0,6 9 40 0 0,2-3-131 0 0,-1-17-14 0 0,0 17-3 0 0,4 1-3 0 0,0-3-42 0 0,1 1 1 0 0,0 0-1 0 0,0 0 1 0 0,1 0-1 0 0,0 0 1 0 0,10-9-1 0 0,-12 13-7 0 0,0 0 1 0 0,0 0-1 0 0,1 0 0 0 0,-1 0 0 0 0,1 1 0 0 0,0 0 1 0 0,-1 0-1 0 0,1 0 0 0 0,0 0 0 0 0,0 1 0 0 0,1-1 1 0 0,-1 1-1 0 0,0 0 0 0 0,0 0 0 0 0,9 0 0 0 0,22 4 64 0 0,-33-4-65 0 0,-1 1 1 0 0,1 1-1 0 0,0-1 1 0 0,-1 0-1 0 0,1 0 1 0 0,0 1-1 0 0,-1-1 1 0 0,1 1 0 0 0,-1-1-1 0 0,1 1 1 0 0,-1 0-1 0 0,1-1 1 0 0,-1 1-1 0 0,1 0 1 0 0,-1 0-1 0 0,0 0 1 0 0,2 1-1 0 0,1 2-2 0 0,-2-3 4 0 0,0 0 0 0 0,0 0 0 0 0,0 0-1 0 0,0 0 1 0 0,0 0 0 0 0,0 1 0 0 0,0-1-1 0 0,-1 1 1 0 0,1-1 0 0 0,0 1-1 0 0,-1 0 1 0 0,3 3 0 0 0,0 1-1 0 0,1-1-1 0 0,-1 0 0 0 0,0 0 0 0 0,0 0 1 0 0,-1 1-1 0 0,1 0 0 0 0,-1 0 0 0 0,-1 0 1 0 0,1 0-1 0 0,3 11 0 0 0,-4-9 6 0 0,6 23 1 0 0,-5-18-15 0 0,-2 0-1 0 0,0 0 1 0 0,0 1-1 0 0,-2-1 1 0 0,1 0-1 0 0,-2 0 1 0 0,-4 23-1 0 0,3-24 11 0 0,-1 0-1 0 0,0-1 0 0 0,-1 0 1 0 0,0 0-1 0 0,-1 0 1 0 0,0 0-1 0 0,-1-1 1 0 0,0 0-1 0 0,-1-1 1 0 0,0 1-1 0 0,0-1 1 0 0,-1-1-1 0 0,0 0 1 0 0,-18 13-1 0 0,10-11 9 0 0,-1-1 0 0 0,0 0-1 0 0,-1-1 1 0 0,-33 9 0 0 0,46-16-13 0 0,0-1-2 0 0,-20 1 0 0 0,20-1-25 0 0,0-1 7 0 0,-38-15-138 0 0,41 14 99 0 0,0-2 45 0 0,-22-31-181 0 0,24 31 168 0 0,1-1 11 0 0,1 3 24 0 0,-1 1 2 0 0,1-1 0 0 0,-1 1-1 0 0,1-1 1 0 0,-1 1 0 0 0,0-1 0 0 0,1 1 0 0 0,-1-1 0 0 0,0 1 0 0 0,0-1 0 0 0,0 0 0 0 0,0 1-1 0 0,-1-3 1 0 0,5 2-18 0 0,-1 1 17 0 0,0 0 1 0 0,0 0 0 0 0,0 0 0 0 0,-1 0-1 0 0,1 1 1 0 0,0 0 0 0 0,0-1-1 0 0,0 1 1 0 0,0 0 0 0 0,0 0 0 0 0,0 1-1 0 0,0-1 1 0 0,0 0 0 0 0,0 1-1 0 0,0 0 1 0 0,0 0 0 0 0,0 0 0 0 0,5 2-1 0 0,14 9 103 0 0,33 22 0 0 0,51 31-136 0 0,-91-56-523 0 0,1 0 1 0 0,0-2 0 0 0,0 1 0 0 0,0-2-1 0 0,1 0 1 0 0,0-1 0 0 0,0-1 0 0 0,30 4-1 0 0,-41-8-746 0 0,1-1-196 0 0,23-2-1043 0 0,-23 2-1802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50 111 3512 0 0,'0'0'2814'0'0,"0"-5"-2247"0"0,1-15-102 0 0,0 15-65 0 0,0 2-59 0 0,4-3-251 0 0,-1 0-1 0 0,1 0 1 0 0,0 0 0 0 0,0 0 0 0 0,1 1 0 0 0,0 0-1 0 0,0 1 1 0 0,0-1 0 0 0,0 1 0 0 0,1 0 0 0 0,0 0 0 0 0,0 1-1 0 0,14-5 1 0 0,-17 6-2 0 0,2 1-26 0 0,55-1 398 0 0,-55 2-365 0 0,12 13 438 0 0,-17-8-353 0 0,5 13-47 0 0,-5-13 2 0 0,-2 0-12 0 0,-10 37 277 0 0,9-38-255 0 0,0 0-49 0 0,-6 15-18 0 0,6-14-20 0 0,-5 17 196 0 0,8-17-236 0 0,4 11-42 0 0,-4-12 51 0 0,10 0 37 0 0,7 5 124 0 0,-3-5-148 0 0,-5-1 36 0 0,0-1 1 0 0,0 1-1 0 0,0 1 0 0 0,0 0 0 0 0,-1 0 0 0 0,0 1 0 0 0,0 0 0 0 0,11 8 0 0 0,-7-2-67 0 0,-10-8 97 0 0,0 1 7 0 0,7 13-32 0 0,-7-12-6 0 0,-4 1-12 0 0,-1 0-53 0 0,-1 1-1 0 0,1 0 1 0 0,-1 0 0 0 0,-1-1 0 0 0,1 1 0 0 0,-1-1 0 0 0,-1 0 0 0 0,1 0 0 0 0,-1-1 0 0 0,0 1 0 0 0,-9 7 0 0 0,-6 2-512 0 0,-1 0-1 0 0,-1-1 1 0 0,0-1-1 0 0,-1-1 1 0 0,-48 18 0 0 0,31-17-2670 0 0,-49 11 1 0 0,54-17-1192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65 3004 0 0,'-2'-26'1854'0'0,"2"21"-257"0"0,0-1-247 0 0,-1-16-183 0 0,0 17 3153 0 0,4 12-4069 0 0,6 20-21 0 0,-1 1 0 0 0,-1 1 0 0 0,3 32 0 0 0,5 97-97 0 0,-5-45-1109 0 0,6-45-1958 0 0,-15-63 1884 0 0,1-1-307 0 0,8 12-130 0 0,-8-12-1004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1 2664 0 0,'0'0'6750'0'0,"-1"4"-6374"0"0,-2 9-200 0 0,0-1 1 0 0,1 1-1 0 0,0 0 1 0 0,1 0-1 0 0,1 0 1 0 0,0-1-1 0 0,1 1 1 0 0,0 0-1 0 0,1 0 1 0 0,0 0-1 0 0,6 17 1 0 0,-7-27-166 0 0,1 0-1 0 0,0 0 1 0 0,-1 0 0 0 0,1 0 0 0 0,0-1-1 0 0,0 1 1 0 0,1-1 0 0 0,-1 1 0 0 0,1-1 0 0 0,-1 0-1 0 0,1 0 1 0 0,-1 0 0 0 0,1 0 0 0 0,0-1-1 0 0,0 1 1 0 0,5 1 0 0 0,38 8 119 0 0,-42-10-134 0 0,5-1 8 0 0,1 1-1 0 0,-1-2 1 0 0,0 0-1 0 0,1 0 1 0 0,-1 0-1 0 0,0-1 1 0 0,0-1-1 0 0,0 0 0 0 0,0 0 1 0 0,-1 0-1 0 0,15-9 1 0 0,-15 9-11 0 0,-6 2 5 0 0,0 0-1 0 0,1 0 0 0 0,-1 0 1 0 0,0 0-1 0 0,0 0 0 0 0,0-1 1 0 0,0 1-1 0 0,0-1 0 0 0,4-2 1 0 0,9-11 153 0 0,27-30 301 0 0,-34 33-154 0 0,0-1 1 0 0,-1 0 0 0 0,0 0-1 0 0,8-23 1 0 0,-6 12 311 0 0,-7 20 65 0 0,5 22-582 0 0,-6-16-90 0 0,0-1 0 0 0,-1 1-1 0 0,0-1 1 0 0,1 1 0 0 0,-1-1 0 0 0,0 1-1 0 0,1 0 1 0 0,-1-1 0 0 0,0 1-1 0 0,0 0 1 0 0,0-1 0 0 0,-1 1 0 0 0,1 0-1 0 0,0-1 1 0 0,-1 1 0 0 0,0 1 0 0 0,0 2 3 0 0,-4 82 151 0 0,1-35-1436 0 0,2 0 0 0 0,5 58 0 0 0,-2-103 631 0 0,0 0 0 0 0,1-1 0 0 0,-1 1 0 0 0,2-1-1 0 0,-1 1 1 0 0,0-1 0 0 0,7 10 0 0 0,-8-14 434 0 0,4 5-2235 0 0,9 6-1736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276 1 3964 0 0,'0'0'4423'0'0,"-3"2"-3640"0"0,-8 7-450 0 0,1 1 0 0 0,0 0 0 0 0,1 1 0 0 0,0 0 0 0 0,0 1 0 0 0,1-1-1 0 0,-6 14 1 0 0,-4 9 240 0 0,-22 54 0 0 0,33-66-346 0 0,0-1 0 0 0,-7 43 0 0 0,14-59-214 0 0,2 0-8 0 0,5 16 41 0 0,-6-16 107 0 0,4-2-156 0 0,-4-3 1 0 0,1 2-5 0 0,1 0-1 0 0,0 0 1 0 0,0-1 0 0 0,1 1-1 0 0,-1-1 1 0 0,0 0-1 0 0,0 0 1 0 0,1 0-1 0 0,-1 0 1 0 0,1 0 0 0 0,-1-1-1 0 0,0 0 1 0 0,1 0-1 0 0,-1 0 1 0 0,1 0-1 0 0,-1 0 1 0 0,6-2 0 0 0,0 0 0 0 0,-1 0 0 0 0,1-1 1 0 0,-1 0-1 0 0,1-1 0 0 0,-1 1 1 0 0,-1-2-1 0 0,1 1 0 0 0,0-1 1 0 0,-1 0-1 0 0,0-1 0 0 0,0 0 1 0 0,-1 0-1 0 0,0 0 0 0 0,0-1 1 0 0,0 0-1 0 0,8-13 0 0 0,12-40 9 0 0,-24 53-13 0 0,-1 0 0 0 0,1-1 0 0 0,-1 1 0 0 0,0-1 0 0 0,-1 1 0 0 0,0-1 0 0 0,0 1 0 0 0,-2-11 0 0 0,1 11-16 0 0,1 1-24 0 0,-1 0 0 0 0,0 0 0 0 0,-1 1 1 0 0,1-1-1 0 0,-1 0 0 0 0,0 0 1 0 0,0 1-1 0 0,-7-11 0 0 0,4 6-111 0 0,-12-16-448 0 0,12 20 468 0 0,-5-3-322 0 0,5 5 315 0 0,4 2 99 0 0,-1 1 0 0 0,1 0-1 0 0,-1 0 1 0 0,1-1-1 0 0,-1 1 1 0 0,0 0 0 0 0,0 1-1 0 0,1-1 1 0 0,-1 0 0 0 0,0 0-1 0 0,0 1 1 0 0,0-1 0 0 0,0 1-1 0 0,0 0 1 0 0,-3-1 0 0 0,-2-1-117 0 0,5 1 100 0 0,-1 0 0 0 0,1 0 1 0 0,0 1-1 0 0,-1-1 0 0 0,1 1 1 0 0,0 0-1 0 0,-1 0 0 0 0,1 0 0 0 0,0 0 1 0 0,-1 0-1 0 0,1 0 0 0 0,-1 0 1 0 0,1 1-1 0 0,-4 0 0 0 0,-17 5-852 0 0,-1 0 0 0 0,1 2 0 0 0,1 0 0 0 0,0 1 0 0 0,-33 19 0 0 0,13 1-3071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333 86 2532 0 0,'1'-5'1512'0'0,"5"-52"2808"0"0,-6 55-4280 0 0,0 1-1 0 0,-1-1 1 0 0,1 1-1 0 0,-1 0 1 0 0,1-1-1 0 0,-1 1 1 0 0,0 0 0 0 0,1 0-1 0 0,-1-1 1 0 0,0 1-1 0 0,0 0 1 0 0,-1-2-1 0 0,1 3 27 0 0,-1-4 174 0 0,-3 5-187 0 0,0 0 0 0 0,0 0 1 0 0,0 1-1 0 0,0-1 0 0 0,0 1 1 0 0,1 1-1 0 0,-1-1 0 0 0,1 1 1 0 0,-1-1-1 0 0,-4 5 1 0 0,-44 37 335 0 0,27-17-220 0 0,1 0 1 0 0,1 2-1 0 0,2 1 0 0 0,1 1 0 0 0,1 0 0 0 0,2 2 0 0 0,1 0 0 0 0,-18 52 0 0 0,33-76-131 0 0,-1-1 0 0 0,2 1-1 0 0,-1 0 1 0 0,0 16-1 0 0,2-19-9 0 0,0-2-21 0 0,1-1 1 0 0,-1 0 0 0 0,1 1 0 0 0,0-1-1 0 0,0 0 1 0 0,0 1 0 0 0,0-1 0 0 0,0 0-1 0 0,1 0 1 0 0,-1 0 0 0 0,1 0 0 0 0,0 0-1 0 0,3 3 1 0 0,-2-2 2 0 0,-1-1-11 0 0,1-1 1 0 0,-1 1 0 0 0,1-1-1 0 0,0 1 1 0 0,0-1 0 0 0,0 0-1 0 0,1 0 1 0 0,-1 0 0 0 0,0-1-1 0 0,1 1 1 0 0,-1-1 0 0 0,1 0-1 0 0,-1 0 1 0 0,6 1 0 0 0,-6-1-1 0 0,2 0-6 0 0,1 1-1 0 0,0-1 0 0 0,0-1 1 0 0,0 1-1 0 0,0-1 0 0 0,0 0 1 0 0,0 0-1 0 0,0-1 1 0 0,8-1-1 0 0,-9 1 1 0 0,16-1-5 0 0,6-7-21 0 0,-21 6 14 0 0,5 0 36 0 0,-2-1-1 0 0,1-1 0 0 0,0 0 1 0 0,-1 0-1 0 0,0-1 1 0 0,0 0-1 0 0,-1-1 1 0 0,0 0-1 0 0,0 0 1 0 0,0-1-1 0 0,-1 0 1 0 0,11-16-1 0 0,-16 21 0 0 0,-1 0 0 0 0,1 0-1 0 0,-1 0 1 0 0,0 0 0 0 0,0 0-1 0 0,-1-1 1 0 0,1 1 0 0 0,-1 0 0 0 0,1-1-1 0 0,-1 1 1 0 0,0-1 0 0 0,0 1 0 0 0,-1-5-1 0 0,0 4-16 0 0,1 2 3 0 0,-1 0 0 0 0,1-1-1 0 0,-1 1 1 0 0,0-1-1 0 0,0 1 1 0 0,0 0 0 0 0,0 0-1 0 0,0-1 1 0 0,0 1-1 0 0,-1 0 1 0 0,1 0 0 0 0,-1 0-1 0 0,0 0 1 0 0,1 1-1 0 0,-1-1 1 0 0,-3-2 0 0 0,3 2 2 0 0,-1 0-3 0 0,1 1-1 0 0,-1-1 1 0 0,0 0 0 0 0,1 1 0 0 0,-1-1 0 0 0,0 1-1 0 0,0 0 1 0 0,0 0 0 0 0,0 0 0 0 0,0 1 0 0 0,0-1-1 0 0,-1 1 1 0 0,1-1 0 0 0,0 1 0 0 0,0 0-1 0 0,-4 1 1 0 0,3-1-16 0 0,-1 0 5 0 0,-1 0 1 0 0,0 1 0 0 0,0-1-1 0 0,1 2 1 0 0,-1-1 0 0 0,0 1-1 0 0,1-1 1 0 0,-1 1 0 0 0,-9 6-1 0 0,10-6-12 0 0,-16 6-97 0 0,18-7 90 0 0,1 0 0 0 0,0 0 0 0 0,-1 1 0 0 0,1-1 0 0 0,0 1 0 0 0,0-1 0 0 0,0 1 1 0 0,-1-1-1 0 0,-1 4 0 0 0,1-2-103 0 0,-2 0-16 0 0,0 1 1 0 0,0 1-1 0 0,1-1 0 0 0,-8 10 0 0 0,11-13-98 0 0,0 1-1 0 0,0-1 0 0 0,0 1 0 0 0,1-1 0 0 0,-1 1 0 0 0,0-1 0 0 0,1 1 0 0 0,-1-1 1 0 0,1 1-1 0 0,0-1 0 0 0,-1 1 0 0 0,1 0 0 0 0,0-1 0 0 0,0 1 0 0 0,0 0 0 0 0,0-1 0 0 0,0 1 1 0 0,1-1-1 0 0,-1 1 0 0 0,0 0 0 0 0,1-1 0 0 0,-1 1 0 0 0,1-1 0 0 0,-1 1 0 0 0,1-1 1 0 0,1 2-1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155 18 2632 0 0,'1'0'207'0'0,"-1"-1"0"0"0,1 1 0 0 0,-1-1 0 0 0,0 0 0 0 0,1 0 0 0 0,-1 1 0 0 0,0-1 0 0 0,1 0 0 0 0,-1 1 0 0 0,0-1 0 0 0,0 0 0 0 0,0 0 0 0 0,0 1 0 0 0,0-1 0 0 0,0 0 0 0 0,0 0 0 0 0,0 0 0 0 0,0 1 0 0 0,0-1 0 0 0,0 0 0 0 0,0 0 0 0 0,-1 0 0 0 0,-12 2 3361 0 0,9 0-4559 0 0,-4 4 1241 0 0,-16 24 219 0 0,-31 51 0 0 0,46-64-353 0 0,-1 1-1 0 0,2 0 0 0 0,0 0 1 0 0,-10 35-1 0 0,17-47-80 0 0,2 1 2 0 0,-1-2-30 0 0,0 0-1 0 0,0 0 0 0 0,1-1 1 0 0,0 1-1 0 0,-1 0 1 0 0,1-1-1 0 0,1 1 1 0 0,-1-1-1 0 0,0 1 0 0 0,1-1 1 0 0,0 1-1 0 0,0-1 1 0 0,0 0-1 0 0,0 0 1 0 0,0 0-1 0 0,1 0 1 0 0,-1 0-1 0 0,1-1 0 0 0,0 1 1 0 0,0-1-1 0 0,0 0 1 0 0,0 1-1 0 0,0-1 1 0 0,0-1-1 0 0,5 3 0 0 0,-4-3-9 0 0,2 0 8 0 0,18 2 0 0 0,-18-2 6 0 0,0-2 17 0 0,1 1-10 0 0,0-2 0 0 0,0 1 0 0 0,0-1 0 0 0,-1 0 0 0 0,1 0 0 0 0,-1-1 1 0 0,0 0-1 0 0,1 0 0 0 0,-1 0 0 0 0,-1-1 0 0 0,9-6 0 0 0,-8 4 18 0 0,0-1 0 0 0,0 1 0 0 0,-1-1 0 0 0,0 0 0 0 0,-1 0 1 0 0,0 0-1 0 0,0-1 0 0 0,0 1 0 0 0,2-10 0 0 0,-4 10-97 0 0,-1 0 1 0 0,0 0 0 0 0,-1 0-1 0 0,0 0 1 0 0,0-1 0 0 0,0 1-1 0 0,-1 0 1 0 0,0 0 0 0 0,0 0-1 0 0,-1 0 1 0 0,-2-8 0 0 0,2 10-175 0 0,0 1 97 0 0,0 0 0 0 0,0 0 0 0 0,0 0 1 0 0,0 0-1 0 0,-1 0 0 0 0,0 0 0 0 0,0 1 0 0 0,0-1 0 0 0,0 1 0 0 0,-5-5 0 0 0,6 7-187 0 0,0 0-1 0 0,-1 0 1 0 0,1-1-1 0 0,0 1 1 0 0,-1 0 0 0 0,1 1-1 0 0,-1-1 1 0 0,1 0 0 0 0,-1 1-1 0 0,1 0 1 0 0,-1-1 0 0 0,0 1-1 0 0,1 0 1 0 0,-1 0 0 0 0,1 0-1 0 0,-1 1 1 0 0,-4 0 0 0 0,-24 6-3901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426 129 2000 0 0,'0'0'3755'0'0,"-4"-1"-3223"0"0,-15-5-51 0 0,15 5 43 0 0,-1 1-180 0 0,-15-1-43 0 0,15 0-11 0 0,-2 1-10 0 0,-55-7 761 0 0,56 6-804 0 0,4 1-192 0 0,-1 0 0 0 0,1 0-1 0 0,0-1 1 0 0,0 1 0 0 0,0-1 0 0 0,-1 0 0 0 0,1 0-1 0 0,0 1 1 0 0,0-1 0 0 0,0-1 0 0 0,0 1 0 0 0,-2-2 0 0 0,-20-9 433 0 0,14-5-278 0 0,7 13-68 0 0,4-2-86 0 0,1-18-22 0 0,-1 18-50 0 0,2 3 50 0 0,9-12 15 0 0,-12 14-37 0 0,1 1-1 0 0,0-1 1 0 0,0 0-1 0 0,0 0 1 0 0,-1 0-1 0 0,1 0 1 0 0,0 1-1 0 0,0-1 1 0 0,0 1-1 0 0,0-1 1 0 0,1 0-1 0 0,-1 1 1 0 0,0 0-1 0 0,0-1 1 0 0,0 1-1 0 0,0 0 1 0 0,0-1-1 0 0,1 1 1 0 0,0 0-1 0 0,1 0 4 0 0,2-2 21 0 0,-1 3 4 0 0,-1 0-8 0 0,0 0-32 0 0,0-1 1 0 0,0 1 0 0 0,0 0 0 0 0,0 0 0 0 0,0 0 0 0 0,-1 0 0 0 0,1 0-1 0 0,0 1 1 0 0,-1-1 0 0 0,1 1 0 0 0,-1 0 0 0 0,1 0 0 0 0,-1 0 0 0 0,0 0 0 0 0,0 0-1 0 0,3 4 1 0 0,28 54 197 0 0,-31-58-180 0 0,-1 1 1 0 0,0-1 0 0 0,0 1-1 0 0,0 0 1 0 0,0 0 0 0 0,0-1-1 0 0,0 1 1 0 0,-1 0 0 0 0,1 0-1 0 0,-1 5 1 0 0,1 0-14 0 0,0 4 43 0 0,1-1 0 0 0,-2 1 0 0 0,1-1-1 0 0,-2 1 1 0 0,1 0 0 0 0,-2-1 0 0 0,1 1-1 0 0,-2-1 1 0 0,1 0 0 0 0,-2 0-1 0 0,1 0 1 0 0,-2 0 0 0 0,1 0 0 0 0,-11 15-1 0 0,5-9 71 0 0,-1-1-1 0 0,-1-1 1 0 0,0 0-1 0 0,-1 0 1 0 0,0-1-1 0 0,-2-1 0 0 0,-22 17 1 0 0,25-21-19 0 0,0-2 1 0 0,0 1-1 0 0,0-1 1 0 0,-1-1-1 0 0,0-1 0 0 0,0 1 1 0 0,-1-2-1 0 0,-15 4 1 0 0,24-7-30 0 0,-1-2-26 0 0,-18-1 44 0 0,17 2 67 0 0,3-3-96 0 0,1 1-45 0 0,0 0 0 0 0,1 0 0 0 0,-1-1 0 0 0,1 1 0 0 0,-1 0 1 0 0,1-1-1 0 0,0 0 0 0 0,0 1 0 0 0,0-1 0 0 0,0 0 0 0 0,0 0 1 0 0,0 0-1 0 0,1 0 0 0 0,0-1 0 0 0,0 1 0 0 0,0 0 0 0 0,0-1 1 0 0,0 1-1 0 0,0 0 0 0 0,1-1 0 0 0,0 1 0 0 0,0-1 0 0 0,0-3 1 0 0,1-18-199 0 0,-1 19 33 0 0,2 1-6 0 0,4-12-117 0 0,-5 12 198 0 0,2 3 60 0 0,-1 0 22 0 0,-1 1 0 0 0,1-1 0 0 0,0 1 0 0 0,0 0 0 0 0,-1-1 0 0 0,1 1 0 0 0,0 0 0 0 0,0 0 1 0 0,0 1-1 0 0,0-1 0 0 0,1 0 0 0 0,-1 1 0 0 0,0-1 0 0 0,0 1 0 0 0,0 0 0 0 0,1 0 0 0 0,-1-1 0 0 0,0 1 1 0 0,0 1-1 0 0,0-1 0 0 0,1 0 0 0 0,-1 1 0 0 0,0-1 0 0 0,4 2 0 0 0,3 4 1 0 0,0 0-1 0 0,0 1 1 0 0,0 0-1 0 0,-1 0 1 0 0,0 1-1 0 0,12 15 1 0 0,-13-15-4 0 0,3 5 6 0 0,-1 0-1 0 0,0 1 1 0 0,6 15 0 0 0,-1-5 0 0 0,-9-14-40 0 0,0-2-81 0 0,0 0 0 0 0,1 0 0 0 0,0-1 0 0 0,8 9 0 0 0,-8-9-188 0 0,0-1 0 0 0,1 0 0 0 0,0 0 0 0 0,0 0 0 0 0,0-1 0 0 0,1 0 0 0 0,-1 0 0 0 0,1-1 0 0 0,0 0 0 0 0,12 4 0 0 0,39-3-4636 0 0,-53-5 829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37 3488 0 0,'1'-4'1279'0'0,"5"-12"-221"0"0,-5 12-168 0 0,1 1-150 0 0,-2 2-641 0 0,0 0 0 0 0,1 1 0 0 0,-1-1 1 0 0,0 1-1 0 0,1-1 0 0 0,-1 1 0 0 0,0-1 0 0 0,1 1 1 0 0,-1-1-1 0 0,1 1 0 0 0,-1-1 0 0 0,0 1 0 0 0,1 0 1 0 0,-1-1-1 0 0,1 1 0 0 0,0 0 0 0 0,-1-1 0 0 0,1 1 1 0 0,-1 0-1 0 0,1 0 0 0 0,-1 0 0 0 0,1-1 0 0 0,1 1 1 0 0,-2 1-54 0 0,1-1 0 0 0,0 1 1 0 0,0 0-1 0 0,0 0 0 0 0,-1 0 1 0 0,1 0-1 0 0,0 0 0 0 0,-1-1 1 0 0,1 1-1 0 0,-1 0 0 0 0,1 0 1 0 0,-1 0-1 0 0,1 1 0 0 0,-1-1 1 0 0,0 0-1 0 0,0 0 0 0 0,1 0 1 0 0,-1 0-1 0 0,0 0 0 0 0,0 0 1 0 0,0 0-1 0 0,0 0 0 0 0,0 2 1 0 0,24 136 439 0 0,1-2-3175 0 0,-23-78-1481 0 0,0-23-365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98 53 2200 0 0,'-69'-2'3955'0'0,"63"2"-2821"0"0,1 0-695 0 0,1 0-665 0 0,-10 2 1464 0 0,14-1-1202 0 0,0-1 0 0 0,0 0 0 0 0,0 1 0 0 0,0-1 1 0 0,1 1-1 0 0,-1-1 0 0 0,0 0 0 0 0,0 1 0 0 0,0-1 0 0 0,0 0 0 0 0,0 1 0 0 0,1-1 0 0 0,-1 0 0 0 0,0 1 0 0 0,0-1 0 0 0,0 0 0 0 0,1 0 1 0 0,-1 1-1 0 0,0-1 0 0 0,0 0 0 0 0,1 0 0 0 0,-1 1 0 0 0,0-1 0 0 0,1 0 0 0 0,-1 0 0 0 0,0 0 0 0 0,1 1 0 0 0,-1-1 0 0 0,0 0 0 0 0,1 0 1 0 0,-1 0-1 0 0,1 0 0 0 0,-1 0 0 0 0,0 0 0 0 0,1 0 0 0 0,4 2-19 0 0,1-1 0 0 0,-1 0 1 0 0,0 0-1 0 0,0-1 0 0 0,1 1 0 0 0,-1-1 0 0 0,0 0 1 0 0,1 0-1 0 0,-1-1 0 0 0,8-1 0 0 0,-10 1-19 0 0,96-6 163 0 0,-34-2-199 0 0,78-18 15 0 0,-138 26 43 0 0,0 0-8 0 0,45-12 107 0 0,-46 12 243 0 0,-32-4-313 0 0,27 6-44 0 0,-1 0-1 0 0,1 0 1 0 0,-1 0-1 0 0,1 0 1 0 0,-1 0-1 0 0,1 0 1 0 0,-1 0-1 0 0,1 1 1 0 0,0-1-1 0 0,0 0 1 0 0,-1 2-1 0 0,-1 0 19 0 0,1 0-1 0 0,-1 1 1 0 0,1-1 0 0 0,0 1-1 0 0,0-1 1 0 0,0 1-1 0 0,0-1 1 0 0,1 1-1 0 0,-1 0 1 0 0,0 8 0 0 0,1-9-14 0 0,-7 21 126 0 0,2 1 0 0 0,1 0 0 0 0,1 0 0 0 0,1 0 0 0 0,0 39 0 0 0,2-23-42 0 0,-8 179 118 0 0,-1-129-929 0 0,9-87 345 0 0,1 1-694 0 0,-1 2 697 0 0,-1 3 41 0 0,2 1-5514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67 2164 0 0,'0'0'3676'0'0,"7"0"-3336"0"0,5 0-134 0 0,58 0 498 0 0,74-10 0 0 0,32-18-821 0 0,-59 0-4799 0 0,-112 27 2195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82 24 2984 0 0,'0'0'2635'0'0,"-2"-4"-2085"0"0,1 1-358 0 0,-6-13 1250 0 0,3 18-1189 0 0,-2 2-132 0 0,0 0 1 0 0,1 0-1 0 0,0 1 0 0 0,0-1 0 0 0,0 1 0 0 0,0 1 1 0 0,1-1-1 0 0,0 0 0 0 0,0 1 0 0 0,-4 9 1 0 0,6-11 27 0 0,0 1-28 0 0,1 0-51 0 0,-1 0 0 0 0,1 0 0 0 0,0 0 0 0 0,0 0-1 0 0,1 0 1 0 0,-1 0 0 0 0,1 0 0 0 0,0 0 0 0 0,0 0 0 0 0,2 6-1 0 0,-1-8-43 0 0,0 0 0 0 0,1 0 0 0 0,-1 0 0 0 0,1 0 0 0 0,0-1 0 0 0,0 1-1 0 0,0 0 1 0 0,0-1 0 0 0,0 0 0 0 0,0 1 0 0 0,1-1 0 0 0,-1 0 0 0 0,1 0-1 0 0,0 0 1 0 0,-1-1 0 0 0,1 1 0 0 0,0-1 0 0 0,0 1 0 0 0,6 1 0 0 0,158 47 598 0 0,-147-39-554 0 0,-16-9-6 0 0,-1 2-20 0 0,2 0-19 0 0,-1 0 1 0 0,0 1-1 0 0,0 0 1 0 0,-1 0-1 0 0,5 8 0 0 0,-6-9 40 0 0,-2 1 18 0 0,0 1-50 0 0,0-1 0 0 0,0 0 0 0 0,0 1 0 0 0,-1-1 0 0 0,0 0 1 0 0,0 1-1 0 0,0-1 0 0 0,-1 0 0 0 0,1 0 0 0 0,-1 0 0 0 0,-1 0 0 0 0,-4 8 0 0 0,-1-3-42 0 0,0-1-1 0 0,-1 0 0 0 0,0 0 0 0 0,-1-1 0 0 0,0 0 0 0 0,0-1 0 0 0,-1 0 0 0 0,1-1 0 0 0,-13 6 0 0 0,19-11-262 0 0,-1 0-177 0 0,-2 0-522 0 0,0-1-1 0 0,-1 0 1 0 0,1 0-1 0 0,-10-2 1 0 0,12 1-1528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1 130 1516 0 0,'0'0'1256'0'0,"30"-21"-224"0"0,-10 7-132 0 0,3 3-176 0 0,3-2-147 0 0,1 3-169 0 0,0-1-60 0 0,5 1-64 0 0,-2 2-56 0 0,4-1-28 0 0,0 1-20 0 0,-3 2-260 0 0,2 1-268 0 0,-1 3-308 0 0,18 1-2173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42 4 3940 0 0,'0'0'4485'0'0,"2"-3"-3815"0"0,-2 3-638 0 0,0 0 0 0 0,0 1 1 0 0,0-1-1 0 0,0 0 0 0 0,0 0 0 0 0,0 1 1 0 0,0-1-1 0 0,0 0 0 0 0,0 0 0 0 0,0 1 1 0 0,0-1-1 0 0,0 0 0 0 0,1 0 1 0 0,-1 1-1 0 0,0-1 0 0 0,0 0 0 0 0,0 0 1 0 0,0 0-1 0 0,0 1 0 0 0,1-1 0 0 0,-1 0 1 0 0,0 0-1 0 0,0 0 0 0 0,0 0 0 0 0,1 1 1 0 0,-1-1-1 0 0,0 0 0 0 0,0 0 1 0 0,0 0-1 0 0,1 0 0 0 0,-1 0 0 0 0,0 0 1 0 0,0 0-1 0 0,1 1 0 0 0,-1-1 0 0 0,0 0 1 0 0,0 0-1 0 0,1 0 0 0 0,-1 0 0 0 0,0 0 1 0 0,0 0-1 0 0,1 0 0 0 0,-1 0 1 0 0,0-1-1 0 0,0 1 0 0 0,1 0 0 0 0,-1 0 1 0 0,0 0-1 0 0,0 0 0 0 0,1 0 0 0 0,-1 0 1 0 0,0 0-1 0 0,0 0 0 0 0,0-1 0 0 0,1 1 1 0 0,-1 0-1 0 0,0 0 0 0 0,0 0 1 0 0,0-1-1 0 0,0 1 0 0 0,1 0 0 0 0,-1 0 1 0 0,0 0-1 0 0,0-1 0 0 0,0 1 0 0 0,8 41 890 0 0,-3 61-233 0 0,-12-13-453 0 0,-4 0 1 0 0,-24 93-1 0 0,25-136-467 0 0,6-14-670 0 0,3-27 287 0 0,2 0-88 0 0,1 17-159 0 0,-1-16-291 0 0,3-4-1646 0 0,11 9 486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199 143 2392 0 0,'0'0'1160'0'0,"-4"-2"-152"0"0,3 1-815 0 0,-1 1-1 0 0,0-1 1 0 0,1 0-1 0 0,-1 0 1 0 0,1 0-1 0 0,-1 0 1 0 0,1-1-1 0 0,-1 1 1 0 0,1 0 0 0 0,0-1-1 0 0,0 1 1 0 0,0 0-1 0 0,0-1 1 0 0,0 0-1 0 0,0 1 1 0 0,0-1-1 0 0,0 1 1 0 0,0-4-1 0 0,-1 1 527 0 0,3-1-424 0 0,3-13-35 0 0,-3 13-44 0 0,1 1-30 0 0,21-30 408 0 0,-20 31-494 0 0,1 0-20 0 0,12-10-72 0 0,-12 10-168 0 0,0 0 196 0 0,-2 2-25 0 0,4-2 42 0 0,0 0 1 0 0,0 1 0 0 0,0-1 0 0 0,1 1-1 0 0,12-3 1 0 0,4 12 2 0 0,-18-5-1 0 0,-1 1-10 0 0,1 0-36 0 0,-1 1 0 0 0,0 0 0 0 0,0 0 0 0 0,0 0 0 0 0,-1 0 0 0 0,0 0 0 0 0,1 1 0 0 0,-2 0 0 0 0,1 0 0 0 0,0-1 0 0 0,-1 1 0 0 0,0 1-1 0 0,0-1 1 0 0,0 0 0 0 0,0 7 0 0 0,0 1-15 0 0,-1 0 0 0 0,-1 1 0 0 0,0-1 0 0 0,-1 1 0 0 0,0-1 0 0 0,-1 0 0 0 0,-1 0-1 0 0,0 1 1 0 0,0-2 0 0 0,-1 1 0 0 0,-1 0 0 0 0,-1-1 0 0 0,-10 19 0 0 0,5-12 49 0 0,-1-1 0 0 0,-1-1 0 0 0,0 1 0 0 0,-2-2 0 0 0,0 0 0 0 0,-1-1 1 0 0,-29 22-1 0 0,33-29 49 0 0,0-1 0 0 0,-1 0 1 0 0,0-1-1 0 0,-26 8 0 0 0,34-13-23 0 0,0 0 15 0 0,-18 2-7 0 0,18-2-12 0 0,1-2-11 0 0,1 0-51 0 0,0 1-1 0 0,1-1 0 0 0,-1 0 0 0 0,1 0 0 0 0,-1 0 0 0 0,1 0 0 0 0,-1-1 0 0 0,1 1 0 0 0,0-1 0 0 0,0 1 0 0 0,-1-1 0 0 0,1 0 0 0 0,0 0 1 0 0,1 0-1 0 0,-1 0 0 0 0,0 0 0 0 0,1 0 0 0 0,-1 0 0 0 0,1-1 0 0 0,-1 1 0 0 0,1-1 0 0 0,0 1 0 0 0,0-1 0 0 0,0 1 0 0 0,1-1 1 0 0,-1 0-1 0 0,1 1 0 0 0,-1-1 0 0 0,1 0 0 0 0,0 1 0 0 0,0-1 0 0 0,0 0 0 0 0,1-3 0 0 0,-1 1-7 0 0,2 2 7 0 0,0 0 0 0 0,-2 2-1 0 0,1 0-1 0 0,-1 0 0 0 0,1 0 0 0 0,0 0 0 0 0,-1 0 0 0 0,1 0 0 0 0,0 0 1 0 0,-1 0-1 0 0,1 0 0 0 0,0 1 0 0 0,0-1 0 0 0,0 0 0 0 0,0 0 1 0 0,0 1-1 0 0,0-1 0 0 0,0 1 0 0 0,2-2 0 0 0,30-13-1 0 0,-24 14-1 0 0,-3 1 1 0 0,-1-1 1 0 0,2 1-3 0 0,7 1 29 0 0,0 1 0 0 0,0 1 0 0 0,0 0 0 0 0,0 0 0 0 0,14 7 0 0 0,157 83-1561 0 0,-180-91 1068 0 0,0-1 1 0 0,0 1-1 0 0,1-1 0 0 0,-1 0 0 0 0,1 0 1 0 0,-1 0-1 0 0,8-1 0 0 0,-9 0 506 0 0,1 0-1291 0 0,1 0-952 0 0,21-5-1546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63 2604 0 0,'0'0'1176'0'0,"2"-4"-185"0"0,7-12-195 0 0,-7 12-98 0 0,0 3-607 0 0,0 0-1 0 0,-1 0 1 0 0,1 0-1 0 0,-1 0 1 0 0,1 0 0 0 0,-1 0-1 0 0,0 0 1 0 0,1 0-1 0 0,-1-1 1 0 0,0 1-1 0 0,1-2 1 0 0,1 0 380 0 0,2 1-66 0 0,1-1-225 0 0,0 0 1 0 0,1 0-1 0 0,-1 1 1 0 0,0 0-1 0 0,1 0 0 0 0,0 1 1 0 0,-1 0-1 0 0,1 0 0 0 0,0 1 1 0 0,-1-1-1 0 0,1 1 1 0 0,0 1-1 0 0,0-1 0 0 0,-1 1 1 0 0,1 1-1 0 0,9 2 0 0 0,-10-2-103 0 0,-1 0-1 0 0,0 1 1 0 0,0-1 0 0 0,0 1-1 0 0,-1 0 1 0 0,1 0-1 0 0,-1 1 1 0 0,1-1-1 0 0,6 8 1 0 0,28 39 246 0 0,-28-33-206 0 0,-2 0 0 0 0,0 0 1 0 0,-1 1-1 0 0,-1 0 0 0 0,0 1 0 0 0,6 31 0 0 0,0 34-707 0 0,-9-3-3534 0 0,-5-79 3869 0 0,1-1 0 0 0,0 0 0 0 0,-1 1 0 0 0,1-1 0 0 0,-1 0 0 0 0,0 0 0 0 0,1 0 0 0 0,-1 1 0 0 0,0-1 0 0 0,0 0 0 0 0,0 0 0 0 0,-2 2 0 0 0,2-2-506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0 189 2872 0 0,'0'0'1190'0'0,"3"-5"12"0"0,-1 0-893 0 0,2 0 1 0 0,-1 1-1 0 0,0-1 1 0 0,1 1-1 0 0,0 0 1 0 0,0 0-1 0 0,0 0 1 0 0,1 0-1 0 0,0 1 0 0 0,-1 0 1 0 0,1 0-1 0 0,0 0 1 0 0,0 0-1 0 0,9-2 1 0 0,14-6 116 0 0,46-11 0 0 0,-57 17-336 0 0,213-47-1425 0 0,-103 24-4217 0 0,-95 21 1631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0 234 3464 0 0,'0'0'6642'0'0,"4"-3"-6296"0"0,8-4-195 0 0,0 0 0 0 0,1 1 0 0 0,-1 0 0 0 0,1 1 0 0 0,1 1 0 0 0,-1 0 0 0 0,1 0 0 0 0,15-1 0 0 0,19-6 222 0 0,336-110 1744 0 0,-257 78-2264 0 0,-98 36-996 0 0,-25 6 420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193 15 2512 0 0,'0'0'1446'0'0,"-2"-3"-198"0"0,-4-8 1122 0 0,13 32 1306 0 0,1 3-3367 0 0,-6-19-17 0 0,-1 2-59 0 0,19 106 793 0 0,-19-109-946 0 0,12 55 282 0 0,-12-54-306 0 0,8 18 202 0 0,-7-19-195 0 0,5 13 9 0 0,-6-13 118 0 0,0-4-187 0 0,-1 0 0 0 0,1 0 0 0 0,-1 0 0 0 0,0 0 0 0 0,1 0 0 0 0,-1 0-1 0 0,0 0 1 0 0,1 0 0 0 0,-1 0 0 0 0,0 0 0 0 0,1 1 0 0 0,-1-1 0 0 0,0 0-1 0 0,1 0 1 0 0,-1 0 0 0 0,0 1 0 0 0,1-1 0 0 0,-1 0 0 0 0,0 0 0 0 0,0 1 0 0 0,1-1-1 0 0,-1 0 1 0 0,0 0 0 0 0,0 1 0 0 0,0-1 0 0 0,1 0 0 0 0,-1 1 0 0 0,0-1-1 0 0,0 0 1 0 0,0 1 0 0 0,0 0 0 0 0,0-1 10 0 0,1 1-1 0 0,-1 0 1 0 0,0-1-1 0 0,1 1 1 0 0,-1 0-1 0 0,0-1 1 0 0,1 1-1 0 0,-1-1 1 0 0,1 1 0 0 0,-1 0-1 0 0,1-1 1 0 0,-1 1-1 0 0,1-1 1 0 0,0 0-1 0 0,-1 1 1 0 0,1-1-1 0 0,-1 1 1 0 0,1-1-1 0 0,0 0 1 0 0,-1 0 0 0 0,1 1-1 0 0,0-1 1 0 0,0 0-1 0 0,-1 0 1 0 0,2 1-1 0 0,12-1 3 0 0,0 0-1 0 0,0 0 0 0 0,0-1 1 0 0,0-1-1 0 0,0 0 0 0 0,0-1 0 0 0,0-1 1 0 0,19-7-1 0 0,139-50 125 0 0,-154 54-130 0 0,17-5 3 0 0,-15 8 21 0 0,-8 1-20 0 0,1 0 0 0 0,-1 1-1 0 0,14 0 1 0 0,-23 2-18 0 0,1 1 0 0 0,-1-1 0 0 0,0 1 0 0 0,0 0 0 0 0,0 1 0 0 0,0-1 0 0 0,0 1 0 0 0,0-1 0 0 0,0 1 0 0 0,0 0 0 0 0,0 0 0 0 0,3 3 0 0 0,-4-3 9 0 0,0 3 43 0 0,-1 1-31 0 0,0 0 0 0 0,0-1 0 0 0,0 1 0 0 0,-1 0 0 0 0,1 0-1 0 0,-1-1 1 0 0,-1 1 0 0 0,1 0 0 0 0,-1-1 0 0 0,0 1 0 0 0,-1 0 0 0 0,-3 10 0 0 0,0-5-3 0 0,0 0 0 0 0,0-1 0 0 0,-1 0 0 0 0,-1 0 0 0 0,-15 18 0 0 0,4-8 5 0 0,-1-1-1 0 0,-1-1 0 0 0,-1-1 1 0 0,0-1-1 0 0,-27 16 0 0 0,2-6-299 0 0,0-2-1 0 0,-2-2 0 0 0,0-2 0 0 0,-1-2 0 0 0,-1-2 0 0 0,-1-3 0 0 0,-60 9 1 0 0,89-19-717 0 0,-11-4-560 0 0,30 1 1389 0 0,-62-14-5622 0 0,59 12 1255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180 1 3384 0 0,'-4'1'923'0'0,"-13"6"-348"0"0,1 0 0 0 0,0 2-1 0 0,0 0 1 0 0,1 0 0 0 0,1 1-1 0 0,0 1 1 0 0,-24 23 0 0 0,35-30-478 0 0,-1 0 0 0 0,1 1-1 0 0,0-1 1 0 0,0 1 0 0 0,0-1 0 0 0,-3 9 0 0 0,3-6 7 0 0,1-3 99 0 0,3-1-170 0 0,-1-1 1 0 0,0 1-1 0 0,1 0 0 0 0,-1 0 0 0 0,1 0 1 0 0,0-1-1 0 0,0 1 0 0 0,0 0 0 0 0,0-1 1 0 0,1 1-1 0 0,-1-1 0 0 0,1 1 0 0 0,-1-1 1 0 0,1 0-1 0 0,0 0 0 0 0,0 0 0 0 0,0 0 0 0 0,0 0 1 0 0,0 0-1 0 0,1 0 0 0 0,-1-1 0 0 0,0 1 1 0 0,4 1-1 0 0,5 2 40 0 0,0 0-1 0 0,0-1 1 0 0,0 0-1 0 0,18 4 1 0 0,90 17 138 0 0,-65-15 342 0 0,-1 2-1 0 0,76 27 1 0 0,-124-37-509 0 0,-1 1 0 0 0,0-1 0 0 0,0 0 0 0 0,0 1 0 0 0,0 0 0 0 0,0 0 0 0 0,-1 0 1 0 0,5 6-1 0 0,-5-6-13 0 0,0-1 36 0 0,-2 3 17 0 0,3 20 50 0 0,-7-19-85 0 0,-7 8-6 0 0,-1 1 0 0 0,-1-1 1 0 0,0-1-1 0 0,0 0 0 0 0,-1 0 1 0 0,-1-2-1 0 0,0 1 0 0 0,-1-2 0 0 0,0 0 1 0 0,-1-1-1 0 0,-27 13 0 0 0,7-3-13 0 0,24-13-24 0 0,0 1 0 0 0,0-2 1 0 0,0 0-1 0 0,-25 7 1 0 0,21-8-414 0 0,1-1 0 0 0,-1-1 0 0 0,1 0 0 0 0,-1-1 1 0 0,0-1-1 0 0,-28-3 0 0 0,41 2-38 0 0,-1-1 1 0 0,1 1-1 0 0,0-1 0 0 0,0 1 0 0 0,1-1 0 0 0,-1 0 1 0 0,0 0-1 0 0,0-1 0 0 0,1 1 0 0 0,0-1 1 0 0,-1 1-1 0 0,1-1 0 0 0,-3-5 0 0 0,3 6-141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3.4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0 201 2480 0 0,'4'-3'1612'0'0,"39"-18"2801"0"0,37-1-2006 0 0,-36 10-1667 0 0,278-85 1051 0 0,-226 66-4264 0 0,-61 16-2741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5.2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3512 0 0,'0'0'2017'0'0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36.8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85 2604 0 0,'0'0'6884'0'0,"5"-2"-6932"0"0,1-1 156 0 0,1 0 0 0 0,0 1 1 0 0,0 0-1 0 0,0 0 0 0 0,0 1 0 0 0,0 0 0 0 0,0 0 0 0 0,0 0 1 0 0,9 1-1 0 0,2 1 46 0 0,-1 1 0 0 0,33 7 0 0 0,-33-5-103 0 0,4 4-17 0 0,-9-1 18 0 0,-4-3-39 0 0,-1 1 0 0 0,0 0 0 0 0,0 0 0 0 0,0 0 0 0 0,-1 1 0 0 0,11 12 0 0 0,-15-15-10 0 0,1 1 1 0 0,-1 0-1 0 0,1 0 0 0 0,-1 0 0 0 0,0 0 1 0 0,-1 0-1 0 0,1 0 0 0 0,-1 0 0 0 0,0 1 0 0 0,0-1 1 0 0,0 0-1 0 0,0 1 0 0 0,-1-1 0 0 0,0 1 1 0 0,0-1-1 0 0,-1 8 0 0 0,-1 1 47 0 0,-2-1-1 0 0,1 0 1 0 0,-2 0-1 0 0,1-1 1 0 0,-1 1-1 0 0,-1-1 1 0 0,0 0 0 0 0,-9 11-1 0 0,14-20-31 0 0,-1 2 39 0 0,1-3-33 0 0,0 0 0 0 0,1 1 0 0 0,-1-1 0 0 0,0 0 0 0 0,0 1 0 0 0,0-1 1 0 0,0 0-1 0 0,0 0 0 0 0,0 0 0 0 0,0 0 0 0 0,-2 2 0 0 0,2-3-2 0 0,-1 3 454 0 0,5-7-503 0 0,17-20-83 0 0,-1-2 1 0 0,-1 0-1 0 0,-1-2 1 0 0,-2 1 0 0 0,0-2-1 0 0,18-54 1 0 0,-15 26 68 0 0,-17 52 39 0 0,0 0-1 0 0,4-16 1 0 0,-4 16-21 0 0,0 1-16 0 0,2-13 16 0 0,-2 13 20 0 0,-1 9 51 0 0,-1 14 25 0 0,1 1-1 0 0,1-1 0 0 0,1 0 0 0 0,1 1 1 0 0,6 22-1 0 0,-3-18-243 0 0,0-1 0 0 0,2 0-1 0 0,0 0 1 0 0,2 0 0 0 0,21 35 0 0 0,-28-54-75 0 0,0 0 0 0 0,0 0 0 0 0,1-1 1 0 0,0 0-1 0 0,0 1 0 0 0,0-1 0 0 0,0-1 0 0 0,0 1 0 0 0,8 3 0 0 0,-8-4-412 0 0,0 0 0 0 0,-1-1 0 0 0,1 0-1 0 0,0 0 1 0 0,0 0 0 0 0,0 0 0 0 0,6 0-1 0 0,20-1-2677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37.1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1 2832 0 0,'0'0'4353'0'0,"0"5"-3849"0"0,-3 17-46 0 0,3-16-86 0 0,0-2-71 0 0,3 13-11 0 0,-3-12-46 0 0,2-1-38 0 0,0 0-151 0 0,-1 2 45 0 0,2-1 0 0 0,-1 0 1 0 0,0 0-1 0 0,1 0 0 0 0,6 8 0 0 0,-8-11-67 0 0,1 0 0 0 0,0 0 0 0 0,-1-1 0 0 0,1 1 0 0 0,0 0 0 0 0,0-1 0 0 0,0 1-1 0 0,0-1 1 0 0,0 0 0 0 0,0 0 0 0 0,1 0 0 0 0,-1 0 0 0 0,0 0 0 0 0,1 0 0 0 0,-1-1-1 0 0,1 1 1 0 0,-1-1 0 0 0,0 1 0 0 0,1-1 0 0 0,-1 0 0 0 0,5 0 0 0 0,18-3 80 0 0,-18 3-36 0 0,-3-2 0 0 0,37-15 98 0 0,-37 15-44 0 0,-1-1 58 0 0,39-51 852 0 0,-40 50-796 0 0,3-2-200 0 0,-5 6-43 0 0,0-1-1 0 0,0 1 1 0 0,0-1-1 0 0,0 1 1 0 0,0-1 0 0 0,1 1-1 0 0,-1 0 1 0 0,0-1-1 0 0,0 1 1 0 0,0-1-1 0 0,1 1 1 0 0,-1 0 0 0 0,0-1-1 0 0,1 1 1 0 0,-1 0-1 0 0,0-1 1 0 0,1 1-1 0 0,-1 0 1 0 0,0 0 0 0 0,1-1-1 0 0,-1 1 1 0 0,0 0-1 0 0,1 0 1 0 0,-1-1-1 0 0,1 1 1 0 0,-1 0 0 0 0,1 0-1 0 0,-1 0 1 0 0,0 0-1 0 0,1 0 1 0 0,-1 0-1 0 0,1 0 1 0 0,-1 0-1 0 0,1 0 1 0 0,-1 0 0 0 0,1 0-1 0 0,3 5-17 0 0,1 0-1 0 0,-2 0 1 0 0,1 0-1 0 0,-1 0 1 0 0,0 1-1 0 0,0 0 1 0 0,0-1-1 0 0,-1 1 1 0 0,0 0-1 0 0,0 0 1 0 0,2 13-1 0 0,1 11-366 0 0,3 38 1 0 0,-5 22-3459 0 0,-8 105 0 0 0,2-141-565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8.4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632 166 2144 0 0,'-19'-66'2922'0'0,"14"52"-2219"0"0,4 12-650 0 0,0 0 0 0 0,1 0-1 0 0,-1 0 1 0 0,0 0-1 0 0,0 0 1 0 0,-1 0-1 0 0,1 0 1 0 0,0 0-1 0 0,-1 1 1 0 0,1-1 0 0 0,-1 0-1 0 0,1 1 1 0 0,-3-2-1 0 0,0-1 158 0 0,0-2-85 0 0,3 5-85 0 0,-1-1-1 0 0,1 0 1 0 0,-1 0 0 0 0,1 0-1 0 0,-1 1 1 0 0,0-1 0 0 0,0 1 0 0 0,0-1-1 0 0,0 1 1 0 0,0 0 0 0 0,0 0-1 0 0,-2-1 1 0 0,-2-3 42 0 0,4 4-47 0 0,0-1 0 0 0,0 1-1 0 0,0-1 1 0 0,0 1 0 0 0,-1 0 0 0 0,1 0-1 0 0,0 0 1 0 0,-1 0 0 0 0,1 0-1 0 0,-1 0 1 0 0,-2 0 0 0 0,-2-2 39 0 0,5 2-45 0 0,0 0-1 0 0,0 0 1 0 0,-1 0-1 0 0,1 1 1 0 0,0-1-1 0 0,-1 0 1 0 0,1 1-1 0 0,-1 0 1 0 0,1-1-1 0 0,0 1 1 0 0,-1 0-1 0 0,1 0 1 0 0,-4 1-1 0 0,-10 0 134 0 0,-1 1 0 0 0,1 1 0 0 0,0 0 0 0 0,0 1 0 0 0,1 1 1 0 0,-1 0-1 0 0,1 1 0 0 0,-21 11 0 0 0,15-5 11 0 0,0 2 0 0 0,1 0 0 0 0,0 1 0 0 0,1 1 0 0 0,-23 24 1 0 0,24-20-84 0 0,0 1 1 0 0,1 1-1 0 0,1 0 1 0 0,1 2-1 0 0,1-1 1 0 0,1 2-1 0 0,2 0 1 0 0,0 0-1 0 0,1 1 1 0 0,2 0-1 0 0,-6 32 1 0 0,12-47-72 0 0,0 0 0 0 0,1 1 0 0 0,1-1-1 0 0,0 1 1 0 0,0-1 0 0 0,1 1 0 0 0,0-1 0 0 0,1 1 0 0 0,1-1 0 0 0,0 0 0 0 0,0 0 0 0 0,1 0 0 0 0,0-1 0 0 0,1 1 0 0 0,0-1 0 0 0,1 0 0 0 0,0 0-1 0 0,1-1 1 0 0,0 1 0 0 0,0-2 0 0 0,1 1 0 0 0,0-1 0 0 0,0 0 0 0 0,1-1 0 0 0,0 1 0 0 0,1-2 0 0 0,-1 0 0 0 0,1 0 0 0 0,0 0 0 0 0,21 7-1 0 0,-28-12-19 0 0,0 0-1 0 0,0 0 1 0 0,1 0-1 0 0,-1-1 0 0 0,0 1 1 0 0,0-1-1 0 0,0 0 0 0 0,7 0 1 0 0,-1 0-1 0 0,-5 1 1 0 0,-1-1-1 0 0,1 1 0 0 0,0-1 1 0 0,0 0-1 0 0,0 0 0 0 0,0-1 1 0 0,0 1-1 0 0,0-1 0 0 0,6-1 1 0 0,2-2-2 0 0,3 1 4 0 0,0 0-1 0 0,-1-2 1 0 0,0 0-1 0 0,0 0 1 0 0,0-1-1 0 0,0-1 1 0 0,-1-1-1 0 0,0 1 0 0 0,-1-2 1 0 0,16-13-1 0 0,-9 5-6 0 0,-2 0 0 0 0,0-1 0 0 0,-1-1 0 0 0,-1 0 0 0 0,19-30 0 0 0,-26 34-23 0 0,-1 0 0 0 0,0-1 0 0 0,-1 1 0 0 0,0-1 0 0 0,-2 0 1 0 0,1-1-1 0 0,-2 1 0 0 0,0-1 0 0 0,0-17 0 0 0,-3 21 15 0 0,-1 0 0 0 0,0-1-1 0 0,0 1 1 0 0,-1 0 0 0 0,-1 0 0 0 0,0 0-1 0 0,-1 1 1 0 0,0-1 0 0 0,-10-18-1 0 0,10 21 9 0 0,3 8 5 0 0,0 0 0 0 0,0 0 1 0 0,0 0-1 0 0,0 0 0 0 0,0 0 0 0 0,-1 0 1 0 0,1 1-1 0 0,-1-1 0 0 0,1 0 1 0 0,-1 1-1 0 0,-1-2 0 0 0,-5-5-4 0 0,1 1 1 0 0,0 1 0 0 0,0 0 0 0 0,-1 0 0 0 0,0 1 0 0 0,0 0 0 0 0,0 0 0 0 0,-1 1 0 0 0,0 0 0 0 0,1 1 0 0 0,-15-4 0 0 0,18 6-18 0 0,-2 2-1 0 0,2-2 19 0 0,3 1 4 0 0,0 0-1 0 0,0 0 1 0 0,0-1-1 0 0,0 1 1 0 0,1 1 0 0 0,-1-1-1 0 0,0 0 1 0 0,0 0-1 0 0,0 1 1 0 0,0-1-1 0 0,1 1 1 0 0,-1 0 0 0 0,0-1-1 0 0,0 1 1 0 0,-2 2-1 0 0,-28 18 2 0 0,26-14-2 0 0,3-1-1 0 0,-2 0 6 0 0,1 0-1 0 0,0 1 0 0 0,1-1 1 0 0,-1 1-1 0 0,1-1 0 0 0,0 1 1 0 0,1 0-1 0 0,-1 0 0 0 0,2 1 0 0 0,-1-1 1 0 0,0 10-1 0 0,0-7-5 0 0,1-6-1 0 0,0 0 0 0 0,1 0-1 0 0,-1 0 1 0 0,1 0 0 0 0,0-1 0 0 0,0 1 0 0 0,1 0 0 0 0,-1 0 0 0 0,2 5 0 0 0,0 5 16 0 0,5 33 45 0 0,1 0 0 0 0,2 0 0 0 0,30 81 0 0 0,-7-25-70 0 0,-31-98 12 0 0,2 5-18 0 0,-1 0 0 0 0,-1 0 0 0 0,1 0 0 0 0,-1 0 0 0 0,-1 1 0 0 0,0-1 0 0 0,-1 0 0 0 0,0 1 0 0 0,0-1 0 0 0,-3 15 0 0 0,2-20-26 0 0,0-1 0 0 0,-1 0-1 0 0,1 0 1 0 0,-1 0-1 0 0,0 0 1 0 0,0-1-1 0 0,0 1 1 0 0,0 0-1 0 0,-1-1 1 0 0,1 0 0 0 0,-1 1-1 0 0,0-1 1 0 0,0 0-1 0 0,-1 0 1 0 0,1-1-1 0 0,0 1 1 0 0,-1-1-1 0 0,-5 4 1 0 0,-2-1-404 0 0,0 0 0 0 0,0 0 0 0 0,-21 6 0 0 0,31-11 394 0 0,-2 1-164 0 0,0 0 0 0 0,0 0 0 0 0,0 0 0 0 0,0-1 1 0 0,0 1-1 0 0,-1-1 0 0 0,1 0 0 0 0,-6 0 0 0 0,1 0-302 0 0,-6-1-1959 0 0,-24-6-1751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9.2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 61 2836 0 0,'-8'-56'5125'0'0,"7"51"-2065"0"0,1 10-2896 0 0,0 16-17 0 0,0-16-37 0 0,0 3-12 0 0,1 120 378 0 0,0-113-428 0 0,1 0 0 0 0,0 0 0 0 0,2 0 0 0 0,-1-1-1 0 0,2 0 1 0 0,0 1 0 0 0,7 12 0 0 0,-10-23-37 0 0,1 0-11 0 0,-3-4 0 0 0,1 3-1 0 0,1-1 0 0 0,-1 0 0 0 0,1 0 0 0 0,-1 0 0 0 0,1 0 0 0 0,0 0 0 0 0,0 0 0 0 0,0-1 0 0 0,0 1 0 0 0,0 0 0 0 0,0-1 0 0 0,0 0 0 0 0,0 1 0 0 0,1-1 0 0 0,-1 0 0 0 0,1 0 0 0 0,-1 0 0 0 0,0-1 0 0 0,5 2 0 0 0,15-4-10 0 0,-16 1-27 0 0,-2-1 39 0 0,2-1 2 0 0,-1 0 0 0 0,0 0 0 0 0,1-1 0 0 0,-1 0 0 0 0,0 0 0 0 0,-1 0 0 0 0,1-1 0 0 0,-1 1 0 0 0,0-1 0 0 0,6-9 0 0 0,16-51-34 0 0,-24 61-21 0 0,-1-2 50 0 0,5-14 17 0 0,1-3-116 0 0,-8 43 94 0 0,-3 44 6 0 0,4-63 2 0 0,0 9-62 0 0,0 0-1 0 0,1 0 1 0 0,1 0-1 0 0,0 0 1 0 0,0-1 0 0 0,1 1-1 0 0,0-1 1 0 0,7 16-1 0 0,-7-21-66 0 0,-1-1-1 0 0,0 1 1 0 0,1-1-1 0 0,0 0 1 0 0,-1 0-1 0 0,1 0 1 0 0,1 0-1 0 0,-1 0 1 0 0,0-1-1 0 0,5 3 1 0 0,-3-1-107 0 0,-1-2-73 0 0,0 0 0 0 0,0 0-1 0 0,0-1 1 0 0,0 1 0 0 0,1-1-1 0 0,-1 0 1 0 0,1 0 0 0 0,-1 0 0 0 0,10 0-1 0 0,-8 0-53 0 0,1 0-390 0 0,9-1-70 0 0,1-3-1269 0 0,12-1-755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19.7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132 54 1552 0 0,'0'0'807'0'0,"0"-5"-155"0"0,0 0-255 0 0,0 0-1 0 0,0 0 1 0 0,-1-1 0 0 0,0 1-1 0 0,0 0 1 0 0,-3-9 0 0 0,2 11 382 0 0,-2 5-553 0 0,-3 3-74 0 0,-1 1 0 0 0,1 0-1 0 0,1 1 1 0 0,-1 0 0 0 0,1 0 0 0 0,0 0 0 0 0,0 0 0 0 0,-8 17 0 0 0,2-2 211 0 0,-18 46-1 0 0,28-63-298 0 0,1 0-2 0 0,-1 1-39 0 0,1-5-13 0 0,0 1 1 0 0,1 0-1 0 0,-1-1 1 0 0,1 1-1 0 0,-1 0 1 0 0,1 0-1 0 0,0-1 1 0 0,0 1-1 0 0,0 0 1 0 0,0 0-1 0 0,0 0 1 0 0,0-1-1 0 0,1 4 1 0 0,1 17 20 0 0,-2-21-39 0 0,1 0 1 0 0,-1 1-1 0 0,0-1 1 0 0,1 0-1 0 0,-1 0 1 0 0,1 0-1 0 0,0 1 1 0 0,-1-1-1 0 0,1 0 1 0 0,0 0-1 0 0,0 0 1 0 0,-1 0-1 0 0,1 0 1 0 0,0 0-1 0 0,0-1 1 0 0,0 1-1 0 0,0 0 1 0 0,0 0-1 0 0,1-1 1 0 0,-1 1-1 0 0,0 0 1 0 0,2 0-1 0 0,18 5-97 0 0,-21-6 132 0 0,5 1-31 0 0,1-2-16 0 0,16-2 77 0 0,-17 2-30 0 0,-3 1-19 0 0,-1 0 0 0 0,0-1-1 0 0,1 1 1 0 0,-1-1-1 0 0,0 1 1 0 0,0-1-1 0 0,1 1 1 0 0,-1-1 0 0 0,0 0-1 0 0,0 0 1 0 0,0 1-1 0 0,2-3 1 0 0,0 1 14 0 0,1 0 94 0 0,-1-2 32 0 0,38-55 1015 0 0,-38 55-954 0 0,-2-1 25 0 0,9-38 632 0 0,-9 38-352 0 0,1 9-458 0 0,1 3-48 0 0,0-1-1 0 0,-1 1 0 0 0,0 0 0 0 0,0 1 0 0 0,-1-1 1 0 0,0 0-1 0 0,0 0 0 0 0,0 11 0 0 0,5 29-442 0 0,-5-41 72 0 0,0 0 1 0 0,1 0 0 0 0,0 0 0 0 0,0 0-1 0 0,0 0 1 0 0,1 0 0 0 0,0-1-1 0 0,0 1 1 0 0,0-1 0 0 0,1 0-1 0 0,-1 0 1 0 0,1 0 0 0 0,1 0-1 0 0,-1 0 1 0 0,1-1 0 0 0,6 5 0 0 0,-8-7-1817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20.1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1 161 2012 0 0,'0'0'833'0'0,"1"-4"-135"0"0,3-11-143 0 0,-2 11-100 0 0,1 0-80 0 0,10-10-44 0 0,-10 11-45 0 0,1 0-28 0 0,14-8-21 0 0,-14 8 10 0 0,2 2 11 0 0,16-4-7 0 0,-17 3 28 0 0,1 3 9 0 0,6 1-72 0 0,-1 1 0 0 0,0 0 0 0 0,0 0 0 0 0,0 1 0 0 0,0 1 0 0 0,0 0 0 0 0,-1 0 0 0 0,0 1 0 0 0,0 0 0 0 0,16 14 0 0 0,-23-17-106 0 0,1 1 0 0 0,-1-1-1 0 0,1 1 1 0 0,-1 0 0 0 0,0 0 0 0 0,5 9 0 0 0,-5-8-24 0 0,-1-1 39 0 0,5 14 74 0 0,-5-15-162 0 0,-1 2 258 0 0,0 0-111 0 0,0 14 28 0 0,-1-14 294 0 0,-2-1-228 0 0,-6 13-18 0 0,6-13 333 0 0,-1-2-261 0 0,-7 8-38 0 0,7-8 640 0 0,-1-2-763 0 0,-15-4-24 0 0,14 4 55 0 0,3-5-126 0 0,1 0-121 0 0,-1 0-1 0 0,1-1 0 0 0,0 1 1 0 0,1 0-1 0 0,-1-1 1 0 0,1 1-1 0 0,0 0 0 0 0,0-1 1 0 0,1 1-1 0 0,0 0 0 0 0,0 0 1 0 0,0-1-1 0 0,0 1 0 0 0,1 0 1 0 0,3-8-1 0 0,1-1-242 0 0,1 1 0 0 0,0-1-1 0 0,1 1 1 0 0,18-22 0 0 0,-17 24 3 0 0,0 2 0 0 0,1-1 1 0 0,0 1-1 0 0,0 1 0 0 0,1 0 0 0 0,1 0 1 0 0,-1 1-1 0 0,1 1 0 0 0,0 0 0 0 0,0 0 1 0 0,1 2-1 0 0,15-5 0 0 0,-23 8-415 0 0,1 2-42 0 0,1 1 0 0 0,-1-1 0 0 0,0 2 0 0 0,1-1 0 0 0,-1 1 0 0 0,9 5 0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20.6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59 2432 0 0,'0'-5'1564'0'0,"-1"-44"3475"0"0,0 44-1882 0 0,1 12-2905 0 0,-8 270 1059 0 0,7-251-1266 0 0,3-5-30 0 0,1-1 19 0 0,5 23-3 0 0,8 11-43 0 0,-12-48-8 0 0,-2-2-143 0 0,0 0 0 0 0,0-1 0 0 0,0 1 0 0 0,1-1 0 0 0,-1 1 0 0 0,1-1 0 0 0,0 0 0 0 0,-1 0 0 0 0,2 0 0 0 0,-1-1 0 0 0,0 1 0 0 0,0-1 0 0 0,1 1 0 0 0,0-1 0 0 0,-1 0 0 0 0,1-1 0 0 0,0 1 0 0 0,0-1 0 0 0,7 2 0 0 0,9 0-941 0 0,-15-3-259 0 0,18-10-6718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21.2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29 165 3216 0 0,'-28'-7'5266'0'0,"31"3"-5071"0"0,10-12-1 0 0,-5 10-54 0 0,50-9 120 0 0,191-40-2203 0 0,-245 55 1730 0 0,1-1-157 0 0,0 1 326 0 0,-3 0 38 0 0,-1 1 0 0 0,1-1 0 0 0,0 0 0 0 0,-1 0 1 0 0,1-1-1 0 0,-1 1 0 0 0,1 0 0 0 0,0 0 0 0 0,-1-1 0 0 0,1 1 0 0 0,1-2 1 0 0,13 19 769 0 0,-22 3-546 0 0,5-16 156 0 0,1 1-266 0 0,2 16 13 0 0,-2-16 8 0 0,7 14 91 0 0,-5-15 8 0 0,-2-4-229 0 0,0 0 0 0 0,1 0 0 0 0,-1 0 0 0 0,0 0 0 0 0,0 0 0 0 0,1 0 0 0 0,-1 0 0 0 0,0 0 0 0 0,1 0 0 0 0,-1 1-1 0 0,0-1 1 0 0,1 0 0 0 0,-1 0 0 0 0,0 0 0 0 0,0 0 0 0 0,1 0 0 0 0,-1 1 0 0 0,0-1 0 0 0,0 0 0 0 0,1 0 0 0 0,-1 0-1 0 0,0 1 1 0 0,0-1 0 0 0,0 0 0 0 0,1 0 0 0 0,-1 1 0 0 0,0-1 0 0 0,0 0 0 0 0,0 1 0 0 0,0-1 0 0 0,1 1 2 0 0,-1-1 1 0 0,0 1 0 0 0,0-1 0 0 0,1 1 0 0 0,-1-1 0 0 0,0 1-1 0 0,1-1 1 0 0,-1 1 0 0 0,1-1 0 0 0,-1 1 0 0 0,1-1 0 0 0,-1 0 0 0 0,0 1-1 0 0,1-1 1 0 0,-1 0 0 0 0,1 0 0 0 0,0 1 0 0 0,-1-1 0 0 0,1 0-1 0 0,-1 0 1 0 0,1 0 0 0 0,-1 1 0 0 0,1-1 0 0 0,-1 0 0 0 0,1 0-1 0 0,0 0 1 0 0,-1 0 0 0 0,1 0 0 0 0,0-1 0 0 0,20 3 134 0 0,-16-2-127 0 0,0-2-22 0 0,14-3 8 0 0,-15 4-1 0 0,1-2 25 0 0,5-3 29 0 0,-1-1 1 0 0,0 1 0 0 0,-1-1 0 0 0,1-1-1 0 0,-1 0 1 0 0,9-11 0 0 0,-15 16 25 0 0,0-2-1 0 0,6-14-4 0 0,-6 15-13 0 0,-1-2 30 0 0,3-15-15 0 0,-3 15-56 0 0,-9-13 118 0 0,7 15-211 0 0,1 4 84 0 0,-1 0-1 0 0,1 0 1 0 0,-1 1-1 0 0,1-1 1 0 0,-1 0 0 0 0,1 0-1 0 0,0 0 1 0 0,-1 0-1 0 0,1 0 1 0 0,-1-1 0 0 0,1 1-1 0 0,-1 0 1 0 0,1 0-1 0 0,0 0 1 0 0,-1 0 0 0 0,1 0-1 0 0,-1 0 1 0 0,1-1 0 0 0,0 1-1 0 0,-1 0 1 0 0,1 0-1 0 0,0-1 1 0 0,-1 1 0 0 0,1 0-1 0 0,0 0 1 0 0,-1-1-1 0 0,1 1 1 0 0,0-1 6 0 0,-1 1 0 0 0,1-1 1 0 0,-1 1-1 0 0,1-1 0 0 0,-1 1 0 0 0,1 0 0 0 0,-1-1 0 0 0,1 1 0 0 0,-1 0 1 0 0,1 0-1 0 0,-1-1 0 0 0,1 1 0 0 0,-1 0 0 0 0,0 0 0 0 0,1 0 1 0 0,-1 0-1 0 0,1 0 0 0 0,-1 0 0 0 0,0-1 0 0 0,1 2 0 0 0,-1-1 1 0 0,1 0-1 0 0,-1 0 0 0 0,0 0 0 0 0,1 0 0 0 0,-1 0 0 0 0,1 0 0 0 0,-1 0 1 0 0,1 1-1 0 0,-2-1 0 0 0,-7 5 75 0 0,-1-1-1 0 0,1 1 1 0 0,-1 1-1 0 0,2 0 1 0 0,-1 0-1 0 0,1 1 1 0 0,-1 0 0 0 0,2 0-1 0 0,-1 1 1 0 0,1 0-1 0 0,1 1 1 0 0,-8 10-1 0 0,8-11 1 0 0,5-6-80 0 0,-1-1 1 0 0,1 1 0 0 0,0-1 0 0 0,0 1 0 0 0,0-1 0 0 0,0 1 0 0 0,1 0 0 0 0,-1 0 0 0 0,0-1 0 0 0,1 1-1 0 0,-1 0 1 0 0,0 2 0 0 0,-2 9 78 0 0,3-10-92 0 0,-8 38 246 0 0,7-37-226 0 0,1-1 1 0 0,0 1-1 0 0,0 0 1 0 0,0-1-1 0 0,0 1 1 0 0,1-1-1 0 0,-1 1 1 0 0,1-1-1 0 0,0 1 1 0 0,0-1-1 0 0,0 1 1 0 0,2 3-1 0 0,-2-6-15 0 0,3 5 2 0 0,-1 0 0 0 0,2 0 0 0 0,-1 0 0 0 0,0-1 1 0 0,1 0-1 0 0,0 0 0 0 0,0 0 0 0 0,1 0 0 0 0,-1-1 0 0 0,1 0 0 0 0,9 5 0 0 0,-8-5-44 0 0,25 9-265 0 0,-24-10 224 0 0,-5-2 25 0 0,0 1 1 0 0,1-1-1 0 0,-1 0 0 0 0,0-1 0 0 0,1 1 1 0 0,-1-1-1 0 0,0 1 0 0 0,5-1 1 0 0,12 1-754 0 0,1-1 0 0 0,-1-1 1 0 0,0 0-1 0 0,0-2 1 0 0,21-5-1 0 0,-40 8 634 0 0,1-1 0 0 0,-1 1 1 0 0,1-1-1 0 0,-1 1 0 0 0,1-1 0 0 0,-1 0 0 0 0,1 1 0 0 0,-1-1 1 0 0,1 0-1 0 0,-1 0 0 0 0,0 0 0 0 0,2-2 0 0 0,1 0-548 0 0,0 1-2526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21.6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82 1884 0 0,'2'-4'1036'0'0,"0"-2"-543"0"0,1 1 0 0 0,1-1 0 0 0,-1 1 0 0 0,1 0 0 0 0,4-5 0 0 0,-5 7-26 0 0,3 1-30 0 0,15-6-35 0 0,-16 6-48 0 0,1 2-36 0 0,2-1-180 0 0,-1 1-1 0 0,1-1 1 0 0,0 1-1 0 0,-1 1 1 0 0,1-1 0 0 0,-1 1-1 0 0,1 1 1 0 0,-1-1-1 0 0,0 2 1 0 0,1-1 0 0 0,-1 0-1 0 0,0 1 1 0 0,0 1-1 0 0,-1-1 1 0 0,1 1 0 0 0,-1 0-1 0 0,0 1 1 0 0,0-1-1 0 0,0 1 1 0 0,8 9 0 0 0,22 33 305 0 0,-31-37-345 0 0,0 0 0 0 0,0 1 0 0 0,-2-1 1 0 0,1 1-1 0 0,-1 0 0 0 0,3 19 0 0 0,-6-30-95 0 0,1 6 130 0 0,-1-1 30 0 0,0 18 17 0 0,0-17 15 0 0,-1-1 31 0 0,-14 38 1158 0 0,13-39-247 0 0,1-3-1100 0 0,-1 0-1 0 0,1-1 0 0 0,-1 1 0 0 0,0-1 0 0 0,1 1 1 0 0,-1-1-1 0 0,1 0 0 0 0,-1 0 0 0 0,0 0 0 0 0,1 0 1 0 0,-1 0-1 0 0,-2 0 0 0 0,-1 0 131 0 0,5 0-155 0 0,-1-1-1 0 0,1 1 0 0 0,0 0 1 0 0,-1 0-1 0 0,1 0 0 0 0,-1-1 1 0 0,1 1-1 0 0,0 0 0 0 0,-1 0 1 0 0,1-1-1 0 0,0 1 0 0 0,0 0 1 0 0,-1-1-1 0 0,1 1 0 0 0,0 0 1 0 0,0-1-1 0 0,-1 1 0 0 0,1-1 0 0 0,0 1 1 0 0,0 0-1 0 0,0-1 0 0 0,0 1 1 0 0,-1-1-1 0 0,1 1 0 0 0,0 0 1 0 0,0-1-1 0 0,0 0-3 0 0,0 1 0 0 0,0-1 0 0 0,0 1 0 0 0,0 0 0 0 0,0-1 0 0 0,0 1 0 0 0,-1-1 1 0 0,1 1-1 0 0,0 0 0 0 0,0-1 0 0 0,0 1 0 0 0,-1-1 0 0 0,1 1 0 0 0,0 0 0 0 0,0-1 0 0 0,-1 1 0 0 0,1 0 0 0 0,0 0 0 0 0,-1-1 0 0 0,1 1 0 0 0,0 0 1 0 0,-1 0-1 0 0,1-1 0 0 0,-1 1 0 0 0,1 0 0 0 0,-1 0 0 0 0,0-6 96 0 0,1-3-162 0 0,-1-1 1 0 0,1 1-1 0 0,1 0 0 0 0,0-1 1 0 0,0 1-1 0 0,1 0 0 0 0,0 0 1 0 0,0 0-1 0 0,1 0 0 0 0,0 0 1 0 0,1 1-1 0 0,0 0 0 0 0,0-1 1 0 0,1 1-1 0 0,0 0 1 0 0,1 1-1 0 0,-1 0 0 0 0,1-1 1 0 0,13-10-1 0 0,-4 4-709 0 0,0 1 1 0 0,0 1-1 0 0,23-14 0 0 0,-18 14-1632 0 0,1 1-1 0 0,25-10 0 0 0,-39 18-2704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22.4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107 0 2804 0 0,'0'0'6772'0'0,"-2"4"-6426"0"0,-12 20 580 0 0,-22 49 0 0 0,14-26-388 0 0,14-29-149 0 0,1 1-1 0 0,-9 36 0 0 0,15-51-151 0 0,5 12 134 0 0,-3-14-342 0 0,-1 1 0 0 0,0-1 0 0 0,1 0 0 0 0,-1 0 0 0 0,1 0 0 0 0,0 0-1 0 0,0 0 1 0 0,0 0 0 0 0,0 0 0 0 0,0 0 0 0 0,0 0 0 0 0,0-1 0 0 0,0 1 0 0 0,1 0 0 0 0,-1-1 0 0 0,1 1 0 0 0,-1-1 0 0 0,1 1 0 0 0,0-1-1 0 0,0 0 1 0 0,3 2 0 0 0,54 22 293 0 0,-48-23-293 0 0,-1 0-1 0 0,1 0 1 0 0,-1-1-1 0 0,1-1 1 0 0,20 0-1 0 0,-21-1-22 0 0,19 1-113 0 0,1-1-1 0 0,-1-1 1 0 0,31-7-1 0 0,-33 3-1173 0 0,0-1 0 0 0,44-18 0 0 0,-62 22-118 0 0,7-7-104 0 0,-7 2-1554 0 0,7-7-1891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22.7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71 0 3004 0 0,'0'0'3214'0'0,"-4"3"-2450"0"0,3-2-623 0 0,0 1 0 0 0,0-1 0 0 0,0 0-1 0 0,0 0 1 0 0,0 1 0 0 0,0-1 0 0 0,-1 0 0 0 0,1 0 0 0 0,0-1-1 0 0,-1 1 1 0 0,-1 1 0 0 0,3 5 210 0 0,4 111 838 0 0,-10 198-1951 0 0,-32-4-5447 0 0,28-259 3008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23.6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596 65 3092 0 0,'-3'-22'1238'0'0,"3"18"-224"0"0,-3 0-203 0 0,-6-11-119 0 0,7 11-204 0 0,-4 2-107 0 0,-3-1-234 0 0,0 0-1 0 0,-1 1 1 0 0,1 0 0 0 0,-1 1-1 0 0,1 0 1 0 0,-1 0 0 0 0,0 1-1 0 0,-11 1 1 0 0,6 2 42 0 0,-1 0 1 0 0,0 2-1 0 0,1 0 0 0 0,0 0 0 0 0,0 2 1 0 0,0-1-1 0 0,-24 17 0 0 0,2 3 223 0 0,-46 41-1 0 0,64-50-363 0 0,17-16-32 0 0,0 1 1 0 0,0-1-1 0 0,1 0 0 0 0,-1 1 1 0 0,1 0-1 0 0,-1-1 1 0 0,1 1-1 0 0,0 0 0 0 0,-1 0 1 0 0,1 0-1 0 0,0 0 0 0 0,0 0 1 0 0,-1 3-1 0 0,-5 13 162 0 0,-5 29-16 0 0,13-44-146 0 0,0 0-1 0 0,-1 0 0 0 0,1 0 1 0 0,1 0-1 0 0,-1-1 0 0 0,0 1 1 0 0,1 0-1 0 0,-1-1 0 0 0,1 1 1 0 0,0-1-1 0 0,0 0 0 0 0,0 1 1 0 0,0-1-1 0 0,0 0 0 0 0,0 0 1 0 0,5 2-1 0 0,-7-3-14 0 0,16 13 35 0 0,0-1-1 0 0,0 0 0 0 0,1-1 0 0 0,35 17 0 0 0,24 17 102 0 0,-75-45-133 0 0,13 8-21 0 0,-1 1 0 0 0,0 0 1 0 0,-1 1-1 0 0,0 0 0 0 0,11 13 0 0 0,-21-20 17 0 0,-1 0-13 0 0,2 15 5 0 0,-2-15-5 0 0,-4 1 7 0 0,-1 1 20 0 0,0 0 0 0 0,-1 0 0 0 0,0-1-1 0 0,0 0 1 0 0,-1 0 0 0 0,1 0-1 0 0,-1 0 1 0 0,0-1 0 0 0,0 0 0 0 0,-9 4-1 0 0,0-1 17 0 0,0-1 0 0 0,-1 0 1 0 0,0-1-1 0 0,-19 4 0 0 0,17-6-14 0 0,1 0 0 0 0,-35 1 1 0 0,42-3-27 0 0,-30-1-6 0 0,30 0 23 0 0,6 0-4 0 0,1 0 1 0 0,-1 0-1 0 0,0-1 0 0 0,0 1 1 0 0,0-1-1 0 0,1 0 1 0 0,-1 0-1 0 0,-4-2 1 0 0,0 2-11 0 0,5 1 0 0 0,0 0 0 0 0,0-1-1 0 0,1 0 1 0 0,-1 1 0 0 0,1-1-1 0 0,-1 0 1 0 0,0 0 0 0 0,1 0-1 0 0,0-1 1 0 0,-1 1 0 0 0,-3-3-1 0 0,1 1-54 0 0,0 0-9 0 0,1 1 0 0 0,0 0 0 0 0,-1-1 0 0 0,1 0 0 0 0,1 0 1 0 0,-1 0-1 0 0,0 0 0 0 0,1-1 0 0 0,-1 0 0 0 0,1 1 0 0 0,0-1 0 0 0,0 0 0 0 0,1-1 0 0 0,-4-7 0 0 0,2 6-131 0 0,3 4 116 0 0,0-1-1 0 0,-1 1 1 0 0,1 0 0 0 0,1 0 0 0 0,-1-1-1 0 0,0 1 1 0 0,1 0 0 0 0,-1-1 0 0 0,1 1 0 0 0,0-1-1 0 0,-1 1 1 0 0,2-5 0 0 0,-2-6-645 0 0,2 0 1 0 0,0 0-1 0 0,0 0 1 0 0,1 0 0 0 0,1 0-1 0 0,0 0 1 0 0,8-20-1 0 0,3 7-3632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24.1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16 2908 0 0,'4'-9'-700'0'0,"1"2"4628"0"0,-4 7-3714 0 0,-1 0 0 0 0,1 0 1 0 0,-1 0-1 0 0,1 0 1 0 0,0 1-1 0 0,-1-1 0 0 0,1 0 1 0 0,-1 0-1 0 0,1 0 1 0 0,-1 1-1 0 0,1-1 0 0 0,-1 0 1 0 0,0 0-1 0 0,1 1 1 0 0,-1-1-1 0 0,1 0 0 0 0,-1 1 1 0 0,1-1-1 0 0,-1 1 1 0 0,0-1-1 0 0,1 1 1 0 0,-1-1-1 0 0,0 1 0 0 0,1 0 1 0 0,1 8 25 0 0,-6 435 995 0 0,10-396-2458 0 0,6-3-2120 0 0,-10-42 2289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24.4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0 173 1692 0 0,'3'-14'501'0'0,"-1"-1"109"0"0,1 0-1 0 0,0 1 1 0 0,6-15-1 0 0,-7 24-433 0 0,0 1 0 0 0,0-1 0 0 0,0 1 0 0 0,1 0 0 0 0,-1 0 0 0 0,1 0-1 0 0,0 0 1 0 0,1 0 0 0 0,-1 0 0 0 0,1 1 0 0 0,-1 0 0 0 0,1-1 0 0 0,8-3 0 0 0,29-13 735 0 0,-37 19-573 0 0,2 0-6 0 0,20-2-5 0 0,-20 2 7 0 0,1 2-56 0 0,-3-1-257 0 0,2 0 54 0 0,0 1 0 0 0,-1 0 0 0 0,1 0 0 0 0,0 0 0 0 0,0 0 0 0 0,-1 1 0 0 0,1 0 0 0 0,-1 0 0 0 0,0 1 0 0 0,1-1 0 0 0,-1 1 0 0 0,0 0 0 0 0,0 1 0 0 0,-1-1 0 0 0,1 1 0 0 0,-1 0 0 0 0,0 0 0 0 0,6 7 0 0 0,9 30 189 0 0,-18-37-182 0 0,-2 3 2 0 0,1-2-72 0 0,1 0 11 0 0,-1 1 1 0 0,-1-1 0 0 0,1 1-1 0 0,-1-1 1 0 0,0 0 0 0 0,0 1 0 0 0,-1-1-1 0 0,1 0 1 0 0,-1 0 0 0 0,-5 9-1 0 0,-29 38 80 0 0,24-39-392 0 0,-1 0 0 0 0,0-1-1 0 0,-1-1 1 0 0,-24 16 0 0 0,35-25-591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25.2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0 160 2252 0 0,'0'0'1934'0'0,"4"1"-1218"0"0,3 2-423 0 0,0 0 0 0 0,1-1-1 0 0,-1 1 1 0 0,0-2 0 0 0,1 1 0 0 0,0-1 0 0 0,-1 0 0 0 0,1-1 0 0 0,0 0 0 0 0,-1 0 0 0 0,1-1 0 0 0,9-1-1 0 0,41-15-140 0 0,-50 14-143 0 0,3-1 33 0 0,-2 0-1 0 0,1-1 1 0 0,0 0-1 0 0,-1 0 0 0 0,0-1 1 0 0,0-1-1 0 0,-1 1 1 0 0,0-1-1 0 0,14-15 1 0 0,-19 19 2 0 0,-1-2-9 0 0,0 1-27 0 0,0 0 0 0 0,-1-1 0 0 0,1 1 0 0 0,-1-1 0 0 0,0 1 0 0 0,-1-1 0 0 0,1 0 0 0 0,-1-5 0 0 0,0 5 20 0 0,-7-3 9 0 0,7 7-37 0 0,0 1 1 0 0,-1-1-1 0 0,1 0 1 0 0,0 1-1 0 0,0-1 1 0 0,-1 1-1 0 0,1-1 1 0 0,0 1-1 0 0,-1-1 1 0 0,1 1-1 0 0,-1-1 1 0 0,1 1-1 0 0,-1-1 0 0 0,1 1 1 0 0,-1-1-1 0 0,1 1 1 0 0,-1 0-1 0 0,1-1 1 0 0,-1 1-1 0 0,1 0 1 0 0,-1 0-1 0 0,0-1 1 0 0,1 1-1 0 0,-1 0 1 0 0,1 0-1 0 0,-2 0 1 0 0,-1-1 26 0 0,-1 0 0 0 0,1 0-1 0 0,0 0 1 0 0,-1 1 0 0 0,1-1 0 0 0,-1 1 0 0 0,0 0 0 0 0,1 0 0 0 0,-1 1 0 0 0,1-1 0 0 0,-1 1 0 0 0,1-1 0 0 0,0 1 0 0 0,-1 0 0 0 0,1 0 0 0 0,0 1 0 0 0,-1-1 0 0 0,1 1 0 0 0,0 0 0 0 0,-3 2 0 0 0,0 1 34 0 0,0 0 0 0 0,1 0 0 0 0,0 1 0 0 0,0-1 0 0 0,0 1-1 0 0,1 1 1 0 0,0-1 0 0 0,0 0 0 0 0,0 1 0 0 0,1 0 0 0 0,0 0 0 0 0,1 0-1 0 0,-4 12 1 0 0,5-14-55 0 0,-1 0 0 0 0,1 1 0 0 0,0-1 0 0 0,0 0 0 0 0,1 0 0 0 0,-1 1-1 0 0,1-1 1 0 0,1 0 0 0 0,-1 1 0 0 0,1-1 0 0 0,0 0 0 0 0,0 0 0 0 0,0 0 0 0 0,0 1-1 0 0,1-1 1 0 0,0 0 0 0 0,0-1 0 0 0,1 1 0 0 0,-1 0 0 0 0,1-1 0 0 0,0 1 0 0 0,0-1-1 0 0,1 0 1 0 0,-1 0 0 0 0,8 6 0 0 0,-8-7-89 0 0,1-1 0 0 0,-1 0 0 0 0,1 0 0 0 0,-1 0 0 0 0,1 0 0 0 0,-1-1-1 0 0,1 0 1 0 0,0 1 0 0 0,0-1 0 0 0,0-1 0 0 0,7 2 0 0 0,-7-2 5 0 0,4 1-164 0 0,1-1-1 0 0,-1 0 1 0 0,1 0-1 0 0,-1-1 1 0 0,1 0-1 0 0,-1-1 1 0 0,1 0 0 0 0,-1 0-1 0 0,0-1 1 0 0,0 0-1 0 0,0 0 1 0 0,0-1-1 0 0,12-8 1 0 0,-15 9 137 0 0,9-4-191 0 0,-12 7 279 0 0,-1-1 1 0 0,1 0-1 0 0,-1 0 0 0 0,1 0 0 0 0,-1 0 0 0 0,1 0 1 0 0,-1-1-1 0 0,1 1 0 0 0,-1 0 0 0 0,0-1 1 0 0,2-1-1 0 0,4-5-156 0 0,2-4 185 0 0,0-1 0 0 0,0 0 1 0 0,-2 0-1 0 0,1 0 1 0 0,7-22-1 0 0,-13 30 220 0 0,-1 0 26 0 0,3-15 17 0 0,-2 14 321 0 0,-2 2-453 0 0,0 2-308 0 0,1-11 797 0 0,-2 13-597 0 0,1 0 0 0 0,0 0 0 0 0,-1 0 1 0 0,1 0-1 0 0,-1 0 0 0 0,1 0 0 0 0,0 0 0 0 0,-1 0 0 0 0,1 0 1 0 0,-1 0-1 0 0,1 0 0 0 0,0 0 0 0 0,-1 0 0 0 0,1 0 1 0 0,0 0-1 0 0,-1 1 0 0 0,1-1 0 0 0,0 0 0 0 0,-1 0 0 0 0,1 0 1 0 0,0 1-1 0 0,-1-1 0 0 0,1 0 0 0 0,0 0 0 0 0,0 1 1 0 0,-1-1-1 0 0,1 0 0 0 0,0 1 0 0 0,0-1 0 0 0,-1 0 0 0 0,1 1 1 0 0,0-1-1 0 0,-3 3-148 0 0,2 2 226 0 0,-2 13 44 0 0,2-13-17 0 0,0 1 9 0 0,-1 51 38 0 0,2-52-142 0 0,0 0-19 0 0,16 37 89 0 0,-13-38-104 0 0,1-3-38 0 0,-1 0 20 0 0,1-1 1 0 0,0 1-1 0 0,-1-1 0 0 0,1 0 1 0 0,0 0-1 0 0,-1-1 0 0 0,1 1 0 0 0,0-1 1 0 0,-1 0-1 0 0,1 0 0 0 0,-1 0 0 0 0,1 0 1 0 0,-1 0-1 0 0,0-1 0 0 0,1 0 0 0 0,-1 1 1 0 0,0-1-1 0 0,5-4 0 0 0,63-56 400 0 0,-69 59-206 0 0,16-15 315 0 0,-18 18-493 0 0,1 1 0 0 0,0-1 0 0 0,0 0 0 0 0,-1 0 0 0 0,1 1 0 0 0,0-1 0 0 0,0 0 1 0 0,-1 1-1 0 0,1-1 0 0 0,0 1 0 0 0,-1-1 0 0 0,1 0 0 0 0,0 1 0 0 0,-1 0 0 0 0,1-1 0 0 0,-1 1 1 0 0,1-1-1 0 0,-1 1 0 0 0,1 0 0 0 0,-1-1 0 0 0,0 1 0 0 0,1 0 0 0 0,-1 0 0 0 0,0-1 0 0 0,1 1 1 0 0,-1 0-1 0 0,0 0 0 0 0,0-1 0 0 0,0 1 0 0 0,0 0 0 0 0,0 0 0 0 0,0 0 0 0 0,1 22 109 0 0,-1-23-135 0 0,-1 6 36 0 0,2-1-16 0 0,15 50-434 0 0,-14-50 190 0 0,-1-3 160 0 0,0 0 1 0 0,0-1-1 0 0,0 1 0 0 0,1-1 1 0 0,-1 1-1 0 0,0-1 0 0 0,0 0 1 0 0,1 1-1 0 0,-1-1 0 0 0,3 2 1 0 0,-1-1-151 0 0,-1 0 0 0 0,0-1 0 0 0,1 1 0 0 0,-1-1 0 0 0,1 1 0 0 0,-1-1 0 0 0,1 0 0 0 0,-1 0 0 0 0,1 0 0 0 0,0 0 0 0 0,0 0 0 0 0,-1-1 0 0 0,1 1 0 0 0,5-1 0 0 0,-6 0 9 0 0,9 0-1981 0 0,19-5-1535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25.9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285 204 2368 0 0,'0'0'1151'0'0,"0"-6"-126"0"0,-1-16-151 0 0,0 17 423 0 0,-2 3-845 0 0,0 0-372 0 0,-1 0 0 0 0,1 1 0 0 0,0-1 0 0 0,-1 1 0 0 0,1 0-1 0 0,-1 0 1 0 0,1 0 0 0 0,-1 1 0 0 0,0-1 0 0 0,1 1 0 0 0,-1 0-1 0 0,0 0 1 0 0,1 0 0 0 0,-1 0 0 0 0,0 1 0 0 0,1-1 0 0 0,-1 1-1 0 0,1 0 1 0 0,-1 0 0 0 0,-6 4 0 0 0,-3 1-65 0 0,-1 0 0 0 0,1 2-1 0 0,0 0 1 0 0,-14 11 0 0 0,15-9 52 0 0,0 0 0 0 0,1 1-1 0 0,0 0 1 0 0,1 1 0 0 0,0 0 0 0 0,0 0-1 0 0,2 1 1 0 0,0 0 0 0 0,-9 19 0 0 0,9-6-33 0 0,7-22-39 0 0,1 1-82 0 0,1 16-53 0 0,-1-16-10 0 0,3-1 5 0 0,0-1 102 0 0,1 1-1 0 0,-1 0 1 0 0,1-1-1 0 0,0 0 1 0 0,0 0-1 0 0,0 0 0 0 0,0 0 1 0 0,1-1-1 0 0,-1 0 1 0 0,10 4-1 0 0,-10-5-147 0 0,3-2 23 0 0,3 1 113 0 0,0 0-1 0 0,0-2 1 0 0,-1 1 0 0 0,1-1 0 0 0,-1 0 0 0 0,1-1-1 0 0,-1 0 1 0 0,0-1 0 0 0,9-4 0 0 0,-7 1 105 0 0,-1-1 0 0 0,-1 0 0 0 0,1 0 0 0 0,-1-1 1 0 0,-1 0-1 0 0,1 0 0 0 0,-2-1 0 0 0,1 0 0 0 0,-2 0 1 0 0,1-1-1 0 0,-1 0 0 0 0,-1 0 0 0 0,0-1 0 0 0,0 1 1 0 0,-1-1-1 0 0,-1 0 0 0 0,3-13 0 0 0,2-23 189 0 0,-2-64 816 0 0,-6 106-843 0 0,0 0-44 0 0,-9-49 246 0 0,7 51-266 0 0,-2 7-83 0 0,-2 1-40 0 0,1 1 0 0 0,0 0 1 0 0,0 0-1 0 0,1 1 0 0 0,-1-1 0 0 0,1 1 1 0 0,0 0-1 0 0,1 1 0 0 0,0-1 0 0 0,0 0 0 0 0,0 1 1 0 0,-3 10-1 0 0,-3 13 58 0 0,-7 42 0 0 0,12-56-51 0 0,3 8-13 0 0,3-3 15 0 0,-3-13-43 0 0,1-5 1 0 0,0 0-1 0 0,0-1 1 0 0,0 1-1 0 0,0 0 1 0 0,0 0-1 0 0,1-1 1 0 0,-1 1-1 0 0,1 0 1 0 0,0 0-1 0 0,0-1 1 0 0,1 4-1 0 0,1 2 12 0 0,-2-2 5 0 0,1 0 1 0 0,0 0 0 0 0,0 0 0 0 0,0-1-1 0 0,1 1 1 0 0,0-1 0 0 0,0 1 0 0 0,0-1-1 0 0,1 0 1 0 0,7 8 0 0 0,-6-8-31 0 0,-1 0 1 0 0,1 0 0 0 0,0-1-1 0 0,1 0 1 0 0,-1 0 0 0 0,1-1 0 0 0,0 1-1 0 0,0-1 1 0 0,0 0 0 0 0,0-1-1 0 0,0 0 1 0 0,1 0 0 0 0,-1 0-1 0 0,1 0 1 0 0,-1-1 0 0 0,1 0-1 0 0,0-1 1 0 0,-1 0 0 0 0,1 0 0 0 0,0 0-1 0 0,-1 0 1 0 0,1-1 0 0 0,0-1-1 0 0,11-2 1 0 0,-9 1 38 0 0,-1 1-1 0 0,0-2 1 0 0,1 1 0 0 0,-2-1-1 0 0,1 0 1 0 0,0 0-1 0 0,-1-1 1 0 0,1 0 0 0 0,-1-1-1 0 0,-1 1 1 0 0,1-1 0 0 0,-1 0-1 0 0,0-1 1 0 0,0 0 0 0 0,-1 0-1 0 0,0 0 1 0 0,0 0-1 0 0,5-13 1 0 0,-3 2 84 0 0,-5 14 37 0 0,-1-1-61 0 0,5-13-31 0 0,-4 13 65 0 0,2-15-49 0 0,-3 16 115 0 0,-2 9-152 0 0,-1 17 6 0 0,1-17-2 0 0,2 1-15 0 0,-1-5-14 0 0,1 7 9 0 0,1 0 1 0 0,-1 0 0 0 0,1-1 0 0 0,0 1 0 0 0,1-1 0 0 0,0 1-1 0 0,0-1 1 0 0,1 0 0 0 0,-1 0 0 0 0,8 9 0 0 0,35 22-184 0 0,-34-31-9 0 0,-10-5 162 0 0,-1-1-1 0 0,1 0 1 0 0,0 0-1 0 0,0 0 1 0 0,0 0-1 0 0,0 0 1 0 0,0 0-1 0 0,0-1 1 0 0,0 1-1 0 0,4 0 1 0 0,10 2-376 0 0,-8 0 257 0 0,26 3-433 0 0,-25-4 423 0 0,-5-2 11 0 0,0 1 1 0 0,-1-1 0 0 0,1 1 0 0 0,0-1 0 0 0,0 0 0 0 0,0-1 0 0 0,6 0 0 0 0,0 1-142 0 0,29-6-1322 0 0,-27 3 917 0 0,0 0 0 0 0,0-1 0 0 0,-1-1 1 0 0,1 0-1 0 0,13-8 0 0 0,-5-1-2502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26.3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151 26 2588 0 0,'-8'3'1011'0'0,"-2"2"-706"0"0,-3-1 57 0 0,1 1 1 0 0,0 0-1 0 0,1 1 0 0 0,-1 0 0 0 0,1 1 1 0 0,0 1-1 0 0,1-1 0 0 0,-15 15 1 0 0,23-18-268 0 0,0-1 0 0 0,0 0 0 0 0,0 0 1 0 0,1 1-1 0 0,-1-1 0 0 0,1 1 1 0 0,0 0-1 0 0,-1 7 0 0 0,2-6 2 0 0,3-3-23 0 0,1 1-95 0 0,1-1-1 0 0,-1 0 0 0 0,0 0 1 0 0,1 0-1 0 0,0-1 0 0 0,-1 1 1 0 0,1-1-1 0 0,0 0 0 0 0,0 0 0 0 0,0-1 1 0 0,0 1-1 0 0,0-1 0 0 0,6-1 1 0 0,-3 0 43 0 0,1 0 1 0 0,-1-1-1 0 0,0 0 1 0 0,1 0 0 0 0,-1-1-1 0 0,0 0 1 0 0,0 0-1 0 0,-1-1 1 0 0,8-4-1 0 0,-8 4 107 0 0,0-1 1 0 0,0 1-1 0 0,-1-1 0 0 0,1-1 0 0 0,-1 1 0 0 0,7-10 0 0 0,-10 11-72 0 0,0 0 1 0 0,-1 0 0 0 0,0 0 0 0 0,0 0-1 0 0,0 0 1 0 0,0-1 0 0 0,-1 1-1 0 0,1 0 1 0 0,-1-1 0 0 0,0 0-1 0 0,-1 1 1 0 0,1-6 0 0 0,0 5 35 0 0,-2 5-91 0 0,1 0 1 0 0,0 0-1 0 0,0 0 0 0 0,-1 0 0 0 0,1 0 0 0 0,0-1 1 0 0,0 1-1 0 0,-1 0 0 0 0,1 0 0 0 0,0 0 0 0 0,0 0 1 0 0,-1-1-1 0 0,1 1 0 0 0,0 0 0 0 0,0 0 0 0 0,0 0 1 0 0,-1-1-1 0 0,1 1 0 0 0,0 0 0 0 0,0 0 0 0 0,0-1 0 0 0,0 1 1 0 0,0 0-1 0 0,0 0 0 0 0,-1-1 0 0 0,1 1 0 0 0,0 0 1 0 0,0 0-1 0 0,0-1 0 0 0,0 1 0 0 0,0 0 0 0 0,0-1 1 0 0,0 1-1 0 0,0-1-10 0 0,0 0 1 0 0,0 0-1 0 0,0 1 1 0 0,0-1 0 0 0,0 0-1 0 0,-1 1 1 0 0,1-1-1 0 0,0 0 1 0 0,-1 0-1 0 0,1 1 1 0 0,0-1 0 0 0,-1 1-1 0 0,1-1 1 0 0,-1 0-1 0 0,1 1 1 0 0,-1-1-1 0 0,1 1 1 0 0,-1-1 0 0 0,1 1-1 0 0,-1-1 1 0 0,0 1-1 0 0,1 0 1 0 0,-1-1-1 0 0,0 1 1 0 0,0-1 0 0 0,-9-1-833 0 0,0 1 1 0 0,0 0-1 0 0,-1 0 1 0 0,1 1-1 0 0,0 1 1 0 0,-17 2-1 0 0,22-2-2987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27.0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0 4108 0 0,'0'0'5826'0'0,"-1"5"-5566"0"0,-3 20-42 0 0,1 1 0 0 0,1 0 1 0 0,1 0-1 0 0,5 50 1 0 0,-3-71-213 0 0,0 1 0 0 0,0-1 1 0 0,0-1-1 0 0,1 1 1 0 0,0 0-1 0 0,0 0 0 0 0,5 7 1 0 0,-3-5 0 0 0,-2-2-7 0 0,-2-5-2 0 0,0 1 0 0 0,0-1 1 0 0,1 1-1 0 0,-1-1 1 0 0,0 1-1 0 0,0-1 0 0 0,1 1 1 0 0,-1-1-1 0 0,0 1 0 0 0,1-1 1 0 0,-1 1-1 0 0,0-1 0 0 0,1 1 1 0 0,-1-1-1 0 0,1 0 1 0 0,-1 1-1 0 0,1-1 0 0 0,-1 1 1 0 0,1-1-1 0 0,-1 0 0 0 0,1 0 1 0 0,-1 1-1 0 0,1-1 0 0 0,0 0 1 0 0,-1 0 1 0 0,1 0 1 0 0,-1 1-1 0 0,1-1 0 0 0,-1 0 1 0 0,1 0-1 0 0,-1 0 0 0 0,1 1 1 0 0,-1-1-1 0 0,1 0 0 0 0,-1 1 1 0 0,0-1-1 0 0,1 0 0 0 0,-1 1 1 0 0,0-1-1 0 0,1 0 0 0 0,-1 1 1 0 0,0-1-1 0 0,1 1 0 0 0,-1-1 1 0 0,0 0-1 0 0,0 1 0 0 0,0-1 1 0 0,1 1-1 0 0,-1-1 0 0 0,0 1 1 0 0,0-1-1 0 0,0 2 0 0 0,5-1 19 0 0,12 6-5 0 0,-13-5-1 0 0,2-3 0 0 0,1 1 6 0 0,0-1 1 0 0,0-1-1 0 0,0 1 0 0 0,-1-1 1 0 0,1 0-1 0 0,0-1 0 0 0,-1 0 1 0 0,0 0-1 0 0,1 0 0 0 0,-1-1 1 0 0,-1 1-1 0 0,7-6 0 0 0,8-9 145 0 0,-2-1 0 0 0,0 0-1 0 0,-1-1 1 0 0,18-27-1 0 0,-33 43-40 0 0,11-14 20 0 0,-10 15 50 0 0,-1 6-177 0 0,0 3-12 0 0,0 0-1 0 0,-1 0 1 0 0,0 0-1 0 0,0 0 1 0 0,1 9 0 0 0,-2-9-58 0 0,0 0-52 0 0,1-1 39 0 0,-1 3-68 0 0,1 0 0 0 0,0-1 1 0 0,0 1-1 0 0,4 8 1 0 0,-4-13-12 0 0,0 0 1 0 0,0 0-1 0 0,1 0 1 0 0,-1 0-1 0 0,1 0 1 0 0,-1-1 0 0 0,1 1-1 0 0,0-1 1 0 0,0 1-1 0 0,0-1 1 0 0,1 0-1 0 0,-1 0 1 0 0,0 0 0 0 0,1 0-1 0 0,-1 0 1 0 0,1 0-1 0 0,4 1 1 0 0,-5-2-56 0 0,3 1-334 0 0,0 1 1 0 0,0-2 0 0 0,0 1-1 0 0,1 0 1 0 0,-1-1 0 0 0,0 0-1 0 0,1 0 1 0 0,-1-1 0 0 0,9 0-1 0 0,21-1-3299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27.6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344 34 3056 0 0,'0'-5'1082'0'0,"0"-21"1125"0"0,-5 25-1746 0 0,-2 0-334 0 0,0 1-1 0 0,1 0 1 0 0,-1 0 0 0 0,0 0-1 0 0,1 1 1 0 0,-1 0 0 0 0,1 0-1 0 0,-1 1 1 0 0,1 0 0 0 0,-1 0-1 0 0,-5 4 1 0 0,-6 3-13 0 0,0 1 0 0 0,1 1 0 0 0,0 0-1 0 0,1 2 1 0 0,0 0 0 0 0,1 0 0 0 0,-24 29 0 0 0,33-34-58 0 0,-1 1 1 0 0,1 1 0 0 0,-7 14-1 0 0,9-15 3 0 0,1-4-52 0 0,2 0-40 0 0,-4 16-23 0 0,4-16-10 0 0,3-1-12 0 0,-1-1 53 0 0,1 0 1 0 0,-1 0 0 0 0,1-1-1 0 0,0 1 1 0 0,0-1 0 0 0,0 1-1 0 0,0-1 1 0 0,0 1 0 0 0,0-1-1 0 0,1 0 1 0 0,4 3-1 0 0,-4-3-105 0 0,3-1 20 0 0,0-1 189 0 0,1 0 1 0 0,0 0 0 0 0,-1-1-1 0 0,1 0 1 0 0,0 0-1 0 0,-1 0 1 0 0,1-1-1 0 0,-1 0 1 0 0,1 0 0 0 0,-1-1-1 0 0,0 0 1 0 0,0 0-1 0 0,0 0 1 0 0,0-1 0 0 0,-1 1-1 0 0,0-1 1 0 0,1-1-1 0 0,-1 1 1 0 0,-1-1-1 0 0,1 0 1 0 0,-1 0 0 0 0,0 0-1 0 0,0-1 1 0 0,5-8-1 0 0,22-52 1583 0 0,-30 63-1349 0 0,2-2 5 0 0,-3 4-296 0 0,0 1 0 0 0,0-1 0 0 0,0 1-1 0 0,0-1 1 0 0,0 1 0 0 0,0-1-1 0 0,0 1 1 0 0,0 0 0 0 0,0-1-1 0 0,0 1 1 0 0,0-1 0 0 0,1 1-1 0 0,-1-1 1 0 0,0 1 0 0 0,0 0-1 0 0,1-1 1 0 0,-1 1 0 0 0,0-1-1 0 0,1 1 1 0 0,-1 0 0 0 0,0-1-1 0 0,1 1 1 0 0,-1 0 0 0 0,0 0-1 0 0,1-1 1 0 0,-1 1 0 0 0,1 0 0 0 0,-1 0-1 0 0,1 0 1 0 0,-1-1 0 0 0,1 1-1 0 0,5 17-4 0 0,-2 0 0 0 0,1 1 0 0 0,-2 0 0 0 0,2 25 0 0 0,2 14-59 0 0,-2-27 68 0 0,12 72 52 0 0,-5 0-1 0 0,0 115 1 0 0,-12-203-65 0 0,-1-1 0 0 0,0 0 0 0 0,-2 0 1 0 0,1 0-1 0 0,-1-1 0 0 0,-1 1 0 0 0,-8 19 1 0 0,8-24-9 0 0,0-1 0 0 0,0 0 0 0 0,-1 0 0 0 0,0 0 0 0 0,0-1 0 0 0,0 0 0 0 0,-1 0 0 0 0,0 0 0 0 0,0 0 0 0 0,-1-1 0 0 0,1 0 0 0 0,-10 5 0 0 0,14-9-3 0 0,0 0 1 0 0,-1 1-1 0 0,1-1 1 0 0,0 0-1 0 0,0 0 1 0 0,-1 0 0 0 0,1-1-1 0 0,-1 1 1 0 0,1 0-1 0 0,0-1 1 0 0,-1 0-1 0 0,-3 1 1 0 0,-1-1-4 0 0,5 1 1 0 0,-1 0 0 0 0,1-1 0 0 0,-1 1-1 0 0,1-1 1 0 0,-1 1 0 0 0,1-1 0 0 0,-1 0 0 0 0,1 0 0 0 0,-1 0 0 0 0,1-1-1 0 0,-6 0 1 0 0,1-1 3 0 0,4 3-6 0 0,0-1 0 0 0,0-1 0 0 0,-1 1 0 0 0,1 0-1 0 0,0-1 1 0 0,0 0 0 0 0,0 0 0 0 0,0 0 0 0 0,0 0-1 0 0,0 0 1 0 0,-3-2 0 0 0,-4-2-9 0 0,2 1 21 0 0,0-1 0 0 0,0 1 1 0 0,1-2-1 0 0,-1 1 1 0 0,1-1-1 0 0,0 0 0 0 0,1 0 1 0 0,0-1-1 0 0,0 1 1 0 0,0-1-1 0 0,1-1 0 0 0,0 1 1 0 0,0-1-1 0 0,1 0 1 0 0,0 0-1 0 0,0-1 0 0 0,1 1 1 0 0,0-1-1 0 0,-2-9 1 0 0,4 11-46 0 0,0 0 1 0 0,0-1 0 0 0,1 1-1 0 0,0 0 1 0 0,0-1-1 0 0,0 1 1 0 0,1 0 0 0 0,0-1-1 0 0,1 1 1 0 0,-1 0 0 0 0,2 0-1 0 0,-1 0 1 0 0,5-8 0 0 0,-1 1-176 0 0,1 1 1 0 0,0 1 0 0 0,1-1-1 0 0,1 1 1 0 0,13-14 0 0 0,-1 4-917 0 0,0 2 1 0 0,2 0-1 0 0,1 1 1 0 0,0 1-1 0 0,1 2 1 0 0,43-22-1 0 0,-23 19-3573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28.6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230 123 3160 0 0,'-1'-19'2172'0'0,"-1"0"0"0"0,-7-26 0 0 0,7 41-1517 0 0,-2 7-394 0 0,-2 1-183 0 0,0 1 0 0 0,0 0 0 0 0,0 1 0 0 0,0-1 0 0 0,1 1 0 0 0,0 0 1 0 0,1 1-1 0 0,-1-1 0 0 0,1 1 0 0 0,0-1 0 0 0,-3 11 0 0 0,-35 92 420 0 0,32-80-385 0 0,-63 242 395 0 0,60-213-423 0 0,12-53-57 0 0,-7 14 63 0 0,16-42 9 0 0,21-76-113 0 0,42-128-107 0 0,-52 173 150 0 0,3 2 0 0 0,32-56 0 0 0,-51 102 3 0 0,1 1-1 0 0,-1 1 0 0 0,1-1 1 0 0,1 0-1 0 0,-1 1 0 0 0,0 0 1 0 0,11-7-1 0 0,-11 8 92 0 0,0 4 18 0 0,16 1 39 0 0,-11 3 9 0 0,0 5-130 0 0,-1 1 0 0 0,0 0 1 0 0,-1 1-1 0 0,0 0 0 0 0,-1 0 1 0 0,-1 1-1 0 0,0-1 0 0 0,0 1 1 0 0,-1 0-1 0 0,2 16 0 0 0,5 26 37 0 0,4 62-1 0 0,-7 62 47 0 0,-8-148-603 0 0,-2 1-1 0 0,-2-1 0 0 0,-11 47 1 0 0,14-75 287 0 0,0 0-1 0 0,0 0 1 0 0,0-1 0 0 0,0 1-1 0 0,-1 0 1 0 0,1-1 0 0 0,-1 1-1 0 0,1-1 1 0 0,-1 1 0 0 0,0-1 0 0 0,0 0-1 0 0,-1 0 1 0 0,1 1 0 0 0,0-2-1 0 0,-1 1 1 0 0,1 0 0 0 0,-1 0-1 0 0,1-1 1 0 0,-1 1 0 0 0,0-1 0 0 0,1 0-1 0 0,-1 0 1 0 0,0 0 0 0 0,0 0-1 0 0,0-1 1 0 0,0 1 0 0 0,0-1-1 0 0,0 0 1 0 0,-4 0 0 0 0,-7 0-446 0 0,0-1 1 0 0,1 0-1 0 0,-1-1 1 0 0,-24-7-1 0 0,0-1-1081 0 0,-1 0-1230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29.8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252 328 2432 0 0,'-161'-20'3802'0'0,"70"10"-294"0"0,106 11-3370 0 0,-1-1-1 0 0,0-1 0 0 0,23-3 1 0 0,-3 0-35 0 0,302-34-740 0 0,371-92-1 0 0,-632 113-1502 0 0,143-55 0 0 0,-214 70 2100 0 0,-3 2 45 0 0,-1 1-1 0 0,1-1 0 0 0,-1 0 1 0 0,1 0-1 0 0,-1 0 0 0 0,1 0 1 0 0,-1-1-1 0 0,0 1 0 0 0,1 0 0 0 0,-1 0 1 0 0,1 0-1 0 0,-1 0 0 0 0,1 0 1 0 0,-1 0-1 0 0,1-1 0 0 0,-1 1 1 0 0,0 0-1 0 0,1 0 0 0 0,-1-1 0 0 0,0 1 1 0 0,1 0-1 0 0,-1-1 0 0 0,0 1 1 0 0,1 0-1 0 0,-1-1 0 0 0,0 1 1 0 0,1 0-1 0 0,-1-1 0 0 0,0 1 1 0 0,0-1-1 0 0,0 1 0 0 0,1-1 0 0 0,-1 1 1 0 0,0 0-1 0 0,0-1 0 0 0,0 1 1 0 0,0-1-1 0 0,0 1 0 0 0,0-1 1 0 0,0 1-1 0 0,0-1 0 0 0,-5-16 541 0 0,2 14 520 0 0,-2 4-765 0 0,-19 0 4 0 0,19-1 17 0 0,1 2-46 0 0,-11 7-20 0 0,11-7-12 0 0,3 0-212 0 0,1-1 0 0 0,-1 1 0 0 0,0 0 0 0 0,0-1 0 0 0,0 1 0 0 0,0-1 0 0 0,0 1 0 0 0,0-1 0 0 0,0 1 0 0 0,-1-1 0 0 0,1 0 0 0 0,-2 2 0 0 0,2-2 18 0 0,-3 6 34 0 0,0 0 0 0 0,1 1 0 0 0,0 0 0 0 0,0-1 0 0 0,0 1 0 0 0,1 0 0 0 0,1 0 0 0 0,-1 1 0 0 0,1-1 0 0 0,1 0-1 0 0,-1 11 1 0 0,1-5-23 0 0,-2 5-19 0 0,2 0-1 0 0,0 0 0 0 0,1 0 0 0 0,1 0 1 0 0,1-1-1 0 0,5 21 0 0 0,-6-28-18 0 0,-1-7 12 0 0,1 0-8 0 0,5 12 41 0 0,-6-12 66 0 0,0-4-133 0 0,-1 0 1 0 0,0 0 0 0 0,0 0 0 0 0,1 0 0 0 0,-1 0 0 0 0,0 0 0 0 0,0 0 0 0 0,1 0-1 0 0,-1 0 1 0 0,0 0 0 0 0,0 0 0 0 0,1 0 0 0 0,-1 0 0 0 0,0 0 0 0 0,0 1 0 0 0,1-1-1 0 0,-1 0 1 0 0,0 0 0 0 0,0 0 0 0 0,1 0 0 0 0,-1 0 0 0 0,0 1 0 0 0,0-1 0 0 0,0 0-1 0 0,0 0 1 0 0,1 0 0 0 0,-1 1 0 0 0,0-1 0 0 0,0 0 0 0 0,0 0 0 0 0,0 0 0 0 0,0 1-1 0 0,0-1 1 0 0,1 0 0 0 0,-1 0 0 0 0,0 1 0 0 0,0-1 0 0 0,0 0 0 0 0,0 0-1 0 0,0 1 1 0 0,0-1 0 0 0,5 7 3 0 0,22-11 97 0 0,-25 4-99 0 0,0 0 0 0 0,0-1-1 0 0,0 1 1 0 0,0-1 0 0 0,0 0 0 0 0,0 1-1 0 0,-1-1 1 0 0,1 0 0 0 0,0 0 0 0 0,0 0 0 0 0,-1-1-1 0 0,1 1 1 0 0,-1 0 0 0 0,1-1 0 0 0,-1 1-1 0 0,1-1 1 0 0,1-2 0 0 0,94-113 47 0 0,-96 116-49 0 0,1-2 37 0 0,19-7-236 0 0,-18 13 206 0 0,7 7 27 0 0,-7-7-9 0 0,-1 0-7 0 0,26 59 77 0 0,-27-58-57 0 0,2 0-28 0 0,7 11 3 0 0,-7-11 23 0 0,6 1-27 0 0,-9-4-9 0 0,1-1 1 0 0,-1 1-1 0 0,0-1 1 0 0,1 0 0 0 0,-1 1-1 0 0,0-1 1 0 0,1 0 0 0 0,-1 1-1 0 0,1-1 1 0 0,-1 0-1 0 0,1 1 1 0 0,-1-1 0 0 0,1 0-1 0 0,-1 0 1 0 0,1 1 0 0 0,-1-1-1 0 0,1 0 1 0 0,-1 0-1 0 0,1 0 1 0 0,-1 0 0 0 0,1 0-1 0 0,-1 0 1 0 0,1 0-1 0 0,-1 0 1 0 0,1 0 0 0 0,-1 0-1 0 0,1 0 1 0 0,0 0 0 0 0,-1 0-1 0 0,1 0 1 0 0,-1-1-1 0 0,1 1 1 0 0,0 0 0 0 0,17-7 7 0 0,-13 5-8 0 0,0-1 12 0 0,10-7 24 0 0,-1-2-1 0 0,0 0 0 0 0,0-1 1 0 0,-1 0-1 0 0,14-18 0 0 0,-24 27 29 0 0,0 0 2 0 0,8-12-3 0 0,-8 12 30 0 0,2-1-55 0 0,-5 4-34 0 0,0 1 0 0 0,0-1-1 0 0,0 1 1 0 0,0-1-1 0 0,0 1 1 0 0,1-1 0 0 0,-1 1-1 0 0,0 0 1 0 0,0-1-1 0 0,1 1 1 0 0,-1 0-1 0 0,0-1 1 0 0,1 1 0 0 0,-1 0-1 0 0,0-1 1 0 0,1 1-1 0 0,-1 0 1 0 0,0-1-1 0 0,1 1 1 0 0,-1 0 0 0 0,1 0-1 0 0,-1 0 1 0 0,1-1-1 0 0,-1 1 1 0 0,0 0 0 0 0,1 0-1 0 0,-1 0 1 0 0,1 0-1 0 0,-1 0 1 0 0,1 0-1 0 0,0 0 1 0 0,7 16 11 0 0,-6-12-22 0 0,-1 1-45 0 0,0 16 62 0 0,-1-16 3 0 0,0 1-32 0 0,5 48 32 0 0,-5-50-95 0 0,1 1 0 0 0,4 16-18 0 0,-4-16 9 0 0,1-1-13 0 0,6 13-47 0 0,-6-13-45 0 0,0-4-113 0 0,-1 0 269 0 0,1 1 0 0 0,-1-1 1 0 0,0 1-1 0 0,0-1 0 0 0,1 1 1 0 0,-1-1-1 0 0,0 1 0 0 0,0 0 1 0 0,1 0-1 0 0,-1-1 0 0 0,2 3 1 0 0,-1-1-54 0 0,2 0-277 0 0,2-3-537 0 0,4 0 563 0 0,0 0 0 0 0,0-1-1 0 0,-1-1 1 0 0,1 1 0 0 0,-1-2 0 0 0,1 1 0 0 0,-1-1 0 0 0,13-8 0 0 0,28-26-662 0 0,-13 5 866 0 0,-25 20 762 0 0,0 0-1 0 0,-2 0 0 0 0,18-30 0 0 0,-26 39-356 0 0,-1-11 333 0 0,-1 15-569 0 0,0 0 1 0 0,0 0-1 0 0,0 0 1 0 0,0 0-1 0 0,0 0 1 0 0,0 0-1 0 0,0 0 1 0 0,-1 0-1 0 0,1 0 1 0 0,0 0-1 0 0,0 0 1 0 0,0 0 0 0 0,0 0-1 0 0,0 0 1 0 0,0 0-1 0 0,0 0 1 0 0,-1 0-1 0 0,1 0 1 0 0,0 0-1 0 0,0 0 1 0 0,0 0-1 0 0,0 0 1 0 0,0 0-1 0 0,0 0 1 0 0,0 0-1 0 0,0 0 1 0 0,-1 0-1 0 0,1 0 1 0 0,0 0-1 0 0,0 0 1 0 0,0 0-1 0 0,0-1 1 0 0,0 1 0 0 0,0 0-1 0 0,0 0 1 0 0,0 0-1 0 0,0 0 1 0 0,0 0-1 0 0,0 0 1 0 0,-8 7-202 0 0,4-4 280 0 0,5-2-95 0 0,-1 0 0 0 0,-1 0 0 0 0,1 0 0 0 0,0 0 0 0 0,0 1 0 0 0,0-1 0 0 0,-1 0 0 0 0,1 0 0 0 0,0 0 0 0 0,-1 0 0 0 0,1 0 0 0 0,-1 1 0 0 0,1-1 0 0 0,-2 1 0 0 0,-8 16 157 0 0,-14 49 299 0 0,23-62-462 0 0,1 0 31 0 0,-1 15-8 0 0,1-14 24 0 0,0-6-52 0 0,0 1-1 0 0,0 0 1 0 0,0 0 0 0 0,0 0-1 0 0,0 0 1 0 0,0-1-1 0 0,0 1 1 0 0,0 0 0 0 0,1 0-1 0 0,-1 0 1 0 0,0-1-1 0 0,1 1 1 0 0,-1 0 0 0 0,1 0-1 0 0,-1-1 1 0 0,1 1-1 0 0,0 0 1 0 0,-1 0-7 0 0,1 0-1 0 0,-1-1 1 0 0,1 1 0 0 0,-1 0-1 0 0,1-1 1 0 0,-1 1 0 0 0,1 0-1 0 0,-1 0 1 0 0,0-1 0 0 0,0 1-1 0 0,1 0 1 0 0,-1 0 0 0 0,0 0-1 0 0,0 0 1 0 0,0-1 0 0 0,0 1-1 0 0,0 1 1 0 0,4 0-124 0 0,12 6-23 0 0,-12-6 14 0 0,3-2-1 0 0,2 1 100 0 0,0 0 0 0 0,0-1-1 0 0,1-1 1 0 0,-1 1 0 0 0,0-2 0 0 0,0 1 0 0 0,0-1 0 0 0,0-1 0 0 0,14-5 0 0 0,-16 6 147 0 0,-1-1-1 0 0,0 0 1 0 0,0-1 0 0 0,0 1 0 0 0,0-1 0 0 0,-1 0 0 0 0,0-1 0 0 0,1 1-1 0 0,-1-1 1 0 0,-1 0 0 0 0,1-1 0 0 0,-1 1 0 0 0,0-1 0 0 0,5-9 0 0 0,-7 12 171 0 0,-1-3-26 0 0,4-15-16 0 0,-4 15-29 0 0,-2 2 3 0 0,-3-15-20 0 0,3 14-24 0 0,-2 2-48 0 0,1 0-101 0 0,1 1 1 0 0,0 0 0 0 0,-1-1 0 0 0,0 1 0 0 0,0 0-1 0 0,1 1 1 0 0,-1-1 0 0 0,0 0 0 0 0,0 0 0 0 0,-1 1 0 0 0,1 0-1 0 0,0-1 1 0 0,-1 1 0 0 0,1 0 0 0 0,0 0 0 0 0,-1 0 0 0 0,1 0-1 0 0,-1 0 1 0 0,-3 0 0 0 0,-4 0-100 0 0,0 1 0 0 0,0 0-1 0 0,-1 0 1 0 0,1 1 0 0 0,0 0-1 0 0,0 1 1 0 0,0 0 0 0 0,1 1 0 0 0,-12 4-1 0 0,10-2-437 0 0,0 1 0 0 0,1 1 0 0 0,-15 10-1 0 0,20-13-368 0 0,-1 1-1 0 0,1 0 0 0 0,0 0 0 0 0,1 0 0 0 0,-5 7 0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31.0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0 192 3688 0 0,'7'-12'3954'0'0,"-3"11"-1517"0"0,-3 21-812 0 0,-8 37-2272 0 0,6-55 1100 0 0,0 13-396 0 0,1-1 0 0 0,1 0 0 0 0,0 0 1 0 0,0 0-1 0 0,2 1 0 0 0,4 17 0 0 0,-5-28-55 0 0,1 0-16 0 0,10 11-7 0 0,-10-11-21 0 0,15 2-73 0 0,-14-4 93 0 0,0 0-55 0 0,1-2 14 0 0,0-1 55 0 0,1 1 0 0 0,-1-1 0 0 0,1 0 0 0 0,-1 0 0 0 0,0 0 0 0 0,0-1 0 0 0,1 0 0 0 0,-1 0 0 0 0,0 0 0 0 0,-1-1 0 0 0,1 0 0 0 0,0 1 0 0 0,-1-2 0 0 0,1 1 0 0 0,-1 0 0 0 0,0-1 0 0 0,0 0 0 0 0,-1 0 0 0 0,1 0 0 0 0,-1-1 0 0 0,0 1 0 0 0,0-1 0 0 0,4-8 0 0 0,0 2 109 0 0,0-1 0 0 0,-1 0 0 0 0,-1 0 0 0 0,0 0-1 0 0,-1-1 1 0 0,0 1 0 0 0,-1-1 0 0 0,0 0 0 0 0,-1 0-1 0 0,0-14 511 0 0,-4 30-588 0 0,-2 5-25 0 0,1 0 1 0 0,-1 0-1 0 0,2 0 1 0 0,-1 1-1 0 0,1-1 1 0 0,1 1-1 0 0,0-1 1 0 0,0 1 0 0 0,0 9-1 0 0,1-13-40 0 0,0 0-79 0 0,1 1-60 0 0,1 3-23 0 0,1-1 0 0 0,0 1-1 0 0,0-1 1 0 0,6 10 0 0 0,-6-14-106 0 0,1-2-69 0 0,14 7-47 0 0,-14-7-52 0 0,2-1-67 0 0,0-1 302 0 0,1 0 0 0 0,-1-1-1 0 0,1 1 1 0 0,-1-1 0 0 0,0 0-1 0 0,1-1 1 0 0,-1 0 0 0 0,0 0 0 0 0,0 0-1 0 0,7-4 1 0 0,-3 0 24 0 0,-1 1 0 0 0,0-2 1 0 0,0 1-1 0 0,-1-2 0 0 0,0 1 0 0 0,8-9 0 0 0,-4 3 312 0 0,-1 0-1 0 0,-1 0 0 0 0,0-1 0 0 0,15-28 0 0 0,4-25 1811 0 0,-27 63-131 0 0,-5 7-1617 0 0,-1 1-100 0 0,1 0 0 0 0,0 0 0 0 0,0 1 0 0 0,1-1 0 0 0,-1 1 0 0 0,1-1 0 0 0,0 1 0 0 0,0 0 0 0 0,1 0 1 0 0,-3 9-1 0 0,1 4 41 0 0,1 0 0 0 0,0 30 1 0 0,4 12-53 0 0,-2-53-20 0 0,1-2-4 0 0,3 14-8 0 0,-4-14-7 0 0,3-1-2 0 0,6 11-24 0 0,-7-11-32 0 0,3-4 25 0 0,14-3 26 0 0,-15 3 39 0 0,1-3-58 0 0,13-13 45 0 0,0 0 0 0 0,-1-1 0 0 0,-1-1-1 0 0,-1-1 1 0 0,14-21 0 0 0,-20 28-9 0 0,-7 9 46 0 0,12-15 38 0 0,-12 15 323 0 0,-2 3-418 0 0,0 0 0 0 0,0 1 0 0 0,0-1 0 0 0,0 0 0 0 0,0 0 1 0 0,0 1-1 0 0,1-1 0 0 0,-1 0 0 0 0,0 1 0 0 0,0-1 0 0 0,0 0 0 0 0,0 0 1 0 0,0 1-1 0 0,1-1 0 0 0,-1 0 0 0 0,0 0 0 0 0,0 1 0 0 0,0-1 0 0 0,1 0 1 0 0,-1 0-1 0 0,0 0 0 0 0,0 1 0 0 0,1-1 0 0 0,-1 0 0 0 0,0 0 0 0 0,0 0 1 0 0,1 0-1 0 0,-1 0 0 0 0,0 1 0 0 0,1-1 0 0 0,-1 0 0 0 0,0 0 0 0 0,1 0 1 0 0,0 0 1 0 0,-1 0 0 0 0,1 0 0 0 0,-1 0 1 0 0,1 1-1 0 0,-1-1 0 0 0,1 0 1 0 0,-1 0-1 0 0,1 1 0 0 0,-1-1 1 0 0,1 0-1 0 0,-1 1 0 0 0,1-1 0 0 0,-1 0 1 0 0,0 1-1 0 0,1-1 0 0 0,-1 1 1 0 0,0-1-1 0 0,1 1 0 0 0,-1-1 1 0 0,0 0-1 0 0,1 1 0 0 0,-1-1 0 0 0,0 1 1 0 0,0 0-1 0 0,0-1 0 0 0,1 1 1 0 0,-1-1-1 0 0,0 1 0 0 0,0-1 0 0 0,0 1 1 0 0,0-1-1 0 0,0 2 0 0 0,0 11 44 0 0,1 0-1 0 0,0-1 0 0 0,1 1 0 0 0,0 0 0 0 0,1-1 0 0 0,0 0 1 0 0,11 24-1 0 0,-12-32-5 0 0,1-1 56 0 0,10 13-87 0 0,-10-13-36 0 0,1-1-5 0 0,2-1 5 0 0,-1 0 0 0 0,1-1-1 0 0,-1 1 1 0 0,1-1 0 0 0,0 0 0 0 0,-1-1 0 0 0,1 1 0 0 0,-1-1 0 0 0,1 0 0 0 0,-1 0-1 0 0,1-1 1 0 0,-1 0 0 0 0,0 0 0 0 0,0 0 0 0 0,0-1 0 0 0,0 1 0 0 0,0-1 0 0 0,0 0-1 0 0,-1-1 1 0 0,1 1 0 0 0,4-6 0 0 0,6-4 14 0 0,-1-1 1 0 0,0-1-1 0 0,-2 0 1 0 0,1-1-1 0 0,-2-1 1 0 0,0 0-1 0 0,12-27 0 0 0,-9 16 403 0 0,-3-2 0 0 0,0 0 0 0 0,-2 0-1 0 0,6-35 1 0 0,-14 60-184 0 0,-1 1 5 0 0,2-15 123 0 0,-2 15 291 0 0,-2 4-616 0 0,1 0-1 0 0,-1 0 1 0 0,1 1 0 0 0,0-1-1 0 0,-1 0 1 0 0,1 1-1 0 0,-1 0 1 0 0,1-1-1 0 0,0 1 1 0 0,-1 0-1 0 0,1-1 1 0 0,0 1-1 0 0,0 0 1 0 0,0 0-1 0 0,-1 0 1 0 0,1 0-1 0 0,0 0 1 0 0,0 1 0 0 0,1-1-1 0 0,-1 0 1 0 0,0 0-1 0 0,0 1 1 0 0,0-1-1 0 0,1 0 1 0 0,-1 1-1 0 0,0 2 1 0 0,-3 6 39 0 0,1 0 1 0 0,0 0 0 0 0,-3 15-1 0 0,2 5-22 0 0,1 0-1 0 0,1 1 1 0 0,2-1 0 0 0,1 0-1 0 0,9 51 1 0 0,-8-66-421 0 0,1 0-1 0 0,0 0 0 0 0,1-1 1 0 0,0 1-1 0 0,1-1 1 0 0,8 15-1 0 0,-11-26-587 0 0,1 0-289 0 0,6 9 216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31.2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0 105 2284 0 0,'0'0'4579'0'0,"5"0"-4130"0"0,179-32 422 0 0,-138 21-2538 0 0,0-3 1 0 0,44-19-1 0 0,-59 19-1476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33.8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57 1692 0 0,'0'0'6264'0'0,"5"0"-5991"0"0,283-12 1150 0 0,-230 11-1265 0 0,577-15 498 0 0,249-2-369 0 0,697 8 402 0 0,221 63-590 0 0,-792 21-30 0 0,-961-71-97 0 0,11-2 201 0 0,-35-7-241 0 0,-20 5 70 0 0,-1-1-1 0 0,13-5 89 0 0,1 0-1 0 0,0 1 0 0 0,1 0 0 0 0,-1 2 0 0 0,1 0 0 0 0,0 1 1 0 0,25 0-1 0 0,-22-1-34 0 0,-18 3 188 0 0,-4 1-238 0 0,0 1 0 0 0,0-1 0 0 0,0 0 1 0 0,0 1-1 0 0,0-1 0 0 0,0 0 0 0 0,0 1 1 0 0,0-1-1 0 0,0 0 0 0 0,1 1 0 0 0,-1-1 0 0 0,0 0 1 0 0,0 1-1 0 0,0-1 0 0 0,0 0 0 0 0,1 1 0 0 0,-1-1 1 0 0,0 0-1 0 0,0 0 0 0 0,0 1 0 0 0,1-1 1 0 0,-1 0-1 0 0,0 0 0 0 0,0 1 0 0 0,1-1 0 0 0,-1 0 1 0 0,0 0-1 0 0,1 0 0 0 0,-1 0 0 0 0,1 1 0 0 0,0-1-3 0 0,-1 1-1 0 0,1-1 0 0 0,0 0 0 0 0,-1 1 0 0 0,1-1 0 0 0,0 1 0 0 0,-1-1 0 0 0,1 1 0 0 0,-1 0 0 0 0,1-1 0 0 0,-1 1 0 0 0,1 0 0 0 0,-1-1 0 0 0,1 1 0 0 0,-1 0 0 0 0,1 0 0 0 0,-1-1 0 0 0,0 1 0 0 0,0 0 0 0 0,1 0 0 0 0,-1 0 0 0 0,0 1 0 0 0,5 20 54 0 0,-4-17-10 0 0,-1 1-7 0 0,3 140 480 0 0,-19 169 989 0 0,-3 171-851 0 0,51 65-248 0 0,-24-453-324 0 0,38 388 382 0 0,14 544-26 0 0,-56-911-370 0 0,-21 475 186 0 0,-44-1 72 0 0,35-363-287 0 0,13-112-31 0 0,-75 557 147 0 0,59-447-50 0 0,8-51-30 0 0,-28 299-230 0 0,27-228 270 0 0,-16 308 274 0 0,44 757 0 0 0,54-305-439 0 0,0 2 18 0 0,-38-619 130 0 0,10 230-6 0 0,-11-57-58 0 0,3 73 99 0 0,-26 0 536 0 0,-3-520-554 0 0,-3 162 380 0 0,-3-45-88 0 0,1-74-289 0 0,5-101-91 0 0,2 37-40 0 0,0-38 1 0 0,3-53-45 0 0,-2-2-1636 0 0,0 0 1394 0 0,-5 12-1687 0 0,3-15 559 0 0,-52-14-6808 0 0,51 13 7051 0 0,-33-10-4916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34.6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1 1600 0 0,'0'0'1118'0'0,"-2"3"-156"0"0,-8 16 1150 0 0,19 0-1187 0 0,-8-16-846 0 0,1-1 0 0 0,0 0 0 0 0,-1 0 0 0 0,1 0 0 0 0,0 0 1 0 0,1 0-1 0 0,-1-1 0 0 0,0 1 0 0 0,0 0 0 0 0,1-1 0 0 0,-1 0 1 0 0,1 0-1 0 0,2 2 0 0 0,35 10 382 0 0,-37-12-431 0 0,68 17 623 0 0,2-3-1 0 0,144 11 0 0 0,153-19 99 0 0,-291-7-609 0 0,1193-31 1155 0 0,-602 9-993 0 0,-209 9-169 0 0,903-15 892 0 0,-459 33-338 0 0,-830-9-2457 0 0,-70 3 798 0 0,-1 0-448 0 0,-1-1 825 0 0,5-3 18 0 0,0 4-3263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35.7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39 1692 0 0,'613'1'5383'0'0,"-371"-3"-4203"0"0,668-11 1411 0 0,1531 31 61 0 0,-2106-9-2496 0 0,727 14 396 0 0,-1-31-1044 0 0,-1016 7 125 0 0,172-10-408 0 0,-179 6-1027 0 0,1 0 0 0 0,-1-3-1 0 0,54-17 1 0 0,-64 13-3521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38.1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224 166 3572 0 0,'0'0'2617'0'0,"1"-3"-1609"0"0,5-16 377 0 0,-3 8-505 0 0,0 0 0 0 0,11-22 0 0 0,-10 25-712 0 0,0 0 0 0 0,1 1 0 0 0,1 0 0 0 0,-1 0 0 0 0,1 0 1 0 0,0 1-1 0 0,1 0 0 0 0,-1 0 0 0 0,15-9 0 0 0,-20 14-155 0 0,0 0-1 0 0,1 0 1 0 0,-1 1 0 0 0,0-1-1 0 0,0 0 1 0 0,0 0 0 0 0,1 1-1 0 0,-1-1 1 0 0,0 1 0 0 0,1-1-1 0 0,-1 1 1 0 0,1 0-1 0 0,1-1 1 0 0,1 1 19 0 0,0-2 59 0 0,2 2-17 0 0,-2 0-68 0 0,-1 0 2 0 0,0-1 1 0 0,1 1 0 0 0,-1 0 0 0 0,0 0 0 0 0,0 1 0 0 0,1-1 0 0 0,-1 1 0 0 0,0 0-1 0 0,0 0 1 0 0,0 0 0 0 0,0 0 0 0 0,0 0 0 0 0,0 0 0 0 0,0 1 0 0 0,4 2 0 0 0,-2 1-7 0 0,1 0 0 0 0,-1 0 1 0 0,-1 0-1 0 0,1 0 1 0 0,-1 1-1 0 0,0 0 0 0 0,0 0 1 0 0,0 0-1 0 0,-1 0 0 0 0,0 0 1 0 0,0 1-1 0 0,-1 0 1 0 0,0-1-1 0 0,0 1 0 0 0,0 0 1 0 0,-1 0-1 0 0,0 0 1 0 0,-1 0-1 0 0,1 0 0 0 0,-1 0 1 0 0,-1 0-1 0 0,1 0 1 0 0,-3 12-1 0 0,-1-6-12 0 0,1 0 0 0 0,-2 0 0 0 0,0 0 0 0 0,0-1 0 0 0,-1 1 0 0 0,0-1 0 0 0,-1-1 0 0 0,-1 1 0 0 0,0-1 0 0 0,0 0 1 0 0,-1-1-1 0 0,-1 0 0 0 0,0-1 0 0 0,-14 12 0 0 0,3-5 65 0 0,-1-1 0 0 0,0-1 0 0 0,-1-1 0 0 0,-1 0 0 0 0,0-2 0 0 0,-29 9 0 0 0,39-16 11 0 0,0-1 0 0 0,0 0 0 0 0,-17 1 1 0 0,25-4-19 0 0,-1-1-10 0 0,-24-5-16 0 0,28 5-17 0 0,1 1 1 0 0,0-1-1 0 0,-1 0 1 0 0,1 0 0 0 0,0 0-1 0 0,0 0 1 0 0,-1 0 0 0 0,1-1-1 0 0,0 1 1 0 0,0-1-1 0 0,0 1 1 0 0,1-1 0 0 0,-1 0-1 0 0,0 1 1 0 0,1-1-1 0 0,-1 0 1 0 0,1 0 0 0 0,-1-1-1 0 0,1 1 1 0 0,0 0 0 0 0,0 0-1 0 0,0 0 1 0 0,0-1-1 0 0,0 1 1 0 0,1-1 0 0 0,-1 1-1 0 0,1 0 1 0 0,0-1-1 0 0,-1 1 1 0 0,1-1 0 0 0,0 1-1 0 0,1-6 1 0 0,0 2 5 0 0,0 0 1 0 0,0-1-1 0 0,1 1 1 0 0,0 0-1 0 0,0 0 1 0 0,1 0-1 0 0,0 0 1 0 0,0 0-1 0 0,7-10 1 0 0,-3 10-7 0 0,21-11-28 0 0,-21 16 18 0 0,-2 1 0 0 0,0-1 0 0 0,-1 1 1 0 0,1 0-1 0 0,-1 0 1 0 0,1 0 0 0 0,-1 0-1 0 0,1 1 1 0 0,-1 0-1 0 0,1 0 1 0 0,-1 0 0 0 0,7 3-1 0 0,43 20-37 0 0,-49-21 41 0 0,26 14-81 0 0,35 27-1 0 0,29 17-1187 0 0,-81-55 460 0 0,-1 1 0 0 0,1-2 0 0 0,-1 0 1 0 0,2-1-1 0 0,-1 0 0 0 0,15 2 0 0 0,3-2-1817 0 0,-25-3-1873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38.3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26 2680 0 0,'-1'-4'1273'0'0,"-2"-18"4620"0"0,1 26-5662 0 0,0-1-203 0 0,1 0-1 0 0,-1-1 1 0 0,1 1-1 0 0,-1 0 1 0 0,1 0 0 0 0,0 1-1 0 0,1-1 1 0 0,-1 0-1 0 0,0 0 1 0 0,1 0 0 0 0,0 1-1 0 0,-1-1 1 0 0,1 0-1 0 0,1 0 1 0 0,-1 0 0 0 0,1 6-1 0 0,27 195 133 0 0,0-1-1597 0 0,-11 1-4076 0 0,-16-154 1797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39.3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14 2972 0 0,'0'0'2805'0'0,"-1"-4"-1758"0"0,-2-6 2677 0 0,4 21-2096 0 0,5 43-1592 0 0,-1-10 318 0 0,1 1-1213 0 0,2-1 0 0 0,22 71 1 0 0,-28-110 145 0 0,-2-3 490 0 0,0 0 1 0 0,1 0-1 0 0,0 0 0 0 0,-1 0 1 0 0,1-1-1 0 0,0 1 0 0 0,0 0 1 0 0,0 0-1 0 0,0-1 0 0 0,1 1 1 0 0,-1-1-1 0 0,0 1 0 0 0,1-1 1 0 0,-1 1-1 0 0,0-1 0 0 0,1 0 1 0 0,2 2-1 0 0,-2-2-429 0 0,17 14-3925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39.8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7 3264 0 0,'0'0'6253'0'0,"-2"4"-5837"0"0,-2 7-182 0 0,1 0 1 0 0,0 0-1 0 0,0 1 1 0 0,1-1-1 0 0,1 1 0 0 0,0-1 1 0 0,1 1-1 0 0,0-1 1 0 0,0 1-1 0 0,2-1 1 0 0,-1 1-1 0 0,6 19 1 0 0,-5-27-193 0 0,-1 0 0 0 0,1 0 1 0 0,0 0-1 0 0,0 0 0 0 0,1-1 1 0 0,-1 1-1 0 0,1-1 1 0 0,0 1-1 0 0,0-1 0 0 0,4 4 1 0 0,-4-4-39 0 0,1 0 11 0 0,-1-1-1 0 0,1 0 1 0 0,0 1-1 0 0,0-1 1 0 0,0-1-1 0 0,0 1 1 0 0,0 0-1 0 0,0-1 0 0 0,0 0 1 0 0,1 0-1 0 0,-1 0 1 0 0,7 0-1 0 0,-9-1-35 0 0,6 1 4 0 0,0 1 1 0 0,0-2-1 0 0,0 1 0 0 0,-1-1 1 0 0,1 0-1 0 0,15-3 0 0 0,-16 2 5 0 0,11 0-58 0 0,1-2 29 0 0,1-3-31 0 0,-5 1 41 0 0,0-1 1 0 0,-1 0-1 0 0,1-1 1 0 0,-1 0-1 0 0,-1-1 0 0 0,22-17 1 0 0,-33 24 27 0 0,0 0 0 0 0,-1-1 0 0 0,1 0 1 0 0,0 1-1 0 0,0-1 0 0 0,-1 0 0 0 0,1 0 0 0 0,-1 0 0 0 0,1 0 1 0 0,-1 0-1 0 0,0 0 0 0 0,0 0 0 0 0,0-1 0 0 0,1-2 1 0 0,4-9-66 0 0,17-73 127 0 0,-23 82-37 0 0,1-1-54 0 0,1-18 111 0 0,-1 18 337 0 0,-2 6-410 0 0,0 1 1 0 0,0-1 0 0 0,0 1-1 0 0,0-1 1 0 0,0 1-1 0 0,0 0 1 0 0,0 0 0 0 0,0-1-1 0 0,0 1 1 0 0,0 0-1 0 0,1 0 1 0 0,-1 0-1 0 0,0 0 1 0 0,1 0 0 0 0,-1 0-1 0 0,1 0 1 0 0,-1 0-1 0 0,1 0 1 0 0,-1 0 0 0 0,1 1-1 0 0,0-1 1 0 0,-1 0-1 0 0,1 0 1 0 0,0 0-1 0 0,0 2 1 0 0,-3 22 19 0 0,-1 12-28 0 0,2 1 1 0 0,4 72 0 0 0,1-87-539 0 0,0-1 0 0 0,1 1 0 0 0,1-1 0 0 0,1 0 0 0 0,14 33 0 0 0,-5-31-1646 0 0,-10-19 1586 0 0,3 3-2216 0 0,19 7-2021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40.0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1 3400 0 0,'0'0'4309'0'0,"-3"4"-3850"0"0,0 4-232 0 0,-1 0 1 0 0,1 1-1 0 0,-4 16 0 0 0,-4 74-146 0 0,4 148-1 0 0,3-53-5332 0 0,1-144 1306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42.0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396 37 3576 0 0,'-2'-3'187'0'0,"-1"0"-1"0"0,0 0 1 0 0,-1 0-1 0 0,1 0 1 0 0,0 0-1 0 0,-1 1 0 0 0,1 0 1 0 0,-1 0-1 0 0,0 0 1 0 0,0 0-1 0 0,0 0 1 0 0,0 1-1 0 0,0-1 1 0 0,0 1-1 0 0,0 0 0 0 0,0 0 1 0 0,-1 1-1 0 0,1 0 1 0 0,0-1-1 0 0,0 1 1 0 0,-1 1-1 0 0,1-1 1 0 0,0 0-1 0 0,0 1 0 0 0,-1 0 1 0 0,1 0-1 0 0,-4 2 1 0 0,-10 4-16 0 0,0 0 0 0 0,0 1 0 0 0,1 1 0 0 0,1 1 0 0 0,-1 1 0 0 0,1 0-1 0 0,1 1 1 0 0,0 0 0 0 0,-13 15 0 0 0,17-15-78 0 0,0 1 0 0 0,0 0 0 0 0,1 1 0 0 0,1 0 0 0 0,0 0-1 0 0,1 1 1 0 0,0 0 0 0 0,2 1 0 0 0,-1 0 0 0 0,-6 30 0 0 0,12-38-64 0 0,0 1 0 0 0,0-1 1 0 0,1 0-1 0 0,0 0 0 0 0,1 0 0 0 0,0 0 1 0 0,0 0-1 0 0,1 0 0 0 0,0 0 1 0 0,0 0-1 0 0,7 13 0 0 0,-7-16-19 0 0,0 0 0 0 0,1 0-1 0 0,0-1 1 0 0,0 0 0 0 0,0 1 0 0 0,1-1 0 0 0,-1 0-1 0 0,1-1 1 0 0,4 4 0 0 0,-1-1 2 0 0,-5-3-9 0 0,0-1-1 0 0,0-1 0 0 0,1 1 1 0 0,-1 0-1 0 0,0 0 1 0 0,1-1-1 0 0,0 1 1 0 0,3 1-1 0 0,1 0-1 0 0,-5-2-9 0 0,0 1-1 0 0,1-1 0 0 0,-1 1 0 0 0,0-1 0 0 0,1 0 1 0 0,-1 0-1 0 0,1 0 0 0 0,-1-1 0 0 0,1 1 0 0 0,-1-1 0 0 0,1 1 1 0 0,0-1-1 0 0,2 0 0 0 0,3 1-17 0 0,4 2-7 0 0,-1 0 0 0 0,1-1 0 0 0,-1-1 1 0 0,1 0-1 0 0,0 0 0 0 0,0-1 0 0 0,0-1 0 0 0,0 0 0 0 0,12-3 0 0 0,-15 2 14 0 0,-1 1 28 0 0,0-1 0 0 0,0 0 1 0 0,0 0-1 0 0,-1-1 0 0 0,1 0 1 0 0,-1 0-1 0 0,1-1 1 0 0,-1 0-1 0 0,0 0 0 0 0,-1 0 1 0 0,1-1-1 0 0,-1 0 0 0 0,8-8 1 0 0,-13 11-4 0 0,1 0-4 0 0,0 0 0 0 0,0 0 1 0 0,0 0-1 0 0,-1 0 0 0 0,1-1 0 0 0,-1 1 1 0 0,0-1-1 0 0,0 1 0 0 0,1-1 0 0 0,-2 1 1 0 0,1-1-1 0 0,0 0 0 0 0,0 1 0 0 0,-1-1 1 0 0,0 0-1 0 0,1 0 0 0 0,-1 1 0 0 0,0-1 1 0 0,0 0-1 0 0,-1 0 0 0 0,1 1 1 0 0,-1-1-1 0 0,1 0 0 0 0,-1 1 0 0 0,0-1 1 0 0,0 0-1 0 0,0 1 0 0 0,0-1 0 0 0,0 1 1 0 0,-1 0-1 0 0,1-1 0 0 0,-1 1 0 0 0,1 0 1 0 0,-1 0-1 0 0,-3-4 0 0 0,1 3-4 0 0,0-1 0 0 0,0 1-1 0 0,-1-1 1 0 0,1 1 0 0 0,-1 1 0 0 0,1-1 0 0 0,-1 1-1 0 0,0-1 1 0 0,0 1 0 0 0,0 1 0 0 0,0-1-1 0 0,0 1 1 0 0,-1-1 0 0 0,1 2 0 0 0,0-1 0 0 0,-1 1-1 0 0,1-1 1 0 0,0 1 0 0 0,-1 1 0 0 0,1-1-1 0 0,0 1 1 0 0,-1 0 0 0 0,-5 2 0 0 0,-2 0-80 0 0,-1 1-1 0 0,1 0 1 0 0,0 1 0 0 0,0 1 0 0 0,0 0 0 0 0,1 1 0 0 0,0 0-1 0 0,0 1 1 0 0,1 0 0 0 0,0 1 0 0 0,-16 16 0 0 0,26-24 12 0 0,0 0 0 0 0,0 0 0 0 0,0 0 0 0 0,0 1 0 0 0,0-1 0 0 0,0 0 0 0 0,1 1 0 0 0,-1-1 0 0 0,0 1-1 0 0,1-1 1 0 0,-1 1 0 0 0,1-1 0 0 0,-1 3 0 0 0,0 1-185 0 0,-1 0-764 0 0,4 0-435 0 0,3 18-1109 0 0,-3-17-1819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42.3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103 32 3452 0 0,'-1'-26'1433'0'0,"1"20"2591"0"0,-5 8-3300 0 0,2-2-641 0 0,2 1-24 0 0,-1-1 0 0 0,1 0 0 0 0,-1 1 0 0 0,1-1 0 0 0,-1 1 0 0 0,0 0 0 0 0,1 0 0 0 0,0-1 0 0 0,-1 1 0 0 0,1 0 0 0 0,0 0 0 0 0,-1 0 0 0 0,1 1 0 0 0,0-1 0 0 0,0 0 0 0 0,0 0 0 0 0,0 1 0 0 0,0-1 0 0 0,0 0 0 0 0,0 1 1 0 0,0-1-1 0 0,1 1 0 0 0,-1-1 0 0 0,1 1 0 0 0,-1-1 0 0 0,0 4 0 0 0,-11 38 257 0 0,2 0 1 0 0,-8 87 0 0 0,7 100-1649 0 0,6-91-780 0 0,0-36-2094 0 0,3-52-364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44.6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96 106 2972 0 0,'-22'-6'1286'0'0,"18"4"1541"0"0,4-6-2355 0 0,0 3-117 0 0,0 0 0 0 0,0 1 0 0 0,0-1 0 0 0,1 0 0 0 0,2-9 1 0 0,-2 9-21 0 0,2 1-55 0 0,30-31 381 0 0,-29 32-567 0 0,1 2-16 0 0,-3 0-63 0 0,1 0-1 0 0,-1 1 0 0 0,1-1 1 0 0,-1 1-1 0 0,1 0 1 0 0,-1 0-1 0 0,1 0 0 0 0,0 0 1 0 0,-1 0-1 0 0,1 0 1 0 0,-1 1-1 0 0,1-1 0 0 0,-1 1 1 0 0,1-1-1 0 0,-1 1 0 0 0,0 0 1 0 0,1 0-1 0 0,-1 0 1 0 0,0 1-1 0 0,0-1 0 0 0,1 1 1 0 0,1 1-1 0 0,2 4 1 0 0,-1-1 1 0 0,0 1-1 0 0,0 0 0 0 0,-1 0 1 0 0,0 0-1 0 0,0 1 0 0 0,-1 0 1 0 0,0-1-1 0 0,4 14 0 0 0,-5-8-9 0 0,0 0 0 0 0,0 1 0 0 0,-1-1 0 0 0,-1 0 0 0 0,0 1 0 0 0,-2 14 0 0 0,-1-13 5 0 0,1 0 0 0 0,-2 0-1 0 0,0 0 1 0 0,-1 0 0 0 0,0-1-1 0 0,-1 1 1 0 0,-1-2 0 0 0,0 1-1 0 0,-1-1 1 0 0,0 0 0 0 0,-1 0-1 0 0,0-1 1 0 0,-1 0 0 0 0,-1-1-1 0 0,0 0 1 0 0,0-1 0 0 0,-1 0-1 0 0,0-1 1 0 0,-19 11 0 0 0,28-18 22 0 0,-20 4 54 0 0,18-4 70 0 0,5-3-156 0 0,0 1-1 0 0,0 0 1 0 0,-1 0 0 0 0,1-1 0 0 0,0 1-1 0 0,0 0 1 0 0,0-1 0 0 0,0 1-1 0 0,-1 0 1 0 0,1 0 0 0 0,0 0-1 0 0,0-1 1 0 0,-1 1 0 0 0,1 0-1 0 0,0 0 1 0 0,0 0 0 0 0,-1-1-1 0 0,1 1 1 0 0,0 0 0 0 0,0 0 0 0 0,-1 0-1 0 0,1 0 1 0 0,0 0 0 0 0,-1 0-1 0 0,1 0 1 0 0,0 0 0 0 0,-1 0-1 0 0,1 0 1 0 0,0 0 0 0 0,-1 0-1 0 0,1 0 1 0 0,-1 0 0 0 0,1 0 6 0 0,-1 0-1 0 0,1 0 1 0 0,-1 0 0 0 0,1 0-1 0 0,-1 0 1 0 0,1 0 0 0 0,-1 0 0 0 0,1 0-1 0 0,-1 0 1 0 0,1-1 0 0 0,-1 1-1 0 0,1 0 1 0 0,-1 0 0 0 0,1-1 0 0 0,-1 1-1 0 0,1 0 1 0 0,-1 0 0 0 0,1-1-1 0 0,-1 1 1 0 0,1 0 0 0 0,0-1 0 0 0,-1 1-1 0 0,1-1 1 0 0,0 1 0 0 0,-1 0 0 0 0,1-1-1 0 0,0 1 1 0 0,0-1 0 0 0,-1 1-1 0 0,1-1 1 0 0,0 1 0 0 0,0-1 0 0 0,0 1-1 0 0,-1-1 1 0 0,1 1 0 0 0,0-1-1 0 0,0 0 1 0 0,0-21 6 0 0,0 17-34 0 0,13-12 2 0 0,-10 14 12 0 0,2 1 1 0 0,13-6 9 0 0,-13 6 3 0 0,1 2 0 0 0,55 4 49 0 0,-28 3-25 0 0,49 17-1 0 0,-60-16-291 0 0,1-1 0 0 0,0-1 0 0 0,1-1 0 0 0,25 2 0 0 0,25-6-1691 0 0,-60-1 1171 0 0,-1-2 0 0 0,1 0-1 0 0,-1 0 1 0 0,1-1 0 0 0,21-8 0 0 0,-27 8 8 0 0,18-7-2976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45.0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70 44 1912 0 0,'0'0'1217'0'0,"-1"-4"-76"0"0,-4-12-265 0 0,4 12 459 0 0,-2 0-792 0 0,2 4-386 0 0,-1-1 0 0 0,1-1 0 0 0,0 1-1 0 0,0 0 1 0 0,-1 0 0 0 0,1 0 0 0 0,0-1 0 0 0,0 1 0 0 0,0-1 0 0 0,-1-2-1 0 0,-3 4 65 0 0,-16 0-7 0 0,15 0 575 0 0,-8 20-202 0 0,40 13 56 0 0,-11-16-410 0 0,2-1-1 0 0,18 14 1 0 0,9 9 76 0 0,-27-23-35 0 0,-2 1-1 0 0,26 35 1 0 0,-39-48-171 0 0,-2-3-88 0 0,1 1 0 0 0,0-1 0 0 0,0 1-1 0 0,-1-1 1 0 0,1 1 0 0 0,-1 0 0 0 0,1-1 0 0 0,-1 1 0 0 0,0-1 0 0 0,0 1 0 0 0,0 0 0 0 0,0 3 0 0 0,0-3 9 0 0,2 3 38 0 0,-4 0-5 0 0,1 0-71 0 0,0-1 0 0 0,0 1 0 0 0,-1-1 1 0 0,0 1-1 0 0,0-1 0 0 0,0 0 0 0 0,0 0 1 0 0,-1 0-1 0 0,0 0 0 0 0,0 0 1 0 0,0 0-1 0 0,0-1 0 0 0,0 0 0 0 0,-1 1 1 0 0,1-1-1 0 0,-5 2 0 0 0,-2 1-648 0 0,0-2-1 0 0,0 1 1 0 0,-20 5-1 0 0,26-9 217 0 0,0 0-1 0 0,0 0 1 0 0,0-1-1 0 0,0 1 1 0 0,0-1-1 0 0,0 0 1 0 0,0 0-1 0 0,0 0 1 0 0,0-1-1 0 0,0 1 1 0 0,0-1-1 0 0,0 0 1 0 0,0 0-1 0 0,-4-2 1 0 0,-11-6-3404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45.1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1 230 3408 0 0,'21'-27'2117'0'0,"9"0"-1409"0"0,-11 14-128 0 0,3-2-140 0 0,1 2-68 0 0,3 0-80 0 0,2 0-36 0 0,2-1-100 0 0,3 0-28 0 0,2-1-104 0 0,2 2-160 0 0,-1-2-244 0 0,-4 5-264 0 0,-3 2-480 0 0,1 0 143 0 0,0 1-707 0 0,-2 3-1800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46.3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107 134 2808 0 0,'-75'-28'4502'0'0,"71"26"-3859"0"0,-1-1 142 0 0,4 2-667 0 0,0 1 0 0 0,0-1 0 0 0,-1 0 0 0 0,1 1 0 0 0,0-1 0 0 0,0 1 0 0 0,0-1 1 0 0,-1 1-1 0 0,1-1 0 0 0,0 1 0 0 0,0 0 0 0 0,-1 0 0 0 0,-1 0 0 0 0,2-5 129 0 0,-1-12-3 0 0,2 17-238 0 0,0-1 0 0 0,0 1 0 0 0,0 0-1 0 0,0 0 1 0 0,0 0 0 0 0,0-1-1 0 0,0 1 1 0 0,0 0 0 0 0,0 0 0 0 0,0 0-1 0 0,0-1 1 0 0,0 1 0 0 0,0 0 0 0 0,0 0-1 0 0,0 0 1 0 0,0-1 0 0 0,0 1 0 0 0,0 0-1 0 0,0 0 1 0 0,0 0 0 0 0,0 0-1 0 0,0-1 1 0 0,0 1 0 0 0,0 0 0 0 0,1 0-1 0 0,-1 0 1 0 0,0 0 0 0 0,0-1 0 0 0,0 1-1 0 0,0 0 1 0 0,0 0 0 0 0,1 0 0 0 0,-1 0-1 0 0,0 0 1 0 0,0 0 0 0 0,0-1-1 0 0,0 1 1 0 0,1 0 0 0 0,-1 0 0 0 0,19-10 203 0 0,1 0-1 0 0,-1 2 1 0 0,2 0 0 0 0,-1 1 0 0 0,1 1 0 0 0,0 1-1 0 0,0 0 1 0 0,1 2 0 0 0,31-1 0 0 0,-5 5 127 0 0,-45-1-315 0 0,0 0-1 0 0,0 0 1 0 0,0 0 0 0 0,0 1-1 0 0,0-1 1 0 0,0 1 0 0 0,-1-1 0 0 0,1 1-1 0 0,0 0 1 0 0,0 0 0 0 0,-1 1-1 0 0,6 2 1 0 0,1 1 26 0 0,1 0-2 0 0,-1 0 0 0 0,0 0-1 0 0,-1 1 1 0 0,1 0 0 0 0,-1 1 0 0 0,0-1 0 0 0,-1 2 0 0 0,1-1-1 0 0,-2 1 1 0 0,1 0 0 0 0,-1 1 0 0 0,0-1 0 0 0,-1 1-1 0 0,0 0 1 0 0,0 1 0 0 0,-1-1 0 0 0,0 1 0 0 0,-1 0 0 0 0,3 12-1 0 0,-1 0-19 0 0,-1 0-1 0 0,-1 0 0 0 0,-1 0 1 0 0,-1 1-1 0 0,0-1 0 0 0,-2 0 0 0 0,-7 41 1 0 0,5-45-325 0 0,-2 0 0 0 0,0 0-1 0 0,-1 0 1 0 0,-1-1 0 0 0,-1 0 0 0 0,-18 32 0 0 0,16-35-1183 0 0,0-1 0 0 0,0 0 1 0 0,-1-1-1 0 0,-22 20 0 0 0,16-17-3905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46.5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0 192 2724 0 0,'0'0'2288'0'0,"23"-26"-1483"0"0,-4 13-209 0 0,6 2-132 0 0,3-2-88 0 0,10 1-192 0 0,2-1 4 0 0,5 0-84 0 0,3 3-168 0 0,0-3-192 0 0,8 0-280 0 0,-3 0-268 0 0,-3-4-165 0 0,3 4-671 0 0,-1 2-1780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47.0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348 38 3212 0 0,'0'0'1232'0'0,"-5"-1"-206"0"0,-13-2-330 0 0,13 2 2314 0 0,7-3-2799 0 0,8-14-13 0 0,-8 14-17 0 0,42-2 439 0 0,14 7-350 0 0,-51-1-251 0 0,1 1 0 0 0,-1 0 0 0 0,0 1 0 0 0,0-1 0 0 0,-1 1 0 0 0,1 0 0 0 0,0 1 0 0 0,-1 0 0 0 0,1 0 0 0 0,-1 0 0 0 0,0 1 0 0 0,0 0 0 0 0,0 0 0 0 0,-1 1 1 0 0,1-1-1 0 0,5 8 0 0 0,-9-9-15 0 0,0 0 1 0 0,-1 0 0 0 0,1 1-1 0 0,-1-1 1 0 0,0 1-1 0 0,0-1 1 0 0,0 1 0 0 0,0 0-1 0 0,-1-1 1 0 0,1 1-1 0 0,-1 0 1 0 0,0-1 0 0 0,0 1-1 0 0,-1 4 1 0 0,1-4-8 0 0,0-3 4 0 0,0 1 0 0 0,0 0 0 0 0,0 0 0 0 0,0-1 0 0 0,0 1 0 0 0,-1 0 0 0 0,1 0 0 0 0,0-1 0 0 0,-1 1 0 0 0,1 0 0 0 0,-1-1 0 0 0,0 1 0 0 0,1 0 1 0 0,-1-1-1 0 0,-2 3 0 0 0,0 1 2 0 0,1 1 4 0 0,-2 0 0 0 0,1 0 1 0 0,-1 0-1 0 0,0 0 0 0 0,0 0 0 0 0,0-1 1 0 0,-1 0-1 0 0,-6 6 0 0 0,6-6 4 0 0,-61 61 473 0 0,63-63-282 0 0,2-2-156 0 0,0-1 0 0 0,0 1 1 0 0,1-1-1 0 0,-1 1 0 0 0,0 0 0 0 0,0 0 0 0 0,1-1 0 0 0,-1 1 0 0 0,0 0 0 0 0,1 0 0 0 0,-1 0 0 0 0,1 0 0 0 0,-1 0 0 0 0,1-1 0 0 0,-1 1 0 0 0,1 0 0 0 0,0 0 0 0 0,0 0 0 0 0,-1 0 0 0 0,1 2 0 0 0,85 22 458 0 0,-77-22-479 0 0,0 0-1 0 0,0 1 0 0 0,0-1 1 0 0,0 2-1 0 0,0-1 0 0 0,-1 1 1 0 0,0 0-1 0 0,0 1 0 0 0,10 10 1 0 0,-15-13-24 0 0,0-1 0 0 0,-1 1 1 0 0,0 0-1 0 0,0 0 0 0 0,0 0 1 0 0,0 0-1 0 0,0 0 1 0 0,0 0-1 0 0,-1 1 0 0 0,1-1 1 0 0,-1 0-1 0 0,0 0 0 0 0,0 0 1 0 0,0 0-1 0 0,-1 1 0 0 0,0 4 1 0 0,0-4-11 0 0,1-2 6 0 0,0-1 0 0 0,0 1 0 0 0,-1 0 0 0 0,1 0 1 0 0,0 0-1 0 0,-1 0 0 0 0,1 0 0 0 0,-1-1 0 0 0,0 1 0 0 0,0 0 0 0 0,0-1 0 0 0,0 1 0 0 0,0 0 0 0 0,0-1 0 0 0,0 1 0 0 0,-2 1 0 0 0,-2 3 31 0 0,-1 2-7 0 0,-1 0-1 0 0,0 0 0 0 0,0 0 1 0 0,-1-1-1 0 0,0 0 0 0 0,0 0 1 0 0,-1-1-1 0 0,0 0 0 0 0,-14 7 1 0 0,-9 2-108 0 0,-47 16 0 0 0,76-30 84 0 0,-30 9-400 0 0,0-1 0 0 0,-1-1 0 0 0,0-2 0 0 0,-37 2 0 0 0,-67-6-6040 0 0,101-4 1379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47.9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26 3884 0 0,'1'-4'1610'0'0,"2"-18"3810"0"0,1 25-4948 0 0,14 6-90 0 0,-18-8-370 0 0,0-1 0 0 0,1 0 0 0 0,-1 0 0 0 0,1 1 0 0 0,-1-1 0 0 0,0 0-1 0 0,1 1 1 0 0,-1-1 0 0 0,0 0 0 0 0,1 1 0 0 0,-1-1 0 0 0,0 0 0 0 0,1 1-1 0 0,-1-1 1 0 0,0 1 0 0 0,0-1 0 0 0,0 1 0 0 0,1-1 0 0 0,-1 1 0 0 0,0-1 0 0 0,0 0-1 0 0,0 1 1 0 0,0 0 0 0 0,9 31 174 0 0,-2-1 0 0 0,-1 1 0 0 0,-2 0 1 0 0,-1 0-1 0 0,-2 43 0 0 0,-20 166-1482 0 0,3-67-5672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49.2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118 58 2872 0 0,'14'-53'5148'0'0,"-12"48"-2712"0"0,-2 6-2431 0 0,0-1-1 0 0,0 0 1 0 0,0 1-1 0 0,0-1 0 0 0,1 0 1 0 0,-1 0-1 0 0,0 1 1 0 0,0-1-1 0 0,0 0 1 0 0,1 0-1 0 0,-1 1 1 0 0,0-1-1 0 0,0 0 0 0 0,1 0 1 0 0,-1 0-1 0 0,0 0 1 0 0,1 1-1 0 0,-1-1 1 0 0,0 0-1 0 0,1 0 1 0 0,-1 0-1 0 0,0 0 0 0 0,0 0 1 0 0,1 0-1 0 0,-1 0 1 0 0,0 0-1 0 0,1 0 1 0 0,0 0-1 0 0,-1 0 1 0 0,0 0 1 0 0,1 0-1 0 0,-1 0 1 0 0,1 0-1 0 0,-1 0 0 0 0,1 0 1 0 0,-1 1-1 0 0,1-1 0 0 0,-1 0 1 0 0,1 0-1 0 0,-1 0 1 0 0,0 0-1 0 0,1 1 0 0 0,-1-1 1 0 0,1 0-1 0 0,-1 1 1 0 0,0-1-1 0 0,1 0 0 0 0,-1 0 1 0 0,0 1-1 0 0,1-1 0 0 0,-1 1 1 0 0,0-1-1 0 0,0 0 1 0 0,1 1-1 0 0,-1-1 0 0 0,0 1 1 0 0,0-1-1 0 0,0 0 0 0 0,1 1 1 0 0,-1-1-1 0 0,0 1 1 0 0,0-1-1 0 0,0 1 0 0 0,0-1 1 0 0,0 1-1 0 0,0-1 1 0 0,0 1-1 0 0,0-1 0 0 0,0 1 1 0 0,-1 28 73 0 0,-1 0 1 0 0,-2 0-1 0 0,-1 0 1 0 0,-15 51 0 0 0,15-62-67 0 0,-1-1 0 0 0,-10 20 0 0 0,14-29-5 0 0,-27 43 13 0 0,-14 13-31 0 0,40-60 27 0 0,-13 14 278 0 0,16-18-295 0 0,1 0 1 0 0,-1 0-1 0 0,1 0 0 0 0,-1 0 0 0 0,0 0 0 0 0,1 0 0 0 0,-1 0 0 0 0,1 0 0 0 0,-1 0 0 0 0,0 0 0 0 0,1 1 0 0 0,-1-1 0 0 0,1 0 1 0 0,-1 0-1 0 0,0 0 0 0 0,1 1 0 0 0,-1-1 0 0 0,0 0 0 0 0,1 0 0 0 0,-1 1 0 0 0,0-1 0 0 0,0 0 0 0 0,1 1 0 0 0,-1-1 0 0 0,0 0 0 0 0,0 1 1 0 0,1-1-1 0 0,-1 1 0 0 0,0 0-1 0 0,1-1 0 0 0,-1 1 0 0 0,0-1 0 0 0,1 1 1 0 0,-1-1-1 0 0,1 1 0 0 0,-1-1 0 0 0,0 1 0 0 0,1-1 0 0 0,-1 1 1 0 0,1-1-1 0 0,0 0 0 0 0,-1 1 0 0 0,1-1 0 0 0,-1 0 1 0 0,1 1-1 0 0,-1-1 0 0 0,1 0 0 0 0,0 0 0 0 0,-1 0 0 0 0,1 1 1 0 0,0-1-1 0 0,-1 0 0 0 0,1 0 0 0 0,0 0 0 0 0,-1 0 0 0 0,1 0 1 0 0,0 0-1 0 0,-1 0 0 0 0,1-1 0 0 0,1 1 0 0 0,43-3-129 0 0,0-3-1 0 0,-1-1 0 0 0,0-2 0 0 0,69-24 0 0 0,-104 30 117 0 0,0 0-1 0 0,-1 0 1 0 0,1-1-1 0 0,-1 0 1 0 0,0-1-1 0 0,0 0 0 0 0,-1 0 1 0 0,1-1-1 0 0,-1 1 1 0 0,-1-2-1 0 0,1 1 1 0 0,8-11-1 0 0,-13 14 30 0 0,-2 3-15 0 0,0-1 0 0 0,0 1 0 0 0,0-1 0 0 0,0 1 0 0 0,0-1 0 0 0,0 0 0 0 0,0 1 0 0 0,0-1 0 0 0,0 1 0 0 0,0-1 0 0 0,1 1 0 0 0,-1-1 0 0 0,0 1 0 0 0,0-1 0 0 0,1 1 0 0 0,-1-1 0 0 0,0 1 0 0 0,1-1 0 0 0,-1 1 0 0 0,0 0 0 0 0,1-1 0 0 0,0 0 0 0 0,0 0 1 0 0,-1 1-1 0 0,1-1 0 0 0,0 0 1 0 0,-1 0-1 0 0,1 0 1 0 0,-1 0-1 0 0,1 1 1 0 0,-1-1-1 0 0,1 0 0 0 0,-1 0 1 0 0,1 0-1 0 0,-1 0 1 0 0,0 0-1 0 0,0 0 1 0 0,1 0-1 0 0,-1 0 0 0 0,0-1 1 0 0,0 0-1 0 0,1-47 28 0 0,-1 44-37 0 0,-7-18-140 0 0,4 20-141 0 0,-9-9 307 0 0,10 9 218 0 0,-3 4-203 0 0,-15 4 22 0 0,19-5-49 0 0,0 0 1 0 0,0 1-1 0 0,0-1 0 0 0,0 0 0 0 0,0 1 0 0 0,1-1 1 0 0,-1 1-1 0 0,0-1 0 0 0,0 1 0 0 0,1 0 0 0 0,-1-1 0 0 0,0 1 1 0 0,1 0-1 0 0,-1-1 0 0 0,0 1 0 0 0,1 0 0 0 0,-1 0 1 0 0,1-1-1 0 0,-1 1 0 0 0,1 0 0 0 0,0 0 0 0 0,-1 0 0 0 0,0 2 1 0 0,1-3 7 0 0,-2 4 4 0 0,-1 0-1 0 0,1 1 1 0 0,0-1-1 0 0,0 0 0 0 0,1 1 1 0 0,-1-1-1 0 0,1 1 1 0 0,-1 5-1 0 0,-2 8 26 0 0,-4 16 15 0 0,1 0 0 0 0,1 0 1 0 0,-1 67-1 0 0,8-33-240 0 0,9 69-1 0 0,-8-121-406 0 0,0 1-1 0 0,1-1 1 0 0,8 24-1 0 0,-8-33-239 0 0,0-1 0 0 0,0 1 1 0 0,0-1-1 0 0,1 0 0 0 0,9 12 0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0:49.8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25 168 2904 0 0,'1'-4'1097'0'0,"8"-27"3676"0"0,-7 23-5134 0 0,-1 3 1158 0 0,-5 3-629 0 0,1-1 0 0 0,0 1 0 0 0,-1-1 0 0 0,1 0 0 0 0,1-1 0 0 0,-1 1 0 0 0,0 0 0 0 0,-1-5 0 0 0,1 5 173 0 0,3-2-261 0 0,-2-21 57 0 0,4 23-123 0 0,0-1 0 0 0,0 1 0 0 0,0 0-1 0 0,1 0 1 0 0,-1 0 0 0 0,1 0 0 0 0,0 1 0 0 0,0-1 0 0 0,-1 1 0 0 0,8-4 0 0 0,-6 3 2 0 0,0 1 1 0 0,1 0-1 0 0,-1 0 1 0 0,0 0-1 0 0,1 0 1 0 0,0 1-1 0 0,-1 0 1 0 0,1 0-1 0 0,5-1 0 0 0,-6 2-38 0 0,1-1-11 0 0,2 2 17 0 0,1-2 13 0 0,-5 1 2 0 0,0-1 0 0 0,0 1 1 0 0,-1 0-1 0 0,1 1 0 0 0,0-1 1 0 0,0 0-1 0 0,-1 1 0 0 0,1-1 1 0 0,0 1-1 0 0,-1 0 0 0 0,4 1 0 0 0,34 14-31 0 0,-33-10 30 0 0,-2-1-1 0 0,3 1-2 0 0,-6-5 5 0 0,0 0 0 0 0,-1 0 0 0 0,1 1-1 0 0,0-1 1 0 0,-1 1 0 0 0,1-1 0 0 0,-1 1 0 0 0,1-1 0 0 0,-1 1 0 0 0,0 0 0 0 0,0 0 0 0 0,0 0-1 0 0,0 0 1 0 0,0 0 0 0 0,1 3 0 0 0,-1-3 0 0 0,1 2-1 0 0,1 0-3 0 0,-1 0 0 0 0,0 0 0 0 0,0 0 0 0 0,-1 1 0 0 0,1-1-1 0 0,-1 0 1 0 0,0 1 0 0 0,0-1 0 0 0,-1 1 0 0 0,1-1-1 0 0,-1 1 1 0 0,0 6 0 0 0,-2 0 5 0 0,0 0 1 0 0,-1 0-1 0 0,0 0 0 0 0,-1 0 1 0 0,-1 0-1 0 0,1-1 0 0 0,-1 0 0 0 0,-1 0 1 0 0,0 0-1 0 0,-1 0 0 0 0,-8 9 1 0 0,1-3-3 0 0,0 0 0 0 0,-1-1 0 0 0,-1-1 0 0 0,0-1 0 0 0,-23 15 0 0 0,-8 1 80 0 0,44-27 9 0 0,-1 0-76 0 0,-11 7-25 0 0,11-7 2 0 0,7-6-115 0 0,10-14 230 0 0,-12 17-103 0 0,-1 0-1 0 0,1 1 0 0 0,0-1 1 0 0,0 0-1 0 0,0 0 0 0 0,0 0 0 0 0,0 0 1 0 0,0 1-1 0 0,0-1 0 0 0,0 0 1 0 0,0 1-1 0 0,0-1 0 0 0,0 1 0 0 0,0 0 1 0 0,0-1-1 0 0,1 1 0 0 0,-1 0 1 0 0,0-1-1 0 0,0 1 0 0 0,0 0 0 0 0,2 0 1 0 0,-1 0-3 0 0,12-4-4 0 0,0 0-1 0 0,0 1 1 0 0,1 1-1 0 0,-1 0 1 0 0,1 1-1 0 0,21 1 1 0 0,89 14-345 0 0,-99-10 96 0 0,28 4-129 0 0,80 9-837 0 0,-102-16-1516 0 0,35-2 1 0 0,-25-2-1058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3760 0 0,'0'0'4933'0'0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409 28 2084 0 0,'0'0'946'0'0,"-1"-4"-138"0"0,-2-19 7757 0 0,0 26-8421 0 0,-1 3-46 0 0,0 1-1 0 0,1-1 1 0 0,0 0-1 0 0,0 1 1 0 0,0-1-1 0 0,1 1 0 0 0,0 0 1 0 0,0 0-1 0 0,-1 12 1 0 0,-4 68 354 0 0,6-73-436 0 0,1 33 128 0 0,33 401 669 0 0,-26-390-741 0 0,10 56 35 0 0,-16-109-68 0 0,9 87 35 0 0,-10-86-66 0 0,1 0 28 0 0,0 56 111 0 0,-1-56-130 0 0,0 0 5 0 0,3 55 290 0 0,-3-55-329 0 0,1 1 10 0 0,0 19-1 0 0,-1-20 2 0 0,0 1 9 0 0,-1 104 179 0 0,-3 34-5 0 0,6-89-264 0 0,-2-51 90 0 0,0 2 49 0 0,0 76 71 0 0,1-2-178 0 0,-1-77 73 0 0,0 4 1 0 0,-3 85-48 0 0,3-89 42 0 0,0 3 2 0 0,-2 50 2 0 0,2-52-6 0 0,0 1 5 0 0,-2 220 223 0 0,-1-188-151 0 0,3-32-84 0 0,0 2-20 0 0,-11 128 14 0 0,0-8 312 0 0,5-46-462 0 0,-7 64 72 0 0,12-140 104 0 0,-7 55 10 0 0,7-56-24 0 0,0 1-16 0 0,-13 122 58 0 0,14-122-66 0 0,-1 1 16 0 0,-5 81 16 0 0,6-83 5 0 0,-1 2 0 0 0,-7 107 189 0 0,8-109-184 0 0,0 2 2 0 0,-2 87 54 0 0,0-2-42 0 0,-17 239 14 0 0,3-87 99 0 0,12-116-34 0 0,-8 29-81 0 0,-4 87-30 0 0,14-184 132 0 0,0 11-170 0 0,2-57 10 0 0,2 45 11 0 0,-3-46 7 0 0,-1 2-3 0 0,0-7 0 0 0,0 27-23 0 0,2 55 45 0 0,-1-44-7 0 0,0-2-8 0 0,-1 76 8 0 0,2-89-42 0 0,0 1 40 0 0,0-8-7 0 0,5 41 82 0 0,-3 4-18 0 0,-2-14-5 0 0,-1 147-188 0 0,-1-78 75 0 0,0-58 136 0 0,0 120 2 0 0,0-98-105 0 0,1-21-52 0 0,0-17 106 0 0,0-1 132 0 0,1 5-283 0 0,0 122-79 0 0,-2 279 66 0 0,-31 563 220 0 0,24-807-93 0 0,-60 895 173 0 0,40-727-177 0 0,2-20 196 0 0,11-87-105 0 0,7-108 39 0 0,-9 853 574 0 0,19-755-370 0 0,-6 323-165 0 0,1 0 203 0 0,-9 590 346 0 0,9-1054-809 0 0,-2 187 375 0 0,8-245-147 0 0,1 0 55 0 0,-3-57-124 0 0,0-1 24 0 0,2 51 106 0 0,-2-50-166 0 0,0-1-1 0 0,2 13-2 0 0,-2-13 311 0 0,0 0-303 0 0,0 16-27 0 0,0-16 53 0 0,-14-14-9233 0 0,10 0 3902 0 0,-1-14-2054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493 62 3484 0 0,'0'0'1436'0'0,"-1"-5"-270"0"0,-23-36 1488 0 0,21 38-2294 0 0,-2 1-125 0 0,-14-5-4 0 0,14 5-54 0 0,-3 2-22 0 0,-1-1-102 0 0,5 1-14 0 0,-1 0-1 0 0,1 0 1 0 0,0 0-1 0 0,0 0 1 0 0,-1 1-1 0 0,1 0 1 0 0,-5 1-1 0 0,-11 3 75 0 0,0 1 0 0 0,0 1 0 0 0,1 0 0 0 0,0 2 0 0 0,0 0 0 0 0,1 1 0 0 0,0 1 0 0 0,1 1 0 0 0,0 0 0 0 0,1 1 0 0 0,0 1 0 0 0,1 0 0 0 0,1 2 0 0 0,0-1 0 0 0,1 2 0 0 0,1-1 0 0 0,0 2 0 0 0,2 0 0 0 0,-10 21 0 0 0,10-16-68 0 0,1 0 0 0 0,2 0 0 0 0,0 1 0 0 0,2 0 0 0 0,0 0 0 0 0,2 1 0 0 0,-1 27 0 0 0,4-42-56 0 0,0-7 5 0 0,-1-1 0 0 0,1 0 0 0 0,0 1-1 0 0,0-1 1 0 0,0 0 0 0 0,1 1-1 0 0,-1-1 1 0 0,0 0 0 0 0,1 1 0 0 0,1 2-1 0 0,4 15 39 0 0,-3-11-12 0 0,-1 0 0 0 0,2-1 0 0 0,-1 1-1 0 0,1-1 1 0 0,1 0 0 0 0,-1 0 0 0 0,1 0-1 0 0,1-1 1 0 0,-1 0 0 0 0,1 0 0 0 0,0 0 0 0 0,1-1-1 0 0,0 0 1 0 0,0 0 0 0 0,0 0 0 0 0,1-1-1 0 0,12 6 1 0 0,-12-7-11 0 0,0-1 0 0 0,0 0 0 0 0,0-1 0 0 0,1 0 0 0 0,-1 0 0 0 0,1-1 0 0 0,10 1 0 0 0,-10 0-8 0 0,-5-1-7 0 0,0-1 1 0 0,0 1-1 0 0,0-1 1 0 0,0 0-1 0 0,0 0 1 0 0,0 0-1 0 0,0-1 0 0 0,5 0 1 0 0,13-2-20 0 0,1-1 0 0 0,-1-1 0 0 0,0-1 0 0 0,-1-1 0 0 0,28-12 1 0 0,-31 10-12 0 0,0-2 0 0 0,-1 0 1 0 0,0-1-1 0 0,-1-1 1 0 0,0-1-1 0 0,-1 0 0 0 0,24-30 1 0 0,-30 33-17 0 0,-1-1-1 0 0,0-1 1 0 0,-1 1 0 0 0,0-2 0 0 0,-1 1 0 0 0,0 0 0 0 0,-1-1 0 0 0,0 0-1 0 0,-2-1 1 0 0,1 1 0 0 0,-2 0 0 0 0,2-23 0 0 0,-3 28 32 0 0,0 4 9 0 0,0 1 0 0 0,-1 0 0 0 0,0-1 0 0 0,0 1 0 0 0,0 0 0 0 0,-1-1 0 0 0,-1-5 0 0 0,0-6-18 0 0,-1 0-1 0 0,-9-26 0 0 0,10 34 13 0 0,-1 1 1 0 0,0 0 0 0 0,-1 0-1 0 0,1 0 1 0 0,-1 1-1 0 0,-1-1 1 0 0,1 1 0 0 0,-1 0-1 0 0,0 0 1 0 0,-8-6-1 0 0,8 7 11 0 0,4 3 9 0 0,-1 0-1 0 0,1 1 1 0 0,-1-1-1 0 0,0 1 1 0 0,1-1-1 0 0,-1 1 1 0 0,0 0-1 0 0,0-1 1 0 0,0 1-1 0 0,0 0 0 0 0,0 0 1 0 0,-3 0-1 0 0,2-1 3 0 0,-4-1-8 0 0,1 0 1 0 0,0 0 0 0 0,-1 1 0 0 0,0 0 0 0 0,1 0-1 0 0,-1 0 1 0 0,0 1 0 0 0,0 0 0 0 0,0 1 0 0 0,0-1-1 0 0,0 1 1 0 0,0 1 0 0 0,0-1 0 0 0,0 1 0 0 0,0 0-1 0 0,1 1 1 0 0,-14 4 0 0 0,-21 12-7 0 0,34-12 7 0 0,2 0 0 0 0,-4 2-1 0 0,-18 31 12 0 0,25-29-7 0 0,0-3-2 0 0,1-5 0 0 0,0 0-1 0 0,1 0 0 0 0,-1 1 0 0 0,0-1 1 0 0,1 0-1 0 0,-1 0 0 0 0,1 0 0 0 0,0 0 0 0 0,0 1 1 0 0,0-1-1 0 0,0 0 0 0 0,0 0 0 0 0,1 5 0 0 0,0 0-1 0 0,-1 6 14 0 0,0 1 0 0 0,1-1 0 0 0,1 1 0 0 0,0-1 0 0 0,1 1 1 0 0,1-1-1 0 0,6 18 0 0 0,5 3-7 0 0,24 41 1 0 0,-28-55-38 0 0,85 125 2 0 0,-68-107 12 0 0,-2 2 0 0 0,29 55 1 0 0,-54-91 13 0 0,1 0 0 0 0,-1 0 0 0 0,1 0 0 0 0,-1 0-1 0 0,0 0 1 0 0,-1 1 0 0 0,1-1 0 0 0,-1 0 0 0 0,0 0 0 0 0,0 1 0 0 0,0-1 0 0 0,-2 8 0 0 0,2-8 3 0 0,0-2-1 0 0,0-1 0 0 0,-1 1 0 0 0,1-1 0 0 0,0 1 0 0 0,0-1 0 0 0,-1 1-1 0 0,1-1 1 0 0,-1 1 0 0 0,0-1 0 0 0,1 0 0 0 0,-1 1 0 0 0,0-1-1 0 0,0 0 1 0 0,1 1 0 0 0,-1-1 0 0 0,0 0 0 0 0,-3 2 0 0 0,1 0-8 0 0,-1 3-23 0 0,0-1 0 0 0,0 0 0 0 0,-1 0-1 0 0,0 0 1 0 0,0-1 0 0 0,0 0-1 0 0,-1 0 1 0 0,0 0 0 0 0,1 0-1 0 0,-1-1 1 0 0,-7 3 0 0 0,0-1-158 0 0,0 0-1 0 0,0-1 1 0 0,0 0 0 0 0,-20 3-1 0 0,27-7 112 0 0,-64 6-1916 0 0,64-6 1385 0 0,-1 0 1 0 0,1-1-1 0 0,-1 0 0 0 0,1 0 1 0 0,-1 0-1 0 0,-6-3 1 0 0,-18-9-3228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 42 2888 0 0,'0'0'992'0'0,"-2"-5"-97"0"0,-3-12-171 0 0,3 12 1345 0 0,0 2-1662 0 0,2 2-364 0 0,0 1 1 0 0,0-1 0 0 0,0 1-1 0 0,0-1 1 0 0,-1 1 0 0 0,1-1 0 0 0,0 1-1 0 0,0-1 1 0 0,-1 1 0 0 0,1-1-1 0 0,0 1 1 0 0,-1-1 0 0 0,1 1-1 0 0,-1-1 1 0 0,1 1 0 0 0,0 0-1 0 0,-1-1 1 0 0,1 1 0 0 0,-1 0 0 0 0,1-1-1 0 0,-1 1 1 0 0,1 0 0 0 0,-1 0-1 0 0,1 0 1 0 0,-1-1 0 0 0,1 1-1 0 0,-1 0 1 0 0,0 0 0 0 0,-12 10 525 0 0,13-9-613 0 0,-3 2 147 0 0,1 3-11 0 0,-5 14-13 0 0,5-15-18 0 0,1 2-6 0 0,-1 10-37 0 0,0 0-1 0 0,1 0 1 0 0,1-1 0 0 0,0 1-1 0 0,2 0 1 0 0,0 0 0 0 0,1 0-1 0 0,0-1 1 0 0,11 30 0 0 0,-13-42-19 0 0,0-2 5 0 0,-1-1 0 0 0,0 1 0 0 0,1-1 0 0 0,0 1 0 0 0,-1-1-1 0 0,1 1 1 0 0,0-1 0 0 0,0 0 0 0 0,-1 1 0 0 0,1-1 0 0 0,0 0 0 0 0,3 2 0 0 0,-3-1 3 0 0,2 2-8 0 0,1-1-17 0 0,11 8 11 0 0,-11-8 0 0 0,1-2-63 0 0,16 2 32 0 0,-16-2-18 0 0,0-2-26 0 0,0 0 69 0 0,1 0 1 0 0,0-1 0 0 0,-1 1 0 0 0,1-1-1 0 0,-1 0 1 0 0,1-1 0 0 0,-1 1-1 0 0,0-1 1 0 0,0 0 0 0 0,0 0 0 0 0,-1-1-1 0 0,1 1 1 0 0,-1-1 0 0 0,0 0 0 0 0,0-1-1 0 0,0 1 1 0 0,0-1 0 0 0,-1 1-1 0 0,0-1 1 0 0,0 0 0 0 0,0 0 0 0 0,0 0-1 0 0,-1-1 1 0 0,3-9 0 0 0,1-2 20 0 0,-5 12 3 0 0,0-1 3 0 0,3-19-31 0 0,-4 19 31 0 0,0 0-7 0 0,-4-50 51 0 0,3 51 140 0 0,-2 8-125 0 0,-8 13-4 0 0,8-13-12 0 0,3 4-20 0 0,-1 5-18 0 0,1 1 0 0 0,0-1 0 0 0,1 0 0 0 0,1 1 0 0 0,0-1 0 0 0,6 21 0 0 0,-4-22 25 0 0,-2-4-133 0 0,0 1 1 0 0,1-1-1 0 0,0 1 0 0 0,0-1 1 0 0,1 0-1 0 0,0 0 1 0 0,0-1-1 0 0,1 1 0 0 0,0-1 1 0 0,0 0-1 0 0,0 0 0 0 0,1-1 1 0 0,0 1-1 0 0,0-1 0 0 0,9 6 1 0 0,-11-9-361 0 0,1-1-99 0 0,-2 0 562 0 0,1 1-351 0 0,0-1 0 0 0,0 0-1 0 0,-1-1 1 0 0,1 1 0 0 0,0-1 0 0 0,0 0 0 0 0,0 0-1 0 0,0 0 1 0 0,0 0 0 0 0,0 0 0 0 0,-1-1-1 0 0,1 0 1 0 0,0 0 0 0 0,4-1 0 0 0,11-6-2675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150 33 2432 0 0,'0'0'886'0'0,"-1"-4"-158"0"0,0 2-572 0 0,0 1 1 0 0,0-1 0 0 0,0 0-1 0 0,0 0 1 0 0,0 0 0 0 0,0 1-1 0 0,-1-1 1 0 0,1 0-1 0 0,-1 1 1 0 0,1-1 0 0 0,-1 1-1 0 0,1 0 1 0 0,-1 0 0 0 0,0-1-1 0 0,0 1 1 0 0,-2-1 0 0 0,0 0 359 0 0,0 4-299 0 0,-2 0-139 0 0,1 1 0 0 0,0-1 0 0 0,0 1 0 0 0,0 0 0 0 0,1 1 0 0 0,-1-1 0 0 0,1 1 0 0 0,-1 0 0 0 0,1 0 0 0 0,0 0-1 0 0,-4 7 1 0 0,0 0-20 0 0,1 1-1 0 0,1 0 1 0 0,-1 0-1 0 0,2 0 0 0 0,0 1 1 0 0,0-1-1 0 0,1 1 1 0 0,-3 22-1 0 0,6-31-12 0 0,2 3-13 0 0,0 18 2 0 0,-1-19-12 0 0,2-1-14 0 0,5 16-13 0 0,-5-16-31 0 0,0-1-15 0 0,9 13-5 0 0,-9-13-34 0 0,2-2-12 0 0,32 17-265 0 0,-32-17 293 0 0,1-3-107 0 0,18-3 137 0 0,-18 4 2 0 0,-2-3 23 0 0,9-5 6 0 0,-10 6-1 0 0,1-2-12 0 0,6-10 46 0 0,-7 10-2 0 0,0 0-33 0 0,3-12 291 0 0,-1 1-1 0 0,0-1 1 0 0,-1 0-1 0 0,2-30 1 0 0,-5 41 477 0 0,0 1-690 0 0,2-15 43 0 0,-2 15 460 0 0,1 9-502 0 0,2 16 5 0 0,-2-16-12 0 0,0 0-6 0 0,2 14-14 0 0,-2-14-11 0 0,1 1-26 0 0,0 0-36 0 0,5 20-176 0 0,1-1-1 0 0,15 32 0 0 0,-17-48-607 0 0,0 0-1 0 0,1-1 1 0 0,11 12 0 0 0,-15-17-272 0 0,15 5-1831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97 1400 0 0,'4'-24'547'0'0,"-3"19"525"0"0,-1 5-1051 0 0,1 0 0 0 0,-1 0 0 0 0,1-1 0 0 0,-1 1 0 0 0,0 0 0 0 0,1 0 0 0 0,-1 0 0 0 0,0 0 1 0 0,1 0-1 0 0,-1 0 0 0 0,0-1 0 0 0,1 1 0 0 0,-1 0 0 0 0,0 0 0 0 0,1-1 0 0 0,-1 1 0 0 0,0 0 0 0 0,0 0 0 0 0,1-1 0 0 0,-1 1 0 0 0,0 0 0 0 0,0-1 1 0 0,1 1-1 0 0,-1 0 0 0 0,0-1 0 0 0,0 1 0 0 0,0 0 0 0 0,0-1 0 0 0,1 0 25 0 0,-1 1 1 0 0,0-1-1 0 0,0 1 1 0 0,0-1-1 0 0,1 1 1 0 0,-1-1-1 0 0,0 1 1 0 0,1-1-1 0 0,-1 1 1 0 0,0-1-1 0 0,1 1 1 0 0,-1 0-1 0 0,0-1 1 0 0,1 1-1 0 0,-1 0 1 0 0,1-1-1 0 0,-1 1 1 0 0,1 0-1 0 0,-1 0 0 0 0,1-1 1 0 0,-1 1-1 0 0,1 0 1 0 0,-1 0-1 0 0,1 0 1 0 0,-1 0-1 0 0,1 0 1 0 0,-1-1-1 0 0,1 1 1 0 0,-1 0-1 0 0,1 0 1 0 0,-1 0-1 0 0,1 0 1 0 0,-1 1-1 0 0,1-1 1 0 0,0 0-1 0 0,5 1 106 0 0,-1 1-1 0 0,1-1 1 0 0,-1 1 0 0 0,0 0-1 0 0,1 0 1 0 0,-1 1-1 0 0,0 0 1 0 0,-1 0 0 0 0,1 0-1 0 0,0 0 1 0 0,-1 1-1 0 0,7 6 1 0 0,2 5 261 0 0,-1 0-1 0 0,-1 1 1 0 0,-1 0 0 0 0,17 34 0 0 0,-25-46-167 0 0,-1 1 13 0 0,2 14-6 0 0,-2-14 212 0 0,-1 0-228 0 0,0 0-107 0 0,0-1 0 0 0,-1 0 0 0 0,1 1 0 0 0,-1-1 0 0 0,0 0 0 0 0,-1 0 0 0 0,1 0 0 0 0,-3 5 0 0 0,2-6 314 0 0,-2-1-247 0 0,2-2-153 0 0,0 1 1 0 0,-1 0-1 0 0,1-1 0 0 0,-1 1 1 0 0,1-1-1 0 0,0 0 0 0 0,-1 0 1 0 0,1 0-1 0 0,-1 0 0 0 0,1 0 1 0 0,-1 0-1 0 0,1-1 0 0 0,-1 1 1 0 0,-3-2-1 0 0,1 0 18 0 0,2-1-9 0 0,-23-37 39 0 0,24 35-129 0 0,1-1-46 0 0,0-3-60 0 0,1 0 0 0 0,0 0 0 0 0,1 0 0 0 0,-1 0 0 0 0,2 0 0 0 0,-1 1 0 0 0,1-1 0 0 0,5-12 0 0 0,19-32-1135 0 0,-19 42 55 0 0,0 1-1 0 0,1 0 1 0 0,0 1-1 0 0,1-1 1 0 0,17-14-1 0 0,-10 11-2191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 24 2668 0 0,'-1'-5'1116'0'0,"1"4"-843"0"0,1 0 0 0 0,-1 0 0 0 0,0 0 1 0 0,0 0-1 0 0,0 0 0 0 0,0 0 0 0 0,0 0 0 0 0,-1 0 1 0 0,1 1-1 0 0,0-1 0 0 0,0 0 0 0 0,-1 0 1 0 0,1 0-1 0 0,0 0 0 0 0,-1 0 0 0 0,1 1 1 0 0,-1-1-1 0 0,0-1 0 0 0,-6 6 2708 0 0,1 4-4135 0 0,5-7 1172 0 0,0 0-1 0 0,0 0 1 0 0,1 1-1 0 0,-1-1 0 0 0,0 0 1 0 0,1 0-1 0 0,-1 1 1 0 0,1-1-1 0 0,-1 0 0 0 0,1 1 1 0 0,0-1-1 0 0,0 0 1 0 0,-1 1-1 0 0,1-1 0 0 0,0 1 1 0 0,0-1-1 0 0,0 0 0 0 0,1 1 1 0 0,-1 2-1 0 0,1-2 37 0 0,-26 210 892 0 0,25-180-938 0 0,4-5-16 0 0,-5-15-6 0 0,1-2 2 0 0,0 1 1 0 0,1-1-1 0 0,1 1 0 0 0,-1-1 1 0 0,2 1-1 0 0,5 16 0 0 0,10 21-197 0 0,-16-44 26 0 0,1 0-67 0 0,10 11-64 0 0,-10-11-89 0 0,14 4-653 0 0,-15-7 831 0 0,2 1-732 0 0,2-3-1483 0 0,17-2 225 0 0,-17 2-1547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65 2308 0 0,'0'0'1111'0'0,"-5"-1"-213"0"0,-7-3 1320 0 0,10-1-920 0 0,20-4-674 0 0,36-5-1773 0 0,-51 14 1316 0 0,104-26-5282 0 0,-85 21 2795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 56 1644 0 0,'0'0'1398'0'0,"-3"3"-858"0"0,-23 28 1585 0 0,23-28-1297 0 0,-4 18-436 0 0,5-17 214 0 0,4 0-539 0 0,-2-2-70 0 0,1-1 11 0 0,-1 1 1 0 0,0-1 0 0 0,1 0-1 0 0,-1 0 1 0 0,1 1-1 0 0,-1-1 1 0 0,1 0 0 0 0,-1 0-1 0 0,1 0 1 0 0,0 1-1 0 0,0-1 1 0 0,-1 0-1 0 0,1 0 1 0 0,0 0 0 0 0,0 0-1 0 0,0-1 1 0 0,0 1-1 0 0,0 0 1 0 0,0 0 0 0 0,1-1-1 0 0,-1 1 1 0 0,0 0-1 0 0,0-1 1 0 0,0 1 0 0 0,1-1-1 0 0,-1 1 1 0 0,0-1-1 0 0,1 0 1 0 0,-1 0-1 0 0,0 0 1 0 0,1 1 0 0 0,-1-1-1 0 0,0 0 1 0 0,2-1-1 0 0,19-1-29 0 0,-16 1 51 0 0,-1 0 99 0 0,43-18-454 0 0,-43 17 276 0 0,-1-2-2 0 0,31-30-50 0 0,-33 31 109 0 0,0-1-24 0 0,4-13 5 0 0,-5 13-8 0 0,-1-1-15 0 0,0-14 42 0 0,0 14-12 0 0,-2 1 0 0 0,1 2 26 0 0,-1 0 0 0 0,1 0 0 0 0,-1 0 0 0 0,0 0 0 0 0,1 1 0 0 0,-1-1-1 0 0,0 1 1 0 0,0-1 0 0 0,0 1 0 0 0,0-1 0 0 0,0 1 0 0 0,0 0 0 0 0,0 0 0 0 0,-1 0 0 0 0,-3-1-1 0 0,2 1 121 0 0,-1 3 25 0 0,-13 3-7 0 0,13-4 25 0 0,0 2 6 0 0,0 0-111 0 0,-1 0 1 0 0,1 1-1 0 0,0-1 0 0 0,0 1 0 0 0,1 0 1 0 0,-1 0-1 0 0,1 1 0 0 0,0 0 0 0 0,0-1 1 0 0,0 1-1 0 0,1 0 0 0 0,0 1 0 0 0,0-1 0 0 0,0 1 1 0 0,0-1-1 0 0,1 1 0 0 0,0 0 0 0 0,0 0 1 0 0,0 6-1 0 0,1-8-6 0 0,1 2-32 0 0,0 0-34 0 0,0-1 0 0 0,0 1 1 0 0,0 0-1 0 0,1-1 0 0 0,0 1 0 0 0,0-1 0 0 0,0 0 0 0 0,1 1 1 0 0,0-1-1 0 0,0 0 0 0 0,0 0 0 0 0,1 0 0 0 0,0 0 1 0 0,-1 0-1 0 0,2-1 0 0 0,-1 1 0 0 0,0-1 0 0 0,1 0 1 0 0,0 0-1 0 0,0 0 0 0 0,0-1 0 0 0,1 1 0 0 0,-1-1 0 0 0,9 5 1 0 0,-5-4-225 0 0,1 0 0 0 0,-1-1 1 0 0,1 0-1 0 0,0 0 1 0 0,-1-1-1 0 0,1 0 0 0 0,0 0 1 0 0,1-1-1 0 0,8 0 0 0 0,-12-1-462 0 0,-1-1-188 0 0,18-6-156 0 0,-18 5-50 0 0,-1 0-668 0 0,18-12-1243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1952 0 0,'3'4'1165'0'0,"14"16"-282"0"0,0 1 1 0 0,-2 1-1 0 0,0 1 0 0 0,-2 0 1 0 0,0 1-1 0 0,9 25 0 0 0,-20-45-737 0 0,1 8 100 0 0,-2-11-202 0 0,0 0-1 0 0,-1 0 0 0 0,1 0 0 0 0,-1 0 0 0 0,1 0 0 0 0,-1 0 0 0 0,1 0 1 0 0,-1 0-1 0 0,0 1 0 0 0,0-1 0 0 0,1 0 0 0 0,-1 0 0 0 0,0 0 1 0 0,0 0-1 0 0,0 2 0 0 0,1 17 132 0 0,-1-15 108 0 0,-2-2-148 0 0,-6 13-3 0 0,6-12 114 0 0,-1-2-93 0 0,-10 6-16 0 0,10-5 241 0 0,-3-4-272 0 0,-14-1-27 0 0,19 2-74 0 0,-1 0 0 0 0,1-1 0 0 0,0 1-1 0 0,0 0 1 0 0,0-1 0 0 0,1 1 0 0 0,-1-1 0 0 0,0 1 0 0 0,0-1-1 0 0,0 1 1 0 0,0-1 0 0 0,0 0 0 0 0,0 1 0 0 0,1-1-1 0 0,-1 0 1 0 0,0 0 0 0 0,1 1 0 0 0,-1-1 0 0 0,0 0 0 0 0,1 0-1 0 0,-1 0 1 0 0,1 0 0 0 0,-1-1 0 0 0,1 1 6 0 0,-3-2 40 0 0,3 1-46 0 0,-1 0 1 0 0,1 1-1 0 0,0-1 0 0 0,-1 0 1 0 0,1 1-1 0 0,-1-1 0 0 0,0 1 0 0 0,1-1 1 0 0,-1 1-1 0 0,0-1 0 0 0,0 1 1 0 0,-1-2-1 0 0,-1-1 5 0 0,1-1 12 0 0,2-2-18 0 0,-1-1-135 0 0,1 0 0 0 0,0 0 0 0 0,0-1 0 0 0,1 1 0 0 0,0 0 0 0 0,0 0 0 0 0,1 0 0 0 0,0 0 0 0 0,0 0 0 0 0,1 0 0 0 0,0 1 0 0 0,1-1 0 0 0,0 1 0 0 0,0 0 0 0 0,9-12 0 0 0,-10 16-404 0 0,1-1 0 0 0,-1 1 0 0 0,1 0 0 0 0,0 0 1 0 0,0 0-1 0 0,0 0 0 0 0,6-2 0 0 0,-2 0-1195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25 2356 0 0,'0'0'8879'0'0,"1"-5"-8435"0"0,2-11-45 0 0,-2 12 2658 0 0,-1 4-3046 0 0,0 1 0 0 0,0-1 0 0 0,0 1 0 0 0,0-1 0 0 0,0 1-1 0 0,0-1 1 0 0,0 1 0 0 0,0-1 0 0 0,0 0 0 0 0,0 1-1 0 0,0-1 1 0 0,0 1 0 0 0,0-1 0 0 0,0 1 0 0 0,0-1 0 0 0,0 1-1 0 0,0-1 1 0 0,1 0 0 0 0,-1 1 0 0 0,0-1 0 0 0,0 1 0 0 0,1-1-1 0 0,-1 0 1 0 0,1 1 0 0 0,-1 0 22 0 0,1 0 0 0 0,0 1 0 0 0,0-1 1 0 0,-1 0-1 0 0,1 0 0 0 0,-1 1 0 0 0,1-1 0 0 0,-1 0 0 0 0,1 1 1 0 0,-1-1-1 0 0,0 0 0 0 0,0 1 0 0 0,1 1 0 0 0,20 282 1409 0 0,-20-279-1410 0 0,-1-1 16 0 0,1 14-18 0 0,0-15-10 0 0,-1 1-10 0 0,2 12-7 0 0,-1-13-30 0 0,-10-24-13172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229 25 2496 0 0,'-1'-2'468'0'0,"0"1"-1"0"0,0-1 1 0 0,-1 0-1 0 0,1 1 1 0 0,0-1 0 0 0,-1 1-1 0 0,1 0 1 0 0,-1-1-1 0 0,1 1 1 0 0,-1 0-1 0 0,0 0 1 0 0,1 0-1 0 0,-1 0 1 0 0,-3-1-1 0 0,-6-1-827 0 0,7 2 1131 0 0,-1 3-504 0 0,-14 5-137 0 0,15-6 49 0 0,-1 1-11 0 0,-17 10-152 0 0,0 1 1 0 0,-26 21-1 0 0,36-24-930 0 0,0 0-1 0 0,-15 16 1 0 0,25-23-75 0 0,-7 13-1688 0 0,7-14 2020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77 3824 0 0,'0'0'7132'0'0,"6"1"-6838"0"0,15 2-160 0 0,1-1 1 0 0,0 0-1 0 0,-1-2 1 0 0,1-1 0 0 0,0-1-1 0 0,27-5 1 0 0,7 0-23 0 0,236-29 224 0 0,-84 9-3897 0 0,-179 22-782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517 2 2972 0 0,'0'0'951'0'0,"-7"0"-204"0"0,-1-1-542 0 0,-26 3 629 0 0,-16 7-237 0 0,1 2-1 0 0,0 3 1 0 0,1 2 0 0 0,0 1-1 0 0,-79 43 1 0 0,123-58-508 0 0,1 2-3 0 0,2-3-71 0 0,-1 0 0 0 0,1 0 0 0 0,0 0 0 0 0,-1 0 0 0 0,1 0 0 0 0,0 1 0 0 0,0-1 0 0 0,0 0 0 0 0,0 1 0 0 0,-1 2 0 0 0,3 0 22 0 0,0-2-40 0 0,0 0 1 0 0,0 0 0 0 0,0 0 0 0 0,0 0 0 0 0,0 0 0 0 0,0 0 0 0 0,1 0 0 0 0,-1 0-1 0 0,0 0 1 0 0,1-1 0 0 0,0 1 0 0 0,0-1 0 0 0,-1 1 0 0 0,1-1 0 0 0,0 1 0 0 0,0-1-1 0 0,0 0 1 0 0,0 0 0 0 0,0 0 0 0 0,4 1 0 0 0,111 43 125 0 0,-82-34-63 0 0,-1 2 1 0 0,-1 1 0 0 0,53 31-1 0 0,-83-43-36 0 0,1 1 0 0 0,0 0 0 0 0,-1 1 0 0 0,1-1 0 0 0,-1 0 0 0 0,0 1 0 0 0,-1 0 0 0 0,1 0 0 0 0,0 0 0 0 0,2 5 1 0 0,-4-7-21 0 0,1 2 108 0 0,-1 9 29 0 0,0-11-118 0 0,-1 0 0 0 0,1 1 0 0 0,-1-1 0 0 0,0 0 0 0 0,0 0 0 0 0,0 1 0 0 0,0-1 0 0 0,0 0 0 0 0,-1 0 0 0 0,1 1 0 0 0,-1-1 0 0 0,1 0 0 0 0,-1 0 0 0 0,0 0 0 0 0,0 0 0 0 0,0 0 0 0 0,0 0 0 0 0,0 0 0 0 0,-2 3 0 0 0,-4 3 37 0 0,0-1-1 0 0,0 0 1 0 0,-1 0-1 0 0,1 0 1 0 0,-1-1-1 0 0,-1 0 1 0 0,1-1-1 0 0,-1 0 1 0 0,0 0-1 0 0,0-1 1 0 0,-1 0-1 0 0,1-1 1 0 0,-1 0-1 0 0,0 0 1 0 0,-20 2-1 0 0,-13 2 111 0 0,27-6-123 0 0,1-1-1 0 0,0 0 0 0 0,-1-1 0 0 0,1-1 0 0 0,-1 0 0 0 0,-20-7 0 0 0,29 7-54 0 0,1 0-5 0 0,0 0 0 0 0,0 0 0 0 0,0-1 0 0 0,0 0 0 0 0,0 0 0 0 0,1 0-1 0 0,-1 0 1 0 0,1-1 0 0 0,0 0 0 0 0,0 0 0 0 0,1-1 0 0 0,-1 0 0 0 0,1 1 0 0 0,-5-8-1 0 0,4 6-46 0 0,3 5 31 0 0,1-1-1 0 0,-1 0 0 0 0,1 0 1 0 0,-1 0-1 0 0,1 0 1 0 0,0-1-1 0 0,0 1 1 0 0,0 0-1 0 0,0 0 0 0 0,0-1 1 0 0,1 1-1 0 0,-2-5 1 0 0,0-1-119 0 0,0 1 0 0 0,1-1 0 0 0,-1 0 0 0 0,1 0 0 0 0,1 0 0 0 0,0 0 1 0 0,0 0-1 0 0,0 0 0 0 0,1 0 0 0 0,1 1 0 0 0,-1-1 0 0 0,1 0 0 0 0,0 0 0 0 0,1 1 0 0 0,4-9 1 0 0,-1 7-334 0 0,0 1 1 0 0,1 0-1 0 0,0 0 1 0 0,0 0 0 0 0,1 1-1 0 0,0 0 1 0 0,1 1 0 0 0,-1 0-1 0 0,1 0 1 0 0,0 1 0 0 0,1 0-1 0 0,10-4 1 0 0,5 0-2633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 32 2704 0 0,'0'0'2980'0'0,"0"-5"-1816"0"0,0-10-530 0 0,0 4 3740 0 0,0 11-4361 0 0,0 0 0 0 0,0 1 0 0 0,0-1 0 0 0,0 0 0 0 0,0 0 0 0 0,0 1 0 0 0,0-1 0 0 0,0 0 0 0 0,0 0 0 0 0,-1 1 0 0 0,1-1 0 0 0,0 0 0 0 0,0 0 0 0 0,0 1 0 0 0,0-1 0 0 0,-1 0 0 0 0,1 0-1 0 0,0 0 1 0 0,0 1 0 0 0,0-1 0 0 0,-1 0 0 0 0,1 0 0 0 0,0 0 0 0 0,0 0 0 0 0,0 1 0 0 0,-1-1 0 0 0,1 0 0 0 0,0 0 0 0 0,0 0 0 0 0,-1 0 0 0 0,1 0 0 0 0,0 0 0 0 0,-1 0 0 0 0,1 0 0 0 0,0 0 0 0 0,-1 0-1 0 0,1 0-1 0 0,-1 0 0 0 0,0 0-1 0 0,1 1 1 0 0,-1-1 0 0 0,0 0-1 0 0,1 0 1 0 0,-1 1-1 0 0,1-1 1 0 0,-1 0 0 0 0,0 1-1 0 0,1-1 1 0 0,-1 0-1 0 0,1 1 1 0 0,-1-1 0 0 0,1 1-1 0 0,0-1 1 0 0,-1 1-1 0 0,1-1 1 0 0,-1 1 0 0 0,1-1-1 0 0,0 1 1 0 0,-1-1 0 0 0,1 1-1 0 0,0 0 1 0 0,0-1-1 0 0,-1 1 1 0 0,1 0 0 0 0,0-1-1 0 0,0 1 1 0 0,0 0-1 0 0,-17 98 2 0 0,5 1-1 0 0,1 177 0 0 0,12-269-641 0 0,0-1 0 0 0,0 1 0 0 0,1-1 0 0 0,3 12 0 0 0,-3-13 479 0 0,-1-1-834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61 2112 0 0,'32'-34'2558'0'0,"-29"31"-1866"0"0,-2 2-614 0 0,1 1 0 0 0,-1-1-1 0 0,1 1 1 0 0,-1-1-1 0 0,1 0 1 0 0,-1 1-1 0 0,1-1 1 0 0,-1 0 0 0 0,0 0-1 0 0,0 0 1 0 0,1 0-1 0 0,1-2 1 0 0,-1 1 66 0 0,2-1 769 0 0,1 2-536 0 0,16-3-139 0 0,-16 3 488 0 0,-1 3-404 0 0,0 0-207 0 0,-1 0 0 0 0,1 1 0 0 0,-1 0 0 0 0,1 0 0 0 0,-1 0 0 0 0,0 0 0 0 0,4 5 1 0 0,-5-5 56 0 0,-1 3-2 0 0,2 14 0 0 0,-2-14-62 0 0,-2 0-2 0 0,0 5-54 0 0,-1 0 1 0 0,-1 1-1 0 0,0-2 1 0 0,0 1-1 0 0,-1 0 1 0 0,-1-1 0 0 0,1 1-1 0 0,-2-1 1 0 0,1-1-1 0 0,-2 1 1 0 0,1-1-1 0 0,-9 10 1 0 0,4-7-91 0 0,9-9-69 0 0,-1 0-67 0 0,1-3-482 0 0,-7 7 1495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96 1944 0 0,'0'0'4595'0'0,"4"1"-4076"0"0,53 30 2227 0 0,-53-29-2524 0 0,1-2-395 0 0,43-4 402 0 0,-44 3-181 0 0,15-8 12 0 0,-15 7-32 0 0,-2 1-23 0 0,-1 0 0 0 0,1 0 1 0 0,-1 0-1 0 0,1 0 1 0 0,-1 0-1 0 0,0 0 0 0 0,1 0 1 0 0,-1-1-1 0 0,0 1 0 0 0,0 0 1 0 0,1-2-1 0 0,2 0 17 0 0,-1-1-7 0 0,1 1-13 0 0,1-2 0 0 0,4-29 1 0 0,-7 29-18 0 0,-4 0 20 0 0,-5-16-13 0 0,-7 5 12 0 0,10 14 23 0 0,-1 2-1 0 0,0 1 5 0 0,0-1-1 0 0,1 1 1 0 0,-1 1 0 0 0,1-1-1 0 0,-1 1 1 0 0,1-1 0 0 0,-1 1 0 0 0,1 1-1 0 0,0-1 1 0 0,0 0 0 0 0,0 1-1 0 0,0 0 1 0 0,1 0 0 0 0,-1 0 0 0 0,1 1-1 0 0,0-1 1 0 0,0 1 0 0 0,0 0-1 0 0,0-1 1 0 0,0 1 0 0 0,1 1 0 0 0,0-1-1 0 0,0 0 1 0 0,0 0 0 0 0,0 1-1 0 0,1-1 1 0 0,-1 1 0 0 0,1 0 0 0 0,1-1-1 0 0,-1 1 1 0 0,0 0 0 0 0,1-1-1 0 0,0 7 1 0 0,0-9-38 0 0,0 6 16 0 0,1 0 0 0 0,-1 0 1 0 0,1 0-1 0 0,3 9 1 0 0,-3-13-29 0 0,0-1 0 0 0,0 0 0 0 0,0 1 0 0 0,1-1-1 0 0,-1 0 1 0 0,1 0 0 0 0,0 0 0 0 0,0 0 0 0 0,0 0 0 0 0,0 0 0 0 0,0-1 0 0 0,1 1 0 0 0,-1-1 0 0 0,1 1 0 0 0,0-1 0 0 0,6 4 0 0 0,-2-3-256 0 0,0 0 1 0 0,0 0-1 0 0,1-1 0 0 0,-1 0 1 0 0,1 0-1 0 0,-1 0 0 0 0,1-1 1 0 0,0 0-1 0 0,0-1 1 0 0,0 0-1 0 0,-1 0 0 0 0,1-1 1 0 0,0 0-1 0 0,11-2 0 0 0,46-16-3572 0 0,-59 16 729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0 3012 0 0,'0'0'3941'0'0,"-4"1"-3522"0"0,-15 2-31 0 0,14-2-34 0 0,0 20 225 0 0,3-17-326 0 0,1 1-33 0 0,-1 55 406 0 0,2-53-655 0 0,-1-5 40 0 0,1-1 0 0 0,0 1 0 0 0,0 0-1 0 0,0 0 1 0 0,0 0 0 0 0,0 0 0 0 0,0 0 0 0 0,0 0 0 0 0,0-1 0 0 0,1 1 0 0 0,-1 0 0 0 0,2 3-1 0 0,-1-2 10 0 0,-1 3 54 0 0,1-1-12 0 0,0-2-77 0 0,6 33 223 0 0,-7-35-218 0 0,0 1-1 0 0,0-1 1 0 0,1 0 0 0 0,-1 0-1 0 0,0 0 1 0 0,1 1 0 0 0,-1-1 0 0 0,1 0-1 0 0,0 0 1 0 0,-1 0 0 0 0,1 0-1 0 0,0 0 1 0 0,0 0 0 0 0,0 0-1 0 0,0 0 1 0 0,-1 0 0 0 0,1 0-1 0 0,0-1 1 0 0,1 1 0 0 0,-1 0-1 0 0,0 0 1 0 0,0-1 0 0 0,0 1 0 0 0,0-1-1 0 0,0 1 1 0 0,1-1 0 0 0,1 1-1 0 0,1-2-7 0 0,1 1 0 0 0,-1-1 0 0 0,0 0-1 0 0,0 0 1 0 0,0 0 0 0 0,0-1 0 0 0,0 1 0 0 0,-1-1-1 0 0,1 0 1 0 0,0 0 0 0 0,-1-1 0 0 0,1 1 0 0 0,-1-1-1 0 0,4-3 1 0 0,2-4 43 0 0,0 1 0 0 0,-1-2 0 0 0,11-17 1 0 0,-16 24 101 0 0,-1 0-24 0 0,0 1 0 0 0,0-1 0 0 0,0 1 0 0 0,1-1 0 0 0,-1 1 0 0 0,7-5 0 0 0,-6 4-34 0 0,0 1 112 0 0,-1 7-107 0 0,7 11-81 0 0,-6-11 147 0 0,-4 5-83 0 0,2-3-44 0 0,13 30 64 0 0,-13-33-212 0 0,1 0 0 0 0,-1 0 0 0 0,1 0-1 0 0,0 0 1 0 0,0 0 0 0 0,0-1 0 0 0,0 1 0 0 0,0-1-1 0 0,1 1 1 0 0,-1-1 0 0 0,1 0 0 0 0,-1 0-1 0 0,1 0 1 0 0,0 0 0 0 0,0-1 0 0 0,0 1 0 0 0,0-1-1 0 0,0 1 1 0 0,0-1 0 0 0,0 0 0 0 0,6 1-1 0 0,-4-1-610 0 0,1-2-56 0 0,-2 1 647 0 0,1 0-282 0 0,0 0 0 0 0,0 0 0 0 0,0-1 0 0 0,-1 0 0 0 0,1 0 0 0 0,0 0 0 0 0,0-1 0 0 0,8-3 0 0 0,9-6-2156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147 252 2376 0 0,'0'0'852'0'0,"-1"-4"-172"0"0,-1-15-85 0 0,2 14 318 0 0,-3 2-499 0 0,-8-9-51 0 0,9 9 601 0 0,-3 3-652 0 0,-15-4-30 0 0,15 4-40 0 0,1 1 46 0 0,-1 2-156 0 0,0 0 0 0 0,-1 0 0 0 0,1 1 0 0 0,0-1 0 0 0,0 1 0 0 0,1 0 1 0 0,-1 1-1 0 0,1-1 0 0 0,0 1 0 0 0,0 0 0 0 0,-3 5 0 0 0,-21 54 418 0 0,27-60-512 0 0,0 1-8 0 0,-3 16-10 0 0,3-16 2 0 0,2 0 7 0 0,-1-5-44 0 0,5 35 2 0 0,-5-34-49 0 0,1 1-1 0 0,-1-1 1 0 0,0 0 0 0 0,1 1-1 0 0,-1-1 1 0 0,0 0 0 0 0,1 1-1 0 0,0-1 1 0 0,-1 0 0 0 0,1 0-1 0 0,0 0 1 0 0,0 0 0 0 0,-1 1-1 0 0,1-1 1 0 0,0 0 0 0 0,0 0-1 0 0,0 0 1 0 0,0-1 0 0 0,0 1-1 0 0,1 0 1 0 0,-1 0 0 0 0,0 0-1 0 0,0-1 1 0 0,0 1 0 0 0,1-1-1 0 0,-1 1 1 0 0,0-1 0 0 0,3 1-1 0 0,-2-1 52 0 0,2 0-126 0 0,0-1 0 0 0,0 1 1 0 0,0-1-1 0 0,0 1 0 0 0,0-1 0 0 0,0-1 0 0 0,0 1 0 0 0,0 0 1 0 0,0-1-1 0 0,-1 0 0 0 0,5-2 0 0 0,-2 0 81 0 0,0-1-1 0 0,-1 0 1 0 0,1 1-1 0 0,-1-2 1 0 0,0 1-1 0 0,-1-1 1 0 0,1 1-1 0 0,-1-1 1 0 0,0-1-1 0 0,0 1 1 0 0,-1 0-1 0 0,0-1 1 0 0,0 0-1 0 0,-1 0 1 0 0,3-8 0 0 0,8-56 766 0 0,-11 55-437 0 0,-2-5-65 0 0,-2-3 202 0 0,-1-7 314 0 0,-1 0 0 0 0,-11-37 0 0 0,13 63-526 0 0,2 4-174 0 0,0-1 1 0 0,-1 1 0 0 0,1-1-1 0 0,-1 1 1 0 0,0-1 0 0 0,1 1-1 0 0,-1 0 1 0 0,0-1 0 0 0,0 1-1 0 0,0 0 1 0 0,0 0-1 0 0,-2-3 1 0 0,1 2 21 0 0,0-2 202 0 0,0 4-233 0 0,1-1 0 0 0,0 1 0 0 0,-1-1 0 0 0,1 0 0 0 0,0 1 0 0 0,0-1 0 0 0,0 0 0 0 0,-1 0-1 0 0,1 0 1 0 0,0 0 0 0 0,0 0 0 0 0,-1-1 0 0 0,1 1 13 0 0,-2-2 292 0 0,-1 7-108 0 0,0 0-130 0 0,0 1 0 0 0,0 0 1 0 0,1 0-1 0 0,0 1 1 0 0,0-1-1 0 0,0 0 0 0 0,0 1 1 0 0,1 0-1 0 0,0 0 0 0 0,0 0 1 0 0,-1 10-1 0 0,0 2 70 0 0,2 1 0 0 0,0 0 0 0 0,3 36 1 0 0,0-32-143 0 0,2 0 1 0 0,1 0-1 0 0,1-1 1 0 0,1 1-1 0 0,14 32 1 0 0,-19-52-75 0 0,0 0-1 0 0,0 0 1 0 0,0 1 0 0 0,0-1-1 0 0,1-1 1 0 0,-1 1 0 0 0,1 0-1 0 0,0 0 1 0 0,0-1 0 0 0,0 0-1 0 0,0 0 1 0 0,0 1 0 0 0,0-2-1 0 0,0 1 1 0 0,1 0 0 0 0,-1-1 0 0 0,1 1-1 0 0,-1-1 1 0 0,6 1 0 0 0,-1-1-175 0 0,0-1 0 0 0,0 1 0 0 0,0-1 0 0 0,0-1 0 0 0,0 1 1 0 0,0-1-1 0 0,8-3 0 0 0,-8 2 159 0 0,1-1 0 0 0,-1-1-1 0 0,0 0 1 0 0,0 0 0 0 0,0 0 0 0 0,-1-1 0 0 0,1 0-1 0 0,-1-1 1 0 0,0 1 0 0 0,9-11 0 0 0,26-42 625 0 0,-40 54-329 0 0,-2 3-195 0 0,1 0 1 0 0,0 0 0 0 0,-1 0 0 0 0,1 0-1 0 0,-1 0 1 0 0,0 0 0 0 0,1 0-1 0 0,-1 0 1 0 0,0 0 0 0 0,1 0 0 0 0,-1 0-1 0 0,0 0 1 0 0,0 0 0 0 0,0-2 0 0 0,0-2 2660 0 0,-2 7-2656 0 0,0-1-1 0 0,0 0 1 0 0,0 1 0 0 0,1-1-1 0 0,-1 1 1 0 0,1 0 0 0 0,-1-1-1 0 0,1 1 1 0 0,-1 0 0 0 0,1 0 0 0 0,0 0-1 0 0,0 0 1 0 0,0 0 0 0 0,0 0-1 0 0,0 0 1 0 0,1 0 0 0 0,-2 4 0 0 0,1-1 54 0 0,0 2-17 0 0,-1 18-44 0 0,1-19-45 0 0,2 0 40 0 0,3 17 12 0 0,-4-18-27 0 0,2 0-93 0 0,19 35-71 0 0,-19-37-48 0 0,2-1-91 0 0,11 7-80 0 0,-11-7-38 0 0,2-2-607 0 0,1 0 712 0 0,-1 0 0 0 0,1-1-1 0 0,-1 1 1 0 0,1-1 0 0 0,-1-1 0 0 0,1 1-1 0 0,7-4 1 0 0,-10 3-210 0 0,1 0-1 0 0,0-1 1 0 0,-1 1 0 0 0,0-1-1 0 0,1 0 1 0 0,-1-1-1 0 0,-1 1 1 0 0,1-1-1 0 0,3-3 1 0 0,11-14-2500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139 18 2908 0 0,'-5'1'1147'0'0,"-60"24"2169"0"0,62-23-2917 0 0,-1 1-58 0 0,0 0-255 0 0,0 0-1 0 0,0 0 0 0 0,1 0 1 0 0,0 1-1 0 0,0-1 0 0 0,0 1 1 0 0,0 0-1 0 0,0 0 0 0 0,1 0 1 0 0,-1 0-1 0 0,1 0 1 0 0,0 1-1 0 0,0-1 0 0 0,0 5 1 0 0,2-8-94 0 0,0 0 1 0 0,1 0-1 0 0,-1 0 1 0 0,1 0 0 0 0,-1 0-1 0 0,1 0 1 0 0,-1-1 0 0 0,1 1-1 0 0,0 0 1 0 0,-1 0 0 0 0,1 0-1 0 0,0-1 1 0 0,0 1 0 0 0,0 0-1 0 0,-1-1 1 0 0,1 1 0 0 0,0-1-1 0 0,0 1 1 0 0,0-1-1 0 0,0 1 1 0 0,0-1 0 0 0,0 0-1 0 0,2 1 1 0 0,16 4-111 0 0,-14-4 50 0 0,0-2-6 0 0,12-2 38 0 0,-13 2 30 0 0,1-1 42 0 0,12-7 44 0 0,-12 7 14 0 0,-5 1-78 0 0,1-1 1 0 0,0 1-1 0 0,-1 0 0 0 0,1 0 1 0 0,0 0-1 0 0,0 0 1 0 0,0 0-1 0 0,0 0 0 0 0,0 0 1 0 0,0 0-1 0 0,0 0 1 0 0,3-1-1 0 0,-2 1 24 0 0,1-3 122 0 0,-2 0-10 0 0,5-12-12 0 0,-5 12 178 0 0,-1-3-213 0 0,0 0 0 0 0,-1 0 0 0 0,0 0 0 0 0,-1 0 0 0 0,1 1 1 0 0,-4-8-1 0 0,3 10 49 0 0,-1 2-104 0 0,-10-6-7 0 0,10 6 2 0 0,-3 4-64 0 0,1 0-38 0 0,0 0 0 0 0,0 0-1 0 0,0 0 1 0 0,0 1 0 0 0,0-1 0 0 0,1 1-1 0 0,-1 0 1 0 0,1 1 0 0 0,0-1 0 0 0,0 1-1 0 0,0 0 1 0 0,0 0 0 0 0,1 0 0 0 0,-5 7-1 0 0,3-5-171 0 0,1 1 0 0 0,0 0 0 0 0,0 1 0 0 0,1-1 0 0 0,0 1 0 0 0,1-1 0 0 0,-1 1-1 0 0,1 0 1 0 0,1 0 0 0 0,-1 0 0 0 0,1 0 0 0 0,1 0 0 0 0,0 0 0 0 0,0 0 0 0 0,0 0 0 0 0,1 0-1 0 0,0 0 1 0 0,4 13 0 0 0,17 22-3121 0 0,-20-40 795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28 3300 0 0,'0'0'3757'0'0,"0"-4"-3157"0"0,1-15-82 0 0,0 14 1434 0 0,-3 9-1670 0 0,0 0-163 0 0,0 1 0 0 0,0-1 0 0 0,0 1 1 0 0,1-1-1 0 0,0 1 0 0 0,-1 7 0 0 0,2-7 33 0 0,-1-3-136 0 0,1-1 0 0 0,-1 1 0 0 0,1 0 0 0 0,-1 0 0 0 0,1-1 1 0 0,0 1-1 0 0,0 0 0 0 0,0 0 0 0 0,0 0 0 0 0,0-1 0 0 0,0 1 0 0 0,1 2 0 0 0,-1 1 10 0 0,0 1 39 0 0,1 0-10 0 0,4 48 15 0 0,-4-49-30 0 0,0 0-9 0 0,0-2-32 0 0,1 0 0 0 0,-1 0 0 0 0,0-1 1 0 0,1 1-1 0 0,-1 0 0 0 0,1-1 0 0 0,0 1 0 0 0,0-1 0 0 0,0 1 0 0 0,0-1 0 0 0,4 3 0 0 0,-3-3-49 0 0,1-3-153 0 0,12-6 116 0 0,-12 5 32 0 0,1-1 7 0 0,6-6-12 0 0,0-2-1 0 0,-1 1 1 0 0,17-23 0 0 0,1-4 78 0 0,-25 34-6 0 0,-2 2-10 0 0,0 0 1 0 0,1 0 0 0 0,-1 0-1 0 0,0-1 1 0 0,0 1 0 0 0,0 0 0 0 0,0-1-1 0 0,0 1 1 0 0,0-1 0 0 0,0 1-1 0 0,1-4 1 0 0,-2 5-1 0 0,3-4 8 0 0,-2 3 4 0 0,-1 0 8 0 0,1 1 0 0 0,0-1 1 0 0,0 0-1 0 0,0 0 1 0 0,0 0-1 0 0,0 1 1 0 0,0-1-1 0 0,0 0 1 0 0,0 1-1 0 0,0-1 1 0 0,0 1-1 0 0,0 0 1 0 0,0-1-1 0 0,0 1 1 0 0,0 0-1 0 0,2-1 1 0 0,4 15 39 0 0,-5-10 62 0 0,-2 1-114 0 0,0 18 2 0 0,0-17-13 0 0,1 0-4 0 0,1 17-5 0 0,-2-18-18 0 0,2 0-29 0 0,2 15-68 0 0,-3-15-85 0 0,2-1-53 0 0,-1-1 145 0 0,0 0 1 0 0,0 0-1 0 0,1-1 0 0 0,-1 1 0 0 0,1-1 1 0 0,-1 0-1 0 0,1 1 0 0 0,0-1 1 0 0,0 0-1 0 0,0-1 0 0 0,0 1 1 0 0,0 0-1 0 0,0-1 0 0 0,6 2 0 0 0,-1-1-272 0 0,0 0 0 0 0,0-1 0 0 0,0 0 0 0 0,1-1-1 0 0,-1 1 1 0 0,11-2 0 0 0,11-2-988 0 0,1-2 0 0 0,34-9 0 0 0,-37 5-1126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340 47 2368 0 0,'0'-6'1324'0'0,"-1"-15"-210"0"0,1 15 639 0 0,-5 4-1053 0 0,-11-7-106 0 0,12 7-82 0 0,-1 3-81 0 0,-2 0-302 0 0,-1 1 1 0 0,1 0-1 0 0,-1 0 0 0 0,1 1 0 0 0,0 0 1 0 0,0 1-1 0 0,0-1 0 0 0,0 1 1 0 0,1 0-1 0 0,-11 10 0 0 0,5-4-29 0 0,0 1-1 0 0,2 0 1 0 0,-1 1-1 0 0,-11 17 1 0 0,20-26-82 0 0,-10 19 78 0 0,4-2-39 0 0,-9 33 53 0 0,15-48-67 0 0,2 1-31 0 0,-1 17-18 0 0,1-17-21 0 0,1-2-35 0 0,3 12-41 0 0,-2-12-27 0 0,-2-4 124 0 0,0 0-1 0 0,1 0 1 0 0,-1 0 0 0 0,0 0 0 0 0,0 0 0 0 0,1 0 0 0 0,-1 0-1 0 0,0 0 1 0 0,1 0 0 0 0,-1 1 0 0 0,0-1 0 0 0,1 0 0 0 0,-1 0 0 0 0,0 0-1 0 0,0 0 1 0 0,1 1 0 0 0,-1-1 0 0 0,0 0 0 0 0,0 0 0 0 0,0 0 0 0 0,1 1-1 0 0,-1-1 1 0 0,0 0 0 0 0,0 0 0 0 0,0 1 0 0 0,1-1 0 0 0,-1 0 0 0 0,0 0-1 0 0,0 1 1 0 0,0-1 0 0 0,0 0 0 0 0,0 1 0 0 0,0-1 0 0 0,1 1-17 0 0,-1 0 0 0 0,0-1 0 0 0,0 1 0 0 0,0-1 1 0 0,1 1-1 0 0,-1-1 0 0 0,0 1 0 0 0,1-1 1 0 0,-1 1-1 0 0,1-1 0 0 0,-1 1 0 0 0,0-1 0 0 0,1 1 1 0 0,-1-1-1 0 0,1 0 0 0 0,-1 1 0 0 0,1-1 0 0 0,0 0 1 0 0,-1 1-1 0 0,1-1 0 0 0,-1 0 0 0 0,1 0 1 0 0,-1 1-1 0 0,1-1 0 0 0,0 0 0 0 0,-1 0 0 0 0,1 0 1 0 0,-1 0-1 0 0,1 0 0 0 0,1 0 0 0 0,20 2-159 0 0,-17-1 38 0 0,1-3 29 0 0,2 0 96 0 0,-1-1 1 0 0,0 1-1 0 0,0-2 0 0 0,0 1 1 0 0,0-1-1 0 0,0 0 0 0 0,-1 0 1 0 0,1-1-1 0 0,-1 0 0 0 0,10-11 1 0 0,21-36 62 0 0,-32 43 212 0 0,1 0 0 0 0,-1 0 0 0 0,-1-1-1 0 0,0 0 1 0 0,0 0 0 0 0,-1 0 0 0 0,-1 0-1 0 0,1-1 1 0 0,-1 1 0 0 0,0-12 0 0 0,-2 20-210 0 0,-1-1 0 0 0,1 1 0 0 0,-1 0 0 0 0,1 0 0 0 0,-1 0 0 0 0,0 0 0 0 0,0 0 0 0 0,0 0 0 0 0,-2-4 326 0 0,-11 21-155 0 0,12-12-200 0 0,0-1-1 0 0,0 1 1 0 0,0 0-1 0 0,1-1 1 0 0,-1 1-1 0 0,1 0 0 0 0,0 0 1 0 0,0 0-1 0 0,0 0 1 0 0,0 0-1 0 0,0 0 1 0 0,1 0-1 0 0,-1 0 1 0 0,1 5-1 0 0,-2 7 29 0 0,-5 36-9 0 0,3 0 1 0 0,3 77 0 0 0,18 108 151 0 0,2 48-84 0 0,-19-269-110 0 0,-4 14 8 0 0,-1-8-29 0 0,4-18 24 0 0,1 2 6 0 0,-1 1 0 0 0,0-1-1 0 0,0 0 1 0 0,0 0 0 0 0,-1 0-1 0 0,0 1 1 0 0,0-1 0 0 0,0-1 0 0 0,-1 1-1 0 0,1 0 1 0 0,-1-1 0 0 0,-4 6 0 0 0,-24 13 29 0 0,26-22-28 0 0,1 1 6 0 0,-10-1-7 0 0,11 0-2 0 0,1-1 0 0 0,0 0 0 0 0,0 0 1 0 0,0 0-1 0 0,0 0 0 0 0,0 0 0 0 0,0 0 0 0 0,0-1 1 0 0,0 1-1 0 0,0-1 0 0 0,0 0 0 0 0,0 1 1 0 0,1-1-1 0 0,-3-1 0 0 0,-9-4-9 0 0,1-1 0 0 0,0 0-1 0 0,0-1 1 0 0,0 0 0 0 0,1-1 0 0 0,1 0 0 0 0,0-1-1 0 0,0 0 1 0 0,0 0 0 0 0,2-1 0 0 0,-1 0 0 0 0,1-1-1 0 0,1 0 1 0 0,-11-23 0 0 0,12 23-139 0 0,1-1-1 0 0,0 1 1 0 0,1-1 0 0 0,1 0-1 0 0,0-1 1 0 0,0 1 0 0 0,1 0-1 0 0,1-1 1 0 0,0 0 0 0 0,1 1-1 0 0,1-1 1 0 0,0 1 0 0 0,1-1-1 0 0,0 1 1 0 0,1 0 0 0 0,5-14-1 0 0,-3 14-613 0 0,0 0-1 0 0,2 1 1 0 0,-1 0-1 0 0,2 0 1 0 0,-1 1-1 0 0,2 0 0 0 0,-1 0 1 0 0,18-15-1 0 0,0 3-3502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333 163 2436 0 0,'1'-5'1188'0'0,"0"-8"-411"0"0,-1 0 0 0 0,0 0 0 0 0,0-1-1 0 0,-2 1 1 0 0,1 1 0 0 0,-5-17-1 0 0,4 25-435 0 0,-1-1-181 0 0,-1-1 44 0 0,-2-1 1 0 0,1 1-1 0 0,-1 0 0 0 0,-9-7 1 0 0,11 10-31 0 0,-1 3-25 0 0,-2-1-101 0 0,0 1 0 0 0,0 1-1 0 0,0 0 1 0 0,0 0 0 0 0,0 0 0 0 0,0 0 0 0 0,1 1 0 0 0,-1 1-1 0 0,1-1 1 0 0,-1 1 0 0 0,-10 6 0 0 0,7-3 16 0 0,1 0 0 0 0,-1 1 0 0 0,1 0 0 0 0,0 1 0 0 0,1 0 0 0 0,0 0-1 0 0,-9 11 1 0 0,4 0 0 0 0,-1 1 0 0 0,2 0 0 0 0,1 1 0 0 0,1 0 0 0 0,0 0 0 0 0,-12 43 0 0 0,19-53-57 0 0,1-1-1 0 0,0 0 0 0 0,0 1 1 0 0,1-1-1 0 0,0 1 0 0 0,1 0 1 0 0,0-1-1 0 0,1 1 0 0 0,0-1 1 0 0,0 1-1 0 0,1-1 0 0 0,1 1 1 0 0,0-1-1 0 0,0 0 0 0 0,1 0 1 0 0,0-1-1 0 0,9 15 0 0 0,-8-17-20 0 0,0-1 0 0 0,1 1 0 0 0,0-1 0 0 0,1 0 0 0 0,0 0 0 0 0,0-1 0 0 0,0 0 0 0 0,0 0 0 0 0,1 0 0 0 0,-1-1-1 0 0,1-1 1 0 0,15 6 0 0 0,-4-3-118 0 0,0-1-1 0 0,0-1 1 0 0,0-1-1 0 0,28 1 0 0 0,-28-4 46 0 0,0-1 0 0 0,0-1 0 0 0,1-1-1 0 0,-1-1 1 0 0,0 0 0 0 0,-1-1-1 0 0,1-1 1 0 0,-1-1 0 0 0,-1-1-1 0 0,1 0 1 0 0,-1-1 0 0 0,0-1 0 0 0,-1-1-1 0 0,-1 0 1 0 0,20-18 0 0 0,-27 22 54 0 0,-1 0 1 0 0,1-1-1 0 0,-1 0 1 0 0,-1 0 0 0 0,1 0-1 0 0,-1-1 1 0 0,-1 0-1 0 0,0-1 1 0 0,0 1 0 0 0,-1-1-1 0 0,0 0 1 0 0,-1 0-1 0 0,0 0 1 0 0,0 0-1 0 0,-1 0 1 0 0,0-1 0 0 0,-1 1-1 0 0,0-1 1 0 0,-1 1-1 0 0,0-1 1 0 0,-1 0 0 0 0,-2-10-1 0 0,1 11 77 0 0,0 1 0 0 0,-1 0 1 0 0,0-1-1 0 0,-1 2 0 0 0,0-1 0 0 0,0 0 0 0 0,-1 1 0 0 0,0 0 0 0 0,0 0 1 0 0,-1 0-1 0 0,0 0 0 0 0,-1 1 0 0 0,1 0 0 0 0,-1 1 0 0 0,-1-1 0 0 0,1 1 0 0 0,-1 1 1 0 0,0 0-1 0 0,-1 0 0 0 0,1 0 0 0 0,-1 1 0 0 0,0 0 0 0 0,0 1 0 0 0,0 0 1 0 0,-10-2-1 0 0,13 4-20 0 0,0 0 1 0 0,0 0 0 0 0,0 1 0 0 0,-1 0-1 0 0,1 0 1 0 0,0 1 0 0 0,0 0-1 0 0,0 0 1 0 0,0 0 0 0 0,0 1 0 0 0,1-1-1 0 0,-1 2 1 0 0,0-1 0 0 0,1 0 0 0 0,-1 1-1 0 0,1 0 1 0 0,0 1 0 0 0,0-1 0 0 0,0 1-1 0 0,1 0 1 0 0,-6 5 0 0 0,7-5-9 0 0,0 0 1 0 0,1 0-1 0 0,-1 0 1 0 0,1 0-1 0 0,0 1 1 0 0,0-1-1 0 0,0 0 1 0 0,1 1-1 0 0,-2 7 1 0 0,1-4 5 0 0,1-3-11 0 0,0 1-1 0 0,0 0 1 0 0,1 0-1 0 0,-1 0 1 0 0,1 0-1 0 0,1 0 1 0 0,-1 0 0 0 0,1 0-1 0 0,1 6 1 0 0,-1-7-10 0 0,3 16 21 0 0,0 0 0 0 0,2-1 1 0 0,0 1-1 0 0,1-1 0 0 0,16 32 0 0 0,59 84-67 0 0,-4-5-68 0 0,-75-123 126 0 0,1 0-1 0 0,-1 0 1 0 0,-1 0-1 0 0,3 13 1 0 0,-5-19-13 0 0,1 2 13 0 0,-2 2 6 0 0,2 0-15 0 0,-1-3-3 0 0,0-1 1 0 0,0 0 0 0 0,0 0-1 0 0,0 0 1 0 0,0 0 0 0 0,-1 0-1 0 0,1 0 1 0 0,-1 1 0 0 0,1-1-1 0 0,-1 0 1 0 0,-1 2 0 0 0,1 1-5 0 0,-1 0 1 0 0,0-1-1 0 0,0 1 1 0 0,0 0 0 0 0,-1-1-1 0 0,0 1 1 0 0,1-1-1 0 0,-1 0 1 0 0,-1 0-1 0 0,1 0 1 0 0,-1-1 0 0 0,1 1-1 0 0,-1-1 1 0 0,-8 6-1 0 0,7-6-37 0 0,2-1-119 0 0,-13 4-363 0 0,13-4 396 0 0,-1 0-425 0 0,3-5-1826 0 0,1 3 2311 0 0,0-1 0 0 0,-1 1 1 0 0,1 0-1 0 0,0-1 0 0 0,-1 1 1 0 0,1 0-1 0 0,0-1 1 0 0,-1 1-1 0 0,1 0 0 0 0,-1 0 1 0 0,1-1-1 0 0,0 1 0 0 0,-1 0 1 0 0,1 0-1 0 0,-1 0 0 0 0,1 0 1 0 0,-1 0-1 0 0,1 0 0 0 0,-1-1 1 0 0,0 1-42 0 0,1 0 1 0 0,0 0 0 0 0,-1 0-1 0 0,1 0 1 0 0,-1 0 0 0 0,1 0-1 0 0,-1 0 1 0 0,1-1 0 0 0,0 1 0 0 0,-1 0-1 0 0,1 0 1 0 0,-1 0 0 0 0,1-1-1 0 0,0 1 1 0 0,-1 0 0 0 0,1-1-1 0 0,0 1 1 0 0,-1 0 0 0 0,1-1-1 0 0,0 1 1 0 0,-1 0 0 0 0,1-1 0 0 0,0 1-1 0 0,0-1 1 0 0,0 1 0 0 0,-1-1-1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32 2720 0 0,'2'-4'1660'0'0,"3"-5"-1206"0"0,8-10 4932 0 0,-10 20-3305 0 0,-3 13-2462 0 0,-1-9 582 0 0,1 1-41 0 0,-3 49 205 0 0,3-50-289 0 0,1 2-19 0 0,13 74 158 0 0,-13-78-208 0 0,-1-1-9 0 0,0 0 0 0 0,1 0 0 0 0,0-1 0 0 0,-1 1 0 0 0,1 0 0 0 0,0-1 0 0 0,0 1 0 0 0,-1-1 1 0 0,1 1-1 0 0,1-1 0 0 0,0 2 0 0 0,0 1-42 0 0,1-1 43 0 0,7 10 7 0 0,-9-12-8 0 0,-1 0 0 0 0,1 0 0 0 0,0 0 0 0 0,0 0 0 0 0,-1 0 0 0 0,1-1 0 0 0,0 1 0 0 0,0 0-1 0 0,0 0 1 0 0,0-1 0 0 0,0 1 0 0 0,0-1 0 0 0,0 1 0 0 0,0-1 0 0 0,1 0 0 0 0,-1 1 0 0 0,1-1 0 0 0,2 1-10 0 0,-1 1-33 0 0,3-3-55 0 0,-2 0 94 0 0,0 0 0 0 0,0 0 0 0 0,0 0 0 0 0,0-1 1 0 0,0 1-1 0 0,-1-1 0 0 0,1 0 0 0 0,0 0 0 0 0,-1-1 0 0 0,1 1 0 0 0,-1-1 0 0 0,0 0 0 0 0,0 0 0 0 0,0 0 0 0 0,0 0 0 0 0,-1 0 0 0 0,4-5 0 0 0,5-13 2 0 0,-1-1 0 0 0,10-33 0 0 0,-18 51 56 0 0,-1-1 1 0 0,5-12-39 0 0,-5 13-10 0 0,1-1 29 0 0,3-17 244 0 0,-5 28-251 0 0,0 14-18 0 0,0-14 12 0 0,1-1-17 0 0,-1 6-24 0 0,1 1 0 0 0,0-1 0 0 0,6 21 1 0 0,-5-27-127 0 0,0-1 0 0 0,-1 1 1 0 0,2-1-1 0 0,-1 0 1 0 0,0 1-1 0 0,1-1 0 0 0,0 0 1 0 0,0-1-1 0 0,0 1 1 0 0,0 0-1 0 0,1-1 1 0 0,-1 0-1 0 0,8 6 0 0 0,1-3-719 0 0,-1 0 1 0 0,1 0-1 0 0,1-1 0 0 0,-1 0 0 0 0,1-1 0 0 0,24 4 0 0 0,-30-7-933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182 43 2664 0 0,'0'0'2571'0'0,"-1"-5"-1932"0"0,-3-20 788 0 0,-16 12-46 0 0,16 14-1119 0 0,-3 0-144 0 0,1 1-1 0 0,-1 0 1 0 0,1 1 0 0 0,0 0-1 0 0,0 0 1 0 0,0 0 0 0 0,0 0-1 0 0,0 1 1 0 0,1 0 0 0 0,0 0-1 0 0,0 1 1 0 0,0-1 0 0 0,0 1-1 0 0,-5 7 1 0 0,1-2-36 0 0,1 1 0 0 0,1 0 0 0 0,0 0 0 0 0,0 1 0 0 0,1 0-1 0 0,-7 17 1 0 0,12-25-47 0 0,-2 25-2 0 0,2-24-41 0 0,3 0-16 0 0,-1-1-41 0 0,1 1-1 0 0,0-1 1 0 0,0 0-1 0 0,0 0 0 0 0,1 0 1 0 0,-1 0-1 0 0,4 4 1 0 0,-3-5-107 0 0,16 3-173 0 0,-15-4 200 0 0,2-2-260 0 0,18 0 200 0 0,-18 0 41 0 0,-1-2 48 0 0,15-6 12 0 0,-15 6 15 0 0,-1 0 39 0 0,35-31-181 0 0,-35 29 332 0 0,-2 0 30 0 0,8-14 22 0 0,-8 14 26 0 0,0 0 35 0 0,5-13 39 0 0,-6 13 384 0 0,1 0-320 0 0,6-8 638 0 0,-7 12-873 0 0,0 0 1 0 0,-1 1-1 0 0,1-1 1 0 0,0 0 0 0 0,-1 1-1 0 0,1-1 1 0 0,-1 0-1 0 0,1 1 1 0 0,-1-1-1 0 0,1 1 1 0 0,-1-1-1 0 0,1 1 1 0 0,-1-1 0 0 0,0 1-1 0 0,1-1 1 0 0,-1 1-1 0 0,1-1 1 0 0,-1 1-1 0 0,0-1 1 0 0,0 1-1 0 0,1 0 1 0 0,-1 0 0 0 0,2 3-6 0 0,4 49 43 0 0,-5-49-153 0 0,1 1-103 0 0,14 47-1254 0 0,-15-47 849 0 0,2-1-61 0 0,7 13-92 0 0,-7-13-173 0 0,0-2-33 0 0,7 9-41 0 0,-7-8-58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0 398 1488 0 0,'0'-30'850'0'0,"0"24"-122"0"0,1 1-120 0 0,1-15-94 0 0,-1 15-30 0 0,0 0-48 0 0,2-14-75 0 0,-2 14-54 0 0,1 1-94 0 0,5-11-54 0 0,-5 11-11 0 0,-1 3-126 0 0,1 0 0 0 0,-1 0-1 0 0,0 0 1 0 0,1 0 0 0 0,-1 0 0 0 0,0 0 0 0 0,1-1-1 0 0,-1 1 1 0 0,0 0 0 0 0,2-3 0 0 0,0 1 89 0 0,1 2 15 0 0,12-4 26 0 0,-12 4 259 0 0,3 2-166 0 0,-2 0-140 0 0,1 0-1 0 0,0 0 0 0 0,-1 0 0 0 0,1 1 0 0 0,-1-1 1 0 0,0 2-1 0 0,1-1 0 0 0,-1 0 0 0 0,0 1 0 0 0,0 0 1 0 0,0 0-1 0 0,-1 1 0 0 0,1-1 0 0 0,-1 1 0 0 0,0 0 1 0 0,6 8-1 0 0,14 26 425 0 0,-22-34-3 0 0,-1 2-280 0 0,1 16 20 0 0,-1-17 274 0 0,-2 0-276 0 0,-3 12 2 0 0,3-13 306 0 0,1-4-560 0 0,0 0 0 0 0,-1 0 0 0 0,1 1 0 0 0,0-1 1 0 0,-1 0-1 0 0,1 0 0 0 0,-1 0 0 0 0,1 0 0 0 0,0 0 0 0 0,-1 0 1 0 0,1 1-1 0 0,0-1 0 0 0,0 0 0 0 0,-1 0 0 0 0,1 1 0 0 0,0-1 0 0 0,-1 0 1 0 0,1 0-1 0 0,0 1 0 0 0,0-1 0 0 0,0 0 0 0 0,-1 0 0 0 0,1 1 1 0 0,0-1-1 0 0,0 0 0 0 0,0 1 0 0 0,0-1 0 0 0,-1 1 0 0 0,1-1 0 0 0,0 1 1 0 0,0 0 40 0 0,0-1 0 0 0,-1 1 0 0 0,1 0 1 0 0,0 0-1 0 0,-1-1 0 0 0,1 1 1 0 0,0 0-1 0 0,-1-1 0 0 0,1 1 0 0 0,-1 0 1 0 0,1-1-1 0 0,-1 1 0 0 0,0-1 0 0 0,1 1 1 0 0,-1-1-1 0 0,0 1 0 0 0,1-1 1 0 0,-1 1-1 0 0,0-1 0 0 0,1 0 0 0 0,-1 1 1 0 0,-1-1-1 0 0,0 1-25 0 0,0 0-1 0 0,0-1 1 0 0,1 0-1 0 0,-1 1 1 0 0,0-1-1 0 0,0 0 1 0 0,0 0-1 0 0,0 0 1 0 0,0 0-1 0 0,1 0 1 0 0,-1 0 0 0 0,0-1-1 0 0,0 1 1 0 0,0-1-1 0 0,0 1 1 0 0,1-1-1 0 0,-1 0 1 0 0,-2 0-1 0 0,1-1-5 0 0,2-2-163 0 0,0-3-85 0 0,0 0-1 0 0,1 1 1 0 0,0-1 0 0 0,0 0-1 0 0,1 0 1 0 0,-1 1-1 0 0,1-1 1 0 0,1 0 0 0 0,-1 1-1 0 0,1-1 1 0 0,1 1 0 0 0,-1 0-1 0 0,1 0 1 0 0,6-11 0 0 0,4-5-559 0 0,1 1 1 0 0,0 0-1 0 0,18-19 1 0 0,75-72-2101 0 0,-75 79 2581 0 0,-29 30 294 0 0,1 0 32 0 0,12-10 60 0 0,-12 9 111 0 0,14-9 413 0 0,-15 10-205 0 0,0 0 20 0 0,-1 1-226 0 0,-1 1 0 0 0,1-1 0 0 0,-1 1 1 0 0,1-1-1 0 0,0 1 0 0 0,-1 0 1 0 0,1-1-1 0 0,0 1 0 0 0,0 0 0 0 0,0 0 1 0 0,0 0-1 0 0,0 0 0 0 0,0 1 0 0 0,0-1 1 0 0,0 1-1 0 0,1-1 0 0 0,-1 1 0 0 0,0 0 1 0 0,0-1-1 0 0,0 1 0 0 0,0 0 1 0 0,1 1-1 0 0,-1-1 0 0 0,2 1 0 0 0,-3-1-190 0 0,-1 0-1 0 0,0 0 0 0 0,0 0 0 0 0,0 0 1 0 0,0 0-1 0 0,1 0 0 0 0,-1 0 0 0 0,0 0 1 0 0,0 0-1 0 0,0 0 0 0 0,0 1 0 0 0,1-1 1 0 0,-1 0-1 0 0,0 0 0 0 0,0 0 0 0 0,0 0 1 0 0,0 0-1 0 0,0 1 0 0 0,0-1 0 0 0,1 0 1 0 0,-1 0-1 0 0,0 0 0 0 0,0 1 0 0 0,0-1 0 0 0,0 0 1 0 0,0 0-1 0 0,0 0 0 0 0,0 0 0 0 0,0 1 1 0 0,0-1-1 0 0,0 0 0 0 0,0 0 0 0 0,0 0 1 0 0,0 1-1 0 0,0-1 0 0 0,0 0 0 0 0,0 0 1 0 0,0 0-1 0 0,0 1 0 0 0,0-1 0 0 0,-18 190 754 0 0,14-157-743 0 0,-13 168-291 0 0,18-194 57 0 0,0 1 0 0 0,0-1 0 0 0,1 0-1 0 0,0 0 1 0 0,0 0 0 0 0,5 9 0 0 0,-5-11-236 0 0,-2-5 434 0 0,1 0 0 0 0,-1 0 1 0 0,0 0-1 0 0,0 0 0 0 0,1 0 1 0 0,-1 0-1 0 0,0 0 0 0 0,1 0 1 0 0,-1 0-1 0 0,0 0 1 0 0,1 0-1 0 0,-1 0 0 0 0,0 1 1 0 0,0-1-1 0 0,1 0 0 0 0,-1 0 1 0 0,0 0-1 0 0,0 0 0 0 0,1 1 1 0 0,-1-1-1 0 0,0 0 0 0 0,0 0 1 0 0,1 1-1 0 0,-1-1 1 0 0,0 0-1 0 0,0 0 0 0 0,0 1 1 0 0,0-1-1 0 0,0 0 0 0 0,1 1 1 0 0,-1-1-1 0 0,0 1-87 0 0,0-1 0 0 0,1 1-1 0 0,-1 0 1 0 0,0-1 0 0 0,1 1 0 0 0,-1-1 0 0 0,1 1-1 0 0,-1-1 1 0 0,0 1 0 0 0,1-1 0 0 0,-1 1-1 0 0,1-1 1 0 0,0 1 0 0 0,-1-1 0 0 0,1 0 0 0 0,-1 1-1 0 0,1-1 1 0 0,0 0 0 0 0,-1 0 0 0 0,1 1-1 0 0,-1-1 1 0 0,1 0 0 0 0,0 0 0 0 0,-1 0-1 0 0,2 0 1 0 0,17 4-806 0 0,-15-4-117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17 115 3244 0 0,'-3'-2'1024'0'0,"2"1"-887"0"0,0 0 0 0 0,0 0 0 0 0,0 0 0 0 0,0 0 0 0 0,0 0 0 0 0,0 0 1 0 0,0 0-1 0 0,0 0 0 0 0,1-1 0 0 0,-1 1 0 0 0,0 0 0 0 0,1 0 0 0 0,-1-1 0 0 0,1 1 1 0 0,-1-1-1 0 0,1 1 0 0 0,0 0 0 0 0,-1-1 0 0 0,1 1 0 0 0,0-1 0 0 0,0 1 0 0 0,0 0 1 0 0,0-1-1 0 0,0 1 0 0 0,1-1 0 0 0,-1-1 0 0 0,1-2 16 0 0,4 3-53 0 0,15-8-372 0 0,0 1 1 0 0,41-12-1 0 0,27 0-4228 0 0,-52 12 1632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74 59 2508 0 0,'0'0'1018'0'0,"-3"4"-73"0"0,-20 30 1554 0 0,21-31-1831 0 0,0 1-435 0 0,1-3-209 0 0,1 0-1 0 0,-1 0 0 0 0,1 0 0 0 0,-1 0 1 0 0,1 1-1 0 0,-1-1 0 0 0,1 0 0 0 0,0 0 0 0 0,0 0 1 0 0,0 1-1 0 0,-1-1 0 0 0,1 0 0 0 0,1 1 1 0 0,-1-1-1 0 0,0 0 0 0 0,0 0 0 0 0,0 1 1 0 0,1-1-1 0 0,-1 0 0 0 0,0 0 0 0 0,1 0 1 0 0,-1 0-1 0 0,1 1 0 0 0,-1-1 0 0 0,2 1 0 0 0,0 1-50 0 0,5-3-169 0 0,18 0 95 0 0,-18 0 31 0 0,-3-1 28 0 0,15-4 30 0 0,-14 3 23 0 0,-1 0 37 0 0,3-1 8 0 0,-1-1 1 0 0,1 0-1 0 0,-1-1 1 0 0,0 1-1 0 0,-1-1 0 0 0,9-9 1 0 0,-12 11 21 0 0,-1-2-48 0 0,1-13 62 0 0,-1 13 82 0 0,-2 1-151 0 0,-4-15 38 0 0,4 14 114 0 0,-2 2-77 0 0,-7-13 13 0 0,7 12 92 0 0,-17-2 143 0 0,16 4-157 0 0,-1 3-128 0 0,1-1-1 0 0,0 1 1 0 0,0 0 0 0 0,0 0 0 0 0,0 0 0 0 0,0 0-1 0 0,0 1 1 0 0,0 0 0 0 0,1 0 0 0 0,-1 0-1 0 0,1 0 1 0 0,-1 0 0 0 0,1 1 0 0 0,0 0-1 0 0,-1-1 1 0 0,-3 7 0 0 0,-1-1 29 0 0,2 0 1 0 0,-1 1-1 0 0,2 0 1 0 0,-11 19-1 0 0,2 18 135 0 0,11-36-180 0 0,2-6-3 0 0,2 2-20 0 0,-1-1-51 0 0,1 0 0 0 0,0 0 0 0 0,0 0 0 0 0,1 0 0 0 0,-1-1 0 0 0,1 1 0 0 0,0 0 0 0 0,0-1 0 0 0,1 1 0 0 0,-1-1 0 0 0,1 0 0 0 0,0 0 0 0 0,0 0 1 0 0,1 0-1 0 0,-1-1 0 0 0,7 7 0 0 0,-7-8-287 0 0,3 0-77 0 0,16 5-94 0 0,-17-5-77 0 0,2-2-119 0 0,1 1 7 0 0,1-1-1 0 0,-1 0 1 0 0,0-1-1 0 0,1 0 1 0 0,-1-1-1 0 0,1 1 1 0 0,-1-2-1 0 0,12-3 1 0 0,0-5-2141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0 182 1912 0 0,'2'-4'1042'0'0,"23"-24"1802"0"0,-22 25-2088 0 0,1 2-477 0 0,1-1-98 0 0,0 1 1 0 0,0 0 0 0 0,0 1 0 0 0,0-1-1 0 0,0 1 1 0 0,1 0 0 0 0,6 1 0 0 0,-6-1 90 0 0,-2 3-20 0 0,2 1-143 0 0,-1 0 1 0 0,1 1-1 0 0,-1-1 0 0 0,0 1 1 0 0,-1 0-1 0 0,1 0 0 0 0,-1 0 1 0 0,0 1-1 0 0,0-1 1 0 0,-1 1-1 0 0,1 0 0 0 0,-1 0 1 0 0,-1 0-1 0 0,1 1 1 0 0,-1-1-1 0 0,3 14 0 0 0,-4-16 51 0 0,-1 1-4 0 0,0 18 63 0 0,0-17-28 0 0,-2-1-13 0 0,-11 37 632 0 0,12-38-230 0 0,-2-1-271 0 0,-9 7 13 0 0,9-7 892 0 0,-1-4-1002 0 0,-16-3-12 0 0,15 3 112 0 0,5-1-303 0 0,-1 1 0 0 0,1-1 1 0 0,0 1-1 0 0,-1-1 1 0 0,1 1-1 0 0,-1-1 0 0 0,1 1 1 0 0,-1 0-1 0 0,0-1 0 0 0,1 1 1 0 0,-1 0-1 0 0,-1-2 1 0 0,0-1 2 0 0,0 0-14 0 0,2-2-74 0 0,3-7-129 0 0,0 0 0 0 0,1 0-1 0 0,0 1 1 0 0,1-1-1 0 0,0 1 1 0 0,1 0 0 0 0,0 1-1 0 0,1-1 1 0 0,0 1 0 0 0,1 1-1 0 0,0-1 1 0 0,17-14-1 0 0,-1 1-1778 0 0,1 1 0 0 0,2 1 0 0 0,55-36-1 0 0,-47 38-2957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442 69 2816 0 0,'0'0'7467'0'0,"-3"3"-7238"0"0,-6 8-13 0 0,7-8 211 0 0,-3-3-208 0 0,-44-1 979 0 0,43 0-803 0 0,3-1-223 0 0,-11-9 246 0 0,14 5-408 0 0,0 2 14 0 0,1-1 0 0 0,-1 0-1 0 0,1 0 1 0 0,0 1 0 0 0,1-1-1 0 0,-1 0 1 0 0,5-8 0 0 0,-4 9 3 0 0,-1 4-25 0 0,1 0 0 0 0,-1-1-1 0 0,0 0 1 0 0,1 1 0 0 0,-1-1 0 0 0,0 1 0 0 0,0-1 0 0 0,0 0-1 0 0,1 0 1 0 0,-1 0 0 0 0,0 0 0 0 0,1-2 0 0 0,0 2 0 0 0,2-1-10 0 0,1 2-20 0 0,19 1 40 0 0,-22 0-9 0 0,0-1 1 0 0,1 1-1 0 0,-1 0 0 0 0,0 0 1 0 0,0 1-1 0 0,0-1 0 0 0,0 0 1 0 0,0 1-1 0 0,0-1 0 0 0,0 1 1 0 0,0-1-1 0 0,0 1 0 0 0,-1 0 1 0 0,1 0-1 0 0,-1 0 0 0 0,1 0 1 0 0,-1 0-1 0 0,0 0 1 0 0,2 4-1 0 0,-3-6-3 0 0,3 6 11 0 0,0-1 1 0 0,0 1 0 0 0,-1 0 0 0 0,1 0-1 0 0,-1 0 1 0 0,-1 0 0 0 0,1 0 0 0 0,-1 0-1 0 0,1 13 1 0 0,-2-14-7 0 0,2 9 8 0 0,-2 0 1 0 0,0 0-1 0 0,0 0 0 0 0,-2 0 0 0 0,0 0 0 0 0,0-1 0 0 0,-1 1 0 0 0,-1 0 0 0 0,0-1 1 0 0,-1 0-1 0 0,0 0 0 0 0,-1 0 0 0 0,-1-1 0 0 0,0 1 0 0 0,0-2 0 0 0,-14 17 0 0 0,8-12-25 0 0,-2-1-1 0 0,0 0 1 0 0,-1-1-1 0 0,0 0 1 0 0,-1-1-1 0 0,0-1 1 0 0,-1-1-1 0 0,-1 0 1 0 0,-31 12-1 0 0,36-17-112 0 0,-5-1 40 0 0,2-2-47 0 0,-40 4-292 0 0,52-7 285 0 0,-1-1 18 0 0,1 0 94 0 0,1 0 1 0 0,-1 0-1 0 0,1 0 0 0 0,-1-1 0 0 0,1 1 1 0 0,0-1-1 0 0,0 0 0 0 0,0-1 1 0 0,0 1-1 0 0,0-1 0 0 0,0 1 0 0 0,0-1 1 0 0,1 0-1 0 0,0-1 0 0 0,-1 1 0 0 0,1-1 1 0 0,-3-5-1 0 0,-3-6-32 0 0,7 11 8 0 0,1-2 10 0 0,-2-16 28 0 0,2 16-32 0 0,2 0-11 0 0,0-1 27 0 0,1-1-1 0 0,0 1 1 0 0,0-1-1 0 0,5-9 1 0 0,-4 13 25 0 0,0 1 6 0 0,0 1 5 0 0,0 1 1 0 0,-1-1-1 0 0,1 1 0 0 0,0 0 1 0 0,0 0-1 0 0,-1 0 1 0 0,1 0-1 0 0,0 0 0 0 0,0 1 1 0 0,0-1-1 0 0,0 1 1 0 0,0 0-1 0 0,0 0 0 0 0,0 0 1 0 0,1 0-1 0 0,-1 1 1 0 0,0-1-1 0 0,0 1 0 0 0,-1 0 1 0 0,6 1-1 0 0,26 15 93 0 0,-1 2 1 0 0,-1 0-1 0 0,42 35 0 0 0,-37-26-322 0 0,1-2-1 0 0,47 25 0 0 0,-66-42-1638 0 0,0-2 0 0 0,1 0-1 0 0,29 7 1 0 0,-44-13-2694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353 69 3572 0 0,'0'0'1002'0'0,"1"-5"-174"0"0,-1 1-656 0 0,0 0-1 0 0,0 1 0 0 0,0-1 0 0 0,0 0 0 0 0,-1 1 0 0 0,0-1 1 0 0,0 1-1 0 0,0-1 0 0 0,0 1 0 0 0,-3-6 0 0 0,2 5 90 0 0,1 4-247 0 0,1 0-1 0 0,-1 0 1 0 0,0 0 0 0 0,1 0-1 0 0,-1 0 1 0 0,0-1 0 0 0,1 1-1 0 0,-1 0 1 0 0,0 0-1 0 0,1 0 1 0 0,-1-1 0 0 0,0 1-1 0 0,1 0 1 0 0,-1 0 0 0 0,1-1-1 0 0,-1 1 1 0 0,0-1 0 0 0,1 1-1 0 0,-1 0 1 0 0,1-1-1 0 0,-1 0 1 0 0,0 0 3 0 0,0 0 0 0 0,0 1 0 0 0,1-1 0 0 0,-1 0 0 0 0,0 1 0 0 0,0-1 0 0 0,0 1 0 0 0,1-1 0 0 0,-1 1 0 0 0,0-1 0 0 0,0 1 0 0 0,0 0 0 0 0,0 0 1 0 0,0-1-1 0 0,0 1 0 0 0,0 0 0 0 0,0 0 0 0 0,0 0 0 0 0,0 0 0 0 0,0 0 0 0 0,0 0 0 0 0,0 0 0 0 0,-1 1 0 0 0,-12 0 174 0 0,-1 2-1 0 0,1 0 1 0 0,0 0 0 0 0,0 1 0 0 0,0 1 0 0 0,1 0-1 0 0,-1 1 1 0 0,2 1 0 0 0,-1 0 0 0 0,-12 9 0 0 0,9-5-107 0 0,1 1 1 0 0,0 0-1 0 0,1 0 1 0 0,1 2 0 0 0,0 0-1 0 0,0 0 1 0 0,-13 23-1 0 0,10-4 47 0 0,14-27-58 0 0,2 24 15 0 0,0-27-84 0 0,1 0 0 0 0,0 0-1 0 0,0 0 1 0 0,0-1 0 0 0,0 1-1 0 0,0 0 1 0 0,0-1-1 0 0,1 1 1 0 0,-1-1 0 0 0,1 1-1 0 0,0-1 1 0 0,0 0 0 0 0,0 0-1 0 0,0 0 1 0 0,0 0-1 0 0,0 0 1 0 0,5 3 0 0 0,-6-4-12 0 0,3 3 2 0 0,1-1 1 0 0,-1 1-1 0 0,1-1 0 0 0,-1 0 1 0 0,1-1-1 0 0,0 1 1 0 0,0-1-1 0 0,7 3 1 0 0,8 3 25 0 0,15 8-2 0 0,-1-2 6 0 0,-1 2 0 0 0,0 1 0 0 0,-1 2 1 0 0,-1 1-1 0 0,30 26 0 0 0,-58-44-23 0 0,-1 1-1 0 0,0 0 1 0 0,0 0 0 0 0,-1 0-1 0 0,1 0 1 0 0,0 0-1 0 0,-1 0 1 0 0,0 0 0 0 0,0 0-1 0 0,0 1 1 0 0,0-1-1 0 0,0 0 1 0 0,-1 1 0 0 0,1-1-1 0 0,-1 5 1 0 0,0-5 0 0 0,0 0 0 0 0,0-1 1 0 0,0 1-1 0 0,-1 0 1 0 0,1-1-1 0 0,-1 1 0 0 0,0-1 1 0 0,0 1-1 0 0,0-1 1 0 0,0 1-1 0 0,0-1 1 0 0,-1 0-1 0 0,1 1 1 0 0,0-1-1 0 0,-1 0 1 0 0,0 0-1 0 0,0 0 1 0 0,-2 2-1 0 0,3-3 0 0 0,-3 3 9 0 0,0 0 1 0 0,-1 0-1 0 0,1 0 1 0 0,-1-1-1 0 0,1 1 0 0 0,-1-1 1 0 0,0-1-1 0 0,-1 1 0 0 0,-7 3 1 0 0,8-4-6 0 0,-23 10 34 0 0,5-6-29 0 0,12-4 10 0 0,0 0 0 0 0,-1 0 0 0 0,1-1 0 0 0,-1 0 0 0 0,1-1 0 0 0,-1-1 0 0 0,1 0 0 0 0,-1 0-1 0 0,-11-3 1 0 0,20 3-26 0 0,-1-1 1 0 0,1 1-1 0 0,-1 0 0 0 0,1-1 0 0 0,0 0 0 0 0,0 0 0 0 0,-1 0 0 0 0,1 0 0 0 0,1 0 0 0 0,-1-1 0 0 0,0 1 0 0 0,1-1 0 0 0,-5-5 0 0 0,5 6-14 0 0,-1-3-47 0 0,-1 0 1 0 0,1 0-1 0 0,1 0 0 0 0,-1 0 1 0 0,1 0-1 0 0,0 0 0 0 0,0-1 0 0 0,0 1 1 0 0,1-1-1 0 0,-2-7 0 0 0,2 8 18 0 0,0 2-23 0 0,0-1-1 0 0,0 1 0 0 0,0-1 1 0 0,1 1-1 0 0,-1-1 1 0 0,1 1-1 0 0,0-8 0 0 0,1 3-77 0 0,-2 6 76 0 0,1-1 0 0 0,0 1 0 0 0,-1-1 0 0 0,1 1 0 0 0,0 0 0 0 0,1-1 0 0 0,-1 1 0 0 0,0 0 0 0 0,1-1 0 0 0,-1 1 0 0 0,1 0 0 0 0,2-5 0 0 0,-1 0-117 0 0,-1 5 94 0 0,-1-1 0 0 0,0 1 0 0 0,1-1 0 0 0,0 1 0 0 0,0-1 0 0 0,0 1 0 0 0,0-1 0 0 0,0 1 0 0 0,0 0 0 0 0,3-4 0 0 0,0 0-121 0 0,-3 4 137 0 0,0 0-1 0 0,0 0 0 0 0,0 0 0 0 0,0 0 0 0 0,0 0 0 0 0,0 1 1 0 0,0-1-1 0 0,1 0 0 0 0,-1 1 0 0 0,1-1 0 0 0,-1 1 1 0 0,1-1-1 0 0,2-1 0 0 0,1-1-125 0 0,-5 4 186 0 0,2-2-63 0 0,-1 0 1 0 0,0 1 0 0 0,1-1 0 0 0,0 0 0 0 0,-1 1 0 0 0,1-1-1 0 0,0 1 1 0 0,0-1 0 0 0,0 1 0 0 0,0 0 0 0 0,0 0 0 0 0,0 0 0 0 0,0 0-1 0 0,0 0 1 0 0,4 0 0 0 0,4-3-555 0 0,51-8-1883 0 0,-54 11 571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44 2836 0 0,'0'0'1382'0'0,"0"-5"-253"0"0,-1-13-99 0 0,1 13 2327 0 0,-2 1-2877 0 0,-2-7 595 0 0,0 11-330 0 0,-3 22 28 0 0,1 46-205 0 0,6-20-363 0 0,14 145-31 0 0,27-8-3244 0 0,-40-180 2362 0 0,0-1-174 0 0,6 12-151 0 0,-5-12-51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1 148 2088 0 0,'1'-8'264'0'0,"0"1"0"0"0,0 0 0 0 0,1 0 0 0 0,0 0 0 0 0,1 0 0 0 0,0 0 0 0 0,0 0 0 0 0,0 1 0 0 0,1-1 0 0 0,0 1 0 0 0,0 0-1 0 0,0 0 1 0 0,1 1 0 0 0,0-1 0 0 0,10-8 0 0 0,-10 10-151 0 0,0 0 1 0 0,0 1-1 0 0,1 0 0 0 0,-1-1 0 0 0,1 2 0 0 0,-1-1 0 0 0,1 1 0 0 0,0-1 0 0 0,0 2 1 0 0,0-1-1 0 0,1 1 0 0 0,-1 0 0 0 0,0 0 0 0 0,0 0 0 0 0,1 1 0 0 0,-1 0 0 0 0,0 1 1 0 0,1-1-1 0 0,-1 1 0 0 0,0 0 0 0 0,0 1 0 0 0,0-1 0 0 0,0 1 0 0 0,7 3 1 0 0,-9-3-82 0 0,0-1 1 0 0,0 1-1 0 0,0 0 1 0 0,0-1-1 0 0,0 2 1 0 0,-1-1 0 0 0,1 0-1 0 0,-1 1 1 0 0,1 0-1 0 0,-1 0 1 0 0,0 0-1 0 0,0 0 1 0 0,-1 0 0 0 0,1 0-1 0 0,0 1 1 0 0,-1 0-1 0 0,0-1 1 0 0,0 1-1 0 0,0 0 1 0 0,0 0 0 0 0,-1 0-1 0 0,1 0 1 0 0,-1 0-1 0 0,0 0 1 0 0,-1 1-1 0 0,1-1 1 0 0,-1 0 0 0 0,1 1-1 0 0,-2 4 1 0 0,1-2-13 0 0,-1 0 1 0 0,0 1 0 0 0,-1-1-1 0 0,0 0 1 0 0,0 0 0 0 0,-1 0-1 0 0,1 0 1 0 0,-2 0 0 0 0,1-1 0 0 0,-1 1-1 0 0,0-1 1 0 0,0 0 0 0 0,0 0-1 0 0,-1 0 1 0 0,0-1 0 0 0,-6 6-1 0 0,8-8-212 0 0,-34 25 460 0 0,34-26-673 0 0,0-1-1 0 0,0 1 1 0 0,0-1-1 0 0,0 1 1 0 0,-1-1-1 0 0,1 0 1 0 0,0 0-1 0 0,0-1 1 0 0,-1 1-1 0 0,1-1 1 0 0,-1 1-1 0 0,-6-1 0 0 0,6-1-570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0 132 2772 0 0,'0'0'886'0'0,"5"1"-146"0"0,14 3-127 0 0,-15-3 369 0 0,1 1-660 0 0,43 12 232 0 0,-43-13-400 0 0,0 0 84 0 0,17 0-111 0 0,-1-1 0 0 0,24-3 0 0 0,-39 2-88 0 0,1 0 0 0 0,-1-1-1 0 0,0 0 1 0 0,1 0 0 0 0,-1 0 0 0 0,0-1 0 0 0,6-4 0 0 0,-8 5-9 0 0,16-12 166 0 0,-17 11-36 0 0,0 0 37 0 0,21-38 568 0 0,-23 36-603 0 0,-1 1 8 0 0,-9-39 573 0 0,8 40-419 0 0,-19-12 623 0 0,16 15-899 0 0,1 1 0 0 0,-1-1 0 0 0,0 1 0 0 0,0 0 0 0 0,0 0-1 0 0,0 0 1 0 0,1 1 0 0 0,-1-1 0 0 0,1 1 0 0 0,-1 0 0 0 0,1 0 0 0 0,-1 0 0 0 0,1 1 0 0 0,0-1 0 0 0,0 1-1 0 0,0 0 1 0 0,1-1 0 0 0,-1 1 0 0 0,-2 4 0 0 0,-3 4 6 0 0,0 1 0 0 0,1 0 0 0 0,-8 20 0 0 0,12-26-54 0 0,1-2 6 0 0,3 58-355 0 0,0-57 135 0 0,2 0-44 0 0,1-1 98 0 0,0 1 0 0 0,1 0 0 0 0,-1-1 0 0 0,1 0 0 0 0,0 0 0 0 0,0-1 1 0 0,0 1-1 0 0,1-1 0 0 0,-1 0 0 0 0,1 0 0 0 0,0-1 0 0 0,0 0 0 0 0,0 0 0 0 0,7 2 1 0 0,-9-4-107 0 0,3 1 32 0 0,0 0 206 0 0,1-1 0 0 0,0 0-1 0 0,0 0 1 0 0,-1-1 0 0 0,1 0 0 0 0,0 0-1 0 0,-1-1 1 0 0,1 0 0 0 0,-1 0 0 0 0,1 0-1 0 0,-1-1 1 0 0,0-1 0 0 0,0 1 0 0 0,0-1-1 0 0,-1 0 1 0 0,1 0 0 0 0,-1-1 0 0 0,6-6-1 0 0,-4 2 101 0 0,0 0-1 0 0,0-1 0 0 0,-1 0 1 0 0,-1 0-1 0 0,0-1 0 0 0,5-13 1 0 0,-9 20 21 0 0,0-1 28 0 0,2-7-283 0 0,6-21 1628 0 0,-9 29-755 0 0,-4 20-597 0 0,1-12-57 0 0,2 1-33 0 0,-1 14 17 0 0,1-14-1 0 0,-1 9-1 0 0,2 12-2 0 0,9 16-19 0 0,-6-37-17 0 0,-3 0-7 0 0,2-2-27 0 0,6 9-47 0 0,-7-9-26 0 0,2-1-6 0 0,0-1 49 0 0,1 0 1 0 0,0 0-1 0 0,-1 0 1 0 0,1 0 0 0 0,0-1-1 0 0,0 1 1 0 0,7-2-1 0 0,-7 1 11 0 0,0-2-1 0 0,5-3 53 0 0,-1 1 0 0 0,0-2 0 0 0,0 1 0 0 0,0-1 0 0 0,-1 0 0 0 0,1-1 1 0 0,10-11-1 0 0,-17 14 78 0 0,-1 4-73 0 0,-1 0 0 0 0,1 0 0 0 0,-1 0 0 0 0,1 0 0 0 0,-1-1 0 0 0,1 1 0 0 0,-1 0 0 0 0,1 0 0 0 0,-1-1 0 0 0,1 1 0 0 0,-1 0 0 0 0,0-1 0 0 0,1 1 0 0 0,-1 0 0 0 0,0-1 0 0 0,1 1 0 0 0,-1-1 0 0 0,0 1 0 0 0,1 0 0 0 0,-1-1 0 0 0,0 1 0 0 0,0-1 0 0 0,0 1 0 0 0,1-1 0 0 0,-1 1 0 0 0,0-1 0 0 0,0 0 6 0 0,0 1-1 0 0,0-1 0 0 0,0 1 0 0 0,1-1 0 0 0,-1 1 1 0 0,0-1-1 0 0,0 1 0 0 0,1-1 0 0 0,-1 1 1 0 0,0-1-1 0 0,0 1 0 0 0,1 0 0 0 0,-1-1 1 0 0,0 1-1 0 0,1 0 0 0 0,-1-1 0 0 0,1 1 1 0 0,-1 0-1 0 0,0-1 0 0 0,1 1 0 0 0,-1 0 1 0 0,1 0-1 0 0,-1-1 0 0 0,1 1 0 0 0,-1 0 0 0 0,2 0 1 0 0,-2 0-8 0 0,0 0 0 0 0,1-1 0 0 0,-1 1 0 0 0,1 0 0 0 0,-1 0 0 0 0,1 0 0 0 0,-1-1 1 0 0,0 1-1 0 0,1 0 0 0 0,-1 0 0 0 0,0-1 0 0 0,1 1 0 0 0,-1 0 0 0 0,0-1 0 0 0,0 1 0 0 0,1 0 1 0 0,-1-1-1 0 0,0 1 0 0 0,0-1 0 0 0,1 1 0 0 0,-1 0 0 0 0,0-1 0 0 0,0 1 0 0 0,0-1 0 0 0,0 1 0 0 0,0-1 1 0 0,1 0 1 0 0,-1 1 0 0 0,0-1 0 0 0,0 1 0 0 0,0 0 0 0 0,0-1 0 0 0,0 1 0 0 0,0-1 0 0 0,1 1 0 0 0,-1 0 0 0 0,0-1 0 0 0,0 1-1 0 0,1-1 1 0 0,-1 1 0 0 0,0 0 0 0 0,0-1 0 0 0,1 1 0 0 0,-1 0 0 0 0,0 0 0 0 0,1-1 0 0 0,-1 1 0 0 0,1 0 0 0 0,-1 0 0 0 0,0-1 0 0 0,1 1 0 0 0,-1 0 0 0 0,1 0 0 0 0,1 0-3 0 0,0 1 0 0 0,0 0 0 0 0,0 0 0 0 0,-1-1 0 0 0,1 1 0 0 0,0 0 0 0 0,-1 1 0 0 0,1-1 1 0 0,-1 0-1 0 0,1 0 0 0 0,-1 1 0 0 0,0-1 0 0 0,0 0 0 0 0,1 1 0 0 0,-1 0 0 0 0,0-1 0 0 0,0 1 0 0 0,0 0 0 0 0,-1-1 0 0 0,1 1 0 0 0,1 4 0 0 0,-2-5-3 0 0,2 3-16 0 0,1 1-25 0 0,-1-1-58 0 0,0 0-1 0 0,1 0 1 0 0,0 0-1 0 0,0 0 1 0 0,0 0-1 0 0,0 0 1 0 0,1-1 0 0 0,-1 0-1 0 0,1 1 1 0 0,0-1-1 0 0,0-1 1 0 0,0 1-1 0 0,9 4 1 0 0,-4-3-382 0 0,1-1-1 0 0,0 0 1 0 0,0 0-1 0 0,0-1 1 0 0,0 0 0 0 0,1-1-1 0 0,-1 0 1 0 0,1 0 0 0 0,-1-1-1 0 0,0-1 1 0 0,1 0 0 0 0,-1 0-1 0 0,0-1 1 0 0,19-6 0 0 0,3-3-2260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264 275 2828 0 0,'0'0'2357'0'0,"-3"-4"-1465"0"0,-7-11-166 0 0,7 11-109 0 0,2 4-543 0 0,-1-1 0 0 0,1 1 0 0 0,-1-1 1 0 0,1 1-1 0 0,-1-1 0 0 0,0 1 0 0 0,1 0 0 0 0,-1 0 0 0 0,0-1 1 0 0,1 1-1 0 0,-1 1 0 0 0,-2-1 0 0 0,-1 0 367 0 0,-4 1-267 0 0,0 0-1 0 0,0 0 0 0 0,0 1 1 0 0,0 0-1 0 0,0 1 0 0 0,0-1 1 0 0,1 2-1 0 0,-1-1 0 0 0,1 2 1 0 0,0-1-1 0 0,0 1 0 0 0,-14 11 1 0 0,12-7-65 0 0,-1 0 1 0 0,1 0-1 0 0,1 1 1 0 0,0 0-1 0 0,1 1 1 0 0,-1 0 0 0 0,-11 24-1 0 0,18-31-54 0 0,1 1-15 0 0,-3 13-16 0 0,3-13-6 0 0,3 0-40 0 0,4 13-92 0 0,-5-13-83 0 0,3-3-57 0 0,1 0 102 0 0,0 0 1 0 0,0-1-1 0 0,1 0 0 0 0,-1 1 1 0 0,0-2-1 0 0,1 1 0 0 0,-1-1 1 0 0,1 1-1 0 0,-1-1 1 0 0,1-1-1 0 0,-1 1 0 0 0,0-1 1 0 0,1 0-1 0 0,-1 0 0 0 0,6-3 1 0 0,2 0-137 0 0,-1-1 1 0 0,1 0-1 0 0,-1-1 1 0 0,21-14-1 0 0,-24 13 214 0 0,-1 0 0 0 0,1 0 0 0 0,-2-1 0 0 0,1 0 0 0 0,-1-1 0 0 0,0 0 0 0 0,-1 0 0 0 0,0 0 0 0 0,0-1 0 0 0,-1 0 0 0 0,5-13 0 0 0,0-5 233 0 0,-1 0-1 0 0,9-46 0 0 0,-9 17 638 0 0,-5 0 3 0 0,-4 52-529 0 0,-1-1-13 0 0,-17-43 755 0 0,16 45-498 0 0,-3 4-270 0 0,3-1-202 0 0,0 1 1 0 0,0 0-1 0 0,0 0 1 0 0,0 0-1 0 0,0 0 1 0 0,0 1-1 0 0,0-1 1 0 0,0 0-1 0 0,0 1 1 0 0,0 0-1 0 0,0-1 1 0 0,0 1-1 0 0,-3 2 1 0 0,2-1 25 0 0,0 0 0 0 0,0 1 0 0 0,0-1 1 0 0,1 1-1 0 0,-1 0 0 0 0,1 0 0 0 0,0 0 0 0 0,0 0 0 0 0,0 0 0 0 0,-3 6 0 0 0,-21 56 446 0 0,20-46-371 0 0,2 2-82 0 0,2 0 54 0 0,1-12-85 0 0,0 28 103 0 0,2-25-140 0 0,-1 1 1 0 0,2-1-1 0 0,0 0 1 0 0,0 1-1 0 0,1-1 1 0 0,1 0-1 0 0,0-1 1 0 0,1 1-1 0 0,0-1 1 0 0,0 1-1 0 0,1-2 1 0 0,1 1-1 0 0,11 13 1 0 0,-15-20-82 0 0,2 0 1 0 0,-1-1-1 0 0,0 0 1 0 0,1 0-1 0 0,-1 0 1 0 0,1 0 0 0 0,0-1-1 0 0,0 0 1 0 0,0 0-1 0 0,0 0 1 0 0,8 1-1 0 0,-9-1 64 0 0,7 1-188 0 0,11 2-7 0 0,-4-4-41 0 0,46-4-180 0 0,-50 1 329 0 0,8-4 6 0 0,-7-1-97 0 0,-2 0 273 0 0,0-1 1 0 0,-1 0 0 0 0,1-1-1 0 0,-2 0 1 0 0,18-18 0 0 0,-26 24 88 0 0,-1 0 9 0 0,-2 2-107 0 0,1-1 0 0 0,0 1 0 0 0,-1 0 0 0 0,1 0 0 0 0,-1-1 0 0 0,1 1 0 0 0,-1 0 0 0 0,1 0 0 0 0,-1-1 0 0 0,0 1 0 0 0,0-1 0 0 0,0 1 0 0 0,0 0 1 0 0,0-1-1 0 0,0 1 0 0 0,0 0 0 0 0,0-1 0 0 0,0 1 0 0 0,-1 0 0 0 0,1-1 0 0 0,0 1 0 0 0,-1 0 0 0 0,1-1 0 0 0,-2 0 0 0 0,0-2 296 0 0,1 4-334 0 0,0 1-1 0 0,0-1 1 0 0,0 0 0 0 0,-1 1-1 0 0,1-1 1 0 0,0 1 0 0 0,0 0-1 0 0,0-1 1 0 0,0 1 0 0 0,0 0-1 0 0,0 0 1 0 0,0-1-1 0 0,0 1 1 0 0,0 0 0 0 0,1 0-1 0 0,-1 0 1 0 0,0 0 0 0 0,-1 2-1 0 0,-7 13 91 0 0,7-13-58 0 0,1 2-3 0 0,-4 14-18 0 0,4-15 87 0 0,1 2-165 0 0,0 15-85 0 0,0-15-79 0 0,2-2-421 0 0,1-1 469 0 0,-1-1 0 0 0,0 1 0 0 0,0 0 0 0 0,1-1 0 0 0,-1 0-1 0 0,1 0 1 0 0,0 0 0 0 0,0 0 0 0 0,-1 0 0 0 0,1 0 0 0 0,6 2 0 0 0,-4-3-443 0 0,1-1-65 0 0,5 0 131 0 0,-1-1-1 0 0,1 0 1 0 0,0-1-1 0 0,0 0 1 0 0,-1-1 0 0 0,1 0-1 0 0,18-9 1 0 0,-17 5-266 0 0,-1 0 1 0 0,1-1-1 0 0,17-15 1 0 0,-13 6-1721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328 37 2476 0 0,'-29'-4'1081'0'0,"-1"2"0"0"0,0 1 0 0 0,0 1 0 0 0,0 1 0 0 0,-52 9 0 0 0,73-8-891 0 0,0 0-1 0 0,0 0 1 0 0,1 1 0 0 0,-12 4-1 0 0,9-2-26 0 0,6-3-4 0 0,5-2-151 0 0,-1 0 0 0 0,1 0 0 0 0,-1 0-1 0 0,0 0 1 0 0,1 0 0 0 0,-1 0 0 0 0,1 0-1 0 0,-1 0 1 0 0,1 0 0 0 0,-1 0 0 0 0,1 1-1 0 0,-1-1 1 0 0,1 0 0 0 0,-1 0 0 0 0,1 1-1 0 0,-1-1 1 0 0,1 0 0 0 0,-1 1 0 0 0,1-1-1 0 0,-1 0 1 0 0,1 1 0 0 0,0-1 0 0 0,-1 1-1 0 0,1-1 1 0 0,-1 2 0 0 0,1-2 12 0 0,-1 1-1 0 0,1-1 1 0 0,0 1 0 0 0,-1-1 0 0 0,1 1-1 0 0,-1-1 1 0 0,1 1 0 0 0,-1-1 0 0 0,1 0-1 0 0,-1 1 1 0 0,1-1 0 0 0,-1 1 0 0 0,0-1-1 0 0,1 0 1 0 0,-1 0 0 0 0,0 1 0 0 0,1-1-1 0 0,-1 0 1 0 0,1 0 0 0 0,-1 0 0 0 0,-1 0-1 0 0,3 5 10 0 0,2 17 4 0 0,2-22-13 0 0,6 1-20 0 0,0-1 0 0 0,0 0 0 0 0,1-1 0 0 0,-1 0 0 0 0,0-1 0 0 0,0 0 0 0 0,0 0 0 0 0,0-1 0 0 0,0-1 0 0 0,-1 0 0 0 0,0 0 0 0 0,1-1 0 0 0,-1-1 0 0 0,18-12 0 0 0,-25 15 10 0 0,-1-1 12 0 0,-1 1-20 0 0,0 0-1 0 0,0 0 0 0 0,0 0 0 0 0,0 0 1 0 0,-1 0-1 0 0,1 0 0 0 0,-1-1 1 0 0,0 1-1 0 0,0 0 0 0 0,0-4 0 0 0,-1 3-30 0 0,-4 3 18 0 0,-1 0-137 0 0,0 0 0 0 0,0 0 0 0 0,-1 1-1 0 0,1 0 1 0 0,0 0 0 0 0,0 1 0 0 0,0 0 0 0 0,0 0-1 0 0,-1 0 1 0 0,1 1 0 0 0,1 0 0 0 0,-12 5-1 0 0,8-2-601 0 0,1 0-1 0 0,1 1 0 0 0,-1 0 0 0 0,1 0 0 0 0,0 1 1 0 0,0 0-1 0 0,-6 8 0 0 0,3 2-2232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0 2948 0 0,'0'0'7495'0'0,"-1"6"-7292"0"0,-23 95 883 0 0,23-96-1005 0 0,1 1-14 0 0,-2 48 74 0 0,2-49-102 0 0,2 0-25 0 0,-1-2-9 0 0,0-2-2 0 0,0 0 0 0 0,-1 0 0 0 0,1 0 0 0 0,0 1 0 0 0,-1-1 0 0 0,1 0 0 0 0,-1 0 0 0 0,0 1-1 0 0,1-1 1 0 0,-1 1 0 0 0,0-1 0 0 0,0 2 0 0 0,4-1-26 0 0,18 3-30 0 0,-20-5 43 0 0,0 0 0 0 0,0 0 0 0 0,0 0 0 0 0,1-1 0 0 0,-1 1 0 0 0,0-1-1 0 0,0 1 1 0 0,0-1 0 0 0,0 0 0 0 0,0 1 0 0 0,0-1 0 0 0,0 0 0 0 0,0 0 0 0 0,2-2 0 0 0,47-46-122 0 0,5-4 310 0 0,-53 50 531 0 0,1 5-640 0 0,-2 0-48 0 0,13 6 103 0 0,-15-2-131 0 0,0 18-24 0 0,0-18-56 0 0,1-1-55 0 0,0 17-62 0 0,-1-16-52 0 0,3-1-70 0 0,-1 1 91 0 0,1-1-1 0 0,0 1 0 0 0,1-1 0 0 0,-1 1 0 0 0,1-1 0 0 0,0 0 1 0 0,1-1-1 0 0,-1 1 0 0 0,1-1 0 0 0,0 0 0 0 0,0 0 0 0 0,0 0 1 0 0,11 5-1 0 0,52 13-2258 0 0,-65-21 2278 0 0,1 0-1 0 0,-1 0 1 0 0,1 0 0 0 0,-1-1-1 0 0,0 1 1 0 0,1-1-1 0 0,-1 0 1 0 0,1 0 0 0 0,4-1-1 0 0,1 0-486 0 0,0 2-2401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639 31 2828 0 0,'0'0'2222'0'0,"-1"-5"-1329"0"0,0-20 864 0 0,-5 25-1424 0 0,-3 0-149 0 0,0 1 0 0 0,-1-1 0 0 0,1 2 0 0 0,0 0 0 0 0,0 0 0 0 0,0 0 0 0 0,-15 7 1 0 0,10 0-95 0 0,0 0 0 0 0,0 1 1 0 0,1 1-1 0 0,1 0 1 0 0,-1 1-1 0 0,2 0 1 0 0,0 0-1 0 0,0 2 1 0 0,1-1-1 0 0,1 1 1 0 0,0 1-1 0 0,-8 19 1 0 0,14-27-116 0 0,0 0 1 0 0,1 0 0 0 0,0 0-1 0 0,0 0 1 0 0,0 0 0 0 0,0 13 0 0 0,2-16 6 0 0,-1 1-115 0 0,3 0-205 0 0,0-2 260 0 0,-1-2 36 0 0,0 0-1 0 0,0 0 0 0 0,-1 0 0 0 0,1 1 1 0 0,0-1-1 0 0,-1 0 0 0 0,1 1 1 0 0,0-1-1 0 0,-1 0 0 0 0,0 1 1 0 0,1-1-1 0 0,-1 3 0 0 0,5-4-153 0 0,2 0 185 0 0,-1-1 1 0 0,1 1 0 0 0,0-1-1 0 0,-1-1 1 0 0,0 1 0 0 0,1-1-1 0 0,-1 0 1 0 0,0-1 0 0 0,0 1-1 0 0,0-1 1 0 0,0 0 0 0 0,0-1-1 0 0,-1 1 1 0 0,9-8 0 0 0,-2 1 299 0 0,-1-1-1 0 0,0 0 1 0 0,-1 0 0 0 0,0-1 0 0 0,-1-1 0 0 0,8-13-1 0 0,8-17 1300 0 0,-23 39 526 0 0,-6 6-2028 0 0,2-2-75 0 0,1 1 0 0 0,-1-1-1 0 0,0 1 1 0 0,0 0 0 0 0,1 0 0 0 0,-1 0-1 0 0,1 0 1 0 0,-1 0 0 0 0,1 0 0 0 0,-1 0 0 0 0,0 2-1 0 0,-15 28 130 0 0,9-9-62 0 0,0 1 0 0 0,2 1 0 0 0,1-1 0 0 0,-3 26 0 0 0,-5 109 256 0 0,8-88-263 0 0,1-16 8 0 0,-16 128-15 0 0,17-164-186 0 0,-1 0 0 0 0,-1-1 0 0 0,-1 0-1 0 0,0 0 1 0 0,-1 0 0 0 0,-1-1 0 0 0,-18 28 0 0 0,22-39 57 0 0,0 0 1 0 0,-1 0-1 0 0,0-1 1 0 0,0 1-1 0 0,0-1 0 0 0,-1 0 1 0 0,0-1-1 0 0,-7 5 1 0 0,12-8 55 0 0,0 1 0 0 0,-1 0 0 0 0,1 0 0 0 0,0-1 0 0 0,-1 1 0 0 0,1-1 0 0 0,0 1 0 0 0,-1-1 0 0 0,1 1 0 0 0,-1-1 0 0 0,1 0 0 0 0,-1 0 0 0 0,1 0 0 0 0,-1 0 0 0 0,1 0 0 0 0,-3 0 0 0 0,-1-1-14 0 0,3 1 19 0 0,-1 1 1 0 0,1-1 0 0 0,-1 0 0 0 0,0 0-1 0 0,1 0 1 0 0,-1-1 0 0 0,1 1-1 0 0,-1 0 1 0 0,1-1 0 0 0,-1 0 0 0 0,1 0-1 0 0,-5-1 1 0 0,-2-2 3 0 0,-6-1 21 0 0,-1-1-1 0 0,1-1 1 0 0,1 0 0 0 0,-1-1-1 0 0,1 0 1 0 0,1-1 0 0 0,-1-1-1 0 0,2 0 1 0 0,-13-12 0 0 0,11 7-1 0 0,0 1 1 0 0,1-2 0 0 0,1 0-1 0 0,0 0 1 0 0,1-1-1 0 0,-15-33 1 0 0,21 40-154 0 0,1 1-1 0 0,1-1 1 0 0,0-1 0 0 0,0 1 0 0 0,1 0 0 0 0,0-1 0 0 0,1 0 0 0 0,0 1 0 0 0,1-1-1 0 0,0 1 1 0 0,0-1 0 0 0,1 0 0 0 0,1 1 0 0 0,0-1 0 0 0,0 1 0 0 0,1 0 0 0 0,0-1-1 0 0,1 1 1 0 0,0 1 0 0 0,1-1 0 0 0,0 1 0 0 0,0-1 0 0 0,1 1 0 0 0,0 1 0 0 0,1-1-1 0 0,0 1 1 0 0,0 1 0 0 0,1-1 0 0 0,16-12 0 0 0,4 0-1948 0 0,2 0 1 0 0,41-20-1 0 0,-40 27-2272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227 0 3776 0 0,'0'0'5471'0'0,"-2"5"-5101"0"0,-73 155 1684 0 0,23-52-1285 0 0,-44 98-42 0 0,94-202-753 0 0,3-10-385 0 0,13-67 374 0 0,29-86-1 0 0,-25 98 203 0 0,-15 50-11 0 0,0 0 0 0 0,2 0 0 0 0,-1 0 0 0 0,1 0 0 0 0,1 0-1 0 0,0 1 1 0 0,0 0 0 0 0,12-13 0 0 0,-16 20 8 0 0,3 2 18 0 0,-3 1-147 0 0,-1-1-10 0 0,1 0 0 0 0,0 1 0 0 0,-1 0 0 0 0,1-1 0 0 0,-1 1 0 0 0,1 0 0 0 0,0 0 0 0 0,-1-1 0 0 0,1 1 1 0 0,0 1-1 0 0,-1-1 0 0 0,1 0 0 0 0,-1 0 0 0 0,1 1 0 0 0,0-1 0 0 0,-1 1 0 0 0,1-1 0 0 0,-1 1 0 0 0,1-1 1 0 0,-1 1-1 0 0,1 0 0 0 0,-1 0 0 0 0,0 0 0 0 0,1 0 0 0 0,-1 0 0 0 0,0 0 0 0 0,0 0 0 0 0,2 2 0 0 0,12 17 50 0 0,-2 0 0 0 0,0 1 0 0 0,-1 0 0 0 0,-1 1 0 0 0,-1 0 0 0 0,-1 1 0 0 0,-1 0 0 0 0,-1 1 0 0 0,-1-1 0 0 0,3 30-1 0 0,-1 6-828 0 0,-3 1-1 0 0,-3 0 0 0 0,-5 60 1 0 0,0-88-194 0 0,-2-7 81 0 0,3-16 538 0 0,1 1-473 0 0,-1 0 0 0 0,-1-1 0 0 0,0 1 1 0 0,0 0-1 0 0,-5 9 0 0 0,4-13-1424 0 0,-9 6-1556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0 254 3392 0 0,'0'0'998'0'0,"3"-4"-148"0"0,1-1-661 0 0,1 1-1 0 0,-1 0 1 0 0,1 0 0 0 0,0 1-1 0 0,0-1 1 0 0,1 1-1 0 0,-1 0 1 0 0,1 1-1 0 0,-1-1 1 0 0,1 1-1 0 0,11-3 1 0 0,79-14 776 0 0,-63 13-610 0 0,141-22 497 0 0,160-35-4148 0 0,-253 29 1460 0 0,-77 32 1790 0 0,0-1 167 0 0,25-27 730 0 0,-27 27 383 0 0,-1-2-960 0 0,3-9 564 0 0,5 27 947 0 0,-8-9-1557 0 0,0 3-15 0 0,21 150 1020 0 0,-22-153-1202 0 0,1 2 39 0 0,2 14 15 0 0,-2-14-45 0 0,1-2-40 0 0,2 13 86 0 0,-3-12 18 0 0,5-6-164 0 0,16 0-37 0 0,-17 1 59 0 0,-1-4 10 0 0,9-11-31 0 0,-1 0 1 0 0,14-26-1 0 0,-6 9 186 0 0,-18 29-57 0 0,0 0-24 0 0,6-9-72 0 0,-6 9 569 0 0,3 4-444 0 0,18 3 64 0 0,-14 19 33 0 0,-7-18-163 0 0,6 13 1 0 0,-6-13-10 0 0,0-1-20 0 0,5 14 8 0 0,-5-14 0 0 0,10 18 32 0 0,-9-20-90 0 0,0 0-14 0 0,0 0 1 0 0,-1-1-1 0 0,1 1 1 0 0,0-1-1 0 0,0 0 1 0 0,0 0-1 0 0,0 0 0 0 0,0 0 1 0 0,0 0-1 0 0,1-1 1 0 0,-1 1-1 0 0,5-1 1 0 0,-3 0-46 0 0,18-10-253 0 0,-19 7 379 0 0,47-50 23 0 0,-48 50-1 0 0,0 0 32 0 0,0-2 53 0 0,0 0 0 0 0,1 1 0 0 0,0-1 0 0 0,0 1 0 0 0,0 0 0 0 0,7-5 0 0 0,-10 9-121 0 0,-1 0-1 0 0,1 0 0 0 0,-1 0 0 0 0,1 0 0 0 0,0 0 0 0 0,-1 0 0 0 0,1 0 0 0 0,-1 0 0 0 0,1 0 0 0 0,-1 1 0 0 0,1-1 1 0 0,-1 0-1 0 0,1 0 0 0 0,-1 1 0 0 0,0-1 0 0 0,1 0 0 0 0,-1 1 0 0 0,1-1 0 0 0,-1 0 0 0 0,0 1 0 0 0,1-1 0 0 0,-1 0 0 0 0,0 1 1 0 0,1-1-1 0 0,-1 1 0 0 0,1 0 0 0 0,-1-1 0 0 0,0 1-1 0 0,1-1 1 0 0,-1 1 0 0 0,0-1 0 0 0,1 1 0 0 0,-1-1-1 0 0,1 1 1 0 0,-1-1 0 0 0,1 1 0 0 0,-1-1-1 0 0,1 0 1 0 0,-1 1 0 0 0,1-1 0 0 0,-1 0 0 0 0,1 0-1 0 0,-1 1 1 0 0,1-1 0 0 0,0 0 0 0 0,-1 0-1 0 0,1 0 1 0 0,-1 0 0 0 0,2 1 0 0 0,-1 4 75 0 0,21 94-193 0 0,-21-95-138 0 0,1 0-55 0 0,21 38-1840 0 0,-20-38 1265 0 0,-2-4 810 0 0,-1 0 0 0 0,1 0 1 0 0,0 0-1 0 0,-1 0 0 0 0,1 0 0 0 0,-1 1 0 0 0,1-1 1 0 0,-1 0-1 0 0,1 0 0 0 0,0 0 0 0 0,-1 1 1 0 0,1-1-1 0 0,-1 0 0 0 0,1 0 0 0 0,-1 1 0 0 0,1-1 1 0 0,-1 0-1 0 0,1 1 0 0 0,-1-1 0 0 0,0 1 1 0 0,1 0-1 0 0,0-1-125 0 0,-1 1 1 0 0,1-1 0 0 0,-1 1-1 0 0,0-1 1 0 0,1 1-1 0 0,-1-1 1 0 0,1 0-1 0 0,-1 1 1 0 0,1-1 0 0 0,0 0-1 0 0,-1 1 1 0 0,1-1-1 0 0,-1 0 1 0 0,1 0 0 0 0,-1 0-1 0 0,1 1 1 0 0,0-1-1 0 0,-1 0 1 0 0,1 0-1 0 0,1 0 1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163 25 3440 0 0,'0'0'3325'0'0,"-1"-4"-2460"0"0,0 2-622 0 0,0 0 0 0 0,0 1 0 0 0,0-1 0 0 0,0 1 0 0 0,1-1 0 0 0,-1 0 0 0 0,1 0 0 0 0,-1 1 1 0 0,1-1-1 0 0,-1-2 0 0 0,-4 5 111 0 0,-16 4-44 0 0,16-4-30 0 0,-3 5-53 0 0,1 0 0 0 0,-1 0 0 0 0,1 1 0 0 0,1 0 0 0 0,-1 1 0 0 0,1 0 1 0 0,1 0-1 0 0,-1 0 0 0 0,-7 17 0 0 0,0 16 176 0 0,12-37-305 0 0,0 1-26 0 0,4 47 16 0 0,-2-47-132 0 0,1-1-35 0 0,8 11-42 0 0,-8-11-33 0 0,1-2-27 0 0,1 1 114 0 0,-1-1-1 0 0,1-1 1 0 0,0 1 0 0 0,0 0 0 0 0,0-1 0 0 0,-1 0 0 0 0,1 0 0 0 0,1 0 0 0 0,-1 0 0 0 0,0 0 0 0 0,0-1 0 0 0,0 0 0 0 0,0 0 0 0 0,0 0 0 0 0,0 0 0 0 0,0-1 0 0 0,1 0 0 0 0,-1 0 0 0 0,0 0 0 0 0,-1 0 0 0 0,1 0-1 0 0,6-4 1 0 0,-5 3-33 0 0,-3 1 110 0 0,-1 0 0 0 0,1 0 0 0 0,0 0 1 0 0,-1 0-1 0 0,1 0 0 0 0,-1-1 0 0 0,1 1 1 0 0,-1 0-1 0 0,0-1 0 0 0,3-3 0 0 0,0 1 64 0 0,0-1 0 0 0,0 0 0 0 0,0-1 0 0 0,-1 1 0 0 0,0-1 0 0 0,0 1 0 0 0,0-1 0 0 0,-1 0 0 0 0,3-8 0 0 0,-5 12-65 0 0,2-2 167 0 0,-1-3-13 0 0,-1-8 4 0 0,0-1-1 0 0,-1 1 1 0 0,-5-27 0 0 0,5 37-159 0 0,-3 1-51 0 0,1 1-23 0 0,0 0-1 0 0,-1 1 1 0 0,1-1 0 0 0,-1 1 0 0 0,0 0-1 0 0,0 0 1 0 0,0 0 0 0 0,0 0-1 0 0,-6-1 1 0 0,4 1-268 0 0,0 2 146 0 0,-1 0-1 0 0,0 1 1 0 0,1 0-1 0 0,-1 0 0 0 0,1 0 1 0 0,-1 0-1 0 0,1 1 1 0 0,-1 0-1 0 0,1 1 1 0 0,0 0-1 0 0,0 0 1 0 0,0 0-1 0 0,0 0 0 0 0,1 1 1 0 0,-1 0-1 0 0,1 0 1 0 0,0 0-1 0 0,0 1 1 0 0,-6 8-1 0 0,-14 28-2464 0 0,23-36 1566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26 3252 0 0,'0'0'5865'0'0,"2"-4"-5258"0"0,2-13-92 0 0,-3 12 2292 0 0,-3 8-2590 0 0,-3 13 159 0 0,0-1 1 0 0,-4 32-1 0 0,8-41-287 0 0,1 0-21 0 0,0 21-22 0 0,0-21-14 0 0,0 0-4 0 0,1 50-187 0 0,0-51 30 0 0,0 0-275 0 0,5 13 119 0 0,-5-13-43 0 0,8 0-516 0 0,-8-4 805 0 0,-1-1-1 0 0,0 1 0 0 0,1-1 0 0 0,-1 1 0 0 0,1-1 1 0 0,-1 0-1 0 0,0 1 0 0 0,1-1 0 0 0,-1 0 1 0 0,1 1-1 0 0,-1-1 0 0 0,1 0 0 0 0,-1 1 0 0 0,1-1 1 0 0,-1 0-1 0 0,1 0 0 0 0,-1 0 0 0 0,1 0 1 0 0,-1 1-1 0 0,1-1 0 0 0,0 0 0 0 0,-1 0 0 0 0,1 0 1 0 0,-1 0-1 0 0,1 0 0 0 0,-1 0 0 0 0,1-1 1 0 0,-1 1-1 0 0,1 0 0 0 0,0 0 0 0 0,-1 0 0 0 0,1-1 1 0 0,19-3-218 0 0,-15 3 7 0 0,0-2 28 0 0,2 0 165 0 0,10-6-142 0 0,-10 1 118 0 0,0 1 0 0 0,0-1 1 0 0,7-14-1 0 0,-2-1 381 0 0,11-33-1 0 0,-21 51-60 0 0,-1 0 38 0 0,4-17 13 0 0,-4 16 322 0 0,3-16-93 0 0,-3 18 1339 0 0,-13 25-1395 0 0,12-15-364 0 0,3 50-42 0 0,-2-51-147 0 0,0 1-68 0 0,3 14-92 0 0,-2-14-80 0 0,6 15-1493 0 0,-7-20 1677 0 0,-1 0-1 0 0,0 0 1 0 0,1 0-1 0 0,-1 0 1 0 0,1 0-1 0 0,0 0 1 0 0,-1 0-1 0 0,1 0 1 0 0,0 0-1 0 0,-1 0 1 0 0,1 0-1 0 0,0 0 1 0 0,0 0-1 0 0,0 0 0 0 0,0-1 1 0 0,0 1-1 0 0,0 0 1 0 0,0-1-1 0 0,0 1 1 0 0,0-1-1 0 0,1 1 1 0 0,16 6-1310 0 0,-14-5 570 0 0,1-4-1414 0 0,-4 1 2090 0 0,1 0 0 0 0,-1 0 0 0 0,1 0-1 0 0,0 0 1 0 0,0 0 0 0 0,-1 1 0 0 0,1-1 0 0 0,0 1 0 0 0,3-1 0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84 2336 0 0,'8'-20'1067'0'0,"-6"16"1519"0"0,-1 4-2555 0 0,-1-1 0 0 0,0 1 1 0 0,1 0-1 0 0,-1-1 0 0 0,1 1 1 0 0,-1 0-1 0 0,0-1 0 0 0,1 1 1 0 0,-1 0-1 0 0,0-1 0 0 0,1 1 1 0 0,-1-1-1 0 0,0 1 0 0 0,0 0 1 0 0,0-1-1 0 0,1 1 0 0 0,-1-1 1 0 0,0 1-1 0 0,0-1 0 0 0,0 1 1 0 0,0-1-1 0 0,0 1 0 0 0,0-2 1 0 0,0 2 95 0 0,0-1 0 0 0,0 1 1 0 0,0-1-1 0 0,0 1 0 0 0,1-1 1 0 0,-1 1-1 0 0,0-1 0 0 0,0 1 0 0 0,0-1 1 0 0,0 1-1 0 0,1-1 0 0 0,-1 1 1 0 0,0 0-1 0 0,0-1 0 0 0,1 1 1 0 0,-1-1-1 0 0,0 1 0 0 0,1 0 1 0 0,-1-1-1 0 0,0 1 0 0 0,1 0 1 0 0,-1-1-1 0 0,1 1 0 0 0,1 0-87 0 0,-1 0 0 0 0,0 0-1 0 0,0 1 1 0 0,1-1-1 0 0,-1 1 1 0 0,0-1 0 0 0,0 1-1 0 0,0-1 1 0 0,0 1 0 0 0,0 0-1 0 0,0 0 1 0 0,0-1 0 0 0,0 1-1 0 0,0 0 1 0 0,0 0 0 0 0,0 0-1 0 0,0 0 1 0 0,-1 0-1 0 0,1 0 1 0 0,0 0 0 0 0,-1 0-1 0 0,1 1 1 0 0,0 0 0 0 0,10 29 658 0 0,-10-26-668 0 0,0-1 192 0 0,1 1 1 0 0,3 17-56 0 0,-3-17-131 0 0,-1 0 112 0 0,5 16 16 0 0,-4-16-65 0 0,3 17 180 0 0,-3-17-64 0 0,-2-1-131 0 0,0-1-52 0 0,1-1-1 0 0,-1 1 1 0 0,-1 0 0 0 0,1 0-1 0 0,0-1 1 0 0,0 1-1 0 0,-1 0 1 0 0,0-1 0 0 0,1 1-1 0 0,-1 0 1 0 0,0-1-1 0 0,-2 4 1 0 0,1-3-7 0 0,-3-5-13 0 0,-12-5-3 0 0,13 5-30 0 0,-1-7-63 0 0,1 4 91 0 0,-7-30-14 0 0,10 30-5 0 0,1 1 1 0 0,-1-1-1 0 0,1 1 1 0 0,0-1-1 0 0,0 0 1 0 0,1 1 0 0 0,-1-1-1 0 0,1 1 1 0 0,0-1-1 0 0,2-5 1 0 0,-1 3 25 0 0,0 3-4 0 0,0-1 1 0 0,0 0 0 0 0,0 1 0 0 0,0-1 0 0 0,1 1 0 0 0,0 0 0 0 0,0 0 0 0 0,0 0 0 0 0,0 0 0 0 0,5-4 0 0 0,-5 5 1 0 0,4-5 62 0 0,-6 6-64 0 0,0 1-1 0 0,1-1 0 0 0,-1 1 1 0 0,0-1-1 0 0,1 1 1 0 0,-1 0-1 0 0,1 0 1 0 0,-1 0-1 0 0,1 0 1 0 0,0 0-1 0 0,-1 0 0 0 0,4-1 1 0 0,5-3 113 0 0,-1 1-21 0 0,0 0-1 0 0,0 0 1 0 0,0 1-1 0 0,0 0 1 0 0,1 0 0 0 0,10 0-1 0 0,-15 2-70 0 0,1 1 0 0 0,-1 0 0 0 0,1 0-1 0 0,-1 1 1 0 0,1-1 0 0 0,-1 1 0 0 0,0 0 0 0 0,0 1 0 0 0,1-1-1 0 0,-1 1 1 0 0,0 0 0 0 0,0 1 0 0 0,0-1 0 0 0,-1 1 0 0 0,6 4-1 0 0,38 34 216 0 0,-41-34-129 0 0,-5-6-111 0 0,-1 0 0 0 0,1 0-1 0 0,-1 1 1 0 0,1-1 0 0 0,-1 1 0 0 0,0 0 0 0 0,0-1-1 0 0,0 1 1 0 0,0 0 0 0 0,0-1 0 0 0,0 1 0 0 0,0 0-1 0 0,0 2 1 0 0,3 8 4 0 0,0-4-98 0 0,-1-1 0 0 0,-1 1 0 0 0,0 0 0 0 0,0 0 0 0 0,0 0 0 0 0,-1 0 0 0 0,0 0 0 0 0,0 0 0 0 0,-1 0 0 0 0,-1 0 0 0 0,-1 14 0 0 0,-23 42-1472 0 0,19-53 440 0 0,-1 1 0 0 0,0-1 0 0 0,-1 0 1 0 0,-12 12-1 0 0,13-15 163 0 0,4-4-1355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26 4388 0 0,'10'-26'7388'0'0,"-6"30"-6677"0"0,11 10-39 0 0,-10-4-85 0 0,5 63 783 0 0,5 124-159 0 0,-5-48-2199 0 0,-9-123 570 0 0,3 4-456 0 0,-1-19 197 0 0,-1-3-182 0 0,0 0 0 0 0,0 0 0 0 0,-1 0 0 0 0,0 11 0 0 0,8 2-4096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0 128 2652 0 0,'0'0'2149'0'0,"0"-4"-1265"0"0,2-16-165 0 0,-2 15-100 0 0,4 3-101 0 0,19-9-188 0 0,1 0 0 0 0,43-11 0 0 0,-36 12-791 0 0,75-24-4345 0 0,-78 26 1582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238 65 3624 0 0,'-38'-64'8787'0'0,"34"66"-8389"0"0,-1 2-313 0 0,-1 0 1 0 0,1 0 0 0 0,0 1 0 0 0,0 0 0 0 0,1 0 0 0 0,0 0 0 0 0,-1 1 0 0 0,2-1 0 0 0,-1 1 0 0 0,1 0-1 0 0,0 0 1 0 0,-4 10 0 0 0,-31 92 225 0 0,31-84-227 0 0,-79 285 65 0 0,84-304-217 0 0,1 0-39 0 0,-1 18-1156 0 0,9-34 1275 0 0,0 0 1 0 0,0-1 0 0 0,-1 0 0 0 0,-1 0-1 0 0,0-1 1 0 0,4-15 0 0 0,21-94 286 0 0,-18 70-189 0 0,-5 23-74 0 0,55-205 1436 0 0,-60 230-1198 0 0,14-4 35 0 0,-13 6-252 0 0,-3 2-53 0 0,0 0 0 0 0,0 0 0 0 0,0 0 0 0 0,0 0 0 0 0,1 0 0 0 0,-1 0 0 0 0,0-1 0 0 0,0 1 1 0 0,0 0-1 0 0,0 0 0 0 0,0 0 0 0 0,1 0 0 0 0,-1 0 0 0 0,0 0 0 0 0,0 0 0 0 0,0 0 0 0 0,1 0 0 0 0,-1 0 0 0 0,0 0 0 0 0,0 0 1 0 0,0 0-1 0 0,0 0 0 0 0,1 0 0 0 0,-1 0 0 0 0,0 0 0 0 0,0 0 0 0 0,0 0 0 0 0,0 0 0 0 0,1 1 0 0 0,-1-1 0 0 0,0 0 0 0 0,0 0 1 0 0,0 0-1 0 0,0 0 0 0 0,1 0 0 0 0,-1 0 0 0 0,0 0 0 0 0,0 1 0 0 0,0-1 0 0 0,0 0 0 0 0,0 0 0 0 0,0 0 0 0 0,0 0 0 0 0,0 0 1 0 0,0 1-1 0 0,1-1 0 0 0,-1 0 0 0 0,10 14 108 0 0,-1 0 0 0 0,0 1 0 0 0,-1-1 0 0 0,0 2 1 0 0,-1-1-1 0 0,-1 1 0 0 0,4 17 0 0 0,27 127 233 0 0,-26-104-284 0 0,8 30-47 0 0,26 158-4732 0 0,-44-239 3903 0 0,-2 2-115 0 0,1-4 770 0 0,-4 29-1723 0 0,3-30 1513 0 0,1 0 0 0 0,-1 0 0 0 0,0 0 0 0 0,0 0 0 0 0,0 0 0 0 0,0 0 0 0 0,0-1 0 0 0,0 1 0 0 0,-1 0 0 0 0,1-1 0 0 0,-2 2 0 0 0,-13 11-3834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39 300 2688 0 0,'-36'-33'3745'0'0,"33"30"-2347"0"0,4-1-950 0 0,3-14 14 0 0,-4 18-450 0 0,0 0 1 0 0,0-1-1 0 0,0 1 1 0 0,0 0-1 0 0,0 0 1 0 0,0-1-1 0 0,0 1 1 0 0,0 0-1 0 0,0 0 1 0 0,0-1-1 0 0,0 1 1 0 0,0 0-1 0 0,1 0 1 0 0,-1 0-1 0 0,0-1 1 0 0,0 1-1 0 0,0 0 1 0 0,0 0-1 0 0,1 0 1 0 0,-1-1-1 0 0,0 1 0 0 0,0 0 1 0 0,0 0-1 0 0,1 0 1 0 0,-1 0-1 0 0,0-1 1 0 0,0 1-1 0 0,1 0 1 0 0,-1 0-1 0 0,0 0 1 0 0,0 0-1 0 0,1 0 1 0 0,38-11 282 0 0,0 1 0 0 0,0 2 0 0 0,1 2 0 0 0,43-1 1 0 0,4-3-307 0 0,16-2-343 0 0,42-6-2370 0 0,234-57-1 0 0,-358 68 2674 0 0,32-17 0 0 0,-44 19 302 0 0,-5 4 524 0 0,-1-2-367 0 0,11-9 2651 0 0,-14 7-2815 0 0,-2-12-4 0 0,1 13 640 0 0,1 4-870 0 0,-1 0 1 0 0,1 0-1 0 0,0 1 0 0 0,-1-1 0 0 0,1 0 0 0 0,0 1 0 0 0,-1-1 0 0 0,1 0 0 0 0,0 1 0 0 0,0-1 0 0 0,-1 0 1 0 0,1 1-1 0 0,0-1 0 0 0,0 1 0 0 0,0-1 0 0 0,0 1 0 0 0,0-1 0 0 0,-1 0 0 0 0,1 1 0 0 0,0-1 0 0 0,0 1 1 0 0,0-1-1 0 0,0 1 0 0 0,0-1 0 0 0,1 1 0 0 0,-1 0 0 0 0,0-1 0 0 0,0 1 0 0 0,0-1 0 0 0,0 0 1 0 0,0 1-1 0 0,0-1 0 0 0,0 1 0 0 0,0-1 0 0 0,0 1 0 0 0,-1-1 0 0 0,1 0 1 0 0,0 1-1 0 0,0-1 0 0 0,0 1 0 0 0,0-1 0 0 0,-1 0 0 0 0,1 1 0 0 0,0-1 0 0 0,0 1 1 0 0,-1-1-1 0 0,1 0 0 0 0,0 1 0 0 0,0-1 0 0 0,-1 0 0 0 0,0 1 0 0 0,0 5 179 0 0,-13 124 728 0 0,11-80-746 0 0,1 3-79 0 0,1-48-67 0 0,2 0-22 0 0,0 24-19 0 0,0-24 29 0 0,1 15-11 0 0,-2-16-35 0 0,8 2-330 0 0,-7-5 354 0 0,-1-1 0 0 0,0 0 0 0 0,0 1 0 0 0,1-1 0 0 0,-1 1 0 0 0,0-1 0 0 0,0 0 0 0 0,1 1 0 0 0,-1-1 0 0 0,1 0 0 0 0,-1 1 0 0 0,0-1 0 0 0,1 0 1 0 0,-1 0-1 0 0,1 1 0 0 0,-1-1 0 0 0,1 0 0 0 0,-1 0 0 0 0,0 0 0 0 0,1 0 0 0 0,-1 1 0 0 0,1-1 0 0 0,-1 0 0 0 0,1 0 0 0 0,-1 0 0 0 0,1 0 0 0 0,-1 0 0 0 0,1 0 0 0 0,-1 0 0 0 0,1 0 0 0 0,-1-1 0 0 0,1 1 0 0 0,-1 0 0 0 0,1 0 0 0 0,0-1 0 0 0,10-7-40 0 0,0 0 1 0 0,0-1-1 0 0,-1-1 0 0 0,14-15 1 0 0,-22 22 38 0 0,1-1 39 0 0,-1 1-32 0 0,2-4 105 0 0,0 0 0 0 0,1 0 0 0 0,-1 1 0 0 0,2 0-1 0 0,-1-1 1 0 0,7-5 0 0 0,-10 16 16 0 0,7 11-1 0 0,-7-11-1 0 0,-1 1-16 0 0,3 15-21 0 0,-2-15-21 0 0,-1 0-14 0 0,10 48 46 0 0,-9-48-100 0 0,6 18-131 0 0,-5-20 75 0 0,-2-2 47 0 0,-1 0 1 0 0,1 0 0 0 0,0 0-1 0 0,0 0 1 0 0,0 0 0 0 0,0-1-1 0 0,0 1 1 0 0,0 0 0 0 0,0-1-1 0 0,1 1 1 0 0,-1-1 0 0 0,0 1-1 0 0,0-1 1 0 0,0 1 0 0 0,0-1-1 0 0,1 0 1 0 0,-1 0 0 0 0,0 0-1 0 0,0 0 1 0 0,1 1 0 0 0,-1-2-1 0 0,0 1 1 0 0,0 0 0 0 0,2 0-1 0 0,14-1 76 0 0,-14-2-82 0 0,48-78-543 0 0,-47 74 550 0 0,0 0 0 0 0,0 0 0 0 0,1 1 0 0 0,7-9-1 0 0,-9 12 41 0 0,3-4 11 0 0,-5 7-16 0 0,-1-1-1 0 0,0 1 1 0 0,0-1 0 0 0,0 1 0 0 0,0 0 0 0 0,0-1 0 0 0,1 1 0 0 0,-1-1 0 0 0,0 1 0 0 0,0 0 0 0 0,1-1 0 0 0,-1 1 0 0 0,0 0 0 0 0,0-1 0 0 0,1 1-1 0 0,-1 0 1 0 0,0-1 0 0 0,1 1 0 0 0,-1 0 0 0 0,1 0 0 0 0,-1-1 0 0 0,0 1 0 0 0,1 0 0 0 0,-1 0 0 0 0,1 0 0 0 0,-1 0 0 0 0,0 0 0 0 0,1-1-1 0 0,-1 1 1 0 0,1 0 0 0 0,-1 0 0 0 0,1 0 0 0 0,-1 0 0 0 0,1 0 0 0 0,-1 0 0 0 0,0 1 0 0 0,2-1 0 0 0,1 1-17 0 0,-1-1 19 0 0,-1 0-1 0 0,1 1 0 0 0,0 0 1 0 0,0-1-1 0 0,0 1 1 0 0,-1 0-1 0 0,1 0 0 0 0,0 0 1 0 0,-1 0-1 0 0,1 0 1 0 0,-1 0-1 0 0,1 0 0 0 0,-1 1 1 0 0,0-1-1 0 0,1 0 0 0 0,-1 1 1 0 0,0-1-1 0 0,0 1 1 0 0,0 0-1 0 0,0-1 0 0 0,0 1 1 0 0,-1 0-1 0 0,1 0 0 0 0,1 2 1 0 0,27 67-409 0 0,-27-67 153 0 0,0 0-46 0 0,6 11-47 0 0,-6-11-72 0 0,1-1-614 0 0,-1-1 849 0 0,22 13-1923 0 0,-22-15 1691 0 0,0 1 1 0 0,0-1-1 0 0,0 0 1 0 0,0 1-1 0 0,1-1 1 0 0,-1 0-1 0 0,0 0 1 0 0,0-1-1 0 0,0 1 1 0 0,3-1-1 0 0,24-6-3098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115 1 1956 0 0,'0'0'4643'0'0,"-5"1"-4147"0"0,0 0-302 0 0,0 1 0 0 0,0-1 1 0 0,1 1-1 0 0,-1 1 1 0 0,1-1-1 0 0,-1 1 0 0 0,1-1 1 0 0,0 1-1 0 0,0 0 1 0 0,0 1-1 0 0,1-1 0 0 0,-1 1 1 0 0,1-1-1 0 0,-1 1 1 0 0,-4 8-1 0 0,-24 56 962 0 0,30-63-1039 0 0,2 0-34 0 0,-4 18-36 0 0,3-17-63 0 0,2-1-42 0 0,3 14-46 0 0,-4-14-68 0 0,1-4 160 0 0,-1-1 0 0 0,1 0 1 0 0,-1 0-1 0 0,1 0 0 0 0,-1 1 1 0 0,1-1-1 0 0,-1 0 0 0 0,1 0 1 0 0,-1 1-1 0 0,0-1 1 0 0,1 0-1 0 0,-1 1 0 0 0,0-1 1 0 0,1 1-1 0 0,-1-1 0 0 0,0 0 1 0 0,1 1-1 0 0,-1-1 0 0 0,0 1 1 0 0,0-1-1 0 0,0 1 0 0 0,1-1 1 0 0,-1 1-1 0 0,0-1 0 0 0,0 1 1 0 0,0 0-1 0 0,0 0-3 0 0,0-1 1 0 0,0 1-1 0 0,0-1 1 0 0,1 1-1 0 0,-1-1 0 0 0,0 1 1 0 0,0-1-1 0 0,0 1 0 0 0,1-1 1 0 0,-1 0-1 0 0,0 1 0 0 0,0-1 1 0 0,1 1-1 0 0,-1-1 0 0 0,0 0 1 0 0,1 1-1 0 0,-1-1 0 0 0,1 0 1 0 0,-1 1-1 0 0,0-1 1 0 0,1 0-1 0 0,-1 1 0 0 0,1-1 1 0 0,-1 0-1 0 0,1 0 0 0 0,0 1 1 0 0,0-1-28 0 0,1 0-1 0 0,-1 0 1 0 0,1 1 0 0 0,-1-1 0 0 0,1 0 0 0 0,-1 1 0 0 0,1-1 0 0 0,-1 1 0 0 0,1 0-1 0 0,-1 0 1 0 0,3 1 0 0 0,-1 0-50 0 0,2 0-196 0 0,0-1 3 0 0,17 2 40 0 0,-16-2 59 0 0,0-1 33 0 0,49-11 11 0 0,-50 9 261 0 0,-1-1 60 0 0,0 1-65 0 0,-1 0 1 0 0,1-1 0 0 0,-1 1-1 0 0,0-1 1 0 0,0 0-1 0 0,0 0 1 0 0,-1 0 0 0 0,1 0-1 0 0,-1 0 1 0 0,1 0-1 0 0,-1-1 1 0 0,0 0 0 0 0,-1 1-1 0 0,1-1 1 0 0,0 0-1 0 0,1-5 1 0 0,0-50 1034 0 0,-4 53-951 0 0,-1 1 7 0 0,-3-16-43 0 0,3 16-68 0 0,1 4-71 0 0,-1-1 0 0 0,0 1 0 0 0,1-1 0 0 0,0 1 0 0 0,-1-1 0 0 0,1 1 0 0 0,0-1 0 0 0,0 0 0 0 0,-1-2 0 0 0,-1 1 71 0 0,-1 1-18 0 0,-11-3-10 0 0,11 3-34 0 0,-1 3-88 0 0,-4 1-223 0 0,1 0 1 0 0,-1 1 0 0 0,1 0 0 0 0,-1 1 0 0 0,1-1 0 0 0,0 2 0 0 0,0-1 0 0 0,-11 10 0 0 0,16-12-562 0 0,2-2 785 0 0,1 0-1 0 0,0 1 1 0 0,-1-1-1 0 0,1 0 1 0 0,-1 0-1 0 0,1 0 1 0 0,0 1-1 0 0,-1-1 1 0 0,1 0-1 0 0,0 1 1 0 0,-1-1-1 0 0,1 0 1 0 0,0 1-1 0 0,0-1 1 0 0,-1 1-1 0 0,1-1 1 0 0,0 0-1 0 0,0 1 1 0 0,0-1-1 0 0,0 1 1 0 0,-1-1-1 0 0,1 0 1 0 0,0 1-1 0 0,0-1 1 0 0,0 2-1 0 0,-3 7-922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35 3872 0 0,'0'0'1506'0'0,"2"-3"-237"0"0,-2 3-1269 0 0,4-10 4481 0 0,-22 15-3597 0 0,9 18-414 0 0,9-19-380 0 0,-2 47 123 0 0,3-46-143 0 0,0 0-45 0 0,5 16-23 0 0,-5-17-40 0 0,0-1 0 0 0,1 1 0 0 0,-1-1 0 0 0,1 0 0 0 0,0 1-1 0 0,0-1 1 0 0,0 0 0 0 0,1 0 0 0 0,-1 0 0 0 0,1-1 0 0 0,4 5 0 0 0,-5-5 2 0 0,1 0-175 0 0,1 0 5 0 0,15 3 12 0 0,-14-4 7 0 0,1-1-191 0 0,21 0 207 0 0,-20 0 5 0 0,-2-1 46 0 0,2-2 122 0 0,0 1-1 0 0,-1-1 1 0 0,1 0-1 0 0,-1-1 0 0 0,0 0 1 0 0,0 0-1 0 0,0 0 1 0 0,0 0-1 0 0,8-10 0 0 0,-6 4 169 0 0,-1 0 0 0 0,-1-1-1 0 0,1 0 1 0 0,-1 0-1 0 0,-1 0 1 0 0,6-18 0 0 0,-10 25 109 0 0,4-16 244 0 0,-3 15-425 0 0,0 0 1348 0 0,-3 1-1185 0 0,-4-9-3 0 0,-4 16 215 0 0,6 0-422 0 0,1 0 1 0 0,0 1-1 0 0,-1-1 1 0 0,1 1-1 0 0,0-1 0 0 0,1 1 1 0 0,-1 0-1 0 0,-1 4 1 0 0,-14 65-124 0 0,17-68-108 0 0,0 0-64 0 0,0 17-71 0 0,0-16-100 0 0,1-2-61 0 0,1 0 190 0 0,0 0 0 0 0,0-1 1 0 0,1 1-1 0 0,-1-1 1 0 0,1 1-1 0 0,0-1 1 0 0,0 0-1 0 0,5 4 0 0 0,-4-4-471 0 0,-3-2 636 0 0,1 0 0 0 0,0 0 0 0 0,-1-1 0 0 0,1 1 0 0 0,0-1 0 0 0,-1 1 0 0 0,1-1 0 0 0,0 0 0 0 0,0 1 0 0 0,0-1 0 0 0,-1 0 0 0 0,4 0 0 0 0,-3 0-106 0 0,4 1-623 0 0,1-1 515 0 0,0 0 0 0 0,1-1 0 0 0,-1 1 0 0 0,0-2 0 0 0,0 1 0 0 0,0-1 0 0 0,1 0 0 0 0,-2 0 0 0 0,1-1 0 0 0,0 0 0 0 0,0 0 0 0 0,6-5 0 0 0,28-31 186 0 0,10-29 3321 0 0,-49 64-2638 0 0,-2 3-419 0 0,1-1-1 0 0,-1 0 1 0 0,1 1-1 0 0,-1-1 1 0 0,1 1 0 0 0,0-1-1 0 0,0 1 1 0 0,0-1-1 0 0,0 1 1 0 0,0 0-1 0 0,0 0 1 0 0,0-1-1 0 0,0 1 1 0 0,0 0-1 0 0,2-1 1 0 0,8-12 1536 0 0,-11 14-1638 0 0,0 0 1 0 0,0 1-1 0 0,0-1 0 0 0,0 0 0 0 0,0 0 1 0 0,0 1-1 0 0,0-1 0 0 0,0 0 0 0 0,0 1 1 0 0,0-1-1 0 0,0 0 0 0 0,1 0 1 0 0,-1 1-1 0 0,0-1 0 0 0,0 0 0 0 0,0 1 1 0 0,0-1-1 0 0,0 0 0 0 0,1 0 0 0 0,-1 1 1 0 0,0-1-1 0 0,0 0 0 0 0,1 0 1 0 0,-1 0-1 0 0,0 1 0 0 0,0-1 0 0 0,1 0 1 0 0,-1 0-1 0 0,0 0 0 0 0,0 0 1 0 0,1 0-1 0 0,-1 1 0 0 0,1-1 22 0 0,-1 0 0 0 0,1 0 0 0 0,0 1 0 0 0,-1-1 0 0 0,1 0-1 0 0,-1 1 1 0 0,1-1 0 0 0,-1 1 0 0 0,1-1 0 0 0,-1 1 0 0 0,0-1 0 0 0,1 1 0 0 0,-1-1 0 0 0,1 1 0 0 0,-1-1-1 0 0,0 1 1 0 0,0 0 0 0 0,1-1 0 0 0,-1 1 0 0 0,0-1 0 0 0,0 1 0 0 0,0 0 0 0 0,1-1 0 0 0,-1 1 0 0 0,0 0-1 0 0,0-1 1 0 0,0 1 0 0 0,0 0 0 0 0,2 22 192 0 0,-2-17-21 0 0,0 0-38 0 0,-1 18-21 0 0,1-18-28 0 0,-1 0-26 0 0,0 17-30 0 0,1-18-18 0 0,-1 0 1 0 0,-1 12-2 0 0,1-13 25 0 0,1 1-42 0 0,-2 12-3 0 0,1-12-10 0 0,0-9-254 0 0,-4-13 255 0 0,5 16-13 0 0,-1-1 0 0 0,1 0-1 0 0,0 1 1 0 0,-1-1 0 0 0,1 0 0 0 0,0 1 0 0 0,0-1-1 0 0,0 0 1 0 0,0 1 0 0 0,0-1 0 0 0,1 0 0 0 0,-1 1-1 0 0,0-1 1 0 0,1 0 0 0 0,1-2 0 0 0,-1-1-6 0 0,0-2 23 0 0,0 1-1 0 0,1-1 0 0 0,-1 1 1 0 0,1-1-1 0 0,1 1 1 0 0,-1-1-1 0 0,1 1 0 0 0,0 0 1 0 0,0 0-1 0 0,1 1 0 0 0,0-1 1 0 0,0 1-1 0 0,0-1 1 0 0,0 1-1 0 0,1 0 0 0 0,0 1 1 0 0,0-1-1 0 0,1 1 0 0 0,-1 0 1 0 0,8-4-1 0 0,-8 6-7 0 0,-1-1-1 0 0,1 1 1 0 0,0 1-1 0 0,0-1 1 0 0,0 1-1 0 0,0 0 1 0 0,0 0 0 0 0,0 0-1 0 0,7 0 1 0 0,-7 1-4 0 0,-1 0 11 0 0,1 0-1 0 0,0 0 1 0 0,-1 0 0 0 0,1 1 0 0 0,-1 0 0 0 0,0 0-1 0 0,1 0 1 0 0,-1 0 0 0 0,0 1 0 0 0,8 3-1 0 0,-8-3-19 0 0,2 1 73 0 0,0 0-1 0 0,0 0 1 0 0,-1 1-1 0 0,1 0 0 0 0,-1 0 1 0 0,1 0-1 0 0,8 10 1 0 0,-12-11-48 0 0,3 2-4 0 0,-1 0 1 0 0,0 0-1 0 0,-1 0 1 0 0,1 1-1 0 0,-1-1 1 0 0,0 1-1 0 0,2 7 0 0 0,-2-7 11 0 0,-2-2-82 0 0,1 0 0 0 0,-1 0 0 0 0,0 0 0 0 0,0-1 0 0 0,-1 1 0 0 0,1 0 0 0 0,-1 0 0 0 0,1 0 0 0 0,-1 0-1 0 0,-1 0 1 0 0,1 0 0 0 0,0 0 0 0 0,-1 0 0 0 0,-2 7 0 0 0,-1 0-548 0 0,0-2-1 0 0,-1 1 1 0 0,-10 16 0 0 0,6-10-606 0 0,-3-1-861 0 0,11-15 1901 0 0,1 0-1 0 0,-1 1 1 0 0,1-1-1 0 0,0 0 1 0 0,-1 1-1 0 0,1-1 0 0 0,-1 1 1 0 0,1-1-1 0 0,0 1 1 0 0,-1-1-1 0 0,1 0 1 0 0,0 1-1 0 0,0 0 0 0 0,-1-1 1 0 0,1 1-1 0 0,0-1 1 0 0,0 1-1 0 0,0-1 0 0 0,0 1 1 0 0,0-1-1 0 0,0 2 1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22 4772 0 0,'2'-4'1437'0'0,"10"-13"5008"0"0,-9 20-5796 0 0,-1-1-545 0 0,0 0-1 0 0,0 0 0 0 0,-1 0 0 0 0,1 1 1 0 0,0-1-1 0 0,-1 1 0 0 0,0-1 1 0 0,1 1-1 0 0,-1 0 0 0 0,0-1 1 0 0,0 1-1 0 0,-1 0 0 0 0,1 0 1 0 0,0 0-1 0 0,-1-1 0 0 0,0 1 0 0 0,0 0 1 0 0,0 4-1 0 0,7 73 608 0 0,23 290-3901 0 0,-23-327-315 0 0,-3-13-1417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9 220 2660 0 0,'-7'-22'1412'0'0,"5"18"-270"0"0,3 2-1028 0 0,0 0 0 0 0,-1 1 0 0 0,1-1 0 0 0,0 0 0 0 0,0 0 0 0 0,0 1 0 0 0,0-1 0 0 0,0 1 0 0 0,0-1 0 0 0,1 1 0 0 0,-1-1 0 0 0,0 1 0 0 0,1 0 0 0 0,-1 0 0 0 0,1 0 0 0 0,0 0 0 0 0,-1 0 0 0 0,1 0 0 0 0,3-1 0 0 0,36-16 435 0 0,17-1-375 0 0,103-18 1 0 0,65 6-867 0 0,-125 18-79 0 0,157-22-3058 0 0,-174 24 769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444 747 1932 0 0,'0'0'10052'0'0,"1"-5"-9756"0"0,1-3-72 0 0,-1 0-1 0 0,-1-1 1 0 0,0 1-1 0 0,0 0 0 0 0,0-1 1 0 0,-3-14-1 0 0,-14-58 129 0 0,10 53-275 0 0,-21-90 482 0 0,27 114-420 0 0,-4-20-123 0 0,4 20 10 0 0,5 2-674 0 0,13-3 623 0 0,-13 4-10 0 0,1-1-38 0 0,15-3 22 0 0,-15 3-9 0 0,0 1 2 0 0,16-4 6 0 0,-16 3 5 0 0,1 1-3 0 0,17-3 1 0 0,-17 3 4 0 0,0-1 2 0 0,20-3-27 0 0,-20 3-4 0 0,0 1-4 0 0,48-8-208 0 0,-49 8 199 0 0,2 0-8 0 0,19-3 5 0 0,-19 2 35 0 0,-1 1 93 0 0,50-7-310 0 0,-52 8 186 0 0,3-1 4 0 0,18-2 16 0 0,-18 2 6 0 0,-1 0 9 0 0,17-1 18 0 0,-17 1 28 0 0,0 1-82 0 0,18-1 47 0 0,-18 1 5 0 0,-1 0-12 0 0,16 0 58 0 0,-15 0-25 0 0,-1 0-41 0 0,19 1 47 0 0,-18-1 0 0 0,-1 1-8 0 0,16 1 32 0 0,-16-1 66 0 0,0-1-30 0 0,13 2 54 0 0,-13-1 54 0 0,2-1-239 0 0,21 0 134 0 0,-21 0 21 0 0,-1 0-1 0 0,64 2 213 0 0,242-13 584 0 0,-72 2-668 0 0,205-2-156 0 0,221-3-492 0 0,-592 16 262 0 0,-22-2 56 0 0,-1-2 9 0 0,254-9-445 0 0,-288 11 543 0 0,-13 0 12 0 0,57-8-57 0 0,334-42 94 0 0,666-51-593 0 0,-951 93 560 0 0,494-27-104 0 0,14-2-10 0 0,-508 27 27 0 0,-84 6 59 0 0,1 1-1 0 0,31 2 0 0 0,-24 0 11 0 0,71-4 2 0 0,71-6 23 0 0,-126 7-38 0 0,-2 4 21 0 0,-30 0 11 0 0,62-4-19 0 0,-19 1 38 0 0,-7 3-27 0 0,553-2 172 0 0,-295 6-153 0 0,175 7 113 0 0,-424-8-80 0 0,1374 94-4 0 0,-472-13-5 0 0,127-22-595 0 0,-982-56 558 0 0,107 10-80 0 0,-158-11 76 0 0,-54-4 4 0 0,2-1-5 0 0,26 1-1 0 0,155 13 175 0 0,-182-13-130 0 0,22 0 10 0 0,-23 0-34 0 0,2-1-4 0 0,17 2-7 0 0,23 4-37 0 0,77 3-127 0 0,-124-9 163 0 0,175 4-23 0 0,-146-4-2 0 0,36 3 56 0 0,-59-3-5 0 0,-1 0 24 0 0,150-3-171 0 0,-149 3 109 0 0,0 0-9 0 0,18 1 35 0 0,-18 0-13 0 0,-1-1-8 0 0,15 4 17 0 0,-15-4 14 0 0,1 1 25 0 0,0 0 0 0 0,-1 0 0 0 0,1 1 0 0 0,0-1 0 0 0,-1 1 0 0 0,8 4 0 0 0,-9-5 457 0 0,-5 3-487 0 0,-3 13-2 0 0,4-13 34 0 0,-11 17 25 0 0,7 2-72 0 0,3-18 10 0 0,0 0 28 0 0,-1 47 529 0 0,3 1 1 0 0,9 73-1 0 0,1-2 175 0 0,0 90 9 0 0,16 270 333 0 0,-21-412-974 0 0,34 394 428 0 0,31-4-365 0 0,-47-330-92 0 0,8 168-1 0 0,-24 136 82 0 0,-9 117-33 0 0,4-231-182 0 0,60 439 0 0 0,30 379 298 0 0,-85 71-127 0 0,-19-949-32 0 0,-12 395 127 0 0,32-2-35 0 0,146 1541 317 0 0,-109-1394-111 0 0,7 96 205 0 0,10-307-279 0 0,58 129-233 0 0,-110-658-68 0 0,-10-57-35 0 0,-1 1 15 0 0,3 19 19 0 0,-3-19-6 0 0,1 0-28 0 0,3 14 7 0 0,-3-15-5 0 0,-1 0 16 0 0,4 12 13 0 0,-3-12-4 0 0,-1 0 1 0 0,0 14-7 0 0,0-14-15 0 0,0 1 57 0 0,0 18 64 0 0,0-18-100 0 0,-1-1-49 0 0,-1 16 38 0 0,1-16-4 0 0,0-1 7 0 0,-2 13 7 0 0,1-8-9 0 0,-3 10 18 0 0,-15 78 434 0 0,-8 108 0 0 0,20-139-386 0 0,1 25 88 0 0,6-81-142 0 0,-9 126 77 0 0,10-93-66 0 0,-4 32 61 0 0,3 18-94 0 0,1-87 6 0 0,0 0-4 0 0,1 22 0 0 0,-1-21 2 0 0,1-2-3 0 0,0 17-26 0 0,-1-17-20 0 0,0 0-72 0 0,0 15 93 0 0,0-15 22 0 0,-1-1-170 0 0,-1 18-236 0 0,0-23 420 0 0,1 0-1 0 0,0 0 0 0 0,0 1 1 0 0,0-1-1 0 0,0 0 0 0 0,-1 1 1 0 0,1-1-1 0 0,0 1 0 0 0,-1-1 1 0 0,1 1-1 0 0,0 0 0 0 0,-3-1 1 0 0,1 1-4 0 0,-2-2-15 0 0,2 0-87 0 0,-64-29-373 0 0,62 30 431 0 0,0-1-63 0 0,-68-13-139 0 0,-1 3 1 0 0,-86-3-1 0 0,155 15 181 0 0,-3-1 5 0 0,-21-1-2 0 0,22 1-5 0 0,-1 1 36 0 0,-22-1-63 0 0,23 1-6 0 0,0 0 14 0 0,-21 0 9 0 0,21 0 14 0 0,0 0 1 0 0,-18 0 1 0 0,18 0 34 0 0,2 0 3 0 0,-19 0 2 0 0,18 0-10 0 0,1 0-2 0 0,-19 0-2 0 0,19 0 14 0 0,-2 0 10 0 0,-58 1-95 0 0,-327 1-345 0 0,-504-5 123 0 0,94 32 97 0 0,190 17-206 0 0,404-30 300 0 0,-508 10-887 0 0,259-14 225 0 0,-93 22 513 0 0,280-15 211 0 0,-198 25 200 0 0,133-10-5 0 0,235-25-118 0 0,-698 54 15 0 0,685-57 1 0 0,-308 16-25 0 0,-296-19-50 0 0,386 2 65 0 0,-314 14 247 0 0,0-1-422 0 0,-277-48 397 0 0,679 6-214 0 0,-518-40 389 0 0,351 30-326 0 0,103 7 195 0 0,151 16-76 0 0,107 8-167 0 0,-1-2 17 0 0,-82-7-34 0 0,-45-4 74 0 0,106 9-24 0 0,14 4-118 0 0,-109-10 260 0 0,161 12-147 0 0,-1 1 16 0 0,-19-3 1 0 0,19 3-11 0 0,2-1-43 0 0,-15-1 42 0 0,14 2 71 0 0,1-1-67 0 0,-15-1-16 0 0,14 1 81 0 0,0 1-104 0 0,-26-4 133 0 0,-7-1-29 0 0,-40 1 1 0 0,57 0 34 0 0,16 3 149 0 0,1 0-255 0 0,-15-3 9 0 0,14 3 221 0 0,5 0-282 0 0,0 1 0 0 0,0 0 0 0 0,0-1 0 0 0,0 1 0 0 0,0 0 0 0 0,0-1 0 0 0,0 1 0 0 0,0 0 0 0 0,0-1 0 0 0,0 1 0 0 0,0 0 0 0 0,0-1 0 0 0,-1 1 0 0 0,1 0 0 0 0,0 0 0 0 0,0-1 0 0 0,0 1 0 0 0,-1 0 0 0 0,1 0 0 0 0,0-1 0 0 0,0 1 0 0 0,-1 0 0 0 0,1 0 0 0 0,0 0 0 0 0,0-1 1 0 0,-1 1-1 0 0,1 0 0 0 0,0 0 0 0 0,-1 0 0 0 0,1 0 0 0 0,-1-1 5 0 0,0 1 1 0 0,0-1 0 0 0,1 1-1 0 0,-1-1 1 0 0,0 1 0 0 0,1-1-1 0 0,-1 1 1 0 0,0-1-1 0 0,1 0 1 0 0,-1 1 0 0 0,1-1-1 0 0,-1 0 1 0 0,1 1 0 0 0,-1-1-1 0 0,1 0 1 0 0,0 0-1 0 0,-1 0 1 0 0,1 1 0 0 0,0-1-1 0 0,-1-1 1 0 0,-5-18-2 0 0,5 15-37 0 0,0 0-193 0 0,-2-18-16 0 0,2 17-77 0 0,1-1-172 0 0,1-18-1268 0 0,1 0 1 0 0,1 0-1 0 0,1 0 1 0 0,1 0 0 0 0,15-40-1 0 0,-5 26-4133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624 1 2292 0 0,'0'0'8449'0'0,"4"2"-8074"0"0,16 6 283 0 0,-19-6-603 0 0,0-1-1 0 0,0 1 1 0 0,-1 0-1 0 0,1 0 0 0 0,0 0 1 0 0,-1 0-1 0 0,0 0 1 0 0,1-1-1 0 0,-1 5 0 0 0,1-2 192 0 0,0 2-24 0 0,12 127 787 0 0,-15-37-777 0 0,-3 41 115 0 0,-31 178 0 0 0,28-256-221 0 0,-92 620 900 0 0,16-17-650 0 0,45-335-242 0 0,-36 365 17 0 0,68-619-123 0 0,-62 762 215 0 0,26-279-300 0 0,-8 282 67 0 0,17-220 106 0 0,-35 502 0 0 0,50-214 511 0 0,16-543-371 0 0,-9 559 541 0 0,4-460-514 0 0,4 846 224 0 0,25-67 296 0 0,-12-602-118 0 0,-7-376-622 0 0,16 379 16 0 0,-6-480-116 0 0,-2-66 150 0 0,10 73-166 0 0,-20-164 49 0 0,1 1-1 0 0,9 93-25 0 0,-8-78 18 0 0,-1-16-1 0 0,-1-1 1 0 0,0 49 81 0 0,0-47-90 0 0,0 0-28 0 0,-1 17 62 0 0,0-17 1 0 0,1-1 2 0 0,-3 47 190 0 0,3-47-144 0 0,-1 2 22 0 0,-7 127 536 0 0,5-113-550 0 0,3-16-17 0 0,0 1 8 0 0,0 21-7 0 0,0-21-6 0 0,0 1-4 0 0,2 116 546 0 0,4 56 345 0 0,-3-143-895 0 0,-2-31 17 0 0,-1 1 24 0 0,3 18-9 0 0,-3-18-12 0 0,1 0-11 0 0,3 16 7 0 0,-3-17-5 0 0,-1 1-11 0 0,2 15-11 0 0,-1-15 13 0 0,0-2 51 0 0,1 14-106 0 0,-1-14-50 0 0,-1 1-175 0 0,2 9 411 0 0,-6-51-24568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145 224 2280 0 0,'-6'1'1554'0'0,"-77"18"4342"0"0,78-18-4626 0 0,4-1-1231 0 0,-1 0 1 0 0,1 0-1 0 0,-1 0 1 0 0,1 0 0 0 0,-1 0-1 0 0,1 0 1 0 0,0 0-1 0 0,-1 1 1 0 0,1-1-1 0 0,-1 0 1 0 0,1 1 0 0 0,-2 0-1 0 0,0 0 50 0 0,-2 0 685 0 0,-14 6-499 0 0,15-6 1850 0 0,6 0-2108 0 0,0-1-1 0 0,-1 1 0 0 0,1 0 1 0 0,0-1-1 0 0,-1 1 1 0 0,1 0-1 0 0,-1 0 0 0 0,1 0 1 0 0,-1 0-1 0 0,2 2 0 0 0,1-1 64 0 0,3-2 14 0 0,207-17 259 0 0,-165 11-447 0 0,39-1 89 0 0,-83 6-81 0 0,2 1 40 0 0,21-1-31 0 0,-21 1-5 0 0,-1-1 41 0 0,236-16-222 0 0,280-46 146 0 0,-137 13 105 0 0,366-17-116 0 0,-281 53 18 0 0,-180 9 238 0 0,346-9-123 0 0,-259 13-3 0 0,49-2 151 0 0,-27 0-23 0 0,-104 3 110 0 0,44 3-193 0 0,-80 1 28 0 0,65-4 124 0 0,701 5 520 0 0,38 10-452 0 0,-821-11-210 0 0,240 8-80 0 0,-164 0-84 0 0,255 13 172 0 0,732 43-113 0 0,-144-73 13 0 0,-1125 3 66 0 0,72-4 64 0 0,-3 1-81 0 0,-34 1 15 0 0,-20 1-8 0 0,98-3 49 0 0,-142 6-99 0 0,20-2 17 0 0,-21 2-46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337 111 4368 0 0,'0'0'5764'0'0,"-1"4"-5553"0"0,0 0-100 0 0,-1 0-1 0 0,1 0 1 0 0,-1 0 0 0 0,0 0 0 0 0,-1-1-1 0 0,1 1 1 0 0,-1-1 0 0 0,1 1-1 0 0,-1-1 1 0 0,0 0 0 0 0,0 0 0 0 0,0 0-1 0 0,-1-1 1 0 0,-6 5 0 0 0,-2 1 319 0 0,0-1 0 0 0,0-1 0 0 0,-15 5 0 0 0,22-9 63 0 0,-1-1-284 0 0,-14 0-71 0 0,14-1 23 0 0,-16-10 267 0 0,21 9-416 0 0,1-1-1 0 0,-1 1 0 0 0,0 0 1 0 0,1-1-1 0 0,-1 1 0 0 0,0 0 0 0 0,0 0 1 0 0,0-1-1 0 0,0 1 0 0 0,0 0 1 0 0,0 0-1 0 0,-2-1 0 0 0,3 1 2 0 0,-3-2-5 0 0,2-2 44 0 0,-4-13-14 0 0,4 13-44 0 0,2-1 58 0 0,-1-1-22 0 0,1-1 1 0 0,1 1-1 0 0,0 0 0 0 0,0 0 0 0 0,0 0 0 0 0,1 0 0 0 0,-1 0 0 0 0,2 1 0 0 0,-1-1 0 0 0,8-9 0 0 0,-6 10-10 0 0,-1 1-1 0 0,1 0 1 0 0,0 0-1 0 0,1 0 1 0 0,-1 1-1 0 0,1 0 1 0 0,0 0-1 0 0,10-5 1 0 0,-12 7-16 0 0,0 1 0 0 0,1 0 0 0 0,-1 0 1 0 0,1 0-1 0 0,0 0 0 0 0,-1 1 1 0 0,1 0-1 0 0,-1 0 0 0 0,1 0 0 0 0,0 0 1 0 0,-1 1-1 0 0,1-1 0 0 0,-1 1 1 0 0,1 0-1 0 0,-1 1 0 0 0,1-1 1 0 0,6 4-1 0 0,-2 0-5 0 0,1 1 1 0 0,-1 0 0 0 0,0 0-1 0 0,-1 0 1 0 0,1 1 0 0 0,-1 1-1 0 0,-1-1 1 0 0,0 1-1 0 0,0 1 1 0 0,0-1 0 0 0,-1 1-1 0 0,0 0 1 0 0,-1 0 0 0 0,0 1-1 0 0,0 0 1 0 0,-1 0-1 0 0,0 0 1 0 0,-1 0 0 0 0,0 1-1 0 0,-1-1 1 0 0,0 1 0 0 0,1 19-1 0 0,-2-15-4 0 0,-1 0-1 0 0,0 0 1 0 0,-1 0 0 0 0,-1 0-1 0 0,0 0 1 0 0,-1 0 0 0 0,0-1-1 0 0,-1 1 1 0 0,-1-1-1 0 0,0 0 1 0 0,-1 0 0 0 0,-1 0-1 0 0,0-1 1 0 0,-1 0 0 0 0,0-1-1 0 0,-15 18 1 0 0,16-22 4 0 0,0-1-1 0 0,0 0 1 0 0,-1 0 0 0 0,1 0-1 0 0,-1-1 1 0 0,-1 0 0 0 0,1-1 0 0 0,-1 0-1 0 0,-13 5 1 0 0,8-5-135 0 0,0-1 1 0 0,0 0-1 0 0,-1-1 0 0 0,0-1 0 0 0,-27 1 0 0 0,33-4 25 0 0,0-2 0 0 0,0 1 0 0 0,0-1-1 0 0,1-1 1 0 0,0 1 0 0 0,-1-1-1 0 0,1-1 1 0 0,1 0 0 0 0,-1 0-1 0 0,1 0 1 0 0,0-1 0 0 0,-11-11 0 0 0,-20-32-207 0 0,34 41 314 0 0,1 1-1 0 0,0-1 0 0 0,1 0 1 0 0,-1 0-1 0 0,2-1 0 0 0,-1 1 1 0 0,1 0-1 0 0,0-9 0 0 0,0 12 0 0 0,11-13 184 0 0,-7 15-155 0 0,1 1-6 0 0,12-4 54 0 0,-12 4 10 0 0,3 2 28 0 0,8 1-14 0 0,-1 1 1 0 0,0 1-1 0 0,0-1 1 0 0,0 2-1 0 0,18 7 0 0 0,69 35 457 0 0,-65-29-562 0 0,1 0-1 0 0,51 14 1 0 0,-63-24-720 0 0,0-1 0 0 0,29 2 1 0 0,-43-7 62 0 0,0-1 0 0 0,0 0 1 0 0,0 0-1 0 0,-1-1 1 0 0,1 0-1 0 0,0-1 0 0 0,0-1 1 0 0,19-6-1 0 0,-9 0-1799 0 0,-15 7-1743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220 133 3076 0 0,'6'-26'1657'0'0,"-5"21"-250"0"0,-1 0-256 0 0,0 0-810 0 0,0 0 0 0 0,-1 0-1 0 0,0 0 1 0 0,0-1 0 0 0,0 1-1 0 0,0 1 1 0 0,-1-1 0 0 0,0 0-1 0 0,0 0 1 0 0,0 1 0 0 0,-1-1-1 0 0,1 1 1 0 0,-1-1-1 0 0,-4-3 1 0 0,-8-4 40 0 0,11 9 0 0 0,-1 2-1 0 0,-14-2-30 0 0,14 2-29 0 0,-1 2 24 0 0,-1 1-249 0 0,-1 0-1 0 0,1 1 1 0 0,0 0-1 0 0,-1 0 0 0 0,1 0 1 0 0,1 1-1 0 0,-1 0 1 0 0,0 1-1 0 0,1 0 0 0 0,0 0 1 0 0,0 0-1 0 0,1 0 1 0 0,-1 1-1 0 0,1 0 0 0 0,0 0 1 0 0,1 1-1 0 0,0-1 1 0 0,0 1-1 0 0,0 0 0 0 0,-3 8 1 0 0,4-7-69 0 0,0 0-1 0 0,0 0 1 0 0,0 0 0 0 0,1 0 0 0 0,1 0 0 0 0,-1 1-1 0 0,2-1 1 0 0,-1 1 0 0 0,1 15 0 0 0,1-16-42 0 0,1 0 0 0 0,-1 0-1 0 0,1 0 1 0 0,1 0 0 0 0,-1 0 0 0 0,1 0 0 0 0,1-1-1 0 0,-1 0 1 0 0,1 0 0 0 0,1 0 0 0 0,-1 0 0 0 0,1 0-1 0 0,0-1 1 0 0,1 0 0 0 0,0 0 0 0 0,0 0 0 0 0,12 8 0 0 0,23 7-269 0 0,-37-20 226 0 0,1 0 0 0 0,16 4-11 0 0,-15-4 13 0 0,0-2 0 0 0,0 0 78 0 0,0 0 0 0 0,1 0 0 0 0,-1 0 0 0 0,0-1 0 0 0,0 0 0 0 0,0-1 0 0 0,0 1 0 0 0,0-1 0 0 0,-1 0 0 0 0,1 0 0 0 0,-1-1 0 0 0,1 1 0 0 0,-1-1 0 0 0,-1-1 0 0 0,1 1 0 0 0,0-1 0 0 0,-1 1 0 0 0,0-1 0 0 0,0-1 0 0 0,-1 1 0 0 0,4-6 0 0 0,-3 5-20 0 0,-1 1 1 0 0,0 0 0 0 0,0-1-1 0 0,0 0 1 0 0,-1 1-1 0 0,1-1 1 0 0,-1 0-1 0 0,-1 0 1 0 0,1-1 0 0 0,-1 1-1 0 0,0 0 1 0 0,-1 0-1 0 0,0-1 1 0 0,0 1 0 0 0,0 0-1 0 0,0-1 1 0 0,-1 1-1 0 0,0 0 1 0 0,0 0-1 0 0,-1 0 1 0 0,0 0 0 0 0,-3-6-1 0 0,2 2-219 0 0,1 4-15 0 0,-1-1 0 0 0,0 1 0 0 0,0-1 0 0 0,0 1 0 0 0,-1 0 0 0 0,1 0 0 0 0,-2 0 0 0 0,1 1 0 0 0,-1 0 0 0 0,-7-8 0 0 0,6 8-402 0 0,-1 0-1 0 0,0 0 1 0 0,0 0 0 0 0,0 1 0 0 0,0 0 0 0 0,-1 0 0 0 0,0 1 0 0 0,1 0 0 0 0,-1 0 0 0 0,-15-2 0 0 0,-1 2-1854 0 0,18 3-1760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211 97 3728 0 0,'0'0'6198'0'0,"5"1"-6016"0"0,15 6 870 0 0,-22-3-817 0 0,-20 30 776 0 0,20-31-648 0 0,-2 0-209 0 0,-28 13 721 0 0,30-15-823 0 0,1 0-1 0 0,-1 0 1 0 0,1-1-1 0 0,-1 1 0 0 0,0-1 1 0 0,1 1-1 0 0,-1-1 0 0 0,0 0 1 0 0,1 0-1 0 0,-1 1 1 0 0,0-1-1 0 0,1 0 0 0 0,-1-1 1 0 0,0 1-1 0 0,1 0 0 0 0,-1 0 1 0 0,0-1-1 0 0,1 1 1 0 0,-1-1-1 0 0,1 1 0 0 0,-1-1 1 0 0,0 0-1 0 0,-1-1 141 0 0,1 0-165 0 0,-1-1-1 0 0,1 0 1 0 0,0 0-1 0 0,0 0 1 0 0,0 0-1 0 0,1 0 1 0 0,-1 0 0 0 0,1 0-1 0 0,0 0 1 0 0,-1-1-1 0 0,0-6 1 0 0,1 6 35 0 0,2-1 12 0 0,1-16-10 0 0,-1 16-10 0 0,0 0 12 0 0,6-15-9 0 0,-5 15-11 0 0,2 1-15 0 0,10-14-3 0 0,-11 14 2 0 0,-1 3-26 0 0,0 0-1 0 0,-1 0 1 0 0,1 0 0 0 0,0 0 0 0 0,-1 0 0 0 0,1-1 0 0 0,-1 1-1 0 0,0 0 1 0 0,1-1 0 0 0,1-2 0 0 0,1 0 5 0 0,1 3 13 0 0,15-6-13 0 0,-15 6 3 0 0,0 1-13 0 0,0 0 0 0 0,1 1 1 0 0,-1 0-1 0 0,0 0 0 0 0,0 0 0 0 0,0 0 0 0 0,0 1 1 0 0,0 0-1 0 0,0 0 0 0 0,0 0 0 0 0,-1 1 0 0 0,1 0 1 0 0,-1 0-1 0 0,1 0 0 0 0,5 5 0 0 0,-2 2 2 0 0,-1 0 0 0 0,0 0 0 0 0,0 1 0 0 0,-1 0 1 0 0,0 0-1 0 0,-1 0 0 0 0,0 1 0 0 0,-1-1 0 0 0,0 1 0 0 0,-1 0 0 0 0,-1 1 0 0 0,3 18 0 0 0,-6-16-59 0 0,0 0 0 0 0,-1 0 0 0 0,0 0-1 0 0,-1 0 1 0 0,-1-1 0 0 0,0 1 0 0 0,-1-1 0 0 0,-1 0-1 0 0,-8 15 1 0 0,9-19 15 0 0,0 0 1 0 0,-1-1 1 0 0,0 0 0 0 0,-9 11-1 0 0,6-9 5 0 0,0-1 0 0 0,0 0 0 0 0,-1 0 0 0 0,0-1-1 0 0,-1-1 1 0 0,0 0 0 0 0,0 0 0 0 0,-1-1-1 0 0,0 0 1 0 0,-25 10 0 0 0,32-16 7 0 0,-1 0-10 0 0,-19 2-27 0 0,19-2-33 0 0,0-2-47 0 0,3 1 189 0 0,0 0-110 0 0,0-1 0 0 0,0 1 0 0 0,0-1 1 0 0,0 1-1 0 0,0-1 0 0 0,0 0 0 0 0,0 0 0 0 0,1 0 0 0 0,-1-1 1 0 0,0 1-1 0 0,1-1 0 0 0,-1 1 0 0 0,1-1 0 0 0,-1 0 1 0 0,1 0-1 0 0,0 0 0 0 0,-3-3 0 0 0,-15-29-502 0 0,18 30 394 0 0,1-1 8 0 0,-4-16 23 0 0,4 16 29 0 0,1 0 11 0 0,1-5 19 0 0,1 0 1 0 0,0 0-1 0 0,0 1 0 0 0,1-1 1 0 0,4-12-1 0 0,-5 18 51 0 0,2 2-11 0 0,1-1 57 0 0,1 0-1 0 0,-1 1 1 0 0,1 0-1 0 0,-1 0 1 0 0,10-1-1 0 0,-10 2 22 0 0,0 2 4 0 0,7 1 15 0 0,1 1 0 0 0,-1 0 0 0 0,0 1 1 0 0,0 0-1 0 0,-1 1 0 0 0,1 0 0 0 0,-1 1 0 0 0,14 9 0 0 0,141 82-136 0 0,-162-95-155 0 0,18 4-376 0 0,-16-4 481 0 0,-1 0-332 0 0,1-1-116 0 0,17 1-153 0 0,-17-2-127 0 0,0 0-127 0 0,17-4-117 0 0,-17 3-24 0 0,-1-1-739 0 0,21-9-1318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76 1 2060 0 0,'0'0'7259'0'0,"-5"1"-6838"0"0,-23 4 358 0 0,25-1-445 0 0,-7 12-33 0 0,7-13-34 0 0,1 2-22 0 0,-7 15-7 0 0,6-15-44 0 0,2 0-35 0 0,-6 14 2 0 0,5-14-30 0 0,1 0-24 0 0,0 1-30 0 0,1 1-1 0 0,0 0 1 0 0,0-1-1 0 0,1 1 1 0 0,0 6-1 0 0,1-8-56 0 0,-2-5-18 0 0,0 0-1 0 0,1 0 0 0 0,-1 0 0 0 0,1 0 1 0 0,-1 0-1 0 0,1 0 0 0 0,-1 0 1 0 0,0 0-1 0 0,1 1 0 0 0,-1-1 0 0 0,0 0 1 0 0,1 0-1 0 0,-1 0 0 0 0,1 1 1 0 0,-1-1-1 0 0,0 0 0 0 0,0 0 1 0 0,1 1-1 0 0,-1-1 0 0 0,0 0 0 0 0,1 1 1 0 0,-1-1-1 0 0,0 0 0 0 0,0 1 1 0 0,1-1-1 0 0,-1 1 0 0 0,14 11 76 0 0,4-4-47 0 0,-14-6 2 0 0,2-1 16 0 0,16 3 18 0 0,-17-3 9 0 0,0 0 10 0 0,42 10 195 0 0,-43-10-206 0 0,1 1 0 0 0,57 29 355 0 0,-59-29-332 0 0,1 1-25 0 0,-1 0-95 0 0,1 1 75 0 0,0-1-1 0 0,0 1 0 0 0,0 0 1 0 0,-1-1-1 0 0,1 2 0 0 0,-1-1 1 0 0,0 0-1 0 0,-1 1 0 0 0,1-1 0 0 0,-1 1 1 0 0,1 0-1 0 0,0 5 0 0 0,0 8 19 0 0,-3-14 15 0 0,-1 1 0 0 0,0-1-58 0 0,0 1-1 0 0,-1 0 1 0 0,1-1-1 0 0,-1 1 1 0 0,0-1-1 0 0,-1 1 1 0 0,1-1-1 0 0,-1 0 1 0 0,0 0-1 0 0,0 0 1 0 0,0 0-1 0 0,0-1 1 0 0,-5 5-1 0 0,0-2-14 0 0,-1 1 0 0 0,0-1 1 0 0,0-1-1 0 0,0 1 0 0 0,-13 4 0 0 0,18-8-94 0 0,-9 2-88 0 0,13-4 91 0 0,-1 1 1 0 0,0-1 0 0 0,0 1 0 0 0,0-1 0 0 0,1 1-1 0 0,-1-1 1 0 0,0 0 0 0 0,0 1 0 0 0,0-1 0 0 0,0 0-1 0 0,0 0 1 0 0,0 0 0 0 0,0 0 0 0 0,0 0 0 0 0,0 0 0 0 0,1 0-1 0 0,-1 0 1 0 0,0 0 0 0 0,0 0 0 0 0,-2-1 0 0 0,-15-1-566 0 0,13 2-64 0 0,5-1-136 0 0,0 0 811 0 0,0 1 0 0 0,0 0 1 0 0,0-1-1 0 0,0 1 0 0 0,0 0 0 0 0,0-1 0 0 0,0 1 0 0 0,0 0 0 0 0,-1-1 0 0 0,1 1 1 0 0,0 0-1 0 0,0-1 0 0 0,0 1 0 0 0,0 0 0 0 0,-1 0 0 0 0,1-1 0 0 0,0 1 1 0 0,0 0-1 0 0,-1 0 0 0 0,1-1 0 0 0,0 1 0 0 0,0 0 0 0 0,-1 0 0 0 0,1 0 0 0 0,0-1 1 0 0,-1 1-1 0 0,1 0 0 0 0,0 0 0 0 0,-1 0 0 0 0,0 0-94 0 0,0-1-1 0 0,1 1 1 0 0,-1-1-1 0 0,0 1 1 0 0,1 0-1 0 0,-1-1 1 0 0,0 1-1 0 0,1-1 1 0 0,-1 0 0 0 0,0 1-1 0 0,1-1 1 0 0,-1 1-1 0 0,1-1 1 0 0,-1 0-1 0 0,1 0 1 0 0,0 1-1 0 0,-1-1 1 0 0,1 0-1 0 0,0 0 1 0 0,-1 1 0 0 0,1-1-1 0 0,0 0 1 0 0,0 0-1 0 0,0-1 1 0 0,-2-4-334 0 0,-2-16-2780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2 181 1680 0 0,'0'0'4100'0'0,"-1"-5"-3431"0"0,1 2-278 0 0,0 0 0 0 0,0-1 0 0 0,0 1 0 0 0,0 0 0 0 0,1 0 0 0 0,-1 0-1 0 0,1-1 1 0 0,0 1 0 0 0,0 0 0 0 0,3-6 0 0 0,-2 6 26 0 0,-2 2-371 0 0,1 0 0 0 0,0 0 0 0 0,0 0 0 0 0,-1 0-1 0 0,1 0 1 0 0,0 0 0 0 0,0 0 0 0 0,0 1-1 0 0,0-1 1 0 0,0 0 0 0 0,0 1 0 0 0,0-1 0 0 0,0 1-1 0 0,3-2 1 0 0,4-2 415 0 0,47-23 663 0 0,2 3 0 0 0,72-22 0 0 0,-120 44-1109 0 0,-4 0-199 0 0,3-1-690 0 0,1 0 0 0 0,0 1 0 0 0,0 0 1 0 0,12-1-1 0 0,-16 3-1024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117 1 4104 0 0,'0'0'7156'0'0,"-3"4"-6600"0"0,-3 8-109 0 0,0 1 0 0 0,0 0-1 0 0,1 0 1 0 0,1 0-1 0 0,0 1 1 0 0,1 0-1 0 0,-3 23 1 0 0,-1 4 55 0 0,-13 68 713 0 0,-23 109-188 0 0,40-195-1564 0 0,2-19 96 0 0,27-22-16674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105 126 4560 0 0,'0'0'4526'0'0,"-4"-2"-3692"0"0,-8-7-144 0 0,8 7 818 0 0,3-2-1107 0 0,-3-12-32 0 0,2 12 263 0 0,5-1-363 0 0,6-14-12 0 0,-7 15-30 0 0,3 0-13 0 0,7-5-32 0 0,1 0 0 0 0,0 1 0 0 0,1 1-1 0 0,25-11 1 0 0,-35 17-154 0 0,9-1 46 0 0,-10 2-66 0 0,-1-1-1 0 0,1 0 0 0 0,0 1 0 0 0,0 0 0 0 0,-1 0 0 0 0,1 0 0 0 0,0 0 0 0 0,0 0 1 0 0,0 0-1 0 0,-1 1 0 0 0,1-1 0 0 0,0 1 0 0 0,0 0 0 0 0,-1 0 0 0 0,1 0 1 0 0,-1 0-1 0 0,4 2 0 0 0,25 27 97 0 0,-29-27-70 0 0,-1 2-12 0 0,1 5-7 0 0,-1-6-12 0 0,0 0-1 0 0,0 1 1 0 0,0-1-1 0 0,-1 1 1 0 0,0-1-1 0 0,0 7 1 0 0,-1 0 5 0 0,-1-1 0 0 0,-1 0 0 0 0,1 0 0 0 0,-2 0 0 0 0,-5 12-1 0 0,-33 52 77 0 0,40-70-29 0 0,2-4-49 0 0,0 1-1 0 0,0-1 0 0 0,0 1 1 0 0,-1-1-1 0 0,1 1 0 0 0,0-1 1 0 0,0 1-1 0 0,0 0 0 0 0,-1-1 1 0 0,1 0-1 0 0,0 1 1 0 0,-1-1-1 0 0,1 1 0 0 0,0-1 1 0 0,-1 1-1 0 0,1-1 0 0 0,-1 0 1 0 0,1 1-1 0 0,0-1 0 0 0,-1 0 1 0 0,1 1-1 0 0,-1-1 1 0 0,1 0-1 0 0,-1 1 0 0 0,1-1 1 0 0,-2 0-1 0 0,2 0-3 0 0,-1 0 0 0 0,1 1 0 0 0,-1-1 0 0 0,1 0 0 0 0,-1 0 0 0 0,1 1 0 0 0,-1-1 0 0 0,1 0 0 0 0,-1 1 0 0 0,1-1 0 0 0,0 0 1 0 0,-1 1-1 0 0,1-1 0 0 0,-1 1 0 0 0,1-1 0 0 0,0 1 0 0 0,-1-1 0 0 0,1 1 0 0 0,0-1 0 0 0,0 1 0 0 0,0-1 0 0 0,-1 1 0 0 0,1-1 0 0 0,0 1 0 0 0,0-1 0 0 0,0 2 0 0 0,-12 12 187 0 0,27-23-189 0 0,-11 7 13 0 0,1 1-15 0 0,14-2-4 0 0,-14 2-8 0 0,1 0-3 0 0,17-1-1 0 0,-17 2 12 0 0,0 1 11 0 0,43 12 14 0 0,-44-11-9 0 0,-1 1 9 0 0,12 8 3 0 0,-12-9 6 0 0,-4-1-28 0 0,0-1 1 0 0,0 0 0 0 0,0 1 0 0 0,0-1 0 0 0,0 1 0 0 0,0-1 0 0 0,0 0 0 0 0,0 1 0 0 0,1-1 0 0 0,-1 0 0 0 0,0 1 0 0 0,0-1 0 0 0,0 0 0 0 0,0 1 0 0 0,0-1 0 0 0,1 0 0 0 0,-1 1 0 0 0,0-1 0 0 0,0 0 0 0 0,1 0 0 0 0,-1 1 0 0 0,0-1 0 0 0,1 0 0 0 0,-1 0 0 0 0,0 1 0 0 0,0-1 0 0 0,1 0 0 0 0,0 0 2 0 0,-1 1 1 0 0,1-1-1 0 0,-1 0 0 0 0,1 1 1 0 0,-1-1-1 0 0,1 0 1 0 0,-1 1-1 0 0,0-1 0 0 0,1 1 1 0 0,-1-1-1 0 0,0 1 0 0 0,1-1 1 0 0,-1 1-1 0 0,0-1 1 0 0,1 1-1 0 0,-1-1 0 0 0,0 1 1 0 0,0-1-1 0 0,0 1 0 0 0,0-1 1 0 0,0 1-1 0 0,1 0 1 0 0,-1-1-1 0 0,0 1 0 0 0,0-1 1 0 0,0 1-1 0 0,0-1 0 0 0,-1 1 1 0 0,1-1-1 0 0,0 2 1 0 0,0 1 5 0 0,0 0 1 0 0,-1 0-1 0 0,1 0 1 0 0,-1 0-1 0 0,1 0 1 0 0,-1 0-1 0 0,0 0 1 0 0,0 0 0 0 0,0 0-1 0 0,-1 0 1 0 0,1-1-1 0 0,-1 1 1 0 0,0 0-1 0 0,1-1 1 0 0,-1 1-1 0 0,0-1 1 0 0,-5 4 0 0 0,-10 7 40 0 0,-2 0 0 0 0,1-1 0 0 0,-2-1 0 0 0,1-1 0 0 0,-1-1 0 0 0,-1-1 0 0 0,-40 11 0 0 0,27-13-91 0 0,28-6-118 0 0,-30 0-139 0 0,29 0 50 0 0,1-1-110 0 0,-17-3-107 0 0,17 3-105 0 0,1-1-102 0 0,-12-4-91 0 0,13 4-68 0 0,3 2 788 0 0,1-1 1 0 0,0 1-1 0 0,0 0 0 0 0,0-1 1 0 0,0 1-1 0 0,0 0 0 0 0,0-1 1 0 0,0 1-1 0 0,-1 0 0 0 0,1-1 0 0 0,0 1 1 0 0,0 0-1 0 0,0 0 0 0 0,-1-1 1 0 0,1 1-1 0 0,0 0 0 0 0,0 0 0 0 0,-1-1 1 0 0,1 1-1 0 0,0 0 0 0 0,0 0 1 0 0,-1 0-1 0 0,1 0 0 0 0,0-1 0 0 0,-1 1 1 0 0,1 0-1 0 0,0 0 0 0 0,-1 0 1 0 0,-7-6-741 0 0,8-3-3262 0 0,5-13 1593 0 0,-4 17-1737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1 3948 0 0,'0'0'7684'0'0,"1"4"-7241"0"0,0-1-277 0 0,-1 0-1 0 0,0 0 1 0 0,1 1-1 0 0,-1-1 1 0 0,0 0-1 0 0,-1 0 1 0 0,1 1-1 0 0,0-1 1 0 0,-1 0-1 0 0,0 0 1 0 0,-1 4-1 0 0,0-3 482 0 0,-1 25 38 0 0,3-23-474 0 0,4 16 41 0 0,-3-18-132 0 0,2 1-51 0 0,7 9-18 0 0,1 0 0 0 0,0 0 0 0 0,1-2 0 0 0,1 1 0 0 0,24 18 0 0 0,24 23-26 0 0,-58-51 127 0 0,-1 1-52 0 0,10 13-26 0 0,-9-13-2 0 0,-2 0 2 0 0,1 1-25 0 0,-1 0-1 0 0,-1 0 0 0 0,1-1 1 0 0,-1 1-1 0 0,0 0 0 0 0,0 0 1 0 0,-1 6-1 0 0,1-6 22 0 0,-3-2-21 0 0,-5 12-7 0 0,6-12-10 0 0,-1 0-10 0 0,-2 1 11 0 0,2 0-198 0 0,0-1 0 0 0,0-1 0 0 0,-1 1-1 0 0,1 0 1 0 0,-1-1 0 0 0,0 0 0 0 0,0 1 0 0 0,1-2 0 0 0,-1 1 0 0 0,-1 0 0 0 0,1-1-1 0 0,0 0 1 0 0,0 0 0 0 0,-9 1 0 0 0,-8-2-583 0 0,16 0-43 0 0,0-1-46 0 0,-1-2-27 0 0,0-1-1 0 0,0 1 1 0 0,0-1 0 0 0,0 0 0 0 0,1-1-1 0 0,-1 1 1 0 0,1-1 0 0 0,-8-9 0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1 204 2732 0 0,'14'-39'7819'0'0,"-11"30"-8074"0"0,-1 4 915 0 0,2 2-66 0 0,10-9-100 0 0,1 1 0 0 0,0 1-1 0 0,0 0 1 0 0,1 1-1 0 0,0 1 1 0 0,26-9 0 0 0,113-32 18 0 0,-109 36-1296 0 0,-42 11 155 0 0,-3 2 599 0 0,0 1 0 0 0,-1-1 0 0 0,1 0 0 0 0,0 0 1 0 0,0 0-1 0 0,-1 0 0 0 0,1 0 0 0 0,0 0 0 0 0,0 0 0 0 0,-1 0 1 0 0,1 0-1 0 0,0 0 0 0 0,0 0 0 0 0,-1-1 0 0 0,1 1 1 0 0,0 0-1 0 0,-1 0 0 0 0,1-1 0 0 0,0 1 0 0 0,0-1 0 0 0,6-2-1592 0 0,0 2-4411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30 4356 0 0,'0'0'4627'0'0,"0"-5"-3510"0"0,-2-15-185 0 0,2 15 2575 0 0,1 10-2994 0 0,5 36 202 0 0,-2 1-1 0 0,-2 0 1 0 0,-4 50-1 0 0,-5-21-525 0 0,-9 76-193 0 0,16-142-157 0 0,-1 1-127 0 0,1 46-2384 0 0,1-48 1691 0 0,4 0-3645 0 0,4 2 4121 0 0,-2-4-3197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0 113 3144 0 0,'0'0'8208'0'0,"2"-4"-7544"0"0,3-15-34 0 0,-3 15-33 0 0,3 2-32 0 0,212-47 3038 0 0,-59 16-4961 0 0,-154 32 590 0 0,-18 25-14477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119 3 3692 0 0,'0'0'6418'0'0,"-4"-1"-5980"0"0,2 1-349 0 0,1-1 0 0 0,-1 1 0 0 0,0 0 0 0 0,1 0 0 0 0,-1-1 0 0 0,0 1 0 0 0,1 0 0 0 0,-1 0 0 0 0,0 1 0 0 0,1-1 0 0 0,-1 0 0 0 0,0 1 0 0 0,1-1 0 0 0,-1 1 0 0 0,0-1 0 0 0,1 1 0 0 0,-1 0 0 0 0,1-1 0 0 0,-3 3 0 0 0,1-1 256 0 0,0 1-25 0 0,-5 10-23 0 0,0 0 0 0 0,0 1 0 0 0,1-1 0 0 0,1 1 0 0 0,0 1 0 0 0,1-1 0 0 0,1 1 0 0 0,-5 23-1 0 0,9-33-171 0 0,-1 1-24 0 0,0 84 245 0 0,1-85-306 0 0,0-4-40 0 0,0-1-1 0 0,1 0 0 0 0,-1 0 0 0 0,0 0 0 0 0,0 0 0 0 0,1 0 0 0 0,-1 0 0 0 0,0 0 0 0 0,0 1 0 0 0,1-1 0 0 0,-1 0 1 0 0,0 0-1 0 0,0 0 0 0 0,0 1 0 0 0,1-1 0 0 0,-1 0 0 0 0,0 0 0 0 0,0 1 0 0 0,0-1 0 0 0,0 0 0 0 0,0 0 0 0 0,1 1 0 0 0,-1-1 1 0 0,0 0-1 0 0,0 0 0 0 0,0 1 0 0 0,0-1 0 0 0,0 0 0 0 0,0 0 0 0 0,0 1 0 0 0,0 0 0 0 0,0-1 7 0 0,0 0-1 0 0,0 1 1 0 0,0-1 0 0 0,0 1-1 0 0,0-1 1 0 0,0 1-1 0 0,0-1 1 0 0,1 0-1 0 0,-1 1 1 0 0,0-1-1 0 0,0 1 1 0 0,0-1 0 0 0,1 0-1 0 0,-1 1 1 0 0,0-1-1 0 0,0 1 1 0 0,1-1-1 0 0,-1 0 1 0 0,0 1 0 0 0,1-1-1 0 0,-1 0 1 0 0,0 0-1 0 0,1 1 1 0 0,-1-1-1 0 0,1 0 1 0 0,-1 0 0 0 0,0 0-1 0 0,1 1 1 0 0,-1-1-1 0 0,1 0 1 0 0,-1 0-1 0 0,0 0 1 0 0,1 0-1 0 0,-1 0 1 0 0,1 0 0 0 0,-1 0-1 0 0,1 0 1 0 0,-1 0-1 0 0,1 0 1 0 0,20-2 51 0 0,-16 1-21 0 0,0-1 10 0 0,57-32 282 0 0,-35 18-188 0 0,1 1 1 0 0,1 1 0 0 0,55-18-1 0 0,-79 31-144 0 0,1 1 50 0 0,-2 0-39 0 0,5 0 40 0 0,0 0 1 0 0,-1 0 0 0 0,16 4 0 0 0,-21-3-35 0 0,1 0 0 0 0,0 0 0 0 0,-1 0-1 0 0,1 1 1 0 0,-1-1 0 0 0,0 1 0 0 0,0 0 0 0 0,1 0 0 0 0,-1 0 0 0 0,0 0-1 0 0,-1 1 1 0 0,1-1 0 0 0,0 1 0 0 0,-1 0 0 0 0,3 3 0 0 0,10 16 139 0 0,-2 10-137 0 0,-14-22-11 0 0,1-4 1 0 0,0-2 3 0 0,-1 0 0 0 0,1 0 0 0 0,0 0-1 0 0,-1 0 1 0 0,0 0 0 0 0,0 0 0 0 0,0 0 0 0 0,-1 0 0 0 0,1 0 0 0 0,-1-1 0 0 0,0 1 0 0 0,0-1 0 0 0,-3 5 0 0 0,3-5-15 0 0,-1 2-1 0 0,0 0-1 0 0,0-1 1 0 0,0 1 0 0 0,-1-1-1 0 0,1 0 1 0 0,-1 0-1 0 0,0 0 1 0 0,-7 5 0 0 0,-2 2-23 0 0,-6 3-141 0 0,-1 1 0 0 0,-1-2 0 0 0,0-1 0 0 0,0-1 0 0 0,-1 0 0 0 0,-1-2 0 0 0,0-1 0 0 0,0 0 0 0 0,-38 6 0 0 0,56-13-359 0 0,-2-1-117 0 0,-45-8-1635 0 0,48 6 1472 0 0,-1 0-70 0 0,-3-4 722 0 0,-17-17-6258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180 77 4900 0 0,'3'-4'1935'0'0,"7"-16"1579"0"0,0-2 2225 0 0,-15 22-5435 0 0,-16-3-30 0 0,18 4-210 0 0,0 0 1 0 0,-1 0-1 0 0,1 0 1 0 0,0 0 0 0 0,0 0-1 0 0,1 0 1 0 0,-1 1 0 0 0,0 0-1 0 0,0-1 1 0 0,1 1-1 0 0,-1 0 1 0 0,1 0 0 0 0,-5 5-1 0 0,-6 4 56 0 0,1 1-1 0 0,0 1 0 0 0,1 0 1 0 0,0 0-1 0 0,1 1 0 0 0,0 1 1 0 0,1-1-1 0 0,1 2 0 0 0,-10 23 1 0 0,14-29-100 0 0,1-1-1 0 0,0 1 1 0 0,0-1 0 0 0,0 14 0 0 0,1-16-15 0 0,1-2-41 0 0,2 2-23 0 0,0-4 55 0 0,-1 0-38 0 0,0 0 0 0 0,0 1 1 0 0,1-1-1 0 0,-1 1 1 0 0,1-1-1 0 0,0 0 0 0 0,0 1 1 0 0,0-1-1 0 0,0 0 0 0 0,1 0 1 0 0,-1 0-1 0 0,1 0 1 0 0,0 0-1 0 0,0 0 0 0 0,0 0 1 0 0,0-1-1 0 0,0 1 0 0 0,1-1 1 0 0,-1 1-1 0 0,1-1 1 0 0,0 0-1 0 0,0 0 0 0 0,-1 0 1 0 0,1 0-1 0 0,0-1 0 0 0,1 1 1 0 0,-1-1-1 0 0,6 2 1 0 0,-1-2-62 0 0,0 0 0 0 0,0-1 1 0 0,0 1-1 0 0,0-2 0 0 0,0 1 0 0 0,1-1 1 0 0,-1 0-1 0 0,0-1 0 0 0,0 0 1 0 0,-1 0-1 0 0,15-7 0 0 0,-10 4 164 0 0,-1-1 0 0 0,0-1 0 0 0,0 0 0 0 0,-1 0 0 0 0,0-1 0 0 0,14-14 0 0 0,-20 18-1 0 0,0-1 0 0 0,-1 0 0 0 0,0 0 1 0 0,0 0-1 0 0,0 0 0 0 0,0-1 0 0 0,-1 1 0 0 0,0-1 0 0 0,0 1 0 0 0,0-1 0 0 0,-1 0 0 0 0,0 0 0 0 0,0 1 1 0 0,0-12-1 0 0,-2 5-273 0 0,-1 0 0 0 0,0 0 0 0 0,-1 0 0 0 0,0 1 0 0 0,-1-1 0 0 0,0 1 0 0 0,-1 0 0 0 0,0 0 0 0 0,-1 0 0 0 0,0 1 0 0 0,-1-1 0 0 0,-12-13 0 0 0,15 20-256 0 0,0 0-1 0 0,0 0 1 0 0,-1 1-1 0 0,1-1 0 0 0,-1 1 1 0 0,0 0-1 0 0,1 1 1 0 0,-1-1-1 0 0,-1 1 0 0 0,1 0 1 0 0,-6-1-1 0 0,7 1 144 0 0,-11-1-2951 0 0,-29-1-2334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28 106 3140 0 0,'0'0'1704'0'0,"-4"-1"-940"0"0,-20-2 4963 0 0,26 6-5462 0 0,1-1-214 0 0,-1 0-1 0 0,1 0 1 0 0,-1 0 0 0 0,1 0-1 0 0,0-1 1 0 0,0 1-1 0 0,0-1 1 0 0,-1 0-1 0 0,1 0 1 0 0,0 0-1 0 0,1 0 1 0 0,-1-1-1 0 0,0 1 1 0 0,0-1-1 0 0,0 0 1 0 0,0 1 0 0 0,0-1-1 0 0,6-1 1 0 0,71-7 240 0 0,-62 5-220 0 0,7 0 79 0 0,-1-2 0 0 0,0 0 1 0 0,0-2-1 0 0,41-16 0 0 0,-61 21 1 0 0,-3 2-125 0 0,1-1 0 0 0,0 0 0 0 0,0 1 0 0 0,-1-1 0 0 0,1 0 0 0 0,0 0 0 0 0,-1 1 0 0 0,1-1 0 0 0,-1-1 0 0 0,1 1 0 0 0,-1 0 0 0 0,2-2 0 0 0,-1 1 0 0 0,-1 1 0 0 0,0 0 0 0 0,1 0 0 0 0,-1 0 0 0 0,1 0 0 0 0,-1 0 0 0 0,1 0 0 0 0,-1 0 1 0 0,1 0-1 0 0,0 1 0 0 0,0-1 0 0 0,2 0 0 0 0,-3 0-2 0 0,0 0-1 0 0,0 0 1 0 0,0 0 0 0 0,0 0-1 0 0,-1 0 1 0 0,1 0 0 0 0,0-1-1 0 0,-1 1 1 0 0,1 0 0 0 0,-1 0-1 0 0,1-1 1 0 0,-1 1 0 0 0,0 0-1 0 0,1 0 1 0 0,-1-1 0 0 0,0 1-1 0 0,0-2 1 0 0,-8-12-2 0 0,6 12 205 0 0,-18 6-184 0 0,15-3-30 0 0,0 0 190 0 0,5 0-198 0 0,0 1-1 0 0,0-1 1 0 0,0 1-1 0 0,0-1 1 0 0,0 0 0 0 0,0 1-1 0 0,0-1 1 0 0,0 0-1 0 0,0 1 1 0 0,0-1-1 0 0,0 0 1 0 0,-1 1 0 0 0,1-1-1 0 0,0 0 1 0 0,0 1-1 0 0,0-1 1 0 0,-1 0-1 0 0,1 0 1 0 0,0 1 0 0 0,0-1-1 0 0,-1 0 1 0 0,1 0-1 0 0,0 0 1 0 0,-1 1-1 0 0,1-1 1 0 0,0 0 0 0 0,0 0-1 0 0,-1 1 1 0 0,0-1 17 0 0,0 0 1 0 0,0 1-1 0 0,1-1 1 0 0,-1 1-1 0 0,0-1 1 0 0,1 1-1 0 0,-1-1 1 0 0,0 1-1 0 0,1 0 1 0 0,-1-1-1 0 0,1 1 1 0 0,-1 0-1 0 0,1-1 1 0 0,-1 1-1 0 0,1 0 1 0 0,0-1-1 0 0,-1 1 1 0 0,1 0-1 0 0,0 1 1 0 0,-5 13 316 0 0,4-11-179 0 0,0 3-68 0 0,-21 225 318 0 0,15-174-1278 0 0,-3 0 0 0 0,-24 78 0 0 0,33-131-209 0 0,-1 0 0 0 0,0-1 0 0 0,0 1 1 0 0,0-1-1 0 0,-1 1 0 0 0,1-1 0 0 0,-6 7 0 0 0,7-10 883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12 136 3776 0 0,'0'0'1472'0'0,"-3"-2"-239"0"0,2 1-1065 0 0,1 1 1 0 0,-1-1 0 0 0,0 0-1 0 0,1 1 1 0 0,-1-1 0 0 0,0 1-1 0 0,1-1 1 0 0,-1 0 0 0 0,1 0-1 0 0,0 1 1 0 0,-1-1 0 0 0,1 0-1 0 0,-1 0 1 0 0,1 1 0 0 0,0-1-1 0 0,0 0 1 0 0,-1 0 0 0 0,1-1-1 0 0,1 1-114 0 0,-1 0-1 0 0,0 0 1 0 0,1 0-1 0 0,0 0 1 0 0,-1 0-1 0 0,1 1 1 0 0,-1-1-1 0 0,1 0 1 0 0,0 0-1 0 0,0 1 1 0 0,-1-1-1 0 0,1 0 1 0 0,0 1-1 0 0,0-1 1 0 0,0 1-1 0 0,0-1 1 0 0,0 1-1 0 0,0-1 1 0 0,0 1-1 0 0,0 0 1 0 0,0-1-1 0 0,0 1 1 0 0,0 0-1 0 0,0 0 1 0 0,1 0-1 0 0,267-51 269 0 0,-19 5-7741 0 0,-221 39 3480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3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72 0 3072 0 0,'0'0'4680'0'0,"-5"2"-4238"0"0,-15 4 2 0 0,15-4-20 0 0,2 2 8 0 0,-7 14 594 0 0,-15 35-1 0 0,23-48-744 0 0,2 1-2 0 0,-1 17-18 0 0,0-18-15 0 0,3 1-10 0 0,0-1-174 0 0,0 0 0 0 0,0 0 0 0 0,0 0-1 0 0,1 0 1 0 0,0 0 0 0 0,0-1 0 0 0,0 1 0 0 0,0-1 0 0 0,1 1 0 0 0,-1-1 0 0 0,1 0 0 0 0,8 6 0 0 0,113 52 423 0 0,-121-60-428 0 0,0 1-9 0 0,15 6 4 0 0,-14-6-10 0 0,-2-1-3 0 0,8 7-8 0 0,-8-7 17 0 0,-2 2-10 0 0,4 11 14 0 0,-4-11-4 0 0,-3-1-20 0 0,-5 10-22 0 0,6-9 0 0 0,-4-1-2 0 0,-3 4-125 0 0,-1-1-1 0 0,0 0 0 0 0,0-1 1 0 0,0 1-1 0 0,-1-2 1 0 0,-19 7-1 0 0,-23 0-1858 0 0,47-10 938 0 0,-2-2-381 0 0,-1 1 880 0 0,-5-2-91 0 0,-3-3-2672 0 0,-3-2-1512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0 178 3816 0 0,'5'-3'1357'0'0,"34"-21"1264"0"0,67-28 1 0 0,72-10-2205 0 0,-57 30-4352 0 0,-100 27 1404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98 5 3376 0 0,'0'0'5657'0'0,"-4"0"-5137"0"0,-15-4-57 0 0,14 3-127 0 0,2 4 47 0 0,-34 21 901 0 0,34-21-1040 0 0,1-2-158 0 0,0 0 0 0 0,1 1 0 0 0,-1-1 0 0 0,0 1 0 0 0,1-1-1 0 0,0 1 1 0 0,-1-1 0 0 0,1 1 0 0 0,0 0 0 0 0,0 0 0 0 0,0 0 0 0 0,0 0 0 0 0,0-1 0 0 0,0 1 0 0 0,0 0-1 0 0,0 3 1 0 0,-3 5 438 0 0,5-6-310 0 0,0 0-162 0 0,0-1 1 0 0,0 0-1 0 0,1 1 0 0 0,-1-1 1 0 0,1 0-1 0 0,0 0 1 0 0,0 0-1 0 0,0 0 0 0 0,0-1 1 0 0,1 1-1 0 0,-1 0 1 0 0,5 2-1 0 0,0 1 34 0 0,1-1-1 0 0,-1 0 1 0 0,1-1 0 0 0,14 6-1 0 0,168 67 90 0 0,-151-53-133 0 0,-30-17-26 0 0,-6-5 2 0 0,-3-1-16 0 0,0-1-1 0 0,1 1 0 0 0,-1-1 0 0 0,0 1 0 0 0,0-1 0 0 0,0 1 1 0 0,0-1-1 0 0,0 0 0 0 0,0 1 0 0 0,1-1 0 0 0,-1 1 0 0 0,0-1 0 0 0,0 0 1 0 0,1 1-1 0 0,-1-1 0 0 0,0 1 0 0 0,0-1 0 0 0,1 0 0 0 0,-1 1 1 0 0,0-1-1 0 0,1 0 0 0 0,-1 0 0 0 0,1 1 0 0 0,-1-1 0 0 0,0 0 1 0 0,2 1-1 0 0,-2-1 8 0 0,1 0 1 0 0,-1 0 0 0 0,1 1 0 0 0,-1-1 0 0 0,1 0-1 0 0,-1 1 1 0 0,1-1 0 0 0,-1 1 0 0 0,1-1-1 0 0,-1 1 1 0 0,0-1 0 0 0,1 1 0 0 0,-1-1-1 0 0,0 1 1 0 0,1-1 0 0 0,-1 1 0 0 0,0-1 0 0 0,0 1-1 0 0,1-1 1 0 0,-1 1 0 0 0,0 0 0 0 0,0-1-1 0 0,0 1 1 0 0,0-1 0 0 0,0 1 0 0 0,0 0-1 0 0,0-1 1 0 0,0 1 0 0 0,0-1 0 0 0,0 1 0 0 0,0 0-1 0 0,0-1 1 0 0,-1 2 0 0 0,1 1-13 0 0,0 0 3 0 0,0 0-1 0 0,-1 0 1 0 0,1-1 0 0 0,-1 1 0 0 0,0 0-1 0 0,0-1 1 0 0,1 1 0 0 0,-2 0 0 0 0,1-1-1 0 0,0 1 1 0 0,0-1 0 0 0,-1 0-1 0 0,0 1 1 0 0,1-1 0 0 0,-1 0 0 0 0,0 0-1 0 0,0 0 1 0 0,-3 2 0 0 0,-18 12 23 0 0,0 0 0 0 0,-40 18 0 0 0,50-27-296 0 0,0-2-1 0 0,0 0 1 0 0,0 0-1 0 0,0-1 1 0 0,-1-1-1 0 0,0 0 1 0 0,-20 2 0 0 0,27-6-485 0 0,0 0 1 0 0,0 0-1 0 0,1 0 1 0 0,-1 0-1 0 0,0-1 1 0 0,-9-4-1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0 104 3368 0 0,'14'-8'877'0'0,"1"0"0"0"0,-1 1 0 0 0,1 1 0 0 0,1 1 0 0 0,16-4 0 0 0,84-13 384 0 0,-55 12-588 0 0,113-13-943 0 0,-60 18-6485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361 145 3356 0 0,'0'0'1818'0'0,"2"-5"-301"0"0,4-11-245 0 0,-5 12 784 0 0,-3-1-1277 0 0,1 1-616 0 0,-1 1 1 0 0,0-1-1 0 0,0 0 1 0 0,-1 0-1 0 0,1 1 0 0 0,-1-1 1 0 0,1 1-1 0 0,-1 0 1 0 0,0 0-1 0 0,0 0 1 0 0,-1 0-1 0 0,1 1 1 0 0,-1-1-1 0 0,1 1 1 0 0,-1 0-1 0 0,-7-4 1 0 0,1 2-45 0 0,1 0 1 0 0,-1 1 0 0 0,0 0 0 0 0,1 0 0 0 0,-1 1-1 0 0,-1 0 1 0 0,1 1 0 0 0,0 0 0 0 0,0 1 0 0 0,0 0 0 0 0,-1 1-1 0 0,1 0 1 0 0,0 0 0 0 0,0 1 0 0 0,0 0 0 0 0,-13 5-1 0 0,-32 23 248 0 0,50-26-347 0 0,-1 1 0 0 0,1 0 0 0 0,1 0 0 0 0,-1 0 0 0 0,1 0 0 0 0,0 0 1 0 0,0 1-1 0 0,-5 9 0 0 0,6-10-1 0 0,-3 7 20 0 0,-10 34 5 0 0,15-36-32 0 0,1-1 2 0 0,-1-2-10 0 0,0 0 1 0 0,1 1-1 0 0,0-1 1 0 0,0 1-1 0 0,1-1 0 0 0,2 11 1 0 0,-2-11-5 0 0,0-2 2 0 0,1 0 1 0 0,-1 0-1 0 0,1-1 0 0 0,0 1 0 0 0,1-1 0 0 0,-1 0 1 0 0,1 1-1 0 0,0-1 0 0 0,0 0 0 0 0,6 6 0 0 0,-6-6 0 0 0,1 0-11 0 0,1 0 1 0 0,-1-1-1 0 0,1 0 0 0 0,0 0 1 0 0,0 0-1 0 0,0 0 0 0 0,0-1 0 0 0,0 1 1 0 0,0-1-1 0 0,1-1 0 0 0,-1 1 1 0 0,1-1-1 0 0,-1 0 0 0 0,1 0 1 0 0,9 0-1 0 0,-6-2-14 0 0,0 1 0 0 0,0-2 0 0 0,0 1 0 0 0,0-1 0 0 0,0 0 1 0 0,0-1-1 0 0,-1 0 0 0 0,1-1 0 0 0,-1 0 0 0 0,0 0 0 0 0,0 0 0 0 0,-1-1 0 0 0,1 0 1 0 0,-1-1-1 0 0,7-7 0 0 0,-10 10 20 0 0,0-1-1 0 0,0 1 1 0 0,-1-1 0 0 0,0 0 0 0 0,0-1 0 0 0,0 1-1 0 0,0 0 1 0 0,-1-1 0 0 0,0 0 0 0 0,0 1 0 0 0,0-1-1 0 0,0 0 1 0 0,1-6 0 0 0,11-47-46 0 0,-15 34-43 0 0,0 15 51 0 0,1-4-148 0 0,-3-11-42 0 0,-3 7-310 0 0,5 10 348 0 0,1 5 116 0 0,0 0 0 0 0,0 0 0 0 0,-1 0 0 0 0,1 0 0 0 0,-1 0 0 0 0,0 0 0 0 0,1 0 0 0 0,-1 0 0 0 0,0 0 0 0 0,0 0 0 0 0,0 1-1 0 0,0-1 1 0 0,0 0 0 0 0,-1 1 0 0 0,-1-3 0 0 0,0-2-226 0 0,2 4 163 0 0,0 0 1 0 0,0-1-1 0 0,-1 1 0 0 0,1 0 0 0 0,-1 1 0 0 0,1-1 1 0 0,-1 0-1 0 0,1 0 0 0 0,-1 1 0 0 0,0-1 0 0 0,0 1 1 0 0,0-1-1 0 0,-3-1 0 0 0,-3-3-904 0 0,0 1-1 0 0,-1 0 1 0 0,0 0-1 0 0,-13-5 1 0 0,-4 2-4661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194 156 3448 0 0,'0'0'10057'0'0,"-2"-2"-9875"0"0,0 1-151 0 0,1 0 0 0 0,-1 0 0 0 0,1 0 0 0 0,0 0 1 0 0,0 0-1 0 0,0-1 0 0 0,0 1 0 0 0,0 0 1 0 0,0-1-1 0 0,0 1 0 0 0,0 0 0 0 0,0-1 0 0 0,0 1 1 0 0,1-1-1 0 0,-1 0 0 0 0,1 1 0 0 0,-1-1 0 0 0,1 1 1 0 0,0-1-1 0 0,-1 0 0 0 0,1 1 0 0 0,0-1 1 0 0,0 0-1 0 0,0 1 0 0 0,0-1 0 0 0,1 0 0 0 0,0-2 1 0 0,1-3-8 0 0,0 0 0 0 0,0 0 1 0 0,1 0-1 0 0,0 0 1 0 0,1 0-1 0 0,-1 1 0 0 0,1 0 1 0 0,6-8-1 0 0,0 6 12 0 0,-1 1-1 0 0,2 0 1 0 0,20-12 0 0 0,-27 18-49 0 0,3 1-32 0 0,1 0 49 0 0,0 1-1 0 0,0 1 0 0 0,-1-1 1 0 0,1 1-1 0 0,0 1 0 0 0,-1 0 1 0 0,1 0-1 0 0,-1 0 0 0 0,0 1 1 0 0,0-1-1 0 0,0 2 0 0 0,0-1 1 0 0,-1 1-1 0 0,0 0 0 0 0,0 1 1 0 0,0-1-1 0 0,-1 1 0 0 0,1 0 1 0 0,-1 1-1 0 0,-1-1 0 0 0,1 1 1 0 0,-1 0-1 0 0,4 10 0 0 0,-5-13-2 0 0,-1 0-1 0 0,0 1 1 0 0,1-1-1 0 0,-2 0 1 0 0,1 1-1 0 0,0-1 0 0 0,-1 1 1 0 0,2 8-1 0 0,-2-4 3 0 0,1 2-7 0 0,-1 1-1 0 0,0-1 1 0 0,0 1 0 0 0,-1-1-1 0 0,-1 1 1 0 0,0-1 0 0 0,-1 0-1 0 0,0 1 1 0 0,0-1 0 0 0,-1 0-1 0 0,0 0 1 0 0,-1 0 0 0 0,-8 14-1 0 0,3-9-26 0 0,0-1-1 0 0,-2 0 0 0 0,1-1 0 0 0,-2 0 0 0 0,0-1 0 0 0,0 0 1 0 0,-2-1-1 0 0,1-1 0 0 0,-1 0 0 0 0,-1 0 0 0 0,0-1 1 0 0,0-1-1 0 0,-1-1 0 0 0,0 0 0 0 0,-1-1 0 0 0,0-1 0 0 0,-32 8 1 0 0,43-13-13 0 0,0 0 0 0 0,-1-1 1 0 0,1 1-1 0 0,0-1 0 0 0,-1 0 1 0 0,1-1-1 0 0,0 1 0 0 0,-1-1 1 0 0,1-1-1 0 0,0 1 0 0 0,0-1 1 0 0,0 0-1 0 0,0 0 0 0 0,0-1 1 0 0,0 0-1 0 0,1 0 0 0 0,-7-4 1 0 0,8 3 18 0 0,0-1 0 0 0,1 1 0 0 0,-1-1 0 0 0,1 1 0 0 0,0-1 0 0 0,0 0 0 0 0,0 0 0 0 0,0-1 0 0 0,1 1 0 0 0,0-1 0 0 0,0 1 0 0 0,-1-11 0 0 0,2 11-22 0 0,1 4 42 0 0,1 1 1 0 0,-1-1-1 0 0,0 0 0 0 0,1 0 0 0 0,-1 0 1 0 0,0 0-1 0 0,1 1 0 0 0,-1-1 0 0 0,0 0 1 0 0,0 0-1 0 0,0 0 0 0 0,0 0 0 0 0,0 0 1 0 0,0 0-1 0 0,0 0 0 0 0,0 0 0 0 0,0 1 1 0 0,-1-2-1 0 0,1 0 0 0 0,0 0 0 0 0,0 1-1 0 0,-1-1 1 0 0,1 1 0 0 0,0-1 0 0 0,0 0-1 0 0,1 1 1 0 0,-1-1 0 0 0,0 1 0 0 0,0-1 0 0 0,1 0-1 0 0,-1 1 1 0 0,2-3 0 0 0,-1-1 0 0 0,1 1-1 0 0,-1-1 1 0 0,1 1 0 0 0,1-1-1 0 0,-1 1 1 0 0,1 0 0 0 0,-1 0-1 0 0,1 0 1 0 0,1 0 0 0 0,-1 0-1 0 0,0 0 1 0 0,1 1 0 0 0,7-6-1 0 0,-4 6 4 0 0,-1 0-1 0 0,1 1 1 0 0,0 0 0 0 0,-1 0-1 0 0,1 1 1 0 0,0-1 0 0 0,0 2-1 0 0,0-1 1 0 0,1 1 0 0 0,-1 0-1 0 0,0 0 1 0 0,0 1 0 0 0,0 0-1 0 0,0 0 1 0 0,0 1 0 0 0,12 4-1 0 0,13 6 89 0 0,1 1-1 0 0,-1 2 0 0 0,-1 1 1 0 0,-1 2-1 0 0,-1 0 1 0 0,48 41-1 0 0,-73-55-81 0 0,33 24-102 0 0,8-7-1411 0 0,-40-20 941 0 0,-5-1 523 0 0,1-1 1 0 0,-1 1 0 0 0,1-1-1 0 0,-1 1 1 0 0,0 0-1 0 0,1-1 1 0 0,0 1 0 0 0,-1 0-1 0 0,1-1 1 0 0,-1 1 0 0 0,1 0-1 0 0,-1 0 1 0 0,1 0-1 0 0,0-1 1 0 0,-1 1 0 0 0,1 0-1 0 0,-1 0 1 0 0,1 0-1 0 0,0 0 1 0 0,-1 0 0 0 0,1 0-1 0 0,-1 0 1 0 0,2 1 0 0 0,-1-1-77 0 0,1 0-1 0 0,-1 0 1 0 0,1 0 0 0 0,-1 0 0 0 0,0 0 0 0 0,1 0 0 0 0,-1-1 0 0 0,1 1 0 0 0,-1 0 0 0 0,0-1 0 0 0,1 1 0 0 0,-1-1 0 0 0,2 0-1 0 0,2-1-347 0 0,13-8-3143 0 0,1-3-816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46 138 3896 0 0,'0'0'2393'0'0,"-5"-1"-1426"0"0,-15-1-111 0 0,15 1 1911 0 0,-8-14-2219 0 0,10 12-145 0 0,5-1-227 0 0,1-2-117 0 0,-1 1 0 0 0,1-1 0 0 0,1 1-1 0 0,-1 0 1 0 0,1 0 0 0 0,0 0 0 0 0,0 0-1 0 0,1 1 1 0 0,-1 0 0 0 0,9-7-1 0 0,51-28 293 0 0,-60 37-322 0 0,1 0-12 0 0,15-4-3 0 0,-15 4 6 0 0,0 2 5 0 0,16 0-18 0 0,-19 1-4 0 0,0 0 0 0 0,0-1 0 0 0,0 1 0 0 0,-1 0 0 0 0,1 0 0 0 0,0 0 0 0 0,0 1 0 0 0,0-1 0 0 0,-1 0 0 0 0,1 1 0 0 0,-1-1 0 0 0,1 1 1 0 0,-1 0-1 0 0,0-1 0 0 0,1 1 0 0 0,-1 0 0 0 0,0 0 0 0 0,0-1 0 0 0,0 1 0 0 0,1 4 0 0 0,-2-5-4 0 0,1 0 0 0 0,0 0 0 0 0,-1 1-1 0 0,1-1 1 0 0,0 0 0 0 0,-1 1 0 0 0,0-1 0 0 0,1 1-1 0 0,-1-1 1 0 0,0 1 0 0 0,0-1 0 0 0,0 0-1 0 0,0 1 1 0 0,0-1 0 0 0,0 1 0 0 0,0 1 0 0 0,0 1 0 0 0,0 1 6 0 0,0 1 3 0 0,0 5-6 0 0,0-4-1 0 0,-1 1-1 0 0,1-1 0 0 0,-1 1 1 0 0,0-1-1 0 0,-1 1 0 0 0,0-1 1 0 0,-5 14-1 0 0,-18 43-45 0 0,24-61 63 0 0,-2 1 12 0 0,0 0 0 0 0,1 0 1 0 0,-1 0-1 0 0,1 1 1 0 0,0-1-1 0 0,-2 9 1 0 0,2-10 204 0 0,7-3-227 0 0,13-2-9 0 0,-13 1 146 0 0,0 0-130 0 0,18-1-12 0 0,-18 2-36 0 0,2 0-36 0 0,20 0 53 0 0,-23 0 14 0 0,1 1 0 0 0,-1-1 0 0 0,1 1 0 0 0,0 0 0 0 0,-1 1-1 0 0,0-1 1 0 0,1 1 0 0 0,-1 0 0 0 0,6 3 0 0 0,-2-1-33 0 0,-4-2 37 0 0,0 1 0 0 0,0-1 0 0 0,0 1 0 0 0,0-1 1 0 0,-1 1-1 0 0,1 0 0 0 0,-1 1 0 0 0,0-1 1 0 0,0 1-1 0 0,0-1 0 0 0,-1 1 0 0 0,1 0 0 0 0,-1 0 1 0 0,0 0-1 0 0,3 6 0 0 0,-2-2 1 0 0,-1-5 3 0 0,-2 2 4 0 0,0 0-10 0 0,0 1 0 0 0,-1-1 0 0 0,1 1 0 0 0,-1-1 0 0 0,0 0 1 0 0,-1 1-1 0 0,1-1 0 0 0,-1 0 0 0 0,0 0 0 0 0,-1 0 0 0 0,1 0 0 0 0,-5 6 1 0 0,2-4 3 0 0,-1-1 1 0 0,1 0 0 0 0,-1 0 0 0 0,-1 0 0 0 0,1-1 0 0 0,-1 0 0 0 0,0 0 0 0 0,0 0 0 0 0,0-1-1 0 0,-1 0 1 0 0,-14 5 0 0 0,-8 0 10 0 0,25-8-2 0 0,-1 0-3 0 0,5-1-17 0 0,-4 1-130 0 0,0-1-1 0 0,0 0 0 0 0,0 1 1 0 0,0-1-1 0 0,0-1 0 0 0,0 1 1 0 0,1-1-1 0 0,-1 0 0 0 0,0 0 1 0 0,0 0-1 0 0,1-1 0 0 0,-1 0 1 0 0,0 1-1 0 0,1-2 1 0 0,0 1-1 0 0,-1 0 0 0 0,1-1 1 0 0,0 0-1 0 0,1 0 0 0 0,-1 0 1 0 0,0-1-1 0 0,-4-4 0 0 0,6 5-62 0 0,-16-21-1858 0 0,9 0-2088 0 0,5 2 18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174 92 3432 0 0,'0'0'5591'0'0,"-1"5"-5322"0"0,0-1-159 0 0,0-1 1 0 0,0 0-1 0 0,-1 0 0 0 0,1 0 1 0 0,-1 1-1 0 0,1-2 0 0 0,-1 1 1 0 0,0 0-1 0 0,0 0 0 0 0,-4 3 1 0 0,3-3 549 0 0,-14 6-300 0 0,13-7 344 0 0,-22-5-450 0 0,21 3-68 0 0,3-2-175 0 0,1 1 1 0 0,-1-1-1 0 0,1 0 1 0 0,0 0-1 0 0,0 0 1 0 0,-1 1 0 0 0,1-1-1 0 0,0 0 1 0 0,1 0-1 0 0,-1-1 1 0 0,0 1-1 0 0,1 0 1 0 0,-1 0-1 0 0,1 0 1 0 0,-1 0-1 0 0,1-1 1 0 0,0 1-1 0 0,0 0 1 0 0,0 0-1 0 0,0-1 1 0 0,1 1 0 0 0,-1 0-1 0 0,0 0 1 0 0,1 0-1 0 0,0 0 1 0 0,-1 0-1 0 0,1-1 1 0 0,0 1-1 0 0,0 0 1 0 0,0 1-1 0 0,0-1 1 0 0,1 0-1 0 0,-1 0 1 0 0,3-3-1 0 0,3-2-10 0 0,0 0-1 0 0,0 0 1 0 0,0 0 0 0 0,1 1-1 0 0,17-11 1 0 0,-20 14 11 0 0,0 1 0 0 0,1-1 0 0 0,-1 1 0 0 0,1 0 0 0 0,0 0 0 0 0,0 1 0 0 0,8-2 0 0 0,-10 3-10 0 0,1-1 0 0 0,2 1 8 0 0,-2 0-12 0 0,-2 0 8 0 0,1-1 1 0 0,0 1-1 0 0,0 1 0 0 0,0-1 0 0 0,0 0 0 0 0,-1 1 0 0 0,1 0 0 0 0,0 0 0 0 0,-1 0 0 0 0,1 0 0 0 0,0 1 0 0 0,-1-1 0 0 0,1 1 0 0 0,-1 0 0 0 0,5 3 1 0 0,-3-2 3 0 0,-3-2-6 0 0,-1 0-1 0 0,1 0 1 0 0,0 0 0 0 0,-1 1 0 0 0,1-1 0 0 0,-1 0-1 0 0,0 1 1 0 0,1-1 0 0 0,-1 1 0 0 0,0-1 0 0 0,0 1-1 0 0,0 0 1 0 0,2 3 0 0 0,23 55-113 0 0,-25-57 116 0 0,0 0 0 0 0,0 0 1 0 0,0 0-1 0 0,0 0 1 0 0,-1 0-1 0 0,1 1 1 0 0,-1-1-1 0 0,0 0 1 0 0,0 6-1 0 0,-1 0 5 0 0,2 5-5 0 0,-2 0 0 0 0,1 0 0 0 0,-2 0 1 0 0,0 0-1 0 0,-1 0 0 0 0,-8 25 1 0 0,2-12-7 0 0,-2-2 1 0 0,-17 30 0 0 0,20-38-3 0 0,-2 0 1 0 0,0-1 0 0 0,-2 0 0 0 0,1-1 0 0 0,-2-1 0 0 0,0 1 0 0 0,-25 20 0 0 0,33-31 7 0 0,0 0-1 0 0,0-1 1 0 0,-1 1 0 0 0,1-1-1 0 0,-9 3 1 0 0,4-1 54 0 0,6-3-52 0 0,-24 2-62 0 0,23-4 19 0 0,1-1 14 0 0,-1-1 16 0 0,1 0 1 0 0,-1 0-1 0 0,1 0 1 0 0,0 0 0 0 0,0-1-1 0 0,0 0 1 0 0,0 0 0 0 0,0 0-1 0 0,1 0 1 0 0,-1 0-1 0 0,1-1 1 0 0,0 0 0 0 0,-5-7-1 0 0,-10-32 70 0 0,17 38-56 0 0,1 4-8 0 0,1 1 0 0 0,-1-1-1 0 0,0 1 1 0 0,0-1 0 0 0,1 1 0 0 0,-1-1 0 0 0,0 1-1 0 0,0-1 1 0 0,0 0 0 0 0,0 1 0 0 0,0-1-1 0 0,0 1 1 0 0,0-1 0 0 0,0 0 0 0 0,0 1-1 0 0,0-1 1 0 0,0 1 0 0 0,0-1 0 0 0,0 0-1 0 0,0 1 1 0 0,-1-2 0 0 0,1 2-2 0 0,0-1 0 0 0,-1 0 1 0 0,1 0-1 0 0,0 0 0 0 0,0 0 1 0 0,0 0-1 0 0,0 0 0 0 0,0 0 1 0 0,0 0-1 0 0,0 0 0 0 0,0 0 0 0 0,0 0 1 0 0,1 0-1 0 0,-1 0 0 0 0,0 0 1 0 0,1 0-1 0 0,-1 0 0 0 0,0 0 1 0 0,1-1-1 0 0,6-14-13 0 0,-5 12 3 0 0,1 1 18 0 0,2 0-5 0 0,-1-1 1 0 0,1 2-1 0 0,0-1 0 0 0,0 0 0 0 0,0 1 1 0 0,9-3-1 0 0,-9 4 14 0 0,1 1 25 0 0,10 2 15 0 0,0 0 0 0 0,-1 2 0 0 0,0-1 0 0 0,0 2 1 0 0,16 6-1 0 0,26 18-2 0 0,44 20-392 0 0,-97-48-7 0 0,17 4-445 0 0,-15-3 608 0 0,0-1-456 0 0,0 0-84 0 0,9-2-972 0 0,1-1-1 0 0,-1 0 0 0 0,27-8 0 0 0,-37 8-2401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152 31 2652 0 0,'0'0'2568'0'0,"-4"-1"-1579"0"0,2 1-866 0 0,0-1 1 0 0,0 1-1 0 0,0-1 0 0 0,0 1 0 0 0,0 0 0 0 0,0 0 1 0 0,0 0-1 0 0,0 0 0 0 0,0 0 0 0 0,0 0 0 0 0,0 1 1 0 0,0-1-1 0 0,0 1 0 0 0,0-1 0 0 0,0 1 0 0 0,0 0 0 0 0,1 0 1 0 0,-1 0-1 0 0,0 0 0 0 0,0 0 0 0 0,1 0 0 0 0,-1 0 1 0 0,1 0-1 0 0,-1 1 0 0 0,-1 1 0 0 0,-9 9 290 0 0,0 0 0 0 0,1 0-1 0 0,0 1 1 0 0,1 1 0 0 0,0 0-1 0 0,2 0 1 0 0,-9 17 0 0 0,11-8-7 0 0,6-17-343 0 0,-1-1 114 0 0,1 2-19 0 0,0-6-154 0 0,0 6 26 0 0,1 0 1 0 0,-1 0 0 0 0,1 0-1 0 0,0 0 1 0 0,1 0 0 0 0,-1 0-1 0 0,1 0 1 0 0,1 0 0 0 0,-1 0-1 0 0,1-1 1 0 0,1 1 0 0 0,-1-1 0 0 0,1 0-1 0 0,0 0 1 0 0,6 7 0 0 0,21 14 0 0 0,-28-24-25 0 0,-1-3-7 0 0,-1 0 0 0 0,1 1 0 0 0,0-1 0 0 0,-1 0 0 0 0,1 1 0 0 0,-1 0 0 0 0,1-1 0 0 0,-1 1 0 0 0,1 0 0 0 0,-1-1 0 0 0,0 1 0 0 0,2 2 0 0 0,1-1-2 0 0,1 0-9 0 0,-1-1 29 0 0,15 1 3 0 0,-17-2-15 0 0,-1 0-1 0 0,0 1 1 0 0,1-1-1 0 0,-1 0 1 0 0,1 0-1 0 0,-1 0 1 0 0,1 0-1 0 0,-1-1 1 0 0,1 1-1 0 0,-1 0 1 0 0,1 0-1 0 0,-1-1 1 0 0,2 0-1 0 0,2-1 7 0 0,-1 1 15 0 0,0-1-7 0 0,1-1-12 0 0,-1-1-1 0 0,1 1 1 0 0,-1-1-1 0 0,0 0 1 0 0,0 0-1 0 0,0 0 1 0 0,-1-1-1 0 0,1 1 1 0 0,-1-1 0 0 0,0 0-1 0 0,4-10 1 0 0,-2-3-261 0 0,-1-1 1 0 0,0 0-1 0 0,-2-1 1 0 0,0 1-1 0 0,-1 0 1 0 0,-1-1 0 0 0,-3-28-1 0 0,2 42-15 0 0,-3-21-366 0 0,-2 8-332 0 0,5 16 750 0 0,-8-25-1433 0 0,-6 7-2521 0 0,-2 6-109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72 3060 0 0,'0'0'8432'0'0,"5"1"-8278"0"0,9 0-42 0 0,-1-1 1 0 0,1 0-1 0 0,-1 0 1 0 0,1-2 0 0 0,21-4-1 0 0,6-1-33 0 0,-35 6-124 0 0,0 0-1 0 0,0 0 0 0 0,0-1 0 0 0,10-5 1 0 0,-5 2 36 0 0,-7 4 96 0 0,0-1 7 0 0,52-35 635 0 0,-53 35-157 0 0,-3 8-438 0 0,-5 57 315 0 0,-2-9-361 0 0,-8 48-80 0 0,-2 124 1 0 0,17-220-320 0 0,0 0-118 0 0,0 51-2636 0 0,0-52 1885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14 110 3356 0 0,'-13'-18'4289'0'0,"12"17"-4246"0"0,1 0 1 0 0,0 1-1 0 0,0-1 1 0 0,0 0-1 0 0,0 1 0 0 0,0-1 1 0 0,0 0-1 0 0,0 1 0 0 0,0-1 1 0 0,1 0-1 0 0,-1 1 0 0 0,0-1 1 0 0,0 0-1 0 0,0 1 0 0 0,1-1 1 0 0,-1 1-1 0 0,0-1 1 0 0,1 0-1 0 0,-1 1 0 0 0,1-1 1 0 0,-1 1-1 0 0,0-1 0 0 0,1 1 1 0 0,-1-1-1 0 0,1 1 0 0 0,0 0 1 0 0,-1-1-1 0 0,1 1 1 0 0,-1 0-1 0 0,1-1 0 0 0,-1 1 1 0 0,1 0-1 0 0,0 0 0 0 0,-1-1 1 0 0,1 1-1 0 0,0 0 0 0 0,-1 0 1 0 0,2 0-1 0 0,46-13 395 0 0,92-12 0 0 0,52 7-2663 0 0,-155 13 1402 0 0,-2-1-2667 0 0,6 0-144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195 8 1924 0 0,'0'0'1170'0'0,"-4"-1"-167"0"0,-1-1-504 0 0,1 1-1 0 0,-1 0 1 0 0,0 0 0 0 0,0 0-1 0 0,1 1 1 0 0,-1 0-1 0 0,-6 0 1 0 0,6 1 31 0 0,1 1-30 0 0,-7 5-209 0 0,-1 0 0 0 0,1 2 0 0 0,1-1 0 0 0,0 1-1 0 0,0 0 1 0 0,1 1 0 0 0,0 0 0 0 0,1 1 0 0 0,0 0 0 0 0,0 0-1 0 0,1 1 1 0 0,1 0 0 0 0,-6 15 0 0 0,10-23-227 0 0,1 1-1 0 0,0-1 1 0 0,0 1 0 0 0,0-1-1 0 0,1 1 1 0 0,0-1 0 0 0,0 1-1 0 0,0 0 1 0 0,1 5 0 0 0,-1-3 3 0 0,1-2-14 0 0,0 0 0 0 0,0 0-1 0 0,1 0 1 0 0,-1 0 0 0 0,1 0 0 0 0,0 0 0 0 0,0-1-1 0 0,1 1 1 0 0,-1 0 0 0 0,6 5 0 0 0,-6-6-29 0 0,6 10 156 0 0,6 2-70 0 0,-3-7 27 0 0,-3-2-76 0 0,0 0 1 0 0,1-1-1 0 0,1 1 0 0 0,-1-2 1 0 0,1 1-1 0 0,0-1 0 0 0,0-1 1 0 0,18 6-1 0 0,-23-9-30 0 0,2-2-3 0 0,-2 1-31 0 0,1-1 8 0 0,0 1 0 0 0,-1-1 0 0 0,1 0 0 0 0,0 0 0 0 0,0 0 1 0 0,-1-1-1 0 0,1 0 0 0 0,-1 0 0 0 0,0-1 0 0 0,9-4 0 0 0,39-34 42 0 0,-41 32-41 0 0,-11 8-5 0 0,1 0 1 0 0,-1 0-1 0 0,0-1 0 0 0,1 1 0 0 0,-1 0 1 0 0,0-1-1 0 0,0 1 0 0 0,0-1 1 0 0,0 1-1 0 0,0-1 0 0 0,0 1 1 0 0,1-3-1 0 0,3-6 2 0 0,1-1-44 0 0,0 0 0 0 0,-1 0 0 0 0,-1-1 0 0 0,6-17 0 0 0,-9 23-48 0 0,0 0-1 0 0,-1 1 1 0 0,1-1-1 0 0,-1 0 0 0 0,0 1 1 0 0,-1-1-1 0 0,1 0 1 0 0,-1 1-1 0 0,0-1 1 0 0,-1 1-1 0 0,1-1 0 0 0,-1 1 1 0 0,0 0-1 0 0,-5-9 1 0 0,2 7-166 0 0,0-1 0 0 0,0 0-1 0 0,-1 1 1 0 0,0 0 0 0 0,0 0 0 0 0,-1 1 0 0 0,0 0 0 0 0,0 0 0 0 0,0 1 0 0 0,-17-10 0 0 0,20 13-198 0 0,-2 1-55 0 0,-6 2-593 0 0,-1-1 0 0 0,1 1 0 0 0,0 1 0 0 0,0 0 0 0 0,-15 6 0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1 2568 0 0,'0'0'6250'0'0,"0"5"-5897"0"0,0 16 12 0 0,0-16-16 0 0,0 1-47 0 0,-3 30 562 0 0,-10 46 1 0 0,12-77-666 0 0,0 1-28 0 0,-10 46 388 0 0,11-48-246 0 0,-1 1-210 0 0,1-1-47 0 0,0 1 0 0 0,1-1 0 0 0,-1 0 0 0 0,1 0 0 0 0,0 0 0 0 0,0 0 0 0 0,0 0 0 0 0,3 7 0 0 0,-2-7 18 0 0,2-3-17 0 0,6 3-29 0 0,0-1 0 0 0,1 0 0 0 0,-1-1 0 0 0,1 0 0 0 0,0 0 0 0 0,-1-1 0 0 0,18-1 0 0 0,76-7-27 0 0,-99 6 9 0 0,22-1-18 0 0,-18 1 8 0 0,43-8 25 0 0,-7 2-44 0 0,-38 5 12 0 0,8-5 2 0 0,25-15-41 0 0,-35 19 50 0 0,8-13-32 0 0,-11 12 61 0 0,-1-1-12 0 0,1 1-18 0 0,-1 3-4 0 0,-1 0 0 0 0,1-1 0 0 0,-1 1-1 0 0,0-1 1 0 0,1 1 0 0 0,-1 0 0 0 0,0-1 0 0 0,0 1 0 0 0,0-1 0 0 0,0 1 0 0 0,0-1 0 0 0,0 1 0 0 0,0 0 0 0 0,0-1 0 0 0,0 1 0 0 0,-1-3 0 0 0,-4-17 11 0 0,-3 1-14 0 0,6 16 3 0 0,0 1 10 0 0,-12-15 10 0 0,11 15-35 0 0,2 1 16 0 0,-12-9 24 0 0,12 11-19 0 0,0 0 0 0 0,-1 0 0 0 0,1 0 0 0 0,0 0 0 0 0,0 0 0 0 0,0 1 1 0 0,0-1-1 0 0,0 0 0 0 0,0 1 0 0 0,0-1 0 0 0,0 1 0 0 0,0-1 0 0 0,0 1 1 0 0,0 0-1 0 0,0-1 0 0 0,0 1 0 0 0,0 0 0 0 0,0 0 0 0 0,1 0 0 0 0,-1 0 1 0 0,0-1-1 0 0,1 1 0 0 0,-1 0 0 0 0,0 0 0 0 0,1 0 0 0 0,-1 0 0 0 0,1 0 1 0 0,0 1-1 0 0,-1 1 0 0 0,-2 3 30 0 0,1 0 1 0 0,0 0 0 0 0,1 1-1 0 0,-1-1 1 0 0,1 7 0 0 0,-5 57 120 0 0,5-55-112 0 0,1-9-41 0 0,-2 55 24 0 0,4-32 3 0 0,16 141-1075 0 0,-17-166 608 0 0,1 0-110 0 0,-2-4 519 0 0,7 18-877 0 0,-7-17 570 0 0,1 0 1 0 0,-1 0-1 0 0,1 0 1 0 0,-1 0 0 0 0,1 0-1 0 0,-1-1 1 0 0,1 1-1 0 0,0 0 1 0 0,0 0-1 0 0,-1 0 1 0 0,1-1 0 0 0,0 1-1 0 0,0 0 1 0 0,0-1-1 0 0,0 1 1 0 0,-1-1-1 0 0,1 1 1 0 0,0-1-1 0 0,0 1 1 0 0,0-1 0 0 0,2 1-1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139 130 3568 0 0,'0'0'3926'0'0,"-2"-4"-3299"0"0,0-1-84 0 0,0 1 0 0 0,-1-1 0 0 0,0 1 0 0 0,0 0 1 0 0,-5-7-1 0 0,5 9 497 0 0,3 1-1027 0 0,0 1 1 0 0,0 0-1 0 0,0-1 0 0 0,0 1 1 0 0,0 0-1 0 0,0-1 1 0 0,0 1-1 0 0,-1-1 0 0 0,1 1 1 0 0,0 0-1 0 0,0-1 1 0 0,0 1-1 0 0,0 0 0 0 0,0 0 1 0 0,-1-1-1 0 0,1 1 1 0 0,0 0-1 0 0,0-1 0 0 0,0 1 1 0 0,-1 0-1 0 0,1 0 1 0 0,0-1-1 0 0,0 1 0 0 0,-1 0 1 0 0,1 0-1 0 0,0 0 1 0 0,-1-1-1 0 0,1 1 0 0 0,-1 0 1 0 0,0 0 21 0 0,1-1 1 0 0,-1 1-1 0 0,1 0 1 0 0,-1-1-1 0 0,1 1 1 0 0,-1-1-1 0 0,1 1 0 0 0,-1 0 1 0 0,1-1-1 0 0,0 1 1 0 0,-1-1-1 0 0,1 1 1 0 0,-1-1-1 0 0,1 0 1 0 0,0 1-1 0 0,0-1 1 0 0,-1 1-1 0 0,1-1 1 0 0,0 0-1 0 0,0 1 0 0 0,0-1 1 0 0,-1 1-1 0 0,1-1 1 0 0,0 0-1 0 0,0 1 1 0 0,0-1-1 0 0,0-1 1 0 0,0-1 17 0 0,1-1 0 0 0,-1 0 1 0 0,0 0-1 0 0,1 0 0 0 0,0 1 1 0 0,0-1-1 0 0,0 0 0 0 0,0 1 1 0 0,2-4-1 0 0,-1 3 70 0 0,2 1-8 0 0,11-9 10 0 0,-11 9-5 0 0,1 2-15 0 0,0 0-88 0 0,0 0 0 0 0,0 1 0 0 0,1-1 0 0 0,-1 1 0 0 0,0 0 0 0 0,0 1 0 0 0,1-1 0 0 0,-1 1 0 0 0,0 0 0 0 0,0 0 0 0 0,0 1-1 0 0,0 0 1 0 0,9 4 0 0 0,-8-3-4 0 0,0 1-1 0 0,0 0 0 0 0,0 1 1 0 0,-1-1-1 0 0,1 1 0 0 0,-1 0 1 0 0,0 0-1 0 0,-1 1 0 0 0,1 0 0 0 0,-1 0 1 0 0,0 0-1 0 0,3 7 0 0 0,0 0 1 0 0,0 0-1 0 0,-1 1 1 0 0,-1-1-1 0 0,6 21 1 0 0,-10-25-16 0 0,1 0 0 0 0,-1 0 1 0 0,-1 0-1 0 0,0 0 0 0 0,0 0 1 0 0,-1 0-1 0 0,0 0 1 0 0,0 0-1 0 0,-1 0 0 0 0,-4 11 1 0 0,2-7-9 0 0,-2 0 1 0 0,1-1 0 0 0,-2 0-1 0 0,1 0 1 0 0,-2 0-1 0 0,1-1 1 0 0,-2 0 0 0 0,0-1-1 0 0,0 1 1 0 0,0-2-1 0 0,-1 1 1 0 0,-1-1 0 0 0,0-1-1 0 0,0 0 1 0 0,-1-1-1 0 0,-16 9 1 0 0,-26 7-114 0 0,49-21 82 0 0,-1-1 2 0 0,-18 3 24 0 0,18-3-5 0 0,1-2-28 0 0,-14-3 2 0 0,15 3 21 0 0,4 0 25 0 0,0 1 0 0 0,0 0 0 0 0,-1-1 0 0 0,1 1 0 0 0,0 0 0 0 0,0-1 0 0 0,0 1 0 0 0,0 0 0 0 0,0-1 0 0 0,0 1 0 0 0,-1 0 0 0 0,1-1 0 0 0,0 1 0 0 0,0 0-1 0 0,0 0 1 0 0,-1-1 0 0 0,1 1 0 0 0,0 0 0 0 0,-1 0 0 0 0,1 0 0 0 0,0-1 0 0 0,0 1 0 0 0,-1 0 0 0 0,1 0 0 0 0,0 0 0 0 0,-1 0 0 0 0,1-1 0 0 0,0 1 0 0 0,-1 0 0 0 0,1 0 0 0 0,0 0-1 0 0,-1 0 1 0 0,0 0-2 0 0,0 0 1 0 0,1 0-1 0 0,-1-1 0 0 0,0 1 0 0 0,0 0 0 0 0,0-1 0 0 0,1 1 0 0 0,-1-1 0 0 0,0 1 0 0 0,1-1 0 0 0,-1 1 0 0 0,0-1 0 0 0,1 1 0 0 0,-1-1 0 0 0,1 0 0 0 0,-1 1 0 0 0,1-1 0 0 0,-1 0 0 0 0,1 1 1 0 0,-1-1-1 0 0,1 0 0 0 0,-1-1 0 0 0,-5-16-17 0 0,5 14 45 0 0,1 4-26 0 0,0-1 1 0 0,0 1-1 0 0,0-1 1 0 0,0 1-1 0 0,0-1 0 0 0,0 1 1 0 0,0-1-1 0 0,1 1 0 0 0,-1-1 1 0 0,0 1-1 0 0,0-1 0 0 0,0 1 1 0 0,0 0-1 0 0,1-1 1 0 0,-1 1-1 0 0,0-1 0 0 0,1 1 1 0 0,-1 0-1 0 0,0-1 0 0 0,1 1 1 0 0,-1 0-1 0 0,0-1 1 0 0,1 1-1 0 0,-1 0 0 0 0,1-1 1 0 0,0 1-1 0 0,-1 0 0 0 0,0 0 0 0 0,1-1 1 0 0,-1 1-1 0 0,0 0 0 0 0,1-1 1 0 0,-1 1-1 0 0,0 0 0 0 0,1-1 0 0 0,-1 1 1 0 0,0 0-1 0 0,1-1 0 0 0,-1 1 0 0 0,0-1 1 0 0,0 1-1 0 0,0 0 0 0 0,1-1 1 0 0,-1 1-1 0 0,0-1 0 0 0,0 1 0 0 0,0-1 1 0 0,0 1-1 0 0,0-1 0 0 0,0 1 0 0 0,0-1 1 0 0,5-1-14 0 0,12-4 8 0 0,-16 5 7 0 0,1 1 1 0 0,-1-1-1 0 0,0 1 0 0 0,1 0 0 0 0,-1-1 0 0 0,0 1 0 0 0,1 0 1 0 0,-1 0-1 0 0,0 0 0 0 0,1 0 0 0 0,-1 0 0 0 0,1 0 0 0 0,-1 1 0 0 0,0-1 1 0 0,1 0-1 0 0,-1 1 0 0 0,0-1 0 0 0,2 2 0 0 0,1-1 4 0 0,8 3 81 0 0,0 0-1 0 0,0 1 1 0 0,0 0-1 0 0,19 12 1 0 0,-13-8-43 0 0,27 15-26 0 0,-16-9 153 0 0,41 16-1 0 0,-57-26-419 0 0,1-1 0 0 0,0 0 1 0 0,1-1-1 0 0,-1-1 0 0 0,1 0 0 0 0,16-1 1 0 0,17-1-1466 0 0,-38 0 1358 0 0,27-3-1813 0 0,-28 3 1629 0 0,4-2-128 0 0,8-3-2688 0 0,11-3-1573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39 146 2724 0 0,'0'0'1997'0'0,"2"-4"-1149"0"0,7-9-96 0 0,-6 10-68 0 0,7-15 538 0 0,-8 15-656 0 0,0-2-15 0 0,23-43 1470 0 0,-23 43-1570 0 0,0 1-9 0 0,7-13-20 0 0,-7 12 331 0 0,-1 1-455 0 0,-1 3-252 0 0,1 1 1 0 0,-1-1-1 0 0,1 1 1 0 0,-1-1-1 0 0,0 0 1 0 0,0 1 0 0 0,1-1-1 0 0,-1 0 1 0 0,0 0-1 0 0,0 1 1 0 0,0-1-1 0 0,0 0 1 0 0,0 1 0 0 0,0-1-1 0 0,0 0 1 0 0,0 0-1 0 0,0 1 1 0 0,0-1-1 0 0,0 0 1 0 0,-1 1 0 0 0,1-1-1 0 0,0-1 1 0 0,-16 3 289 0 0,8 4-333 0 0,-21 46-6 0 0,17-23 62 0 0,5-2 1 0 0,-10 38-122 0 0,15-56 62 0 0,-1 11-17 0 0,3 1 11 0 0,-1-9 15 0 0,0 0 0 0 0,1 0 1 0 0,1 0-1 0 0,0 0 0 0 0,1 0 0 0 0,0 0 0 0 0,0 0 1 0 0,1 0-1 0 0,9 19 0 0 0,-10-26 6 0 0,-2-2-10 0 0,1-1-1 0 0,0 1 1 0 0,0 0-1 0 0,0-1 1 0 0,1 1-1 0 0,-1-1 1 0 0,0 1-1 0 0,0-1 1 0 0,1 0-1 0 0,-1 1 1 0 0,3 0-1 0 0,-1 2-3 0 0,1-2-6 0 0,11 5-3 0 0,-12-5-16 0 0,3-2-8 0 0,16 0 46 0 0,-16 0-2 0 0,-2-2 2 0 0,1 0-3 0 0,1 0 0 0 0,-1-1 0 0 0,0 0 0 0 0,0 0 0 0 0,8-6 0 0 0,-4-6 68 0 0,-6 10-92 0 0,5-4 31 0 0,-5 2-17 0 0,5-23 38 0 0,-7 22 8 0 0,0 1-1 0 0,-1 0 0 0 0,1-1 1 0 0,-1 1-1 0 0,-1-1 0 0 0,1 1 0 0 0,-3-11 1 0 0,2 14-67 0 0,0-5-19 0 0,-6-13-13 0 0,-1 8-37 0 0,-1-2-277 0 0,-1 0 0 0 0,-15-16-1 0 0,21 29-9 0 0,0 1-63 0 0,-13-4-36 0 0,12 4-3 0 0,0 4 24 0 0,1 0 282 0 0,-1 0-1 0 0,1 0 1 0 0,0 0 0 0 0,0 1-1 0 0,0-1 1 0 0,0 1 0 0 0,1 0-1 0 0,-1 0 1 0 0,1 1 0 0 0,-1-1-1 0 0,1 1 1 0 0,0 0 0 0 0,-4 6-1 0 0,2 0-519 0 0,0 0 0 0 0,1 1 0 0 0,0-1 0 0 0,1 1 0 0 0,0 0 0 0 0,-2 14 0 0 0,0 2-1172 0 0,4-21-1320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208 47 2988 0 0,'0'0'2139'0'0,"0"-5"-1355"0"0,-1 2-569 0 0,1 0 0 0 0,-1 0 0 0 0,1 0 1 0 0,-1 0-1 0 0,0 0 0 0 0,0 0 0 0 0,-1 0 0 0 0,1 0 1 0 0,0 0-1 0 0,-1 1 0 0 0,-2-4 0 0 0,2 3 169 0 0,0 4-361 0 0,0 0 1 0 0,1 0-1 0 0,-1-1 0 0 0,0 1 1 0 0,0 0-1 0 0,0-1 1 0 0,0 1-1 0 0,1-1 0 0 0,-1 0 1 0 0,-2 1-1 0 0,-1 0 129 0 0,1 3 22 0 0,-8 6 1 0 0,1 0 1 0 0,1 1 0 0 0,0 1 0 0 0,0 0 0 0 0,1 0 0 0 0,-11 21 0 0 0,2 2 49 0 0,-16 44 1 0 0,31-73-210 0 0,-5 19 28 0 0,4-3-14 0 0,-4 34-40 0 0,7-51-91 0 0,1 1-40 0 0,-1 20-61 0 0,0-20-31 0 0,2-2-28 0 0,3 15-45 0 0,-3-14-25 0 0,-1-5-67 0 0,1 0 380 0 0,-1 0 0 0 0,0 0-1 0 0,1 0 1 0 0,-1 0 0 0 0,0 0-1 0 0,1 1 1 0 0,-1-1 0 0 0,0 0-1 0 0,1 0 1 0 0,-1 0 0 0 0,0 1-1 0 0,0-1 1 0 0,1 0 0 0 0,-1 0-1 0 0,0 1 1 0 0,0-1 0 0 0,1 0-1 0 0,-1 0 1 0 0,0 1 0 0 0,0-1-1 0 0,0 0 1 0 0,0 1 0 0 0,1-1-1 0 0,-1 0 1 0 0,0 1 0 0 0,0 0-1 0 0,0-1-15 0 0,0 1-1 0 0,0-1 1 0 0,1 1-1 0 0,-1-1 1 0 0,0 0-1 0 0,0 1 1 0 0,1-1-1 0 0,-1 1 1 0 0,0-1-1 0 0,0 1 1 0 0,1-1-1 0 0,-1 0 1 0 0,0 1-1 0 0,1-1 1 0 0,-1 0 0 0 0,1 1-1 0 0,-1-1 1 0 0,0 0-1 0 0,1 0 1 0 0,-1 1-1 0 0,1-1 1 0 0,-1 0-1 0 0,1 0 1 0 0,-1 0-1 0 0,1 0 1 0 0,-1 1-1 0 0,1-1 1 0 0,-1 0-1 0 0,1 0 1 0 0,-1 0-1 0 0,1 0 1 0 0,-1 0-1 0 0,1 0 1 0 0,-1 0-1 0 0,1 0 1 0 0,-1-1-1 0 0,1 1 1 0 0,7-2-49 0 0,0-1-1 0 0,-1 1 1 0 0,1-1-1 0 0,-1-1 1 0 0,0 1-1 0 0,0-1 1 0 0,0-1-1 0 0,0 1 1 0 0,5-7-1 0 0,23-20 132 0 0,-23 19 198 0 0,1-1 0 0 0,0 2 0 0 0,1 0-1 0 0,1 1 1 0 0,0 0 0 0 0,0 1 0 0 0,31-14-1 0 0,-37 20-123 0 0,-1 1-1 0 0,0 0 1 0 0,1 0-1 0 0,-1 1 1 0 0,1 0-1 0 0,-1 1 1 0 0,1-1-1 0 0,-1 2 0 0 0,1-1 1 0 0,0 1-1 0 0,-1 0 1 0 0,11 4-1 0 0,-12-4-72 0 0,-1 1-1 0 0,0 0 1 0 0,0 1-1 0 0,0 0 0 0 0,0-1 1 0 0,0 2-1 0 0,-1-1 1 0 0,0 1-1 0 0,1 0 1 0 0,-1 0-1 0 0,0 0 0 0 0,-1 1 1 0 0,1-1-1 0 0,-1 1 1 0 0,0 0-1 0 0,0 1 0 0 0,-1-1 1 0 0,5 10-1 0 0,-6-12-80 0 0,0 2 44 0 0,5 14 18 0 0,-5-15-16 0 0,-1 1-106 0 0,2 15 28 0 0,-2-15-60 0 0,-6-1-2556 0 0,5-4 2638 0 0,0 1-1 0 0,0-1 0 0 0,-1 1 1 0 0,1-1-1 0 0,0 1 0 0 0,-1-1 1 0 0,1 1-1 0 0,0-1 0 0 0,-1 1 1 0 0,1-1-1 0 0,-1 0 0 0 0,1 1 1 0 0,-1-1-1 0 0,1 0 0 0 0,-1 1 1 0 0,1-1-1 0 0,-1 0 0 0 0,1 0 0 0 0,-1 1 1 0 0,1-1-1 0 0,-1 0 0 0 0,1 0 1 0 0,-1 0-1 0 0,0 0 0 0 0,1 0 1 0 0,-1 0-1 0 0,1 0 0 0 0,-1 0 1 0 0,0 0-1 0 0,-37-23-1041 0 0,34 21 915 0 0,2 1 152 0 0,0 1 1 0 0,0 0 0 0 0,0 0 0 0 0,0-1 0 0 0,0 1-1 0 0,1-1 1 0 0,-1 0 0 0 0,0 1 0 0 0,0-1 0 0 0,0 0 0 0 0,-1-2-1 0 0,-2 1-6 0 0,-1-1-11 0 0,0 2 50 0 0,-17-4 46 0 0,17 3 39 0 0,1 2 99 0 0,-16-2 37 0 0,16 1 10 0 0,0 2 34 0 0,-15 3 19 0 0,15-2-21 0 0,5-2-264 0 0,0 0 0 0 0,-1 1 0 0 0,1-1 0 0 0,0 1 0 0 0,0-1 0 0 0,-1 0 0 0 0,1 1 0 0 0,0-1 0 0 0,-1 0 1 0 0,1 1-1 0 0,0-1 0 0 0,-1 0 0 0 0,1 0 0 0 0,0 1 0 0 0,-1-1 0 0 0,1 0 0 0 0,0 0 0 0 0,-1 0 0 0 0,1 1 0 0 0,-1-1 0 0 0,1 0 0 0 0,-1 0 0 0 0,1 0 0 0 0,0 0 0 0 0,-1 0 0 0 0,1 0 0 0 0,-2 0 0 0 0,2 0 2 0 0,-1 0-1 0 0,0 0 0 0 0,0 0 0 0 0,1 0 0 0 0,-1 1 0 0 0,0-1 0 0 0,0 0 1 0 0,1 0-1 0 0,-1 1 0 0 0,0-1 0 0 0,1 0 0 0 0,-1 1 0 0 0,0-1 0 0 0,1 1 1 0 0,-1-1-1 0 0,0 1 0 0 0,1-1 0 0 0,-1 1 0 0 0,1-1 0 0 0,-1 1 0 0 0,1-1 0 0 0,-1 1 1 0 0,0 1-1 0 0,-4 7 153 0 0,1 1 0 0 0,-1 0 0 0 0,2 0 1 0 0,-5 14-1 0 0,8-18 25 0 0,0-1-38 0 0,10 47 205 0 0,-8-47-296 0 0,0-2-8 0 0,2 1-30 0 0,-1 0 1 0 0,1-1-1 0 0,-1 1 0 0 0,1-1 0 0 0,0 0 0 0 0,8 4 0 0 0,-8-5 21 0 0,1-4-19 0 0,3 1-4 0 0,0-1-1 0 0,0-1 1 0 0,-1 1-1 0 0,1-1 1 0 0,-1-1-1 0 0,0 1 1 0 0,0-1 0 0 0,9-7-1 0 0,53-54 71 0 0,-62 60-84 0 0,5-6 45 0 0,1 1-1 0 0,1 0 0 0 0,0 1 0 0 0,15-8 0 0 0,25-2 209 0 0,-49 18-176 0 0,3 1-44 0 0,-4 0-42 0 0,0 0 0 0 0,1 0 0 0 0,-1 0 0 0 0,0 0 0 0 0,0 0-1 0 0,1 1 1 0 0,-1 0 0 0 0,0 0 0 0 0,0 0 0 0 0,0 0-1 0 0,0 0 1 0 0,0 1 0 0 0,0 0 0 0 0,5 3 0 0 0,-5-3-71 0 0,-1 1 1 0 0,1 0 0 0 0,0 1 0 0 0,-1-1-1 0 0,1 1 1 0 0,-1-1 0 0 0,0 1-1 0 0,0 0 1 0 0,-1 0 0 0 0,1 0 0 0 0,-1 1-1 0 0,0-1 1 0 0,0 0 0 0 0,0 1-1 0 0,-1 0 1 0 0,2 4 0 0 0,-3 5-711 0 0,-1 1-1 0 0,0-1 1 0 0,-1 0 0 0 0,-1 0 0 0 0,0 0-1 0 0,-1 0 1 0 0,-6 15 0 0 0,7-23-2692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104 26 3680 0 0,'0'0'3954'0'0,"-1"-4"-3297"0"0,-1-13-93 0 0,1 12 2221 0 0,-10 23-1987 0 0,8-13-694 0 0,1 0 0 0 0,0 1 0 0 0,0-1 0 0 0,1 1-1 0 0,-1-1 1 0 0,1 1 0 0 0,1 0 0 0 0,-1-1 0 0 0,1 10 0 0 0,-1-3-26 0 0,-64 397 1650 0 0,64-405-1739 0 0,0 2-34 0 0,-3 17-67 0 0,4-17-100 0 0,-1-1-529 0 0,0 14 238 0 0,1-14-107 0 0,13 6-2899 0 0,-4-11-1309 0 0,16-11 136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35 2748 0 0,'6'-12'469'0'0,"7"-9"5149"0"0,-13 21-5573 0 0,1-1-1 0 0,-1 1 1 0 0,0 0-1 0 0,1 0 1 0 0,-1 0-1 0 0,1 0 0 0 0,-1 0 1 0 0,1 0-1 0 0,-1 0 1 0 0,1 0-1 0 0,-1 0 0 0 0,1 0 1 0 0,-1 0-1 0 0,1 0 1 0 0,-1 0-1 0 0,1 0 0 0 0,-1 0 1 0 0,0 1-1 0 0,1-1 1 0 0,-1 0-1 0 0,1 0 1 0 0,-1 1-1 0 0,0-1 0 0 0,1 0 1 0 0,-1 0-1 0 0,1 1 1 0 0,-1-1-1 0 0,0 0 0 0 0,1 1 1 0 0,-1-1-1 0 0,0 0 1 0 0,0 1-1 0 0,1-1 0 0 0,-1 1 1 0 0,0-1-1 0 0,0 1 1 0 0,0-1-1 0 0,1 0 0 0 0,-1 1 1 0 0,0 0-1 0 0,2 2 170 0 0,-1 3-40 0 0,2 22 2 0 0,-1-1 1 0 0,-1 1-1 0 0,-2 0 1 0 0,0 0 0 0 0,-2-1-1 0 0,-1 1 1 0 0,-10 33-1 0 0,-9 16 585 0 0,22-73-451 0 0,2-4-308 0 0,-1 0 0 0 0,0 0 0 0 0,1 0 0 0 0,-1 0 0 0 0,1 1 1 0 0,-1-1-1 0 0,1 0 0 0 0,-1 0 0 0 0,0 0 0 0 0,1 0 1 0 0,-1 0-1 0 0,1 0 0 0 0,-1 1 0 0 0,0-1 0 0 0,1 0 0 0 0,-1 0 1 0 0,0 1-1 0 0,1-1 0 0 0,-1 0 0 0 0,0 1 0 0 0,0-1 1 0 0,1 0-1 0 0,-1 1 0 0 0,0-1 0 0 0,0 0 0 0 0,1 1 0 0 0,-1-1 1 0 0,0 1-1 0 0,0-1-1 0 0,1 1 0 0 0,-1 0 1 0 0,0-1-1 0 0,1 1 0 0 0,-1-1 0 0 0,1 1 0 0 0,-1-1 1 0 0,1 1-1 0 0,-1-1 0 0 0,1 0 0 0 0,-1 1 1 0 0,1-1-1 0 0,-1 0 0 0 0,1 1 0 0 0,-1-1 1 0 0,1 0-1 0 0,0 1 0 0 0,-1-1 0 0 0,1 0 0 0 0,-1 0 1 0 0,1 0-1 0 0,0 0 0 0 0,-1 0 0 0 0,1 0 1 0 0,0 0-1 0 0,-1 0 0 0 0,1 0 0 0 0,0 0 1 0 0,-1 0-1 0 0,1 0 0 0 0,1 0 0 0 0,15-2 45 0 0,22-2-94 0 0,0-3 0 0 0,53-14 0 0 0,-41 7 46 0 0,-10 1-12 0 0,60-29 1 0 0,-98 40 28 0 0,12-13 21 0 0,-13 12 14 0 0,0-1-11 0 0,-1-1-23 0 0,0 1 1 0 0,-1-1-1 0 0,1 1 1 0 0,-1-1-1 0 0,0 1 1 0 0,0-1-1 0 0,-1 1 0 0 0,-1-9 1 0 0,0 8 48 0 0,1 1-23 0 0,0 0 0 0 0,-1 1 0 0 0,0 0 0 0 0,0-1 0 0 0,0 1 0 0 0,-1 0 0 0 0,1 0 0 0 0,-1 0 0 0 0,-3-3 0 0 0,5 5-36 0 0,-1-2 114 0 0,-2 1-34 0 0,1-1-45 0 0,-1 1-1 0 0,1 1 1 0 0,0-1 0 0 0,-1 0-1 0 0,0 1 1 0 0,1 0-1 0 0,-1 0 1 0 0,-5-1-1 0 0,-1 0-21 0 0,8 5 49 0 0,-3 6-48 0 0,1 0 0 0 0,0 0-1 0 0,1 0 1 0 0,0 0 0 0 0,1 1-1 0 0,-3 18 1 0 0,-2 69 84 0 0,5 3-1939 0 0,12 100-1 0 0,-9-193 1313 0 0,0 0 0 0 0,1 0 0 0 0,-1 0 0 0 0,2-1 0 0 0,-1 1 0 0 0,1-1 0 0 0,5 10 0 0 0,-8-15 457 0 0,2 3-1220 0 0,3-1-912 0 0,15 10-1538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138 103 2876 0 0,'0'0'1426'0'0,"-1"-6"-146"0"0,-9-44 1637 0 0,9 46-2069 0 0,-1 0-151 0 0,-7-13-134 0 0,7 13-90 0 0,2 4-454 0 0,0 0-1 0 0,-1 0 1 0 0,1 0 0 0 0,0 0 0 0 0,-1 0 0 0 0,1-1 0 0 0,0 1 0 0 0,-1 0-1 0 0,1 0 1 0 0,0 0 0 0 0,-1-1 0 0 0,1 1 0 0 0,0 0 0 0 0,0 0 0 0 0,-1-1-1 0 0,1 1 1 0 0,0 0 0 0 0,0-1 0 0 0,0 1 0 0 0,-1 0 0 0 0,1-1 0 0 0,0 1-1 0 0,0 0 1 0 0,0-1 0 0 0,0 1 0 0 0,0 0 0 0 0,0-1 0 0 0,0 0 21 0 0,-1 1 1 0 0,1-1 0 0 0,0 1-1 0 0,0-1 1 0 0,0 1-1 0 0,0-1 1 0 0,0 1 0 0 0,-1 0-1 0 0,1-1 1 0 0,0 1-1 0 0,0-1 1 0 0,-1 1 0 0 0,1 0-1 0 0,0-1 1 0 0,-1 1 0 0 0,1 0-1 0 0,0-1 1 0 0,-1 1-1 0 0,1 0 1 0 0,0 0 0 0 0,-1-1-1 0 0,1 1 1 0 0,-1 0 0 0 0,1 0-1 0 0,0-1 1 0 0,-1 1-1 0 0,1 0 1 0 0,-1 0 0 0 0,1 0-1 0 0,-1 0 1 0 0,1 0 0 0 0,-1 0-1 0 0,1 0 1 0 0,-1 0-1 0 0,1 0 1 0 0,-1 0 0 0 0,1 0-1 0 0,-1 0 1 0 0,-3 1 29 0 0,1 0 1 0 0,-1 1-1 0 0,1-1 1 0 0,0 1-1 0 0,0 0 1 0 0,-1-1-1 0 0,1 1 1 0 0,0 1-1 0 0,1-1 1 0 0,-1 0-1 0 0,0 1 1 0 0,1-1-1 0 0,-1 1 1 0 0,1 0-1 0 0,0 0 1 0 0,0 0-1 0 0,0 0 1 0 0,0 0-1 0 0,1 0 1 0 0,-2 4-1 0 0,-21 52 443 0 0,17-40-355 0 0,4 7-25 0 0,2-23-112 0 0,1 10 28 0 0,-1 1 0 0 0,2-1 0 0 0,0 0 1 0 0,0 1-1 0 0,4 13 0 0 0,-3-21-62 0 0,1 0 0 0 0,0 1 0 0 0,-1-1 0 0 0,2-1 0 0 0,-1 1 0 0 0,1 0 0 0 0,0-1 0 0 0,0 0 0 0 0,0 0 0 0 0,1 0 0 0 0,0 0 0 0 0,10 7 0 0 0,-11-9-99 0 0,-3-3 98 0 0,1 0-1 0 0,0 0 0 0 0,0 0 0 0 0,-1 1 1 0 0,1-1-1 0 0,0 1 0 0 0,-1 0 0 0 0,1-1 1 0 0,0 1-1 0 0,-1 0 0 0 0,2 1 0 0 0,2 0-19 0 0,0 0-71 0 0,1-2 0 0 0,-1 1 89 0 0,0-1 0 0 0,1 0 0 0 0,-1 0 0 0 0,0 0 0 0 0,0-1 0 0 0,1 0 0 0 0,-1 0 0 0 0,0 0 0 0 0,0 0 0 0 0,0-1 0 0 0,0 0 0 0 0,0 0 0 0 0,0-1 0 0 0,-1 1 0 0 0,1-1 0 0 0,-1 0 0 0 0,0 0 0 0 0,1 0 0 0 0,-1-1 0 0 0,-1 1-1 0 0,1-1 1 0 0,-1 0 0 0 0,1 0 0 0 0,-1-1 0 0 0,3-4 0 0 0,-2 1 34 0 0,0 0-1 0 0,0 0 1 0 0,-1 0-1 0 0,0 0 1 0 0,0-1-1 0 0,-1 1 1 0 0,0-1-1 0 0,0 0 1 0 0,-1-10-1 0 0,-6-47-596 0 0,3 57 295 0 0,-1 0-1 0 0,0 0 1 0 0,0 0-1 0 0,-1 0 1 0 0,0 0-1 0 0,0 1 1 0 0,-1 0-1 0 0,0 0 1 0 0,-7-8-1 0 0,11 14 178 0 0,0 1 0 0 0,0 0-1 0 0,0-1 1 0 0,0 1 0 0 0,0 0-1 0 0,-1 0 1 0 0,1 0 0 0 0,0-1 0 0 0,-1 1-1 0 0,1 1 1 0 0,-1-1 0 0 0,1 0-1 0 0,-1 0 1 0 0,0 0 0 0 0,1 1-1 0 0,-4-1 1 0 0,0-1-284 0 0,3 1 113 0 0,-1-1-1 0 0,1 1 1 0 0,0 0 0 0 0,-1 0 0 0 0,1 0-1 0 0,0 0 1 0 0,-1 0 0 0 0,1 1 0 0 0,-1-1-1 0 0,1 1 1 0 0,-5 0 0 0 0,-1-1-780 0 0,1-1-3714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71 3636 0 0,'-1'-4'1412'0'0,"-2"-12"-183"0"0,2 12 690 0 0,-1-1-1128 0 0,-3-13-64 0 0,3 13 1031 0 0,-5-10-1162 0 0,4 11 2351 0 0,2 8-2879 0 0,0 0 0 0 0,0 1 1 0 0,0-1-1 0 0,0 0 1 0 0,1 1-1 0 0,0-1 0 0 0,0 0 1 0 0,1 9-1 0 0,-1 8 94 0 0,9 490 1292 0 0,-9-505-1442 0 0,0 1-26 0 0,0 19 4 0 0,0-19-55 0 0,0-3-88 0 0,-2 16-85 0 0,2-15-130 0 0,5 2-2944 0 0,0 2 2685 0 0,1-9-2852 0 0,8-8 176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100 143 2520 0 0,'0'0'8460'0'0,"-1"-5"-8090"0"0,-3-12-18 0 0,3 13 824 0 0,2-1-1055 0 0,2-20 71 0 0,-2 24-178 0 0,0-1-1 0 0,1 0 1 0 0,-1 1-1 0 0,1 0 1 0 0,-1-1-1 0 0,1 1 1 0 0,-1 0-1 0 0,1 0 1 0 0,2-2 0 0 0,2-2 3 0 0,29-20 42 0 0,36-3-8 0 0,-48 21 48 0 0,-18 5-102 0 0,1 2-27 0 0,17-4 9 0 0,-17 3-9 0 0,0 2 4 0 0,-4 0 23 0 0,0-1 2 0 0,0 1 0 0 0,-1 0 1 0 0,1-1-1 0 0,0 0 0 0 0,0 1 1 0 0,0-1-1 0 0,-1 0 0 0 0,1 0 1 0 0,0 0-1 0 0,0 0 1 0 0,0 0-1 0 0,3-1 0 0 0,-5 1 2 0 0,1 0-1 0 0,0 0 0 0 0,-1 0 1 0 0,1 0-1 0 0,0 0 1 0 0,-1 1-1 0 0,1-1 1 0 0,0 0-1 0 0,-1 0 0 0 0,1 1 1 0 0,0-1-1 0 0,-1 0 1 0 0,1 1-1 0 0,-1-1 0 0 0,1 1 1 0 0,-1-1-1 0 0,1 1 1 0 0,-1-1-1 0 0,1 1 1 0 0,-1-1-1 0 0,1 1 0 0 0,-1-1 1 0 0,0 1-1 0 0,1 0 1 0 0,-1-1-1 0 0,0 1 0 0 0,0-1 1 0 0,1 1-1 0 0,-1 1 1 0 0,8 17 0 0 0,-8-19 1 0 0,1 4 10 0 0,-2 2 3 0 0,-15 52 66 0 0,10-42-64 0 0,-1 0 0 0 0,-1 0 0 0 0,-15 21 0 0 0,-18 24 31 0 0,38-54-42 0 0,-27 31-27 0 0,23-23-1015 0 0,7-14 1024 0 0,0-1-1 0 0,0 1 1 0 0,0-1-1 0 0,1 1 1 0 0,-1-1-1 0 0,0 1 1 0 0,1-1-1 0 0,-1 1 1 0 0,0-1-1 0 0,1 1 1 0 0,-1-1-1 0 0,0 1 1 0 0,1-1-1 0 0,-1 0 1 0 0,1 1-1 0 0,-1-1 1 0 0,1 0-1 0 0,-1 1 1 0 0,1-1-1 0 0,-1 0 1 0 0,1 0-1 0 0,-1 1 1 0 0,1-1-1 0 0,-1 0 1 0 0,1 0-1 0 0,-1 0 1 0 0,1 0-1 0 0,0 0 1 0 0,-1 0-1 0 0,1 0 1 0 0,-1 0-1 0 0,1 0 1 0 0,-1 0-1 0 0,1 0 1 0 0,1 0-1 0 0,5 0-39 0 0,-4-1 39 0 0,35-10-181 0 0,-34 9 200 0 0,24-2 75 0 0,-23 4 49 0 0,0-1-62 0 0,13-1 1 0 0,-13 1 119 0 0,18 11 174 0 0,-21-7-246 0 0,1 3-73 0 0,-1-1 0 0 0,0 0 0 0 0,0 1 0 0 0,-1 0 0 0 0,1-1 0 0 0,-1 1 0 0 0,-1 0 0 0 0,1 0 0 0 0,-1 0 0 0 0,0 8 1 0 0,-1-9-12 0 0,0 0-14 0 0,-1 2 5 0 0,0-1-1 0 0,0 1 1 0 0,-1 0-1 0 0,1-1 0 0 0,-2 1 1 0 0,1-1-1 0 0,-1 0 1 0 0,0 0-1 0 0,0 0 0 0 0,-5 5 1 0 0,-2-2-58 0 0,0-1 0 0 0,0 0 1 0 0,-1 0-1 0 0,0-2 0 0 0,0 1 1 0 0,-1-1-1 0 0,1-1 0 0 0,-1 0 0 0 0,0-1 1 0 0,-1 0-1 0 0,1-1 0 0 0,-22 2 1 0 0,27-4-70 0 0,-50 3-550 0 0,53-4 453 0 0,0 0-1 0 0,0-1 0 0 0,1 1 1 0 0,-1-1-1 0 0,0 0 0 0 0,0-1 0 0 0,1 1 1 0 0,-1-1-1 0 0,0 0 0 0 0,1 0 1 0 0,-8-4-1 0 0,10 3-152 0 0,0 1-1 0 0,-1-1 1 0 0,1 0 0 0 0,0 1 0 0 0,1-1-1 0 0,-1 0 1 0 0,0 0 0 0 0,1 0-1 0 0,-1 0 1 0 0,0-6 0 0 0,0 4-777 0 0,3-2-719 0 0,5-27-1305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11 3516 0 0,'10'-7'-746'0'0,"-2"4"4115"0"0,-10 17 1417 0 0,0-10-4517 0 0,2-3-247 0 0,0 0-1 0 0,0 0 1 0 0,0 0-1 0 0,0 0 0 0 0,-1-1 1 0 0,1 1-1 0 0,0 0 1 0 0,0 0-1 0 0,-1 0 0 0 0,1-1 1 0 0,0 1-1 0 0,-1 0 1 0 0,1 0-1 0 0,-1-1 0 0 0,1 1 1 0 0,-1 0-1 0 0,0-1 1 0 0,0 1-1 0 0,-9 14 315 0 0,7-10-221 0 0,1 1-1 0 0,0 0 1 0 0,0-1-1 0 0,1 1 1 0 0,0 0-1 0 0,0 0 1 0 0,0 0-1 0 0,1 0 1 0 0,0 9 0 0 0,0-10-29 0 0,4-2-24 0 0,1 1-30 0 0,0 0 0 0 0,1 0 0 0 0,-1-1 0 0 0,1 1 0 0 0,0-1 0 0 0,0-1 0 0 0,0 1 0 0 0,8 1 0 0 0,61 14-50 0 0,-15-5 14 0 0,-11 2 118 0 0,-44-13 0 0 0,-1 0-2 0 0,1 2-22 0 0,0-1 1 0 0,0 1 0 0 0,-1 0 0 0 0,1 0 0 0 0,-1 1-1 0 0,0-1 1 0 0,0 1 0 0 0,-1 0 0 0 0,0 0 0 0 0,5 9-1 0 0,-6-10 57 0 0,-3-3-139 0 0,1-1 0 0 0,-1 1 0 0 0,1-1 0 0 0,0 1 0 0 0,-1-1 0 0 0,1 1 0 0 0,0 0-1 0 0,0-1 1 0 0,-1 1 0 0 0,1-1 0 0 0,0 1 0 0 0,0 0 0 0 0,0-1 0 0 0,0 1 0 0 0,0-1 0 0 0,0 1 0 0 0,0 0 0 0 0,0-1 0 0 0,0 1 0 0 0,0 0 0 0 0,0-1 0 0 0,0 1-1 0 0,-1 19 138 0 0,-2-12-102 0 0,0 0-1 0 0,0 0 0 0 0,-1 0 0 0 0,0-1 0 0 0,-1 1 0 0 0,0-1 0 0 0,0 0 1 0 0,0-1-1 0 0,-1 1 0 0 0,0-1 0 0 0,0 0 0 0 0,-1 0 0 0 0,-7 5 1 0 0,3-4-204 0 0,0-1 0 0 0,0 1 1 0 0,0-2-1 0 0,-1 0 1 0 0,0 0-1 0 0,0-1 1 0 0,0-1-1 0 0,-23 4 1 0 0,30-6-168 0 0,0-1 0 0 0,0 1 0 0 0,0-1 0 0 0,0 0 0 0 0,0-1-1 0 0,1 1 1 0 0,-1-1 0 0 0,0 0 0 0 0,0 0 0 0 0,0 0 0 0 0,0-1 0 0 0,1 0 0 0 0,-1 0 0 0 0,1 0 0 0 0,-1 0 0 0 0,1-1 0 0 0,0 0 0 0 0,0 0 0 0 0,0 0 0 0 0,0 0 0 0 0,1-1 0 0 0,-1 1 0 0 0,1-1 0 0 0,0 0 0 0 0,-5-7 0 0 0,4 2-1856 0 0,-3-17-1518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1 227 2096 0 0,'2'-4'1268'0'0,"6"-12"-216"0"0,-6 12-203 0 0,0 0-103 0 0,5-4-352 0 0,0-1-1 0 0,0 1 1 0 0,0 1-1 0 0,1 0 1 0 0,0 0-1 0 0,1 0 1 0 0,0 1-1 0 0,0 0 1 0 0,0 1-1 0 0,0 0 1 0 0,15-6-1 0 0,24-8 568 0 0,55-13 0 0 0,-70 22-593 0 0,41-11-24 0 0,-5 2-696 0 0,-66 18 91 0 0,23-7-2120 0 0,-8 5-3395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14 172 3656 0 0,'0'0'5043'0'0,"-2"-3"-4061"0"0,-10-10 4278 0 0,13 8-5150 0 0,1-12-53 0 0,-1 12 74 0 0,3 4-101 0 0,42-13 91 0 0,-40 13-123 0 0,0 2-10 0 0,20 1 18 0 0,-20-2-21 0 0,-1 2-41 0 0,16 5 22 0 0,-15-6 39 0 0,-2 2 9 0 0,3 1-10 0 0,-1 1-1 0 0,0-1 1 0 0,0 1-1 0 0,0 0 1 0 0,-1 1 0 0 0,0-1-1 0 0,0 1 1 0 0,0 0-1 0 0,-1 1 1 0 0,4 7-1 0 0,-6-10 12 0 0,0 2 0 0 0,2 18-13 0 0,-3-18-37 0 0,-1 0 23 0 0,-1 8 19 0 0,0 0 0 0 0,-1 0-1 0 0,0 0 1 0 0,-1-1 0 0 0,-1 1 0 0 0,0-1-1 0 0,-6 13 1 0 0,-9 15-57 0 0,17-37 46 0 0,0 0 7 0 0,-2 10-188 0 0,15-19-579 0 0,21-31 281 0 0,-9-1 334 0 0,-2 0 0 0 0,-1-2 0 0 0,-2 0 0 0 0,-2-1 0 0 0,15-57 0 0 0,-30 92 143 0 0,2-25 66 0 0,-2 24-33 0 0,-1 1-38 0 0,3-13-107 0 0,-3 13 290 0 0,0 0-122 0 0,-1-13-26 0 0,0 13 97 0 0,-19 15-96 0 0,16-8-19 0 0,2 6-48 0 0,2-8 42 0 0,-1 0 0 0 0,1 0 0 0 0,0 0 0 0 0,0 0 0 0 0,0 0 0 0 0,0 0 1 0 0,0 0-1 0 0,-1-1 0 0 0,1 1 0 0 0,0 0 0 0 0,0 0 0 0 0,0 0 0 0 0,0 0 0 0 0,-1 0 0 0 0,1 0 0 0 0,0 0 0 0 0,0 0 0 0 0,0 0 0 0 0,0 1 1 0 0,-1-1-1 0 0,1 0 0 0 0,0 0 0 0 0,0 0 0 0 0,0 0 0 0 0,0 0 0 0 0,-1 0 0 0 0,1 0 0 0 0,0 0 0 0 0,0 0 0 0 0,0 0 0 0 0,0 1 1 0 0,0-1-1 0 0,0 0 0 0 0,-1 0 0 0 0,1 0 0 0 0,0 0 0 0 0,0 0 0 0 0,0 0 0 0 0,0 1 0 0 0,0-1 0 0 0,0 0 0 0 0,0 0 0 0 0,0 0 1 0 0,0 0-1 0 0,0 1 0 0 0,0-1 0 0 0,0 0 0 0 0,0 0 0 0 0,0 0 0 0 0,-10 43 54 0 0,8-24-18 0 0,2 0-1 0 0,3 30 0 0 0,-2-43-15 0 0,1-1 14 0 0,1 1-30 0 0,0 0 0 0 0,0 0-1 0 0,1 0 1 0 0,-1 0-1 0 0,1-1 1 0 0,1 0 0 0 0,-1 0-1 0 0,1 0 1 0 0,0 0 0 0 0,0-1-1 0 0,0 1 1 0 0,0-1 0 0 0,1-1-1 0 0,0 1 1 0 0,0-1 0 0 0,12 5-1 0 0,-14-6-73 0 0,2 0-113 0 0,17 4 34 0 0,-17-4-35 0 0,1-1-78 0 0,18-2-1076 0 0,42-4 1 0 0,-63 3 673 0 0,-2 3 573 0 0,-1-2-1 0 0,1 1 1 0 0,0 0 0 0 0,-1 0-1 0 0,1 0 1 0 0,0-1-1 0 0,-1 1 1 0 0,1-1 0 0 0,-1 1-1 0 0,1-1 1 0 0,-1 0-1 0 0,3-1 1 0 0,-1 0-114 0 0,3 1-417 0 0,-2-2-123 0 0,35-21-3287 0 0,-35 21 1466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 1984 0 0,'0'0'1554'0'0,"2"-3"-812"0"0,4-5-1085 0 0,-5 8 540 0 0,-1 0 1 0 0,1-1 0 0 0,-1 1 0 0 0,1 0 0 0 0,-1 0 0 0 0,0-1 0 0 0,1 1 0 0 0,-1 0-1 0 0,1 0 1 0 0,-1 0 0 0 0,1 0 0 0 0,0 0 0 0 0,-1 0 0 0 0,1 0 0 0 0,-1 0-1 0 0,1 0 1 0 0,-1 0 0 0 0,1 0 0 0 0,-1 0 0 0 0,1 0 0 0 0,-1 0 0 0 0,1 0 0 0 0,-1 1-1 0 0,1-1 1 0 0,-1 0 0 0 0,0 0 0 0 0,1 1 0 0 0,-1-1 0 0 0,1 0 0 0 0,-1 0-1 0 0,0 1 1 0 0,1-1 0 0 0,-1 1 0 0 0,1-1 0 0 0,-1 0 0 0 0,0 1 0 0 0,0-1 0 0 0,1 1-1 0 0,-1-1 1 0 0,1 1 0 0 0,1 2 537 0 0,-1 3-409 0 0,27 209 2289 0 0,-11-122-2494 0 0,-16-88-220 0 0,0 1-77 0 0,4 15-93 0 0,-4-15-115 0 0,1-2-969 0 0,4 12 478 0 0,-5-12-225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11 153 3308 0 0,'-1'-4'1510'0'0,"-7"-33"4285"0"0,7 26-5944 0 0,1 6 1063 0 0,1 0-554 0 0,0 3-260 0 0,0-1 0 0 0,0 0 0 0 0,0 0 0 0 0,1 0 1 0 0,-1 1-1 0 0,1-1 0 0 0,0 1 0 0 0,0-1 0 0 0,0 1 0 0 0,0 0 1 0 0,0 0-1 0 0,4-3 0 0 0,-3 2 279 0 0,4 3-302 0 0,18-1 86 0 0,-18 1 4 0 0,-1 1-25 0 0,6 2-62 0 0,1 1 1 0 0,-1 0-1 0 0,0 0 0 0 0,0 1 1 0 0,19 12-1 0 0,-28-15-63 0 0,-2-1-17 0 0,-1-1 1 0 0,1 0 0 0 0,-1 0 0 0 0,1 0-1 0 0,-1 0 1 0 0,1 0 0 0 0,-1 1-1 0 0,1-1 1 0 0,-1 0 0 0 0,1 0 0 0 0,-1 1-1 0 0,1-1 1 0 0,-1 0 0 0 0,1 1-1 0 0,-1-1 1 0 0,1 0 0 0 0,-1 1 0 0 0,0-1-1 0 0,1 1 1 0 0,-1-1 0 0 0,0 1 0 0 0,1-1-1 0 0,-1 1 1 0 0,0-1 0 0 0,1 2-1 0 0,-1-2 1 0 0,0 1-1 0 0,1 0 1 0 0,-1-1 0 0 0,0 1-1 0 0,1 0 1 0 0,-1-1-1 0 0,1 1 1 0 0,-1-1-1 0 0,1 1 1 0 0,-1 0-1 0 0,1-1 1 0 0,0 1-1 0 0,-1-1 1 0 0,1 0-1 0 0,0 1 1 0 0,-1-1-1 0 0,1 0 1 0 0,1 1-1 0 0,-1 0 0 0 0,0 1 0 0 0,0-1 0 0 0,1 1 0 0 0,-1-1 0 0 0,0 1 0 0 0,0-1 0 0 0,-1 1 0 0 0,1-1 0 0 0,0 1 0 0 0,0 2 0 0 0,2 0 8 0 0,-3 0-11 0 0,3 41 128 0 0,-3-40-107 0 0,-2 0 11 0 0,-25 64 105 0 0,25-64-117 0 0,0-2-8 0 0,-15 38-593 0 0,21-42 503 0 0,16-2-14 0 0,-15 2 6 0 0,-1-2-10 0 0,12-8-119 0 0,-1-2 0 0 0,0 0-1 0 0,-1-1 1 0 0,20-24 0 0 0,-28 29 191 0 0,1 1-1 0 0,-1-1 1 0 0,-1 0 0 0 0,6-11-1 0 0,-7 12 21 0 0,19-35-102 0 0,7-34 59 0 0,-28 72 44 0 0,-1 1-3 0 0,4-14 6 0 0,-4 14 146 0 0,-3 4-142 0 0,0 1 1 0 0,0-1-1 0 0,0 1 0 0 0,0-1 1 0 0,0 1-1 0 0,0 0 0 0 0,0 0 1 0 0,0 0-1 0 0,0 0 0 0 0,0 0 0 0 0,1 1 1 0 0,-1-1-1 0 0,0 1 0 0 0,1-1 1 0 0,-1 1-1 0 0,1-1 0 0 0,0 1 0 0 0,-1 0 1 0 0,1-1-1 0 0,0 1 0 0 0,0 0 1 0 0,-1 3-1 0 0,-2 2 11 0 0,1 0 0 0 0,0 1 0 0 0,1-1 0 0 0,-4 15-1 0 0,-1 25 218 0 0,7-42-141 0 0,0 2-13 0 0,0-5-84 0 0,1 6-19 0 0,-1 0 1 0 0,1 0-1 0 0,1 1 0 0 0,-1-1 1 0 0,1 0-1 0 0,1 0 0 0 0,0-1 0 0 0,0 1 1 0 0,0 0-1 0 0,1-1 0 0 0,0 0 1 0 0,1 0-1 0 0,-1 0 0 0 0,1 0 1 0 0,6 5-1 0 0,-3-4-428 0 0,0-1 0 0 0,0 0 0 0 0,17 10 0 0 0,-15-11-1185 0 0,0-1 0 0 0,0-1 0 0 0,15 5 0 0 0,-3-2-2575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79 2616 0 0,'1'-5'1008'0'0,"8"-37"3939"0"0,-8 38-3844 0 0,-1 4-1087 0 0,0 0 0 0 0,0-1 0 0 0,0 1 0 0 0,0-1 0 0 0,0 1 0 0 0,0 0 0 0 0,0-1 0 0 0,1 1 0 0 0,-1-1 0 0 0,0 1 1 0 0,0 0-1 0 0,0-1 0 0 0,1 1 0 0 0,-1 0 0 0 0,0-1 0 0 0,1 1 0 0 0,-1 0 0 0 0,0-1 0 0 0,1 1 0 0 0,-1 0 0 0 0,0 0 1 0 0,1-1-1 0 0,-1 1 0 0 0,0 0 0 0 0,1 0 0 0 0,-1 0 0 0 0,1-1 0 0 0,0 1 28 0 0,-1 0 0 0 0,1 0 0 0 0,-1 0 0 0 0,1-1 0 0 0,-1 1 1 0 0,1 0-1 0 0,-1-1 0 0 0,0 1 0 0 0,1 0 0 0 0,-1-1 0 0 0,1 1 0 0 0,-1-1 0 0 0,0 1 0 0 0,1-1 0 0 0,-1 1 0 0 0,0 0 0 0 0,0-1 0 0 0,1 1 1 0 0,-1-1-1 0 0,0-1 0 0 0,4 1 124 0 0,13-6-91 0 0,-13 6 514 0 0,1 2-426 0 0,15 4-36 0 0,-15-3-25 0 0,-4-2-89 0 0,0 1 0 0 0,1 0 0 0 0,-1 0 0 0 0,1 0 0 0 0,-1 0 0 0 0,0 0 0 0 0,0 0 0 0 0,0 0 0 0 0,1 0 0 0 0,-1 1 0 0 0,1 0 0 0 0,1 1 38 0 0,-1 1 4 0 0,6 13-6 0 0,-6-13-2 0 0,-1 1-5 0 0,4 17-25 0 0,-4-17 13 0 0,-1 2 22 0 0,0 4-41 0 0,-1 0 1 0 0,-1 0-1 0 0,0 0 0 0 0,0 0 0 0 0,-1-1 1 0 0,0 1-1 0 0,-1-1 0 0 0,0 1 0 0 0,0-1 1 0 0,-1 0-1 0 0,-1-1 0 0 0,0 1 0 0 0,0-1 1 0 0,-1 0-1 0 0,-12 13 0 0 0,16-20 15 0 0,2-1-31 0 0,-1 0 0 0 0,0-1 0 0 0,1 1 0 0 0,-1 0 0 0 0,1 0 1 0 0,0 0-1 0 0,-1 0 0 0 0,1 1 0 0 0,0-1 0 0 0,0 0 0 0 0,-2 3 1 0 0,2-4-1 0 0,-3 3-18 0 0,0-1-87 0 0,-13 4 85 0 0,12-4 1 0 0,1-3-45 0 0,-15-3 44 0 0,14 3-11 0 0,5-1-92 0 0,0 1 122 0 0,0 0 0 0 0,-1-1 1 0 0,1 1-1 0 0,0 0 0 0 0,-1 0 0 0 0,1 0 0 0 0,-1-1 0 0 0,0 1 1 0 0,1 0-1 0 0,-1 0 0 0 0,-1-2 0 0 0,1 1-2 0 0,-1-1-13 0 0,2 3-61 0 0,0 0 80 0 0,1 0 1 0 0,-1 0-1 0 0,0 0 0 0 0,1 0 1 0 0,-1 0-1 0 0,0-1 0 0 0,0 1 1 0 0,1 0-1 0 0,-1 0 0 0 0,0 0 1 0 0,0 0-1 0 0,1 0 0 0 0,-1 0 1 0 0,0-1-1 0 0,0 1 1 0 0,0 0-1 0 0,1 0 0 0 0,-1 0 1 0 0,0 0-1 0 0,0-1 0 0 0,0 1 1 0 0,1 0-1 0 0,-1 0 0 0 0,0-1 1 0 0,0 1-1 0 0,0 0 1 0 0,0 0-1 0 0,0-1 0 0 0,0 1 1 0 0,0 0-1 0 0,0 0 0 0 0,1-1 1 0 0,-1 1-1 0 0,0-1 6 0 0,0 1 1 0 0,0-1-1 0 0,0 1 1 0 0,0-1-1 0 0,1 1 1 0 0,-1-1-1 0 0,0 1 1 0 0,0 0-1 0 0,1-1 1 0 0,-1 1-1 0 0,0-1 1 0 0,1 1-1 0 0,-1 0 1 0 0,1-1-1 0 0,-1 1 1 0 0,0 0-1 0 0,1-1 1 0 0,-1 1-1 0 0,1 0 1 0 0,-1 0-1 0 0,1-1 1 0 0,-1 1-1 0 0,1 0 1 0 0,-1 0-1 0 0,1 0 1 0 0,-1 0-1 0 0,1 0 1 0 0,-1 0-1 0 0,1 0 1 0 0,-1 0-1 0 0,1 0 1 0 0,-1 0-1 0 0,1 0 1 0 0,-1 0-1 0 0,1 0 1 0 0,0 0-1 0 0,25 1 34 0 0,-20 0-4 0 0,0 0-1 0 0,56 17 195 0 0,68 16-2345 0 0,-50-21-4049 0 0,-74-12 1439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191 63 3856 0 0,'0'0'1495'0'0,"-1"-4"-289"0"0,-21-34 1951 0 0,19 34-2609 0 0,-1 2-115 0 0,-11-8-66 0 0,11 8-34 0 0,-1 1-47 0 0,2 0-166 0 0,-1 1 1 0 0,1-1-1 0 0,-1 1 1 0 0,0 0-1 0 0,1 0 0 0 0,-1 1 1 0 0,0-1-1 0 0,1 1 1 0 0,-1 0-1 0 0,1 0 1 0 0,-1 0-1 0 0,1 0 0 0 0,-1 0 1 0 0,1 1-1 0 0,0 0 1 0 0,-1-1-1 0 0,1 1 0 0 0,0 0 1 0 0,0 1-1 0 0,1-1 1 0 0,-4 3-1 0 0,0 2 23 0 0,0 0 0 0 0,0 1 0 0 0,1 0 0 0 0,0-1 0 0 0,0 1 0 0 0,0 1 0 0 0,2-1 0 0 0,-1 1 0 0 0,1 0 0 0 0,0 0 0 0 0,-2 13-1 0 0,2 7 34 0 0,3-24-104 0 0,0 2-5 0 0,1-3-84 0 0,-1 0-3 0 0,0 0-1 0 0,0 0 1 0 0,0 0-1 0 0,1 0 1 0 0,-1-1 0 0 0,1 1-1 0 0,0 0 1 0 0,1 0-1 0 0,-1 0 1 0 0,1-1 0 0 0,-1 1-1 0 0,1-1 1 0 0,0 1-1 0 0,0-1 1 0 0,1 0 0 0 0,-1 0-1 0 0,1 0 1 0 0,-1 0-1 0 0,1 0 1 0 0,0 0 0 0 0,0-1-1 0 0,1 1 1 0 0,4 2-1 0 0,42 7-819 0 0,-44-11 635 0 0,0-2 11 0 0,-1 1 156 0 0,1-1 32 0 0,0 1 0 0 0,0-1 1 0 0,0 0-1 0 0,0 0 1 0 0,0-1-1 0 0,0 0 0 0 0,-1 0 1 0 0,1 0-1 0 0,-1-1 0 0 0,1 0 1 0 0,-1 0-1 0 0,0 0 0 0 0,0-1 1 0 0,0 1-1 0 0,7-9 0 0 0,-11 11 27 0 0,3-3 54 0 0,-1 0 0 0 0,1 0-1 0 0,-1 0 1 0 0,0-1 0 0 0,0 1 0 0 0,0-1-1 0 0,-1 0 1 0 0,1 0 0 0 0,-1 0-1 0 0,0 0 1 0 0,-1 0 0 0 0,1 0-1 0 0,-1-1 1 0 0,0 1 0 0 0,0 0-1 0 0,-1-10 1 0 0,1 4 44 0 0,-1 9-109 0 0,0 0 0 0 0,0 0-1 0 0,0 0 1 0 0,0-1 0 0 0,0 1-1 0 0,-1 0 1 0 0,1 0 0 0 0,-1 0-1 0 0,1 0 1 0 0,-1 0 0 0 0,0 0-1 0 0,-1-2 1 0 0,-6-16 24 0 0,7 18-58 0 0,0 1-1 0 0,1-1 0 0 0,-1 1 0 0 0,0-1 0 0 0,0 1 0 0 0,0 0 0 0 0,0-1 0 0 0,0 1 0 0 0,0 0 0 0 0,0 0 0 0 0,-1 0 0 0 0,1 0 0 0 0,0 0 0 0 0,-1 0 0 0 0,1 0 0 0 0,0 0 0 0 0,-1 0 0 0 0,-1 0 0 0 0,-5 1-314 0 0,1 0 0 0 0,-1 1 0 0 0,1 0 0 0 0,-1 1 0 0 0,1-1 1 0 0,0 1-1 0 0,0 1 0 0 0,0-1 0 0 0,0 1 0 0 0,0 0 0 0 0,0 1 0 0 0,1 0 0 0 0,-1 0 0 0 0,1 0 0 0 0,0 1 0 0 0,1 0 0 0 0,-1 0 0 0 0,1 0 0 0 0,0 1 0 0 0,0 0 0 0 0,1 0 0 0 0,-6 9 0 0 0,5-9-95 0 0,-11 19-2857 0 0,2 3-729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142 55 3300 0 0,'1'-4'1258'0'0,"1"-14"-123"0"0,-2 14 1388 0 0,-1 1-1872 0 0,-6-11-62 0 0,5 11 411 0 0,-1 1-588 0 0,0 1-254 0 0,0 0 1 0 0,0 0 0 0 0,0 0 0 0 0,0 0 0 0 0,0 1 0 0 0,0-1-1 0 0,0 1 1 0 0,-1 0 0 0 0,1 0 0 0 0,0 0 0 0 0,0 0-1 0 0,0 1 1 0 0,0-1 0 0 0,0 1 0 0 0,0 0 0 0 0,0 0 0 0 0,0 0-1 0 0,0 0 1 0 0,-4 2 0 0 0,3-1 78 0 0,1 3-31 0 0,-4 3-115 0 0,1 1 1 0 0,0 0 0 0 0,1 1-1 0 0,0-1 1 0 0,0 1-1 0 0,-4 14 1 0 0,-7 64-385 0 0,16-83 27 0 0,0 1-38 0 0,1 8-290 0 0,1-1 0 0 0,1-1 0 0 0,0 1 0 0 0,6 16 1 0 0,-6-26 41 0 0,0-1-78 0 0,0-1 244 0 0,-1 1 0 0 0,1-1 0 0 0,0-1 0 0 0,0 1 0 0 0,0 0 0 0 0,0-1 0 0 0,0 1 0 0 0,0-1 0 0 0,1 0 0 0 0,-1 0 0 0 0,3 0 0 0 0,-1-1-1633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3512 0 0,'0'0'3662'0'0,"6"1"-3043"0"0,21 1 930 0 0,-24 3-1075 0 0,2 6-165 0 0,-1 0 0 0 0,0 0 1 0 0,0 1-1 0 0,-1-1 0 0 0,-1 1 0 0 0,0 0 0 0 0,1 24 0 0 0,-3-29-248 0 0,0-6-63 0 0,-1 0 0 0 0,1 0 1 0 0,-1 0-1 0 0,1 1 0 0 0,0-1 1 0 0,0 0-1 0 0,0 0 0 0 0,0 0 1 0 0,0 1-1 0 0,0-1 0 0 0,0 0 1 0 0,0 0-1 0 0,0 0 0 0 0,0 1 1 0 0,1-1-1 0 0,0 1 0 0 0,1 13-181 0 0,1 9-352 0 0,-3-19 151 0 0,1 0-1272 0 0,-1 1 1310 0 0,1 3 43 0 0,-1 1-5801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83 1 2592 0 0,'-5'0'1327'0'0,"1"0"-909"0"0,0 1 0 0 0,1-1 0 0 0,-1 1 0 0 0,0 0-1 0 0,1 0 1 0 0,-1 1 0 0 0,1-1 0 0 0,-7 4 0 0 0,7-3 316 0 0,0 3-58 0 0,-2 2-379 0 0,1 1 1 0 0,0 0 0 0 0,0 0 0 0 0,1 0 0 0 0,0 1 0 0 0,0-1 0 0 0,-2 17-1 0 0,4-6-293 0 0,0 0 0 0 0,2 0 0 0 0,5 37 0 0 0,-5-50-271 0 0,1-2-32 0 0,5 14-43 0 0,-6-14-42 0 0,0-4 368 0 0,-1 0-1 0 0,0 0 1 0 0,1 0-1 0 0,-1 0 1 0 0,0 0-1 0 0,0 1 0 0 0,1-1 1 0 0,-1 0-1 0 0,0 0 1 0 0,1 0-1 0 0,-1 0 1 0 0,0 0-1 0 0,0 0 1 0 0,1 1-1 0 0,-1-1 1 0 0,0 0-1 0 0,0 0 1 0 0,1 0-1 0 0,-1 1 0 0 0,0-1 1 0 0,0 0-1 0 0,0 0 1 0 0,0 1-1 0 0,1-1 1 0 0,-1 0-1 0 0,0 0 1 0 0,0 1-1 0 0,0-1 1 0 0,0 0-1 0 0,0 1 1 0 0,0-1-1 0 0,0 1 0 0 0,1 0-65 0 0,-1-1 0 0 0,0 1 0 0 0,0 0 0 0 0,0-1 0 0 0,1 1 0 0 0,-1-1 0 0 0,0 1 0 0 0,1 0 0 0 0,-1-1 0 0 0,1 1-1 0 0,-1-1 1 0 0,1 1 0 0 0,-1-1 0 0 0,1 1 0 0 0,-1-1 0 0 0,1 1 0 0 0,-1-1 0 0 0,1 0 0 0 0,-1 1 0 0 0,1-1-1 0 0,0 0 1 0 0,-1 0 0 0 0,1 1 0 0 0,0-1 0 0 0,0 0 0 0 0,17 5-319 0 0,-14-4 73 0 0,-3-2-459 0 0,-1 0 767 0 0,0 1 0 0 0,0 0 0 0 0,0 0 0 0 0,0-1 0 0 0,0 1 0 0 0,1 0 0 0 0,-1 0 0 0 0,0-1 0 0 0,0 1 0 0 0,0 0 0 0 0,1 0 0 0 0,-1 0 0 0 0,0 0 0 0 0,0-1 0 0 0,1 1-1 0 0,-1 0 1 0 0,0 0 0 0 0,0 0 0 0 0,1 0 0 0 0,-1 0 0 0 0,0 0 0 0 0,0 0 0 0 0,1 0 0 0 0,-1 0 0 0 0,0-1 0 0 0,1 1 0 0 0,-1 0 0 0 0,0 1 0 0 0,1-1 0 0 0,-1 0-18 0 0,1-1 0 0 0,0 1 1 0 0,0 0-1 0 0,-1 0 1 0 0,1 0-1 0 0,0 0 0 0 0,0-1 1 0 0,-1 1-1 0 0,1 0 1 0 0,0-1-1 0 0,-1 1 0 0 0,1 0 1 0 0,-1-1-1 0 0,1 1 1 0 0,0-1-1 0 0,-1 1 0 0 0,1-1 1 0 0,-1 1-1 0 0,1-1 0 0 0,-1 1 1 0 0,0-1-1 0 0,1 0 1 0 0,-1 1-1 0 0,1-2 0 0 0,6-14-98 0 0,-5 12 47 0 0,-1-1 28 0 0,2-12 89 0 0,-2 13 138 0 0,0-1 84 0 0,19-58 2902 0 0,-18 60-2121 0 0,-2 3-1005 0 0,0-1 0 0 0,0 1 0 0 0,0-1-1 0 0,1 1 1 0 0,-1-1 0 0 0,0 1-1 0 0,1 0 1 0 0,-1-1 0 0 0,0 1-1 0 0,1 0 1 0 0,-1-1 0 0 0,0 1-1 0 0,1 0 1 0 0,-1-1 0 0 0,1 1 0 0 0,-1 0-1 0 0,1 0 1 0 0,-1-1 0 0 0,0 1-1 0 0,1 0 1 0 0,-1 0 0 0 0,1 0-1 0 0,-1 0 1 0 0,2-1 0 0 0,9-6 1973 0 0,-6 9-1591 0 0,23 3 317 0 0,-25-1-499 0 0,2 1-63 0 0,0 1 1 0 0,-1 0 0 0 0,0 0-1 0 0,0 0 1 0 0,0 0 0 0 0,-1 1-1 0 0,0 0 1 0 0,0 0-1 0 0,2 7 1 0 0,-3 2-133 0 0,0 0 0 0 0,-1 0 0 0 0,-1 1 0 0 0,0-1 0 0 0,-3 18 0 0 0,-7 38-2824 0 0,9-67 2312 0 0,-6 18-3563 0 0,4-19 2701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0 2800 0 0,'0'0'10915'0'0,"0"5"-10815"0"0,3 12-15 0 0,-3-12-28 0 0,0 1 39 0 0,-1 154 917 0 0,0-153-936 0 0,1-1-25 0 0,0 19-29 0 0,0-18 35 0 0,0-3-4 0 0,-1 16 11 0 0,1-15 43 0 0,-1 0-144 0 0,0 16 63 0 0,1-16 56 0 0,0 0-98 0 0,1 13-13 0 0,0-13-41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213 64 3092 0 0,'0'0'1737'0'0,"-1"-4"-375"0"0,-15-36 1722 0 0,14 37-2655 0 0,-2 0-76 0 0,1 1-289 0 0,0 1-1 0 0,0-1 1 0 0,1 1 0 0 0,-1-1-1 0 0,0 1 1 0 0,0 0 0 0 0,0 0-1 0 0,-1 0 1 0 0,1 1-1 0 0,0-1 1 0 0,0 1 0 0 0,0 0-1 0 0,-1 0 1 0 0,1 0 0 0 0,0 0-1 0 0,0 0 1 0 0,0 1 0 0 0,-5 0-1 0 0,1 2 84 0 0,-1 0 0 0 0,1 1 0 0 0,0-1-1 0 0,1 1 1 0 0,-1 1 0 0 0,1-1 0 0 0,-1 1-1 0 0,1 0 1 0 0,1 1 0 0 0,-1-1 0 0 0,1 1-1 0 0,0 0 1 0 0,0 0 0 0 0,1 1 0 0 0,0 0-1 0 0,0-1 1 0 0,0 1 0 0 0,1 1 0 0 0,-4 12-1 0 0,4-12-83 0 0,0 1-1 0 0,1-1 1 0 0,0 1-1 0 0,1 0 1 0 0,0 0-1 0 0,0-1 1 0 0,1 1-1 0 0,0 0 1 0 0,0 0-1 0 0,1 0 1 0 0,0 0-1 0 0,1 0 1 0 0,0-1-1 0 0,5 14 1 0 0,-5-18-84 0 0,-1-1-1 0 0,1 1 1 0 0,0-1 0 0 0,1 0 0 0 0,-1 0 0 0 0,0 0-1 0 0,1 0 1 0 0,0 0 0 0 0,0-1 0 0 0,-1 1 0 0 0,2-1 0 0 0,-1 0-1 0 0,0 0 1 0 0,0 0 0 0 0,7 3 0 0 0,35 8-342 0 0,-40-13 251 0 0,2 0 17 0 0,0-1 83 0 0,1 1-1 0 0,0 0 0 0 0,0-1 0 0 0,0 0 1 0 0,0 0-1 0 0,-1-1 0 0 0,1 0 1 0 0,-1-1-1 0 0,1 1 0 0 0,-1-1 1 0 0,0-1-1 0 0,0 0 0 0 0,0 0 1 0 0,0 0-1 0 0,7-6 0 0 0,-9 4 78 0 0,1 0-1 0 0,-1 0 1 0 0,0-1-1 0 0,0 0 0 0 0,-1 0 1 0 0,0 0-1 0 0,0 0 1 0 0,0 0-1 0 0,-1-1 0 0 0,0 0 1 0 0,-1 1-1 0 0,0-1 1 0 0,0 0-1 0 0,0-10 0 0 0,-1 14-20 0 0,-2-2-4 0 0,-2-17-43 0 0,2 17-60 0 0,-2 2-50 0 0,-6-15-66 0 0,7 15-113 0 0,-2 1-160 0 0,1 1 325 0 0,1 1 0 0 0,-1-1 1 0 0,0 1-1 0 0,1-1 0 0 0,-1 1 0 0 0,0 0 1 0 0,0 0-1 0 0,0 1 0 0 0,0-1 1 0 0,0 1-1 0 0,0-1 0 0 0,0 1 0 0 0,0 0 1 0 0,0 0-1 0 0,0 0 0 0 0,0 0 1 0 0,0 1-1 0 0,0-1 0 0 0,0 1 1 0 0,0 0-1 0 0,1 0 0 0 0,-1 0 0 0 0,0 0 1 0 0,0 0-1 0 0,-2 2 0 0 0,-9 8-1050 0 0,1 1 1 0 0,1 0-1 0 0,0 1 0 0 0,1 1 0 0 0,-17 24 0 0 0,24-33-2402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243 30 3728 0 0,'0'0'1637'0'0,"-2"-3"-300"0"0,0 0-971 0 0,0 1 0 0 0,0 0 0 0 0,0-1-1 0 0,-1 1 1 0 0,1 0 0 0 0,-1 1 0 0 0,1-1 0 0 0,-1 0 0 0 0,1 1 0 0 0,-1-1-1 0 0,-5-1 1 0 0,4 1 176 0 0,-2 3-133 0 0,-2 0-264 0 0,0 0 0 0 0,-1 0 0 0 0,1 1 1 0 0,0 1-1 0 0,0-1 0 0 0,0 1 0 0 0,0 1 0 0 0,1-1 0 0 0,-1 1 0 0 0,1 1 0 0 0,0-1 0 0 0,0 1 1 0 0,0 1-1 0 0,1-1 0 0 0,0 1 0 0 0,-10 12 0 0 0,6-6-132 0 0,1 1 1 0 0,1 0-1 0 0,0 1 1 0 0,0-1-1 0 0,-8 27 1 0 0,14-35-224 0 0,2 1-74 0 0,0-2 93 0 0,1 0-1 0 0,-1 1 0 0 0,1-1 1 0 0,0 0-1 0 0,0 1 0 0 0,0-1 1 0 0,0 0-1 0 0,1 0 1 0 0,0 0-1 0 0,0 0 0 0 0,0 0 1 0 0,0-1-1 0 0,0 1 0 0 0,1 0 1 0 0,0-1-1 0 0,0 0 0 0 0,0 0 1 0 0,0 0-1 0 0,0 0 1 0 0,7 4-1 0 0,-7-5-475 0 0,18 1-521 0 0,-16-2 944 0 0,-1-1-1 0 0,1 1 1 0 0,0-1-1 0 0,-1 0 1 0 0,1 0-1 0 0,0 0 1 0 0,-1 0-1 0 0,8-2 1 0 0,4-4 110 0 0,1 1 0 0 0,-1-2 1 0 0,-1 0-1 0 0,1-1 0 0 0,-1 0 0 0 0,0-2 1 0 0,18-14-1 0 0,42-24 2834 0 0,-72 46-2215 0 0,2-1-2 0 0,14-5-10 0 0,-15 6 466 0 0,2 2-462 0 0,20 0 305 0 0,-25 0-719 0 0,0 0-1 0 0,1 1 0 0 0,-1 0 1 0 0,0-1-1 0 0,0 1 1 0 0,1 0-1 0 0,-1 0 1 0 0,0-1-1 0 0,0 1 1 0 0,0 0-1 0 0,0 0 1 0 0,0 0-1 0 0,0 0 1 0 0,-1 1-1 0 0,1-1 1 0 0,0 0-1 0 0,0 0 1 0 0,0 2-1 0 0,8 15 316 0 0,-6-10-232 0 0,0 0 0 0 0,-1 1-1 0 0,0-1 1 0 0,-1 1 0 0 0,1 0 0 0 0,-1 0 0 0 0,-1 9 0 0 0,1-3-33 0 0,0 39-6 0 0,-1-48-265 0 0,1-5-94 0 0,-1 0 259 0 0,0-1-1 0 0,0 1 1 0 0,1 0-1 0 0,-1 0 1 0 0,0-1-1 0 0,0 1 1 0 0,0 0-1 0 0,0 0 1 0 0,0-1-1 0 0,0 1 1 0 0,0 0 0 0 0,0 0-1 0 0,0-1 1 0 0,0 1-1 0 0,0 0 1 0 0,0 0-1 0 0,0-1 1 0 0,-1 1-1 0 0,1 0 1 0 0,-1 1-1 0 0,-1 7-2334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0 3128 0 0,'-5'1'1430'0'0,"-15"1"-210"0"0,15-2 647 0 0,3 5-1105 0 0,-9 45 1209 0 0,10-44-1724 0 0,2-5-236 0 0,-1 0 1 0 0,1-1-1 0 0,-1 1 1 0 0,0 0-1 0 0,1 0 0 0 0,-1 0 1 0 0,0 0-1 0 0,0 0 0 0 0,0 0 1 0 0,1 0-1 0 0,-1 0 1 0 0,0 0-1 0 0,0 0 0 0 0,0 0 1 0 0,-1-1-1 0 0,1 1 0 0 0,0 2 1 0 0,0 21 124 0 0,23 42 109 0 0,-21-63-272 0 0,-1-1 17 0 0,0 0-1 0 0,0-1 0 0 0,0 1 0 0 0,0 0 0 0 0,0-1 1 0 0,0 1-1 0 0,1-1 0 0 0,-1 0 0 0 0,0 1 1 0 0,1-1-1 0 0,1 1 0 0 0,0 2-111 0 0,-2-4 118 0 0,-1 0 0 0 0,0 0 0 0 0,1 0 0 0 0,-1 0 0 0 0,1 0 0 0 0,-1 0 0 0 0,0 0 0 0 0,1 0 0 0 0,-1 0-1 0 0,0 0 1 0 0,1 0 0 0 0,-1 1 0 0 0,0-1 0 0 0,1 0 0 0 0,-1 0 0 0 0,0 0 0 0 0,1 0 0 0 0,-1 1 0 0 0,0-1 0 0 0,1 0 0 0 0,-1 0 0 0 0,0 1 0 0 0,0-1 0 0 0,1 0 0 0 0,-1 1 0 0 0,0-1 0 0 0,0 0-1 0 0,1 1 1 0 0,-1 0-7 0 0,1-1-1 0 0,-1 1 1 0 0,0 0-1 0 0,1-1 1 0 0,-1 1-1 0 0,1-1 1 0 0,0 1-1 0 0,-1-1 1 0 0,1 1-1 0 0,-1-1 1 0 0,1 0-1 0 0,0 1 0 0 0,-1-1 1 0 0,1 0-1 0 0,0 1 1 0 0,0-1-1 0 0,-1 0 1 0 0,1 0-1 0 0,0 1 1 0 0,0-1-1 0 0,-1 0 1 0 0,1 0-1 0 0,0 0 0 0 0,1 0 1 0 0,20 2-8 0 0,-17-2 37 0 0,17-14 378 0 0,12-16 678 0 0,-30 27-738 0 0,0 0 14 0 0,44-22 1163 0 0,-43 24-1179 0 0,1 0-44 0 0,-2 1-225 0 0,1 0 0 0 0,0 0 0 0 0,0 1-1 0 0,0-1 1 0 0,0 1 0 0 0,-1 0 0 0 0,1 0-1 0 0,0 1 1 0 0,-1-1 0 0 0,1 1 0 0 0,-1 0-1 0 0,1 0 1 0 0,-1 1 0 0 0,0-1 0 0 0,5 5-1 0 0,-2-1-180 0 0,-1 1 0 0 0,-1-1 0 0 0,1 1 0 0 0,-1 0 0 0 0,-1 0 0 0 0,1 1 0 0 0,-1 0 0 0 0,0-1 0 0 0,-1 1 0 0 0,0 1 0 0 0,0-1 0 0 0,-1 0 0 0 0,0 1 0 0 0,1 12 0 0 0,-2-16-464 0 0,-2 2-95 0 0,-1 19-113 0 0,1-20-188 0 0,1-5 902 0 0,0-1 0 0 0,-1 1 0 0 0,1-1 0 0 0,0 1 0 0 0,-1-1 0 0 0,1 1 0 0 0,0-1 0 0 0,0 1 0 0 0,-1-1 0 0 0,1 1 0 0 0,0 0 0 0 0,0-1 0 0 0,0 1 0 0 0,0-1 0 0 0,0 1 0 0 0,0 0 1 0 0,0-1-1 0 0,0 1 0 0 0,0 0 0 0 0,0-1 0 0 0,0 1 0 0 0,0-1 0 0 0,0 1 0 0 0,0 0 0 0 0,1 0 0 0 0,-1-1-82 0 0,0 1 0 0 0,0 0 1 0 0,1-1-1 0 0,-1 1 0 0 0,0-1 0 0 0,0 1 1 0 0,0 0-1 0 0,0-1 0 0 0,0 1 0 0 0,0-1 1 0 0,0 1-1 0 0,0 0 0 0 0,0-1 0 0 0,0 1 1 0 0,0-1-1 0 0,-1 1 0 0 0,1 0 0 0 0,0-1 0 0 0,0 1 1 0 0,-1-1-1 0 0,1 1 0 0 0,0-1 0 0 0,-1 1 1 0 0,1-1-1 0 0,-1 1 0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69 2312 0 0,'2'-6'756'0'0,"1"0"-1"0"0,0 0 0 0 0,1 0 0 0 0,-1 0 1 0 0,1 0-1 0 0,1 1 0 0 0,8-10 1 0 0,-10 12-270 0 0,9-1 113 0 0,-12 3-549 0 0,1 1 0 0 0,0-1-1 0 0,-1 1 1 0 0,1-1 0 0 0,0 1 0 0 0,0-1 0 0 0,0 1-1 0 0,-1 0 1 0 0,1-1 0 0 0,0 1 0 0 0,0 0 0 0 0,0-1-1 0 0,0 1 1 0 0,0 0 0 0 0,0 0 0 0 0,0 0 0 0 0,0 0 0 0 0,-1 0-1 0 0,1 0 1 0 0,0 0 0 0 0,0 0 0 0 0,1 1 0 0 0,2-1-24 0 0,-1 0 24 0 0,0 0 0 0 0,1 0 1 0 0,-1 1-1 0 0,0-1 0 0 0,1 1 0 0 0,-1-1 1 0 0,0 1-1 0 0,0 1 0 0 0,1-1 1 0 0,-1 0-1 0 0,0 1 0 0 0,0-1 0 0 0,4 4 1 0 0,-3-1-20 0 0,1-1 1 0 0,-1 1 0 0 0,0 0 0 0 0,-1 0-1 0 0,1 1 1 0 0,-1-1 0 0 0,0 1 0 0 0,0 0-1 0 0,0 0 1 0 0,-1 0 0 0 0,0 0 0 0 0,0 0-1 0 0,0 0 1 0 0,0 1 0 0 0,-1-1 0 0 0,0 1 0 0 0,0-1-1 0 0,0 1 1 0 0,-1 6 0 0 0,0-2-3 0 0,-1 0 0 0 0,0 0 0 0 0,-1-1 0 0 0,0 1 0 0 0,-1 0 0 0 0,0-1 0 0 0,0 0 0 0 0,-1 1 0 0 0,0-1 0 0 0,-1-1 0 0 0,0 1 0 0 0,-6 8 0 0 0,-2-1 79 0 0,-1 0 0 0 0,-28 23 0 0 0,39-36-65 0 0,-1-1 2 0 0,-12 5-18 0 0,12-5 35 0 0,-2-2-56 0 0,-18 0-11 0 0,19 0 6 0 0,-3-5-42 0 0,8 6 40 0 0,-1-1 1 0 0,1 0-1 0 0,-1-1 0 0 0,1 1 0 0 0,-1 0 0 0 0,1 0 0 0 0,0 0 0 0 0,-1 0 0 0 0,1 0 0 0 0,-1 0 0 0 0,1 0 0 0 0,0-1 0 0 0,-1 1 0 0 0,1 0 0 0 0,-1 0 0 0 0,1-1 0 0 0,0 1 0 0 0,-1 0 0 0 0,1 0 0 0 0,0-1 0 0 0,0 1 0 0 0,-1 0 0 0 0,1-1 1 0 0,0 1-1 0 0,0 0 0 0 0,-1-1 0 0 0,1 1 0 0 0,0-1 0 0 0,0 1 0 0 0,0 0 0 0 0,0-1 0 0 0,0 1 0 0 0,-1-1 0 0 0,1 1 0 0 0,0 0 0 0 0,0-1 0 0 0,0 1 0 0 0,0-1 0 0 0,5-20-220 0 0,0 22 218 0 0,14 0 70 0 0,-14-1-33 0 0,-1 2-19 0 0,89 43 14 0 0,-66-30-546 0 0,0-2-1 0 0,52 19 1 0 0,-75-31-48 0 0,3 0-150 0 0,18 3-244 0 0,-18-2-279 0 0,-2-2-122 0 0,16 1-952 0 0,-16-1-1621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194 180 3060 0 0,'24'-68'5886'0'0,"-24"64"-5108"0"0,1-2-112 0 0,0-18-150 0 0,-1 18-72 0 0,-1 1-53 0 0,0 0-239 0 0,0 0 1 0 0,0-1-1 0 0,0 1 1 0 0,-1 1-1 0 0,0-1 0 0 0,0 0 1 0 0,-1 0-1 0 0,1 1 1 0 0,-1-1-1 0 0,0 1 1 0 0,-6-7-1 0 0,5 8 29 0 0,-22 9 8 0 0,19-4-155 0 0,0 1-5 0 0,0 0 0 0 0,1 0 1 0 0,-1 1-1 0 0,1 0 0 0 0,0 0 0 0 0,0 0 1 0 0,0 1-1 0 0,1 0 0 0 0,-1 0 0 0 0,1 0 1 0 0,-8 12-1 0 0,8-11-5 0 0,-3 3 2 0 0,1 1 0 0 0,0-1 0 0 0,0 2 0 0 0,1-1 0 0 0,0 1 0 0 0,1 0 0 0 0,0 0 0 0 0,1 0 0 0 0,0 1 0 0 0,-3 16 0 0 0,7-23-21 0 0,-1-1 0 0 0,1 1 0 0 0,0 0 0 0 0,0-1 0 0 0,1 1 0 0 0,-1-1 0 0 0,1 1 0 0 0,0-1 0 0 0,3 7 0 0 0,-3-6 21 0 0,0-2-21 0 0,1 1 0 0 0,0-1-1 0 0,0 1 1 0 0,0-1 0 0 0,0 0-1 0 0,0 0 1 0 0,1 0 0 0 0,-1 0-1 0 0,1 0 1 0 0,0 0-1 0 0,0-1 1 0 0,0 0 0 0 0,0 1-1 0 0,5 1 1 0 0,-6-2 17 0 0,3 1-38 0 0,0 0 0 0 0,0-1 0 0 0,-1 1 0 0 0,2-1 1 0 0,-1 0-1 0 0,0-1 0 0 0,0 1 0 0 0,11 1 0 0 0,-9-2-9 0 0,6 2-64 0 0,-11-2 84 0 0,0-1 0 0 0,-1 0 0 0 0,1 1 0 0 0,0-1 0 0 0,0 0 1 0 0,0 0-1 0 0,0 0 0 0 0,0 0 0 0 0,0 0 0 0 0,3-1 0 0 0,5-1-21 0 0,53-13-158 0 0,-42 9 112 0 0,3-7 43 0 0,-17 8 10 0 0,30-21-2 0 0,-30 19 23 0 0,-3 1 0 0 0,8-6 12 0 0,2-7-3 0 0,-10 11 3 0 0,2-7 26 0 0,-1 0 0 0 0,-1-1 0 0 0,4-20 1 0 0,-8 31-33 0 0,-1-1 13 0 0,1 2-44 0 0,0 1 0 0 0,0-1-1 0 0,-1 0 1 0 0,0 1 0 0 0,0-1 0 0 0,0 1 0 0 0,0-1-1 0 0,0 1 1 0 0,-1-1 0 0 0,1 1 0 0 0,-1 0 0 0 0,0 0-1 0 0,0 0 1 0 0,0 0 0 0 0,-1 0 0 0 0,1 0 0 0 0,-1 0-1 0 0,1 1 1 0 0,-1-1 0 0 0,0 1 0 0 0,0 0 0 0 0,0 0-1 0 0,0 0 1 0 0,-6-2 0 0 0,5 2-415 0 0,-3 2-87 0 0,-1-1 337 0 0,6 0 113 0 0,0 1-1 0 0,-1 0 0 0 0,1-1 1 0 0,-1 1-1 0 0,1 0 1 0 0,-1 0-1 0 0,1 1 0 0 0,0-1 1 0 0,-1 0-1 0 0,1 1 0 0 0,-1-1 1 0 0,1 1-1 0 0,-4 1 0 0 0,-3 1-177 0 0,-1 0-177 0 0,-1 1 0 0 0,1-1-1 0 0,0 2 1 0 0,1-1 0 0 0,-1 1 0 0 0,1 1 0 0 0,-16 11-1 0 0,19-12 167 0 0,-2 2-631 0 0,0-1 1 0 0,0 1 0 0 0,1 1-1 0 0,-10 11 1 0 0,1 3-2219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200 23 3856 0 0,'0'0'3069'0'0,"-1"-3"-2381"0"0,-5-17 1035 0 0,0 21-1452 0 0,2 0-220 0 0,-1 1 0 0 0,1-1 0 0 0,-1 1 0 0 0,1 0 0 0 0,-1 0 0 0 0,1 0 0 0 0,0 1 0 0 0,0-1 0 0 0,0 1 0 0 0,0 0 0 0 0,1 0 0 0 0,-1 0 0 0 0,1 1 0 0 0,0-1 0 0 0,-5 8 0 0 0,-8 11-42 0 0,1 0 0 0 0,1 1-1 0 0,0 0 1 0 0,2 1 0 0 0,1 0 0 0 0,1 1 0 0 0,-10 40 0 0 0,19-61-261 0 0,1-2 199 0 0,0 0 0 0 0,0 0 1 0 0,0-1-1 0 0,0 1 0 0 0,0 0 0 0 0,0 0 0 0 0,0-1 0 0 0,-1 1 0 0 0,1 0 0 0 0,-1-1 0 0 0,1 1 1 0 0,-2 2-1 0 0,2-3-37 0 0,-1 4-374 0 0,1-2-325 0 0,0-1 534 0 0,0 0-1 0 0,0 0 1 0 0,1 0 0 0 0,-1 1 0 0 0,1-1 0 0 0,0 0 0 0 0,-1 0 0 0 0,1 0 0 0 0,2 3 0 0 0,1-5-219 0 0,15 2 39 0 0,-14-1 58 0 0,-4-2 339 0 0,1 0 0 0 0,-1 0 0 0 0,1 0 0 0 0,-1 0 0 0 0,1 0 0 0 0,0 0 0 0 0,-1 0 0 0 0,1 1 0 0 0,0-1 0 0 0,0 1 0 0 0,1-1 0 0 0,23-12 428 0 0,30-23-1 0 0,-47 30-311 0 0,10-7 300 0 0,23-11 813 0 0,-35 20-1066 0 0,1 0 144 0 0,0 0 1 0 0,0 1-1 0 0,1 0 1 0 0,0 0 0 0 0,0 0-1 0 0,0 1 1 0 0,13-1-1 0 0,-17 3-189 0 0,-1 0 0 0 0,1 0-1 0 0,-1 1 1 0 0,1 0 0 0 0,-1 0-1 0 0,1 0 1 0 0,-1 0 0 0 0,1 0-1 0 0,-1 1 1 0 0,0 0 0 0 0,0 0-1 0 0,0 0 1 0 0,0 1 0 0 0,0-1 0 0 0,0 1-1 0 0,-1 0 1 0 0,1 0 0 0 0,-1 0-1 0 0,0 0 1 0 0,0 1 0 0 0,0-1-1 0 0,0 1 1 0 0,0 0 0 0 0,-1 0 0 0 0,0 0-1 0 0,0 0 1 0 0,0 0 0 0 0,0 1-1 0 0,1 7 1 0 0,13 64 317 0 0,-16-72-343 0 0,1 2-17 0 0,0 17-5 0 0,-1-18-25 0 0,1 0-113 0 0,2 16-86 0 0,-2-16-90 0 0,-30-14-10642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86 1 2088 0 0,'-3'2'1175'0'0,"-6"7"-740"0"0,1 1 0 0 0,0 0 0 0 0,0 0 1 0 0,1 0-1 0 0,1 1 0 0 0,-1 0 0 0 0,2 0 0 0 0,0 1 0 0 0,0 0 0 0 0,1 0 1 0 0,-5 23-1 0 0,8-30-362 0 0,1 1-40 0 0,7 50 54 0 0,-6-51-140 0 0,1-4 48 0 0,-1 0-1 0 0,1 0 0 0 0,-1 0 1 0 0,1 0-1 0 0,-1 0 0 0 0,0 0 1 0 0,1 1-1 0 0,-1-1 0 0 0,0 0 0 0 0,1 3 1 0 0,2-1-95 0 0,1-2-120 0 0,17 2 132 0 0,-16-2 14 0 0,-1-2 58 0 0,0 0 11 0 0,18-7-7 0 0,2-6 14 0 0,-16 8 8 0 0,4-4 69 0 0,2-1 49 0 0,-2 1 253 0 0,1 0 0 0 0,0 1 1 0 0,0 1-1 0 0,24-11 0 0 0,-34 18-178 0 0,2 1-48 0 0,-2-1-126 0 0,0 0 1 0 0,0 1-1 0 0,0 0 0 0 0,0 0 0 0 0,1 1 1 0 0,-1-1-1 0 0,0 1 0 0 0,0 0 0 0 0,0 0 1 0 0,0 0-1 0 0,0 0 0 0 0,0 1 1 0 0,-1-1-1 0 0,1 1 0 0 0,5 3 0 0 0,-5-1-40 0 0,0 0-1 0 0,-1 0 0 0 0,1 0 0 0 0,-1 0 0 0 0,0 0 0 0 0,0 1 0 0 0,0 0 0 0 0,0-1 1 0 0,-1 1-1 0 0,0 0 0 0 0,2 6 0 0 0,-3-5-89 0 0,0-1 0 0 0,0 1 1 0 0,0-1-1 0 0,-1 1 0 0 0,0-1 0 0 0,0 1 0 0 0,0-1 1 0 0,-1 1-1 0 0,0-1 0 0 0,0 1 0 0 0,-3 8 0 0 0,2-6 9 0 0,-1 6-642 0 0,-1 0 1 0 0,0 0-1 0 0,-1-1 1 0 0,0 1-1 0 0,-2-1 0 0 0,1 0 1 0 0,-11 14-1 0 0,3-7-2912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46 102 3000 0 0,'0'0'2546'0'0,"-2"-3"-1560"0"0,-1-2-582 0 0,1 1-1 0 0,1-1 1 0 0,-1 1 0 0 0,1-1 0 0 0,0 0 0 0 0,0 0-1 0 0,0 1 1 0 0,1-1 0 0 0,-1 0 0 0 0,1 0 0 0 0,0 0-1 0 0,1-5 1 0 0,0 5-153 0 0,-1 5-247 0 0,1-1 1 0 0,-1 1 0 0 0,0-1 0 0 0,0 1-1 0 0,0 0 1 0 0,0-1 0 0 0,0 1-1 0 0,1-1 1 0 0,-1 1 0 0 0,0 0 0 0 0,0-1-1 0 0,1 1 1 0 0,-1-1 0 0 0,0 1 0 0 0,1 0-1 0 0,-1 0 1 0 0,0-1 0 0 0,1 1-1 0 0,-1 0 1 0 0,0-1 0 0 0,1 1 0 0 0,-1 0-1 0 0,1 0 1 0 0,-1 0 0 0 0,1 0-1 0 0,-1-1 1 0 0,1 1 0 0 0,-1 0 0 0 0,1 0 0 0 0,-1 0 0 0 0,1 0 0 0 0,-1-1 0 0 0,1 1 1 0 0,-1 0-1 0 0,1 0 0 0 0,-1 0 0 0 0,0-1 0 0 0,1 1 0 0 0,-1 0 0 0 0,1-1 0 0 0,-1 1 1 0 0,0 0-1 0 0,1-1 0 0 0,-1 1 0 0 0,0-1 0 0 0,0 1 0 0 0,1 0 0 0 0,-1-1 0 0 0,0 1 1 0 0,0-1-1 0 0,0 1 0 0 0,1-1 0 0 0,-1 0 0 0 0,4 0 33 0 0,14-5 13 0 0,-14 5 55 0 0,1 3-106 0 0,-1 0 8 0 0,1 1-1 0 0,-1 0 0 0 0,0 0 1 0 0,0 0-1 0 0,0 1 0 0 0,-1-1 0 0 0,1 1 1 0 0,-1 0-1 0 0,0 0 0 0 0,0 0 1 0 0,0 0-1 0 0,0 1 0 0 0,2 6 0 0 0,-3-6 41 0 0,-1 1 8 0 0,0 55 265 0 0,-5-34-115 0 0,3-23-118 0 0,0 1 6 0 0,-3 16-2 0 0,4-16 69 0 0,-2 0-104 0 0,-2 13-5 0 0,3-13 112 0 0,0-1-120 0 0,1-2-29 0 0,-1-1-6 0 0,0 0 0 0 0,1 1 1 0 0,0-1-1 0 0,-1 0 1 0 0,1 1-1 0 0,0-1 0 0 0,0 1 1 0 0,0-1-1 0 0,-1 0 0 0 0,2 1 1 0 0,-1-1-1 0 0,0 3 0 0 0,5-4-50 0 0,45-9-362 0 0,-46 8 299 0 0,2 2-66 0 0,15 0 104 0 0,-16-1 14 0 0,16 10-69 0 0,-7 5 49 0 0,-11-12 42 0 0,-1 1 17 0 0,10 45 4 0 0,-12-43 8 0 0,-1-1-26 0 0,-4 16-11 0 0,4-16 7 0 0,-1 0 19 0 0,1 0 7 0 0,1-4 2 0 0,-1 1 0 0 0,1 0 1 0 0,-1-1-1 0 0,1 1 0 0 0,-1 0 0 0 0,0-1 1 0 0,1 1-1 0 0,-1-1 0 0 0,0 1 1 0 0,0-1-1 0 0,0 0 0 0 0,-2 3 1 0 0,-9 9 10 0 0,-1 0-16 0 0,12-12 7 0 0,-1 0 0 0 0,1 1 0 0 0,0-1 0 0 0,-1 0 0 0 0,1 0 0 0 0,-1 0 0 0 0,0 0 0 0 0,1 0 0 0 0,-1-1 0 0 0,0 1 0 0 0,1 0 0 0 0,-3 0 0 0 0,-1 1-1 0 0,0 0-15 0 0,-1-1-28 0 0,-14 1-4 0 0,14-2-11 0 0,0-1-46 0 0,-6-1-250 0 0,0 0 0 0 0,0-1 0 0 0,1-1 0 0 0,-1 0 0 0 0,1 0 1 0 0,-21-13-1 0 0,29 15-399 0 0,-1-1-266 0 0,-11-10-226 0 0,11 9-22 0 0,1 1-871 0 0,-10-15-1488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123 22 2864 0 0,'-2'-4'1190'0'0,"-13"-13"1529"0"0,9 17-2375 0 0,-17 0-46 0 0,17 0-61 0 0,2 3-42 0 0,-2 2-109 0 0,1 0-1 0 0,0 0 1 0 0,0 1-1 0 0,0 0 0 0 0,1 0 1 0 0,0 0-1 0 0,0 0 1 0 0,0 1-1 0 0,1-1 0 0 0,-3 10 1 0 0,2-7 0 0 0,1 0 1 0 0,1 0-1 0 0,0 0 1 0 0,0 1-1 0 0,1-1 1 0 0,0 0-1 0 0,1 1 1 0 0,0 0-1 0 0,0-1 1 0 0,1 1-1 0 0,0-1 1 0 0,1 0-1 0 0,0 1 1 0 0,1-1-1 0 0,5 14 1 0 0,-6-17-59 0 0,1 0-1 0 0,1 0 1 0 0,-1-1 0 0 0,1 1-1 0 0,-1-1 1 0 0,1 0 0 0 0,1 0-1 0 0,-1-1 1 0 0,1 1 0 0 0,0-1-1 0 0,0 0 1 0 0,0 0 0 0 0,1 0-1 0 0,-1-1 1 0 0,1 0 0 0 0,0 0-1 0 0,11 4 1 0 0,-11-5-21 0 0,0-1 1 0 0,0 1-1 0 0,0-1 0 0 0,0 0 0 0 0,1 0 1 0 0,-1-1-1 0 0,0 0 0 0 0,13-1 1 0 0,-14 1 9 0 0,13 0 42 0 0,-15 0-54 0 0,-1 0 0 0 0,1 0 0 0 0,-1 0 0 0 0,0 0 0 0 0,1-1 0 0 0,-1 1 0 0 0,1-1 0 0 0,-1 1 0 0 0,5-3 0 0 0,5-1 47 0 0,55-21 178 0 0,-54 20-96 0 0,-11 5-123 0 0,-1-1 0 0 0,1 0-1 0 0,0 1 1 0 0,-1-1-1 0 0,1 0 1 0 0,0 0-1 0 0,-1 0 1 0 0,1 0-1 0 0,-1 0 1 0 0,1-1 0 0 0,1-1-1 0 0,7-7 145 0 0,0 2-9 0 0,-2-1 0 0 0,1 0-1 0 0,-1-1 1 0 0,12-17 0 0 0,-18 23-120 0 0,1 0 1 0 0,-1-1-1 0 0,0 0 1 0 0,-1 0-1 0 0,1 1 0 0 0,-1-1 1 0 0,0 0-1 0 0,0 0 1 0 0,0 0-1 0 0,-1 0 1 0 0,0-1-1 0 0,0 1 0 0 0,0 0 1 0 0,0 0-1 0 0,-1 0 1 0 0,-2-7-1 0 0,-18-50-87 0 0,20 60 54 0 0,1 1 0 0 0,-1-1 0 0 0,0 1 0 0 0,0-1-1 0 0,1 1 1 0 0,-1-1 0 0 0,0 1 0 0 0,0-1 0 0 0,0 1 0 0 0,-1 0-1 0 0,1-1 1 0 0,0 1 0 0 0,0 0 0 0 0,-1 0 0 0 0,1 0-1 0 0,-2-1 1 0 0,-2-1-23 0 0,3 1-12 0 0,-1 0 0 0 0,0 0 0 0 0,1 0-1 0 0,-1 0 1 0 0,0 0 0 0 0,0 1 0 0 0,-1-1-1 0 0,1 1 1 0 0,0 0 0 0 0,0 0 0 0 0,-1 0-1 0 0,1 0 1 0 0,0 1 0 0 0,-1-1 0 0 0,-6 1-1 0 0,7 0 16 0 0,-7 0-99 0 0,1 1 0 0 0,-1 0 0 0 0,1 1 0 0 0,0 0 0 0 0,0 1 0 0 0,0 0 0 0 0,0 0 0 0 0,0 1 0 0 0,0 0 0 0 0,1 0 0 0 0,0 1 0 0 0,0 0 0 0 0,-9 8 0 0 0,0 2-1475 0 0,1 1-1 0 0,0 1 1 0 0,-21 30 0 0 0,34-42-2011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222 0 2044 0 0,'0'0'1834'0'0,"-6"1"-1087"0"0,2 0-696 0 0,0-1 112 0 0,1 1 1 0 0,-1 0 0 0 0,1-1-1 0 0,0 1 1 0 0,-1 1 0 0 0,1-1-1 0 0,0 0 1 0 0,0 1 0 0 0,0 0 0 0 0,0-1-1 0 0,0 1 1 0 0,0 0 0 0 0,-4 4-1 0 0,-13 16 235 0 0,1 1-1 0 0,1 1 0 0 0,1 0 0 0 0,1 2 0 0 0,1 0 1 0 0,2 0-1 0 0,0 1 0 0 0,-16 53 0 0 0,28-76-359 0 0,0 21-10 0 0,0-20-18 0 0,12 16-432 0 0,-5-21 229 0 0,2-1 77 0 0,0 0 1 0 0,0 0-1 0 0,0-1 1 0 0,0 0-1 0 0,0-1 1 0 0,0 1-1 0 0,12-8 1 0 0,51-33-330 0 0,-53 29 493 0 0,1 2 0 0 0,1 0 0 0 0,0 2 1 0 0,22-9-1 0 0,-34 17 72 0 0,1 0 0 0 0,-1 1 0 0 0,17 0 0 0 0,-19 1-7 0 0,-2 3-6 0 0,3 2-63 0 0,-1 0 0 0 0,0 1-1 0 0,0 0 1 0 0,0 0 0 0 0,0 0 0 0 0,-1 1 0 0 0,0-1 0 0 0,-1 1 0 0 0,5 10 0 0 0,-7-14 38 0 0,0 2-50 0 0,-1-1-93 0 0,1 1 0 0 0,-1 0 0 0 0,0-1-1 0 0,-1 1 1 0 0,1-1 0 0 0,-1 1 0 0 0,0 0-1 0 0,0 0 1 0 0,0-1 0 0 0,0 1 0 0 0,-1 0-1 0 0,-2 7 1 0 0,1-8-125 0 0,-11 0-187 0 0,-5 5 219 0 0,-1-3 87 0 0,15-5 12 0 0,-2 1 25 0 0,-16 4-22 0 0,17-4 32 0 0,-1-1 10 0 0,-15 6 18 0 0,16-5 14 0 0,1 0 50 0 0,-10 8 172 0 0,2 0 0 0 0,-17 18-1 0 0,25-24-121 0 0,3 0-12 0 0,-12 40-59 0 0,12-40 82 0 0,1 1-89 0 0,1 1-52 0 0,0 0 0 0 0,1 0 1 0 0,0 0-1 0 0,0-1 1 0 0,5 11-1 0 0,-5-12 81 0 0,8 1-66 0 0,-9-5-8 0 0,-1 1-1 0 0,1-1 1 0 0,-1 1 0 0 0,0-1 0 0 0,1 0 0 0 0,-1 1 0 0 0,1-1 0 0 0,0 0 0 0 0,-1 1-1 0 0,1-1 1 0 0,-1 0 0 0 0,1 0 0 0 0,-1 1 0 0 0,1-1 0 0 0,0 0 0 0 0,-1 0 0 0 0,1 0-1 0 0,0 0 1 0 0,-1 0 0 0 0,1 0 0 0 0,-1 0 0 0 0,1 0 0 0 0,0 0 0 0 0,-1 0 0 0 0,1 0-1 0 0,-1 0 1 0 0,2-1 0 0 0,16-2 1 0 0,-14 2-16 0 0,0-1-8 0 0,8-6 35 0 0,0 1 1 0 0,-1-1-1 0 0,0-1 0 0 0,0 0 0 0 0,9-11 1 0 0,-4 4 224 0 0,1 0 0 0 0,33-22 0 0 0,-30 28-36 0 0,0 0-1 0 0,21-6 0 0 0,-36 15-123 0 0,1 1-13 0 0,20 4 27 0 0,-24-3-85 0 0,1 0 1 0 0,0 0-1 0 0,0 0 0 0 0,0 0 0 0 0,-1 1 1 0 0,1-1-1 0 0,-1 1 0 0 0,1 0 0 0 0,-1 0 1 0 0,0 0-1 0 0,1 0 0 0 0,-1 0 1 0 0,0 0-1 0 0,0 1 0 0 0,-1-1 0 0 0,1 1 1 0 0,1 2-1 0 0,-2-3-10 0 0,2 2 0 0 0,0 1 0 0 0,-1-1-1 0 0,0 1 1 0 0,0-1 0 0 0,0 1 0 0 0,-1 0 0 0 0,0 0-1 0 0,0 0 1 0 0,0 0 0 0 0,0 6 0 0 0,0-3-10 0 0,0 0-57 0 0,0 0 0 0 0,-1-1 1 0 0,-1 1-1 0 0,1 0 0 0 0,-1 0 0 0 0,0 0 0 0 0,-4 11 0 0 0,3-13 24 0 0,-1 8-410 0 0,-1-1-1 0 0,0 0 1 0 0,-11 23-1 0 0,11-29-202 0 0,1 0 0 0 0,-1 0 0 0 0,-1-1 0 0 0,1 1 0 0 0,-1-1 0 0 0,0 0 0 0 0,-8 6 0 0 0,-10 7-2815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1 3112 0 0,'0'0'6031'0'0,"-3"3"-5724"0"0,-6 10-28 0 0,7-10 0 0 0,1 2-39 0 0,-6 76 892 0 0,6-77-980 0 0,1 3-4 0 0,0-5-148 0 0,-2 26 432 0 0,2 0 0 0 0,5 39 0 0 0,-4-63-359 0 0,0-1-59 0 0,1-1 1 0 0,-1 0 0 0 0,1 0-1 0 0,0 1 1 0 0,0-1 0 0 0,0 0-1 0 0,0 0 1 0 0,0-1 0 0 0,1 1-1 0 0,-1 0 1 0 0,0-1 0 0 0,1 0-1 0 0,0 1 1 0 0,2 0 0 0 0,-1 0-10 0 0,24 4-57 0 0,-23-5-26 0 0,1-2 25 0 0,57-7-325 0 0,-56 7 337 0 0,1-1 0 0 0,-1-1 0 0 0,1 1-1 0 0,-1-1 1 0 0,0-1 0 0 0,0 1 0 0 0,0-1-1 0 0,-1 0 1 0 0,1-1 0 0 0,9-8 0 0 0,-13 10-7 0 0,0-1 70 0 0,7-12 41 0 0,-7 12 24 0 0,-2-1 19 0 0,11-35 861 0 0,-11 35 77 0 0,-6 6-1026 0 0,-12 3-4 0 0,16-4-7 0 0,0 1-1 0 0,0-1 1 0 0,1 1 0 0 0,-1-1-1 0 0,0 1 1 0 0,0 0-1 0 0,1-1 1 0 0,-1 1 0 0 0,1 0-1 0 0,-1 0 1 0 0,0 0-1 0 0,1-1 1 0 0,0 1-1 0 0,-1 0 1 0 0,1 0 0 0 0,-1 0-1 0 0,1 0 1 0 0,0 0-1 0 0,0 0 1 0 0,-1 0 0 0 0,1 0-1 0 0,0 1 1 0 0,-5 14-304 0 0,1 0 1 0 0,1 0 0 0 0,0 1 0 0 0,1-1-1 0 0,1 1 1 0 0,0-1 0 0 0,2 1 0 0 0,3 27-1 0 0,3 23-1643 0 0,2 16-3561 0 0,-5-52 964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179 51 2724 0 0,'0'0'2420'0'0,"0"-4"-1496"0"0,-9-39 2314 0 0,8 40-2181 0 0,-5 3-828 0 0,2 1-207 0 0,1-1 34 0 0,0 0-1 0 0,-1 1 0 0 0,1 0 0 0 0,0-1 1 0 0,0 1-1 0 0,0 0 0 0 0,-1 1 1 0 0,1-1-1 0 0,0 0 0 0 0,1 1 1 0 0,-1 0-1 0 0,0 0 0 0 0,0 0 0 0 0,-2 2 1 0 0,-15 17 472 0 0,-21 32 0 0 0,40-52-515 0 0,-5 7 108 0 0,1 1 0 0 0,0 0 0 0 0,1 0 0 0 0,-7 18 1 0 0,8-18-77 0 0,0 0 0 0 0,0 0 1 0 0,0 0-1 0 0,1 1 1 0 0,1-1-1 0 0,0 1 1 0 0,0 0-1 0 0,1-1 0 0 0,0 1 1 0 0,0-1-1 0 0,1 1 1 0 0,1 0-1 0 0,4 16 1 0 0,-4-22-43 0 0,0 0 0 0 0,0 0 1 0 0,0-1-1 0 0,0 1 1 0 0,1 0-1 0 0,0-1 1 0 0,-1 1-1 0 0,1-1 1 0 0,1 0-1 0 0,-1 0 0 0 0,0 0 1 0 0,1-1-1 0 0,-1 1 1 0 0,1-1-1 0 0,0 0 1 0 0,0 0-1 0 0,0 0 1 0 0,0 0-1 0 0,0-1 0 0 0,0 0 1 0 0,1 0-1 0 0,6 1 1 0 0,-9-1-5 0 0,3 0 10 0 0,2-1 1 0 0,1 2-7 0 0,-5-2-1 0 0,0 1 1 0 0,0-1-1 0 0,0 0 1 0 0,1 0 0 0 0,-1 0-1 0 0,0 0 1 0 0,0-1-1 0 0,4 0 1 0 0,26-4-27 0 0,-20 2 13 0 0,2-5 162 0 0,-14 7-152 0 0,7-2-24 0 0,-1-1 0 0 0,1 0 1 0 0,-1 0-1 0 0,-1 0 0 0 0,1-1 1 0 0,0 0-1 0 0,-1 0 0 0 0,10-11 1 0 0,-10 7 36 0 0,-1 0 1 0 0,1 0 0 0 0,-2-1-1 0 0,7-14 1 0 0,-10 19-25 0 0,0 0-1 0 0,1 0 1 0 0,-2 0 0 0 0,1-1 0 0 0,-1 1-1 0 0,1 0 1 0 0,-1 0 0 0 0,-1-1 0 0 0,1 1 0 0 0,-1 0-1 0 0,0 0 1 0 0,0 0 0 0 0,-3-7 0 0 0,2 5-75 0 0,-1 0 0 0 0,0 1 0 0 0,0 0 0 0 0,-1-1 0 0 0,1 1 0 0 0,-1 0 0 0 0,-1 0 1 0 0,1 1-1 0 0,-1 0 0 0 0,0-1 0 0 0,0 2 0 0 0,-10-8 0 0 0,12 10-294 0 0,-5 2-33 0 0,1-2 275 0 0,5 1 85 0 0,0 1 0 0 0,0 0 0 0 0,-1-1 0 0 0,1 1 1 0 0,0 0-1 0 0,-1 0 0 0 0,1 0 0 0 0,0 0 1 0 0,0 0-1 0 0,-1 1 0 0 0,1-1 0 0 0,0 1 0 0 0,-5 1 1 0 0,0-1-106 0 0,5-1 86 0 0,-1 1 0 0 0,1-1 1 0 0,-1 1-1 0 0,1 0 0 0 0,-1-1 0 0 0,1 1 0 0 0,0 0 0 0 0,-1 1 0 0 0,1-1 0 0 0,0 0 0 0 0,-3 2 0 0 0,-5 3-389 0 0,0 1-1 0 0,0-1 1 0 0,1 2 0 0 0,0-1-1 0 0,0 1 1 0 0,1 1 0 0 0,-13 15-1 0 0,16-18 114 0 0,-12 19-2229 0 0,6 0-568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165 34 2100 0 0,'0'0'1648'0'0,"-2"-4"-1089"0"0,-1 0-324 0 0,0 1 0 0 0,-1-1 0 0 0,1 1 0 0 0,0 0 0 0 0,-1 0 0 0 0,-5-4 1 0 0,5 5 541 0 0,-2 3-500 0 0,-16 2-13 0 0,17-2 4 0 0,4 0-207 0 0,-1 1 1 0 0,1-1 0 0 0,0 1 0 0 0,-1-1-1 0 0,1 1 1 0 0,-1-1 0 0 0,0 0 0 0 0,1 0-1 0 0,-4 2 1 0 0,-1 5 82 0 0,-1 0 0 0 0,1 0-1 0 0,1 1 1 0 0,0 0 0 0 0,0 0 0 0 0,0 0 0 0 0,1 0-1 0 0,1 1 1 0 0,-1 0 0 0 0,-1 14 0 0 0,3-18-108 0 0,-8 44 220 0 0,-1 41-332 0 0,11-85-106 0 0,12 39-2710 0 0,-10-41 2161 0 0,4-4-3066 0 0,24-1 1485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159 6 2340 0 0,'0'0'2144'0'0,"5"-1"-1240"0"0,14-2-112 0 0,-15 2 426 0 0,14 14-266 0 0,-15-10-525 0 0,0 1-58 0 0,16 34 517 0 0,-18-34-643 0 0,1 2-38 0 0,12 41 216 0 0,-12-43-336 0 0,-1 1-28 0 0,12 41 102 0 0,-12-41-165 0 0,-5-3-3194 0 0,3-2 3110 0 0,-1 1-1 0 0,1-1 1 0 0,-1 1-1 0 0,1-1 1 0 0,-1 0-1 0 0,0 0 0 0 0,1 0 1 0 0,-1 0-1 0 0,-2 0 1 0 0,3 0-60 0 0,-3-1 34 0 0,1 0 1 0 0,-1 0 0 0 0,1 0 0 0 0,-1 0-1 0 0,1 0 1 0 0,-1-1 0 0 0,1 0 0 0 0,0 0 0 0 0,0 0-1 0 0,0 0 1 0 0,-4-4 0 0 0,1 4 100 0 0,0-1-1 0 0,0 1 1 0 0,0 0 0 0 0,-1 0 0 0 0,1 1 0 0 0,0-1-1 0 0,-9 1 1 0 0,10 0 39 0 0,-1 0 193 0 0,0 2 20 0 0,-1-1-91 0 0,0 1 1 0 0,0 0 0 0 0,0 0-1 0 0,0 1 1 0 0,1 0 0 0 0,-1 0-1 0 0,0 1 1 0 0,1 0-1 0 0,0 0 1 0 0,0 0 0 0 0,-10 7-1 0 0,13-7 150 0 0,0 1-157 0 0,-11 14-74 0 0,10-14-103 0 0,0 8 198 0 0,4-11-146 0 0,-1-1 0 0 0,1 1 1 0 0,-1 0-1 0 0,1 0 0 0 0,-1 0 1 0 0,1-1-1 0 0,0 1 0 0 0,-1 0 1 0 0,1 0-1 0 0,0 0 0 0 0,0 0 1 0 0,-1 0-1 0 0,1 0 0 0 0,0 0 1 0 0,0 0-1 0 0,0 0 0 0 0,0 0 1 0 0,0-1-1 0 0,0 1 0 0 0,1 2 0 0 0,0 2-21 0 0,-1 1-1 0 0,2-1 1 0 0,-1 1-1 0 0,1-1 0 0 0,-1 1 1 0 0,5 7-1 0 0,-4-9-165 0 0,1-2 253 0 0,2 1-31 0 0,-1 0 1 0 0,1-1 0 0 0,0 1-1 0 0,-1-1 1 0 0,1 0 0 0 0,7 1-1 0 0,-8-2 20 0 0,2-2 14 0 0,18-8 183 0 0,1-1-1 0 0,-1-1 1 0 0,-1-1 0 0 0,28-18-1 0 0,-8 4 182 0 0,-15 15-256 0 0,-23 10-123 0 0,2 0-8 0 0,18-1 6 0 0,-18 2 4 0 0,-2 1-40 0 0,-1 1-27 0 0,0-1-2 0 0,0 0 0 0 0,0 0 0 0 0,-1 0 1 0 0,1 1-1 0 0,0 0 0 0 0,-1 0 0 0 0,0 0 0 0 0,1 0 1 0 0,-1 0-1 0 0,0 1 0 0 0,0-1 0 0 0,0 1 0 0 0,4 6 1 0 0,-2-3-60 0 0,0 1 1 0 0,-1 0-1 0 0,0 0 1 0 0,0 0-1 0 0,-1 1 1 0 0,0-1-1 0 0,0 1 1 0 0,-1 0 0 0 0,0 0-1 0 0,0 0 1 0 0,-1 0-1 0 0,1 0 1 0 0,-2 0-1 0 0,0 0 1 0 0,0 1-1 0 0,0-1 1 0 0,-1 0-1 0 0,0 0 1 0 0,0 0-1 0 0,-1 0 1 0 0,-4 11 0 0 0,-1 0-1988 0 0,-1-1 1 0 0,-12 20-1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0 3240 0 0,'0'0'3276'0'0,"-2"3"-2725"0"0,-1-1-304 0 0,1 0-1 0 0,0 0 0 0 0,0 0 1 0 0,0 1-1 0 0,0-1 0 0 0,0 1 1 0 0,1-1-1 0 0,-1 1 0 0 0,1 0 1 0 0,-1-1-1 0 0,1 1 0 0 0,-1 4 1 0 0,2-5-207 0 0,0 0 0 0 0,0-1 0 0 0,0 1 0 0 0,0 0 0 0 0,0-1 0 0 0,0 1 0 0 0,1-1 0 0 0,-1 1 1 0 0,1 0-1 0 0,-1-1 0 0 0,1 1 0 0 0,0-1 0 0 0,-1 1 0 0 0,1-1 0 0 0,0 0 0 0 0,0 1 0 0 0,0-1 0 0 0,0 0 0 0 0,0 0 0 0 0,0 1 0 0 0,1-1 1 0 0,-1 0-1 0 0,2 1 0 0 0,-1 0 202 0 0,3 0-145 0 0,39 20 224 0 0,-40-20-254 0 0,-3-1-59 0 0,1-1 0 0 0,-1 0 0 0 0,0 1 0 0 0,1-1-1 0 0,-1 1 1 0 0,0-1 0 0 0,0 1 0 0 0,1 0 0 0 0,-1-1 0 0 0,0 1 0 0 0,0 0-1 0 0,2 2 1 0 0,-1-2 9 0 0,2 2 61 0 0,0 0 8 0 0,10 10 131 0 0,23 30 0 0 0,-34-39-153 0 0,-1 0-7 0 0,5 13 3 0 0,-6-13 29 0 0,0 0 10 0 0,3 12-4 0 0,-3-12 48 0 0,-1 2-153 0 0,-9 46-112 0 0,7-47-141 0 0,1-4-232 0 0,-1 0 382 0 0,1 0 0 0 0,-1 0 0 0 0,1 1-1 0 0,0-1 1 0 0,-1 1 0 0 0,1-1 0 0 0,0 1 0 0 0,-1 2 0 0 0,-1-1-727 0 0,-24-9-9655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4 205 2624 0 0,'0'0'4835'0'0,"-1"-4"-4048"0"0,-1-15-162 0 0,1 14 366 0 0,2 1-896 0 0,0 0 1 0 0,0-1 0 0 0,0 1 0 0 0,0 0-1 0 0,1-1 1 0 0,0 1 0 0 0,0 0 0 0 0,0 0-1 0 0,0 0 1 0 0,1 0 0 0 0,-1 1 0 0 0,1-1-1 0 0,5-5 1 0 0,1 0-63 0 0,1 0 0 0 0,-1 0 0 0 0,15-9 0 0 0,19-12-469 0 0,7 2-862 0 0,-46 26 473 0 0,0 0 0 0 0,0 1 0 0 0,0-1 0 0 0,1 1 0 0 0,-1 0-1 0 0,7-1 1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3.4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90 1 3568 0 0,'0'0'4135'0'0,"-5"1"-3748"0"0,-15 2-12 0 0,19-3-344 0 0,0 0 0 0 0,1 1 0 0 0,-1-1 1 0 0,0 1-1 0 0,0-1 0 0 0,1 0 0 0 0,-1 1 1 0 0,0-1-1 0 0,1 1 0 0 0,-1 0 0 0 0,0-1 1 0 0,1 1-1 0 0,-1 0 0 0 0,1-1 0 0 0,-1 1 1 0 0,1 0-1 0 0,0-1 0 0 0,-1 1 0 0 0,1 0 0 0 0,-1 0 1 0 0,1 0-1 0 0,0-1 0 0 0,0 1 0 0 0,0 0 1 0 0,-1 1-1 0 0,-5 11 293 0 0,0-1 0 0 0,1 1 1 0 0,0 1-1 0 0,1-1 0 0 0,-4 28 0 0 0,1 0 532 0 0,-2 65 1 0 0,9-101-814 0 0,1 1 1 0 0,-1 0 0 0 0,2 0 0 0 0,-1 0-1 0 0,0-1 1 0 0,1 1 0 0 0,3 6 0 0 0,-2-4-3 0 0,-1-4-21 0 0,1 0 0 0 0,-1 1 0 0 0,1-1 0 0 0,-1 0 0 0 0,1-1 0 0 0,0 1 0 0 0,0 0 0 0 0,5 3 1 0 0,-3-2-5 0 0,-2-2 10 0 0,2 0-8 0 0,13 8-10 0 0,-13-9-10 0 0,0-1 15 0 0,49 5 72 0 0,-48-6-85 0 0,-2-2 15 0 0,13-6 8 0 0,-12 6-2 0 0,-5 2-19 0 0,0 0-1 0 0,0-1 1 0 0,0 1-1 0 0,0-1 1 0 0,1 1-1 0 0,-1-1 1 0 0,0 1 0 0 0,0-1-1 0 0,1 1 1 0 0,-1-1-1 0 0,0 1 1 0 0,1 0 0 0 0,-1-1-1 0 0,0 1 1 0 0,1 0-1 0 0,-1-1 1 0 0,0 1 0 0 0,1 0-1 0 0,-1-1 1 0 0,1 1-1 0 0,-1 0 1 0 0,1 0 0 0 0,0-1-1 0 0,8-8 67 0 0,-7 5-71 0 0,-1-1-1 0 0,0 0 1 0 0,0 0 0 0 0,-1 0-1 0 0,0 0 1 0 0,1 0 0 0 0,-2 0-1 0 0,1-5 1 0 0,-1 5-24 0 0,0 4 19 0 0,1 0 1 0 0,0-1 0 0 0,-1 1-1 0 0,1 0 1 0 0,-1-1 0 0 0,1 1-1 0 0,-1 0 1 0 0,0 0 0 0 0,0-1-1 0 0,0 1 1 0 0,1 0-1 0 0,-3-2 1 0 0,1 1-1 0 0,0-2-29 0 0,-2 1-60 0 0,2 2 27 0 0,-1-1 0 0 0,1 1 1 0 0,-1-1-1 0 0,1 1 0 0 0,-1 0 0 0 0,0 0 1 0 0,1 0-1 0 0,-1 0 0 0 0,0 1 1 0 0,0-1-1 0 0,1 1 0 0 0,-1-1 1 0 0,0 1-1 0 0,0 0 0 0 0,0 0 1 0 0,0 0-1 0 0,1 1 0 0 0,-1-1 0 0 0,0 1 1 0 0,-3 0-1 0 0,-10 8-1677 0 0,1 0-1 0 0,0 1 1 0 0,-19 16 0 0 0,28-21 704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14.8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1 3792 0 0,'0'0'4153'0'0,"-4"1"-3287"0"0,1 1-887 0 0,-5 2 593 0 0,0-3-5076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1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3968 0 0,'0'0'9213'0'0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2772 0 0,'0'0'12733'0'0,"2"5"-12469"0"0,96 321 2341 0 0,-92-306-2601 0 0,5 29 4 0 0,33 212 1093 0 0,-43-256-1016 0 0,17 114 405 0 0,-15-99-361 0 0,13 223 947 0 0,-12-149-676 0 0,-3-29-243 0 0,0-7 63 0 0,1 16-116 0 0,4 74-9 0 0,-4-103-92 0 0,0 1 32 0 0,1 0-16 0 0,16 341 542 0 0,-10-243-283 0 0,-9-139-260 0 0,0 1 0 0 0,5 52 58 0 0,-5-54-33 0 0,0 4 25 0 0,-1 20-21 0 0,0-21-3 0 0,2 0-17 0 0,1 21 8 0 0,-1-21 16 0 0,-1 0 10 0 0,-3 61 73 0 0,2-61-125 0 0,1 27 36 0 0,0-27 38 0 0,0 0-73 0 0,-1 60-28 0 0,3 17 86 0 0,-1 194 319 0 0,-3-138-242 0 0,6-24-106 0 0,1-36 16 0 0,-1 17-127 0 0,-4-90 82 0 0,0-1-12 0 0,0 35-4 0 0,1 25 40 0 0,-1-60-10 0 0,1 1-8 0 0,0 59 33 0 0,-1-54-43 0 0,2 6 22 0 0,-2 20 65 0 0,0-32-108 0 0,0 1-3 0 0,1 19 3 0 0,0-19 5 0 0,-1-1 5 0 0,1 20 10 0 0,-1-19 0 0 0,0-1-14 0 0,6 91 11 0 0,-5-72 6 0 0,-1-21-8 0 0,0 3 0 0 0,2 327 2 0 0,0-181 4 0 0,-2-89-9 0 0,2 198-76 0 0,-2-154 93 0 0,0-48-49 0 0,0-6 40 0 0,1 30 3 0 0,-1-37 2 0 0,8 189 24 0 0,-6-180-53 0 0,8 104 45 0 0,24 166 214 0 0,15 181-248 0 0,-24-173-54 0 0,-10 44 12 0 0,10 126 35 0 0,40 410 24 0 0,-36-309-33 0 0,-23 178-198 0 0,-7-580 143 0 0,40 667-164 0 0,-35-821 222 0 0,-2-39 18 0 0,0 28-19 0 0,-2-4 10 0 0,1-6 0 0 0,7 47 11 0 0,-5-25-1 0 0,2 36-20 0 0,5 69 0 0 0,-2-61 22 0 0,0 31-29 0 0,12 96 88 0 0,-15-157-40 0 0,28 178-80 0 0,-21-195 39 0 0,4 44-48 0 0,-13-71 62 0 0,-2-15-1 0 0,0-1-18 0 0,8 37 104 0 0,-8-37 41 0 0,23-10-509 0 0,-19 5 326 0 0,0-1-133 0 0,13-5 60 0 0,-13 5-16 0 0,1 0-29 0 0,2-1 73 0 0,153-51-1038 0 0,975-151 542 0 0,-983 185 375 0 0,636-69-878 0 0,-299 27 703 0 0,-327 37 388 0 0,999-113-461 0 0,57 57-184 0 0,-502 29 397 0 0,-329 20 224 0 0,-176 15 23 0 0,269-15-30 0 0,-35 10 0 0 0,46 0-45 0 0,104-1-15 0 0,715-28-97 0 0,136-30 187 0 0,-870 55-27 0 0,-230 13 70 0 0,-341 12-77 0 0,1 1 52 0 0,89-3 44 0 0,-91 3-37 0 0,0 0-20 0 0,76-6-6 0 0,-76 6 58 0 0,0-1-30 0 0,49-8-286 0 0,-53 8 241 0 0,0 0 1 0 0,0 0-1 0 0,0 0 0 0 0,-1 0 0 0 0,1-1 0 0 0,0 1 1 0 0,-1 0-1 0 0,1 0 0 0 0,-1 0 0 0 0,0-1 0 0 0,1 1 0 0 0,-1 0 1 0 0,0-1-1 0 0,1 1 0 0 0,-1 0 0 0 0,0-1 0 0 0,0-1 1 0 0,-5-6-41 0 0,-1 1 1 0 0,1-1-1 0 0,-1 1 1 0 0,-1 0 0 0 0,-11-11-1 0 0,3 8 94 0 0,0 1-1 0 0,-1 0 0 0 0,0 1 1 0 0,-1 0-1 0 0,0 1 0 0 0,-23-6 0 0 0,36 13 20 0 0,-2 0 8 0 0,-17-4-26 0 0,17 4-4 0 0,1 1-1 0 0,-16-3 5 0 0,16 3 82 0 0,1 1-76 0 0,3 0-20 0 0,1-1-1 0 0,-1 0 0 0 0,0 0 1 0 0,1 0-1 0 0,-1 1 0 0 0,1-1 1 0 0,-1 0-1 0 0,0 0 1 0 0,1 1-1 0 0,-1-1 0 0 0,1 1 1 0 0,-1-1-1 0 0,1 0 0 0 0,-1 1 1 0 0,1-1-1 0 0,-1 1 1 0 0,1-1-1 0 0,-1 1 0 0 0,1 0 1 0 0,0-1-1 0 0,-1 1 1 0 0,1-1-1 0 0,0 2 0 0 0,9 11 39 0 0,-6-10-25 0 0,2-1 9 0 0,29 11-23 0 0,0-1 0 0 0,65 14 0 0 0,-94-25 32 0 0,0 0-18 0 0,19 6-3 0 0,-18-6 1 0 0,-1 0-1 0 0,42 12 273 0 0,-44-12 70 0 0,-2 12-183 0 0,-1-10-153 0 0,0 0 0 0 0,0 0 0 0 0,0 0-1 0 0,0-1 1 0 0,0 1 0 0 0,-1 0 0 0 0,1 0 0 0 0,-1 0-1 0 0,0-1 1 0 0,0 1 0 0 0,0 0 0 0 0,0-1 0 0 0,0 1-1 0 0,0-1 1 0 0,-3 4 0 0 0,-10 16-233 0 0,-27 31 0 0 0,-11-2-2882 0 0,36-39 1910 0 0,-17 13-5202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207 139 3368 0 0,'-3'-2'1261'0'0,"-7"-8"-117"0"0,7 7-193 0 0,-1 0-114 0 0,-11-10-53 0 0,11 10-41 0 0,1 0-35 0 0,-12-8-55 0 0,11 8 387 0 0,0 1-635 0 0,-11-6-46 0 0,11 5 519 0 0,-1 5-656 0 0,-13 3-14 0 0,13-3-20 0 0,2 1-4 0 0,-9 12 38 0 0,1 1 1 0 0,-16 28 0 0 0,7-2-39 0 0,18-38-208 0 0,0 1 51 0 0,-5 14-11 0 0,6-14-17 0 0,-1-1 46 0 0,-4 13-1 0 0,5-13 443 0 0,2-4-487 0 0,1-1 0 0 0,-1 1 0 0 0,1-1 0 0 0,-1 1-1 0 0,1-1 1 0 0,-1 1 0 0 0,0-1 0 0 0,1 0-1 0 0,-1 0 1 0 0,0 0 0 0 0,0 0 0 0 0,3-2 0 0 0,-2 2-8 0 0,1-2 9 0 0,0 1 0 0 0,-1-1 1 0 0,1 0-1 0 0,0 0 1 0 0,-1 0-1 0 0,0 0 0 0 0,1 0 1 0 0,-1 0-1 0 0,-1 0 0 0 0,1-1 1 0 0,0 1-1 0 0,1-5 1 0 0,-3 6-25 0 0,40-74 48 0 0,-11 14-99 0 0,4 5 464 0 0,-31 53 136 0 0,26-1 17 0 0,-24 9-404 0 0,24 24 34 0 0,-1 2 1 0 0,-2 1-1 0 0,24 37 0 0 0,11 14-365 0 0,-42-60-349 0 0,31 41-2436 0 0,-22-23-4494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81 3088 0 0,'-3'-2'1372'0'0,"1"1"-901"0"0,1 1 0 0 0,0-1 0 0 0,-1 0 0 0 0,1 0 0 0 0,0 0 1 0 0,0 0-1 0 0,0-1 0 0 0,-1 1 0 0 0,1 0 0 0 0,1 0 0 0 0,-1-1 0 0 0,0 1 1 0 0,0-1-1 0 0,0 1 0 0 0,1 0 0 0 0,-1-3 0 0 0,-2-6-959 0 0,3 5 3090 0 0,-1 4-2585 0 0,1 0 0 0 0,0 0 0 0 0,0 0 0 0 0,0-1 0 0 0,0 1 0 0 0,0 0 0 0 0,0 0 0 0 0,1 0 0 0 0,-1 0 0 0 0,0 0 0 0 0,1 0 0 0 0,-1 0 0 0 0,0 0 0 0 0,1-2 0 0 0,2-4 507 0 0,0 5-523 0 0,10-5-3 0 0,-10 5-9 0 0,1 1 8 0 0,14-2-16 0 0,-14 2 17 0 0,2 2 21 0 0,14 1-5 0 0,-14-2 2 0 0,-2 3-12 0 0,11 7-28 0 0,-12-8-12 0 0,-3-2 35 0 0,0 1 1 0 0,0 0-1 0 0,0-1 0 0 0,0 1 0 0 0,0-1 0 0 0,0 1 0 0 0,0-1 0 0 0,1 1 0 0 0,-1-1 0 0 0,0 1 0 0 0,0-1 0 0 0,0 1 0 0 0,0-1 0 0 0,1 0 0 0 0,-1 1 0 0 0,0-1 0 0 0,1 1 0 0 0,-1-1 0 0 0,0 1 0 0 0,1-1 0 0 0,-1 0 0 0 0,0 1 1 0 0,1-1-1 0 0,-1 0 0 0 0,1 1 0 0 0,0 0-4 0 0,0 0 1 0 0,0-1-1 0 0,0 1 1 0 0,-1 0-1 0 0,1 0 1 0 0,0 0 0 0 0,0 0-1 0 0,-1 0 1 0 0,1 0-1 0 0,-1 0 1 0 0,1 0-1 0 0,-1 0 1 0 0,1 0-1 0 0,-1 0 1 0 0,0 0-1 0 0,1 0 1 0 0,-1 0 0 0 0,0 2-1 0 0,2 3 2 0 0,-1-4 1 0 0,0 0 1 0 0,0 0 0 0 0,-1 0 0 0 0,1 0 0 0 0,-1 0-1 0 0,0 0 1 0 0,0 0 0 0 0,0 0 0 0 0,0 0-1 0 0,0 0 1 0 0,0 3 0 0 0,0 5-13 0 0,-1 1 1 0 0,0-1-1 0 0,-1 0 0 0 0,0 0 1 0 0,0 0-1 0 0,-1 0 0 0 0,0-1 1 0 0,-10 19-1 0 0,5-9 30 0 0,-16 26-20 0 0,22-42 14 0 0,-1 2-17 0 0,-20 34-43 0 0,21-35 1 0 0,5-6-993 0 0,0 0 971 0 0,0-1 1 0 0,0 1-1 0 0,0-1 1 0 0,0 1-1 0 0,-1-1 1 0 0,0 0-1 0 0,1 0 1 0 0,2-5-1 0 0,-4 6 34 0 0,15-21-321 0 0,-2-1 1 0 0,0 0 0 0 0,-1-1 0 0 0,16-47 0 0 0,-25 63 377 0 0,23-73 199 0 0,-27 78 229 0 0,1 4-445 0 0,-1 0 1 0 0,1 1 0 0 0,-1-1 0 0 0,1 0-1 0 0,-1 0 1 0 0,0 1 0 0 0,1-1-1 0 0,-1 1 1 0 0,0-1 0 0 0,1 0 0 0 0,-1 1-1 0 0,0-1 1 0 0,0 1 0 0 0,1-1-1 0 0,-1 1 1 0 0,0-1 0 0 0,0 0 0 0 0,0 1-1 0 0,0-1 1 0 0,0 1 0 0 0,0-1-1 0 0,1 1 1 0 0,-1 0 0 0 0,0 0 1 0 0,0-1 1 0 0,0 1-1 0 0,0-1 1 0 0,0 1-1 0 0,0-1 1 0 0,0 1-1 0 0,0-1 1 0 0,0 1-1 0 0,0-1 1 0 0,1 1-1 0 0,-1-1 1 0 0,0 1-1 0 0,0-1 1 0 0,1 0-1 0 0,-1 1 1 0 0,0-1-1 0 0,1 1 1 0 0,-1-1-1 0 0,0 0 1 0 0,1 1-1 0 0,-1-1 1 0 0,0 0-1 0 0,2 1 0 0 0,-1 5 110 0 0,1 6-56 0 0,0 1 1 0 0,1-1-1 0 0,0 1 1 0 0,1-1-1 0 0,0 0 0 0 0,1-1 1 0 0,1 1-1 0 0,0-1 0 0 0,0 0 1 0 0,1 0-1 0 0,0-1 0 0 0,12 13 1 0 0,-16-20-70 0 0,19 10-151 0 0,-18-10-1 0 0,1-2-64 0 0,14 4-60 0 0,-15-4-64 0 0,2-1-496 0 0,34-3-956 0 0,-37 2 1355 0 0,1 1 0 0 0,-1-1 0 0 0,0 0 0 0 0,0 0-1 0 0,0 0 1 0 0,0 0 0 0 0,0-1 0 0 0,-1 1 0 0 0,1-1-1 0 0,0 1 1 0 0,-1-1 0 0 0,1 0 0 0 0,4-5 0 0 0,9-13-2689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 1 2084 0 0,'0'0'7995'0'0,"-2"4"-7654"0"0,-7 12-41 0 0,6-12-32 0 0,3 2-46 0 0,-1 42 194 0 0,-6 61-295 0 0,1-57-990 0 0,4-1-996 0 0,0-1-917 0 0,0-16 488 0 0,1-25-1603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90 317 3276 0 0,'0'0'1570'0'0,"-5"-1"-153"0"0,-45-17 3635 0 0,45 16-4361 0 0,0-5 187 0 0,-7-4 223 0 0,0-29 19 0 0,12 36-964 0 0,0 3-145 0 0,1 1 0 0 0,0-1 0 0 0,-1 1 0 0 0,1-1 0 0 0,-1 0-1 0 0,0 0 1 0 0,1 1 0 0 0,-1-1 0 0 0,1 0 0 0 0,-1 0-1 0 0,0 1 1 0 0,0-1 0 0 0,1 0 0 0 0,-1 0 0 0 0,0 0 0 0 0,0 1-1 0 0,0-1 1 0 0,0-1 0 0 0,4-18 145 0 0,-1 13-88 0 0,0 0 0 0 0,1 0 0 0 0,-1 0 0 0 0,1 0 1 0 0,1 0-1 0 0,-1 1 0 0 0,1 0 0 0 0,1 0 0 0 0,6-6 0 0 0,-6 6-140 0 0,1 0 42 0 0,35-15 369 0 0,-38 19-339 0 0,2 1-76 0 0,15-4 21 0 0,-16 4 21 0 0,0 2 13 0 0,1 1 14 0 0,-1-1 0 0 0,1 1-1 0 0,-1 0 1 0 0,0 1-1 0 0,0-1 1 0 0,0 1 0 0 0,0 0-1 0 0,-1 0 1 0 0,1 1-1 0 0,-1-1 1 0 0,0 1-1 0 0,0 0 1 0 0,0 0 0 0 0,4 6-1 0 0,2 7-3 0 0,0 2 0 0 0,12 32 0 0 0,-9-4 18 0 0,-12-42-16 0 0,0 1-24 0 0,6 47 30 0 0,-6-48-1 0 0,0-1 10 0 0,2 15-16 0 0,-2-14-15 0 0,2-9-1064 0 0,10-10 909 0 0,-10 10 8 0 0,-2-2-16 0 0,6-45-200 0 0,-3-1 0 0 0,-3-68 0 0 0,-6 59 408 0 0,4 57 17 0 0,1-1 8 0 0,-7-40 280 0 0,13 63-259 0 0,1 0 0 0 0,18 32 0 0 0,-24-49-65 0 0,8 14 13 0 0,1-1-1 0 0,0 0 1 0 0,1 0 0 0 0,14 14-1 0 0,-17-22-121 0 0,-1 0 0 0 0,1 0 0 0 0,0-1 0 0 0,0 0 0 0 0,0 0 0 0 0,1 0 0 0 0,0-2 0 0 0,11 5 0 0 0,-7-6-827 0 0,1 0 0 0 0,-1-1-1 0 0,1 0 1 0 0,0-2 0 0 0,19-1-1 0 0,-27 1 486 0 0,19-5-2699 0 0,2-1-669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57 3056 0 0,'0'0'10815'0'0,"-1"-3"-10683"0"0,-5-13-27 0 0,5 12 244 0 0,2 0-303 0 0,2-13-16 0 0,-2 12 10 0 0,18-2-85 0 0,-15 6 58 0 0,-2 2-11 0 0,0-1 1 0 0,0 1-1 0 0,1 0 0 0 0,-1 0 1 0 0,0 0-1 0 0,0 0 1 0 0,0 0-1 0 0,0 0 1 0 0,0 1-1 0 0,0-1 0 0 0,-1 1 1 0 0,1-1-1 0 0,0 1 1 0 0,-1 0-1 0 0,3 3 1 0 0,25 38 14 0 0,-1 19 1 0 0,-25-52-23 0 0,1 0 0 0 0,-2 1 0 0 0,1-1 0 0 0,-1 1 0 0 0,0 12 0 0 0,-1-15 3 0 0,3 16 24 0 0,-4 6-2 0 0,-21 87 104 0 0,20-111-142 0 0,0-4 8 0 0,-1 1-1 0 0,1-1 0 0 0,0 1 1 0 0,-1-1-1 0 0,1 0 0 0 0,-1 1 1 0 0,0-1-1 0 0,0 0 0 0 0,0 0 1 0 0,0-1-1 0 0,0 1 0 0 0,0 0 1 0 0,-5 2-1 0 0,4-2-134 0 0,-17-9-397 0 0,16 6 374 0 0,3-1 139 0 0,0 1 1 0 0,0-1 0 0 0,0 1 0 0 0,-1-1-1 0 0,1 1 1 0 0,0 0 0 0 0,-1-1 0 0 0,1 1-1 0 0,0 0 1 0 0,-3-1 0 0 0,-1-5-59 0 0,0 1 1 0 0,1-1-1 0 0,0 0 1 0 0,1 0-1 0 0,-1 0 0 0 0,1 0 1 0 0,-3-12-1 0 0,5 15 53 0 0,3 1-79 0 0,6-11 115 0 0,-6 10 22 0 0,3 5-11 0 0,14 1 3 0 0,-15-2-6 0 0,2 2-3 0 0,15 4-309 0 0,0-2 0 0 0,1 0-1 0 0,0-1 1 0 0,0-1-1 0 0,0 0 1 0 0,0-2-1 0 0,44-6 1 0 0,-6-9-3069 0 0,-49 11 855 0 0,12-5-1786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9 3544 0 0,'0'0'4958'0'0,"-3"-2"-3696"0"0,-12-4 3368 0 0,9 12-2227 0 0,7 12-3038 0 0,71 232-262 0 0,-3-10-4016 0 0,-44-149-31 0 0,-13-45-424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17 4272 0 0,'-1'-4'1476'0'0,"-5"-9"597"0"0,6 14-1938 0 0,-1-1 0 0 0,0 0 1 0 0,1 0-1 0 0,-1 0 0 0 0,1 1 0 0 0,-1-1 0 0 0,1 0 0 0 0,-1 1 1 0 0,1-1-1 0 0,-1 0 0 0 0,1 1 0 0 0,-1-1 0 0 0,1 1 1 0 0,0-1-1 0 0,-1 1 0 0 0,1-1 0 0 0,0 1 0 0 0,-1-1 1 0 0,1 1-1 0 0,0-1 0 0 0,0 1 0 0 0,-1 0 0 0 0,-1 3 306 0 0,1 0-254 0 0,1-2-144 0 0,0-1-21 0 0,0 0 1 0 0,0 1-1 0 0,0-1 0 0 0,0 1 0 0 0,0-1 0 0 0,0 0 1 0 0,-1 1-1 0 0,1-1 0 0 0,0 1 0 0 0,-1-1 0 0 0,1 0 1 0 0,-2 3 135 0 0,2 1-11 0 0,1 17-8 0 0,0-17 9 0 0,0 0-4 0 0,17 43 325 0 0,-16-43-358 0 0,0-2-4 0 0,23 29 175 0 0,-23-30-235 0 0,19 8 72 0 0,-16-9-101 0 0,49 7 34 0 0,-48-7-52 0 0,-1-1-8 0 0,17 1-4 0 0,-16 0 11 0 0,-1-1-16 0 0,15 4 8 0 0,-15-3 26 0 0,12 5 37 0 0,-14-4-43 0 0,1-1 96 0 0,8 14-45 0 0,-10-12-41 0 0,-3 3-7 0 0,1 0 0 0 0,-1 0 0 0 0,-1 0-1 0 0,1 0 1 0 0,-1-1 0 0 0,0 1 0 0 0,0-1 0 0 0,-1 1 0 0 0,0-1 0 0 0,0 0 0 0 0,0 0 0 0 0,0 0-1 0 0,-6 5 1 0 0,-4 5-57 0 0,-1 0 0 0 0,-17 14-1 0 0,30-29 38 0 0,-19 14-539 0 0,17-12 94 0 0,-1 0-152 0 0,-14 3-269 0 0,14-3-353 0 0,-1-3-1952 0 0,-16-1 528 0 0,15 1-1881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1 250 2772 0 0,'0'0'1724'0'0,"0"-5"-405"0"0,1-2-1053 0 0,0 1 1 0 0,0-1-1 0 0,1 1 1 0 0,0-1-1 0 0,0 1 1 0 0,1-1-1 0 0,-1 1 0 0 0,1 0 1 0 0,1 0-1 0 0,-1 1 1 0 0,1-1-1 0 0,0 1 1 0 0,0 0-1 0 0,1-1 1 0 0,-1 2-1 0 0,8-7 1 0 0,9-8-518 0 0,0 2 0 0 0,1 0 0 0 0,0 1 0 0 0,2 2 0 0 0,0 0 0 0 0,31-12-1 0 0,-10 11-4423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110 21 3128 0 0,'0'0'3941'0'0,"-2"-2"-3039"0"0,-7-9-122 0 0,6 8 1463 0 0,-32 8-1675 0 0,34-4-537 0 0,-1 0 0 0 0,1 0-1 0 0,0 0 1 0 0,-1 0 0 0 0,1 0-1 0 0,0 0 1 0 0,-1 0 0 0 0,1 1-1 0 0,0-1 1 0 0,-2 3 0 0 0,-2 2 52 0 0,1 0 1 0 0,-1 1-1 0 0,1-1 1 0 0,0 1-1 0 0,0 0 1 0 0,1 0-1 0 0,0 0 1 0 0,0 1-1 0 0,1-1 1 0 0,0 1 0 0 0,0 0-1 0 0,1-1 1 0 0,0 1-1 0 0,0 0 1 0 0,1 15-1 0 0,0-23-76 0 0,-1 5 40 0 0,3 2-4 0 0,-1-3-37 0 0,-1 0 4 0 0,1 1 0 0 0,0-1 0 0 0,0 0 1 0 0,0 0-1 0 0,1 0 0 0 0,0 0 1 0 0,-1 0-1 0 0,1-1 0 0 0,1 1 0 0 0,-1 0 1 0 0,5 5-1 0 0,-2-5-65 0 0,1 0 0 0 0,-1-1 0 0 0,1 1 0 0 0,-1-1 0 0 0,1-1-1 0 0,0 1 1 0 0,0-1 0 0 0,1 0 0 0 0,8 2 0 0 0,-10-4-57 0 0,1-1 11 0 0,0 0 100 0 0,0 0 0 0 0,0-1 0 0 0,0 0 0 0 0,0 0 0 0 0,0 0 0 0 0,-1-1-1 0 0,1 1 1 0 0,-1-1 0 0 0,0-1 0 0 0,1 1 0 0 0,-2-1 0 0 0,1 0-1 0 0,0 0 1 0 0,-1 0 0 0 0,0-1 0 0 0,0 1 0 0 0,0-1 0 0 0,0 0-1 0 0,-1 0 1 0 0,0-1 0 0 0,0 1 0 0 0,4-11 0 0 0,-5 12 8 0 0,5-19 32 0 0,-4-13-38 0 0,-5 28-12 0 0,0 2-2 0 0,1 2-73 0 0,0 0-1 0 0,0-1 1 0 0,-1 1 0 0 0,1 0-1 0 0,-1 0 1 0 0,0 0 0 0 0,0 0-1 0 0,0 0 1 0 0,-1 0 0 0 0,1 1-1 0 0,-1-1 1 0 0,0 1 0 0 0,0-1-1 0 0,0 1 1 0 0,-1 0 0 0 0,1 0-1 0 0,-1 1 1 0 0,0-1 0 0 0,-6-3-1 0 0,-9-1-437 0 0,14 6-220 0 0,-2 1-320 0 0,-1-1 596 0 0,-8 0-62 0 0,-4 6-2582 0 0,-11 5-1374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13 4480 0 0,'0'0'1595'0'0,"-2"-3"-245"0"0,2 2-1193 0 0,0 1 0 0 0,0-1 0 0 0,-1 1 0 0 0,1-1 0 0 0,0 1 0 0 0,0-1 0 0 0,-1 1-1 0 0,1 0 1 0 0,0-1 0 0 0,0 1 0 0 0,-1-1 0 0 0,1 1 0 0 0,-1 0 0 0 0,1-1 0 0 0,0 1 0 0 0,-1 0-1 0 0,1-1 1 0 0,-1 1 0 0 0,1 0 0 0 0,-1 0 0 0 0,1-1 0 0 0,-1 1 0 0 0,1 0 0 0 0,-1 0-1 0 0,1 0 1 0 0,-1 0 0 0 0,1-1 0 0 0,-1 1 0 0 0,1 0 0 0 0,-2 0 0 0 0,-1 16 731 0 0,7 29-1163 0 0,37 163-410 0 0,18 112-4387 0 0,-50-252 2453 0 0,-1-7-1867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53 3576 0 0,'0'-4'1705'0'0,"-3"-15"-276"0"0,3 14 1570 0 0,-5-15-1916 0 0,5 16 4 0 0,0 9-932 0 0,71 264-672 0 0,-65-246-16 0 0,1-7 154 0 0,-2-5-116 0 0,36 56-4115 0 0,-39-64 2584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50 151 2828 0 0,'-1'-4'1266'0'0,"-4"-12"-172"0"0,4 12 551 0 0,-1 0-959 0 0,2 4-622 0 0,0-1 0 0 0,0 0 0 0 0,0 1 1 0 0,0-1-1 0 0,-1 1 0 0 0,1-1 0 0 0,0 1 0 0 0,0-1 0 0 0,-1 1 0 0 0,1-1 0 0 0,0 1 0 0 0,-1-1 0 0 0,1 1 0 0 0,0 0 0 0 0,-1-1 0 0 0,1 1 0 0 0,-1-1 0 0 0,1 1 0 0 0,-1 0 0 0 0,1-1 0 0 0,-1 1 0 0 0,1 0 0 0 0,-1 0 0 0 0,1-1 0 0 0,-1 1 0 0 0,1 0 0 0 0,-1 0 0 0 0,0 0 0 0 0,-13 8 854 0 0,13-8-1013 0 0,-3 3 307 0 0,-1 17 15 0 0,3-15-173 0 0,1 0 109 0 0,0 1-18 0 0,1 0-108 0 0,-1 2 11 0 0,1 0 0 0 0,0 0 0 0 0,0 0 0 0 0,1 0-1 0 0,0 1 1 0 0,0-2 0 0 0,1 1 0 0 0,0 0 0 0 0,0 0-1 0 0,1 0 1 0 0,6 14 0 0 0,12 9-80 0 0,-17-27 16 0 0,-1-1 21 0 0,1 0 2 0 0,12 9-15 0 0,-12-9-16 0 0,1-1-24 0 0,12 4 4 0 0,-13-4 12 0 0,2-2 1 0 0,16 0 25 0 0,-16 0 21 0 0,-2-2 4 0 0,15-7 14 0 0,-14 7 4 0 0,-3-2 5 0 0,6-11-2 0 0,-7 11-29 0 0,0 1-1 0 0,0-1 0 0 0,-1 1 0 0 0,1-1 0 0 0,-1 1 0 0 0,0-1 1 0 0,0 0-1 0 0,0 1 0 0 0,0-1 0 0 0,0 1 0 0 0,-2-7 1 0 0,1 4 6 0 0,-3-7-1 0 0,0 0-1 0 0,0 0 1 0 0,-2 0-1 0 0,1 1 1 0 0,-1 0-1 0 0,-13-18 0 0 0,17 27-17 0 0,-1-1-22 0 0,-7-11-91 0 0,7 11 36 0 0,1 1-173 0 0,2 2 124 0 0,-1 0 0 0 0,1 0 0 0 0,-1 0 0 0 0,1 0 0 0 0,-1 1-1 0 0,1-1 1 0 0,-1 0 0 0 0,1 0 0 0 0,0 0 0 0 0,-1 0 0 0 0,1 0 0 0 0,0-1-1 0 0,0 1 1 0 0,0-2 0 0 0,0 2 54 0 0,1 1 0 0 0,-1-1 0 0 0,1 0 0 0 0,-1 0 0 0 0,1 0 0 0 0,-1 0 0 0 0,1 1 0 0 0,0-1 0 0 0,-1 0 0 0 0,1 1 0 0 0,0-1 0 0 0,0 0 0 0 0,0 1 0 0 0,-1-1 0 0 0,1 1 0 0 0,0-1 0 0 0,0 1 0 0 0,0 0 0 0 0,0-1 0 0 0,0 1-1 0 0,0 0 1 0 0,0-1 0 0 0,0 1 0 0 0,0 0 0 0 0,1 0 0 0 0,19-4-310 0 0,-15 3 52 0 0,0-1 38 0 0,18-3 541 0 0,1-2 1 0 0,-1 0 0 0 0,0-2 0 0 0,33-17 0 0 0,-53 24 129 0 0,-3 2-328 0 0,0 0 0 0 0,0-1 0 0 0,1 1 0 0 0,-1-1 0 0 0,0 1-1 0 0,0-1 1 0 0,1 1 0 0 0,-1-1 0 0 0,0 0 0 0 0,0 0 0 0 0,0 1-1 0 0,2-3 1 0 0,-1 1 56 0 0,1 0 576 0 0,0 0-391 0 0,10-5-35 0 0,-10 5 784 0 0,-3 7-951 0 0,-1 6 9 0 0,0-1 1 0 0,-1 1-1 0 0,-1-1 1 0 0,-7 19-1 0 0,5-14 22 0 0,0 1 1 0 0,1-1-1 0 0,-3 29 0 0 0,4-23-43 0 0,3-15 74 0 0,0 0-101 0 0,7 37-32 0 0,-4-36-15 0 0,1-2-2 0 0,-3-2-15 0 0,0-1 1 0 0,1 1-1 0 0,0 0 0 0 0,0-1 1 0 0,0 0-1 0 0,0 1 0 0 0,0-1 1 0 0,0 0-1 0 0,0 0 0 0 0,1 0 1 0 0,-1 0-1 0 0,1 0 0 0 0,3 1 1 0 0,-4-1-35 0 0,2 0-158 0 0,1-1-11 0 0,18 5-7 0 0,-18-5 2 0 0,2-2 13 0 0,6 0 68 0 0,1-1 0 0 0,-1-1 0 0 0,21-6 0 0 0,-28 6 134 0 0,-1 1 1 0 0,1-1-1 0 0,-1 0 1 0 0,1 0-1 0 0,-1 0 1 0 0,0-1 0 0 0,-1 0-1 0 0,1 0 1 0 0,0 0-1 0 0,-1-1 1 0 0,7-9 0 0 0,17-29 163 0 0,-27 40-156 0 0,0-1 1 0 0,0 1 0 0 0,0 0 0 0 0,0 0-1 0 0,-1-1 1 0 0,1 1 0 0 0,-1 0 0 0 0,0-1-1 0 0,0 1 1 0 0,0-1 0 0 0,-1 1 0 0 0,1 0-1 0 0,-1-4 1 0 0,0 1-11 0 0,0 1-53 0 0,0 0-1 0 0,-1 0 1 0 0,1 1-1 0 0,-1-1 1 0 0,0 0-1 0 0,-1 1 0 0 0,1 0 1 0 0,-4-6-1 0 0,3 5-22 0 0,1 3-52 0 0,0 0 0 0 0,-1-1 1 0 0,1 1-1 0 0,0 0 0 0 0,-1 0 0 0 0,0 1 0 0 0,1-1 0 0 0,-1 0 0 0 0,0 1 0 0 0,0-1 0 0 0,0 1 0 0 0,0 0 1 0 0,0 0-1 0 0,0 0 0 0 0,-6 0 0 0 0,7 0 9 0 0,1 1 13 0 0,-1-1-28 0 0,0 1 1 0 0,0-1 0 0 0,0 0 0 0 0,0 1 0 0 0,0 0-1 0 0,0-1 1 0 0,0 1 0 0 0,0 0 0 0 0,0 0-1 0 0,0 0 1 0 0,0 0 0 0 0,0 0 0 0 0,0 1-1 0 0,-3 0 1 0 0,-7 1-1820 0 0,-17 4-1392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1 3612 0 0,'0'0'5145'0'0,"-7"32"-4341"0"0,16 19-532 0 0,-2-18-84 0 0,3 6-20 0 0,1 4-16 0 0,1 1-56 0 0,0 3-32 0 0,-1 2-176 0 0,1 2-152 0 0,-2 1-304 0 0,3 2-408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127 162 3368 0 0,'0'0'1126'0'0,"-2"-4"-171"0"0,-5-11-204 0 0,5 11-157 0 0,1 0-73 0 0,-16-68 1476 0 0,16 68-1719 0 0,2 0-37 0 0,13-39 716 0 0,-11 39-696 0 0,19-4 142 0 0,-22 8-395 0 0,1 1 0 0 0,-1-1-1 0 0,0 1 1 0 0,0-1-1 0 0,0 0 1 0 0,0 1-1 0 0,0-1 1 0 0,1 0-1 0 0,-1 1 1 0 0,0-1 0 0 0,0 1-1 0 0,1-1 1 0 0,-1 0-1 0 0,0 0 1 0 0,0 1-1 0 0,1-1 1 0 0,-1 0-1 0 0,0 1 1 0 0,1-1 0 0 0,-1 0-1 0 0,0 0 1 0 0,1 0-1 0 0,-1 0 1 0 0,0 1-1 0 0,2-1 1 0 0,12 12 189 0 0,-9-2-145 0 0,0 0 0 0 0,-1-1 0 0 0,0 1 0 0 0,-1 1 1 0 0,0-1-1 0 0,0 0 0 0 0,-1 1 0 0 0,1 21 0 0 0,-2-14-32 0 0,-1 0 0 0 0,-1 0 0 0 0,0 0 0 0 0,-1 0 0 0 0,-5 18 0 0 0,2-19-39 0 0,-1-1 0 0 0,-1 1 1 0 0,0-1-1 0 0,-1 0 0 0 0,-1-1 0 0 0,0 0 0 0 0,-1 0 0 0 0,0-1 0 0 0,-14 13 0 0 0,21-24 20 0 0,2-2 6 0 0,-1-1 0 0 0,1 0-1 0 0,-1 1 1 0 0,1-1 0 0 0,0 1 0 0 0,-1 0 0 0 0,1-1-1 0 0,0 1 1 0 0,-1 0 0 0 0,1 0 0 0 0,0 0-1 0 0,-2 2 1 0 0,0-1 9 0 0,-1 0 76 0 0,-1-2-120 0 0,-20 2-117 0 0,22-6 198 0 0,-11-11-10 0 0,11 11-15 0 0,1-1-14 0 0,0-7-6 0 0,1 0 1 0 0,0 0-1 0 0,1 0 1 0 0,0-1 0 0 0,3-13-1 0 0,-2 21 11 0 0,-1 4-17 0 0,0 0 0 0 0,1 0 0 0 0,-1 0 0 0 0,0 0 0 0 0,1 0 0 0 0,-1 0 0 0 0,1 0 0 0 0,-1 0 0 0 0,1 0 0 0 0,0 0 0 0 0,-1 1 0 0 0,1-1 0 0 0,0 0 0 0 0,0 0 1 0 0,-1 1-1 0 0,1-1 0 0 0,0 0 0 0 0,0 1 0 0 0,0-1 0 0 0,0 1 0 0 0,0-1 0 0 0,1 0 0 0 0,17-6 50 0 0,-18 7-45 0 0,3-2 49 0 0,1 4-3 0 0,2-1-35 0 0,41 19 89 0 0,13 7-112 0 0,-47-20-366 0 0,0-1 0 0 0,0-1-1 0 0,0 0 1 0 0,0-1 0 0 0,1-1-1 0 0,0 0 1 0 0,-1-1 0 0 0,1-1-1 0 0,0 0 1 0 0,0-1 0 0 0,0 0-1 0 0,0-1 1 0 0,0-1 0 0 0,26-7-1 0 0,-32 9 161 0 0,-6-1 103 0 0,1 1-1 0 0,-1-1 1 0 0,0 1 0 0 0,1-1 0 0 0,-1 0 0 0 0,0 0-1 0 0,0 0 1 0 0,0-1 0 0 0,6-2 0 0 0,-3 1-92 0 0,2 0-288 0 0,-1 0 0 0 0,1-1 0 0 0,-1 0 0 0 0,0 0 0 0 0,-1-1 0 0 0,12-8 0 0 0,6-11-1806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172 158 2184 0 0,'1'-23'934'0'0,"0"18"-235"0"0,-2-1 102 0 0,-12-43 1651 0 0,11 45-2016 0 0,2 4-415 0 0,-1-1 1 0 0,1 1-1 0 0,0-1 0 0 0,0 1 0 0 0,0 0 1 0 0,-1-1-1 0 0,1 1 0 0 0,0-1 0 0 0,-1 1 1 0 0,1 0-1 0 0,-1-1 0 0 0,1 1 0 0 0,0 0 1 0 0,-1-1-1 0 0,1 1 0 0 0,-1 0 0 0 0,1 0 1 0 0,-1-1-1 0 0,1 1 0 0 0,-1 0 0 0 0,1 0 1 0 0,0 0-1 0 0,-1 0 0 0 0,0 0 0 0 0,-10-7 837 0 0,5 8-585 0 0,1 0-193 0 0,0 0 0 0 0,-1 0 1 0 0,1 1-1 0 0,0-1 0 0 0,0 2 0 0 0,0-1 0 0 0,0 0 0 0 0,1 1 0 0 0,-1 0 0 0 0,1 0 1 0 0,-1 0-1 0 0,1 1 0 0 0,0-1 0 0 0,0 1 0 0 0,-5 6 0 0 0,1 4 17 0 0,0 0-1 0 0,1 0 0 0 0,1 0 1 0 0,0 1-1 0 0,0 0 1 0 0,-2 17-1 0 0,7-27-49 0 0,1 1-17 0 0,0 20 10 0 0,0-19-6 0 0,2-2 2 0 0,5 16-29 0 0,-6-16-46 0 0,3-2-15 0 0,10 10-8 0 0,-11-9 8 0 0,2-3 5 0 0,12 6 2 0 0,-13-5 11 0 0,1-3 26 0 0,15 0 30 0 0,-15 1-7 0 0,0-2 18 0 0,1-1 23 0 0,0 1 0 0 0,0-1 0 0 0,-1 0 0 0 0,1 0 0 0 0,-1-1 0 0 0,0 1 0 0 0,0-1 1 0 0,0-1-1 0 0,-1 1 0 0 0,0-1 0 0 0,1 1 0 0 0,3-7 0 0 0,18-43 377 0 0,-23 42-296 0 0,0 0-1 0 0,-1 0 0 0 0,0 0 1 0 0,-1-1-1 0 0,0 1 0 0 0,-2-21 1 0 0,1 26-33 0 0,-3 3-25 0 0,1 0-69 0 0,0 1 1 0 0,0-1-1 0 0,-1 1 0 0 0,1-1 1 0 0,-1 1-1 0 0,0 0 0 0 0,0 0 1 0 0,-7-4-1 0 0,6 4-72 0 0,-1 4-154 0 0,-23 0-185 0 0,27-1 354 0 0,1 0 0 0 0,-1 0 0 0 0,0 1 0 0 0,1-1 0 0 0,-1 0 0 0 0,0 0 1 0 0,1 0-1 0 0,-1 1 0 0 0,0-1 0 0 0,1 0 0 0 0,-1 1 0 0 0,1-1 0 0 0,-1 1 0 0 0,0-1 0 0 0,1 0 0 0 0,-1 1 0 0 0,1-1 1 0 0,-1 1-1 0 0,1 0 0 0 0,0-1 0 0 0,-1 1 0 0 0,1-1 0 0 0,0 1 0 0 0,-1 0 0 0 0,1-1 0 0 0,0 1 0 0 0,0-1 1 0 0,-1 1-1 0 0,1 0 0 0 0,0 0 0 0 0,0-1 0 0 0,0 1 0 0 0,0 1 0 0 0,0 17-911 0 0,0-19 1046 0 0,1 5-607 0 0,3-2-57 0 0,4 1 126 0 0,0-1 1 0 0,0 1-1 0 0,0-2 0 0 0,0 1 0 0 0,0-1 0 0 0,1 0 0 0 0,-1 0 1 0 0,12-1-1 0 0,-7 0 227 0 0,1-2 1 0 0,-1 0 0 0 0,0 0-1 0 0,0-1 1 0 0,-1-1 0 0 0,19-6 0 0 0,-15 3 951 0 0,1-1 0 0 0,-2 0 1 0 0,1-1-1 0 0,22-16 1 0 0,-34 22-180 0 0,-1-1 14 0 0,13-9-14 0 0,-13 9 382 0 0,10-11 880 0 0,-20 23-1730 0 0,0-1 1 0 0,0 2-1 0 0,1-1 0 0 0,0 1 1 0 0,0 0-1 0 0,1 0 0 0 0,1 1 1 0 0,0-1-1 0 0,0 1 0 0 0,1 0 1 0 0,0 0-1 0 0,-1 17 0 0 0,3-23-57 0 0,2 1 27 0 0,1 5-18 0 0,0 0-1 0 0,1-1 0 0 0,1 1 1 0 0,-1-1-1 0 0,8 12 1 0 0,-9-18-35 0 0,3-1 15 0 0,1 0 55 0 0,2 1 1 0 0,-1-2 0 0 0,0 1-1 0 0,1-1 1 0 0,-1 0-1 0 0,1-1 1 0 0,-1 1-1 0 0,15-1 1 0 0,-16-1 243 0 0,-1-3-65 0 0,3 0-106 0 0,0-1 0 0 0,0-1 0 0 0,0 1 0 0 0,-1-1 0 0 0,11-10-1 0 0,-15 12-152 0 0,0 0-1 0 0,-1 0 0 0 0,1 0 0 0 0,-1 0 1 0 0,0 0-1 0 0,0 0 0 0 0,0-1 0 0 0,0 1 1 0 0,-1-1-1 0 0,1 0 0 0 0,-1 1 1 0 0,0-1-1 0 0,0 0 0 0 0,-1 0 0 0 0,1 0 1 0 0,-1 0-1 0 0,1 0 0 0 0,-2-5 0 0 0,1 2-213 0 0,-1-1 0 0 0,0 0 1 0 0,-1 1-1 0 0,0-1 0 0 0,0 1 0 0 0,0 0 0 0 0,-1 0 0 0 0,-1 0 0 0 0,1 0 0 0 0,-1 0 0 0 0,0 0 0 0 0,0 1 0 0 0,-1 0 0 0 0,0 0 1 0 0,-7-7-1 0 0,5 6-420 0 0,0 2 0 0 0,0-1 0 0 0,0 1 1 0 0,-1 0-1 0 0,0 1 0 0 0,0 0 0 0 0,0 0 1 0 0,-15-5-1 0 0,-17-1-4359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29 342 2512 0 0,'-28'8'7127'0'0,"33"-11"-6745"0"0,59-26 57 0 0,98-29 0 0 0,-50 19-307 0 0,172-73-1127 0 0,-101 28-4310 0 0,-136 59 614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 1 3308 0 0,'0'0'2269'0'0,"-4"1"-1440"0"0,1 0-653 0 0,-1 1 1 0 0,1-1-1 0 0,-1 1 1 0 0,1 0-1 0 0,0 0 1 0 0,0 0-1 0 0,0 1 1 0 0,0-1-1 0 0,0 1 1 0 0,0 0-1 0 0,1 0 1 0 0,-1 0-1 0 0,1 0 1 0 0,0 0-1 0 0,0 0 1 0 0,0 0-1 0 0,0 1 1 0 0,0-1-1 0 0,1 1 1 0 0,0-1-1 0 0,0 1 0 0 0,-1 5 1 0 0,0-5 254 0 0,3 2-277 0 0,3 17-56 0 0,-3-17 50 0 0,1-2-2 0 0,3 1-91 0 0,0 1 1 0 0,0-1-1 0 0,0 0 1 0 0,0 0-1 0 0,1 0 1 0 0,0-1-1 0 0,0 0 1 0 0,0 0-1 0 0,13 5 1 0 0,65 25 71 0 0,-75-31-122 0 0,0 0 23 0 0,1 1-1 0 0,-1 0 1 0 0,0 1 0 0 0,0 0-1 0 0,-1 0 1 0 0,1 1-1 0 0,-1 0 1 0 0,0 0 0 0 0,-1 1-1 0 0,0 0 1 0 0,10 12-1 0 0,-15-16 83 0 0,1 2-1 0 0,13 45 359 0 0,-15-44-387 0 0,-3 0-12 0 0,0 1-61 0 0,1 0 0 0 0,-2 0 0 0 0,1 0 0 0 0,-1 0 0 0 0,-1 0 0 0 0,1-1 0 0 0,-1 1 0 0 0,0-1 0 0 0,0 0 0 0 0,-11 11 0 0 0,-2-4-959 0 0,-37 19 1 0 0,49-30 326 0 0,0-1-106 0 0,-19 5-133 0 0,19-5-72 0 0,0-2-102 0 0,-15-2-227 0 0,15 2-959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1 295 1680 0 0,'2'-6'922'0'0,"8"-12"-490"0"0,0 1 1 0 0,1-1 0 0 0,1 2 0 0 0,1-1 0 0 0,0 2 0 0 0,1 0-1 0 0,0 0 1 0 0,21-14 0 0 0,-10 9-96 0 0,0 2 0 0 0,2 1 0 0 0,0 1 0 0 0,49-21-1 0 0,-52 28-173 0 0,-20 7-69 0 0,1 3 21 0 0,17 0 77 0 0,-16-1 75 0 0,-3 3-78 0 0,10 6-48 0 0,-10-6-27 0 0,-1 0-58 0 0,0 0 1 0 0,0 0-1 0 0,0 1 0 0 0,-1-1 0 0 0,1 1 0 0 0,-1-1 0 0 0,0 1 1 0 0,0-1-1 0 0,1 6 0 0 0,6 45 408 0 0,-3-22-433 0 0,-3-22-12 0 0,0 0-1 0 0,0-1 1 0 0,1 1-1 0 0,0 0 1 0 0,0-1 0 0 0,1 0-1 0 0,1 0 1 0 0,0 0-1 0 0,0 0 1 0 0,0-1 0 0 0,8 9-1 0 0,-10-14 12 0 0,9 2-8 0 0,-11-5-23 0 0,0 1 0 0 0,0-1 0 0 0,0 1 0 0 0,-1-1 0 0 0,1 1 0 0 0,0-1 1 0 0,0 1-1 0 0,0-1 0 0 0,0 0 0 0 0,0 1 0 0 0,0-1 0 0 0,0 0 0 0 0,0 0 0 0 0,0 0 0 0 0,0 0 0 0 0,0 0 1 0 0,0 0-1 0 0,0 0 0 0 0,0 0 0 0 0,1-1 0 0 0,3 1 0 0 0,0 0 0 0 0,1-1 0 0 0,-1 0-1 0 0,0 0 1 0 0,-1 0 0 0 0,1-1 0 0 0,0 1 0 0 0,0-1 0 0 0,0 0 0 0 0,-1-1 0 0 0,0 1-1 0 0,1-1 1 0 0,-1 0 0 0 0,0 0 0 0 0,0 0 0 0 0,0-1 0 0 0,-1 1 0 0 0,1-1 0 0 0,-1 0-1 0 0,0 0 1 0 0,0 0 0 0 0,5-9 0 0 0,-6 9-10 0 0,-1-13 20 0 0,0 13-55 0 0,-1-1 0 0 0,0 1 0 0 0,1 0 0 0 0,-2-1 0 0 0,1 1 0 0 0,0 0 0 0 0,-1 0 0 0 0,0-1 0 0 0,0 1 1 0 0,0 0-1 0 0,-3-7 0 0 0,0 2-143 0 0,2 3 2 0 0,0 0 1 0 0,-1-1 0 0 0,0 1 0 0 0,0 0 0 0 0,0 0-1 0 0,-1 1 1 0 0,0-1 0 0 0,0 1 0 0 0,-7-7 0 0 0,4 5-266 0 0,-24-21-453 0 0,1 10-2526 0 0,2 6 120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12 293 3492 0 0,'0'0'2233'0'0,"-3"2"-1405"0"0,-5 3 1912 0 0,29-10-2179 0 0,34-13-605 0 0,25-12-648 0 0,139-77-1 0 0,-39-10-4740 0 0,-151 94 2481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69 3636 0 0,'-31'-50'4122'0'0,"29"46"-3171"0"0,-1 0-172 0 0,3 4-690 0 0,0-1 0 0 0,0 1-1 0 0,-1-1 1 0 0,1 0 0 0 0,0 1-1 0 0,0-1 1 0 0,-1 1 0 0 0,1-1-1 0 0,0 1 1 0 0,-1 0 0 0 0,1-1-1 0 0,0 1 1 0 0,-1-1 0 0 0,1 1-1 0 0,-1 0 1 0 0,1-1 0 0 0,0 1-1 0 0,-1 0 1 0 0,1-1 0 0 0,-1 1-1 0 0,1 0 1 0 0,-1 0 0 0 0,1-1-1 0 0,-1 1 1 0 0,0 0 0 0 0,1 0-1 0 0,-2 0 1 0 0,0 17 825 0 0,1-15-896 0 0,1 0 1 0 0,0 0 0 0 0,0 0 0 0 0,1 0 0 0 0,-1 0 0 0 0,0 0 0 0 0,1 0 0 0 0,-1 0 0 0 0,1 0 0 0 0,-1 0 0 0 0,1 0 0 0 0,0 0 0 0 0,0 0 0 0 0,2 3-1 0 0,2 3 28 0 0,152 361-1233 0 0,-151-358 607 0 0,0-1 0 0 0,1-1 0 0 0,0 1 0 0 0,0-1 0 0 0,12 11 0 0 0,-17-18-335 0 0,4-1-1251 0 0,15 1 155 0 0,-16-1-1404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13 334 2484 0 0,'0'-5'1203'0'0,"-3"-48"2118"0"0,2 47-2020 0 0,1 1-954 0 0,-4-9 589 0 0,2 13-291 0 0,-1 24 2 0 0,3 30-297 0 0,1-30-207 0 0,3 5-41 0 0,-2-15-44 0 0,-1-5-44 0 0,0 0-1 0 0,1 0 1 0 0,-1 0 0 0 0,1 0 0 0 0,1 0 0 0 0,0-1 0 0 0,0 1 0 0 0,0-1-1 0 0,1 1 1 0 0,0-1 0 0 0,5 7 0 0 0,2-3-15 0 0,-10-10-13 0 0,0 0 0 0 0,1 1 0 0 0,-1-1 0 0 0,1 0 0 0 0,-1 0 0 0 0,1 1 0 0 0,0-1 0 0 0,-1 0 0 0 0,1-1 1 0 0,0 1-1 0 0,-1 0 0 0 0,1 0 0 0 0,0-1 0 0 0,0 1 0 0 0,3-1 0 0 0,0 0-10 0 0,0 0-1 0 0,0-1 1 0 0,0 1-1 0 0,0-1 1 0 0,0 0-1 0 0,-1-1 1 0 0,1 1-1 0 0,0-1 1 0 0,0 0-1 0 0,-1 0 1 0 0,0-1-1 0 0,1 1 1 0 0,-1-1-1 0 0,0 0 1 0 0,6-6-1 0 0,-7 5-6 0 0,-1 0 8 0 0,2-15 4 0 0,-3 15 7 0 0,-1-2 10 0 0,-3-5 51 0 0,0 1 0 0 0,-1 0 0 0 0,0-1 1 0 0,0 2-1 0 0,-1-1 0 0 0,0 0 1 0 0,-1 1-1 0 0,-7-10 0 0 0,5 8 53 0 0,5 8-98 0 0,1 0-1 0 0,-1-1 1 0 0,1 1-1 0 0,0-1 1 0 0,0 0-1 0 0,0 0 1 0 0,-2-7-1 0 0,4 9-21 0 0,0 0 1 0 0,0 0-1 0 0,0 0 1 0 0,0 0-1 0 0,0-1 0 0 0,0 1 1 0 0,1 0-1 0 0,-1 0 0 0 0,1 0 1 0 0,-1 0-1 0 0,1 0 0 0 0,0 0 1 0 0,0 0-1 0 0,0 0 1 0 0,0 0-1 0 0,0 1 0 0 0,0-1 1 0 0,0 0-1 0 0,1 1 0 0 0,-1-1 1 0 0,3-1-1 0 0,13-14-198 0 0,0 1 1 0 0,2 1-1 0 0,0 1 0 0 0,27-16 1 0 0,90-41-487 0 0,-109 57 621 0 0,-23 12 55 0 0,1 1 26 0 0,12-2 112 0 0,-12 2 264 0 0,-3 5-176 0 0,0-1-146 0 0,0 0-1 0 0,-1 0 0 0 0,1 0 0 0 0,-1 0 1 0 0,0 1-1 0 0,0-1 0 0 0,0 0 1 0 0,0 1-1 0 0,0-1 0 0 0,-1 1 1 0 0,0-1-1 0 0,0 1 0 0 0,0-1 0 0 0,0 1 1 0 0,0-1-1 0 0,-1 1 0 0 0,0 3 1 0 0,-6 50 306 0 0,6-50-341 0 0,0-1 1 0 0,0 0-1 0 0,1 1 1 0 0,0-1 0 0 0,1 1-1 0 0,-1-1 1 0 0,1 1-1 0 0,0-1 1 0 0,1 0 0 0 0,0 0-1 0 0,0 1 1 0 0,0-1-1 0 0,0 0 1 0 0,1-1-1 0 0,0 1 1 0 0,1 0 0 0 0,-1-1-1 0 0,6 7 1 0 0,-6-10-57 0 0,-1 1-1 0 0,1-1 1 0 0,-1 0 0 0 0,1 0 0 0 0,0 0-1 0 0,0 0 1 0 0,0 0 0 0 0,0-1 0 0 0,1 1 0 0 0,-1-1-1 0 0,0 0 1 0 0,0 0 0 0 0,1 0 0 0 0,4 0 0 0 0,-5 0 8 0 0,2 0-63 0 0,0-1 0 0 0,0 1 1 0 0,1-1-1 0 0,-1 0 0 0 0,0 0 0 0 0,1 0 1 0 0,-1-1-1 0 0,0 0 0 0 0,10-2 0 0 0,-11 1 59 0 0,9 0-136 0 0,-11 2 156 0 0,0 0 0 0 0,0 0 0 0 0,0-1 0 0 0,0 1-1 0 0,0-1 1 0 0,0 0 0 0 0,0 0 0 0 0,0 1 0 0 0,0-1 0 0 0,-1 0-1 0 0,4-3 1 0 0,7-3-122 0 0,-4 3 164 0 0,-1-1 0 0 0,1-1-1 0 0,-1 1 1 0 0,0-1 0 0 0,-1 0-1 0 0,1-1 1 0 0,6-8 0 0 0,-11 12 15 0 0,1-1 1 0 0,-1 0-1 0 0,0 0 1 0 0,-1 0-1 0 0,1 0 1 0 0,0 0-1 0 0,-1 0 1 0 0,0 0-1 0 0,0-1 0 0 0,-1 1 1 0 0,1 0-1 0 0,-1 0 1 0 0,0-1-1 0 0,0 1 1 0 0,0-1-1 0 0,0 1 1 0 0,-1 0-1 0 0,0 0 1 0 0,0-1-1 0 0,-2-4 1 0 0,-1-3-116 0 0,-1 0 1 0 0,0 1 0 0 0,-1 0 0 0 0,-1 0 0 0 0,1 1 0 0 0,-2-1-1 0 0,1 1 1 0 0,-2 1 0 0 0,1 0 0 0 0,-1 0 0 0 0,-1 0 0 0 0,1 1-1 0 0,-1 1 1 0 0,-1-1 0 0 0,-20-9 0 0 0,29 15-76 0 0,-1 1 1 0 0,0 0 0 0 0,0 0-1 0 0,1 0 1 0 0,-1 0-1 0 0,0 1 1 0 0,0-1 0 0 0,0 1-1 0 0,-4 0 1 0 0,-1-1-203 0 0,5 0 128 0 0,1 1 1 0 0,-1-1-1 0 0,1 1 1 0 0,0 0-1 0 0,-1-1 1 0 0,1 1-1 0 0,-1 0 1 0 0,1 0-1 0 0,-1 1 1 0 0,1-1-1 0 0,0 0 1 0 0,-3 2-1 0 0,-2-1-695 0 0,0 0-3193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54 454 3304 0 0,'-5'1'1189'0'0,"-7"2"-968"0"0,-20 4 4088 0 0,32-6-4274 0 0,0-1-1 0 0,0 0 1 0 0,0 0-1 0 0,0 0 0 0 0,0 0 1 0 0,-1 0-1 0 0,1 0 1 0 0,0 0-1 0 0,0 0 0 0 0,0 0 1 0 0,0 0-1 0 0,-1-1 1 0 0,1 1-1 0 0,0 0 0 0 0,0 0 1 0 0,0 0-1 0 0,0 0 0 0 0,0 0 1 0 0,0 0-1 0 0,-1 0 1 0 0,1 0-1 0 0,0 0 0 0 0,0 0 1 0 0,0 0-1 0 0,0-1 1 0 0,0 1-1 0 0,0 0 0 0 0,0 0 1 0 0,-1 0-1 0 0,1 0 1 0 0,0 0-1 0 0,0 0 0 0 0,0-1 1 0 0,0 1-1 0 0,0 0 0 0 0,0 0 1 0 0,0 0-1 0 0,0 0 1 0 0,0 0-1 0 0,0-1 0 0 0,0 1 1 0 0,0 0-1 0 0,0 0 1 0 0,0 0-1 0 0,0 0 0 0 0,0 0 1 0 0,0-1-1 0 0,0 1 1 0 0,0 0-1 0 0,0 0 0 0 0,14-16-225 0 0,3 2 243 0 0,0 2 1 0 0,2 0 0 0 0,0 1-1 0 0,0 0 1 0 0,27-9 0 0 0,4-4 4 0 0,292-157-485 0 0,-124 43-5909 0 0,-189 116 2183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48 3544 0 0,'-14'-38'3570'0'0,"12"29"-318"0"0,14 29-2412 0 0,86 209-72 0 0,-27-55-1700 0 0,-59-149 72 0 0,-10-21 193 0 0,1-1-177 0 0,6 8 218 0 0,-3-7-3405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31 2368 0 0,'-7'-31'7642'0'0,"8"36"-7441"0"0,3 18 312 0 0,1-21-341 0 0,43 10 151 0 0,-43-11-225 0 0,2-2-2 0 0,155-21 589 0 0,-140 18-583 0 0,-17 3-64 0 0,0 1-4 0 0,19-2-1 0 0,-19 2 3 0 0,1 3 17 0 0,-2-2-48 0 0,-1 1 14 0 0,1-1 1 0 0,0 1-1 0 0,-1 0 0 0 0,1 0 1 0 0,-1 0-1 0 0,0 0 0 0 0,0 1 0 0 0,0-1 1 0 0,0 1-1 0 0,0 0 0 0 0,-1 0 1 0 0,1 0-1 0 0,2 4 0 0 0,21 46 18 0 0,-23-44-13 0 0,0 0 0 0 0,-1 0-1 0 0,0 0 1 0 0,-1 0 0 0 0,0 1-1 0 0,0-1 1 0 0,-1 0 0 0 0,0 0-1 0 0,-1 1 1 0 0,0-1 0 0 0,0 0-1 0 0,-1 0 1 0 0,-1 0 0 0 0,1 0-1 0 0,-1 0 1 0 0,-7 13 0 0 0,6-14-318 0 0,0-1 1 0 0,-1 1 0 0 0,0-1 0 0 0,-1-1 0 0 0,0 1 0 0 0,0-1 0 0 0,0 1 0 0 0,0-2 0 0 0,-1 1-1 0 0,0-1 1 0 0,-1 0 0 0 0,-14 7 0 0 0,18-9-802 0 0,4-3 1028 0 0,-1 0 0 0 0,1 1 0 0 0,-1-1 0 0 0,1 0 0 0 0,-1 1 0 0 0,1-1 1 0 0,-1 0-1 0 0,1 0 0 0 0,-1 1 0 0 0,1-1 0 0 0,-1 0 0 0 0,1 0 0 0 0,-1 0 0 0 0,0 0 0 0 0,1 0 0 0 0,-1 0 0 0 0,1 0 0 0 0,-1 0 0 0 0,1 0 0 0 0,-1 0 0 0 0,0 0 0 0 0,1 0 0 0 0,-1 0 0 0 0,1 0 0 0 0,-1-1 0 0 0,0 1-43 0 0,1 0 0 0 0,-1 0 1 0 0,0-1-1 0 0,1 1 1 0 0,-1 0-1 0 0,1 0 0 0 0,-1 0 1 0 0,0 0-1 0 0,1 0 0 0 0,-1 0 1 0 0,1 0-1 0 0,-1 0 0 0 0,0 0 1 0 0,1 0-1 0 0,-1 0 0 0 0,1 0 1 0 0,-1 1-1 0 0,1-1 1 0 0,-1 0-1 0 0,0 0 0 0 0,1 1 1 0 0,-1-1-1 0 0,1 0 0 0 0,-1 1 1 0 0,0 0-1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0 185 1336 0 0,'0'0'844'0'0,"18"-25"252"0"0,6-1-716 0 0,-6 12-156 0 0,1-1-124 0 0,0-2-124 0 0,2 3-156 0 0,0-1-52 0 0,0 0-212 0 0,1 1-60 0 0,1-1-328 0 0,0 0-892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8 2708 0 0,'0'0'1864'0'0,"3"-2"-1140"0"0,-3 1-643 0 0,1 1 0 0 0,-1 0 0 0 0,0-1 0 0 0,1 1 0 0 0,-1 0 0 0 0,0-1 0 0 0,1 1-1 0 0,-1 0 1 0 0,1 0 0 0 0,-1 0 0 0 0,1-1 0 0 0,-1 1 0 0 0,1 0 0 0 0,-1 0-1 0 0,1 0 1 0 0,-1 0 0 0 0,1 0 0 0 0,-1 0 0 0 0,1 0 0 0 0,-1 0 0 0 0,1 0 0 0 0,-1 0-1 0 0,1 0 1 0 0,-1 0 0 0 0,0 0 0 0 0,1 0 0 0 0,-1 0 0 0 0,1 1 0 0 0,-1-1-1 0 0,1 0 1 0 0,2 15 1198 0 0,-3-14-1469 0 0,1 4 434 0 0,-1 2-3 0 0,1 36 184 0 0,2-1 0 0 0,2 1 1 0 0,2-1-1 0 0,18 61 0 0 0,-22-96-386 0 0,0 0 1 0 0,1 0-1 0 0,0 0 0 0 0,0 0 0 0 0,10 11 1 0 0,-10-13-19 0 0,-2-3-14 0 0,0 0 1 0 0,0 0 0 0 0,1 0 0 0 0,-1 0-1 0 0,0-1 1 0 0,1 1 0 0 0,0-1-1 0 0,-1 1 1 0 0,1-1 0 0 0,0 0 0 0 0,0 0-1 0 0,-1 0 1 0 0,1 0 0 0 0,0-1-1 0 0,0 1 1 0 0,0-1 0 0 0,4 0 0 0 0,-3 1-9 0 0,-1-1 7 0 0,1 0 1 0 0,-1-1-1 0 0,1 1 1 0 0,-1-1-1 0 0,1 1 1 0 0,-1-1-1 0 0,0 0 1 0 0,1 0-1 0 0,-1-1 0 0 0,0 1 1 0 0,0-1-1 0 0,0 0 1 0 0,5-3-1 0 0,-5 3-14 0 0,-2 2 7 0 0,1-1 0 0 0,0 0 0 0 0,-1 0 0 0 0,1 0 0 0 0,0 0-1 0 0,-1 0 1 0 0,1 0 0 0 0,-1-1 0 0 0,0 1 0 0 0,1-1-1 0 0,-1 1 1 0 0,0-1 0 0 0,0 1 0 0 0,1-3 0 0 0,2-1 6 0 0,-2 3-2 0 0,0 0 1 0 0,1-1 0 0 0,-1 1-1 0 0,0-1 1 0 0,0 0 0 0 0,-1 1-1 0 0,1-1 1 0 0,2-4 0 0 0,-1-1-9 0 0,-1 6 0 0 0,-1 0 0 0 0,0 0 1 0 0,1 0-1 0 0,-1 0 0 0 0,0 0 1 0 0,0-1-1 0 0,0 1 0 0 0,0-1 1 0 0,-1 1-1 0 0,1-1 0 0 0,-1 1 1 0 0,1-3-1 0 0,0-3 9 0 0,1 0-20 0 0,-1 0-1 0 0,0 0 1 0 0,0 0 0 0 0,0 0-1 0 0,-1 0 1 0 0,0 0-1 0 0,-1-1 1 0 0,0 1 0 0 0,0 0-1 0 0,-5-13 1 0 0,2 7-123 0 0,-1 1 1 0 0,0 1-1 0 0,0-1 0 0 0,-2 1 1 0 0,-8-13-1 0 0,12 20-24 0 0,0 0 1 0 0,0 0-1 0 0,-1 0 0 0 0,1 0 1 0 0,-1 1-1 0 0,0 0 0 0 0,-1-1 1 0 0,1 2-1 0 0,-1-1 1 0 0,0 0-1 0 0,0 1 0 0 0,0 0 1 0 0,0 0-1 0 0,0 0 0 0 0,-1 1 1 0 0,1 0-1 0 0,-12-3 0 0 0,6 3-378 0 0,-1 1 0 0 0,1 0-1 0 0,0 1 1 0 0,0 0-1 0 0,0 1 1 0 0,-1 0 0 0 0,-15 4-1 0 0,-9 8-3086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44 303 3320 0 0,'-40'24'4636'0'0,"36"-22"-3466"0"0,5-2-1150 0 0,-1 0 1 0 0,0-1-1 0 0,1 1 1 0 0,-1-1-1 0 0,1 1 1 0 0,-1 0-1 0 0,0-1 1 0 0,1 1 0 0 0,-1 0-1 0 0,1 0 1 0 0,-1-1-1 0 0,1 1 1 0 0,-1 0-1 0 0,1 0 1 0 0,0 0 0 0 0,-1 0-1 0 0,1 0 1 0 0,-1 0-1 0 0,1-1 1 0 0,-1 1-1 0 0,1 0 1 0 0,0 1 0 0 0,23-6 327 0 0,85-38 28 0 0,29-9-629 0 0,218-118-1 0 0,-345 164-263 0 0,13-9-221 0 0,-9-1-3171 0 0,-2-1-703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0 398 2620 0 0,'0'0'3980'0'0,"2"-3"-3527"0"0,8-9-41 0 0,-8 9 2138 0 0,0-1-2310 0 0,1-3-106 0 0,1 0-1 0 0,0 0 1 0 0,0 0-1 0 0,1 0 1 0 0,0 1 0 0 0,0-1-1 0 0,0 1 1 0 0,1 1-1 0 0,7-7 1 0 0,-10 10-81 0 0,3 1-33 0 0,-1 1-21 0 0,0 0 1 0 0,-1 0 0 0 0,1 0 0 0 0,0 1-1 0 0,0 0 1 0 0,0-1 0 0 0,0 2-1 0 0,-1-1 1 0 0,1 1 0 0 0,0-1-1 0 0,-1 1 1 0 0,1 0 0 0 0,3 4-1 0 0,0-1 5 0 0,0 0-1 0 0,-1 1 0 0 0,0 1 1 0 0,0-1-1 0 0,0 1 0 0 0,8 12 0 0 0,-5-6 9 0 0,-2 1-1 0 0,1 0 0 0 0,-2 1 0 0 0,0 0 0 0 0,0 0 1 0 0,-2 0-1 0 0,0 1 0 0 0,3 15 0 0 0,-5-17-1 0 0,-1-4-2 0 0,0 0 0 0 0,-1 0 0 0 0,0 1 1 0 0,-1-1-1 0 0,-1 12 0 0 0,1-13-5 0 0,-4 29-8 0 0,2-30 7 0 0,0 2-9 0 0,0 0 1 0 0,0-1 0 0 0,-1 1-1 0 0,-1-1 1 0 0,1 0 0 0 0,-2 0-1 0 0,1 0 1 0 0,-8 10-1 0 0,1-7-37 0 0,0-1 0 0 0,-1 0-1 0 0,-14 9 1 0 0,22-18 19 0 0,-1-1 3 0 0,-14 2 11 0 0,15-2 5 0 0,-1-3 7 0 0,2 2 0 0 0,2 0-1 0 0,0 0 0 0 0,0 0 1 0 0,-1 0-1 0 0,1-1 0 0 0,0 1 0 0 0,0 0 1 0 0,0-1-1 0 0,-1 1 0 0 0,1-1 0 0 0,0 1 1 0 0,0-1-1 0 0,0 1 0 0 0,0-1 0 0 0,0 0 1 0 0,0 0-1 0 0,0 1 0 0 0,0-1 0 0 0,0 0 0 0 0,-1-1 1 0 0,-2-2-7 0 0,1 0 1 0 0,0 0-1 0 0,-1-1 1 0 0,1 1-1 0 0,1-1 1 0 0,-1 0-1 0 0,1 1 1 0 0,-1-1 0 0 0,2 0-1 0 0,-1 0 1 0 0,0-1-1 0 0,0-5 1 0 0,0 3-6 0 0,0 1-24 0 0,1-1 1 0 0,-1 0 0 0 0,1 0-1 0 0,1 0 1 0 0,-1-14-1 0 0,1 14-15 0 0,5-9 110 0 0,-5 16-57 0 0,1 0-1 0 0,-1 0 0 0 0,1 0 1 0 0,-1 0-1 0 0,0 0 1 0 0,1 0-1 0 0,-1 0 0 0 0,0 0 1 0 0,0 0-1 0 0,0 0 0 0 0,0 0 1 0 0,0 1-1 0 0,0-1 0 0 0,0 0 1 0 0,0 0-1 0 0,0 0 0 0 0,-1-2 1 0 0,4-2 9 0 0,0 2-10 0 0,0-1 1 0 0,0 0-1 0 0,1 1 0 0 0,-1 0 0 0 0,1 0 0 0 0,0 0 0 0 0,7-5 0 0 0,-7 6 89 0 0,2 3 12 0 0,7 2-42 0 0,-1 1-1 0 0,1 0 1 0 0,-1 1 0 0 0,0 0-1 0 0,15 9 1 0 0,-18-9-53 0 0,4 4-6 0 0,1-1 0 0 0,1-1-1 0 0,-1 0 1 0 0,17 4 0 0 0,-22-8-172 0 0,1-1 0 0 0,0 0 0 0 0,-1 0 0 0 0,1-1 0 0 0,0-1 0 0 0,0 0 0 0 0,0 0 1 0 0,0-1-1 0 0,-1 0 0 0 0,1 0 0 0 0,0-1 0 0 0,-1-1 0 0 0,1 1 0 0 0,-1-2 0 0 0,0 1 0 0 0,0-1 0 0 0,11-7 0 0 0,-8 5-64 0 0,-2-1 0 0 0,1 0-1 0 0,-1 0 1 0 0,18-17-1 0 0,-23 19 196 0 0,-1 0 0 0 0,0 0 0 0 0,0-1 0 0 0,-1 0 0 0 0,1 1 0 0 0,-1-1 0 0 0,-1 0 0 0 0,1-1 0 0 0,-1 1 0 0 0,0 0 0 0 0,0-1 0 0 0,-1 1 0 0 0,1-9 0 0 0,1-1 122 0 0,-2 0 0 0 0,0 0 0 0 0,-1-1 0 0 0,0 1 0 0 0,-2-1 0 0 0,0 1 0 0 0,0 0 0 0 0,-2 0 0 0 0,0 0 0 0 0,-1 0 0 0 0,-7-16 0 0 0,4 14 111 0 0,-2-1-1 0 0,0 1 0 0 0,-16-20 1 0 0,24 34 6 0 0,-1 4-183 0 0,1-1 0 0 0,0 1 0 0 0,-1-1 0 0 0,1 1 0 0 0,-1 0 0 0 0,1 0 0 0 0,0 0 0 0 0,-1 0 0 0 0,1 1 0 0 0,-1-1 0 0 0,-2 1 0 0 0,-11 21 217 0 0,12 5-122 0 0,3-22-74 0 0,1 1 26 0 0,2 18 9 0 0,-2-18-22 0 0,1 0-21 0 0,3 6-1 0 0,0 0 1 0 0,0-1-1 0 0,2 0 1 0 0,6 12-1 0 0,-10-21 28 0 0,2 1-17 0 0,12 9-17 0 0,-12-9-1 0 0,1-2-22 0 0,45-2-2 0 0,-45 0-60 0 0,-3 0 49 0 0,-1 1-1 0 0,1 0 1 0 0,-1-1-1 0 0,1 0 0 0 0,0 1 1 0 0,-1-1-1 0 0,1 0 1 0 0,-1 0-1 0 0,1 0 0 0 0,-1 0 1 0 0,0 0-1 0 0,3-2 1 0 0,-1 1 19 0 0,0 0 21 0 0,0 0 1 0 0,0 0 0 0 0,0-1 0 0 0,0 1 0 0 0,0-1 0 0 0,0 0 0 0 0,-1 1 0 0 0,1-1 0 0 0,-1 0-1 0 0,0-1 1 0 0,2-3 0 0 0,-1 4-26 0 0,-1-2 75 0 0,0 0 7 0 0,4-16-1 0 0,-5 16-1 0 0,-1 0-4 0 0,-10-41 135 0 0,8 42-154 0 0,0 1-52 0 0,1 1 0 0 0,-1 0 0 0 0,0 0 1 0 0,0-1-1 0 0,0 1 0 0 0,0 1 0 0 0,0-1 1 0 0,0 0-1 0 0,-1 0 0 0 0,1 1 0 0 0,0-1 0 0 0,-4 0 1 0 0,3 0-11 0 0,-9 0 8 0 0,0-2-491 0 0,29-9-122 0 0,110-60-714 0 0,-110 61 1320 0 0,0 0-1 0 0,-1-2 0 0 0,-1 1 0 0 0,28-32 0 0 0,-41 41 107 0 0,0 1 39 0 0,8-11-3 0 0,-8 10 909 0 0,-5 8-936 0 0,0 0-85 0 0,1 1 1 0 0,-1 0-1 0 0,1 0 0 0 0,0 0 1 0 0,0 0-1 0 0,0 0 0 0 0,1 0 1 0 0,0 1-1 0 0,0-1 0 0 0,0 0 1 0 0,1 1-1 0 0,0-1 0 0 0,0 1 1 0 0,0-1-1 0 0,1 7 0 0 0,1 3 11 0 0,1 0-1 0 0,0-1 0 0 0,1 1 0 0 0,7 19 1 0 0,-5-20 64 0 0,-6-13-95 0 0,1 1 0 0 0,0 0-1 0 0,-1 0 1 0 0,1-1 0 0 0,0 1 0 0 0,0 0 0 0 0,1-1 0 0 0,-1 1 0 0 0,0-1 0 0 0,0 1 0 0 0,1-1-1 0 0,2 3 1 0 0,0 0 33 0 0,7 5 14 0 0,1-1 0 0 0,-1 1-1 0 0,23 10 1 0 0,-29-18-8 0 0,1 0-3 0 0,18 1 13 0 0,-18-1 8 0 0,0-3 35 0 0,-4 2-110 0 0,3-1 70 0 0,-1 0 0 0 0,0 0 0 0 0,1 0-1 0 0,-1 0 1 0 0,0-1 0 0 0,0 1 0 0 0,0-1 0 0 0,0 0-1 0 0,0-1 1 0 0,-1 1 0 0 0,1 0 0 0 0,-1-1-1 0 0,1 0 1 0 0,-1 0 0 0 0,0 0 0 0 0,0 0 0 0 0,0-1-1 0 0,0 1 1 0 0,-1-1 0 0 0,0 0 0 0 0,1 0-1 0 0,2-7 1 0 0,-3 5-73 0 0,-1 0 0 0 0,0-1 1 0 0,0 1-1 0 0,0-1 0 0 0,-1 1 0 0 0,0-1 0 0 0,0 0 0 0 0,0 1 0 0 0,-1-1 0 0 0,0 1 0 0 0,0-1 1 0 0,-1 1-1 0 0,0 0 0 0 0,0-1 0 0 0,0 1 0 0 0,-1 0 0 0 0,0 0 0 0 0,0 1 0 0 0,-1-1 0 0 0,1 1 0 0 0,-1-1 1 0 0,0 1-1 0 0,-8-7 0 0 0,11 10-47 0 0,-1 1 1 0 0,1-1 0 0 0,-1 1-1 0 0,1 0 1 0 0,-1 0 0 0 0,0-1-1 0 0,0 1 1 0 0,1 0 0 0 0,-1 0-1 0 0,0 1 1 0 0,0-1 0 0 0,0 0-1 0 0,-3 0 1 0 0,-1-1-122 0 0,-8-1-512 0 0,2 3 51 0 0,-1 1 0 0 0,0 0 0 0 0,0 1 0 0 0,1 1 0 0 0,-1 0 0 0 0,1 1 0 0 0,0 0 0 0 0,0 0-1 0 0,-18 11 1 0 0,-7 9-3870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26 2432 0 0,'0'0'6708'0'0,"-1"-4"-6268"0"0,-1-13-32 0 0,1 12 2415 0 0,3 8-2630 0 0,6 13-32 0 0,0 0-1 0 0,-1 1 1 0 0,7 23 0 0 0,8 19-117 0 0,9 14-688 0 0,18 41-1726 0 0,-13-38-3419 0 0,-24-55 941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112 110 3936 0 0,'0'0'3799'0'0,"-2"3"-3233"0"0,-24 23 2149 0 0,23-24-806 0 0,-1 0-1715 0 0,-15 4 402 0 0,13-24-505 0 0,4 15-77 0 0,0-2 23 0 0,2 0-7 0 0,1-14-6 0 0,0 14 4 0 0,0-1-10 0 0,16-47 17 0 0,-8 38 31 0 0,-4 8-37 0 0,-2 3 15 0 0,1 2-6 0 0,13-3 2 0 0,-12 4-10 0 0,-2 3-32 0 0,2 2 9 0 0,-1-1 1 0 0,0 1 0 0 0,0 0 0 0 0,0 0-1 0 0,-1 0 1 0 0,0 1 0 0 0,0-1 0 0 0,0 1 0 0 0,0 0-1 0 0,3 8 1 0 0,0 1 46 0 0,-2 1 0 0 0,6 24-1 0 0,-9-34-47 0 0,-1 3 19 0 0,0-1-30 0 0,1 3 7 0 0,-1 0-1 0 0,-1 0 0 0 0,0 1 1 0 0,0-2-1 0 0,-1 1 1 0 0,0 0-1 0 0,0 0 0 0 0,-1 0 1 0 0,-1-1-1 0 0,-4 11 1 0 0,-31 34-285 0 0,36-52 178 0 0,-1 1-17 0 0,0-1 27 0 0,0-1 0 0 0,0 1 1 0 0,-1-1-1 0 0,1 1 0 0 0,-1-1 0 0 0,1-1 0 0 0,-1 1 0 0 0,1 0 0 0 0,-1-1 0 0 0,-8-1 0 0 0,10-2-29 0 0,-2-1 92 0 0,1 0 0 0 0,0-1 1 0 0,0 0-1 0 0,0 0 1 0 0,0 0-1 0 0,1 0 1 0 0,0-1-1 0 0,0 0 1 0 0,1 1-1 0 0,-1-1 1 0 0,1 0-1 0 0,0 0 1 0 0,1 0-1 0 0,-2-7 1 0 0,3 8 57 0 0,1 4-17 0 0,-1 0 0 0 0,1 0 0 0 0,0 0 0 0 0,0 0 0 0 0,1 0 0 0 0,-1 0 0 0 0,0 0 0 0 0,0 0 0 0 0,0 0 0 0 0,1 0 0 0 0,-1 1 0 0 0,0-1 0 0 0,1 0 0 0 0,-1 1 0 0 0,0 0 0 0 0,1-1-1 0 0,-1 1 1 0 0,1 0 0 0 0,-1-1 0 0 0,1 1 0 0 0,-1 0 0 0 0,1 0 0 0 0,-1 0 0 0 0,1 0 0 0 0,-1 0 0 0 0,1 1 0 0 0,-1-1 0 0 0,1 0 0 0 0,-1 1 0 0 0,0-1 0 0 0,1 1 0 0 0,-1-1 0 0 0,3 3-1 0 0,68 40 257 0 0,-46-26-437 0 0,31 14 1 0 0,-53-29-109 0 0,25 3-455 0 0,-23-4 262 0 0,0-1-87 0 0,6-1-131 0 0,0-1-1 0 0,0 0 0 0 0,0-1 0 0 0,0 0 0 0 0,-1-1 1 0 0,19-8-1 0 0,21-24-2544 0 0,-47 32 776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105 16 2480 0 0,'-3'-2'1181'0'0,"-11"-12"2017"0"0,13 14-3157 0 0,1 0-1 0 0,-1 0 0 0 0,0 0 0 0 0,1 0 0 0 0,-1 0 1 0 0,0 1-1 0 0,1-1 0 0 0,-1 0 0 0 0,1 0 0 0 0,-1 0 1 0 0,1 1-1 0 0,-1-1 0 0 0,0 0 0 0 0,1 1 0 0 0,-1-1 1 0 0,1 0-1 0 0,-1 1 0 0 0,1-1 0 0 0,0 1 0 0 0,-1-1 1 0 0,1 1-1 0 0,-1 0 0 0 0,0 0-8 0 0,1-1-1 0 0,0 1 1 0 0,-1-1-1 0 0,1 1 1 0 0,-1-1-1 0 0,1 1 1 0 0,-1-1-1 0 0,1 1 1 0 0,-1-1-1 0 0,0 1 1 0 0,1-1-1 0 0,-1 0 1 0 0,1 0-1 0 0,-1 1 1 0 0,0-1-1 0 0,1 0 1 0 0,-1 0 0 0 0,0 1-1 0 0,1-1 1 0 0,-2 0-1 0 0,-1 5 348 0 0,-3 5-99 0 0,1 1 1 0 0,0 0-1 0 0,1 1 0 0 0,0-1 1 0 0,-3 21-1 0 0,6-20-158 0 0,0 0 0 0 0,0 0-1 0 0,2 1 1 0 0,2 19 0 0 0,-2-26-100 0 0,0 0 1 0 0,1 0-1 0 0,0 0 1 0 0,0 0-1 0 0,1 0 1 0 0,-1 0-1 0 0,1-1 1 0 0,0 1-1 0 0,1-1 1 0 0,-1 0-1 0 0,1 0 1 0 0,9 9-1 0 0,24 10-222 0 0,-32-22 167 0 0,0-1-7 0 0,16 0 21 0 0,-16-1 15 0 0,18-8 50 0 0,-20 5 22 0 0,0 0-34 0 0,1-1-1 0 0,-1 0 1 0 0,0 0-1 0 0,-1 0 1 0 0,1 0-1 0 0,2-7 0 0 0,-3 7-3 0 0,-2-1-34 0 0,0-3-104 0 0,0 1 0 0 0,0 0-1 0 0,-1-1 1 0 0,0 1-1 0 0,-1 0 1 0 0,1 0 0 0 0,-1 0-1 0 0,-1 0 1 0 0,1 0-1 0 0,-1 0 1 0 0,-1 0-1 0 0,1 1 1 0 0,-1 0 0 0 0,0-1-1 0 0,0 1 1 0 0,-1 1-1 0 0,0-1 1 0 0,0 1 0 0 0,-11-9-1 0 0,11 9-316 0 0,-1 1 0 0 0,0 1 0 0 0,-1-1 1 0 0,1 1-1 0 0,0 0 0 0 0,-1 0 0 0 0,0 1 0 0 0,0 0 0 0 0,1 0 0 0 0,-1 1 0 0 0,0 0 0 0 0,0 0 1 0 0,-9 0-1 0 0,-14 5-2905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23 3120 0 0,'0'0'3725'0'0,"-1"-4"-2907"0"0,-5-11-59 0 0,4 11 1396 0 0,2 10-1627 0 0,3 51 538 0 0,1-27-875 0 0,47 289-819 0 0,-15-71-6522 0 0,-32-199 2606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26 4420 0 0,'0'0'2549'0'0,"1"-4"-1636"0"0,1-14-151 0 0,-2 14 911 0 0,3 7-1322 0 0,3 3-227 0 0,-1 0 0 0 0,0 1 0 0 0,0-1 0 0 0,-1 1-1 0 0,0 1 1 0 0,0-1 0 0 0,3 9 0 0 0,22 65 27 0 0,-15-38 9 0 0,6 18-99 0 0,-9-25-1485 0 0,29 64 1 0 0,-35-91 157 0 0,0 0 1043 0 0,5-3-3677 0 0,7 5 145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57 10 3200 0 0,'0'0'4486'0'0,"-3"-2"-3989"0"0,3 1-449 0 0,-1 1-1 0 0,1-1 1 0 0,-1 0-1 0 0,1 1 1 0 0,-1-1 0 0 0,1 1-1 0 0,-1-1 1 0 0,0 1-1 0 0,1 0 1 0 0,-1-1-1 0 0,0 1 1 0 0,1 0-1 0 0,-1-1 1 0 0,0 1-1 0 0,1 0 1 0 0,-1 0-1 0 0,0-1 1 0 0,0 1-1 0 0,1 0 1 0 0,-1 0-1 0 0,0 0 1 0 0,0 0-1 0 0,1 0 1 0 0,-1 0-1 0 0,0 0 1 0 0,0 1-1 0 0,1-1 1 0 0,-1 0-1 0 0,0 0 1 0 0,0 0-1 0 0,1 1 1 0 0,-1-1-1 0 0,0 0 1 0 0,1 1-1 0 0,-1-1 1 0 0,0 1 0 0 0,1-1-1 0 0,-1 1 1 0 0,1-1-1 0 0,-1 1 1 0 0,-2 2 250 0 0,1 0-32 0 0,-1 0-205 0 0,1 0 0 0 0,0 0 0 0 0,-1 1 0 0 0,2-1 0 0 0,-1 1 0 0 0,0-1 0 0 0,1 1 0 0 0,-1-1 0 0 0,1 1 0 0 0,0 0 0 0 0,1 0 0 0 0,-1 0-1 0 0,0 0 1 0 0,1 0 0 0 0,0-1 0 0 0,0 1 0 0 0,0 0 0 0 0,1 0 0 0 0,-1 0 0 0 0,1 0 0 0 0,0 0 0 0 0,2 6 0 0 0,-1-6-11 0 0,19 6 44 0 0,-16-9-44 0 0,49 7 68 0 0,-49-8-86 0 0,1 1 3 0 0,15 1 1 0 0,-16-1 41 0 0,1-1-40 0 0,17 4-10 0 0,-17-3 68 0 0,-2 0 83 0 0,11 4-17 0 0,-12-3 6 0 0,0 0 53 0 0,25 28 516 0 0,-25-26-574 0 0,-3 1-104 0 0,4 16-18 0 0,-3-16-12 0 0,-2 0-8 0 0,-1 3-41 0 0,0 1-1 0 0,0-1 1 0 0,-1 0-1 0 0,0 0 0 0 0,-1 0 1 0 0,0 0-1 0 0,-8 12 1 0 0,4-10-393 0 0,-1-1 0 0 0,0 0 1 0 0,0-1-1 0 0,-1 0 1 0 0,-17 11-1 0 0,24-17-211 0 0,-1 0-139 0 0,3-1 167 0 0,-9 6 843 0 0,-3-6-6089 0 0,-12-5 1601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0 196 3284 0 0,'5'-9'535'0'0,"-1"0"0"0"0,1 1 0 0 0,0 0 0 0 0,1 0 0 0 0,0 1-1 0 0,0-1 1 0 0,1 1 0 0 0,0 1 0 0 0,10-8 0 0 0,29-22 136 0 0,-22 22-545 0 0,-3 4-255 0 0,81-35-4330 0 0,-93 41 3151 0 0,-5 2-2186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84 15 3072 0 0,'0'0'2729'0'0,"2"-3"-1647"0"0,-2 3-974 0 0,1-1 1 0 0,-1 1-1 0 0,0 0 0 0 0,1 0 1 0 0,-1 0-1 0 0,0-1 1 0 0,0 1-1 0 0,1 0 1 0 0,-1-1-1 0 0,0 1 0 0 0,0 0 1 0 0,0 0-1 0 0,1-1 1 0 0,-1 1-1 0 0,0 0 1 0 0,0-1-1 0 0,0 1 0 0 0,0 0 1 0 0,0-1-1 0 0,1 1 1 0 0,-1-1-1 0 0,0 1 1 0 0,0 0-1 0 0,0-1 1 0 0,0 1-1 0 0,0 0 0 0 0,0-1 1 0 0,0 1-1 0 0,0 0 1 0 0,-1-1-1 0 0,1 1 1 0 0,0-1-1 0 0,0 1 0 0 0,0-1 1 0 0,-13 7 2425 0 0,10-4-3199 0 0,0 0 731 0 0,0 1-1 0 0,0 0 1 0 0,0 0-1 0 0,1 1 1 0 0,-1-1-1 0 0,1 0 1 0 0,0 1-1 0 0,0 0 1 0 0,0-1 0 0 0,0 1-1 0 0,-1 4 1 0 0,2-6-51 0 0,-9 15 188 0 0,3-3-128 0 0,2 0 26 0 0,1-7-86 0 0,1 0 1 0 0,0 0-1 0 0,1 0 0 0 0,0 0 1 0 0,0 1-1 0 0,0-1 0 0 0,1 1 1 0 0,0-1-1 0 0,1 1 0 0 0,0-1 1 0 0,0 1-1 0 0,0 0 0 0 0,1-1 1 0 0,0 1-1 0 0,1-1 0 0 0,4 14 1 0 0,-5-18-75 0 0,1 0 0 0 0,-1-1 0 0 0,1 1 1 0 0,0-1-1 0 0,0 1 0 0 0,0-1 1 0 0,1 0-1 0 0,-1 0 0 0 0,0 0 0 0 0,1 0 1 0 0,0 0-1 0 0,5 3 0 0 0,-5-3-33 0 0,1 0-264 0 0,11 2 20 0 0,-13-3 315 0 0,-1 0 0 0 0,0-1 0 0 0,0 1 0 0 0,0-1 0 0 0,1 1 0 0 0,-1-1 0 0 0,0 0 0 0 0,1 1 0 0 0,-1-1 0 0 0,0 0 0 0 0,1 0 0 0 0,-1 0-1 0 0,0 0 1 0 0,1 0 0 0 0,-1 0 0 0 0,0 0 0 0 0,1-1 0 0 0,0 1 0 0 0,4-1 26 0 0,-1 1 0 0 0,0-1 0 0 0,1 1-1 0 0,-1-1 1 0 0,0 0 0 0 0,1-1 0 0 0,-1 1 0 0 0,0-1 0 0 0,0 0 0 0 0,0 0 0 0 0,-1-1 0 0 0,1 1 0 0 0,0-1-1 0 0,-1 0 1 0 0,0-1 0 0 0,0 1 0 0 0,0-1 0 0 0,0 1 0 0 0,0-1 0 0 0,3-5 0 0 0,-3 3 18 0 0,0 0 0 0 0,-1 0 0 0 0,0 0 1 0 0,0-1-1 0 0,0 1 0 0 0,-1-1 0 0 0,0 0 0 0 0,0 0 1 0 0,-1 0-1 0 0,0 0 0 0 0,0 0 0 0 0,0 0 1 0 0,-1 0-1 0 0,0 0 0 0 0,-1 0 0 0 0,1 0 0 0 0,-1 0 1 0 0,-1 0-1 0 0,1 0 0 0 0,-1 0 0 0 0,-3-6 0 0 0,4 10-41 0 0,-16-33-332 0 0,16 34 270 0 0,0 0 1 0 0,0 0-1 0 0,-1 0 1 0 0,1 1-1 0 0,-1-1 0 0 0,1 0 1 0 0,-1 1-1 0 0,0-1 1 0 0,0 1-1 0 0,1 0 1 0 0,-1-1-1 0 0,0 1 1 0 0,0 0-1 0 0,0 0 1 0 0,0 0-1 0 0,0 0 0 0 0,-1 1 1 0 0,-3-2-1 0 0,1 1-67 0 0,3 0 90 0 0,0 0 0 0 0,0 1 0 0 0,1 0 0 0 0,-1-1 0 0 0,0 1 0 0 0,0 0 0 0 0,0 0 0 0 0,1 0 0 0 0,-1 0 0 0 0,0 0 0 0 0,0 0 0 0 0,0 0 0 0 0,1 1 0 0 0,-1-1 0 0 0,0 1 0 0 0,-2 0 0 0 0,-56 24-3232 0 0,49-18 947 0 0,-19 13-1645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0 4152 0 0,'0'0'7456'0'0,"-3"4"-7219"0"0,-9 9-29 0 0,9-10-39 0 0,4 4-27 0 0,11 64-393 0 0,30 98 0 0 0,7-7-5992 0 0,-43-142 4821 0 0,3 8-2735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27 2540 0 0,'0'0'7860'0'0,"0"-5"-7567"0"0,-3-12-41 0 0,3 13 1165 0 0,2 6-1129 0 0,5 6-126 0 0,0 0 0 0 0,-1 0 1 0 0,-1 0-1 0 0,1 1 0 0 0,-1 0 1 0 0,6 15-1 0 0,20 61-98 0 0,-28-76-109 0 0,24 81-172 0 0,-25-85-11 0 0,-1 0-57 0 0,1 0 131 0 0,7 24-861 0 0,-6-8-3548 0 0,10-8 1037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92 2820 0 0,'0'0'2766'0'0,"-1"-5"-2194"0"0,0-16-122 0 0,1 16 533 0 0,2 1-777 0 0,24-30 466 0 0,-23 31-543 0 0,1 1 6 0 0,11-8-22 0 0,-11 8-7 0 0,1 0-27 0 0,-2 1-42 0 0,1 0 1 0 0,0 0-1 0 0,-1 1 0 0 0,1-1 1 0 0,0 1-1 0 0,0 0 1 0 0,0 0-1 0 0,-1 0 0 0 0,1 1 1 0 0,5 1-1 0 0,-4-1 235 0 0,-3 3-176 0 0,0 2 59 0 0,0 0 0 0 0,0 0 0 0 0,-1 0-1 0 0,0 1 1 0 0,1 10 0 0 0,-2-12 244 0 0,-1 0-262 0 0,-2 16-12 0 0,2-16 71 0 0,0 0-126 0 0,-3 12-4 0 0,3-13 14 0 0,1 1-70 0 0,-4 12 1 0 0,3-12-4 0 0,4-3-104 0 0,-1-1 72 0 0,-2 0 14 0 0,1-1-1 0 0,0 1 0 0 0,-1 0 0 0 0,1-1 1 0 0,0 1-1 0 0,-1-1 0 0 0,1 1 0 0 0,0-1 0 0 0,0 1 1 0 0,0-1-1 0 0,-1 1 0 0 0,1-1 0 0 0,0 0 1 0 0,0 0-1 0 0,0 1 0 0 0,0-1 0 0 0,0 0 1 0 0,0 0-1 0 0,0 0 0 0 0,-1 0 0 0 0,1 0 0 0 0,2 0 1 0 0,18-1 3 0 0,-16 0 53 0 0,0 2-31 0 0,16 3 0 0 0,-16-4 31 0 0,2 7 10 0 0,8 3 257 0 0,5 30 219 0 0,-18-36-363 0 0,-2 1-73 0 0,1 16-10 0 0,0-16 46 0 0,-2 0-69 0 0,-14 34 73 0 0,13-36-130 0 0,0 0-46 0 0,1-2-54 0 0,0 0-1 0 0,0 0 1 0 0,1 0 0 0 0,-1-1 0 0 0,0 1 0 0 0,0 0-1 0 0,0-1 1 0 0,0 1 0 0 0,0-1 0 0 0,-1 1 0 0 0,1-1-1 0 0,0 1 1 0 0,0-1 0 0 0,0 0 0 0 0,0 1 0 0 0,0-1-1 0 0,-1 0 1 0 0,1 0 0 0 0,0 0 0 0 0,0 0 0 0 0,0 0-1 0 0,-1 0 1 0 0,1 0 0 0 0,0-1 0 0 0,0 1 0 0 0,0 0-1 0 0,0-1 1 0 0,-3 0 0 0 0,0 0-674 0 0,2-14-1751 0 0,1 13 2297 0 0,1 1 1 0 0,-1-1 0 0 0,1 0-1 0 0,0 1 1 0 0,0-1 0 0 0,-1 1-1 0 0,1-1 1 0 0,1 1 0 0 0,-1-1-1 0 0,0 0 1 0 0,0 1 0 0 0,0-1-1 0 0,1-1 1 0 0,4-21-3671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0 3596 0 0,'0'0'6639'0'0,"-1"4"-6353"0"0,-2 38 857 0 0,4-37-894 0 0,1-1-200 0 0,6 11 5 0 0,-6-11 40 0 0,1-2-69 0 0,8 9-8 0 0,-8-8 30 0 0,1 0-43 0 0,45 43 525 0 0,-46-43-211 0 0,-1 1-171 0 0,1 4-40 0 0,-1-1 0 0 0,0 1-1 0 0,-1 0 1 0 0,1 0 0 0 0,-2 0-1 0 0,1 12 1 0 0,-2-15-42 0 0,0-1-55 0 0,-5 12-36 0 0,5-12-69 0 0,-1-1-342 0 0,-6 9 91 0 0,6-9-75 0 0,-2-1-2496 0 0,-11 2 2115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0 182 3632 0 0,'2'-28'1342'0'0,"-2"23"1189"0"0,1 0-1933 0 0,4-13-41 0 0,-4 13-61 0 0,1 2-78 0 0,10-14-414 0 0,2 1 1 0 0,0 0-1 0 0,0 1 0 0 0,21-17 1 0 0,-32 30-829 0 0,-3 1 766 0 0,0 1 0 0 0,1-1-1 0 0,-1 1 1 0 0,0-1 0 0 0,0 1 0 0 0,0-1 0 0 0,1 1-1 0 0,-1-1 1 0 0,0 1 0 0 0,1-1 0 0 0,-1 1 0 0 0,0 0-1 0 0,1-1 1 0 0,-1 1 0 0 0,0 0 0 0 0,1-1-1 0 0,-1 1 1 0 0,1 0 0 0 0,-1-1 0 0 0,1 1 0 0 0,-1 0-1 0 0,1 0 1 0 0,-1-1 0 0 0,1 1 0 0 0,-1 0-1 0 0,2 0 1 0 0,-2 0-60 0 0,1 0 1 0 0,-1 0-1 0 0,1-1 0 0 0,-1 1 0 0 0,1 0 0 0 0,-1 0 1 0 0,1 0-1 0 0,-1-1 0 0 0,1 1 0 0 0,-1 0 0 0 0,0-1 1 0 0,1 1-1 0 0,-1 0 0 0 0,1-1 0 0 0,-1 1 0 0 0,0 0 1 0 0,1-1-1 0 0,-1 1 0 0 0,0-1 0 0 0,1 1 0 0 0,-1-1 1 0 0,0 1-1 0 0,0-1 0 0 0,1 1 0 0 0,-1-1 1 0 0,0 0-1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140 58 3112 0 0,'0'0'2915'0'0,"-1"-3"-1799"0"0,-18-33 2949 0 0,17 33-2866 0 0,-19-9 452 0 0,-3 9-1343 0 0,20 3 241 0 0,0 2-384 0 0,-34 25 208 0 0,34-23-170 0 0,2-1-163 0 0,0 0-44 0 0,0 1 0 0 0,-1-1 0 0 0,1 1 1 0 0,0 0-1 0 0,1-1 0 0 0,-1 1 0 0 0,1 0 0 0 0,-1 0 0 0 0,1 0 0 0 0,0 0 0 0 0,1 0 0 0 0,-1 0 1 0 0,1 0-1 0 0,0 6 0 0 0,0-3 3 0 0,0-2 15 0 0,1 0-97 0 0,5 15 58 0 0,-5-15-11 0 0,12 9-143 0 0,-11-11 156 0 0,1 1-68 0 0,15 4 11 0 0,-16-7 99 0 0,2 1-25 0 0,2-1-69 0 0,16 0 38 0 0,-16-1 225 0 0,-2-2-150 0 0,-3 2-48 0 0,2-1 81 0 0,1-1 0 0 0,-1 1 0 0 0,1-1 1 0 0,-1 1-1 0 0,0-1 0 0 0,0 0 0 0 0,0 0 0 0 0,0-1 1 0 0,0 1-1 0 0,0-1 0 0 0,0 1 0 0 0,-1-1 1 0 0,1 0-1 0 0,-1 0 0 0 0,0 0 0 0 0,3-6 1 0 0,4-41 565 0 0,-9 45-584 0 0,-2 1-53 0 0,-5-10 0 0 0,5 10 10 0 0,-2 3-13 0 0,-13-3 2 0 0,12 3 1 0 0,-16 11-35 0 0,21-10 33 0 0,-1 0 0 0 0,1 0 1 0 0,-1 0-1 0 0,1 0 0 0 0,-1 0 0 0 0,1 0 1 0 0,0 1-1 0 0,-1-1 0 0 0,1 0 0 0 0,-1 0 1 0 0,1 1-1 0 0,-1-1 0 0 0,1 0 0 0 0,0 1 1 0 0,-1-1-1 0 0,1 0 0 0 0,0 1 0 0 0,0-1 1 0 0,-1 1-1 0 0,1-1 0 0 0,0 0 0 0 0,0 1 1 0 0,-1-1-1 0 0,1 1 0 0 0,0-1 0 0 0,0 2 0 0 0,0-2-1 0 0,-1 0 0 0 0,1 1 0 0 0,0-1 0 0 0,0 1 0 0 0,0-1 0 0 0,0 1 0 0 0,-1-1-1 0 0,1 1 1 0 0,0-1 0 0 0,-1 0 0 0 0,1 1 0 0 0,0-1 0 0 0,-1 0 0 0 0,1 1 0 0 0,0-1-1 0 0,-1 0 1 0 0,1 1 0 0 0,-1-1 0 0 0,1 0 0 0 0,0 0 0 0 0,-1 1 0 0 0,1-1-1 0 0,-1 0 1 0 0,1 0 0 0 0,-1 0 0 0 0,0 1 0 0 0,0-1-14 0 0,0 1 0 0 0,0 0 0 0 0,0-1 1 0 0,0 1-1 0 0,1 0 0 0 0,-1 0 0 0 0,0 0 0 0 0,0 0 1 0 0,1 0-1 0 0,-1 0 0 0 0,1 0 0 0 0,-1 0 0 0 0,1 0 0 0 0,-1 0 1 0 0,1 0-1 0 0,-1 1 0 0 0,1-1 0 0 0,0 2 0 0 0,-5 15-132 0 0,5-14 23 0 0,1 0-287 0 0,0 0 346 0 0,0 0 1 0 0,1 0 0 0 0,0-1-1 0 0,0 1 1 0 0,0-1 0 0 0,0 1-1 0 0,0-1 1 0 0,4 4-1 0 0,-3-4 143 0 0,2-5 20 0 0,18-5 397 0 0,-13-12 62 0 0,-9 15-523 0 0,0 0 1 0 0,-1 1 0 0 0,0-1-1 0 0,0 0 1 0 0,0 0 0 0 0,0 1-1 0 0,-1-1 1 0 0,0 0-1 0 0,1 0 1 0 0,-3-5 0 0 0,1 5-6 0 0,-19-7-64 0 0,20 11 34 0 0,0 0 1 0 0,-1 0-1 0 0,1 0 1 0 0,0 0 0 0 0,-1 1-1 0 0,1-1 1 0 0,0 0-1 0 0,-1 1 1 0 0,1-1 0 0 0,0 1-1 0 0,0 0 1 0 0,-3 1 0 0 0,3-2-3 0 0,-3 2-7 0 0,4-2-8 0 0,0 1 20 0 0,0-1-1 0 0,0 0 1 0 0,0 1 0 0 0,0-1-1 0 0,0 0 1 0 0,0 1 0 0 0,-1-1 0 0 0,1 0-1 0 0,0 1 1 0 0,0-1 0 0 0,0 0-1 0 0,0 1 1 0 0,0-1 0 0 0,-1 0 0 0 0,1 1-1 0 0,0-1 1 0 0,0 0 0 0 0,-1 0-1 0 0,1 1 1 0 0,0-1 0 0 0,0 0 0 0 0,-1 0-1 0 0,1 1 1 0 0,0-1 0 0 0,-1 0-1 0 0,1 0 1 0 0,0 0 0 0 0,-1 0-1 0 0,1 1 1 0 0,-1-1 0 0 0,0 0-10 0 0,1 0 0 0 0,-1 1 1 0 0,0-1-1 0 0,1 0 0 0 0,-1 1 1 0 0,1-1-1 0 0,-1 1 0 0 0,0-1 0 0 0,1 1 1 0 0,-1-1-1 0 0,1 1 0 0 0,-1-1 1 0 0,1 1-1 0 0,-1 0 0 0 0,1-1 0 0 0,0 1 1 0 0,-1 0-1 0 0,1-1 0 0 0,0 1 1 0 0,-1 0-1 0 0,1-1 0 0 0,0 1 0 0 0,0 0 1 0 0,0 0-1 0 0,0 0 0 0 0,-4 18-59 0 0,3-15-18 0 0,7 3-236 0 0,-6-6 299 0 0,0 0 0 0 0,0 0 0 0 0,1 0 0 0 0,-1 0 0 0 0,1 0 0 0 0,-1 0 0 0 0,0-1 0 0 0,1 1 0 0 0,-1 0 0 0 0,1 0 0 0 0,0-1 0 0 0,-1 1 0 0 0,1 0 0 0 0,0-1 0 0 0,-1 1 0 0 0,1 0 0 0 0,1 0 0 0 0,1 0 27 0 0,0 0 0 0 0,1 0-1 0 0,-1 0 1 0 0,0 0-1 0 0,1 0 1 0 0,-1-1-1 0 0,1 1 1 0 0,-1-1-1 0 0,1 0 1 0 0,3 0-1 0 0,-3-1 200 0 0,4-5-31 0 0,-7 6-149 0 0,-1 0 0 0 0,1-1 0 0 0,-1 1 0 0 0,1 0 0 0 0,0 0 0 0 0,-1-1 0 0 0,1 1 0 0 0,-1 0 1 0 0,1-1-1 0 0,-1 1 0 0 0,1 0 0 0 0,-1-1 0 0 0,1 1 0 0 0,-1-1 0 0 0,1 1 0 0 0,-1-1 0 0 0,0 1 1 0 0,1-1-1 0 0,-1 1 0 0 0,0-1 0 0 0,1 1 0 0 0,-1-1 0 0 0,0 0 0 0 0,12-40 580 0 0,-11 36-532 0 0,-2 5-70 0 0,1 0 0 0 0,-1 0 0 0 0,1-1 0 0 0,-1 1 0 0 0,1 0 0 0 0,0 0 0 0 0,-1 0 0 0 0,1-1 0 0 0,-1 1 0 0 0,1 0 0 0 0,0 0 0 0 0,-1-1-1 0 0,1 1 1 0 0,0 0 0 0 0,-1-1 0 0 0,1 1 0 0 0,0-1 0 0 0,-1 1 0 0 0,1 0 0 0 0,0-1 0 0 0,0 1 0 0 0,0-1 0 0 0,-1 1 0 0 0,1 0 0 0 0,0-1 0 0 0,0 0 0 0 0,0 0-1 0 0,0 1 1 0 0,0 0 0 0 0,-1-1 0 0 0,1 1 0 0 0,0-1 0 0 0,0 1 0 0 0,0-1 0 0 0,0 1-1 0 0,-1 0 1 0 0,1-1 0 0 0,0 1 0 0 0,-1-1 0 0 0,1 1 0 0 0,0 0 0 0 0,-1-1-1 0 0,1 1 1 0 0,0 0 0 0 0,-1 0 0 0 0,1-1 0 0 0,0 1 0 0 0,-1 0 0 0 0,1 0-1 0 0,-1-1 1 0 0,1 1 0 0 0,-1 0 0 0 0,0 0 51 0 0,0 1-53 0 0,-1-1 1 0 0,0 1 0 0 0,1 0 0 0 0,-1-1 0 0 0,0 1 0 0 0,0-1-1 0 0,1 0 1 0 0,-1 0 0 0 0,0 0 0 0 0,0 0 0 0 0,0 0 0 0 0,-2 0 0 0 0,3 0-2 0 0,-4 1-8 0 0,5-1 9 0 0,-1 1 2 0 0,1-1 0 0 0,0 1 0 0 0,0-1-1 0 0,-1 0 1 0 0,1 1 0 0 0,0-1 0 0 0,-1 1 0 0 0,1-1-1 0 0,0 0 1 0 0,-1 1 0 0 0,1-1 0 0 0,0 0-1 0 0,-1 0 1 0 0,1 1 0 0 0,-1-1 0 0 0,1 0 0 0 0,-1 0-1 0 0,1 1 1 0 0,0-1 0 0 0,-1 0 0 0 0,1 0-1 0 0,-1 0 1 0 0,1 0 0 0 0,-2 0 0 0 0,2 0-1 0 0,-1 0 1 0 0,1 0 0 0 0,-1 0 0 0 0,1 0-1 0 0,-1 1 1 0 0,1-1 0 0 0,-1 0-1 0 0,1 0 1 0 0,0 0 0 0 0,-1 0-1 0 0,1 1 1 0 0,-1-1 0 0 0,1 0-1 0 0,-1 1 1 0 0,1-1 0 0 0,0 0-1 0 0,-1 1 1 0 0,1-1 0 0 0,0 0-1 0 0,-1 1 1 0 0,1-1 0 0 0,0 0 0 0 0,0 1-1 0 0,-1-1 1 0 0,1 2 0 0 0,-5 6-10 0 0,4-8 7 0 0,1 1 1 0 0,0-1 0 0 0,-1 0 0 0 0,1 1-1 0 0,-1-1 1 0 0,1 0 0 0 0,0 1 0 0 0,-1-1-1 0 0,1 1 1 0 0,0-1 0 0 0,0 1-1 0 0,-1-1 1 0 0,1 1 0 0 0,0-1 0 0 0,0 1-1 0 0,0-1 1 0 0,-1 1 0 0 0,1-1 0 0 0,0 1-1 0 0,0-1 1 0 0,0 1 0 0 0,0-1 0 0 0,0 1-1 0 0,0-1 1 0 0,0 1 0 0 0,0-1 0 0 0,0 1-1 0 0,1-1 1 0 0,-1 1 0 0 0,0-1-1 0 0,0 1 1 0 0,1 0 0 0 0,4 24-147 0 0,-4-25 147 0 0,-1 1 0 0 0,0-1 0 0 0,0 0 0 0 0,0 1 0 0 0,1-1 0 0 0,-1 1 1 0 0,0-1-1 0 0,1 0 0 0 0,-1 1 0 0 0,0-1 0 0 0,1 0 0 0 0,-1 1 0 0 0,1-1 0 0 0,-1 0 1 0 0,0 0-1 0 0,1 1 0 0 0,-1-1 0 0 0,1 0 0 0 0,-1 0 0 0 0,1 0 0 0 0,-1 1 1 0 0,1-1-1 0 0,-1 0 0 0 0,1 0 0 0 0,0 0 0 0 0,-1 0 1 0 0,1 0-1 0 0,-1 0 1 0 0,1 0-1 0 0,-1 0 1 0 0,1 0 0 0 0,-1 1-1 0 0,1-1 1 0 0,-1 0-1 0 0,1 0 1 0 0,-1 0-1 0 0,0 1 1 0 0,1-1 0 0 0,-1 0-1 0 0,1 0 1 0 0,-1 1-1 0 0,0-1 1 0 0,1 0 0 0 0,-1 1-1 0 0,0-1 1 0 0,1 0-1 0 0,-1 1 1 0 0,0-1-1 0 0,1 1 1 0 0,-1-1 0 0 0,0 1-1 0 0,19 8-26 0 0,-15-8 64 0 0,2-1 6 0 0,21-1 467 0 0,-24-2-406 0 0,-2 3-110 0 0,0-1-3 0 0,0 1 0 0 0,1-1 0 0 0,-1 0 0 0 0,0 1 1 0 0,0-1-1 0 0,1 0 0 0 0,-1 0 0 0 0,0 0 0 0 0,0 0 1 0 0,0 0-1 0 0,1-2 0 0 0,-2 1-38 0 0,0 1-1 0 0,0 0 1 0 0,0-1-1 0 0,0 1 1 0 0,-1 0 0 0 0,1-1-1 0 0,-1 1 1 0 0,1 0 0 0 0,-1-1-1 0 0,1 1 1 0 0,-1 0-1 0 0,-1-2 1 0 0,1 1-61 0 0,0-2-465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30 2640 0 0,'0'0'5257'0'0,"1"-5"-4359"0"0,2-20 4688 0 0,0 27-5094 0 0,-1 0-417 0 0,0-1 0 0 0,0 0-1 0 0,-1 1 1 0 0,1-1 0 0 0,0 1 0 0 0,-1 0 0 0 0,1-1 0 0 0,-1 1 0 0 0,0 0 0 0 0,1 0 0 0 0,-1 0 0 0 0,0 0-1 0 0,0 0 1 0 0,0 0 0 0 0,-1 0 0 0 0,1 0 0 0 0,0 0 0 0 0,-1 1 0 0 0,0-1 0 0 0,1 0 0 0 0,-1 0 0 0 0,0 4 0 0 0,4 33 102 0 0,-2 1 1 0 0,-4 42 0 0 0,-7 23-3319 0 0,8-99 2293 0 0,2 0-48 0 0,0 18-99 0 0,-1-18-234 0 0,2-2-246 0 0,6 11-73 0 0,-6-11-1017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1 108 3012 0 0,'0'0'2594'0'0,"0"-4"-1603"0"0,4-41 2174 0 0,-2 40-2734 0 0,1 1-244 0 0,11-12-7 0 0,-11 12-29 0 0,2 2-42 0 0,12-7 5 0 0,-12 7 21 0 0,0 0-18 0 0,-5 2-120 0 0,46-13 361 0 0,-44 12-298 0 0,1 1 0 0 0,0 0 0 0 0,-1 0 0 0 0,1 0 0 0 0,0 0-1 0 0,-1 0 1 0 0,1 1 0 0 0,0-1 0 0 0,-1 1 0 0 0,1 0-1 0 0,-1-1 1 0 0,1 1 0 0 0,-1 0 0 0 0,0 1 0 0 0,1-1-1 0 0,-1 0 1 0 0,0 1 0 0 0,3 2 0 0 0,-2-2 415 0 0,-2 4-317 0 0,0 17-23 0 0,-1-17-10 0 0,-2-2-13 0 0,-5 14 18 0 0,6-14-43 0 0,-1 0-18 0 0,-19 41 58 0 0,19-40-108 0 0,-8 16-27 0 0,1 2-8 0 0,11-19-2 0 0,-1-2 10 0 0,1 0 0 0 0,-1 0 0 0 0,0 0 0 0 0,1 0 1 0 0,0 0-1 0 0,-1-1 0 0 0,1 1 0 0 0,0 0 0 0 0,0-1 0 0 0,0 1 0 0 0,0-1 0 0 0,0 0 0 0 0,0 0 0 0 0,5 2 0 0 0,-3-2-5 0 0,1 1-32 0 0,40 13 24 0 0,-41-14 29 0 0,17 11 61 0 0,-18-10-37 0 0,0 0-1 0 0,1 0 1 0 0,-1 0 0 0 0,0 1-1 0 0,-1-1 1 0 0,1 1 0 0 0,0 0-1 0 0,-1 0 1 0 0,4 4 0 0 0,-3-4 265 0 0,0 21-144 0 0,-3-20-103 0 0,-2 0 6 0 0,-4 2-161 0 0,1 0 0 0 0,-1 0 0 0 0,0-1 0 0 0,0 0 0 0 0,-1 0 0 0 0,0 0 0 0 0,0-1 0 0 0,0 0 0 0 0,0-1-1 0 0,0 1 1 0 0,-1-1 0 0 0,-12 3 0 0 0,16-5-330 0 0,0 0-100 0 0,-15 4-84 0 0,14-4-117 0 0,3-7-3981 0 0,1 5 4477 0 0,0-1 0 0 0,1 1 0 0 0,-1 0 1 0 0,0 0-1 0 0,0 0 0 0 0,0 0 0 0 0,-1-1 0 0 0,1 2-321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 2828 0 0,'0'0'3561'0'0,"3"-3"-2761"0"0,-3 3-587 0 0,1-1 0 0 0,-1 1 1 0 0,1-1-1 0 0,0 1 0 0 0,-1-1 1 0 0,1 1-1 0 0,0-1 0 0 0,-1 1 0 0 0,1-1 1 0 0,0 1-1 0 0,-1 0 0 0 0,1-1 1 0 0,0 1-1 0 0,0 0 0 0 0,-1 0 1 0 0,1 0-1 0 0,0-1 0 0 0,0 1 1 0 0,0 0-1 0 0,-1 0 0 0 0,1 0 1 0 0,0 0-1 0 0,0 0 0 0 0,0 1 0 0 0,-1-1 1 0 0,1 0-1 0 0,1 1 0 0 0,2 12-246 0 0,-1-9 211 0 0,6 11-21 0 0,-7-11-22 0 0,11 14 84 0 0,-10-15-107 0 0,-3-2-107 0 0,0-1 1 0 0,0 1-1 0 0,0-1 0 0 0,0 1 1 0 0,1-1-1 0 0,-1 1 1 0 0,0-1-1 0 0,0 1 1 0 0,1-1-1 0 0,-1 1 1 0 0,0-1-1 0 0,1 1 0 0 0,-1-1 1 0 0,0 0-1 0 0,1 1 1 0 0,-1-1-1 0 0,0 0 1 0 0,1 1-1 0 0,-1-1 1 0 0,1 0-1 0 0,-1 1 0 0 0,1-1 1 0 0,-1 0-1 0 0,1 0 1 0 0,-1 1-1 0 0,1-1 1 0 0,0 0-1 0 0,0 0 0 0 0,-1 0 0 0 0,1 1 0 0 0,-1-1 0 0 0,1 0 1 0 0,-1 0-1 0 0,0 1 0 0 0,1-1 0 0 0,-1 0 0 0 0,1 0 0 0 0,-1 1 0 0 0,1-1 1 0 0,-1 1-1 0 0,0-1 0 0 0,1 0 0 0 0,-1 1 0 0 0,0-1 0 0 0,0 1 0 0 0,1-1 1 0 0,-1 1-1 0 0,0-1 0 0 0,0 1 0 0 0,1-1 0 0 0,-1 1 0 0 0,0-1 1 0 0,0 2-1 0 0,1-1 11 0 0,0 1 1 0 0,-1 0-1 0 0,1-1 0 0 0,0 1 1 0 0,0-1-1 0 0,0 1 1 0 0,0-1-1 0 0,1 1 1 0 0,-1-1-1 0 0,0 0 1 0 0,4 3-1 0 0,-5-4 3 0 0,3 4 105 0 0,0 0 21 0 0,7 14-2 0 0,-7-14-11 0 0,-1 0 12 0 0,2 7 154 0 0,-1 0 0 0 0,0 0 0 0 0,2 23 0 0 0,-5-29-150 0 0,-1-1-101 0 0,-6 13-19 0 0,5-12-14 0 0,-1-2 18 0 0,-2 2-413 0 0,0-1 1 0 0,-1 0 0 0 0,0 0-1 0 0,0 0 1 0 0,0-1 0 0 0,0 1 0 0 0,-11 3-1 0 0,12-6-524 0 0,-16-11-4211 0 0,19 7 2364 0 0,-11-13-1972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64 2760 0 0,'3'-3'1269'0'0,"-3"3"-1208"0"0,4-6 301 0 0,0 1 1 0 0,1 1-1 0 0,-1-1 0 0 0,1 0 0 0 0,0 1 0 0 0,0 0 1 0 0,0 0-1 0 0,0 1 0 0 0,1-1 0 0 0,-1 1 0 0 0,1 0 0 0 0,0 1 1 0 0,7-3-1 0 0,-4 4-463 0 0,-1 0 0 0 0,0 0-1 0 0,1 1 1 0 0,-1 0 0 0 0,15 2 0 0 0,-16-1-643 0 0,0 0-1 0 0,0 1 1 0 0,-1 0 0 0 0,1 1-1 0 0,-1-1 1 0 0,9 6 0 0 0,4 3-2560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1 3680 0 0,'0'0'10591'0'0,"1"4"-10261"0"0,2 7-381 0 0,0 1 0 0 0,-1 0 0 0 0,-1-1 0 0 0,0 1 0 0 0,-1 0 0 0 0,0 0 0 0 0,-2 13 0 0 0,2-18-209 0 0,-2 7-1523 0 0,-1 0-1 0 0,0 0 0 0 0,-1 0 0 0 0,-11 25 0 0 0,12-33-3190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17 3928 0 0,'0'-5'1754'0'0,"2"-7"6988"0"0,-1 39-6652 0 0,-1 36-2391 0 0,0-62 648 0 0,-2 58-69 0 0,6 125-2849 0 0,2-160 1016 0 0,-5-20 649 0 0,1-1-92 0 0,7 5 268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2696 0 0,'0'0'7346'0'0,"0"6"-7076"0"0,0 45 822 0 0,0-46-756 0 0,0 0-198 0 0,16 39 448 0 0,-13-40-508 0 0,6 0 5 0 0,6 6 284 0 0,72 10 260 0 0,-81-20-528 0 0,0 1 0 0 0,17 5 3 0 0,-17-5 21 0 0,-1 1 11 0 0,41 20 514 0 0,-41-20-512 0 0,-5 0-101 0 0,1 0 0 0 0,0-1 0 0 0,0 1-1 0 0,1-1 1 0 0,-1 1 0 0 0,0-1 0 0 0,0 1 0 0 0,1-1 0 0 0,-1 0 0 0 0,4 2-1 0 0,-2 1 154 0 0,-1 0-48 0 0,6 15 45 0 0,-6-14 0 0 0,-2 0 3 0 0,-3 48 358 0 0,2-48-472 0 0,-1 1-22 0 0,-1 1-149 0 0,0-1-1 0 0,0 1 1 0 0,-1 0 0 0 0,0-1 0 0 0,0 0 0 0 0,-1 0-1 0 0,0 0 1 0 0,0 0 0 0 0,0-1 0 0 0,-11 9-1 0 0,13-12-462 0 0,-2-1-120 0 0,-15 6-75 0 0,15-5-54 0 0,-1-3-754 0 0,-19-2 593 0 0,19 2-260 0 0,2-2-140 0 0,-1 1 900 0 0,-15-13-2859 0 0,4-1-726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1 102 2816 0 0,'0'0'1232'0'0,"2"-3"-127"0"0,4-4-682 0 0,1 1 1 0 0,-1 0-1 0 0,1 0 0 0 0,0 0 1 0 0,1 1-1 0 0,-1 0 0 0 0,1 0 1 0 0,0 1-1 0 0,0 0 0 0 0,1 0 1 0 0,-1 1-1 0 0,16-4 0 0 0,7-1-679 0 0,1 1-1 0 0,43-3 0 0 0,-8 5-5834 0 0,-61 5 2336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89 0 2720 0 0,'0'0'3133'0'0,"-2"5"-2412"0"0,-6 11-112 0 0,6-12-40 0 0,-1 0-68 0 0,-7 9-134 0 0,0 1 1 0 0,1 0-1 0 0,1 1 1 0 0,0 0-1 0 0,1 0 0 0 0,1 1 1 0 0,-7 24-1 0 0,12-35-253 0 0,2-4-101 0 0,-1 1 0 0 0,0 0 0 0 0,1 0-1 0 0,-1 0 1 0 0,0 0 0 0 0,0 0 0 0 0,0 0 0 0 0,0-1-1 0 0,0 1 1 0 0,-1 0 0 0 0,1 0 0 0 0,-2 3-1 0 0,2-1 15 0 0,-1 2 56 0 0,4-1-19 0 0,-2-2-54 0 0,0 1 1 0 0,0-1 0 0 0,1 1 0 0 0,0 0 0 0 0,0-1 0 0 0,0 1 0 0 0,0-1 0 0 0,0 1 0 0 0,1-1 0 0 0,0 0-1 0 0,-1 0 1 0 0,1 0 0 0 0,0-1 0 0 0,1 1 0 0 0,-1 0 0 0 0,0-1 0 0 0,1 0 0 0 0,-1 0 0 0 0,1 0 0 0 0,-1-1 0 0 0,1 1 0 0 0,0-1 0 0 0,0 1 0 0 0,0-1 0 0 0,0-1-1 0 0,7 2 1 0 0,-2-2 12 0 0,-3 1 134 0 0,1-1 0 0 0,-1 0 1 0 0,0 0-1 0 0,1-1 0 0 0,-1 1 0 0 0,0-1 0 0 0,0-1 0 0 0,1 1 0 0 0,-1-1 1 0 0,0 0-1 0 0,0 0 0 0 0,-1-1 0 0 0,1 0 0 0 0,0 0 0 0 0,7-5 0 0 0,11-21 686 0 0,-22 26-645 0 0,0-2-32 0 0,4-16-47 0 0,-5 16-35 0 0,-2-1-20 0 0,0 1-73 0 0,1 1-75 0 0,0-1 1 0 0,-1 1-1 0 0,1 0 0 0 0,-1-1 0 0 0,0 1 0 0 0,-1 0 1 0 0,1 0-1 0 0,-1 0 0 0 0,0 0 0 0 0,0 0 1 0 0,0 0-1 0 0,0 0 0 0 0,-1 0 0 0 0,0 1 1 0 0,1 0-1 0 0,-1-1 0 0 0,0 1 0 0 0,-1 0 1 0 0,1 0-1 0 0,-1 1 0 0 0,-5-5 0 0 0,-9 3-2251 0 0,0 0 0 0 0,-25-2-1 0 0,38 6-264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68 1 4356 0 0,'8'0'1523'0'0,"38"3"987"0"0,-35-2-2283 0 0,-1 1-1 0 0,1 1 0 0 0,0 0 0 0 0,-1 0 0 0 0,0 1 0 0 0,0 0 1 0 0,0 1-1 0 0,0 0 0 0 0,-1 1 0 0 0,1-1 0 0 0,-2 2 0 0 0,1 0 1 0 0,-1 0-1 0 0,0 0 0 0 0,0 1 0 0 0,-1 0 0 0 0,0 1 1 0 0,0-1-1 0 0,-1 1 0 0 0,0 1 0 0 0,8 18 0 0 0,-6-6-159 0 0,-1-1-1 0 0,-2 1 0 0 0,0 0 1 0 0,-1 1-1 0 0,-1-1 0 0 0,-2 1 0 0 0,0-1 1 0 0,-1 1-1 0 0,-1 0 0 0 0,-1-1 1 0 0,-1 1-1 0 0,-8 25 0 0 0,-4 10-498 0 0,-2-2-1 0 0,-4 0 0 0 0,-38 76 0 0 0,33-80-1503 0 0,-3-2 0 0 0,-1 0-1 0 0,-69 81 1 0 0,56-83-2775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329 0 3176 0 0,'-6'2'1284'0'0,"-4"0"-915"0"0,0 1 1 0 0,-1 0 0 0 0,1 0-1 0 0,0 1 1 0 0,1 1 0 0 0,-1 0 0 0 0,1 0-1 0 0,0 1 1 0 0,-9 7 0 0 0,4-1-17 0 0,0 0 1 0 0,0 2 0 0 0,2-1-1 0 0,-20 28 1 0 0,13-13-126 0 0,2 1 0 0 0,1 1 0 0 0,1 0 0 0 0,2 1 1 0 0,-15 51-1 0 0,22-59-157 0 0,1 0 0 0 0,0 0 0 0 0,2 0 1 0 0,1 0-1 0 0,0 1 0 0 0,2-1 0 0 0,4 38 1 0 0,-1-44-60 0 0,0-1 1 0 0,2 0-1 0 0,-1 0 1 0 0,2 0-1 0 0,0-1 1 0 0,1 0 0 0 0,0 0-1 0 0,2 0 1 0 0,-1-1-1 0 0,2-1 1 0 0,16 20-1 0 0,-7-13-216 0 0,0-2-1 0 0,1 0 0 0 0,1-1 0 0 0,1-1 0 0 0,0-1 0 0 0,1-1 0 0 0,36 16 1 0 0,-30-18-1337 0 0,0-1 0 0 0,0-1 0 0 0,45 8 0 0 0,-41-12-2631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3612 0 0,'0'0'10119'0'0,"0"5"-9976"0"0,3 52 92 0 0,12 204-3216 0 0,-10-162-2862 0 0,-3-65 598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25 101 4872 0 0,'0'0'5540'0'0,"-4"-2"-5149"0"0,-12-3-135 0 0,12 4 238 0 0,7-3-389 0 0,70-56 729 0 0,-71 58-718 0 0,3-1 4 0 0,11-8-1 0 0,-12 9 127 0 0,-1 0-140 0 0,19-6 1027 0 0,-21 7-1103 0 0,0 1 1 0 0,0 0 0 0 0,0 0-1 0 0,0 0 1 0 0,0 0 0 0 0,0 0-1 0 0,0 0 1 0 0,0 0 0 0 0,0 1-1 0 0,0-1 1 0 0,0 0 0 0 0,0 0-1 0 0,0 1 1 0 0,0-1 0 0 0,0 1-1 0 0,0-1 1 0 0,-1 1 0 0 0,1-1-1 0 0,0 1 1 0 0,0-1-1 0 0,0 1 1 0 0,-1 0 0 0 0,1 0-1 0 0,0-1 1 0 0,-1 1 0 0 0,1 0-1 0 0,1 1 1 0 0,6 18 153 0 0,0 1-1 0 0,-2-1 1 0 0,0 1 0 0 0,-1 0-1 0 0,3 29 1 0 0,-6-41-175 0 0,22 107-3299 0 0,-23-112 2389 0 0,-1-4 848 0 0,0 1 0 0 0,1-1 0 0 0,-1 1 0 0 0,1-1 0 0 0,-1 1 0 0 0,0-1 0 0 0,0 1 0 0 0,1 0 0 0 0,-1-1-1 0 0,0 1 1 0 0,0-1 0 0 0,0 1 0 0 0,1 0 0 0 0,-1-1 0 0 0,0 1 0 0 0,0 0 0 0 0,0-1 0 0 0,0 1 0 0 0,0-1-1 0 0,0 1 1 0 0,-1 1 0 0 0,1 4-1184 0 0,2 2-4075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0 175 2932 0 0,'0'0'3637'0'0,"4"-31"-2553"0"0,17 7-1032 0 0,3 1-440 0 0,4-2-456 0 0,-10 12 220 0 0,1-1-193 0 0,0-1 13 0 0,0 0-552 0 0,-1 0-1476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37 1572 0 0,'3'-3'1154'0'0,"-1"0"-1527"0"0,17-21 6010 0 0,-17 18-2518 0 0,-13 12-3112 0 0,8-4 360 0 0,4 4-322 0 0,3 6-17 0 0,1-1 1 0 0,0 1 0 0 0,1-1-1 0 0,0 0 1 0 0,1-1 0 0 0,0 1 0 0 0,1-1-1 0 0,11 12 1 0 0,9 13 60 0 0,-26-32-2 0 0,-1 2-16 0 0,8 33 55 0 0,-8-35-141 0 0,-1 0 0 0 0,0-1-1 0 0,0 1 1 0 0,0 0 0 0 0,0 0 0 0 0,0 0 0 0 0,-1-1 0 0 0,1 1-1 0 0,-1 0 1 0 0,0-1 0 0 0,0 1 0 0 0,0 0 0 0 0,0-1 0 0 0,0 1-1 0 0,0-1 1 0 0,-3 3 0 0 0,-24 24-984 0 0,25-26 507 0 0,-1-1-177 0 0,-15 8-160 0 0,14-7-214 0 0,0-4-2709 0 0,-21-3-325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1 178 3000 0 0,'14'-25'2032'0'0,"5"-1"-743"0"0,0 0-569 0 0,7 1-560 0 0,1-1-452 0 0,-1 1-1269 0 0,0 1-739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20 268 3700 0 0,'0'0'2687'0'0,"-4"-2"-1731"0"0,1 1-1069 0 0,-9-6 1629 0 0,12 6-1450 0 0,0 0-1 0 0,1 0 0 0 0,-1 0 0 0 0,1 0 0 0 0,-1 0 0 0 0,1 0 0 0 0,0 0 0 0 0,-1 0 0 0 0,1 0 0 0 0,0 0 0 0 0,0 1 0 0 0,-1-1 0 0 0,1 0 1 0 0,0 0-1 0 0,0 1 0 0 0,0-1 0 0 0,0 1 0 0 0,0-1 0 0 0,0 1 0 0 0,0-1 0 0 0,0 1 0 0 0,0-1 0 0 0,2 1 0 0 0,276-113-531 0 0,-145 64-1075 0 0,13-10-2970 0 0,-101 41 761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141 53 2620 0 0,'0'0'2573'0'0,"0"-4"-1631"0"0,-4-13-182 0 0,3 13 777 0 0,-1 1-1232 0 0,-1 1-155 0 0,0 0 0 0 0,1-1-1 0 0,-1 1 1 0 0,0 0 0 0 0,0 1 0 0 0,0-1 0 0 0,0 0 0 0 0,0 1 0 0 0,-5-2 0 0 0,4 2 316 0 0,4 1-451 0 0,-1 0-1 0 0,1 0 1 0 0,-1 0-1 0 0,1 0 0 0 0,-1 0 1 0 0,1 0-1 0 0,-1 0 1 0 0,1 0-1 0 0,0 0 0 0 0,-1 0 1 0 0,1 0-1 0 0,-1 0 1 0 0,1 0-1 0 0,-1 0 1 0 0,1 0-1 0 0,0 1 0 0 0,-1-1 1 0 0,1 0-1 0 0,-1 0 1 0 0,1 1-1 0 0,0-1 0 0 0,-1 0 1 0 0,1 1-1 0 0,-1 0 1 0 0,-11 3 316 0 0,-7 9 215 0 0,19-12-538 0 0,0-1 0 0 0,0 1 0 0 0,0-1 1 0 0,-1 1-1 0 0,1-1 0 0 0,0 1 0 0 0,0-1 0 0 0,-1 1 0 0 0,1-1 1 0 0,0 0-1 0 0,-1 1 0 0 0,1-1 0 0 0,0 1 0 0 0,-1-1 1 0 0,1 0-1 0 0,-1 1 0 0 0,1-1 0 0 0,0 0 0 0 0,-1 1 1 0 0,1-1-1 0 0,-1 0 0 0 0,1 0 0 0 0,-1 0 0 0 0,1 1 1 0 0,-1-1-1 0 0,0 0 0 0 0,0 0-1 0 0,1 0 0 0 0,-1 0-1 0 0,1 0 1 0 0,-1 1 0 0 0,1-1 0 0 0,-1 0 0 0 0,1 0-1 0 0,-1 0 1 0 0,1 1 0 0 0,-1-1 0 0 0,1 0 0 0 0,-1 1-1 0 0,1-1 1 0 0,0 0 0 0 0,-1 1 0 0 0,1-1 0 0 0,0 1-1 0 0,-1-1 1 0 0,1 0 0 0 0,0 1 0 0 0,-1-1-1 0 0,1 1 1 0 0,0-1 0 0 0,0 1 0 0 0,0-1 0 0 0,-1 2-1 0 0,1-2 1 0 0,0 1-1 0 0,0-1 0 0 0,0 1 1 0 0,0-1-1 0 0,0 1 0 0 0,0 0 0 0 0,0-1 1 0 0,-1 1-1 0 0,1-1 0 0 0,0 1 0 0 0,0-1 1 0 0,-1 1-1 0 0,1-1 0 0 0,0 0 0 0 0,-1 1 1 0 0,1-1-1 0 0,0 1 0 0 0,-1-1 0 0 0,1 1 1 0 0,0-1-1 0 0,-1 0 0 0 0,1 1 1 0 0,-1-1-1 0 0,-12 16 93 0 0,5 1-68 0 0,6-12-6 0 0,1-1-27 0 0,-1 14-12 0 0,1-14-23 0 0,3 0-155 0 0,6 12 59 0 0,-6-11 5 0 0,-1-5-13 0 0,-1 0 135 0 0,1 0 1 0 0,-1 0-1 0 0,0 0 1 0 0,1 0-1 0 0,-1 0 1 0 0,1 0-1 0 0,-1 0 1 0 0,0 0-1 0 0,1 0 0 0 0,-1 0 1 0 0,1 0-1 0 0,-1 1 1 0 0,0-1-1 0 0,1 0 1 0 0,-1 0-1 0 0,0 1 1 0 0,1-1-1 0 0,-1 0 0 0 0,0 0 1 0 0,1 1-1 0 0,-1-1 1 0 0,0 0-1 0 0,0 1 1 0 0,1-1-1 0 0,-1 0 1 0 0,0 1-1 0 0,0-1 1 0 0,1 1-1 0 0,-1 0-11 0 0,0 0 0 0 0,1-1 0 0 0,-1 1 0 0 0,0-1 0 0 0,1 1 0 0 0,-1 0 0 0 0,1-1 1 0 0,-1 1-1 0 0,1-1 0 0 0,-1 1 0 0 0,1-1 0 0 0,-1 0 0 0 0,1 1 0 0 0,0-1 0 0 0,-1 1 0 0 0,1-1 0 0 0,0 0 0 0 0,-1 0 0 0 0,1 1 0 0 0,0-1 0 0 0,-1 0 0 0 0,1 0 0 0 0,0 0 0 0 0,-1 0 1 0 0,1 0-1 0 0,0 0 0 0 0,1 0 0 0 0,18 1-74 0 0,-15 0 28 0 0,0-3-23 0 0,14-5 52 0 0,-14 6 10 0 0,-2-1 3 0 0,20-16 16 0 0,-19 11 17 0 0,-3 3-4 0 0,1 0 73 0 0,0 0-31 0 0,0-5 28 0 0,0 1-1 0 0,-1-1 1 0 0,0 0-1 0 0,0-12 41 0 0,-2 16-74 0 0,-17-37 169 0 0,16 38-184 0 0,-2 3-25 0 0,-14-3-2 0 0,14 3-7 0 0,-4 8 12 0 0,-5 3 8 0 0,5 2-15 0 0,7-11 0 0 0,0 1-1 0 0,0-1 1 0 0,0 0-1 0 0,1 0 1 0 0,-1 0-1 0 0,1 1 1 0 0,-1-1-1 0 0,1 0 0 0 0,-1 1 1 0 0,1-1-1 0 0,0 0 1 0 0,-1 1-1 0 0,1 2 1 0 0,0 0-1 0 0,-1 0 5 0 0,0 2-12 0 0,0 14 3 0 0,1-14-10 0 0,2-2-5 0 0,19 31-324 0 0,-18-32 214 0 0,1-1-10 0 0,42 13-482 0 0,-40-14 522 0 0,-1-2-39 0 0,40-14 60 0 0,-41 13 102 0 0,3-4 10 0 0,-6 5-22 0 0,-1 1 0 0 0,1 0-1 0 0,0 0 1 0 0,-1-1 0 0 0,1 1-1 0 0,-1-1 1 0 0,1 1 0 0 0,-1 0-1 0 0,1-1 1 0 0,-1 1-1 0 0,1-1 1 0 0,-1 1 0 0 0,1-1-1 0 0,-1 0 1 0 0,0 1 0 0 0,1-1-1 0 0,-1 1 1 0 0,0-1-1 0 0,1 0 1 0 0,-1 1 0 0 0,0-1-1 0 0,0 1 1 0 0,0-2 0 0 0,2-3 47 0 0,-1 0-1 0 0,0 0 1 0 0,0 0 0 0 0,-1 0 0 0 0,1 0 0 0 0,-1 0 0 0 0,-1-9 0 0 0,0 8 33 0 0,-1 3-41 0 0,-6-9-9 0 0,6 9 30 0 0,-2 1-28 0 0,-10-6 10 0 0,11 5 102 0 0,-3 4-122 0 0,-16 0-12 0 0,17-1 3 0 0,-17 15 86 0 0,18-12-107 0 0,-15 29 21 0 0,17-28-26 0 0,1 1-4 0 0,1 0-17 0 0,1 0 0 0 0,-1 0 0 0 0,1 0 1 0 0,0-1-1 0 0,0 1 0 0 0,0 0 0 0 0,1-1 0 0 0,-1 1 0 0 0,1-1 0 0 0,1 1 0 0 0,-1-1 0 0 0,5 8 0 0 0,-4-10-97 0 0,-2-2-33 0 0,1 1 135 0 0,0-1-1 0 0,-1 0 1 0 0,1 1-1 0 0,-1-1 1 0 0,0 1-1 0 0,1-1 1 0 0,-1 1-1 0 0,1-1 1 0 0,-1 1-1 0 0,3 2 1 0 0,-1-1-23 0 0,2 0-74 0 0,0-2-103 0 0,18 0 185 0 0,-18 0 37 0 0,14-10-23 0 0,-15 8 45 0 0,-2 0 27 0 0,0 0-19 0 0,-1-1 1 0 0,1 1-1 0 0,-1 0 1 0 0,0 0-1 0 0,0-1 1 0 0,0 1-1 0 0,0-1 1 0 0,0 1-1 0 0,0-1 1 0 0,-1 1-1 0 0,1-1 1 0 0,-1 1-1 0 0,0-1 1 0 0,0-3-1 0 0,0 1 107 0 0,-11-13-32 0 0,8 15-34 0 0,0 1-37 0 0,-1 1-22 0 0,-1-1 1 0 0,1 1-1 0 0,-1 0 1 0 0,1 1-1 0 0,-1-1 1 0 0,1 1-1 0 0,-9 0 0 0 0,8 1 46 0 0,1 1-14 0 0,-2 3-43 0 0,-1 0 1 0 0,2 0 0 0 0,-1 1 0 0 0,0 0-1 0 0,1 0 1 0 0,-6 9 0 0 0,9-11 46 0 0,2 1-50 0 0,0 16-9 0 0,0-16-20 0 0,0-4-6 0 0,1 0 24 0 0,-1 0 1 0 0,1 0-1 0 0,-1-1 0 0 0,1 1 1 0 0,-1 0-1 0 0,1 0 0 0 0,0-1 0 0 0,-1 1 1 0 0,1 0-1 0 0,0-1 0 0 0,0 1 1 0 0,-1-1-1 0 0,1 1 0 0 0,0-1 0 0 0,0 1 1 0 0,0-1-1 0 0,0 0 0 0 0,0 1 1 0 0,0-1-1 0 0,0 0 0 0 0,-1 0 0 0 0,1 1 1 0 0,2-1-1 0 0,24 1-140 0 0,-22-1 171 0 0,-1-2 9 0 0,11-6-23 0 0,-11 6 74 0 0,-2 0-17 0 0,0 0-10 0 0,0 1 0 0 0,-1-1-1 0 0,1 0 1 0 0,-1 0 0 0 0,1 0 0 0 0,-1 0-1 0 0,0 0 1 0 0,0 0 0 0 0,0 0 0 0 0,0 0-1 0 0,0-1 1 0 0,0 1 0 0 0,-1 0 0 0 0,1-1-1 0 0,0-3 1 0 0,-1 5-48 0 0,-1 1-1 0 0,1-1 1 0 0,0 0-1 0 0,-1 0 1 0 0,1 0-1 0 0,0 1 1 0 0,-1-1-1 0 0,1 0 1 0 0,-1 1-1 0 0,1-1 1 0 0,-1 0-1 0 0,1 1 1 0 0,-1-1-1 0 0,0 1 1 0 0,1-1-1 0 0,-1 1 1 0 0,0-1-1 0 0,1 1 1 0 0,-1-1-1 0 0,0 1 1 0 0,0 0 0 0 0,1-1-1 0 0,-1 1 1 0 0,0 0-1 0 0,0 0 1 0 0,0 0-1 0 0,1 0 1 0 0,-1-1-1 0 0,0 1 1 0 0,0 0-1 0 0,-1 0 1 0 0,-18 0 44 0 0,15 0-69 0 0,2 2-839 0 0,0-1 334 0 0,-5 3 558 0 0,1 4-6599 0 0,-7 10 1702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59 87 3276 0 0,'0'0'5382'0'0,"-2"4"-5006"0"0,-4 13-3 0 0,5-13 1431 0 0,-4-5-1597 0 0,-16-5 390 0 0,14-17-314 0 0,8 18-278 0 0,-1-1-6 0 0,0-1-1 0 0,16-22 8 0 0,-14 26-3 0 0,0 0 0 0 0,0 0 0 0 0,1 0-1 0 0,-1 0 1 0 0,1 1 0 0 0,0-1-1 0 0,0 1 1 0 0,-1 0 0 0 0,2 0 0 0 0,-1 0-1 0 0,4-2 1 0 0,-6 3-3 0 0,2-1-15 0 0,2 3-30 0 0,-2-1 55 0 0,0 0 0 0 0,0 1-1 0 0,0-1 1 0 0,0 1 0 0 0,0 0 0 0 0,0-1-1 0 0,0 1 1 0 0,0 1 0 0 0,-1-1-1 0 0,1 0 1 0 0,0 1 0 0 0,-1-1 0 0 0,1 1-1 0 0,-1 0 1 0 0,0 0 0 0 0,1 0 0 0 0,-1 0-1 0 0,0 0 1 0 0,0 1 0 0 0,0-1 0 0 0,-1 0-1 0 0,1 1 1 0 0,-1 0 0 0 0,3 4-1 0 0,19 53 54 0 0,-17-41-44 0 0,-4 1-15 0 0,-1-5 6 0 0,-1-12-9 0 0,1 16 17 0 0,-1 0-1 0 0,0 0 1 0 0,-2 0-1 0 0,-4 26 1 0 0,-6 0 22 0 0,9-38-38 0 0,-5 9 24 0 0,0-3 5 0 0,0 0 1 0 0,-16 17 0 0 0,20-26-12 0 0,-1-4-9 0 0,-19 4-13 0 0,22-4-2 0 0,1 0 0 0 0,-1-1 1 0 0,1 1-1 0 0,-1-1 0 0 0,1 0 1 0 0,-1 0-1 0 0,1 1 0 0 0,0-1 1 0 0,-1 0-1 0 0,1 0 0 0 0,0 0 1 0 0,-2-3-1 0 0,1 3-4 0 0,-2-2-28 0 0,1-2-5 0 0,-31-59-37 0 0,32 59 80 0 0,1 1-26 0 0,-3-16-20 0 0,4 20 46 0 0,0-1-1 0 0,0 1 1 0 0,1-1-1 0 0,-1 1 0 0 0,0 0 1 0 0,0-1-1 0 0,0 1 0 0 0,1 0 1 0 0,-1-1-1 0 0,0 1 0 0 0,1 0 1 0 0,-1 0-1 0 0,0-1 0 0 0,0 1 1 0 0,1 0-1 0 0,-1 0 0 0 0,1-1 1 0 0,-1 1-1 0 0,0 0 1 0 0,1 0-1 0 0,-1 0 0 0 0,0 0 1 0 0,1 0-1 0 0,-1-1 0 0 0,1 1 1 0 0,-1 0-1 0 0,1 0 0 0 0,9-6-30 0 0,-5 7 30 0 0,16 6 6 0 0,11 4 26 0 0,-27-9-81 0 0,0 0-68 0 0,16 6-62 0 0,-16-6-71 0 0,1-1-39 0 0,2 2-102 0 0,0-1 0 0 0,0 0 0 0 0,0-1 0 0 0,1 1 1 0 0,-1-2-1 0 0,1 1 0 0 0,-1-1 0 0 0,17-2 0 0 0,-18 0-283 0 0,1 0 0 0 0,-1 0 0 0 0,1-1 1 0 0,-1 1-1 0 0,0-2 0 0 0,0 1 0 0 0,9-7 1 0 0,9-7-2190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73 57 2632 0 0,'0'0'991'0'0,"0"-5"-232"0"0,-1-17 82 0 0,1 16 919 0 0,-2 2-1342 0 0,-7-15 1266 0 0,4 20-1470 0 0,-20 0 287 0 0,11 19 139 0 0,14-19-616 0 0,0 1 1 0 0,0-1 0 0 0,-1 1 0 0 0,1-1 0 0 0,0 1 0 0 0,-1-1 0 0 0,0 0-1 0 0,1 1 1 0 0,-1-1 0 0 0,0 0 0 0 0,1 1 0 0 0,-3 0 0 0 0,1 2 30 0 0,0 0 97 0 0,1 2-23 0 0,-2 17-20 0 0,2-17-53 0 0,1-1-57 0 0,0 17 54 0 0,0-16 9 0 0,1-2-23 0 0,4 16-44 0 0,-4-15-53 0 0,2-1-45 0 0,0 0 10 0 0,1-1 0 0 0,0 1 0 0 0,0 0 0 0 0,0-1-1 0 0,9 6 1 0 0,-10-7-47 0 0,3-2-193 0 0,16 1 210 0 0,-16-1 55 0 0,-2-1 18 0 0,12-3 22 0 0,-12 3 19 0 0,-3 0 20 0 0,1 1-1 0 0,-1-1 1 0 0,0 1 0 0 0,0-1 0 0 0,1 0-1 0 0,-1 1 1 0 0,0-1 0 0 0,0 0 0 0 0,0 0 0 0 0,0 0-1 0 0,0 0 1 0 0,2-2 0 0 0,-3 3 16 0 0,4-3 155 0 0,-3 1-143 0 0,-1 0 0 0 0,1 1-1 0 0,0-1 1 0 0,0 0 0 0 0,0 0 0 0 0,1 1-1 0 0,-1-1 1 0 0,0 1 0 0 0,3-3 0 0 0,-1 0 178 0 0,-2 0-4 0 0,0-47 600 0 0,-2 46-654 0 0,0-1-23 0 0,-6-16-10 0 0,5 17-20 0 0,0 1-24 0 0,-6-16 39 0 0,7 19-142 0 0,1 0-1 0 0,-1 0 0 0 0,1 0 0 0 0,-1 0 0 0 0,1 0 1 0 0,-1 0-1 0 0,0 0 0 0 0,0 0 0 0 0,1 0 0 0 0,-1 0 0 0 0,0 0 1 0 0,0 0-1 0 0,0 1 0 0 0,0-1 0 0 0,0 0 0 0 0,0 0 1 0 0,0 1-1 0 0,0-1 0 0 0,0 1 0 0 0,0-1 0 0 0,-1 1 0 0 0,1 0 1 0 0,-2-1-1 0 0,-17 5-190 0 0,15-3-72 0 0,5 0 259 0 0,0 0 0 0 0,0-1-1 0 0,0 1 1 0 0,0 0 0 0 0,0-1-1 0 0,0 1 1 0 0,0-1 0 0 0,0 1-1 0 0,0 0 1 0 0,-1-1 0 0 0,1 1-1 0 0,0 0 1 0 0,0-1 0 0 0,-1 1-1 0 0,1-1 1 0 0,0 1 0 0 0,-1-1-1 0 0,1 1 1 0 0,-1-1 0 0 0,0 1-1 0 0,-9 16-614 0 0,6-1 132 0 0,2-13-75 0 0,2 4-105 0 0,4 51-4431 0 0,-2-52 1597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3040 0 0,'0'0'6694'0'0,"0"5"-6446"0"0,23 77 398 0 0,-22-78-618 0 0,1 3-83 0 0,32 107-4514 0 0,-33-109 2345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 91 2240 0 0,'0'0'8506'0'0,"-4"-1"-8259"0"0,3 0-189 0 0,-1 1 0 0 0,0-1-1 0 0,0 0 1 0 0,1 1 0 0 0,-1-1 0 0 0,0 0 0 0 0,1 0-1 0 0,-1 0 1 0 0,1 0 0 0 0,-1 0 0 0 0,1-1 0 0 0,0 1-1 0 0,-1 0 1 0 0,1-1 0 0 0,0 1 0 0 0,0-1 0 0 0,0 1-1 0 0,0-1 1 0 0,-1-2 0 0 0,0 0 208 0 0,3-1-217 0 0,3-14-18 0 0,-3 14 16 0 0,1 1-33 0 0,0 1-24 0 0,1 1-1 0 0,-1-1 0 0 0,0 1 0 0 0,1 0 0 0 0,-1-1 0 0 0,1 1 0 0 0,0 0 0 0 0,0 0 0 0 0,-1 1 0 0 0,5-3 0 0 0,-3 3 30 0 0,1 2 9 0 0,0 2-30 0 0,0-1 1 0 0,-1 0-1 0 0,1 1 0 0 0,0 0 0 0 0,-1 0 1 0 0,0 1-1 0 0,1-1 0 0 0,-1 1 1 0 0,-1 0-1 0 0,1 0 0 0 0,0 0 0 0 0,-1 0 1 0 0,0 1-1 0 0,3 4 0 0 0,-2 0 16 0 0,0-1 0 0 0,-1 1 0 0 0,0 0-1 0 0,0 1 1 0 0,-1-1 0 0 0,0 0 0 0 0,0 1 0 0 0,-1-1-1 0 0,0 1 1 0 0,-1-1 0 0 0,0 1 0 0 0,-1-1 0 0 0,0 1 0 0 0,0-1-1 0 0,-1 0 1 0 0,0 1 0 0 0,-6 14 0 0 0,-25 36 53 0 0,31-56-3 0 0,1-3-64 0 0,1-1 1 0 0,0 1-1 0 0,-1-1 1 0 0,1 0-1 0 0,0 1 1 0 0,-1-1-1 0 0,1 1 1 0 0,0-1-1 0 0,-1 0 1 0 0,1 1 0 0 0,-1-1-1 0 0,1 0 1 0 0,-1 1-1 0 0,1-1 1 0 0,-1 0-1 0 0,1 0 1 0 0,-1 0-1 0 0,1 0 1 0 0,-1 1 0 0 0,0-1-1 0 0,0 0 1 0 0,0 0 0 0 0,1 0 1 0 0,0 0 0 0 0,-1 0-1 0 0,1 0 1 0 0,-1 0 0 0 0,1 0 0 0 0,-1 1-1 0 0,1-1 1 0 0,-1 0 0 0 0,1 0-1 0 0,-1 0 1 0 0,1 1 0 0 0,0-1-1 0 0,-1 0 1 0 0,1 0 0 0 0,-1 1-1 0 0,1-1 1 0 0,0 0 0 0 0,-1 1-1 0 0,1-1 1 0 0,0 1 0 0 0,-1-1-1 0 0,1 1 1 0 0,0-1-1 0 0,0 0 0 0 0,0-1 0 0 0,-1 1-1 0 0,1 0 1 0 0,0 0 0 0 0,0-1 0 0 0,0 1 0 0 0,0 0 0 0 0,-1 0-1 0 0,1-1 1 0 0,0 1 0 0 0,0 0 0 0 0,0 0 0 0 0,-1 0 0 0 0,1-1-1 0 0,0 1 1 0 0,0 0 0 0 0,-1 0 0 0 0,1 0 0 0 0,0 0-1 0 0,0-1 1 0 0,-1 1 0 0 0,1 0 0 0 0,0 0 0 0 0,-1 0 0 0 0,1 0-1 0 0,0 0 1 0 0,0 0 0 0 0,-1 0 0 0 0,1 0 0 0 0,0 0 0 0 0,-1 0-1 0 0,1 0 1 0 0,-1 0-4 0 0,0 0-1 0 0,1 0 1 0 0,-1 0-1 0 0,1 0 1 0 0,-1 0-1 0 0,1 0 1 0 0,-1 0-1 0 0,1 0 1 0 0,-1 0 0 0 0,1-1-1 0 0,-1 1 1 0 0,1 0-1 0 0,-1 0 1 0 0,1-1-1 0 0,-1 1 1 0 0,1 0-1 0 0,-1-1 1 0 0,1 1-1 0 0,0 0 1 0 0,-1-1-1 0 0,1 1 1 0 0,0 0-1 0 0,-1-1 1 0 0,1 1-1 0 0,0-1 1 0 0,-1 1-1 0 0,1-1 1 0 0,0 1 0 0 0,0-1-1 0 0,0 1 1 0 0,-1-1-1 0 0,1 1 1 0 0,0-2-1 0 0,-4-15 8 0 0,4 13 20 0 0,0-1-30 0 0,7-43-16 0 0,-6 43-5 0 0,9 1 28 0 0,-10 3 10 0 0,0 1 0 0 0,1-1 0 0 0,-1 1-1 0 0,1 0 1 0 0,-1-1 0 0 0,1 1 0 0 0,-1-1 0 0 0,1 1 0 0 0,-1 0 0 0 0,1 0-1 0 0,-1-1 1 0 0,1 1 0 0 0,-1 0 0 0 0,1 0 0 0 0,0 0 0 0 0,-1-1 0 0 0,1 1-1 0 0,0 0 1 0 0,-1 0 0 0 0,1 0 0 0 0,-1 0 0 0 0,1 0 0 0 0,0 0 0 0 0,-1 0-1 0 0,1 0 1 0 0,-1 1 0 0 0,1-1 0 0 0,1 0 0 0 0,20 4 89 0 0,-17-4-16 0 0,0 2 1 0 0,11 5 32 0 0,-12-6-36 0 0,0 1-27 0 0,12 6-22 0 0,-12-6-3 0 0,1 0-5 0 0,12 5-38 0 0,-12-5-37 0 0,-1 0 7 0 0,13 3-52 0 0,-12-4-74 0 0,1 0-390 0 0,17 1 133 0 0,-17-1-91 0 0,-2-2-110 0 0,8-3-1210 0 0,1-1 1 0 0,-1 0-1 0 0,13-7 1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0 2520 0 0,'0'0'4878'0'0,"-4"2"-4362"0"0,-13 4-69 0 0,13-4 551 0 0,4-1-964 0 0,0 1-1 0 0,0-1 1 0 0,-1 0 0 0 0,1 0 0 0 0,-1 1-1 0 0,1-1 1 0 0,-1 0 0 0 0,1 0-1 0 0,-1 0 1 0 0,0 0 0 0 0,0 0 0 0 0,-1 2-1 0 0,0-1 46 0 0,0 2 530 0 0,2 1-454 0 0,0 15-11 0 0,0-16 100 0 0,2 0-134 0 0,28 26 246 0 0,-27-28-312 0 0,-3-1-41 0 0,0-1-1 0 0,1 1 0 0 0,-1-1 0 0 0,0 0 0 0 0,1 1 0 0 0,-1-1 0 0 0,0 0 0 0 0,1 1 1 0 0,-1-1-1 0 0,0 0 0 0 0,1 0 0 0 0,-1 1 0 0 0,0-1 0 0 0,1 0 0 0 0,-1 0 0 0 0,1 1 1 0 0,-1-1-1 0 0,0 0 0 0 0,1 0 0 0 0,-1 0 0 0 0,1 0 0 0 0,-1 0 0 0 0,1 0 0 0 0,-1 0 1 0 0,1 0-1 0 0,0 0 1 0 0,-1 0 1 0 0,1 0 0 0 0,-1 0 0 0 0,1 0 0 0 0,-1 0-1 0 0,1 1 1 0 0,-1-1 0 0 0,1 0 0 0 0,-1 0 0 0 0,1 0-1 0 0,-1 0 1 0 0,1 1 0 0 0,-1-1 0 0 0,1 0 0 0 0,-1 1-1 0 0,0-1 1 0 0,1 0 0 0 0,-1 1 0 0 0,1-1 0 0 0,-1 0-1 0 0,0 1 1 0 0,1 0 0 0 0,3 1 65 0 0,70 31 1543 0 0,-57-24-1459 0 0,-13-7 182 0 0,-3-2-329 0 0,-1 0 0 0 0,0 1 0 0 0,0-1 1 0 0,0 0-1 0 0,0 1 0 0 0,0-1 0 0 0,0 0 0 0 0,0 0 1 0 0,0 1-1 0 0,0-1 0 0 0,0 0 0 0 0,1 0 0 0 0,-1 1 1 0 0,0-1-1 0 0,0 0 0 0 0,0 0 0 0 0,1 1 0 0 0,-1-1 0 0 0,0 0 1 0 0,0 0-1 0 0,1 0 0 0 0,-1 0 0 0 0,0 1 0 0 0,0-1 1 0 0,1 0-1 0 0,-1 0 0 0 0,0 0 0 0 0,0 0 0 0 0,1 0 1 0 0,-1 0-1 0 0,1 0 0 0 0,0 1 22 0 0,-1-1 1 0 0,1 0-1 0 0,0 0 1 0 0,-1 1-1 0 0,1-1 1 0 0,0 1-1 0 0,-1-1 1 0 0,1 0-1 0 0,0 1 1 0 0,-1-1-1 0 0,1 1 0 0 0,-1 0 1 0 0,1-1-1 0 0,-1 1 1 0 0,1-1-1 0 0,-1 1 1 0 0,1 0-1 0 0,-1-1 1 0 0,0 1-1 0 0,1 0 1 0 0,-1 1-1 0 0,1 0 1 0 0,0 1 0 0 0,0 0 0 0 0,-1 0 0 0 0,0 0 0 0 0,1 0 0 0 0,-1-1 1 0 0,0 1-1 0 0,-1 0 0 0 0,1 0 0 0 0,0 0 0 0 0,-1 0 0 0 0,-1 3 0 0 0,1-1 19 0 0,-2-2-1 0 0,-10 13-26 0 0,10-13-36 0 0,-1 1-52 0 0,-15 8 236 0 0,16-10-652 0 0,-1 0-1 0 0,0 0 0 0 0,1-1 1 0 0,-1 1-1 0 0,0-1 0 0 0,0 0 1 0 0,0 0-1 0 0,0 0 0 0 0,-1 0 1 0 0,-7-1-1 0 0,7 0-880 0 0,-9-18-7167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88 3492 0 0,'0'0'3863'0'0,"1"-5"-3334"0"0,5-12-103 0 0,-4 12 210 0 0,2 3-404 0 0,12-8-60 0 0,-12 8-44 0 0,1-1-49 0 0,96-39-4078 0 0,-97 41 1952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93 3432 0 0,'0'0'8817'0'0,"2"-3"-8702"0"0,1-1 63 0 0,-1-1-1 0 0,1 0 1 0 0,-1 0 0 0 0,0-1 0 0 0,-1 1 0 0 0,1 0 0 0 0,-1-1-1 0 0,0 1 1 0 0,0-8 0 0 0,-2 8-70 0 0,-4 11-157 0 0,5-5 48 0 0,-1-1 0 0 0,0 0 0 0 0,0 1 0 0 0,1-1 0 0 0,-1 1 0 0 0,0-1 0 0 0,0 1 0 0 0,1 0 0 0 0,-1-1 0 0 0,1 1 0 0 0,-1 0 0 0 0,0-1 0 0 0,1 1 0 0 0,0 0 0 0 0,-1-1 1 0 0,1 1-1 0 0,-1 0 0 0 0,1 1 0 0 0,-5 16 1 0 0,4-14-18 0 0,1 1-26 0 0,0 20 66 0 0,1-22 3 0 0,6 11-4 0 0,-5-10 5 0 0,1-2-47 0 0,10 8-96 0 0,-10-7 257 0 0,3-3-262 0 0,15 0 158 0 0,-16 0 136 0 0,-3-3-153 0 0,0 0-17 0 0,-1 1 1 0 0,1 0-1 0 0,-1 0 1 0 0,0-1-1 0 0,0 1 0 0 0,0-1 1 0 0,0 1-1 0 0,0-1 1 0 0,-1 1-1 0 0,1-1 0 0 0,-1 1 1 0 0,0-1-1 0 0,0 0 1 0 0,1 1-1 0 0,-2-1 0 0 0,1-3 1 0 0,0 2-11 0 0,-1 0 0 0 0,-3-18 14 0 0,3 20-6 0 0,0 1-1 0 0,0-1 1 0 0,0 0 0 0 0,0 1-1 0 0,1-1 1 0 0,-1 0-1 0 0,0 0 1 0 0,1 0 0 0 0,0 1-1 0 0,-1-4 1 0 0,0 1 4 0 0,0 2-18 0 0,0 0 15 0 0,0 0 0 0 0,0 1 1 0 0,0-1-1 0 0,-1 0 0 0 0,1 1 0 0 0,0-1 1 0 0,-1 1-1 0 0,1-1 0 0 0,-1 1 1 0 0,1 0-1 0 0,-1 0 0 0 0,0 0 1 0 0,0 0-1 0 0,1 0 0 0 0,-1 0 0 0 0,-4-1 1 0 0,6 2 8 0 0,-3-2-4 0 0,3 2-126 0 0,-1 1 119 0 0,1-1 0 0 0,0 0-1 0 0,0 0 1 0 0,0 1 0 0 0,0-1 0 0 0,0 0 0 0 0,0 1 0 0 0,-1-1 0 0 0,1 0 0 0 0,0 0 0 0 0,0 1-1 0 0,-1-1 1 0 0,1 0 0 0 0,0 0 0 0 0,0 0 0 0 0,-1 1 0 0 0,1-1 0 0 0,0 0 0 0 0,0 0-1 0 0,-1 0 1 0 0,1 0 0 0 0,0 0 0 0 0,-1 0 0 0 0,1 0 0 0 0,0 1 0 0 0,0-1 0 0 0,-1 0 0 0 0,1 0-1 0 0,0 0 1 0 0,-1 0 0 0 0,1 0 0 0 0,-1 0 0 0 0,0 0 0 0 0,0 0 0 0 0,1 0 1 0 0,-1 0-1 0 0,0 0 0 0 0,1 0 0 0 0,-1 1 0 0 0,0-1 0 0 0,1 0 0 0 0,-1 0 0 0 0,0 1 1 0 0,1-1-1 0 0,-1 0 0 0 0,1 1 0 0 0,-1-1 0 0 0,1 1 0 0 0,-1-1 0 0 0,1 1 1 0 0,-1-1-1 0 0,1 1 0 0 0,-1-1 0 0 0,1 1 0 0 0,0 0 0 0 0,-1 0 0 0 0,-7 15-9 0 0,5-13 8 0 0,3 2-35 0 0,-4 15 28 0 0,3-15 11 0 0,1 1-8 0 0,1 0 1 0 0,0-1-1 0 0,0 1 1 0 0,0 0-1 0 0,0 0 1 0 0,5 9 0 0 0,-5-11-33 0 0,2-2-130 0 0,32 17-525 0 0,-31-17 588 0 0,1-3-165 0 0,0 0 284 0 0,0-1 1 0 0,0 1-1 0 0,0-1 1 0 0,0 0-1 0 0,8-5 1 0 0,-10 5-44 0 0,7-18-37 0 0,-10 14 76 0 0,-1-17 6 0 0,0 18-10 0 0,0 1 1 0 0,-6-13-14 0 0,5 13-18 0 0,0 1-10 0 0,-8-12 30 0 0,8 12-5 0 0,1 2 8 0 0,-1-1-1 0 0,1 1 1 0 0,-1 0 0 0 0,1 0-1 0 0,-1-1 1 0 0,1 1 0 0 0,-1 0-1 0 0,0 1 1 0 0,0-1 0 0 0,1 0-1 0 0,-1 0 1 0 0,0 1 0 0 0,0-1-1 0 0,0 1 1 0 0,0 0 0 0 0,0 0-1 0 0,0-1 1 0 0,1 1 0 0 0,-1 0-1 0 0,0 0 1 0 0,-4 1 0 0 0,6-1 4 0 0,-5 1 13 0 0,2 1-101 0 0,-23 27 165 0 0,23-26-17 0 0,3 1-40 0 0,-4 13 5 0 0,3-13 15 0 0,2 0-18 0 0,1 15-15 0 0,-1-14 1 0 0,4 2 2 0 0,-4-6-11 0 0,-1 0 1 0 0,0 0-1 0 0,1 0 1 0 0,-1 0-1 0 0,0-1 1 0 0,1 1-1 0 0,-1 0 1 0 0,1 0-1 0 0,0 0 1 0 0,-1 0-1 0 0,1-1 1 0 0,0 1-1 0 0,-1 0 1 0 0,1 0-1 0 0,1 0 1 0 0,0 3 1 0 0,3 0-4 0 0,29-1 37 0 0,-33-3-36 0 0,0 0 1 0 0,0 0-1 0 0,1 0 0 0 0,-1 0 1 0 0,0 0-1 0 0,0 0 0 0 0,0 0 0 0 0,0-1 1 0 0,0 1-1 0 0,1 0 0 0 0,-1-1 0 0 0,0 1 1 0 0,0-1-1 0 0,0 0 0 0 0,0 1 1 0 0,0-1-1 0 0,0 1 0 0 0,0-1 0 0 0,-1 0 1 0 0,2-1-1 0 0,0 0 1 0 0,2 0 3 0 0,-4 2-10 0 0,0-1 7 0 0,0 1 0 0 0,0 0 0 0 0,0-1 1 0 0,0 1-1 0 0,0 0 0 0 0,0-1 0 0 0,1 1 0 0 0,-1-1 0 0 0,0 1 0 0 0,0 0 0 0 0,0-1 0 0 0,0 1 0 0 0,0 0 0 0 0,1-1 0 0 0,-1 1 0 0 0,0 0 0 0 0,0-1 1 0 0,1 1-1 0 0,-1 0 0 0 0,0 0 0 0 0,0-1 0 0 0,1 1 0 0 0,-1 0 0 0 0,0 0 0 0 0,1 0 0 0 0,0-1 0 0 0,-1 1 0 0 0,1-1-1 0 0,0 1 1 0 0,-1-1 0 0 0,1 1-1 0 0,-1-1 1 0 0,1 1 0 0 0,0-1-1 0 0,-1 0 1 0 0,1 1 0 0 0,-1-1-1 0 0,0 0 1 0 0,1 1-1 0 0,-1-1 1 0 0,1 0 0 0 0,-1 1-1 0 0,0-1 1 0 0,0 0 0 0 0,1 0-1 0 0,-1 0 1 0 0,0-1 0 0 0,4-18 29 0 0,-4 15-10 0 0,-10-41-14 0 0,8 41-18 0 0,-15-9-270 0 0,16 14 285 0 0,-1 1 0 0 0,1 0 0 0 0,0-1-1 0 0,-1 1 1 0 0,1-1 0 0 0,-1 1 0 0 0,1-1 0 0 0,-1 1 0 0 0,1-1-1 0 0,-1 0 1 0 0,1 0 0 0 0,-3 0 0 0 0,2 0 2 0 0,-3 1 49 0 0,5 0-72 0 0,0-1 19 0 0,0 0-1 0 0,0 1 0 0 0,0-1 0 0 0,0 0 0 0 0,0 1 0 0 0,0-1 1 0 0,0 0-1 0 0,-1 0 0 0 0,1 1 0 0 0,0-1 0 0 0,0 0 1 0 0,0 1-1 0 0,0-1 0 0 0,0 0 0 0 0,-1 1 0 0 0,1-1 0 0 0,0 0 1 0 0,0 0-1 0 0,-1 1 0 0 0,1-1 0 0 0,0 0 0 0 0,0 0 1 0 0,-1 0-1 0 0,1 1 0 0 0,0-1 0 0 0,0 0 0 0 0,-1 0 0 0 0,0 0 4 0 0,1 1 0 0 0,-1-1 0 0 0,1 0-1 0 0,-1 1 1 0 0,1-1 0 0 0,0 0 0 0 0,-1 1-1 0 0,1-1 1 0 0,-1 0 0 0 0,1 1 0 0 0,0-1-1 0 0,-1 1 1 0 0,1-1 0 0 0,0 0 0 0 0,0 1-1 0 0,-1-1 1 0 0,1 1 0 0 0,0-1 0 0 0,0 1-1 0 0,0-1 1 0 0,0 1 0 0 0,0-1 0 0 0,-1 1 0 0 0,1-1-1 0 0,0 1 1 0 0,0-1 0 0 0,0 1 0 0 0,0 0-1 0 0,1-1 1 0 0,-1 1 0 0 0,0 0 0 0 0,0 2 15 0 0,1 0 1 0 0,-1 0-1 0 0,1 0 1 0 0,0 0-1 0 0,0 0 1 0 0,0 0 0 0 0,0 0-1 0 0,0 0 1 0 0,1 0-1 0 0,2 4 1 0 0,-2-5 443 0 0,16-5-240 0 0,-14 1-3326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48 61 2640 0 0,'0'0'3900'0'0,"0"-5"-3211"0"0,0-16-56 0 0,0 16 1619 0 0,-1 0-1948 0 0,0-15-54 0 0,1 16 717 0 0,-5 5-949 0 0,-12 4 1 0 0,13-3 12 0 0,2 2-25 0 0,-2 11-2 0 0,3-11 7 0 0,0 0 3 0 0,-3 15-9 0 0,3-15 52 0 0,3 1-78 0 0,2 14-38 0 0,-3-15-104 0 0,2-2 0 0 0,17 8-179 0 0,-19-10 338 0 0,-1 1 1 0 0,1-1-1 0 0,0 0 0 0 0,0 0 0 0 0,0 0 0 0 0,0 0 0 0 0,0 0 0 0 0,0 0 1 0 0,0 0-1 0 0,0 0 0 0 0,0 0 0 0 0,0 0 0 0 0,0 0 0 0 0,0 0 0 0 0,0-1 1 0 0,-1 1-1 0 0,1 0 0 0 0,0-1 0 0 0,0 1 0 0 0,0 0 0 0 0,0-1 0 0 0,0 0 1 0 0,-1 1-1 0 0,1-1 0 0 0,0 1 0 0 0,-1-1 0 0 0,2-1 0 0 0,7-11 54 0 0,-6 10 174 0 0,1-19-98 0 0,-3 18 2 0 0,-2 0-114 0 0,0 2-18 0 0,0 1 1 0 0,0-1 0 0 0,1 1-1 0 0,-1-1 1 0 0,1 0-1 0 0,-1 1 1 0 0,1-1 0 0 0,-1 0-1 0 0,1 1 1 0 0,0-4-1 0 0,-4 4-60 0 0,-15-6 52 0 0,16 9 1 0 0,-23 24 26 0 0,24-23-7 0 0,1 1-55 0 0,-4 12 30 0 0,4-11 17 0 0,15 14-98 0 0,-9-19 92 0 0,16 0-13 0 0,-16 0 19 0 0,13-12 14 0 0,-15 9-18 0 0,-2-1-35 0 0,4-12 67 0 0,-4 12 62 0 0,-2 0-96 0 0,-4-13-6 0 0,4 13 18 0 0,-2 2-12 0 0,-11-8 6 0 0,10 8 8 0 0,-1 3-24 0 0,-14 3 12 0 0,14-3-14 0 0,-11 17 44 0 0,14-14-24 0 0,-7 15 28 0 0,9-14-26 0 0,0 15-19 0 0,0-15 31 0 0,4 3-11 0 0,-4-7-7 0 0,0-1 0 0 0,0 1 1 0 0,0-1-1 0 0,0 1 0 0 0,1-1 0 0 0,-1 1 0 0 0,0 0 0 0 0,0-1 0 0 0,1 1 0 0 0,-1-1 1 0 0,0 1-1 0 0,0-1 0 0 0,1 1 0 0 0,-1-1 0 0 0,1 1 0 0 0,-1-1 0 0 0,0 0 0 0 0,1 1 0 0 0,-1-1 1 0 0,1 0-1 0 0,-1 1 0 0 0,1-1 0 0 0,-1 0 0 0 0,1 1 0 0 0,-1-1 0 0 0,1 0 0 0 0,-1 0 1 0 0,2 1-1 0 0,1-1-3 0 0,-1 1-1 0 0,1-1 1 0 0,0 1 0 0 0,-1-1 0 0 0,1 0 0 0 0,0 0 0 0 0,-1 0 0 0 0,1 0-1 0 0,0-1 1 0 0,-1 1 0 0 0,1-1 0 0 0,0 1 0 0 0,4-3 0 0 0,-3 1 41 0 0,1-6 40 0 0,-4 8-67 0 0,0-1 0 0 0,0 1 0 0 0,-1-1 1 0 0,1 1-1 0 0,0-1 0 0 0,-1 1 0 0 0,1-1 0 0 0,0 0 0 0 0,-1 1 0 0 0,1-1 0 0 0,-1 0 0 0 0,1 0 0 0 0,-1 1 0 0 0,1-1 0 0 0,-1 0 1 0 0,0 0-1 0 0,1-1 0 0 0,5-14 30 0 0,-5 12 57 0 0,-2 0-76 0 0,-4-14-4 0 0,4 14-9 0 0,-3 2-35 0 0,-11-7-100 0 0,11 7 159 0 0,-16 12-75 0 0,18-7 103 0 0,0 1-35 0 0,0 1 1 0 0,0 0-1 0 0,1 0 1 0 0,0-1-1 0 0,0 1 0 0 0,0 0 1 0 0,0 0-1 0 0,1 0 1 0 0,0 0-1 0 0,0 0 1 0 0,1 6-1 0 0,0-6 50 0 0,8 2-53 0 0,-8-7-21 0 0,-1 0 0 0 0,1 0 0 0 0,-1 1 0 0 0,1-1 0 0 0,-1 0 0 0 0,0 0 0 0 0,1 1 0 0 0,-1-1 1 0 0,1 0-1 0 0,-1 1 0 0 0,0-1 0 0 0,1 0 0 0 0,-1 1 0 0 0,0-1 0 0 0,1 1 0 0 0,-1-1 0 0 0,0 1 0 0 0,0-1 0 0 0,1 0 0 0 0,-1 1 0 0 0,0-1 0 0 0,0 1 0 0 0,1 0 0 0 0,4-2-9 0 0,21-1 103 0 0,-25 1-65 0 0,0 1 1 0 0,0-1 0 0 0,0 0-1 0 0,0 1 1 0 0,0-1-1 0 0,0 0 1 0 0,-1 0-1 0 0,1 0 1 0 0,0 0 0 0 0,0 1-1 0 0,-1-1 1 0 0,1 0-1 0 0,-1 0 1 0 0,1 0 0 0 0,0 0-1 0 0,-1-1 1 0 0,0 1-1 0 0,1 0 1 0 0,-1-1 0 0 0,6-15 195 0 0,-5 13 55 0 0,-2 0-241 0 0,-1-15-7 0 0,1 15 48 0 0,-5-1-515 0 0,6 4 343 0 0,0 1-1 0 0,-1 0 1 0 0,1-1-1 0 0,0 1 1 0 0,0-1-1 0 0,-1 1 1 0 0,1 0-1 0 0,0-1 1 0 0,-1 1-1 0 0,1 0 1 0 0,-1 0-1 0 0,1-1 1 0 0,0 1-1 0 0,-1 0 1 0 0,1 0-1 0 0,-1-1 1 0 0,1 1-1 0 0,-1 0 1 0 0,1 0-1 0 0,-1 0 1 0 0,1 0-1 0 0,0 0 1 0 0,-1 0-1 0 0,1 0 1 0 0,-1 0-1 0 0,1 0 0 0 0,-1 0 1 0 0,1 0-1 0 0,-1 0 1 0 0,1 0-1 0 0,-1 0 1 0 0,-7 11-686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 77 2576 0 0,'0'0'11371'0'0,"-3"-2"-11299"0"0,2 0-59 0 0,-1 1 1 0 0,1-1 0 0 0,0 0 0 0 0,-1 1 0 0 0,1-1-1 0 0,0 0 1 0 0,0 0 0 0 0,0 0 0 0 0,0 0-1 0 0,1 0 1 0 0,-1 0 0 0 0,0 0 0 0 0,1 0 0 0 0,0 0-1 0 0,-1 0 1 0 0,1 0 0 0 0,0 0 0 0 0,0 0-1 0 0,0-1 1 0 0,1-1 112 0 0,-2 3-124 0 0,1 0-1 0 0,0 1 1 0 0,0-1 0 0 0,0 0-1 0 0,0 1 1 0 0,0-1 0 0 0,0 0-1 0 0,0 1 1 0 0,0-1 0 0 0,1 0-1 0 0,-1 1 1 0 0,0-1 0 0 0,0 0-1 0 0,0 1 1 0 0,1-1 0 0 0,-1 1-1 0 0,0-1 1 0 0,1 1 0 0 0,0-2-1 0 0,3-7-209 0 0,0 7 242 0 0,12-3-10 0 0,-12 4 5 0 0,1 2-48 0 0,0 2 17 0 0,0 0 1 0 0,0 0 0 0 0,0 0 0 0 0,0 1-1 0 0,-1-1 1 0 0,1 1 0 0 0,-1 0-1 0 0,0 0 1 0 0,0 1 0 0 0,0-1 0 0 0,-1 1-1 0 0,6 9 1 0 0,-4-3-19 0 0,0 1 0 0 0,-1 0 0 0 0,0 0-1 0 0,0 1 1 0 0,-2-1 0 0 0,1 0 0 0 0,-2 1 0 0 0,0 0 0 0 0,0-1 0 0 0,-1 1-1 0 0,-1 0 1 0 0,0 0 0 0 0,-4 20 0 0 0,0-14-56 0 0,0 0 0 0 0,-2-1 0 0 0,-10 24 0 0 0,15-38-20 0 0,-1 0 2 0 0,-10 11 13 0 0,10-11-11 0 0,1-3 71 0 0,1 0 0 0 0,-1 0 0 0 0,1 0 0 0 0,0 0 0 0 0,-1 0 0 0 0,1 0 0 0 0,0 1 0 0 0,0-1 0 0 0,-1 0 0 0 0,0 3 0 0 0,-1-1-16 0 0,-1-2-29 0 0,1 0 55 0 0,1-1 1 0 0,-1 1-1 0 0,1-1 1 0 0,0 0 0 0 0,-1 0-1 0 0,1 0 1 0 0,-1 0 0 0 0,1 0-1 0 0,-1-1 1 0 0,1 1-1 0 0,0-1 1 0 0,-1 1 0 0 0,1-1-1 0 0,0 0 1 0 0,-1 0 0 0 0,1 0-1 0 0,0 0 1 0 0,0 0 0 0 0,0-1-1 0 0,0 1 1 0 0,0-1-1 0 0,0 1 1 0 0,0-1 0 0 0,1 0-1 0 0,-1 1 1 0 0,1-1 0 0 0,-1 0-1 0 0,-1-4 1 0 0,-21-63-199 0 0,23 64 189 0 0,2 0-27 0 0,1-14 26 0 0,-1 14 6 0 0,1 2-5 0 0,10-14 278 0 0,-6 18-135 0 0,-3-1-133 0 0,2 0 58 0 0,0 0-1 0 0,-1 0 1 0 0,1 1-1 0 0,0 0 0 0 0,-1 0 1 0 0,1 1-1 0 0,0-1 1 0 0,-1 1-1 0 0,0 0 1 0 0,9 4-1 0 0,62 41 280 0 0,-72-45-298 0 0,-2-2-28 0 0,0 0 0 0 0,0 0 1 0 0,-1 0-1 0 0,1 0 1 0 0,0 0-1 0 0,0 0 1 0 0,0 0-1 0 0,-1 0 1 0 0,1 0-1 0 0,0 1 1 0 0,0-1-1 0 0,-1 0 0 0 0,1 1 1 0 0,0-1-1 0 0,0 0 1 0 0,-1 1-1 0 0,1-1 1 0 0,0 2-1 0 0,1-1-32 0 0,-1 0-1 0 0,1 0 0 0 0,-1 0 1 0 0,1-1-1 0 0,-1 1 0 0 0,1 0 1 0 0,-1 0-1 0 0,1-1 0 0 0,0 1 1 0 0,-1-1-1 0 0,4 1 1 0 0,16 3-327 0 0,-16-3-121 0 0,0-1-139 0 0,16-1-167 0 0,-16 1-286 0 0,1-2-313 0 0,15-4-160 0 0,-16 4-1037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66 3368 0 0,'0'0'4805'0'0,"-2"-3"-4234"0"0,-7-8-119 0 0,6 9 782 0 0,4-2-1123 0 0,0 1-94 0 0,0 1 0 0 0,0 0 0 0 0,0 0 0 0 0,1-1 0 0 0,-1 1 0 0 0,0 0 0 0 0,1 0 0 0 0,0 0 0 0 0,-1 1 0 0 0,1-1-1 0 0,0 0 1 0 0,0 0 0 0 0,3-1 0 0 0,-2 1 25 0 0,1-1-32 0 0,13-5 13 0 0,-13 6 138 0 0,1 2-50 0 0,19 4 260 0 0,-23 1-264 0 0,1 12-10 0 0,-1-12 74 0 0,-1 0-100 0 0,0 18-12 0 0,0-17-5 0 0,-1-2-11 0 0,-1 14-10 0 0,1-14 32 0 0,1 1-45 0 0,-1 15-14 0 0,1-15 106 0 0,0 0-36 0 0,0 16 6 0 0,0-16 613 0 0,3-3-677 0 0,10 5-13 0 0,-10-5 11 0 0,1-3-9 0 0,14-3-25 0 0,-14 3-53 0 0,1 0 101 0 0,13 1 9 0 0,0 0 1 0 0,22 4 0 0 0,-35-2 73 0 0,-4-2-103 0 0,0 1 1 0 0,1-1-1 0 0,-1 1 1 0 0,1 0-1 0 0,-1 0 1 0 0,0 0-1 0 0,0 0 1 0 0,1 0-1 0 0,-1 0 1 0 0,0 0-1 0 0,2 3 1 0 0,-3-4 2 0 0,3 3 172 0 0,-3-2-180 0 0,0-1-1 0 0,0 1 1 0 0,0-1 0 0 0,0 1 0 0 0,0-1-1 0 0,0 1 1 0 0,1 0 0 0 0,-1-1 0 0 0,0 1-1 0 0,0-1 1 0 0,0 1 0 0 0,0-1 0 0 0,1 1-1 0 0,-1-1 1 0 0,0 1 0 0 0,0-1-1 0 0,1 1 1 0 0,-1-1 0 0 0,1 1 0 0 0,-1-1-1 0 0,0 1 1 0 0,1 0 0 0 0,0-1 8 0 0,0 1 0 0 0,0 0-1 0 0,-1 0 1 0 0,1 0 0 0 0,-1-1 0 0 0,1 1 0 0 0,-1 0 0 0 0,1 0-1 0 0,-1 0 1 0 0,1 0 0 0 0,-1 0 0 0 0,0 0 0 0 0,1 0 0 0 0,-1 0 0 0 0,0 0-1 0 0,0 0 1 0 0,0 0 0 0 0,0 0 0 0 0,0 0 0 0 0,0 1 0 0 0,-4 46 131 0 0,2-44-114 0 0,0 0-17 0 0,-7 14-16 0 0,6-14 23 0 0,3-4-19 0 0,0 1 0 0 0,-1-1 0 0 0,1 0 0 0 0,-1 0 0 0 0,1 1 0 0 0,-1-1 0 0 0,1 0 0 0 0,0 0 0 0 0,-1 1 0 0 0,1-1 0 0 0,-1 1 0 0 0,1-1 0 0 0,0 0 0 0 0,0 1 0 0 0,-1-1 0 0 0,1 1 0 0 0,0-1 0 0 0,0 0 0 0 0,-1 1 1 0 0,1-1-1 0 0,0 1 0 0 0,0-1 0 0 0,0 1 0 0 0,0-1 0 0 0,0 2 0 0 0,0-2-8 0 0,0 1 1 0 0,-1-1 0 0 0,1 1 0 0 0,0-1 0 0 0,0 1 0 0 0,0-1 0 0 0,0 1 0 0 0,0-1 0 0 0,-1 1-1 0 0,1-1 1 0 0,0 1 0 0 0,0-1 0 0 0,-1 0 0 0 0,1 1 0 0 0,0-1 0 0 0,-1 1 0 0 0,1-1 0 0 0,0 0-1 0 0,-1 1 1 0 0,1-1 0 0 0,-1 0 0 0 0,1 0 0 0 0,0 1 0 0 0,-1-1 0 0 0,0 0 0 0 0,0 0 1 0 0,1 0 1 0 0,-1 0-1 0 0,1 0 1 0 0,0 1-1 0 0,-1-1 1 0 0,1 0-1 0 0,-1 0 1 0 0,1 0-1 0 0,-1 0 1 0 0,1 0-1 0 0,0 0 1 0 0,-1 1-1 0 0,1-1 1 0 0,0 0-1 0 0,-1 0 1 0 0,1 0 0 0 0,-1 1-1 0 0,1-1 1 0 0,0 0-1 0 0,0 1 1 0 0,-1-1-1 0 0,1 0 1 0 0,0 1-1 0 0,-1-1 1 0 0,1 0-1 0 0,0 1 1 0 0,0 0-1 0 0,-1-1-57 0 0,1 1 0 0 0,0 0-1 0 0,-1-1 1 0 0,1 1-1 0 0,-1-1 1 0 0,1 1 0 0 0,0-1-1 0 0,-1 1 1 0 0,1-1 0 0 0,-1 0-1 0 0,1 1 1 0 0,-1-1-1 0 0,0 0 1 0 0,1 1 0 0 0,-1-1-1 0 0,1 0 1 0 0,-1 1 0 0 0,1-1-1 0 0,-1 0 1 0 0,0 0-1 0 0,1 0 1 0 0,-1 0 0 0 0,0 0-1 0 0,1 0 1 0 0,-1 0 0 0 0,0 0-1 0 0,1 0 1 0 0,-1 0 0 0 0,0 0-1 0 0,0 0 1 0 0,-3-1-532 0 0,0 1 0 0 0,-1-1 0 0 0,1 0 0 0 0,0 0 0 0 0,0-1 0 0 0,0 1 0 0 0,0-1 0 0 0,-5-3 0 0 0,5 3-1894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3356 0 0,'0'0'5490'0'0,"3"2"-4530"0"0,6 5-549 0 0,-2 0 0 0 0,1 0 0 0 0,-1 1 1 0 0,0 0-1 0 0,-1 0 0 0 0,1 1 1 0 0,-2 0-1 0 0,10 18 0 0 0,-8-13-439 0 0,4 6 100 0 0,-2 0 0 0 0,13 39 0 0 0,-18-44-775 0 0,-1 1 0 0 0,0-1 0 0 0,0 25 1 0 0,-2-31 261 0 0,-1 30-2209 0 0,-2-8-201 0 0,1-23-2051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1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150 17 3196 0 0,'-4'-2'1010'0'0,"-1"0"-610"0"0,1-1 0 0 0,-1 1 0 0 0,0 1 0 0 0,0-1 0 0 0,0 1 0 0 0,0 0-1 0 0,-7-1 1 0 0,6 2 38 0 0,1 2-34 0 0,-1 3-220 0 0,0-1 1 0 0,0 1-1 0 0,0-1 1 0 0,1 1-1 0 0,0 1 0 0 0,0-1 1 0 0,0 1-1 0 0,1 0 1 0 0,0 0-1 0 0,-7 13 1 0 0,6-3 17 0 0,0-1 0 0 0,0 1 1 0 0,2-1-1 0 0,0 1 0 0 0,1 0 0 0 0,0 1 1 0 0,2 28-1 0 0,1-15-40 0 0,2 1-1 0 0,2-1 0 0 0,8 33 1 0 0,-6-40-123 0 0,0 1 0 0 0,2-1 0 0 0,0-1 0 0 0,2 0 0 0 0,0 0 0 0 0,1-1 1 0 0,26 33-1 0 0,-27-41-200 0 0,0-1 1 0 0,0 0-1 0 0,2 0 0 0 0,-1-1 1 0 0,1-1-1 0 0,1 0 1 0 0,0-1-1 0 0,0 0 1 0 0,1-1-1 0 0,0-1 1 0 0,1 0-1 0 0,26 7 1 0 0,-28-10-435 0 0,0-1 1 0 0,0-1 0 0 0,0 0 0 0 0,0-1-1 0 0,0-1 1 0 0,26-2 0 0 0,-32 1 244 0 0,26-7-1364 0 0,1-4 56 0 0,-7 2-1186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51 139 3568 0 0,'0'0'9257'0'0,"-5"0"-9067"0"0,-15 2-32 0 0,15-2 565 0 0,4 0-710 0 0,0 0 0 0 0,0-1 0 0 0,0 1 0 0 0,0 0 0 0 0,0-1 0 0 0,0 1 0 0 0,0-1 1 0 0,0 1-1 0 0,0-1 0 0 0,1 1 0 0 0,-1-1 0 0 0,0 1 0 0 0,0-1 0 0 0,0 0 0 0 0,1 1 0 0 0,-1-1 0 0 0,0 0 0 0 0,1 0 0 0 0,-1 0 1 0 0,1 0-1 0 0,-1 0 0 0 0,1 1 0 0 0,-1-1 0 0 0,1 0 0 0 0,-1 0 0 0 0,1 0 0 0 0,0 0 0 0 0,0 0 0 0 0,-1 0 0 0 0,1 0 0 0 0,0 0 0 0 0,0 0 1 0 0,0-1-1 0 0,0 1 0 0 0,1-1 0 0 0,2-33 217 0 0,-2 31-278 0 0,11-14-62 0 0,-10 14 271 0 0,3 3-250 0 0,11-6 89 0 0,-12 6-40 0 0,0 3-49 0 0,1 2 84 0 0,0-1-1 0 0,-1 1 1 0 0,0 0-1 0 0,1 0 1 0 0,-1 1 0 0 0,0-1-1 0 0,-1 1 1 0 0,1-1 0 0 0,-1 1-1 0 0,4 8 1 0 0,-3-3 14 0 0,0 1 0 0 0,-1-1 0 0 0,0 1 0 0 0,0 0 0 0 0,-1 0 0 0 0,1 15 0 0 0,-2-15-25 0 0,0 3 62 0 0,0 1 0 0 0,-1-1 0 0 0,0 0-1 0 0,-1 0 1 0 0,-1 0 0 0 0,-6 25 0 0 0,6-27-41 0 0,1-5 2 0 0,0-1 0 0 0,-1 0 0 0 0,0 0-1 0 0,0 0 1 0 0,0 0 0 0 0,-1-1 0 0 0,-6 11 0 0 0,9-15-8 0 0,-1 1 0 0 0,1-1 1 0 0,-1 0-1 0 0,1 0 1 0 0,-1 0-1 0 0,0 0 1 0 0,0 0-1 0 0,1 0 0 0 0,-1 0 1 0 0,0-1-1 0 0,0 1 1 0 0,0 0-1 0 0,0 0 0 0 0,0-1 1 0 0,-1 2-1 0 0,-2 0-5 0 0,2 1-32 0 0,-3-5-75 0 0,1 0 102 0 0,3 1 5 0 0,0 0 0 0 0,-1 0-1 0 0,1 0 1 0 0,0 1 0 0 0,-1-1-1 0 0,1 0 1 0 0,-1 1 0 0 0,1-1-1 0 0,0 1 1 0 0,-1 0 0 0 0,-2-1-1 0 0,2-3-51 0 0,-7-11 18 0 0,7 11 14 0 0,1 0 8 0 0,-8-47-80 0 0,9 50 98 0 0,0 1 0 0 0,0-1 0 0 0,0 1 0 0 0,0 0 0 0 0,0-1 0 0 0,0 1 0 0 0,0-1-1 0 0,0 1 1 0 0,0-1 0 0 0,0 1 0 0 0,0-1 0 0 0,0 1 0 0 0,1 0 0 0 0,-1-1 0 0 0,0 1 0 0 0,0-1-1 0 0,0 1 1 0 0,1 0 0 0 0,-1-1 0 0 0,0 1 0 0 0,1 0 0 0 0,-1-1 0 0 0,0 1 0 0 0,1 0 0 0 0,0-1-1 0 0,4-10 194 0 0,1 12-152 0 0,74 13 25 0 0,-75-12-168 0 0,0-1-79 0 0,15 2-77 0 0,-15-2-118 0 0,0-2-87 0 0,4 1 111 0 0,0 0-1 0 0,-1-1 1 0 0,1 0 0 0 0,-1-1-1 0 0,1 0 1 0 0,-1 0 0 0 0,0-1-1 0 0,1 0 1 0 0,-2-1 0 0 0,1 1 0 0 0,0-1-1 0 0,-1-1 1 0 0,1 0 0 0 0,-1 0-1 0 0,-1 0 1 0 0,1-1 0 0 0,-1 0-1 0 0,0 0 1 0 0,9-11 0 0 0,-12 12 236 0 0,0 0-7 0 0,1 0 0 0 0,-1 0-1 0 0,0-1 1 0 0,0 1 0 0 0,0-1 0 0 0,-1 0 0 0 0,2-7 0 0 0,8-34 34 0 0,-11 42 170 0 0,1-13 191 0 0,0-5 49 0 0,-1 17 79 0 0,-1 0 41 0 0,2-50 1165 0 0,-2 51-1031 0 0,-2 1-400 0 0,0 2-49 0 0,-5-15 1209 0 0,1 18-977 0 0,-25 1 228 0 0,28 2-311 0 0,-11 10-22 0 0,10-10-17 0 0,2 0 0 0 0,-10 15-22 0 0,9-15-35 0 0,2 2 7 0 0,-4 14-34 0 0,4-14-32 0 0,4 19 46 0 0,-2-19-123 0 0,1-2 7 0 0,6 15-3 0 0,-6-15-9 0 0,1 0 4 0 0,10 12 19 0 0,-10-13-24 0 0,2 0-33 0 0,13 7 8 0 0,-13-8 12 0 0,-1-1 0 0 0,12 4 39 0 0,-12-4-34 0 0,2-2-23 0 0,0 1 59 0 0,-1-1 0 0 0,1 0 0 0 0,0-1 0 0 0,0 1 0 0 0,-1-1 0 0 0,9-4 0 0 0,-10 3 89 0 0,-3 3-137 0 0,0 0 1 0 0,0-1-1 0 0,0 1 1 0 0,0-1-1 0 0,-1 0 0 0 0,1 1 1 0 0,0-1-1 0 0,0 0 1 0 0,0 1-1 0 0,-1-1 1 0 0,1 0-1 0 0,0 0 0 0 0,-1 1 1 0 0,1-1-1 0 0,-1 0 1 0 0,1 0-1 0 0,-1 0 0 0 0,1 0 1 0 0,-1 0-1 0 0,0 0 1 0 0,1 0-1 0 0,-1 0 1 0 0,0 0-1 0 0,0 0 0 0 0,0-1 1 0 0,4-19 69 0 0,-4 16-58 0 0,-1 0-19 0 0,-3-9-303 0 0,-2 0 0 0 0,-12-25 0 0 0,16 36-160 0 0,-2-1-101 0 0,-34-22-3321 0 0,34 24 2230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 3792 0 0,'0'0'1195'0'0,"6"-2"66"0"0,16-5-142 0 0,-17 6-81 0 0,2 1-77 0 0,5 1-582 0 0,0 1-1 0 0,-1 1 1 0 0,1-1 0 0 0,-1 2-1 0 0,0 0 1 0 0,0 0 0 0 0,0 1-1 0 0,13 8 1 0 0,-11-5-245 0 0,0 2 0 0 0,-1-1 0 0 0,0 1 0 0 0,-1 1 0 0 0,0 0 0 0 0,-1 1 0 0 0,0 0 0 0 0,-1 1 0 0 0,0 0 0 0 0,-1 0 0 0 0,-1 1 1 0 0,0 0-1 0 0,0 0 0 0 0,-2 0 0 0 0,0 1 0 0 0,6 29 0 0 0,-8-27-373 0 0,-1 0 0 0 0,-1 1 0 0 0,0-1 0 0 0,-1 1 1 0 0,-1-1-1 0 0,-1 1 0 0 0,-1-1 0 0 0,0 0 0 0 0,-7 22 0 0 0,0-12-828 0 0,-1 1 0 0 0,-1-1 0 0 0,-2-1 0 0 0,0-1 0 0 0,-2 0 0 0 0,-1 0 0 0 0,-23 25 0 0 0,9-15-3021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118 4 1736 0 0,'-28'-3'984'0'0,"23"2"-89"0"0,0 3-128 0 0,1 0-568 0 0,0-1-1 0 0,1 1 1 0 0,-1 0 0 0 0,0 1 0 0 0,1-1 0 0 0,-1 1-1 0 0,1-1 1 0 0,0 1 0 0 0,0 0 0 0 0,0 0 0 0 0,0 0-1 0 0,0 1 1 0 0,1-1 0 0 0,-1 1 0 0 0,-3 7 0 0 0,1 6 33 0 0,-1 1 0 0 0,2 0 0 0 0,1 0 0 0 0,0 1-1 0 0,1-1 1 0 0,1 1 0 0 0,1-1 0 0 0,0 1 0 0 0,2-1 0 0 0,3 23 0 0 0,0-16-152 0 0,1-2-1 0 0,1 1 1 0 0,1-1-1 0 0,1 0 1 0 0,1-1 0 0 0,1 0-1 0 0,1 0 1 0 0,1-1-1 0 0,1-1 1 0 0,27 32-1 0 0,-26-37-216 0 0,0 0 0 0 0,1-2 0 0 0,0 1 0 0 0,1-2 0 0 0,1 0 0 0 0,0-2 0 0 0,0 0 0 0 0,1 0 0 0 0,0-2 0 0 0,1 0 0 0 0,0-2 0 0 0,40 9 0 0 0,-30-11-1035 0 0,0-1 0 0 0,0-1-1 0 0,0-1 1 0 0,33-5 0 0 0,-25 1-2135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29 2180 0 0,'0'0'2595'0'0,"0"-4"-1700"0"0,2-20 1326 0 0,3 24-1734 0 0,-1 0-377 0 0,1-1 0 0 0,-1 2 0 0 0,0-1 1 0 0,0 0-1 0 0,1 1 0 0 0,-1 0 0 0 0,0 0 0 0 0,0 0 0 0 0,0 0 0 0 0,1 1 0 0 0,-2 0 0 0 0,1 0 0 0 0,0 0 1 0 0,6 4-1 0 0,5 6 159 0 0,0 1 1 0 0,17 18-1 0 0,-24-23-220 0 0,28 30 8 0 0,-1 2 1 0 0,-2 1-1 0 0,-3 2 0 0 0,-1 1 0 0 0,-1 1 1 0 0,-3 2-1 0 0,24 62 0 0 0,-42-89-369 0 0,0 0-1 0 0,-2 1 1 0 0,0-1-1 0 0,-1 1 1 0 0,-1 1-1 0 0,-1-1 1 0 0,-1 0-1 0 0,-3 34 1 0 0,0-33-662 0 0,-2 0 1 0 0,0 0-1 0 0,-2 0 0 0 0,-14 36 0 0 0,2-15-2650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 5 2964 0 0,'0'0'2086'0'0,"-2"-2"-1241"0"0,-6-1 4736 0 0,9 15-3003 0 0,16 36-2670 0 0,1 7-487 0 0,1 18-425 0 0,17 86-7008 0 0,-35-152 3685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73 6 2568 0 0,'0'0'8986'0'0,"-4"1"-8758"0"0,-13 3-28 0 0,12-3 156 0 0,3 3-224 0 0,-12 37 205 0 0,13-37-241 0 0,0 1-121 0 0,-1 13 48 0 0,1-13 50 0 0,2 0-84 0 0,0 13-26 0 0,-1-13-77 0 0,19 8 227 0 0,-19-13-113 0 0,0-1 1 0 0,0 1-1 0 0,0 0 1 0 0,0 0-1 0 0,1-1 1 0 0,-1 1 0 0 0,0 0-1 0 0,0-1 1 0 0,0 1-1 0 0,0 0 1 0 0,0 0-1 0 0,1 0 1 0 0,-1-1 0 0 0,0 1-1 0 0,0 0 1 0 0,0 0-1 0 0,1 0 1 0 0,-1-1 0 0 0,0 1-1 0 0,0 0 1 0 0,0 0-1 0 0,1 0 1 0 0,-1 0-1 0 0,0-1 1 0 0,1 1 0 0 0,-1 0-1 0 0,0 0 1 0 0,0 0-1 0 0,1 0 1 0 0,-1 0-1 0 0,1 0 1 0 0,-1 0 4 0 0,1 0 1 0 0,0-1-1 0 0,-1 1 1 0 0,1 0-1 0 0,0-1 1 0 0,0 1-1 0 0,-1 0 1 0 0,1-1-1 0 0,-1 1 0 0 0,1-1 1 0 0,0 1-1 0 0,-1-1 1 0 0,1 1-1 0 0,-1-1 1 0 0,1 1-1 0 0,-1-1 0 0 0,1 0 1 0 0,-1 1-1 0 0,0-1 1 0 0,1-1-1 0 0,6-15 153 0 0,-6 12-90 0 0,1-41 256 0 0,-3 41-212 0 0,0 1-76 0 0,-7-17 46 0 0,5 19-198 0 0,-13-10 199 0 0,12 14-74 0 0,0 0 19 0 0,0 0 0 0 0,0 1 0 0 0,1-1 0 0 0,-1 1 0 0 0,1 0 0 0 0,0 0 0 0 0,-4 5 0 0 0,5-5-16 0 0,0 1-51 0 0,-3 12-33 0 0,3-12-7 0 0,3 1-373 0 0,-1-3 417 0 0,0-1 13 0 0,0 1 0 0 0,0-1-1 0 0,0 1 1 0 0,0-1 0 0 0,0 1-1 0 0,0-1 1 0 0,1 1 0 0 0,-1-1 0 0 0,0 1-1 0 0,1-1 1 0 0,-1 1 0 0 0,2 1 0 0 0,0-1-758 0 0,-1-1 748 0 0,0 0 0 0 0,1 0 1 0 0,0 0-1 0 0,-1 0 0 0 0,1 0 0 0 0,-1 0 1 0 0,1 0-1 0 0,0 0 0 0 0,0 0 0 0 0,3 0 1 0 0,17-5-16 0 0,-18 3 206 0 0,-4 1-155 0 0,0 0-1 0 0,0-1 1 0 0,1 1 0 0 0,-1-1-1 0 0,0 1 1 0 0,0 0-1 0 0,0-1 1 0 0,0 1-1 0 0,1 0 1 0 0,-1-1-1 0 0,0 1 1 0 0,0 0-1 0 0,1 0 1 0 0,-1-1-1 0 0,0 1 1 0 0,1 0-1 0 0,-1-1 1 0 0,0 1-1 0 0,1 0 1 0 0,-1 0-1 0 0,0 0 1 0 0,1 0-1 0 0,-1-1 1 0 0,0 1-1 0 0,1 0 1 0 0,0 0 0 0 0,0 0 15 0 0,-1 0 1 0 0,1 0 0 0 0,-1-1 0 0 0,1 1 0 0 0,-1 0-1 0 0,1 0 1 0 0,-1-1 0 0 0,1 1 0 0 0,-1 0 0 0 0,0-1-1 0 0,1 1 1 0 0,-1 0 0 0 0,1-1 0 0 0,-1 1 0 0 0,0 0-1 0 0,1-1 1 0 0,-1 1 0 0 0,0-1 0 0 0,1 1 0 0 0,-1-1-1 0 0,0 1 1 0 0,0-1 0 0 0,1 1 0 0 0,-1-1 0 0 0,0 1-1 0 0,0-1 1 0 0,0 1 0 0 0,0-1 0 0 0,0 1 0 0 0,0-1-1 0 0,0 0 1 0 0,1-2 9 0 0,-1 1 0 0 0,0-1 0 0 0,0 1 0 0 0,0-1 0 0 0,-1 1 0 0 0,1-1 1 0 0,0 1-1 0 0,-1 0 0 0 0,0-1 0 0 0,1 1 0 0 0,-1-1 0 0 0,0 1 0 0 0,-2-3 0 0 0,1 2 144 0 0,-3 4-137 0 0,-13 3-12 0 0,13-3 2 0 0,3 2-13 0 0,-8 9 4 0 0,8-9 2 0 0,1 1-10 0 0,-5 13 0 0 0,4-13-18 0 0,2 1-42 0 0,0-3 54 0 0,0 0 1 0 0,0 0-1 0 0,0 1 1 0 0,0-1-1 0 0,1 0 1 0 0,-1 0-1 0 0,1 0 1 0 0,-1 0-1 0 0,1 1 0 0 0,0-1 1 0 0,0 0-1 0 0,0 0 1 0 0,0 0-1 0 0,0 0 1 0 0,0-1-1 0 0,0 1 1 0 0,1 0-1 0 0,-1 0 1 0 0,1-1-1 0 0,-1 1 0 0 0,1-1 1 0 0,0 1-1 0 0,-1-1 1 0 0,1 0-1 0 0,0 0 1 0 0,3 2-1 0 0,-2-2 329 0 0,0-4-232 0 0,-1 1-52 0 0,-1 0 1 0 0,0 0 0 0 0,0 0-1 0 0,0 0 1 0 0,0 0 0 0 0,0 0-1 0 0,0-1 1 0 0,0 1 0 0 0,0 0-1 0 0,-1 0 1 0 0,0-1 0 0 0,1 1-1 0 0,-1-1 1 0 0,0 1 0 0 0,0 0-1 0 0,0-1 1 0 0,-1-2 0 0 0,-3 7-43 0 0,-12 3 2 0 0,12-4 13 0 0,0 9-2 0 0,3-10-26 0 0,1 0 0 0 0,-1 1 0 0 0,1-1-1 0 0,0 1 1 0 0,-1-1 0 0 0,1 0 0 0 0,0 1 0 0 0,-1-1 0 0 0,1 1 0 0 0,0-1 0 0 0,0 1-1 0 0,0-1 1 0 0,-1 1 0 0 0,1-1 0 0 0,0 1 0 0 0,0-1 0 0 0,0 1 0 0 0,0 0 0 0 0,0-1 0 0 0,0 1-1 0 0,0-1 1 0 0,0 1 0 0 0,0-1 0 0 0,0 1 0 0 0,0-1 0 0 0,1 1 0 0 0,-1-1 0 0 0,0 1-1 0 0,1 0 1 0 0,-1 0-4 0 0,1 0-1 0 0,-1 1 1 0 0,1-1-1 0 0,-1 0 1 0 0,1-1-1 0 0,0 1 1 0 0,0 0-1 0 0,-1 0 1 0 0,1 0-1 0 0,0 0 1 0 0,0 0-1 0 0,0-1 1 0 0,0 1-1 0 0,0 0 1 0 0,0-1-1 0 0,0 1 0 0 0,0-1 1 0 0,0 1-1 0 0,0-1 1 0 0,0 0-1 0 0,0 1 1 0 0,0-1-1 0 0,1 0 1 0 0,-1 0-1 0 0,0 1 1 0 0,0-1-1 0 0,0 0 1 0 0,0 0-1 0 0,1-1 1 0 0,-1 1-1 0 0,2 0 1 0 0,2-1-13 0 0,-5 0-99 0 0,1 0 126 0 0,0-1 0 0 0,0 1 0 0 0,0-1-1 0 0,1 1 1 0 0,-1 0 0 0 0,0 0 0 0 0,0 0 0 0 0,1 0 0 0 0,1-2 0 0 0,0 0 225 0 0,-1 0-150 0 0,-1-2-19 0 0,1 1-1 0 0,-1 0 1 0 0,0-1 0 0 0,0 1 0 0 0,0 0 0 0 0,-1-1 0 0 0,0 1 0 0 0,0-1 0 0 0,0-6-1 0 0,-5 13-129 0 0,-16 2 64 0 0,15-3 36 0 0,4 2-24 0 0,-7 10-3 0 0,6-9-2 0 0,2-1-33 0 0,-5 11 17 0 0,5-10-15 0 0,2-1-395 0 0,6 12 350 0 0,-5-12 2 0 0,2-4-167 0 0,13-3 210 0 0,-13 3 54 0 0,-4-1-20 0 0,1 1 1 0 0,0-1-1 0 0,-1 1 1 0 0,1 0-1 0 0,0 0 1 0 0,0-1-1 0 0,0 1 1 0 0,0 0-1 0 0,0 0 1 0 0,0 0-1 0 0,2-2 1 0 0,-2 3-3 0 0,1-3 58 0 0,0-1 48 0 0,-1-1 2 0 0,1-1 0 0 0,-1 0 0 0 0,0 1 0 0 0,-1-1 0 0 0,1-8 0 0 0,-2 9 202 0 0,1 5-308 0 0,0 0 0 0 0,-1 0 0 0 0,1 0-1 0 0,0 0 1 0 0,0 0 0 0 0,-1-1 0 0 0,1 1 0 0 0,0 0-1 0 0,0 0 1 0 0,-1 0 0 0 0,1 0 0 0 0,0-1 0 0 0,0 1-1 0 0,0 0 1 0 0,-1 0 0 0 0,1-1 0 0 0,0 1 0 0 0,0 0-1 0 0,0 0 1 0 0,0-1 0 0 0,-1 1 0 0 0,1 0 0 0 0,0 0 0 0 0,0-1-1 0 0,0 1 1 0 0,0 0 0 0 0,0-1 0 0 0,0 1 0 0 0,0 0-1 0 0,0-1 1 0 0,0 1 0 0 0,0 0 0 0 0,0-1 0 0 0,0 1 10 0 0,0-1 0 0 0,0 1 0 0 0,0-1 1 0 0,0 0-1 0 0,0 1 0 0 0,0-1 0 0 0,0 1 1 0 0,0-1-1 0 0,-1 1 0 0 0,1-1 0 0 0,0 1 1 0 0,0-1-1 0 0,-1 1 0 0 0,1-1 0 0 0,0 1 1 0 0,0 0-1 0 0,-1-1 0 0 0,1 1 0 0 0,0-1 1 0 0,-1 1-1 0 0,1 0 0 0 0,-1-1 0 0 0,1 1 1 0 0,-1 0-1 0 0,1-1 0 0 0,-1 1 0 0 0,1 0 1 0 0,0 0-1 0 0,-1-1 0 0 0,0 1 1 0 0,1 0-1 0 0,-1 0 0 0 0,1 0 0 0 0,-1 0 1 0 0,0 0-1 0 0,-24-2 147 0 0,23 4-143 0 0,0 0 0 0 0,0 0 0 0 0,0-1 0 0 0,0 2 0 0 0,0-1 0 0 0,0 0 0 0 0,0 0-1 0 0,1 0 1 0 0,-1 1 0 0 0,1-1 0 0 0,-1 1 0 0 0,0 2 0 0 0,0-1 58 0 0,2 0-52 0 0,0 1-23 0 0,-3 13-65 0 0,7-16 28 0 0,12 5-30 0 0,-12-6 56 0 0,0-3-5 0 0,10-7 22 0 0,-11 7-7 0 0,-1-1-40 0 0,8-9-49 0 0,-8 9-110 0 0,-1-1-1410 0 0,1-1 1079 0 0,1-3 397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27 2944 0 0,'0'0'9704'0'0,"5"2"-9668"0"0,12 3-8 0 0,-12-4-1 0 0,-1-1 5 0 0,15-4-8 0 0,-14 3-6 0 0,-1 1 10 0 0,41-10 40 0 0,-40 9-55 0 0,14-6 111 0 0,-16 6 311 0 0,16-5-108 0 0,-16 4-263 0 0,2 0 1892 0 0,-2 4-1797 0 0,12 4 5 0 0,-11-4-20 0 0,-4 4 7 0 0,-1 51 189 0 0,-1 32-108 0 0,0 7-297 0 0,0-35-441 0 0,-4 58-4367 0 0,5-114 4122 0 0,1 0-2077 0 0,-3 15 1624 0 0,3-15-7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17 183 2860 0 0,'-2'-3'1216'0'0,"0"0"-927"0"0,0 1 1 0 0,1-1-1 0 0,-1 0 1 0 0,1 0-1 0 0,0 0 1 0 0,-1 0-1 0 0,1 0 1 0 0,1-1-1 0 0,-1 1 1 0 0,0 0-1 0 0,1 0 1 0 0,0 0-1 0 0,-1-1 1 0 0,1 1-1 0 0,1 0 1 0 0,-1 0-1 0 0,1-5 1 0 0,0 4-133 0 0,3 2-33 0 0,18-11-375 0 0,-1 2-1 0 0,2 0 1 0 0,44-15-1 0 0,30-12-5127 0 0,-65 23 2236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1 2944 0 0,'0'0'6862'0'0,"-2"3"-6640"0"0,0-1-161 0 0,1 0 1 0 0,0 0 0 0 0,-1 0 0 0 0,1 0-1 0 0,0 0 1 0 0,0 0 0 0 0,0 0 0 0 0,0 0-1 0 0,0 1 1 0 0,1-1 0 0 0,-1 0 0 0 0,1 1-1 0 0,-1-1 1 0 0,1 0 0 0 0,0 1 0 0 0,0-1-1 0 0,1 4 122 0 0,-2-6-176 0 0,1 1 1 0 0,0 0 0 0 0,0 0-1 0 0,0-1 1 0 0,0 1-1 0 0,-1 0 1 0 0,1-1 0 0 0,0 1-1 0 0,0 0 1 0 0,1 0 0 0 0,-1-1-1 0 0,0 1 1 0 0,0 0-1 0 0,0 0 1 0 0,0-1 0 0 0,1 1-1 0 0,-1 0 1 0 0,0-1 0 0 0,1 2-1 0 0,3 11 115 0 0,-2-10-98 0 0,0 1-1 0 0,0-1 1 0 0,0 1-1 0 0,1-1 1 0 0,-1 0-1 0 0,1 0 1 0 0,0 0-1 0 0,6 5 1 0 0,-6-5 8 0 0,-1-3-36 0 0,-1 1 0 0 0,0-1 0 0 0,1 0 0 0 0,-1 1 0 0 0,1-1 0 0 0,-1 1-1 0 0,0 0 1 0 0,1-1 0 0 0,-1 1 0 0 0,0 0 0 0 0,0 0 0 0 0,2 1-1 0 0,0 0-9 0 0,1 0 22 0 0,1 1 26 0 0,40 20 191 0 0,-41-21-135 0 0,0 1 9 0 0,11 6 10 0 0,-11-6 160 0 0,-4-3-263 0 0,0 1 0 0 0,0-1 0 0 0,0 0 0 0 0,0 1 0 0 0,0-1 0 0 0,0 0 0 0 0,0 1 0 0 0,1-1 0 0 0,-1 0 0 0 0,0 1 0 0 0,0-1 0 0 0,0 0 0 0 0,0 1 0 0 0,0-1 0 0 0,1 0 0 0 0,-1 1 0 0 0,0-1 0 0 0,0 0 0 0 0,1 1 0 0 0,-1-1 0 0 0,0 0 0 0 0,0 0-1 0 0,1 0 1 0 0,-1 1 0 0 0,0-1 0 0 0,1 0 0 0 0,-1 0 0 0 0,0 0 0 0 0,1 0 0 0 0,-1 1 0 0 0,1-1 0 0 0,0 0 18 0 0,-1 0 0 0 0,1 1 0 0 0,0-1 0 0 0,-1 0 0 0 0,1 1 0 0 0,-1-1 0 0 0,1 1 0 0 0,0-1 0 0 0,-1 1 0 0 0,1-1 0 0 0,-1 1 0 0 0,1-1 0 0 0,-1 1 0 0 0,1 0 0 0 0,-1-1 0 0 0,0 1 0 0 0,1 0 0 0 0,-1-1 0 0 0,0 1 0 0 0,1 0 0 0 0,-1-1 0 0 0,0 1 0 0 0,0 0 0 0 0,0 0 0 0 0,0 0 0 0 0,1 2-6 0 0,-1 1-1 0 0,1-1 0 0 0,-1 0 1 0 0,0 0-1 0 0,-1 1 1 0 0,1-1-1 0 0,-1 0 0 0 0,1 0 1 0 0,-1 0-1 0 0,-2 6 1 0 0,1-5 1 0 0,-1-1-19 0 0,-35 28-579 0 0,34-28 206 0 0,-14 3-394 0 0,14-4 603 0 0,0 0-439 0 0,-1-1-1019 0 0,-16 1 540 0 0,15-2-140 0 0,2-1-2214 0 0,-20-8-246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67 2720 0 0,'0'0'1344'0'0,"14"-27"1429"0"0,7 7-1381 0 0,6 7-860 0 0,6 6-544 0 0,5 11-1736 0 0,1 2-5213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1 2492 0 0,'0'0'4443'0'0,"0"5"-3725"0"0,-1 14-161 0 0,1-1-1 0 0,0 1 1 0 0,2-1 0 0 0,3 21 0 0 0,3 1-1089 0 0,14 39 1 0 0,-3-36-5107 0 0,-17-39 5361 0 0,1 0-3142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 0 2604 0 0,'0'0'4083'0'0,"-3"3"-3155"0"0,-1 1-572 0 0,0 1 0 0 0,0 0-1 0 0,0 1 1 0 0,1-1-1 0 0,0 1 1 0 0,0-1 0 0 0,0 1-1 0 0,1 0 1 0 0,0 0 0 0 0,0 0-1 0 0,0 1 1 0 0,0 8-1 0 0,1-10 6 0 0,10 18 272 0 0,-6-20-498 0 0,11 10-17 0 0,-10-9-14 0 0,0-3 9 0 0,13 6 2 0 0,-12-6-19 0 0,1 1-16 0 0,53 12 318 0 0,-53-13-274 0 0,0 0-4 0 0,19 2-6 0 0,-19-2 13 0 0,0 0 14 0 0,17 3-6 0 0,-17-3-29 0 0,-6 0-98 0 0,1-1 0 0 0,-1 0-1 0 0,0 1 1 0 0,1-1 0 0 0,-1 1 0 0 0,1-1 0 0 0,-1 0-1 0 0,0 0 1 0 0,1 1 0 0 0,-1-1 0 0 0,1 0 0 0 0,-1 0-1 0 0,1 1 1 0 0,-1-1 0 0 0,1 0 0 0 0,0 0 0 0 0,-1 0-1 0 0,1 0 1 0 0,-1 0 0 0 0,1 0 0 0 0,-1 0-1 0 0,1 0 1 0 0,0 0 0 0 0,0 0 14 0 0,0 0-1 0 0,0 0 1 0 0,0 0-1 0 0,0 0 1 0 0,0 0-1 0 0,1 0 1 0 0,-1 0-1 0 0,0 1 1 0 0,0-1-1 0 0,0 0 1 0 0,-1 1-1 0 0,1-1 1 0 0,0 0-1 0 0,0 1 1 0 0,0-1-1 0 0,0 1 1 0 0,1 1-1 0 0,29 28 463 0 0,-29-27-320 0 0,-1 3-98 0 0,-1 0-54 0 0,0 0-1 0 0,0-1 0 0 0,-1 1 1 0 0,0-1-1 0 0,0 1 0 0 0,0-1 1 0 0,0 1-1 0 0,-1-1 0 0 0,0 1 1 0 0,0-1-1 0 0,-1 0 0 0 0,1 0 1 0 0,-7 8-1 0 0,4-5-285 0 0,-1-1 0 0 0,-1 1 0 0 0,1-1 0 0 0,-1 0 0 0 0,-1-1 0 0 0,1 0 0 0 0,-1 0 0 0 0,0 0 0 0 0,0-1 0 0 0,-1 0 0 0 0,0-1 0 0 0,-12 5 0 0 0,17-8-753 0 0,-2 0-200 0 0,-16 0-242 0 0,16-1-222 0 0,2-2-1139 0 0,-18-7-2029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0 174 2252 0 0,'3'-4'1346'0'0,"8"-5"-654"0"0,0 0 0 0 0,1 1 0 0 0,0 0 0 0 0,0 1 0 0 0,14-6 0 0 0,67-28 716 0 0,-40 21-774 0 0,37-16 412 0 0,-85 33-841 0 0,17-2 126 0 0,-18 2-272 0 0,2 2 244 0 0,-2 0-118 0 0,15-4 24 0 0,-14 4 528 0 0,-5 1-727 0 0,0 1-1 0 0,0-1 0 0 0,0 0 1 0 0,0 0-1 0 0,0 1 0 0 0,0-1 1 0 0,1 0-1 0 0,-1 0 1 0 0,0 1-1 0 0,0-1 0 0 0,0 0 1 0 0,0 0-1 0 0,1 0 1 0 0,-1 1-1 0 0,0-1 0 0 0,0 0 1 0 0,1 0-1 0 0,-1 0 0 0 0,0 0 1 0 0,0 1-1 0 0,1-1 1 0 0,-1 0-1 0 0,0 0 0 0 0,0 0 1 0 0,1 0-1 0 0,-1 0 0 0 0,0 0 1 0 0,1 0-1 0 0,-1 0 1 0 0,0 0-1 0 0,0 0 0 0 0,1 0 1 0 0,-1 0-1 0 0,1 0 8 0 0,-1 0 0 0 0,1 0-1 0 0,0 0 1 0 0,-1 0 0 0 0,1 0-1 0 0,-1 0 1 0 0,1 0 0 0 0,-1 0-1 0 0,1 0 1 0 0,-1 1 0 0 0,0-1-1 0 0,1 0 1 0 0,-1 0 0 0 0,1 0 0 0 0,-1 1-1 0 0,1-1 1 0 0,-1 0 0 0 0,0 1-1 0 0,1-1 1 0 0,-1 0 0 0 0,1 1-1 0 0,-1-1 1 0 0,0 0 0 0 0,1 1 0 0 0,-1-1-1 0 0,0 1 1 0 0,0-1 0 0 0,1 1-1 0 0,-1-1 1 0 0,0 1 0 0 0,0-1-1 0 0,0 1 1 0 0,0-1 0 0 0,0 1-1 0 0,1-1 1 0 0,-1 1 0 0 0,0-1 0 0 0,0 1-1 0 0,0 22 116 0 0,0-17 12 0 0,-2 0-40 0 0,-10 84 158 0 0,12-85-246 0 0,0 2 2 0 0,0 20 0 0 0,0-20 0 0 0,1-1-18 0 0,8 29-12 0 0,-4-30 10 0 0,-3 3-61 0 0,-1-6 47 0 0,0-1-1 0 0,0 1 1 0 0,0-1-1 0 0,0 1 1 0 0,1-1-1 0 0,-1 1 1 0 0,0-1-1 0 0,1 0 1 0 0,-1 0-1 0 0,3 2 1 0 0,-1 0-68 0 0,19 4-64 0 0,-18-6 86 0 0,2-1-20 0 0,16-3 7 0 0,-16 3 81 0 0,-2-3 41 0 0,1 0 18 0 0,0 0 1 0 0,0 0-1 0 0,0-1 0 0 0,0 0 1 0 0,0 0-1 0 0,-1 0 1 0 0,0-1-1 0 0,0 1 1 0 0,0-1-1 0 0,5-10 1 0 0,-4 1 76 0 0,0-1 0 0 0,-1 1 0 0 0,3-27 0 0 0,-5-8-400 0 0,-2 44-92 0 0,-3 1-151 0 0,-1-1 132 0 0,0 1 0 0 0,0 0 0 0 0,0 0 0 0 0,-1 0 0 0 0,-6-5 0 0 0,7 7-691 0 0,-2 1-340 0 0,-1-1 861 0 0,-4-1-113 0 0,-1 3-2667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 4332 0 0,'11'-2'500'0'0,"-1"0"-1"0"0,1 1 0 0 0,0 0 0 0 0,0 1 1 0 0,0 1-1 0 0,0-1 0 0 0,0 1 1 0 0,0 1-1 0 0,-1 0 0 0 0,1 1 0 0 0,0 0 1 0 0,-1 0-1 0 0,0 1 0 0 0,0 1 0 0 0,0 0 1 0 0,-1 0-1 0 0,14 10 0 0 0,-8-5-296 0 0,0 2 0 0 0,-1 0 0 0 0,-1 0 1 0 0,0 1-1 0 0,-1 1 0 0 0,0 0 0 0 0,-1 0 0 0 0,0 2 0 0 0,-2-1 0 0 0,0 1 0 0 0,0 0 0 0 0,-2 1 0 0 0,8 23 0 0 0,-9-22-339 0 0,-2 1-1 0 0,0-1 0 0 0,-1 1 0 0 0,0 1 1 0 0,-2-1-1 0 0,-1 0 0 0 0,0 0 0 0 0,-1 0 1 0 0,-1 0-1 0 0,-1 0 0 0 0,0 0 0 0 0,-10 29 1 0 0,1-17-1353 0 0,-1 0 1 0 0,-1-1 0 0 0,-2 0-1 0 0,-1-1 1 0 0,-23 30 0 0 0,9-22-3927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82 1 3320 0 0,'-29'3'1383'0'0,"28"-3"-1297"0"0,0 0 0 0 0,0 0 0 0 0,0 0 0 0 0,-1 0 0 0 0,1 1 0 0 0,0-1 0 0 0,0 0 0 0 0,0 1 0 0 0,0-1-1 0 0,0 1 1 0 0,0-1 0 0 0,0 1 0 0 0,0 0 0 0 0,1-1 0 0 0,-1 1 0 0 0,0 0 0 0 0,0 0 0 0 0,0-1 0 0 0,1 1 0 0 0,-1 0 0 0 0,0 0 0 0 0,0 1 0 0 0,0 0 189 0 0,-5 7 595 0 0,0 13-578 0 0,0 0-1 0 0,2 0 1 0 0,1 1-1 0 0,0-1 0 0 0,2 1 1 0 0,0 0-1 0 0,2-1 1 0 0,0 1-1 0 0,2-1 0 0 0,0 1 1 0 0,14 42-1 0 0,-5-23-270 0 0,3 0-1 0 0,1-1 1 0 0,3-1 0 0 0,1-1-1 0 0,34 52 1 0 0,-36-66-417 0 0,1 0-1 0 0,32 32 1 0 0,-39-46-517 0 0,0 0 1 0 0,1-1-1 0 0,-1 0 0 0 0,2-1 0 0 0,0 0 0 0 0,18 8 1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59 1660 0 0,'0'0'10978'0'0,"1"5"-10957"0"0,-1-2-20 0 0,1 0 1 0 0,0 0-1 0 0,1 0 0 0 0,-1 0 0 0 0,0 0 0 0 0,1 0 1 0 0,0 0-1 0 0,-1-1 0 0 0,1 1 0 0 0,0-1 0 0 0,0 1 0 0 0,1-1 1 0 0,-1 0-1 0 0,0 0 0 0 0,1 0 0 0 0,-1 0 0 0 0,1 0 1 0 0,3 2-1 0 0,-2-3-27 0 0,1-2-92 0 0,-3 0 107 0 0,1 0-1 0 0,-1 0 1 0 0,0-1 0 0 0,1 1 0 0 0,-1 0-1 0 0,0-1 1 0 0,1 1 0 0 0,-1-1 0 0 0,0 0-1 0 0,0 0 1 0 0,-1 1 0 0 0,5-6 0 0 0,-4 4-3 0 0,-3-5-12 0 0,0 1 18 0 0,0-1-1 0 0,0 1 0 0 0,-4-13 0 0 0,3 16 12 0 0,2 4-3 0 0,-1 0 0 0 0,1 0 0 0 0,0 0 0 0 0,-1 0 0 0 0,1-1 0 0 0,0 1-1 0 0,-1 0 1 0 0,1 0 0 0 0,0 0 0 0 0,-1 0 0 0 0,1-1 0 0 0,0 1-1 0 0,-1 0 1 0 0,1 0 0 0 0,0-1 0 0 0,0 1 0 0 0,-1 0 0 0 0,1-1-1 0 0,0 1 1 0 0,0 0 0 0 0,-1-1 0 0 0,1 1 0 0 0,0 0 0 0 0,0-1-1 0 0,0 1 1 0 0,0 0 0 0 0,0-1 0 0 0,-1 0 1 0 0,1 0 1 0 0,-1 0-1 0 0,1 0 0 0 0,-1 0 1 0 0,1 0-1 0 0,-1 0 0 0 0,0 0 1 0 0,0 0-1 0 0,1 0 0 0 0,-1 0 1 0 0,0 0-1 0 0,0 1 0 0 0,0-1 0 0 0,-1 0 1 0 0,-2-1 2 0 0,-1 0 0 0 0,1 0-1 0 0,-1 1 1 0 0,1-1 0 0 0,-1 1 0 0 0,0 1 0 0 0,0-1 0 0 0,-7 0 79 0 0,8 3-19 0 0,3-1-54 0 0,0-1-5 0 0,0 0 0 0 0,-1 1-1 0 0,1-1 1 0 0,-1 0 0 0 0,1 1 0 0 0,0 0 0 0 0,0-1-1 0 0,-1 1 1 0 0,1 0 0 0 0,0 0 0 0 0,0 0 0 0 0,-2 1 55 0 0,-5 17 5 0 0,6-15 49 0 0,2 0-73 0 0,3 20-2 0 0,-1-21-31 0 0,7 11-2 0 0,-7-10 111 0 0,1-2-156 0 0,1 1-9 0 0,-1-1 0 0 0,1 0 0 0 0,0-1 0 0 0,1 1-1 0 0,-1 0 1 0 0,0-1 0 0 0,8 1 0 0 0,-7-1 2 0 0,-1-3-268 0 0,10-4 320 0 0,-11 4-1 0 0,-1-2 8 0 0,7-10-3 0 0,-7 11 5 0 0,-3-2 20 0 0,-3-13 89 0 0,3 13-84 0 0,-1 2-54 0 0,1 2 11 0 0,0-1 0 0 0,0 1-1 0 0,0 0 1 0 0,0 0-1 0 0,0-1 1 0 0,0 1-1 0 0,0 0 1 0 0,0 0-1 0 0,-1 0 1 0 0,1 0 0 0 0,0 1-1 0 0,-1-1 1 0 0,1 0-1 0 0,0 1 1 0 0,-1-1-1 0 0,1 0 1 0 0,-1 1-1 0 0,1 0 1 0 0,-1-1 0 0 0,0 1-1 0 0,1 0 1 0 0,-1 0-1 0 0,1 0 1 0 0,-1 0-1 0 0,1 0 1 0 0,-1 0-1 0 0,0 0 1 0 0,1 1 0 0 0,-3 0-1 0 0,2 0 4 0 0,1 0 1 0 0,0 0 0 0 0,0 0-1 0 0,0 0 1 0 0,0 0-1 0 0,0-1 1 0 0,0 1 0 0 0,-1 0-1 0 0,1-1 1 0 0,0 1-1 0 0,0-1 1 0 0,0 1 0 0 0,-3 0 55 0 0,2 2-11 0 0,0-1-40 0 0,-6 14-48 0 0,8-11 69 0 0,2 13 10 0 0,-1-13 6 0 0,-1-5-46 0 0,1 0-1 0 0,-1 0 0 0 0,1 0 0 0 0,-1 0 0 0 0,0 0 0 0 0,1 0 0 0 0,-1 0 0 0 0,0 0 0 0 0,1 0 0 0 0,-1 0 0 0 0,0 1 0 0 0,1-1 0 0 0,-1 0 0 0 0,0 0 0 0 0,1 0 0 0 0,-1 1 0 0 0,0-1 0 0 0,1 0 0 0 0,-1 0 0 0 0,0 1 0 0 0,0-1 0 0 0,1 0 0 0 0,-1 1 0 0 0,0-1 0 0 0,0 0 0 0 0,0 0 0 0 0,1 1 0 0 0,-1-1 0 0 0,0 1 0 0 0,0 0-7 0 0,1-1 0 0 0,-1 1 1 0 0,1 0-1 0 0,-1 0 0 0 0,1-1 0 0 0,-1 1 0 0 0,1 0 0 0 0,-1-1 1 0 0,1 1-1 0 0,0-1 0 0 0,-1 1 0 0 0,1-1 0 0 0,0 1 0 0 0,-1-1 1 0 0,1 1-1 0 0,0-1 0 0 0,0 0 0 0 0,-1 1 0 0 0,1-1 0 0 0,1 0 0 0 0,15 5-124 0 0,-13-4 1 0 0,1-2-126 0 0,14 0 173 0 0,-14 1 35 0 0,-1-1-108 0 0,31-17-10 0 0,-32 16 199 0 0,-2-3-37 0 0,3-12 35 0 0,-4 13 50 0 0,-1 0-28 0 0,-6-13-10 0 0,5 13 62 0 0,2 4-98 0 0,-1 0 0 0 0,1 0 0 0 0,-1 0 1 0 0,1 0-1 0 0,0 0 0 0 0,-1 0 0 0 0,1 0 1 0 0,-1 0-1 0 0,1-1 0 0 0,0 1 0 0 0,-1 0 0 0 0,1 0 1 0 0,-1 0-1 0 0,1-1 0 0 0,0 1 0 0 0,-1 0 1 0 0,1 0-1 0 0,0-1 0 0 0,0 1 0 0 0,-1 0 0 0 0,1-1 1 0 0,0 1-1 0 0,0 0 0 0 0,-1-1 0 0 0,1 1 1 0 0,0-1-1 0 0,-1 1 2 0 0,1-1 0 0 0,0 1 1 0 0,0-1-1 0 0,-1 1 0 0 0,1-1 1 0 0,-1 1-1 0 0,1-1 0 0 0,0 1 1 0 0,-1 0-1 0 0,1-1 1 0 0,-1 1-1 0 0,1 0 0 0 0,-1-1 1 0 0,1 1-1 0 0,-1 0 0 0 0,1 0 1 0 0,-1 0-1 0 0,1-1 0 0 0,-1 1 1 0 0,1 0-1 0 0,-1 0 0 0 0,1 0 1 0 0,-1 0-1 0 0,0 0 0 0 0,1 0 1 0 0,-1 0-1 0 0,1 0 0 0 0,-1 0 1 0 0,1 0-1 0 0,-1 0 0 0 0,0 0 1 0 0,0 1-1 0 0,-19 2 11 0 0,15-2 77 0 0,4 0-84 0 0,-1 0 0 0 0,1 0-1 0 0,-1 1 1 0 0,1-1-1 0 0,0 0 1 0 0,0 1 0 0 0,-1-1-1 0 0,1 1 1 0 0,-1 2-1 0 0,-1 0 166 0 0,3 0-179 0 0,0 1-1 0 0,1 0 1 0 0,-1 0-1 0 0,1 0 1 0 0,0-1-1 0 0,0 1 1 0 0,1 0-1 0 0,0-1 1 0 0,2 6-1 0 0,-2-7-63 0 0,1 0 55 0 0,8 9 16 0 0,-8-9 7 0 0,3-3-88 0 0,15-3-54 0 0,-16 3 210 0 0,1-22-68 0 0,-5 18-10 0 0,-2-1-11 0 0,-3-13 6 0 0,4 13-7 0 0,-20-7-62 0 0,18 15 110 0 0,-6 9 0 0 0,6-9 3 0 0,2 2-24 0 0,-3 15 14 0 0,3-15-59 0 0,1-1-135 0 0,3 12 127 0 0,-2-12-11 0 0,8 1-550 0 0,-10-5 588 0 0,1 1 1 0 0,-1-1-1 0 0,1 0 1 0 0,-1 1 0 0 0,1-1-1 0 0,-1 0 1 0 0,1 1-1 0 0,0-1 1 0 0,-1 0-1 0 0,1 0 1 0 0,-1 1-1 0 0,1-1 1 0 0,0 0 0 0 0,-1 0-1 0 0,1 0 1 0 0,0 0-1 0 0,-1 0 1 0 0,1 0-1 0 0,-1 0 1 0 0,1 0-1 0 0,0 0 1 0 0,-1 0 0 0 0,1 0-1 0 0,0-1 1 0 0,-1 1-1 0 0,1 0 1 0 0,-1 0-1 0 0,2-1 1 0 0,-1 0 6 0 0,1 0 0 0 0,0 0-1 0 0,0 0 1 0 0,-1 0 0 0 0,1-1 0 0 0,-1 1 0 0 0,1-1 0 0 0,-1 1 0 0 0,0-1-1 0 0,1 1 1 0 0,-1-1 0 0 0,0 0 0 0 0,0 1 0 0 0,0-1 0 0 0,0 0-1 0 0,0 0 1 0 0,-1 0 0 0 0,1 0 0 0 0,0 0 0 0 0,-1 0 0 0 0,0 0-1 0 0,1 0 1 0 0,-1 0 0 0 0,0 0 0 0 0,0 0 0 0 0,0 0 0 0 0,0 0-1 0 0,-1-4 1 0 0,0 2 161 0 0,-2 1-114 0 0,-12-9-20 0 0,11 13 14 0 0,-13 3 11 0 0,12-2 164 0 0,3 0-146 0 0,1 1-44 0 0,-1-1 0 0 0,1 0 0 0 0,0 1 1 0 0,0-1-1 0 0,0 1 0 0 0,0-1 0 0 0,1 1 0 0 0,-1 0 1 0 0,1-1-1 0 0,0 1 0 0 0,-1 0 0 0 0,1-1 0 0 0,0 1 1 0 0,1 0-1 0 0,-1-1 0 0 0,0 1 0 0 0,1 0 1 0 0,-1-1-1 0 0,1 1 0 0 0,0 0 0 0 0,2 3 0 0 0,-1-2 16 0 0,7 1-18 0 0,-9-5-19 0 0,1 0 1 0 0,-1 1 0 0 0,0-1-1 0 0,1 0 1 0 0,-1 1-1 0 0,0-1 1 0 0,1 0-1 0 0,-1 1 1 0 0,1-1 0 0 0,-1 0-1 0 0,1 0 1 0 0,-1 1-1 0 0,1-1 1 0 0,-1 0 0 0 0,1 0-1 0 0,-1 0 1 0 0,1 0-1 0 0,-1 0 1 0 0,1 1-1 0 0,-1-1 1 0 0,1 0 0 0 0,-1 0-1 0 0,1 0 1 0 0,-1-1-1 0 0,1 1 1 0 0,0 0-1 0 0,-1 0 1 0 0,1 0 0 0 0,-1 0-1 0 0,1 0 1 0 0,0-1-1 0 0,14-4 3 0 0,-12 3 3 0 0,-2-2-64 0 0,3-12 41 0 0,-3 12 2 0 0,-2 0-20 0 0,1 3 48 0 0,0-1-12 0 0,-1 1 1 0 0,1 0-1 0 0,0-1 1 0 0,0 1 0 0 0,-1 0-1 0 0,1-1 1 0 0,-1 1 0 0 0,1 0-1 0 0,-1 0 1 0 0,1 0-1 0 0,-1-1 1 0 0,0 1 0 0 0,0 0-1 0 0,1 0 1 0 0,-1 0 0 0 0,0 0-1 0 0,0 0 1 0 0,0 0-1 0 0,0 0 1 0 0,0 1 0 0 0,0-1-1 0 0,-1 0 1 0 0,1 0 0 0 0,0 1-1 0 0,0-1 1 0 0,0 1-1 0 0,-1-1 1 0 0,-1 0 0 0 0,1 2 13 0 0,1 0 0 0 0,0-1 0 0 0,0 1 0 0 0,0 0 0 0 0,0 0 0 0 0,0 0 0 0 0,0 0 0 0 0,0 0 0 0 0,0 0 0 0 0,0 0 0 0 0,1 0 0 0 0,-1 0 0 0 0,0 0 0 0 0,1 0 0 0 0,-1 1 0 0 0,0-1 0 0 0,0 3 0 0 0,-5 14 108 0 0,4-14 147 0 0,2 1-246 0 0,2 16 1 0 0,-2-16 81 0 0,19 3-75 0 0,-15-6-37 0 0,-4-2-11 0 0,1 0 16 0 0,0-1 0 0 0,0 1 0 0 0,0 0-1 0 0,-1-1 1 0 0,1 1 0 0 0,0 0 0 0 0,0-1 0 0 0,-1 1 0 0 0,1-1 0 0 0,0 1 0 0 0,-1-1 0 0 0,1 1 0 0 0,-1-1 0 0 0,1 1 0 0 0,0-1 0 0 0,-1 0 0 0 0,1 1 0 0 0,-1-1 0 0 0,0 0 0 0 0,1 0-1 0 0,-1 1 1 0 0,0-1 0 0 0,1 0 0 0 0,-1 0 0 0 0,0 1 0 0 0,0-1 0 0 0,1-1 0 0 0,1-18-52 0 0,-2 19 57 0 0,1-4-52 0 0,-7-5-304 0 0,1-1-4187 0 0,2 9 1951 0 0,-15-7-1843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28 2496 0 0,'0'0'5024'0'0,"4"3"-4762"0"0,1 0-124 0 0,1 0 0 0 0,-1 0-1 0 0,1 0 1 0 0,0-1 0 0 0,8 3 0 0 0,-9-4-20 0 0,0 0-28 0 0,13 1-23 0 0,-13-2-14 0 0,0 0-29 0 0,16 0 8 0 0,-16 0 6 0 0,1 0 3 0 0,0 1-34 0 0,36-7 56 0 0,-38 5-3 0 0,1-1 18 0 0,15-5 88 0 0,-18 7-140 0 0,-1 0-1 0 0,0-1 1 0 0,0 1-1 0 0,1-1 1 0 0,-1 0-1 0 0,0 1 1 0 0,0-1-1 0 0,1 0 1 0 0,-1 0 0 0 0,0 1-1 0 0,0-1 1 0 0,0 0-1 0 0,0 0 1 0 0,0 0-1 0 0,-1 0 1 0 0,1 0-1 0 0,0-1 1 0 0,0 1-1 0 0,0-1 596 0 0,-1-3-543 0 0,1 4-45 0 0,-1 1 0 0 0,0-1 0 0 0,0 0-1 0 0,0 1 1 0 0,0-1 0 0 0,1 0 0 0 0,-1 0 0 0 0,0 1-1 0 0,0-1 1 0 0,-1 0 0 0 0,1 1 0 0 0,0-1 0 0 0,0 0-1 0 0,0 0 1 0 0,0 1 0 0 0,-1-1 0 0 0,1 0 0 0 0,0 1-1 0 0,0-1 1 0 0,-1 1 0 0 0,1-1 0 0 0,-1-1 0 0 0,-14 11 323 0 0,11-6-239 0 0,3 3-13 0 0,-5 126 335 0 0,16 15-1483 0 0,-9-141 527 0 0,-1-5 473 0 0,1 0 0 0 0,-1 0-1 0 0,0-1 1 0 0,1 1 0 0 0,-1 0-1 0 0,0 0 1 0 0,0 0 0 0 0,0 0-1 0 0,0 0 1 0 0,1 0 0 0 0,-1 0-1 0 0,0 0 1 0 0,-1-1 0 0 0,1 1-1 0 0,0 0 1 0 0,0 0 0 0 0,0 0-1 0 0,0 0 1 0 0,-1 0 0 0 0,1 1 0 0 0,-1-1-93 0 0,1-1 1 0 0,0 1 0 0 0,-1 0-1 0 0,1 0 1 0 0,0 0 0 0 0,0 0-1 0 0,0 0 1 0 0,0 0 0 0 0,0 0-1 0 0,0 0 1 0 0,0-1 0 0 0,0 1-1 0 0,0 0 1 0 0,0 0 0 0 0,0 0-1 0 0,1 0 1 0 0,-1 0 0 0 0,0 0-1 0 0,1 0 1 0 0,-1 0 0 0 0,0 1-67 0 0,-1 0 1 0 0,1-1-1 0 0,-1 1 1 0 0,1 0-1 0 0,0-1 0 0 0,0 1 1 0 0,-1 0-1 0 0,1 0 1 0 0,0-1-1 0 0,1 1 1 0 0,-1 0-1 0 0,0 1 1 0 0,1 2-548 0 0,-1 1-2874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1 154 1788 0 0,'3'-4'231'0'0,"0"0"0"0"0,1 0 0 0 0,0 1 0 0 0,0 0 1 0 0,0 0-1 0 0,0 0 0 0 0,0 0 0 0 0,0 0 0 0 0,1 1 0 0 0,-1 0 0 0 0,7-2 0 0 0,57-17 257 0 0,-46 16-337 0 0,29-9 31 0 0,82-34 0 0 0,-130 46-97 0 0,-2 2-80 0 0,-1 0 1 0 0,1 0 0 0 0,-1 0 0 0 0,1 0 0 0 0,-1 0 0 0 0,1 0 0 0 0,-1-1 0 0 0,1 1 0 0 0,-1 0 0 0 0,0 0 0 0 0,1 0 0 0 0,-1-1-1 0 0,1 1 1 0 0,-1 0 0 0 0,1 0 0 0 0,-1-1 0 0 0,0 1 0 0 0,1 0 0 0 0,-1-1 0 0 0,0 1 0 0 0,1 0 0 0 0,-1-1 0 0 0,0 1 0 0 0,1-1-1 0 0,9-6 640 0 0,-8 6-577 0 0,-1 1 1 0 0,0-1-1 0 0,0 1 1 0 0,1-1 0 0 0,-1 0-1 0 0,0 1 1 0 0,0-1 0 0 0,0 0-1 0 0,1 0 1 0 0,-1 0 0 0 0,0 0-1 0 0,2-3 1593 0 0,-5 6-1630 0 0,1 0 0 0 0,-1-1 0 0 0,0 1-1 0 0,1 0 1 0 0,-1 0 0 0 0,1 0 0 0 0,0 0 0 0 0,-1 0 0 0 0,1 1 0 0 0,0-1 0 0 0,0 0 0 0 0,1 0 0 0 0,-2 4 0 0 0,1-2 41 0 0,2 1-10 0 0,0 16-3 0 0,-1-16-4 0 0,1 0-31 0 0,3 16 17 0 0,-4-16-14 0 0,3 0 7 0 0,6 13 21 0 0,-7-13-32 0 0,-1-5-22 0 0,-1 0 0 0 0,1 0 0 0 0,-1 0 0 0 0,1 0 0 0 0,-1 1 0 0 0,1-1 0 0 0,-1 0 0 0 0,1 0 0 0 0,-1 1 0 0 0,0-1 1 0 0,1 0-1 0 0,-1 1 0 0 0,1-1 0 0 0,-1 0 0 0 0,0 1 0 0 0,1-1 0 0 0,-1 0 0 0 0,0 1 0 0 0,1-1 0 0 0,-1 1 0 0 0,0-1 0 0 0,0 1 0 0 0,0-1 0 0 0,1 1 0 0 0,-1-1 0 0 0,0 2 0 0 0,0-2-1 0 0,0 1 0 0 0,0-1 1 0 0,0 1-1 0 0,1-1 0 0 0,-1 0 1 0 0,0 1-1 0 0,0-1 0 0 0,1 1 0 0 0,-1-1 1 0 0,0 1-1 0 0,0-1 0 0 0,1 0 1 0 0,-1 1-1 0 0,0-1 0 0 0,1 1 0 0 0,-1-1 1 0 0,1 0-1 0 0,-1 1 0 0 0,0-1 1 0 0,1 0-1 0 0,-1 0 0 0 0,1 0 0 0 0,-1 1 1 0 0,1-1-1 0 0,-1 0 0 0 0,2 0 1 0 0,1 3-8 0 0,12 5 17 0 0,-11-6-9 0 0,21 1 48 0 0,-20-2-54 0 0,14-8-7 0 0,-15 6 16 0 0,-3 0 1 0 0,1 0 0 0 0,-1 0 0 0 0,1 0 1 0 0,-1 0-1 0 0,1 0 0 0 0,-1 0 1 0 0,0-1-1 0 0,1 1 0 0 0,-1 0 0 0 0,0-1 1 0 0,1 0-1 0 0,2-1 83 0 0,1-16-69 0 0,-3 14-21 0 0,-1 1-23 0 0,-2-2-214 0 0,0-2 11 0 0,-1 0 1 0 0,0 1-1 0 0,-1-1 1 0 0,-6-12-1 0 0,6 16-235 0 0,0 1-71 0 0,0 1 64 0 0,0-1-1 0 0,-1 1 0 0 0,1 0 1 0 0,-1 0-1 0 0,1 0 1 0 0,-1 1-1 0 0,0-1 0 0 0,0 1 1 0 0,-5-1-1 0 0,4 1-2438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1 2080 0 0,'0'0'4806'0'0,"0"5"-4498"0"0,-1 16-65 0 0,0-16-38 0 0,1 1-41 0 0,-2 102-172 0 0,7-36-4993 0 0,-4-67 2244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3736 0 0,'0'0'3682'0'0,"1"4"-3121"0"0,3 13-88 0 0,-3-13 297 0 0,0 2-459 0 0,6 51 718 0 0,-6-52-799 0 0,1 1-4 0 0,18 44 400 0 0,-17-45-532 0 0,0-1-18 0 0,10 11-18 0 0,-10-11-8 0 0,1-2-18 0 0,41 19-84 0 0,-40-20-14 0 0,1 0-92 0 0,-2-1 146 0 0,1 0 0 0 0,0 0 1 0 0,0 0-1 0 0,-1 0 0 0 0,1-1 1 0 0,0 0-1 0 0,-1 0 0 0 0,1 0 0 0 0,0 0 1 0 0,-1-1-1 0 0,0 0 0 0 0,1 0 1 0 0,-1 0-1 0 0,0 0 0 0 0,0-1 1 0 0,0 1-1 0 0,0-1 0 0 0,-1 0 0 0 0,5-5 1 0 0,-6 5 48 0 0,2-8-6 0 0,-3 11-27 0 0,0-1 0 0 0,-1 0 0 0 0,0 1 0 0 0,1-1 0 0 0,-1 0 0 0 0,1 1 0 0 0,-1-1 0 0 0,0 0 0 0 0,1 0 0 0 0,-1 0 0 0 0,0 1 0 0 0,0-1 0 0 0,0 0 0 0 0,1 0 0 0 0,-1 0 0 0 0,0 0 0 0 0,0 1 0 0 0,0-1 0 0 0,-1 0 0 0 0,1 0 0 0 0,0-1 0 0 0,-1-18 119 0 0,0 15-52 0 0,0 0-23 0 0,-10-41 422 0 0,9 42-75 0 0,1-1-318 0 0,-5-12-2 0 0,5 13 625 0 0,0 4-677 0 0,0 1 0 0 0,0 0 0 0 0,0 0 0 0 0,0 0 0 0 0,0 0 0 0 0,0 0 0 0 0,1 0 0 0 0,-1 0 0 0 0,0 0-1 0 0,1 0 1 0 0,-1 0 0 0 0,1 0 0 0 0,-1 0 0 0 0,1 1 0 0 0,-1-1 0 0 0,1 0 0 0 0,0 0 0 0 0,0 0 0 0 0,-1 1 0 0 0,1-1 0 0 0,0 2 0 0 0,-1 18 138 0 0,0 8-176 0 0,1 0-1 0 0,1 0 0 0 0,2 0 0 0 0,1-1 0 0 0,9 36 1 0 0,12 7-3197 0 0,-23-67 2163 0 0,1-2-285 0 0,11 9-193 0 0,-10-8-1046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19 2680 0 0,'0'0'947'0'0,"2"-3"-97"0"0,7-9 2 0 0,-6 9 740 0 0,2 3-1207 0 0,2-1-168 0 0,-1 1-1 0 0,1 1 1 0 0,-1-1-1 0 0,1 1 1 0 0,10 3-1 0 0,-13-2 102 0 0,-2-2-266 0 0,0 1 0 0 0,-1 0 0 0 0,1 0 0 0 0,0 1 0 0 0,-1-1-1 0 0,1 0 1 0 0,-1 0 0 0 0,1 1 0 0 0,-1-1 0 0 0,2 3 0 0 0,-1-2 6 0 0,0-1 1 0 0,0 2 0 0 0,0-1 0 0 0,0 0 0 0 0,-1 0 0 0 0,1 0 0 0 0,-1 1 0 0 0,1-1 0 0 0,-1 1 0 0 0,0 0 0 0 0,0-1 0 0 0,0 1 0 0 0,0 0 0 0 0,0-1 0 0 0,-1 1 0 0 0,1 0 0 0 0,-1 0 0 0 0,0 0 0 0 0,0-1 0 0 0,0 6 0 0 0,-3 10 220 0 0,-1-1-1 0 0,0 0 1 0 0,-12 30 0 0 0,15-43-140 0 0,-6 19 181 0 0,5-18 69 0 0,-5 21 175 0 0,28-15-484 0 0,-14-12-172 0 0,14-2-273 0 0,1-2 0 0 0,-1 0 0 0 0,0-2 0 0 0,-1 0-1 0 0,38-19 1 0 0,-36 14-1812 0 0,-1-1 1 0 0,36-28-1 0 0,-37 24-2309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1 2944 0 0,'0'0'1256'0'0,"5"0"-158"0"0,13 4-154 0 0,-13-4-114 0 0,0 3-81 0 0,1-1-605 0 0,0 2-1 0 0,0-1 1 0 0,0 0-1 0 0,-1 1 1 0 0,1 0-1 0 0,-1 1 0 0 0,0-1 1 0 0,0 1-1 0 0,-1 0 1 0 0,1 0-1 0 0,-1 0 0 0 0,0 1 1 0 0,0 0-1 0 0,-1 0 1 0 0,0 0-1 0 0,0 0 1 0 0,0 0-1 0 0,-1 0 0 0 0,0 1 1 0 0,0-1-1 0 0,0 1 1 0 0,-1-1-1 0 0,0 1 1 0 0,0 7-1 0 0,1-5-111 0 0,-1-5-21 0 0,-1 0 0 0 0,1 0-1 0 0,-1 0 1 0 0,1 0-1 0 0,-1 1 1 0 0,0-1 0 0 0,-1 7-1 0 0,-2 9-252 0 0,-1 0-1 0 0,-1 0 0 0 0,0-1 0 0 0,-1 1 0 0 0,-2-1 0 0 0,0 0 0 0 0,-18 31 1 0 0,5-18-2335 0 0,-33 41 0 0 0,23-39-1811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89 24 1856 0 0,'-3'-3'1111'0'0,"-15"-12"1522"0"0,17 14-2545 0 0,0 1-1 0 0,0-1 0 0 0,0 1 0 0 0,0-1 0 0 0,0 0 0 0 0,0 1 0 0 0,-1 0 0 0 0,1-1 0 0 0,0 1 1 0 0,0 0-1 0 0,0-1 0 0 0,0 1 0 0 0,0 0 0 0 0,-1 0 0 0 0,1 0 0 0 0,0 0 0 0 0,0 0 0 0 0,0 0 1 0 0,-2 1-1 0 0,-1 2 477 0 0,3-2-508 0 0,-2 0 32 0 0,1 1 0 0 0,0 0 0 0 0,-1 0 0 0 0,1 0 0 0 0,0 1 0 0 0,0-1 0 0 0,0 0 0 0 0,1 1 0 0 0,-1-1 0 0 0,1 1 0 0 0,-1 0 0 0 0,1-1 0 0 0,0 1 0 0 0,0 0 0 0 0,0 0 0 0 0,-1 4 0 0 0,0 1 24 0 0,-4 27 423 0 0,5-14-415 0 0,1 1 0 0 0,1 0 0 0 0,1-1 0 0 0,1 1 0 0 0,0-1-1 0 0,2 0 1 0 0,1 0 0 0 0,0 0 0 0 0,1-1 0 0 0,2 0 0 0 0,0 0 0 0 0,13 20 0 0 0,-13-26-412 0 0,0 0 1 0 0,1-1-1 0 0,1 0 1 0 0,0-1-1 0 0,1 0 1 0 0,0-1-1 0 0,0 0 1 0 0,1-1-1 0 0,1-1 1 0 0,0 0-1 0 0,0 0 1 0 0,1-2-1 0 0,0 1 1 0 0,0-2-1 0 0,0 0 1 0 0,32 7-1 0 0,-14-8-2170 0 0,-1 0-1745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3716 0 0,'0'0'5324'0'0,"2"5"-5072"0"0,68 151 299 0 0,-4-13-3843 0 0,-50-99 159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116 89 916 0 0,'0'0'1855'0'0,"-2"-3"-1358"0"0,-17-29 2667 0 0,18 29-1557 0 0,-8-18 570 0 0,7 18-1873 0 0,1 0-173 0 0,-1 1 0 0 0,1 0 0 0 0,-1 0 0 0 0,0 0-1 0 0,1 0 1 0 0,-1 1 0 0 0,0-1 0 0 0,0 0 0 0 0,0 1-1 0 0,0 0 1 0 0,-1-1 0 0 0,1 1 0 0 0,0 0 0 0 0,-5-2-1 0 0,-10 11 18 0 0,15-6-123 0 0,-2 0 52 0 0,4-1-67 0 0,-1 1 1 0 0,0-1-1 0 0,0 1 1 0 0,0-1 0 0 0,0 0-1 0 0,0 1 1 0 0,-1-1-1 0 0,1 0 1 0 0,0 0-1 0 0,-3 2 1 0 0,1 0 88 0 0,1 2-78 0 0,0 2-4 0 0,0 0 1 0 0,1 0 0 0 0,0 1-1 0 0,0-1 1 0 0,0 0 0 0 0,1 1-1 0 0,0-1 1 0 0,2 9 0 0 0,-1-11-37 0 0,0-4 6 0 0,0-1 6 0 0,0 1 0 0 0,1 0 0 0 0,-1 0 0 0 0,0 0 0 0 0,-1 1 0 0 0,1-1 0 0 0,0 0 0 0 0,0 0-1 0 0,0 0 1 0 0,-1 1 0 0 0,2 0 0 0 0,-2-1-4 0 0,3 2 7 0 0,-3-3 1 0 0,0 0-1 0 0,0 0 1 0 0,1 0-1 0 0,-1 0 1 0 0,0 0-1 0 0,1 0 1 0 0,-1-1-1 0 0,0 1 1 0 0,0 0-1 0 0,1 0 1 0 0,-1 0-1 0 0,0 0 1 0 0,1 0-1 0 0,-1 0 1 0 0,0 0-1 0 0,1 1 1 0 0,-1-1-1 0 0,0 0 1 0 0,0 0-1 0 0,1 0 1 0 0,-1 0-1 0 0,0 0 1 0 0,1 0-1 0 0,-1 0 1 0 0,0 1-1 0 0,0-1 1 0 0,1 0-1 0 0,-1 0 1 0 0,0 0-1 0 0,0 1 1 0 0,0-1-1 0 0,1 0 1 0 0,-1 1-1 0 0,1-1-5 0 0,-1 1-1 0 0,1-1 1 0 0,-1 1-1 0 0,1-1 0 0 0,-1 1 1 0 0,1-1-1 0 0,-1 0 1 0 0,1 1-1 0 0,0-1 0 0 0,-1 0 1 0 0,1 0-1 0 0,0 1 1 0 0,-1-1-1 0 0,1 0 0 0 0,0 0 1 0 0,-1 0-1 0 0,1 0 1 0 0,0 0-1 0 0,0 0 0 0 0,-1 0 1 0 0,1 0-1 0 0,0 0 1 0 0,-1 0-1 0 0,1 0 0 0 0,0 0 1 0 0,1-1-1 0 0,19-4-11 0 0,-16 3 18 0 0,-1-1 95 0 0,0-1-1 0 0,0 0 1 0 0,-1-1-1 0 0,1 1 1 0 0,-1 0-1 0 0,0-1 1 0 0,0 0-1 0 0,0 0 1 0 0,2-7-1 0 0,-3 1 153 0 0,0 1 0 0 0,-1 0 0 0 0,0 0 0 0 0,-1-17 0 0 0,0 25-227 0 0,-1 1-10 0 0,-1 1 0 0 0,1-1-1 0 0,0 0 1 0 0,0 0-1 0 0,0 1 1 0 0,-1-1 0 0 0,1 1-1 0 0,0-1 1 0 0,-1 1 0 0 0,1-1-1 0 0,0 1 1 0 0,-1 0 0 0 0,1 0-1 0 0,0 0 1 0 0,-1 0-1 0 0,-1 0 1 0 0,-28 30 54 0 0,28-27-50 0 0,1 1-13 0 0,-5 10-7 0 0,6-10-3 0 0,0 1-25 0 0,-3 16-23 0 0,3-16-21 0 0,3-1-94 0 0,2 15 107 0 0,-3-14 3 0 0,11 12-108 0 0,-10-13 120 0 0,-2-3 9 0 0,1-1 48 0 0,-1 1 0 0 0,0-1 0 0 0,1 1 0 0 0,-1 0 0 0 0,0-1 0 0 0,1 1 0 0 0,-1-1 0 0 0,1 1 0 0 0,-1-1 0 0 0,1 1 0 0 0,-1-1 0 0 0,1 1 0 0 0,-1-1 0 0 0,1 0 0 0 0,-1 1-1 0 0,1-1 1 0 0,-1 0 0 0 0,1 1 0 0 0,0-1 0 0 0,-1 0 0 0 0,1 0 0 0 0,0 1 0 0 0,-1-1 0 0 0,1 0 0 0 0,0 0 0 0 0,-1 0 0 0 0,1 0 0 0 0,0 0 0 0 0,-1 0 0 0 0,1 0 0 0 0,0 0 0 0 0,-1 0 0 0 0,1-1 0 0 0,0 1 0 0 0,0 0 0 0 0,21-4 185 0 0,-22 4-202 0 0,4-1 498 0 0,-1-2-366 0 0,6-11 26 0 0,-7 11 267 0 0,0-1-307 0 0,2-12 2 0 0,-3 12 243 0 0,-2 0-345 0 0,-8-12 17 0 0,6 19-68 0 0,-17 30-43 0 0,18-30 29 0 0,2 2-159 0 0,-2 12 120 0 0,1-13-9 0 0,1-3-146 0 0,1-1 252 0 0,-1 0-1 0 0,0 0 1 0 0,0 0-1 0 0,1 0 0 0 0,-1 1 1 0 0,0-1-1 0 0,0 0 1 0 0,0 0-1 0 0,1 0 0 0 0,-1 0 1 0 0,0 1-1 0 0,0-1 0 0 0,0 0 1 0 0,0 0-1 0 0,0 1 1 0 0,1-1-1 0 0,-1 0 0 0 0,0 0 1 0 0,0 1-1 0 0,0-1 0 0 0,0 0 1 0 0,0 0-1 0 0,0 1 1 0 0,0-1-1 0 0,0 0 0 0 0,0 1 1 0 0,0-1-1 0 0,0 0 0 0 0,0 0 1 0 0,0 1-1 0 0,0 0-4 0 0,-1-1 0 0 0,1 1 0 0 0,0-1 1 0 0,0 1-1 0 0,0-1 0 0 0,1 1 0 0 0,-1-1 0 0 0,0 1 0 0 0,0-1 0 0 0,0 1 0 0 0,0-1 0 0 0,0 1 0 0 0,0-1 0 0 0,1 1 0 0 0,-1-1 1 0 0,0 1-1 0 0,0-1 0 0 0,1 1 0 0 0,-1-1 0 0 0,0 0 0 0 0,1 1 0 0 0,-1-1 0 0 0,1 0 0 0 0,-1 1 0 0 0,0-1 0 0 0,1 0 0 0 0,-1 1 0 0 0,1-1 1 0 0,-1 0-1 0 0,1 0 0 0 0,-1 1 0 0 0,1-1 0 0 0,-1 0 0 0 0,1 0 0 0 0,18 2-6 0 0,-14-1-3 0 0,14-16 346 0 0,-17 12-308 0 0,3-8-119 0 0,-10 11-109 0 0,-11 3-499 0 0,22 4 655 0 0,-6-6 50 0 0,0-1 0 0 0,0 0 0 0 0,0 1 0 0 0,0-1 0 0 0,0 1 0 0 0,0-1 0 0 0,1 0 0 0 0,-1 1 0 0 0,0-1 0 0 0,0 1 0 0 0,0-1 0 0 0,1 0 0 0 0,-1 1 0 0 0,0-1 0 0 0,0 0 0 0 0,1 1 0 0 0,-1-1 0 0 0,0 0 0 0 0,1 0 0 0 0,-1 1 1 0 0,0-1-1 0 0,1 0 0 0 0,-1 0 0 0 0,1 0 0 0 0,-1 1 0 0 0,0-1 0 0 0,1 0 0 0 0,-1 0 0 0 0,1 0 0 0 0,-1 0 0 0 0,1 0 0 0 0,-1 0 0 0 0,0 0 0 0 0,1 0 0 0 0,-1 0 0 0 0,1 0 0 0 0,30-23-2009 0 0,-29 20 1285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156 48 3440 0 0,'-2'-4'1150'0'0,"-3"-14"-148"0"0,3 14 465 0 0,0 0-891 0 0,-10-13 839 0 0,12 17-1396 0 0,0 0 1 0 0,0 0-1 0 0,0 1 0 0 0,-1-1 1 0 0,1 0-1 0 0,0 1 0 0 0,0-1 1 0 0,-1 0-1 0 0,1 0 0 0 0,0 0 1 0 0,0 1-1 0 0,-1-1 0 0 0,1 0 1 0 0,0 0-1 0 0,0 0 0 0 0,-1 0 1 0 0,1 0-1 0 0,0 1 0 0 0,-1-1 0 0 0,1 0 1 0 0,0 0-1 0 0,-1 0 0 0 0,1 0 1 0 0,0 0-1 0 0,-1 0 0 0 0,1 0 1 0 0,0 0-1 0 0,-1 0 0 0 0,1 0 1 0 0,0 0-1 0 0,-1-1 0 0 0,0 1 7 0 0,0 0 1 0 0,0 0-1 0 0,0 0 0 0 0,1 0 0 0 0,-1 0 1 0 0,0 0-1 0 0,0 0 0 0 0,0 0 0 0 0,0 1 0 0 0,1-1 1 0 0,-1 0-1 0 0,0 0 0 0 0,0 1 0 0 0,0-1 0 0 0,1 0 1 0 0,-1 1-1 0 0,0-1 0 0 0,1 1 0 0 0,-1-1 0 0 0,0 1 1 0 0,1-1-1 0 0,-2 2 0 0 0,-8 10 154 0 0,0 2-1 0 0,1-1 1 0 0,0 1-1 0 0,1 1 1 0 0,0-1-1 0 0,1 1 1 0 0,1 1 0 0 0,1-1-1 0 0,0 1 1 0 0,1 0-1 0 0,-2 17 1 0 0,-2 14 47 0 0,3 0-1 0 0,1 81 1 0 0,5-84-128 0 0,3 1 1 0 0,1-1-1 0 0,15 60 1 0 0,-14-82-246 0 0,1 1-1 0 0,1-1 1 0 0,1-1 0 0 0,0 1 0 0 0,2-2 0 0 0,0 1 0 0 0,2-2 0 0 0,18 24-1 0 0,-25-37-224 0 0,0 1 0 0 0,0-1 0 0 0,1 0 0 0 0,14 9 0 0 0,-15-11-303 0 0,-1-1 0 0 0,1 0 0 0 0,-1-1 0 0 0,1 0-1 0 0,0 0 1 0 0,0 0 0 0 0,0 0 0 0 0,12 1 0 0 0,16-1-3552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2808 0 0,'0'0'9108'0'0,"0"5"-8898"0"0,4 54 247 0 0,24 162-802 0 0,-17-167-1019 0 0,6-3-2035 0 0,-15-47 660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123 1 3032 0 0,'0'0'6066'0'0,"-3"4"-5648"0"0,-11 17 319 0 0,1 2 1 0 0,-20 46 0 0 0,-3 5-85 0 0,34-70-557 0 0,0 0-5 0 0,-16 38 293 0 0,17-38-243 0 0,3-1-87 0 0,0-1-44 0 0,1 0-1 0 0,-1 0 1 0 0,1-1 0 0 0,-1 1-1 0 0,1-1 1 0 0,-1 1 0 0 0,1-1-1 0 0,0 0 1 0 0,-1 0 0 0 0,1 0-1 0 0,0 0 1 0 0,4 0 0 0 0,-2 0-11 0 0,3-2-5 0 0,124-13-146 0 0,-79 3-738 0 0,59-23 1 0 0,-108 33 563 0 0,-2 1 279 0 0,-1 0-1 0 0,1-1 1 0 0,-1 1 0 0 0,0-1-1 0 0,1 1 1 0 0,-1-1-1 0 0,0 1 1 0 0,1-1-1 0 0,-1 0 1 0 0,0 0 0 0 0,0 1-1 0 0,2-3 1 0 0,0 1-77 0 0,1 0-414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2660 0 0,'0'0'8624'0'0,"1"4"-8314"0"0,7 21 135 0 0,-2 0-1 0 0,-1 0 1 0 0,4 36-1 0 0,16 175 205 0 0,-17-186-515 0 0,-7-44-109 0 0,-1-1 8 0 0,3 16-3 0 0,-3-16 45 0 0,1-1-43 0 0,11 34 77 0 0,-11-34-83 0 0,12-14-6702 0 0,-10 5 3451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106 41 3732 0 0,'-1'-4'1440'0'0,"-6"-13"-252"0"0,5 12 1113 0 0,2 5-2273 0 0,0-1 0 0 0,-1 1 0 0 0,1-1 0 0 0,0 1 0 0 0,0 0-1 0 0,-1-1 1 0 0,1 1 0 0 0,0 0 0 0 0,-1-1 0 0 0,1 1-1 0 0,0 0 1 0 0,-1-1 0 0 0,1 1 0 0 0,0 0 0 0 0,-1-1-1 0 0,1 1 1 0 0,-1 0 0 0 0,1 0 0 0 0,0 0 0 0 0,-1-1 0 0 0,1 1-1 0 0,-1 0 1 0 0,1 0 0 0 0,-1 0 0 0 0,-9-8 1105 0 0,5 10-904 0 0,-15 3-28 0 0,15-3-15 0 0,2 1-13 0 0,-2 3-75 0 0,1 0 0 0 0,0 1 0 0 0,0-1 0 0 0,0 1-1 0 0,1 0 1 0 0,0 0 0 0 0,0 0 0 0 0,1 0 0 0 0,-2 9 0 0 0,1-5-64 0 0,2-1 0 0 0,-1 1 0 0 0,1 0-1 0 0,1 1 1 0 0,0-1 0 0 0,0 0 0 0 0,1 0 0 0 0,1 0 0 0 0,0 0 0 0 0,0-1 0 0 0,1 1 0 0 0,0 0 0 0 0,1-1 0 0 0,1 0 0 0 0,-1 0 0 0 0,8 12 0 0 0,-9-19-12 0 0,1 0 0 0 0,12 6-6 0 0,-15-8-15 0 0,0 0 1 0 0,0 0 0 0 0,1-1 0 0 0,-1 1-1 0 0,0 0 1 0 0,0-1 0 0 0,0 0 0 0 0,1 1-1 0 0,-1-1 1 0 0,0 1 0 0 0,1-1 0 0 0,-1 0-1 0 0,0 0 1 0 0,1 0 0 0 0,1 0 0 0 0,1 0 2 0 0,0 1-12 0 0,1-2 21 0 0,12-2 19 0 0,-12 2 23 0 0,0-1 37 0 0,-5 1-92 0 0,4 0 53 0 0,1-1 1 0 0,-1 0 0 0 0,1 0-1 0 0,-1-1 1 0 0,0 1 0 0 0,0-1-1 0 0,0 0 1 0 0,-1 0 0 0 0,1-1-1 0 0,-1 1 1 0 0,0-1 0 0 0,1 1-1 0 0,-2-1 1 0 0,1 0 0 0 0,0 0-1 0 0,-1 0 1 0 0,0-1 0 0 0,0 1-1 0 0,2-6 1 0 0,-2 5-131 0 0,-1 0-1 0 0,0-1 1 0 0,0 1 0 0 0,0 0-1 0 0,-1-1 1 0 0,0 1 0 0 0,0-1 0 0 0,0 1-1 0 0,-1-1 1 0 0,0 1 0 0 0,0 0-1 0 0,0-1 1 0 0,0 1 0 0 0,-1 0-1 0 0,0 0 1 0 0,0 0 0 0 0,-1 0-1 0 0,-5-9 1 0 0,6 10-188 0 0,-1 0 0 0 0,0 1 0 0 0,0-1 0 0 0,0 1 0 0 0,0 0 0 0 0,-1 0 0 0 0,1 0 0 0 0,-1 0 0 0 0,0 1 0 0 0,0 0 0 0 0,-6-4 0 0 0,6 5-372 0 0,0-1-1 0 0,0 1 1 0 0,-1-1 0 0 0,1 1-1 0 0,0 1 1 0 0,-1-1 0 0 0,-6 0-1 0 0,-20 1-3758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97 14 4172 0 0,'0'0'4215'0'0,"1"-3"-3282"0"0,-1 2-855 0 0,1 0 1 0 0,-1 1 0 0 0,0 0 0 0 0,0-1 0 0 0,0 1 0 0 0,0-1-1 0 0,1 1 1 0 0,-1-1 0 0 0,0 1 0 0 0,1-1 0 0 0,-1 1 0 0 0,0 0-1 0 0,1-1 1 0 0,-1 1 0 0 0,0-1 0 0 0,1 1 0 0 0,-1 0 0 0 0,1 0-1 0 0,-1-1 1 0 0,0 1 0 0 0,1 0 0 0 0,-1 0 0 0 0,1-1 0 0 0,-1 1-1 0 0,1 0 1 0 0,-1 0 0 0 0,1 0 0 0 0,0 0 0 0 0,9 11 659 0 0,-8-8-613 0 0,-2 4-24 0 0,-1 10-194 0 0,-1 0-1 0 0,0 0 0 0 0,-1-1 0 0 0,-1 1 0 0 0,-1-1 0 0 0,-10 25 0 0 0,2-10-2311 0 0,-1-2-1 0 0,-32 48 0 0 0,31-56-2250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47 3552 0 0,'0'0'1606'0'0,"2"-5"-201"0"0,9-12-173 0 0,-9 12-110 0 0,7-10 342 0 0,-7 11 1708 0 0,2 6-2809 0 0,14 5-38 0 0,-12 0-77 0 0,11 50 399 0 0,-5-4-591 0 0,7 69 0 0 0,-10-12-2948 0 0,-4-49-963 0 0,-3-50 744 0 0,4 15-2239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1 143 2800 0 0,'1'-5'1262'0'0,"4"-16"-205"0"0,-4 16-211 0 0,1 0-136 0 0,0 1-615 0 0,0-2 147 0 0,1 0-1 0 0,0-1 1 0 0,0 2 0 0 0,1-1-1 0 0,-1 0 1 0 0,1 1 0 0 0,1 0-1 0 0,-1 0 1 0 0,1 0 0 0 0,0 0 0 0 0,0 1-1 0 0,0-1 1 0 0,10-5 0 0 0,-1 3 25 0 0,-11 5-46 0 0,3 0-23 0 0,16-3-14 0 0,-17 4-40 0 0,0 0-24 0 0,14-2-6 0 0,-15 2 30 0 0,1 2-54 0 0,1 1-24 0 0,-1-1 1 0 0,0 1-1 0 0,-1 1 1 0 0,1-1-1 0 0,0 1 1 0 0,6 5-1 0 0,-8-6 43 0 0,-2 2 9 0 0,4 44 284 0 0,-6-42-297 0 0,0-1-16 0 0,-24 68 263 0 0,23-70-307 0 0,0 2-21 0 0,-7 15-4 0 0,6-15 0 0 0,1-1-2 0 0,1-2-11 0 0,-1 1 0 0 0,0-1 0 0 0,1 1 1 0 0,0 0-1 0 0,-1 0 0 0 0,1 0 0 0 0,0 0 0 0 0,1 0 0 0 0,-1 0 0 0 0,0 0 0 0 0,1 0 0 0 0,0 0 0 0 0,0 0 0 0 0,0 0 0 0 0,0 0 0 0 0,0 0 1 0 0,1 6-1 0 0,1-6 5 0 0,3-2-12 0 0,12 4 8 0 0,-13-4 68 0 0,1 0-42 0 0,14 5-8 0 0,-15-5 8 0 0,1 1 4 0 0,14 6 11 0 0,-15-7 30 0 0,-3 1-61 0 0,1 0 0 0 0,-1-1 0 0 0,0 1 1 0 0,1-1-1 0 0,-1 0 0 0 0,1 1 0 0 0,0-1 1 0 0,-1 0-1 0 0,4 1 0 0 0,-2 1 81 0 0,-1 0-8 0 0,1 3-10 0 0,0-1 0 0 0,-1 1 1 0 0,0-1-1 0 0,0 1 1 0 0,0 0-1 0 0,-1 0 1 0 0,0 0-1 0 0,1 11 0 0 0,-3-12-31 0 0,-1-1 6 0 0,-4 3-34 0 0,0 1 0 0 0,0-1-1 0 0,-1 0 1 0 0,-13 10-1 0 0,17-15-51 0 0,-2 0-24 0 0,-8 2-436 0 0,1-1 0 0 0,-1-1 0 0 0,0 0 1 0 0,-17 0-1 0 0,25-2-109 0 0,1-2-67 0 0,-14-6-101 0 0,14 6-183 0 0,2-1-207 0 0,-1-1 684 0 0,-6-11-3124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2236 0 0,'0'0'6583'0'0,"3"3"-6084"0"0,-1 0-314 0 0,-1 0 1 0 0,1 0-1 0 0,-1 1 1 0 0,0-1-1 0 0,0 0 1 0 0,0 0-1 0 0,0 1 1 0 0,-1-1-1 0 0,1 0 1 0 0,-1 8-1 0 0,0-6 338 0 0,0 24-246 0 0,0-24-118 0 0,6 19 71 0 0,-5-20-109 0 0,13 19 346 0 0,27 1-13 0 0,-36-22-315 0 0,0 0 28 0 0,52 16 310 0 0,-51-16-388 0 0,-1-1-23 0 0,41 20 225 0 0,-41-19-220 0 0,-2 0-2 0 0,26 27 190 0 0,-26-26-158 0 0,-3 3-134 0 0,1 14 47 0 0,-1-14 22 0 0,-2-2-6 0 0,-7 12-7 0 0,6-13-72 0 0,1 0-1 0 0,-1 0 1 0 0,1 0-1 0 0,-1-1 1 0 0,0 1-1 0 0,0-1 1 0 0,0 0 0 0 0,-1 0-1 0 0,1 0 1 0 0,0 0-1 0 0,-6 2 1 0 0,4-2-85 0 0,-2 2-382 0 0,1-1-1 0 0,-1 0 1 0 0,0 0-1 0 0,0-1 0 0 0,0 0 1 0 0,0 0-1 0 0,-1-1 1 0 0,1 0-1 0 0,-1 0 1 0 0,1 0-1 0 0,0-1 0 0 0,-1-1 1 0 0,1 1-1 0 0,-10-3 1 0 0,13 3 178 0 0,-6-2-2079 0 0,-13-6-1701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1 104 2128 0 0,'21'-18'2260'0'0,"3"2"-687"0"0,1 3-573 0 0,3 1-364 0 0,-1 1-244 0 0,5 3-340 0 0,-1-1-428 0 0,-3 1-1136 0 0,0 0-1137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12 3160 0 0,'3'-2'329'0'0,"0"0"0"0"0,0 1-1 0 0,0 0 1 0 0,1-1 0 0 0,-1 1-1 0 0,0 0 1 0 0,1 1 0 0 0,-1-1-1 0 0,1 1 1 0 0,-1-1 0 0 0,0 1-1 0 0,1 0 1 0 0,-1 0 0 0 0,1 1-1 0 0,-1-1 1 0 0,1 1 0 0 0,-1-1-1 0 0,0 1 1 0 0,1 0 0 0 0,-1 0 0 0 0,5 3-1 0 0,5 3 188 0 0,0 0-1 0 0,0 0 1 0 0,22 19 0 0 0,-16-10-267 0 0,0 0 0 0 0,-1 1 0 0 0,-1 1 0 0 0,0 1 0 0 0,-1 1 0 0 0,-2 0 0 0 0,0 0 0 0 0,-1 2 0 0 0,-1 0 0 0 0,10 25 0 0 0,-14-28-234 0 0,-2 0 0 0 0,-1 1 0 0 0,0-1 0 0 0,-2 1 0 0 0,0 1 0 0 0,-1-1 1 0 0,-1 0-1 0 0,-1 0 0 0 0,0 1 0 0 0,-2-1 0 0 0,-1 0 0 0 0,-9 38 0 0 0,-1-17-595 0 0,-1 1 0 0 0,-3-2 0 0 0,-1 0-1 0 0,-41 65 1 0 0,20-47-1899 0 0,-1-3 0 0 0,-64 66-1 0 0,50-64-2530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3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111 58 4196 0 0,'0'0'1761'0'0,"-1"-4"-287"0"0,-1-14-215 0 0,1 14 1386 0 0,-1 0-2042 0 0,2 2-495 0 0,-1 1-1 0 0,0-1 0 0 0,0 0 0 0 0,0 1 1 0 0,0-1-1 0 0,0 1 0 0 0,0-1 1 0 0,-1 1-1 0 0,1-1 0 0 0,0 1 0 0 0,-1 0 1 0 0,1 0-1 0 0,-1 0 0 0 0,1 0 0 0 0,-1 0 1 0 0,0 0-1 0 0,1 0 0 0 0,-1 0 0 0 0,0 0 1 0 0,0 1-1 0 0,1-1 0 0 0,-1 1 0 0 0,0 0 1 0 0,0-1-1 0 0,0 1 0 0 0,0 0 0 0 0,0 0 1 0 0,0 0-1 0 0,1 0 0 0 0,-1 0 0 0 0,-3 1 1 0 0,0 0 79 0 0,-1 7 75 0 0,-8 3 43 0 0,4 3-198 0 0,7-11-16 0 0,2 2 15 0 0,-6 14-19 0 0,5-15-31 0 0,1 1-12 0 0,-3 16-8 0 0,4-16-6 0 0,0 1-2 0 0,1 14 2 0 0,-1-15-6 0 0,1 0-6 0 0,4 15-2 0 0,-4-15 0 0 0,1-1 0 0 0,18 28-26 0 0,-17-29-26 0 0,1-1-24 0 0,14 4 45 0 0,-14-4-6 0 0,1-3-52 0 0,15-3 57 0 0,-16 2 18 0 0,0 0 0 0 0,0-1 0 0 0,0 1 0 0 0,0-1 0 0 0,0 1 0 0 0,0-1 0 0 0,0 0 0 0 0,-1-1 0 0 0,0 1 0 0 0,0 0 0 0 0,0-1 0 0 0,4-5 0 0 0,-3 4 9 0 0,-2 2 7 0 0,-2 2-22 0 0,0-1 0 0 0,1 0 0 0 0,-1 1-1 0 0,0-1 1 0 0,1 0 0 0 0,-1 1 0 0 0,1-1 0 0 0,0 0-1 0 0,-1 1 1 0 0,1-1 0 0 0,2-1 0 0 0,-1-2-9 0 0,0 0 12 0 0,-1 0 20 0 0,3-16 8 0 0,-4 16-17 0 0,0 4-9 0 0,-1-1 0 0 0,1 0 0 0 0,-1 1 0 0 0,1-1 0 0 0,-1 0-1 0 0,1 0 1 0 0,0 1 0 0 0,0-1 0 0 0,0 0 0 0 0,0 0 0 0 0,0-3 0 0 0,0 5 0 0 0,0-5 0 0 0,-2 0-11 0 0,-8-12 23 0 0,8 13 82 0 0,-1 0-100 0 0,-9-9-21 0 0,9 10 10 0 0,0 1 8 0 0,0 1 1 0 0,-13-6-45 0 0,10 8 35 0 0,-2 0 10 0 0,0 1 0 0 0,0 0 0 0 0,0 0 0 0 0,-8 4 1 0 0,12-4 22 0 0,1 2 64 0 0,-10 10-96 0 0,10-10-20 0 0,1 0-14 0 0,-6 15-61 0 0,6-14 106 0 0,1-1 14 0 0,-1 16-16 0 0,1-15-8 0 0,2 0-9 0 0,12 39-264 0 0,-11-41 182 0 0,-1-1 88 0 0,0 0 0 0 0,0-1-1 0 0,0 1 1 0 0,0 0 0 0 0,0-1-1 0 0,0 1 1 0 0,0-1-1 0 0,1 1 1 0 0,-1-1 0 0 0,1 0-1 0 0,1 1 1 0 0,0 2-100 0 0,6 0-49 0 0,-9-3 147 0 0,1 0 0 0 0,-1-1 0 0 0,1 1 0 0 0,-1-1 0 0 0,1 1-1 0 0,0 0 1 0 0,-1-1 0 0 0,1 0 0 0 0,0 1 0 0 0,-1-1 0 0 0,1 1 0 0 0,0-1 0 0 0,-1 0 0 0 0,1 1 0 0 0,0-1 0 0 0,0 0 0 0 0,0 0-1 0 0,-1 0 1 0 0,1 0 0 0 0,0 1 0 0 0,1-1 0 0 0,19 3-89 0 0,-16-2 25 0 0,-1-3 24 0 0,15-3 6 0 0,-14 3 28 0 0,-1 0 14 0 0,19-14-9 0 0,-12 8 18 0 0,-5-3-17 0 0,0-1 14 0 0,0 0 0 0 0,8-24 0 0 0,-13 30-11 0 0,-1 1-60 0 0,-3-14 75 0 0,3 14 0 0 0,-7-12-21 0 0,5 13 28 0 0,0 0 23 0 0,2 4-27 0 0,0 0 0 0 0,-1 0 0 0 0,1 0 0 0 0,0 0 0 0 0,-1 0 0 0 0,1 0 0 0 0,0 0 0 0 0,-1 0 0 0 0,1 0 0 0 0,0 0 0 0 0,-1 0 0 0 0,1 0-1 0 0,0 0 1 0 0,-1-1 0 0 0,1 1 0 0 0,0 0 0 0 0,0 0 0 0 0,-1 0 0 0 0,1-1 0 0 0,0 1 0 0 0,0 0 0 0 0,-1 0 0 0 0,1-1 0 0 0,0 1 0 0 0,0 0 0 0 0,0 0-1 0 0,-1-1 1 0 0,1 1 0 0 0,0 0 0 0 0,0-1 0 0 0,0 1 0 0 0,-1-1-2 0 0,1 0 0 0 0,0 1 0 0 0,0-1 0 0 0,-1 1 0 0 0,1-1 0 0 0,-1 1 0 0 0,1-1 0 0 0,-1 1 0 0 0,1-1 0 0 0,-1 1 0 0 0,1-1 0 0 0,-1 1 0 0 0,1 0 0 0 0,-1-1 0 0 0,1 1 0 0 0,-1 0 0 0 0,0-1 0 0 0,1 1 0 0 0,-1 0 0 0 0,0 0 0 0 0,1-1 0 0 0,-1 1 0 0 0,0 0 0 0 0,1 0 0 0 0,-1 0 0 0 0,0 0 0 0 0,0 0 0 0 0,-20-2 11 0 0,16 1 6 0 0,3 3-13 0 0,1-1 1 0 0,0 0-1 0 0,-1 0 0 0 0,1 0 0 0 0,-1 1 0 0 0,1-2 0 0 0,-1 1 0 0 0,1 0 0 0 0,-1 0 0 0 0,0 0 1 0 0,0-1-1 0 0,-2 1 0 0 0,2 0 2 0 0,-3 2-4 0 0,-1 1-1 0 0,1 0 1 0 0,0 0-1 0 0,1 0 1 0 0,-1 0-1 0 0,1 1 1 0 0,-1-1-1 0 0,1 1 1 0 0,1 0-1 0 0,-1 1 1 0 0,1-1-1 0 0,0 1 1 0 0,-4 10-1 0 0,4-11 18 0 0,1 0-21 0 0,1 0-47 0 0,-2 18 48 0 0,2-18-41 0 0,1-1 0 0 0,-1 1 0 0 0,1 0-1 0 0,0 0 1 0 0,1-1 0 0 0,-1 1 0 0 0,1 0-1 0 0,0-1 1 0 0,0 1 0 0 0,0-1 0 0 0,1 1 0 0 0,2 5-1 0 0,-2-7-29 0 0,1 0-1 0 0,-1-1 1 0 0,0 1-1 0 0,1-1 0 0 0,-1 0 1 0 0,1 0-1 0 0,-1 0 1 0 0,1 0-1 0 0,0-1 0 0 0,6 4 1 0 0,-6-4-92 0 0,3-1-140 0 0,16-1 211 0 0,-17 1 18 0 0,0-3 28 0 0,1 1 76 0 0,0-1 0 0 0,-1 0 0 0 0,1-1 0 0 0,-1 1 0 0 0,0-1 0 0 0,0 0 0 0 0,0-1 0 0 0,0 1 0 0 0,-1-1 0 0 0,1 0 0 0 0,-1 0 0 0 0,-1 0-1 0 0,1-1 1 0 0,-1 1 0 0 0,5-11 0 0 0,-6 13 30 0 0,3-18 34 0 0,-3 16-73 0 0,0-1 23 0 0,-2 2-31 0 0,0-16 26 0 0,0 15 60 0 0,-2 1-45 0 0,-5-14-3 0 0,5 14 108 0 0,-15-2-67 0 0,14 4-73 0 0,-1 0 64 0 0,-1 4-49 0 0,0 0-25 0 0,0 1-1 0 0,0-1 1 0 0,1 1-1 0 0,-1 0 0 0 0,1 1 1 0 0,-1-1-1 0 0,1 1 1 0 0,0-1-1 0 0,0 1 0 0 0,1 0 1 0 0,-1 1-1 0 0,1-1 1 0 0,0 1-1 0 0,0-1 1 0 0,-3 9-1 0 0,4-9 24 0 0,2 0-34 0 0,-1 3-20 0 0,2-1 1 0 0,-1 0-1 0 0,0 1 0 0 0,1-1 1 0 0,2 7-1 0 0,-1-8-30 0 0,1-3-102 0 0,-2-1 155 0 0,1 0 0 0 0,-1 0 0 0 0,1 0 1 0 0,0 0-1 0 0,-1-1 0 0 0,1 1 0 0 0,0 0 0 0 0,0-1 1 0 0,-1 0-1 0 0,1 1 0 0 0,0-1 0 0 0,0 0 0 0 0,0 0 0 0 0,-1 0 1 0 0,1 0-1 0 0,0 0 0 0 0,0 0 0 0 0,0 0 0 0 0,-1-1 1 0 0,1 1-1 0 0,0-1 0 0 0,0 1 0 0 0,-1-1 0 0 0,1 0 0 0 0,2-1 1 0 0,12-9 65 0 0,-13 8 3 0 0,0 0 13 0 0,19-34 296 0 0,-20 33-245 0 0,-3-1-114 0 0,-1-16-15 0 0,1 16 11 0 0,-21 1-9 0 0,18 3 49 0 0,0 3-11 0 0,-31 21-29 0 0,32-20 6 0 0,-1 0-19 0 0,1 0 1 0 0,0 0 0 0 0,0 0 0 0 0,0 0-1 0 0,0 1 1 0 0,0-1 0 0 0,-2 6 0 0 0,2-6-28 0 0,3-3-385 0 0,0-1 411 0 0,0 1 1 0 0,1 0-1 0 0,-1-1 0 0 0,0 1 0 0 0,0 0 0 0 0,0 0 1 0 0,0-1-1 0 0,0 1 0 0 0,0 0 0 0 0,1-1 0 0 0,-1 1 0 0 0,0 0 1 0 0,0 0-1 0 0,0 0 0 0 0,1-1 0 0 0,-1 1 0 0 0,0 0 0 0 0,0 0 1 0 0,1 0-1 0 0,-1-1 0 0 0,0 1 0 0 0,0 0 0 0 0,1 0 1 0 0,-1 0-1 0 0,0 0 0 0 0,1 0 0 0 0,-1 0 0 0 0,0 0 0 0 0,0 0 1 0 0,1 0-1 0 0,0-1-2 0 0,0 1-1 0 0,-1 0 1 0 0,1 0 0 0 0,0 0 0 0 0,-1-1 0 0 0,1 1-1 0 0,0 0 1 0 0,-1-1 0 0 0,1 1 0 0 0,0 0 0 0 0,-1-1-1 0 0,1 1 1 0 0,-1-1 0 0 0,1 1 0 0 0,-1-1 0 0 0,1 1-1 0 0,-1-1 1 0 0,0 1 0 0 0,1-1 0 0 0,-1 0 0 0 0,0 1-1 0 0,1-1 1 0 0,-1 0 0 0 0,0 1 0 0 0,1-2 0 0 0,0-2-122 0 0,3-4 222 0 0,-4 0-3187 0 0,-12-3 825 0 0,7 9-1328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3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310 47 3168 0 0,'0'0'1300'0'0,"-2"-5"-172"0"0,-4-12-222 0 0,5 12 491 0 0,-2 3-825 0 0,-10-9-56 0 0,10 8 403 0 0,-2 3-503 0 0,-16-3-34 0 0,15 3-29 0 0,0 1-22 0 0,-6 4-155 0 0,0-1 1 0 0,0 1-1 0 0,0 1 0 0 0,1 0 0 0 0,0 1 0 0 0,0 0 0 0 0,0 1 0 0 0,1 0 0 0 0,0 1 0 0 0,1 0 0 0 0,0 0 0 0 0,-15 20 0 0 0,13-14-51 0 0,0 1 1 0 0,0 0-1 0 0,2 1 0 0 0,0 0 0 0 0,1 1 0 0 0,1 0 0 0 0,0 0 0 0 0,2 0 1 0 0,-5 25-1 0 0,9-35-78 0 0,0 1-1 0 0,1 0 1 0 0,0-1 0 0 0,3 16 0 0 0,-2-15-23 0 0,0-3-14 0 0,0 1-1 0 0,1-1 1 0 0,0 0-1 0 0,0 1 1 0 0,1-1-1 0 0,0 0 0 0 0,0-1 1 0 0,0 1-1 0 0,1 0 1 0 0,0-1-1 0 0,0 0 1 0 0,0 0-1 0 0,9 9 0 0 0,-7-10-10 0 0,0 0 1 0 0,-1 0-1 0 0,1 0 0 0 0,0-1 0 0 0,1 0 0 0 0,-1 0 0 0 0,1 0 0 0 0,-1-1 0 0 0,1 0 0 0 0,0 0 0 0 0,-1-1 1 0 0,1 0-1 0 0,10 0 0 0 0,-13 0-76 0 0,3-1-34 0 0,8-1-291 0 0,0-1 0 0 0,0-1 0 0 0,0 0 0 0 0,0 0 0 0 0,-1-2 0 0 0,17-6 0 0 0,-18 5-1674 0 0,0 0 0 0 0,0-1 0 0 0,20-16 1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3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24 1 2720 0 0,'0'0'8848'0'0,"-4"1"-8329"0"0,-15 8 409 0 0,19-4-498 0 0,0 12-30 0 0,1-1 0 0 0,1 1-1 0 0,0-1 1 0 0,6 23 0 0 0,21 59 73 0 0,3-9-1740 0 0,-31-85 574 0 0,1 0-164 0 0,0 2 395 0 0,1 3 117 0 0,3 3-6370 0 0,2 4 1177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3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69 41 4816 0 0,'0'0'3197'0'0,"-2"-3"-1852"0"0,-9-13 3479 0 0,9 13-4577 0 0,2 3-226 0 0,-1-1 0 0 0,1 1-1 0 0,-1-1 1 0 0,1 1 0 0 0,0-1-1 0 0,-1 1 1 0 0,1 0-1 0 0,-1-1 1 0 0,1 1 0 0 0,-1 0-1 0 0,1 0 1 0 0,-1-1 0 0 0,1 1-1 0 0,-1 0 1 0 0,1 0 0 0 0,-1-1-1 0 0,1 1 1 0 0,-1 0-1 0 0,1 0 1 0 0,-1 0 0 0 0,1 0-1 0 0,-1 0 1 0 0,0 0 0 0 0,1 0-1 0 0,-1 0 1 0 0,0 0 0 0 0,-8 13 209 0 0,9-13-236 0 0,-2 4 204 0 0,1 1-186 0 0,0 17 1 0 0,1-17 18 0 0,0 0 16 0 0,3 14-54 0 0,-3-15-4 0 0,2 1-26 0 0,4 12-4 0 0,-5-13-15 0 0,2-2-247 0 0,11 6 199 0 0,-10-6 110 0 0,0-4-186 0 0,0 0 167 0 0,-1 0 0 0 0,1 0-1 0 0,-1 0 1 0 0,0-1-1 0 0,0 1 1 0 0,0-1-1 0 0,0 0 1 0 0,5-5 0 0 0,-6 4 91 0 0,-1 0-54 0 0,4-15-9 0 0,-4 14 9 0 0,-1 0-1 0 0,-1-14-3 0 0,0 14 12 0 0,-1 1-34 0 0,-6-13 46 0 0,6 13 99 0 0,-17-9-201 0 0,14 14 67 0 0,-15 4-13 0 0,15-4-4 0 0,1 2 5 0 0,-11 9 8 0 0,13-10-1 0 0,0 1-1 0 0,-1-1 1 0 0,1 1 0 0 0,1 0 0 0 0,-1 0 0 0 0,0 0 0 0 0,0 0-1 0 0,1 0 1 0 0,0 0 0 0 0,0 0 0 0 0,0 0 0 0 0,-1 7 0 0 0,1-8 4 0 0,0 2-11 0 0,1 2 127 0 0,0 17-161 0 0,0-17-53 0 0,0-2-86 0 0,15 36-458 0 0,-13-37 470 0 0,3-3-521 0 0,16 1 608 0 0,-16 0 7 0 0,-3-2 5 0 0,-1 1 61 0 0,0-1-1 0 0,1 1 1 0 0,-1-1 0 0 0,0 0-1 0 0,0 1 1 0 0,1-1-1 0 0,-1 0 1 0 0,0 0 0 0 0,0 0-1 0 0,0 0 1 0 0,1-2-1 0 0,-1 2-1 0 0,2-1-11 0 0,3-7 22 0 0,4-4 61 0 0,-3-1-38 0 0,-5 11 182 0 0,-1-14-147 0 0,0 14-31 0 0,-1 0-1 0 0,1 0 1 0 0,-1 1-1 0 0,0-1 1 0 0,0 0-1 0 0,-1 0 1 0 0,1 0-1 0 0,-1-3 1 0 0,0 3-39 0 0,-4 3-78 0 0,3 1 71 0 0,-1-1 1 0 0,0 1-1 0 0,1 0 1 0 0,-1-1-1 0 0,1 1 1 0 0,-1 0-1 0 0,1 0 0 0 0,-1 1 1 0 0,1-1-1 0 0,0 0 1 0 0,0 1-1 0 0,-1 0 1 0 0,1-1-1 0 0,0 1 1 0 0,1 0-1 0 0,-1 0 0 0 0,0 0 1 0 0,0 0-1 0 0,1 0 1 0 0,-1 1-1 0 0,1-1 1 0 0,0 0-1 0 0,0 1 1 0 0,0-1-1 0 0,0 1 0 0 0,-1 3 1 0 0,1-3-68 0 0,1-2 17 0 0,-1 1-1 0 0,1-1 0 0 0,0 0 1 0 0,0 1-1 0 0,-1-1 0 0 0,1 1 1 0 0,0-1-1 0 0,0 0 0 0 0,0 1 1 0 0,0-1-1 0 0,1 1 0 0 0,0 2 0 0 0,9 2-218 0 0,-10-5 249 0 0,1-1 0 0 0,-1 0-1 0 0,0 0 1 0 0,1 0-1 0 0,-1 0 1 0 0,1 0 0 0 0,-1 1-1 0 0,1-1 1 0 0,-1 0-1 0 0,1 0 1 0 0,-1 1 0 0 0,0-1-1 0 0,1 0 1 0 0,-1 1-1 0 0,0-1 1 0 0,1 0 0 0 0,-1 1-1 0 0,0-1 1 0 0,1 1-1 0 0,-1-1 1 0 0,0 1 0 0 0,0-1-1 0 0,1 1 1 0 0,4-2-200 0 0,17-3 132 0 0,-16 3 94 0 0,-2-1-30 0 0,29-27 297 0 0,-30 25 38 0 0,-2 0-149 0 0,5-13-47 0 0,-4 12 373 0 0,-2 0-318 0 0,0-14-22 0 0,0 14 211 0 0,-7-2-256 0 0,7 7-127 0 0,0 0 1 0 0,0-1-1 0 0,0 1 0 0 0,-1-1 1 0 0,1 1-1 0 0,0 0 0 0 0,0-1 1 0 0,0 1-1 0 0,-1 0 0 0 0,1-1 1 0 0,0 1-1 0 0,-1 0 1 0 0,1-1-1 0 0,0 1 0 0 0,-1 0 1 0 0,1 0-1 0 0,0-1 0 0 0,-1 1 1 0 0,1 0-1 0 0,0 0 0 0 0,-1 0 1 0 0,1-1-1 0 0,0 1 0 0 0,-1 0 1 0 0,1 0-1 0 0,-1 0 0 0 0,1 0 1 0 0,-1 0-1 0 0,1 0 1 0 0,0 0-1 0 0,-1 0 0 0 0,1 0 1 0 0,-1 0-1 0 0,1 0 0 0 0,0 0 1 0 0,-1 0-1 0 0,0 0 0 0 0,-14 6-446 0 0,11-5-124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4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215 37 3012 0 0,'-3'-3'1234'0'0,"-26"-27"2298"0"0,26 27-2755 0 0,-2 3-416 0 0,0-1-231 0 0,0 1-1 0 0,0 0 1 0 0,1 1 0 0 0,-1-1-1 0 0,0 1 1 0 0,0 0 0 0 0,1 0-1 0 0,-1 0 1 0 0,1 1 0 0 0,-1-1-1 0 0,1 1 1 0 0,0 1 0 0 0,-1-1-1 0 0,-6 5 1 0 0,2 2 84 0 0,-1-1 0 0 0,2 2 1 0 0,-1-1-1 0 0,1 1 0 0 0,1 0 0 0 0,-1 1 0 0 0,2 0 1 0 0,-11 23-1 0 0,14-26-126 0 0,0 2 0 0 0,0-1 1 0 0,1 0-1 0 0,0 1 0 0 0,0-1 0 0 0,1 1 1 0 0,1-1-1 0 0,0 1 0 0 0,0 0 0 0 0,1-1 0 0 0,0 1 1 0 0,3 14-1 0 0,-2-19-70 0 0,-1-1 1 0 0,1 0 0 0 0,0 0-1 0 0,0 0 1 0 0,0 0-1 0 0,0 0 1 0 0,0-1-1 0 0,1 1 1 0 0,0-1-1 0 0,0 1 1 0 0,0-1 0 0 0,0 0-1 0 0,0 0 1 0 0,8 4-1 0 0,-4-2-13 0 0,0-1 0 0 0,0-1 0 0 0,0 1 0 0 0,0-1 1 0 0,11 3-1 0 0,-12-5-91 0 0,0-1-68 0 0,5-1-235 0 0,0 0 0 0 0,-1 0 0 0 0,1-1 0 0 0,-1 0 0 0 0,1-1 0 0 0,17-8 0 0 0,54-37-6765 0 0,-77 45 3066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4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 43 3044 0 0,'0'0'4651'0'0,"-4"1"-4243"0"0,-10 1 533 0 0,14-9 658 0 0,2-9-1453 0 0,1 13-92 0 0,0 1 1 0 0,0 0-1 0 0,0-1 0 0 0,0 1 0 0 0,0 0 1 0 0,1 1-1 0 0,-1-1 0 0 0,1 1 0 0 0,5-2 1 0 0,-5 1 202 0 0,0 3-112 0 0,14 5-27 0 0,-14-5-14 0 0,0 3-14 0 0,0 1-40 0 0,1 0-1 0 0,-1 0 1 0 0,0 1-1 0 0,0 0 0 0 0,0-1 1 0 0,-1 1-1 0 0,0 1 1 0 0,0-1-1 0 0,2 9 0 0 0,0 4 57 0 0,-4-15-5 0 0,0 3-1 0 0,3 60 263 0 0,-5-54-301 0 0,-1 1 1 0 0,0-1 0 0 0,-1 0-1 0 0,-7 18 1 0 0,9-27-63 0 0,-1 1 1 0 0,0-1-110 0 0,-7 13 125 0 0,6-13 17 0 0,1-1-11 0 0,-7 9-3 0 0,6-9-22 0 0,0-1-226 0 0,-10 7 181 0 0,10-7 44 0 0,-2-3-292 0 0,-14-3 209 0 0,14 2-12 0 0,4 1-14 0 0,0-1 98 0 0,0 1-1 0 0,-1-1 1 0 0,1 1 0 0 0,0-1 0 0 0,0 1-1 0 0,-1 0 1 0 0,1 0 0 0 0,-1 0-1 0 0,-1-2 1 0 0,-1 0-54 0 0,2-1-24 0 0,-7-11 62 0 0,6 11-3 0 0,4-2-77 0 0,1-15 89 0 0,-1 15-13 0 0,-1 6-1 0 0,1 0 35 0 0,-1 0 0 0 0,1 0 0 0 0,-1 0 0 0 0,1-1 0 0 0,-1 1 0 0 0,1 0 1 0 0,-1 0-1 0 0,1 0 0 0 0,-1-1 0 0 0,0 1 0 0 0,1 0 0 0 0,-1-1 0 0 0,0 1 0 0 0,1 0 0 0 0,-1-1 0 0 0,0 1 0 0 0,1-1 0 0 0,-1 1 0 0 0,0 0 0 0 0,0-1 0 0 0,1 1 0 0 0,-1-1 0 0 0,0 1 0 0 0,0-1 1 0 0,1 0-1 0 0,-1 1 1 0 0,0-1 0 0 0,0 1 0 0 0,0-1 1 0 0,0 1-1 0 0,0-1 0 0 0,1 1 0 0 0,-1 0 0 0 0,0-1 1 0 0,0 1-1 0 0,1-1 0 0 0,-1 1 0 0 0,0 0 1 0 0,1-1-1 0 0,-1 1 0 0 0,1 0 0 0 0,-1-1 0 0 0,0 1 1 0 0,1 0-1 0 0,-1-1 0 0 0,1 1 0 0 0,-1 0 1 0 0,0 0-1 0 0,1 0 0 0 0,-1 0 0 0 0,1-1 1 0 0,0 1 5 0 0,4-1 36 0 0,16-2 32 0 0,-15 2 39 0 0,-1 2 2 0 0,19 4 298 0 0,43 16 0 0 0,-42-11-704 0 0,1-2 0 0 0,1-1 1 0 0,27 4-1 0 0,-33-9-227 0 0,-16-1-110 0 0,3-2-213 0 0,56-7-4593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27 25 2632 0 0,'0'0'4089'0'0,"-1"-4"-3689"0"0,-4-16 3645 0 0,3 23-4033 0 0,-17 28-7266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114 6 2668 0 0,'0'0'8570'0'0,"-3"-2"-8398"0"0,0 1-118 0 0,0 1 1 0 0,0-1 0 0 0,0 0 0 0 0,0 1 0 0 0,0-1-1 0 0,0 1 1 0 0,0 0 0 0 0,0 0 0 0 0,0 0-1 0 0,0 1 1 0 0,0-1 0 0 0,0 1 0 0 0,0 0-1 0 0,0-1 1 0 0,0 1 0 0 0,0 0 0 0 0,0 1 0 0 0,1-1-1 0 0,-1 1 1 0 0,-3 1 0 0 0,3 0-20 0 0,3-3-33 0 0,0 1 0 0 0,0-1 0 0 0,0 1 0 0 0,0-1 0 0 0,0 0 0 0 0,-1 1 0 0 0,1-1 0 0 0,0 1 0 0 0,0-1 0 0 0,0 0 0 0 0,-1 1-1 0 0,1-1 1 0 0,0 0 0 0 0,0 1 0 0 0,-1-1 0 0 0,1 0 0 0 0,0 1 0 0 0,0-1 0 0 0,-1 0 0 0 0,1 1 0 0 0,0-1 0 0 0,-1 0 0 0 0,1 0 0 0 0,-1 1 0 0 0,-11 12 66 0 0,-7 25 34 0 0,17-34-71 0 0,2 1-12 0 0,0-5-19 0 0,-3 37 73 0 0,3-36-70 0 0,-1 1 0 0 0,1-1 0 0 0,0 0 0 0 0,0 1 1 0 0,0-1-1 0 0,0 0 0 0 0,1 0 0 0 0,-1 1 0 0 0,0-1 0 0 0,0 0 1 0 0,1 1-1 0 0,-1-1 0 0 0,1 0 0 0 0,-1 0 0 0 0,1 0 0 0 0,0 0 1 0 0,-1 1-1 0 0,1-1 0 0 0,0 0 0 0 0,0 0 0 0 0,0 0 0 0 0,-1-1 1 0 0,1 1-1 0 0,0 0 0 0 0,0 0 0 0 0,0 0 0 0 0,1-1 0 0 0,-1 1 1 0 0,0 0-1 0 0,0-1 0 0 0,0 1 0 0 0,3 0 0 0 0,19 0 7 0 0,-17-1-5 0 0,-2-2 10 0 0,12-7-9 0 0,-12 7-18 0 0,-4 2 12 0 0,0-1 0 0 0,0 1 0 0 0,1-1 0 0 0,-1 1 0 0 0,0 0 0 0 0,0-1 0 0 0,0 1 0 0 0,1-1 0 0 0,-1 1 0 0 0,0 0 0 0 0,0-1 0 0 0,1 1 0 0 0,-1 0 0 0 0,0-1 0 0 0,1 1 0 0 0,-1 0 0 0 0,0 0 0 0 0,1-1 0 0 0,-1 1 0 0 0,1 0 0 0 0,-1 0 0 0 0,0 0 0 0 0,1-1 0 0 0,-1 1 0 0 0,1 0 0 0 0,-1 0 0 0 0,1 0 0 0 0,0 0 0 0 0,-1 0 0 0 0,1 0-1 0 0,-1-1 1 0 0,1 1 0 0 0,-1 0-1 0 0,1 0 1 0 0,-1 0 0 0 0,1-1 0 0 0,-1 1-1 0 0,1 0 1 0 0,-1 0 0 0 0,0-1-1 0 0,1 1 1 0 0,-1 0 0 0 0,1-1-1 0 0,-1 1 1 0 0,0-1 0 0 0,1 1-1 0 0,-1 0 1 0 0,0-1 0 0 0,0 1-1 0 0,1-1 1 0 0,-1 1 0 0 0,0-1-1 0 0,0 0 1 0 0,0 1-1 0 0,0-1 1 0 0,0 0-1 0 0,0 1 1 0 0,0-1 0 0 0,1 1-1 0 0,-1-1 1 0 0,0 1-1 0 0,0-1 1 0 0,0 1-1 0 0,1-1 1 0 0,-1 1-1 0 0,0-1 1 0 0,0 1 0 0 0,1-1-1 0 0,-1 1 1 0 0,1-1-1 0 0,-1 1 1 0 0,0-1-1 0 0,1 1 1 0 0,-1 0 0 0 0,1-1-1 0 0,11-15 28 0 0,-8 12-24 0 0,0-2 2 0 0,1-31-9 0 0,-4 32-19 0 0,-3 0-21 0 0,-2-14 36 0 0,3 15 33 0 0,1 3-24 0 0,0 1-1 0 0,0-1 1 0 0,-1 1-1 0 0,1-1 1 0 0,0 1 0 0 0,0-1-1 0 0,0 1 1 0 0,0 0 0 0 0,0-1-1 0 0,-1 1 1 0 0,1-1 0 0 0,0 1-1 0 0,0 0 1 0 0,-1-1 0 0 0,1 1-1 0 0,0-1 1 0 0,-1 1-1 0 0,1 0 1 0 0,0 0 0 0 0,-1-1-1 0 0,1 1 1 0 0,-1 0 0 0 0,1-1-1 0 0,0 1 1 0 0,-1 0 0 0 0,0 0-2 0 0,1 0 1 0 0,-1-1 0 0 0,1 1-1 0 0,0 0 1 0 0,-1 0 0 0 0,1-1-1 0 0,-1 1 1 0 0,1 0 0 0 0,0-1-1 0 0,-1 1 1 0 0,1 0 0 0 0,0-1-1 0 0,0 1 1 0 0,-1-1 0 0 0,1 1-1 0 0,0 0 1 0 0,0-1 0 0 0,-1 1-1 0 0,1-1 1 0 0,0 1 0 0 0,0-1-1 0 0,0 1 1 0 0,0 0 0 0 0,0-1-1 0 0,0 0 1 0 0,-6 1-10 0 0,-21 2 4 0 0,25-2 5 0 0,1 1 1 0 0,-1 0-1 0 0,1 0 1 0 0,0 0-1 0 0,-1 0 1 0 0,1 0-1 0 0,0 0 1 0 0,0 0-1 0 0,0 0 1 0 0,0 1-1 0 0,-1 0 1 0 0,-2 1-27 0 0,1 0 17 0 0,-21 34-115 0 0,22-33 140 0 0,1 0-43 0 0,-5 40 174 0 0,6-39-114 0 0,11 12-4 0 0,-8-13 6 0 0,0-2-28 0 0,11 8-2 0 0,-10-7 3 0 0,1-3-3 0 0,17 1 14 0 0,-16-1 35 0 0,-2-2-15 0 0,37-21 174 0 0,-37 20-173 0 0,-4 3-36 0 0,1 0 0 0 0,0-1-1 0 0,0 1 1 0 0,-1-1 0 0 0,1 1 0 0 0,0-1 0 0 0,-1 1-1 0 0,1-1 1 0 0,0 1 0 0 0,-1-1 0 0 0,1 0 0 0 0,-1 1-1 0 0,1-1 1 0 0,-1 0 0 0 0,1 1 0 0 0,-1-1 0 0 0,1 0-1 0 0,-1 0 1 0 0,0 1 0 0 0,1-3 0 0 0,7-21 20 0 0,-6 17 1 0 0,-1 5-22 0 0,-1 0-1 0 0,0 1 1 0 0,0-1 0 0 0,0 1-1 0 0,0-1 1 0 0,0 1 0 0 0,0-1-1 0 0,0 1 1 0 0,-1-1 0 0 0,1 0-1 0 0,0 1 1 0 0,-2-3-1 0 0,1 2 3 0 0,1-3 8 0 0,-1 5-16 0 0,1 0 3 0 0,0 0 1 0 0,-1 0-1 0 0,1 0 1 0 0,0 0 0 0 0,-1-1-1 0 0,1 1 1 0 0,0 0-1 0 0,-1 0 1 0 0,1 0-1 0 0,0-1 1 0 0,-1 1 0 0 0,1 0-1 0 0,0 0 1 0 0,0-1-1 0 0,-1 1 1 0 0,1 0-1 0 0,0 0 1 0 0,0-1-1 0 0,-1 1 1 0 0,1 0 0 0 0,0-1-1 0 0,0 1 1 0 0,0 0-1 0 0,0-1 1 0 0,0 1-1 0 0,-1-1 1 0 0,1 1 1 0 0,0-1 0 0 0,0 1 0 0 0,0-1-1 0 0,0 1 1 0 0,-1-1 0 0 0,1 1 0 0 0,0 0 0 0 0,0-1 0 0 0,-1 1 0 0 0,1-1 0 0 0,0 1-1 0 0,-1 0 1 0 0,1-1 0 0 0,0 1 0 0 0,-1 0 0 0 0,1-1 0 0 0,-1 1 0 0 0,1 0 0 0 0,0 0-1 0 0,-1-1 1 0 0,1 1 0 0 0,-1 0 0 0 0,1 0 0 0 0,-1 0 0 0 0,1-1 0 0 0,-1 1 0 0 0,1 0 0 0 0,-1 0-1 0 0,1 0 1 0 0,-1 0 0 0 0,1 0 0 0 0,-1 0 0 0 0,1 0 0 0 0,-1 0 0 0 0,1 0 0 0 0,0 1-1 0 0,-1-1 1 0 0,0 0 0 0 0,-21 6-10 0 0,16-5-19 0 0,-11 11-16 0 0,13-9 42 0 0,-9 13 95 0 0,11-13-103 0 0,-2 6-3 0 0,-4 6-31 0 0,5 1 35 0 0,2-11 17 0 0,8 17 8 0 0,-4-19-22 0 0,0-1 4 0 0,1 1 1 0 0,0-1-1 0 0,0 0 1 0 0,0 0-1 0 0,0-1 1 0 0,0 1-1 0 0,5 0 1 0 0,-5-1-21 0 0,1-2-88 0 0,32-17 398 0 0,-33 16-274 0 0,-1-2-59 0 0,8-10 37 0 0,-8 11 2 0 0,6-19-123 0 0,-11 19 137 0 0,-5-11 6 0 0,6 10-6 0 0,-4 5-5 0 0,1 0 1 0 0,0 0-1 0 0,0 0 1 0 0,0 1-1 0 0,0-1 1 0 0,1 1-1 0 0,-1 0 1 0 0,0 0-1 0 0,1 1 1 0 0,-6 3-1 0 0,6-3 23 0 0,0 0-32 0 0,2-1 2 0 0,-2 1 2 0 0,0 0 1 0 0,1 0-1 0 0,-1 1 0 0 0,1-1 1 0 0,0 1-1 0 0,0-1 0 0 0,1 1 1 0 0,-3 6-1 0 0,8 4-44 0 0,-1 0 85 0 0,1-13-35 0 0,14 6 1 0 0,-14-5 3 0 0,1-3 3 0 0,13-2 3 0 0,-13 2 16 0 0,-1-1-11 0 0,11-7-11 0 0,-11 7 36 0 0,2-8-27 0 0,5-2-6 0 0,-3-2-8 0 0,-6 10 5 0 0,-7 5-32 0 0,-17 1 25 0 0,16-1 20 0 0,6-1-52 0 0,0 1 27 0 0,0-1-1 0 0,0 0 0 0 0,0 1 0 0 0,0-1 0 0 0,-1 0 0 0 0,1 1 0 0 0,0-1 1 0 0,0 1-1 0 0,0-1 0 0 0,-1 0 0 0 0,1 1 0 0 0,0-1 0 0 0,0 0 0 0 0,-1 0 1 0 0,1 1-1 0 0,0-1 0 0 0,-1 0 0 0 0,1 0 0 0 0,0 1 0 0 0,-1-1 0 0 0,1 0 1 0 0,-1 0-1 0 0,1 0 0 0 0,0 0 0 0 0,-1 1 0 0 0,0-1 10 0 0,0 0-1 0 0,0 1 1 0 0,0-1 0 0 0,0 0-1 0 0,1 1 1 0 0,-1-1 0 0 0,0 1-1 0 0,0-1 1 0 0,1 1-1 0 0,-1-1 1 0 0,1 1 0 0 0,-1 0-1 0 0,0-1 1 0 0,1 1-1 0 0,-1 0 1 0 0,1 0 0 0 0,-1-1-1 0 0,0 2 1 0 0,1-1-3 0 0,-1 0 0 0 0,1 0 0 0 0,-1 0 1 0 0,1 0-1 0 0,0-1 0 0 0,-1 1 0 0 0,1 0 0 0 0,0 0 0 0 0,-1 0 0 0 0,1 0 1 0 0,0 0-1 0 0,0 0 0 0 0,0 0 0 0 0,0 0 0 0 0,0 0 0 0 0,0 0 0 0 0,0 0 1 0 0,0 0-1 0 0,1 0 0 0 0,-1 0 0 0 0,0 0 0 0 0,0 0 0 0 0,1 0 0 0 0,-1 0 1 0 0,1-1-1 0 0,-1 1 0 0 0,1 0 0 0 0,-1 0 0 0 0,1 0 0 0 0,-1-1 0 0 0,2 2 1 0 0,1 1 73 0 0,2-3-86 0 0,2-1 99 0 0,0 0 0 0 0,1 0-1 0 0,-1-1 1 0 0,11-4 0 0 0,-15 4 229 0 0,-5-11-314 0 0,1 12-4 0 0,1 0-1 0 0,0 0 1 0 0,-1 0-1 0 0,1 0 1 0 0,0 0-1 0 0,0 0 1 0 0,-1 1 0 0 0,1-1-1 0 0,0 0 1 0 0,0 0-1 0 0,0 0 1 0 0,0 0-1 0 0,1 0 1 0 0,-1 0-1 0 0,0 0 1 0 0,0 0-1 0 0,1-1 1 0 0,-5-1-60 0 0,-12-6-53 0 0,12 6-60 0 0,-1 2-428 0 0,-12-2 164 0 0,12 2-76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339 58 2468 0 0,'0'0'3119'0'0,"1"-4"-2440"0"0,2-19 814 0 0,-4 21-1424 0 0,1 1-1 0 0,-1 0 1 0 0,1-1-1 0 0,-1 1 1 0 0,0 0-1 0 0,0 0 0 0 0,1 0 1 0 0,-1 0-1 0 0,0 0 1 0 0,0 0-1 0 0,0 0 1 0 0,0 0-1 0 0,0 0 1 0 0,-1 1-1 0 0,1-1 1 0 0,0 0-1 0 0,-2-1 0 0 0,-15-6 324 0 0,14 6-145 0 0,-2 2-3 0 0,-59 1 641 0 0,54 0-741 0 0,9-1-127 0 0,0 0 0 0 0,0 0 0 0 0,0 1 1 0 0,-1-1-1 0 0,1 0 0 0 0,0 1 0 0 0,0 0 0 0 0,0-1 1 0 0,0 1-1 0 0,0 0 0 0 0,-3 2 0 0 0,-10 5 182 0 0,3-2-93 0 0,0 1-1 0 0,0 0 1 0 0,0 1-1 0 0,1 0 0 0 0,0 1 1 0 0,1 0-1 0 0,0 1 0 0 0,0 0 1 0 0,1 0-1 0 0,0 1 1 0 0,1 1-1 0 0,0-1 0 0 0,1 1 1 0 0,-9 19-1 0 0,12-21-25 0 0,0 0 0 0 0,1 1 0 0 0,0-1 0 0 0,1 1 0 0 0,-2 11-1 0 0,4-16-29 0 0,0-1 0 0 0,0 1-1 0 0,0 0 1 0 0,1-1-1 0 0,0 1 1 0 0,0-1-1 0 0,0 1 1 0 0,1-1-1 0 0,-1 0 1 0 0,1 0-1 0 0,1 0 1 0 0,-1 0-1 0 0,6 9 1 0 0,-3-7 10 0 0,0 0 1 0 0,0 1-1 0 0,1-2 0 0 0,-1 1 1 0 0,2-1-1 0 0,-1 0 0 0 0,1 0 1 0 0,0 0-1 0 0,0-1 0 0 0,0 0 1 0 0,9 4-1 0 0,-8-6-154 0 0,-1 0 0 0 0,1 0 0 0 0,-1 0 0 0 0,1-1 0 0 0,0 0 0 0 0,0-1 0 0 0,-1 0 0 0 0,1 0 0 0 0,0 0 0 0 0,0-1 0 0 0,0-1 1 0 0,0 1-1 0 0,0-1 0 0 0,9-2 0 0 0,19-1-1600 0 0,-30 3 959 0 0,0 0 0 0 0,0 0-1 0 0,1-1 1 0 0,-1 1 0 0 0,0-1 0 0 0,0-1-1 0 0,8-3 1 0 0,-9 3-179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4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175 28 3028 0 0,'0'0'6770'0'0,"2"-3"-6655"0"0,0 1-68 0 0,0 0 0 0 0,0 0 0 0 0,0 0 0 0 0,0 0 0 0 0,0 1 0 0 0,0-1 1 0 0,0 1-1 0 0,0-1 0 0 0,1 1 0 0 0,-1 0 0 0 0,0 0 0 0 0,1 0 0 0 0,-1 0 0 0 0,1 0 0 0 0,0 0 0 0 0,4 0 0 0 0,0 1 21 0 0,-1 0-1 0 0,1 0 1 0 0,0 1-1 0 0,0 0 1 0 0,-1 0-1 0 0,8 2 1 0 0,-4 5-3 0 0,-9-7-59 0 0,-1-1 0 0 0,0 1 0 0 0,0-1 0 0 0,1 0 0 0 0,-1 1 0 0 0,0-1 0 0 0,1 1 0 0 0,-1-1 0 0 0,1 0 0 0 0,-1 1 0 0 0,0-1 0 0 0,1 0 0 0 0,-1 0 0 0 0,1 1 0 0 0,-1-1 0 0 0,1 0 0 0 0,-1 0 0 0 0,1 0 0 0 0,-1 1 0 0 0,1-1 0 0 0,-1 0 0 0 0,1 0 0 0 0,0 0 0 0 0,0 5 24 0 0,4 13 9 0 0,-4-13 20 0 0,-2-1 0 0 0,-20 39 72 0 0,19-40-20 0 0,-1 1 23 0 0,-32 32 326 0 0,31-33-301 0 0,1 0-92 0 0,3-3-88 0 0,-3 2 89 0 0,0 0 0 0 0,0 1 0 0 0,1-1 0 0 0,-1 1 0 0 0,1-1 0 0 0,0 1 0 0 0,0 0 0 0 0,0 0 0 0 0,0 0 0 0 0,-3 6 0 0 0,9-7-48 0 0,11 8 18 0 0,-11-8 78 0 0,0 0-97 0 0,11 5-24 0 0,11 2-6 0 0,-22-7 2 0 0,-3-1 7 0 0,1 0 1 0 0,-1 0-1 0 0,1 0 1 0 0,-1 0-1 0 0,1-1 0 0 0,0 1 1 0 0,-1-1-1 0 0,1 1 1 0 0,-1-1-1 0 0,4 1 1 0 0,-1 1 22 0 0,0 0-20 0 0,28 26 121 0 0,-29-25-63 0 0,6 18 55 0 0,-10-21-112 0 0,1 1 1 0 0,0 0-1 0 0,-1-1 0 0 0,1 1 0 0 0,0-1 0 0 0,0 1 0 0 0,-1 0 0 0 0,1-1 0 0 0,0 1 0 0 0,0 0 1 0 0,0-1-1 0 0,0 1 0 0 0,0 0 0 0 0,0-1 0 0 0,0 1 0 0 0,0 0 0 0 0,0-1 0 0 0,0 1 1 0 0,0 0-1 0 0,1-1 0 0 0,-1 1 0 0 0,1 0 0 0 0,-1 0 4 0 0,0 0-1 0 0,1 0 1 0 0,-1 0-1 0 0,0 0 1 0 0,0 0-1 0 0,0 0 1 0 0,0 0-1 0 0,0 0 1 0 0,0 0-1 0 0,0 0 0 0 0,0 0 1 0 0,0 0-1 0 0,0 0 1 0 0,0 0-1 0 0,0 0 1 0 0,-1 0-1 0 0,1 0 1 0 0,-1 0-1 0 0,1 0 1 0 0,0 0-1 0 0,-1 0 1 0 0,1-1-1 0 0,-2 2 1 0 0,-1 4 9 0 0,0-1 0 0 0,-1 1 0 0 0,1-1 0 0 0,-1 0 0 0 0,-1 0 0 0 0,1 0 0 0 0,-1-1 0 0 0,0 1-1 0 0,0-1 1 0 0,0 0 0 0 0,-7 3 0 0 0,2-1-198 0 0,0-2-1 0 0,0 1 1 0 0,-1-2-1 0 0,0 1 1 0 0,0-1-1 0 0,0-1 1 0 0,0 0-1 0 0,0-1 1 0 0,0 0-1 0 0,0 0 1 0 0,0-1-1 0 0,-1-1 1 0 0,1 0 0 0 0,-11-3-1 0 0,-45-12-3612 0 0,54 11 993 0 0,-18-9-2005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4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95 89 3144 0 0,'0'0'5974'0'0,"1"-5"-5394"0"0,-1 2-482 0 0,1 0 0 0 0,0-1 0 0 0,0 1 0 0 0,0 0 1 0 0,0 0-1 0 0,1 0 0 0 0,-1 0 0 0 0,1 0 1 0 0,0 0-1 0 0,-1 0 0 0 0,1 1 0 0 0,1-1 0 0 0,-1 1 1 0 0,0-1-1 0 0,1 1 0 0 0,-1 0 0 0 0,1 0 1 0 0,0 0-1 0 0,-1 0 0 0 0,1 0 0 0 0,4-1 0 0 0,37-15 248 0 0,-40 17-271 0 0,2 0-16 0 0,50-3 64 0 0,-51 4-107 0 0,-1 2 1 0 0,-2-1-21 0 0,1 0 1 0 0,-1 1-1 0 0,1-1 0 0 0,-1 1 1 0 0,0 0-1 0 0,0-1 1 0 0,0 1-1 0 0,0 0 0 0 0,0 0 1 0 0,0 0-1 0 0,0 1 0 0 0,-1-1 1 0 0,1 0-1 0 0,-1 0 1 0 0,0 1-1 0 0,0-1 0 0 0,0 1 1 0 0,0 0-1 0 0,0-1 1 0 0,0 1-1 0 0,-1 0 0 0 0,1-1 1 0 0,-1 1-1 0 0,1 0 1 0 0,-1 0-1 0 0,0-1 0 0 0,0 1 1 0 0,-1 4-1 0 0,-3 6 29 0 0,0-1 0 0 0,0 1 1 0 0,-1-1-1 0 0,-1-1 0 0 0,0 1 0 0 0,-1-1 0 0 0,-11 17 0 0 0,15-25-29 0 0,0 1 0 0 0,-10 13 7 0 0,-2 2 20 0 0,13-16 48 0 0,0 0-69 0 0,2-2-4 0 0,-1-1 1 0 0,1 1-1 0 0,-1-1 0 0 0,1 1 1 0 0,0-1-1 0 0,-1 1 0 0 0,1 0 1 0 0,0-1-1 0 0,-1 1 0 0 0,1-1 1 0 0,0 1-1 0 0,0 0 0 0 0,0-1 1 0 0,0 1-1 0 0,0 0 0 0 0,0-1 0 0 0,0 1 1 0 0,0 0-1 0 0,0-1 0 0 0,0 1 1 0 0,0 0-1 0 0,0-1 0 0 0,0 1 1 0 0,0 0-1 0 0,1-1 0 0 0,-1 1 1 0 0,0 0-1 0 0,0-1 0 0 0,1 1 1 0 0,-1-1-1 0 0,0 1 0 0 0,1 0 0 0 0,-1-1 1 0 0,1 1-1 0 0,-1-1 0 0 0,1 1 1 0 0,-1-1-1 0 0,1 0 0 0 0,-1 1 1 0 0,1-1-1 0 0,-1 1 0 0 0,1-1 1 0 0,0 0-1 0 0,-1 0 0 0 0,1 1 0 0 0,0-1 1 0 0,2 2-225 0 0,2-2 275 0 0,15 3-1 0 0,-15-3 0 0 0,1 2 2 0 0,16 3 4 0 0,-17-4-19 0 0,1 1-21 0 0,13 4 16 0 0,35 18 0 0 0,-51-21-36 0 0,-1-2 6 0 0,0 0 1 0 0,0 0 0 0 0,-1 0-1 0 0,1 0 1 0 0,-1 0-1 0 0,1 0 1 0 0,-1 1 0 0 0,0-1-1 0 0,1 0 1 0 0,1 4 0 0 0,1-2-5 0 0,-2 1 8 0 0,6 11 5 0 0,-6-11 13 0 0,-2 1 7 0 0,-1-1-24 0 0,1 0 1 0 0,-1 0 0 0 0,0-1 0 0 0,0 1 0 0 0,0-1 0 0 0,-1 1-1 0 0,1-1 1 0 0,-1 1 0 0 0,0-1 0 0 0,0 0 0 0 0,0 0 0 0 0,0 0-1 0 0,0 0 1 0 0,-1 0 0 0 0,1-1 0 0 0,-1 1 0 0 0,0-1 0 0 0,0 1-1 0 0,0-1 1 0 0,-3 2 0 0 0,-27 13 20 0 0,20-10-19 0 0,-1-2 0 0 0,0 0 0 0 0,0-1 1 0 0,0 0-1 0 0,-1-1 0 0 0,0-1 0 0 0,-21 1 1 0 0,27-2-42 0 0,-8 0-94 0 0,15-1 111 0 0,-1 0 0 0 0,1 0 0 0 0,0 0 0 0 0,-1 0 1 0 0,1 0-1 0 0,0-1 0 0 0,-1 1 0 0 0,1-1 0 0 0,-4-1 0 0 0,-9-2-233 0 0,5 1-45 0 0,0 0 0 0 0,0-1 0 0 0,0 0 0 0 0,0-1 0 0 0,-12-8 0 0 0,17 9-434 0 0,-1 0 0 0 0,1 0 0 0 0,1 0 0 0 0,-1-1 0 0 0,1 1 0 0 0,-1-1 0 0 0,-4-9 0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4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263 46 2860 0 0,'0'0'2343'0'0,"1"-5"-1458"0"0,2-12-141 0 0,-2 13 901 0 0,-3 1-1229 0 0,-8-12 458 0 0,5 14-648 0 0,-4 0-97 0 0,1 1 1 0 0,-1 0-1 0 0,1 1 0 0 0,-1 0 1 0 0,1 0-1 0 0,-1 1 0 0 0,1 0 1 0 0,-13 5-1 0 0,7-1 9 0 0,1 2 1 0 0,-1 0-1 0 0,2 0 1 0 0,-20 17-1 0 0,25-19-54 0 0,1 1 0 0 0,-1 0 1 0 0,1 0-1 0 0,0 0 0 0 0,1 1 0 0 0,0 0 0 0 0,0 0 0 0 0,0 0 0 0 0,-5 16 0 0 0,-3 28 221 0 0,12-47-210 0 0,1 2-20 0 0,1-2-70 0 0,-1-1 11 0 0,0 1 0 0 0,0 0-1 0 0,1-1 1 0 0,0 1 0 0 0,0 0-1 0 0,0-1 1 0 0,1 1 0 0 0,-1-1-1 0 0,1 1 1 0 0,0-1 0 0 0,5 7 0 0 0,-4-6-9 0 0,1 0 1 0 0,0-1 0 0 0,0 1 0 0 0,1-1-1 0 0,-1 1 1 0 0,1-1 0 0 0,0-1 0 0 0,0 1-1 0 0,1-1 1 0 0,9 5 0 0 0,-4-3-12 0 0,1-2 0 0 0,-1 0 0 0 0,1 0 0 0 0,0-1 0 0 0,0 0 0 0 0,18-1 0 0 0,37-3-373 0 0,-48 0-402 0 0,0-1 0 0 0,34-11 1 0 0,-39 9-1418 0 0,0-1-1 0 0,21-11 1 0 0,-16 6-1878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229 23 2404 0 0,'0'0'2333'0'0,"-2"-3"-1427"0"0,-6-9-163 0 0,6 9 455 0 0,-3 2-679 0 0,-12-2-99 0 0,12 2-53 0 0,0 2-48 0 0,-3 0-179 0 0,1 1 1 0 0,-1 0-1 0 0,0 1 0 0 0,1-1 1 0 0,-1 1-1 0 0,1 1 1 0 0,0 0-1 0 0,0 0 1 0 0,0 0-1 0 0,0 1 0 0 0,-10 9 1 0 0,5-3 48 0 0,1 0 1 0 0,1 1-1 0 0,0 0 1 0 0,0 1-1 0 0,-7 13 0 0 0,14-21-119 0 0,1 0 0 0 0,0 0-1 0 0,0 1 1 0 0,1-1 0 0 0,-1 0 0 0 0,1 1-1 0 0,-1 6 1 0 0,1-3 11 0 0,1-6-52 0 0,-1 0-1 0 0,1 1 1 0 0,0-1-1 0 0,0 0 1 0 0,0 1-1 0 0,1-1 0 0 0,-1 0 1 0 0,1 1-1 0 0,0-1 1 0 0,0 0-1 0 0,0 0 1 0 0,0 0-1 0 0,1 0 1 0 0,-1 0-1 0 0,1 0 1 0 0,0 0-1 0 0,0 0 1 0 0,0-1-1 0 0,2 3 1 0 0,23 28 197 0 0,-20-28-234 0 0,0-2 16 0 0,-1 2-3 0 0,0-1 0 0 0,0 0 1 0 0,1-1-1 0 0,-1 0 1 0 0,1 0-1 0 0,0 0 1 0 0,0-1-1 0 0,8 2 0 0 0,-9-2-5 0 0,8 2 14 0 0,0 0-1 0 0,1-1 1 0 0,24 2 0 0 0,-32-5-11 0 0,16 3 11 0 0,-6-3-13 0 0,2-1-6 0 0,77-8-2572 0 0,-91 7 708 0 0,14-13-7226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95 87 3060 0 0,'3'-5'1552'0'0,"26"-37"1272"0"0,-26 38-2199 0 0,2-5 145 0 0,0 4 1088 0 0,-10 42-1440 0 0,-2-1 1 0 0,-18 59-1 0 0,1-6-194 0 0,3-5-82 0 0,-23 119 9 0 0,32-148-122 0 0,11-51 831 0 0,3-9-723 0 0,13-37 181 0 0,-1 0 0 0 0,14-80 0 0 0,-5 15 25 0 0,-10 58-101 0 0,2 0-1 0 0,2 1 0 0 0,3 1 1 0 0,25-47-1 0 0,-42 89-165 0 0,-2 5-72 0 0,-1 0 0 0 0,1 0 0 0 0,-1 0 0 0 0,1 0 0 0 0,0 0 0 0 0,-1-1 0 0 0,1 1 0 0 0,-1 0 0 0 0,1 0 0 0 0,-1 0 0 0 0,1-1 0 0 0,-1 1 0 0 0,0 0 0 0 0,1-1 0 0 0,-1 1 0 0 0,1 0 0 0 0,-1-1 0 0 0,0 1 0 0 0,1 0 0 0 0,-1-1 0 0 0,0 1 0 0 0,1-1 0 0 0,-1 1 0 0 0,1-1 0 0 0,-1 0-1 0 0,0 1 0 0 0,0-1-1 0 0,1 1 1 0 0,-1-1 0 0 0,0 1-1 0 0,1 0 1 0 0,-1-1-1 0 0,0 1 1 0 0,1-1 0 0 0,-1 1-1 0 0,1 0 1 0 0,-1-1 0 0 0,1 1-1 0 0,-1 0 1 0 0,1 0 0 0 0,-1-1-1 0 0,1 1 1 0 0,-1 0 0 0 0,1 0-1 0 0,-1 0 1 0 0,1 0 0 0 0,-1-1-1 0 0,1 1 1 0 0,0 0-1 0 0,3 4 32 0 0,3 2-32 0 0,-1 0-1 0 0,0 1 0 0 0,-1 0 0 0 0,0 0 0 0 0,0 1 1 0 0,0-1-1 0 0,-1 1 0 0 0,0 0 0 0 0,3 9 0 0 0,12 41-45 0 0,-3 1 0 0 0,-1 1 0 0 0,-4 1 0 0 0,6 91 0 0 0,-16-117-1326 0 0,-3 49 0 0 0,-5-9-4653 0 0,5-61 4081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5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36 243 2520 0 0,'-4'-3'1248'0'0,"-25"-32"1864"0"0,27 31-2335 0 0,3-2-537 0 0,5-16-46 0 0,0 14-28 0 0,9-2-108 0 0,1 0-1 0 0,1 1 0 0 0,0 1 0 0 0,0 1 0 0 0,0 1 0 0 0,21-5 0 0 0,119-23 12 0 0,-104 24-45 0 0,205-41 99 0 0,-253 49-41 0 0,15-3-93 0 0,-16 4 206 0 0,-7 3-103 0 0,-56 35 469 0 0,55-34-465 0 0,1 1-28 0 0,-2 2-49 0 0,3-5 4 0 0,0 1 0 0 0,0 0 0 0 0,1 1 1 0 0,-1-1-1 0 0,1 0 0 0 0,-1 0 0 0 0,1 1 1 0 0,0-1-1 0 0,0 1 0 0 0,-1 2 1 0 0,1 0-18 0 0,0 0 1 0 0,1 0-1 0 0,-1-1 1 0 0,1 1-1 0 0,0 0 1 0 0,1 0 0 0 0,-1 0-1 0 0,1 0 1 0 0,0-1-1 0 0,3 10 1 0 0,16 32-9 0 0,-17-42 11 0 0,-2 0 13 0 0,6 14-31 0 0,-5-15 11 0 0,0 2 15 0 0,-2 0 19 0 0,0 14 2 0 0,0-14-16 0 0,-6 2 11 0 0,6-6-31 0 0,0 0 0 0 0,-1 0 0 0 0,1 0 0 0 0,-1 0 0 0 0,1 0 0 0 0,-1 0 0 0 0,1 0 0 0 0,-1 0 0 0 0,1 0 0 0 0,-1 0 0 0 0,0 0 0 0 0,0-1 0 0 0,1 1 1 0 0,-3 1-1 0 0,-35 17-1181 0 0,34-17 565 0 0,16-17-4470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5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75 0 2888 0 0,'0'0'5901'0'0,"-1"4"-5756"0"0,-1 5-30 0 0,1 1 0 0 0,0-1-1 0 0,0 1 1 0 0,1-1 0 0 0,2 17-1 0 0,-1-21-110 0 0,0-1 13 0 0,5 15 96 0 0,-4-14-75 0 0,-1-1-50 0 0,12 42-30 0 0,-13-42 63 0 0,1-1 0 0 0,-1 1 0 0 0,0 0 0 0 0,0-1 0 0 0,0 1 0 0 0,-1-1-1 0 0,1 1 1 0 0,-1-1 0 0 0,0 1 0 0 0,0-1 0 0 0,0 1 0 0 0,0-1-1 0 0,-3 5 1 0 0,2-4 29 0 0,-2-1-49 0 0,-12 10-33 0 0,12-10-167 0 0,-2-1 213 0 0,-43 15-502 0 0,44-16 89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2604 0 0,'0'0'5571'0'0,"2"3"-5221"0"0,-1-2-296 0 0,0 0 0 0 0,1 1 0 0 0,-1-1 0 0 0,0 0 0 0 0,-1 1 0 0 0,1-1 0 0 0,0 1 0 0 0,0-1 0 0 0,-1 1 0 0 0,1 0-1 0 0,-1-1 1 0 0,1 1 0 0 0,-1-1 0 0 0,0 1 0 0 0,1 0 0 0 0,-1 0 0 0 0,0 2 0 0 0,2 15 212 0 0,12 69 78 0 0,-10-65-323 0 0,-4-17-9 0 0,2-2-51 0 0,4 15-73 0 0,-5-14-102 0 0,-1-5 200 0 0,1 0 0 0 0,-1 0 0 0 0,0 0 1 0 0,1 0-1 0 0,-1 0 0 0 0,0 0 0 0 0,1 0 0 0 0,-1 0 0 0 0,0 0 0 0 0,0 0 0 0 0,1 0 0 0 0,-1 1 0 0 0,0-1 0 0 0,0 0 0 0 0,1 0 1 0 0,-1 0-1 0 0,0 1 0 0 0,0-1 0 0 0,1 0 0 0 0,-1 0 0 0 0,0 1 0 0 0,0-1 0 0 0,0 0 0 0 0,0 0 0 0 0,1 1 0 0 0,-1-1 0 0 0,0 0 1 0 0,0 0-1 0 0,0 1 0 0 0,0-1 0 0 0,0 0 0 0 0,0 1 0 0 0,0-1 0 0 0,0 1-102 0 0,0 0 1 0 0,1-1-1 0 0,-1 1 1 0 0,0-1-1 0 0,0 1 0 0 0,1 0 1 0 0,-1-1-1 0 0,0 1 1 0 0,1-1-1 0 0,-1 1 0 0 0,0-1 1 0 0,1 1-1 0 0,-1-1 1 0 0,1 1-1 0 0,-1-1 0 0 0,1 0 1 0 0,-1 1-1 0 0,1-1 1 0 0,-1 0-1 0 0,1 1 0 0 0,-1-1 1 0 0,1 0-1 0 0,0 1 1 0 0,-1-1-1 0 0,1 0 0 0 0,-1 0 1 0 0,1 0-1 0 0,0 0 1 0 0,17 4-2075 0 0,-14-4-1529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5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156 25 2100 0 0,'0'0'926'0'0,"-4"-1"-110"0"0,-42-12 1539 0 0,40 13-1977 0 0,1 0-39 0 0,-52 7 430 0 0,51-6-495 0 0,1 0-167 0 0,-16 5-25 0 0,16-5 248 0 0,6 3-315 0 0,2 14-6 0 0,-2-14-13 0 0,4-3 25 0 0,17 1-27 0 0,-16-2 28 0 0,-1 0 18 0 0,16-1 40 0 0,-16 1 36 0 0,1-2 48 0 0,18-3 18 0 0,-19 4-65 0 0,0-1 55 0 0,-4 2-190 0 0,3-1 97 0 0,-1 0-1 0 0,1-1 1 0 0,0 1-1 0 0,-1-1 1 0 0,1 0-1 0 0,-1 1 1 0 0,0-1 0 0 0,1-1-1 0 0,-1 1 1 0 0,0 0-1 0 0,4-5 348 0 0,-9 4-410 0 0,-6-9-34 0 0,6 9-40 0 0,-3 5-176 0 0,-18 5-47 0 0,22-7 190 0 0,-1 1-1 0 0,1-1 0 0 0,-1 1 1 0 0,1-1-1 0 0,-1 1 1 0 0,1 0-1 0 0,0-1 1 0 0,-1 1-1 0 0,1 0 1 0 0,0 0-1 0 0,0 0 1 0 0,0 0-1 0 0,-1 0 1 0 0,1 0-1 0 0,0 0 1 0 0,0 1-1 0 0,1-1 1 0 0,-3 3-1 0 0,3 1-4384 0 0,0 21 630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5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225 38 3064 0 0,'3'-2'1380'0'0,"-2"1"-1263"0"0,-1 1 0 0 0,1 0 0 0 0,0 0 0 0 0,-1-1 0 0 0,1 1 0 0 0,-1 0 0 0 0,1-1 0 0 0,-1 1 0 0 0,1-1 0 0 0,-1 1 0 0 0,1-1-1 0 0,-1 1 1 0 0,1-1 0 0 0,-1 1 0 0 0,1-1 0 0 0,-1 0 0 0 0,0 1 0 0 0,1-1 0 0 0,-1 1 0 0 0,0-1 0 0 0,0 0 0 0 0,1 1 0 0 0,-1-1-1 0 0,0 0 1 0 0,0 0 0 0 0,0 1 0 0 0,0-1 0 0 0,0 0 0 0 0,0 1 0 0 0,0-1 0 0 0,0 0 0 0 0,0 1 0 0 0,0-1 0 0 0,0 0 0 0 0,-1 1-1 0 0,1-1 1 0 0,0 0 0 0 0,0 1 0 0 0,-1-1 0 0 0,1 0 0 0 0,0 1 0 0 0,-1-1 0 0 0,1 1 0 0 0,-1-1 0 0 0,1 1 0 0 0,-1-2 0 0 0,-1-1 592 0 0,-3 2-380 0 0,-14-2-129 0 0,15 2-28 0 0,-1 2 46 0 0,-5 2-208 0 0,0 0 1 0 0,0 1 0 0 0,0 0 0 0 0,1 0-1 0 0,0 1 1 0 0,0 1 0 0 0,0-1-1 0 0,0 1 1 0 0,1 1 0 0 0,0 0 0 0 0,0 0-1 0 0,1 0 1 0 0,0 1 0 0 0,0 0-1 0 0,1 0 1 0 0,-7 12 0 0 0,11-17-1 0 0,1 2-38 0 0,-5 14 10 0 0,5-15 34 0 0,0 1-3 0 0,1-3-10 0 0,-1 0 0 0 0,1 0 0 0 0,0 0 1 0 0,-1 0-1 0 0,1 0 0 0 0,0 0 0 0 0,0 0 0 0 0,0 0 0 0 0,1 3 0 0 0,15 6-1 0 0,-13-9 7 0 0,2-3-54 0 0,4-2 61 0 0,-1 0 0 0 0,1 0 0 0 0,-1-1 0 0 0,0 0 0 0 0,-1 0 0 0 0,1-1 0 0 0,7-5 0 0 0,37-38 813 0 0,-48 45-568 0 0,15-10 53 0 0,-19 13-313 0 0,0 0 0 0 0,0 1 0 0 0,0-1 0 0 0,0 0 0 0 0,0 1 0 0 0,0-1 0 0 0,0 0 0 0 0,0 1 1 0 0,1-1-1 0 0,-1 0 0 0 0,0 1 0 0 0,0-1 0 0 0,0 0 0 0 0,0 1 0 0 0,1-1 0 0 0,-1 0 0 0 0,0 0 0 0 0,0 1 0 0 0,1-1 0 0 0,-1 0 0 0 0,0 0 0 0 0,0 1 1 0 0,1-1-1 0 0,-1 0 0 0 0,0 0 0 0 0,1 0 0 0 0,-1 0 0 0 0,0 1 0 0 0,0-1 0 0 0,1 0 0 0 0,-1 0 0 0 0,1 0 1 0 0,0 0 1 0 0,0 1-1 0 0,-1-1 0 0 0,1 1 0 0 0,0-1 1 0 0,-1 0-1 0 0,1 1 0 0 0,0-1 0 0 0,-1 1 0 0 0,1 0 1 0 0,-1-1-1 0 0,1 1 0 0 0,-1-1 0 0 0,1 1 0 0 0,-1 0 1 0 0,1-1-1 0 0,-1 1 0 0 0,0 0 0 0 0,1-1 1 0 0,-1 1-1 0 0,0 0 0 0 0,1 1 0 0 0,6 31 38 0 0,-2 0 0 0 0,-1 0 0 0 0,-1 1 1 0 0,-3 54-1 0 0,-23 138-649 0 0,21-209 494 0 0,-2 1 1 0 0,0-1 0 0 0,-1 0-1 0 0,-1 0 1 0 0,0 0 0 0 0,-1-1 0 0 0,-18 29-1 0 0,24-43 116 0 0,0-1-1 0 0,1 0 1 0 0,-1 0-1 0 0,0 1 0 0 0,0-1 1 0 0,0 0-1 0 0,0 0 1 0 0,0 0-1 0 0,0 0 0 0 0,0 0 1 0 0,0-1-1 0 0,0 1 1 0 0,-1 0-1 0 0,-1 0 0 0 0,-1 1 10 0 0,1 1 54 0 0,-2-1 27 0 0,1-1-83 0 0,2 0 10 0 0,0 0-1 0 0,-1 0 1 0 0,1-1 0 0 0,0 1-1 0 0,-1-1 1 0 0,1 1 0 0 0,-1-1-1 0 0,1 0 1 0 0,-1 0 0 0 0,1 0-1 0 0,-1 0 1 0 0,1 0 0 0 0,-1-1-1 0 0,1 1 1 0 0,-1-1 0 0 0,1 0-1 0 0,0 1 1 0 0,-1-1 0 0 0,-3-2-1 0 0,-43-37 270 0 0,47 39-276 0 0,0-1 0 0 0,0 0-1 0 0,1 0 1 0 0,-1 1 0 0 0,1-1-1 0 0,-1 0 1 0 0,1 0 0 0 0,0-1-1 0 0,0 1 1 0 0,0 0 0 0 0,0 0 0 0 0,-1-3-1 0 0,0-2 15 0 0,1 5-21 0 0,0 1 1 0 0,0-1-1 0 0,0 0 1 0 0,0 0-1 0 0,0 0 1 0 0,0 0-1 0 0,1 0 1 0 0,-1 0-1 0 0,1 0 1 0 0,0 0-1 0 0,-1 0 1 0 0,1 0-1 0 0,0 0 1 0 0,0 0-1 0 0,1-3 1 0 0,-1-1 3 0 0,0 3-8 0 0,-1 0 0 0 0,1 0 1 0 0,0 0-1 0 0,0 0 0 0 0,0 0 0 0 0,0 0 1 0 0,0 1-1 0 0,1-1 0 0 0,-1 0 1 0 0,1 0-1 0 0,0 0 0 0 0,2-4 1 0 0,0-3-12 0 0,1-3-63 0 0,1 0 0 0 0,0 1 1 0 0,0 0-1 0 0,1 0 0 0 0,1 0 0 0 0,0 1 0 0 0,1 0 1 0 0,14-17-1 0 0,3 2-564 0 0,52-44 0 0 0,132-76-4725 0 0,-168 120 2868 0 0,-19 11-757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5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1528 0 0,'0'0'4071'0'0,"5"1"-3739"0"0,13 2-34 0 0,-13-2 190 0 0,-5 0-453 0 0,0 1 1 0 0,1 0-1 0 0,-1-1 1 0 0,0 1 0 0 0,1-1-1 0 0,-1 1 1 0 0,1-1 0 0 0,0 1-1 0 0,-1-1 1 0 0,1 1-1 0 0,2 2 1 0 0,-1-1 40 0 0,0 2 144 0 0,0 0-124 0 0,1 0 0 0 0,-2-1 0 0 0,1 1 0 0 0,-1 0 1 0 0,1 0-1 0 0,-1 0 0 0 0,-1 1 0 0 0,1 7 0 0 0,-1-12-136 0 0,1 4 110 0 0,-1 0 17 0 0,2 13-4 0 0,-2-13 40 0 0,-1 1 1 0 0,-1 17 33 0 0,1-18 224 0 0,0 0-129 0 0,-6 12 54 0 0,5-13 875 0 0,-14 13 1825 0 0,12-20-2689 0 0,-11-6-30 0 0,12 6 509 0 0,2-4-735 0 0,1-1 0 0 0,0 0-1 0 0,1 1 1 0 0,-1-1 0 0 0,2 1 0 0 0,-1-1 0 0 0,1 1 0 0 0,0-1 0 0 0,1 1 0 0 0,-1 0-1 0 0,1 0 1 0 0,1 0 0 0 0,-1 1 0 0 0,1-1 0 0 0,7-8 0 0 0,-9 12-57 0 0,1 1-1 0 0,-1 0 1 0 0,1-1 0 0 0,-1 1 0 0 0,1 0 0 0 0,0 0 0 0 0,0 0-1 0 0,0 1 1 0 0,0-1 0 0 0,0 1 0 0 0,0-1 0 0 0,0 1-1 0 0,6-1 1 0 0,-6 1-4 0 0,8-1-19 0 0,40 1-9 0 0,-37 4 33 0 0,-1 0-1 0 0,-5-1-83 0 0,0-1-1 0 0,1 1 0 0 0,-1 1 1 0 0,0 0-1 0 0,0 0 0 0 0,-1 0 1 0 0,1 1-1 0 0,-1 0 1 0 0,0 0-1 0 0,1 1 0 0 0,-2 0 1 0 0,1 0-1 0 0,-1 1 0 0 0,0 0 1 0 0,0 0-1 0 0,0 0 1 0 0,-1 1-1 0 0,0 0 0 0 0,0 0 1 0 0,4 8-1 0 0,-8-12-8 0 0,0-1 0 0 0,0 0 0 0 0,-1 1 0 0 0,1-1 0 0 0,0 0 0 0 0,-1 1 0 0 0,0-1 0 0 0,1 1 0 0 0,-1-1 0 0 0,0 1 0 0 0,0-1 0 0 0,-1 1 0 0 0,0 4 0 0 0,0 1-149 0 0,0 0 9 0 0,0-1 0 0 0,0 0-1 0 0,-1 0 1 0 0,0 0 0 0 0,0 0 0 0 0,-1 0-1 0 0,0-1 1 0 0,0 1 0 0 0,0-1 0 0 0,-1 0-1 0 0,-6 8 1 0 0,-5 5-2001 0 0,-34 33 0 0 0,41-45 1393 0 0,-26 25-4374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5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37 19 4208 0 0,'0'-5'1429'0'0,"-1"-8"5154"0"0,3 39-5399 0 0,2 52-1462 0 0,-26 266 739 0 0,6-177-418 0 0,13-34-1280 0 0,7-55-6598 0 0,-3-72 3317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469 95 2140 0 0,'9'-10'511'0'0,"1"0"0"0"0,0 0 0 0 0,1 1 0 0 0,0 0 0 0 0,0 1 0 0 0,1 1 0 0 0,0-1 0 0 0,19-7 0 0 0,-8 9-138 0 0,-18 6-314 0 0,0-1 123 0 0,-4 1-160 0 0,1-1-1 0 0,0 1 1 0 0,-1 0-1 0 0,1-1 1 0 0,0 1-1 0 0,-1 0 1 0 0,1 0-1 0 0,0 1 1 0 0,-1-1-1 0 0,1 0 1 0 0,0 0-1 0 0,2 2 1 0 0,-1-2 16 0 0,-1 1-18 0 0,0-1 0 0 0,0 1 0 0 0,0 0-1 0 0,0-1 1 0 0,-1 1 0 0 0,1 0-1 0 0,0 0 1 0 0,-1 0 0 0 0,1 0 0 0 0,-1 0-1 0 0,1 1 1 0 0,-1-1 0 0 0,1 0-1 0 0,-1 1 1 0 0,0-1 0 0 0,0 1-1 0 0,1-1 1 0 0,-1 1 0 0 0,0-1 0 0 0,-1 1-1 0 0,1 0 1 0 0,0 0 0 0 0,1 3-1 0 0,-2-4-18 0 0,1 1 6 0 0,0-1 0 0 0,-1 1 0 0 0,1-1 0 0 0,0 1 0 0 0,-1-1 0 0 0,1 1 0 0 0,-1 0 0 0 0,0-1 0 0 0,0 1 0 0 0,1 0-1 0 0,-1-1 1 0 0,0 1 0 0 0,0 0 0 0 0,-1-1 0 0 0,1 1 0 0 0,-1 1 0 0 0,1 2 9 0 0,0 6 2 0 0,-1-1 1 0 0,0 1-1 0 0,-1-1 1 0 0,0 0-1 0 0,0 0 1 0 0,-1 1-1 0 0,-1-2 1 0 0,-5 13-1 0 0,-2 2 43 0 0,-28 43 0 0 0,23-43-25 0 0,-2 0 0 0 0,-1 0-1 0 0,0-2 1 0 0,-2 0-1 0 0,0-1 1 0 0,-1-2 0 0 0,-2 0-1 0 0,0-1 1 0 0,0-1-1 0 0,-2-2 1 0 0,0 0 0 0 0,-1-2-1 0 0,0-1 1 0 0,-54 16 0 0 0,69-26 18 0 0,-53 5-16 0 0,56-7-32 0 0,2 0 0 0 0,0 0 1 0 0,0-1 0 0 0,0 0 0 0 0,0 0 0 0 0,1-1 0 0 0,-1 1 0 0 0,-10-6-1 0 0,12 6-2 0 0,-3-2 3 0 0,6 2-7 0 0,0 1 0 0 0,1-1 0 0 0,-1 1 0 0 0,1-1 0 0 0,-1 0 0 0 0,1 0 0 0 0,-1 1 0 0 0,1-1 0 0 0,0 0 0 0 0,-1 0 0 0 0,1-1 0 0 0,0 1 0 0 0,0 0 0 0 0,-2-2 0 0 0,0-1 7 0 0,-9-8 10 0 0,-1-10 79 0 0,13 22-94 0 0,1 0 0 0 0,-1 0 0 0 0,1-1-1 0 0,-1 1 1 0 0,1 0 0 0 0,-1 0 0 0 0,1 0 0 0 0,-1 0 0 0 0,0-1 0 0 0,1 1 0 0 0,-1 0 0 0 0,1-1 0 0 0,-1 1-1 0 0,0 0 1 0 0,1-1 0 0 0,-1 1 0 0 0,0 0 0 0 0,1-1 0 0 0,-1 1 0 0 0,0 0 0 0 0,0-1 0 0 0,1 1 0 0 0,-1-2-1 0 0,0 2-2 0 0,0-1-1 0 0,1 1 0 0 0,-1-1 1 0 0,0 1-1 0 0,0-1 0 0 0,1 1 0 0 0,-1 0 1 0 0,0-1-1 0 0,1 1 0 0 0,-1-1 0 0 0,1 1 1 0 0,-1 0-1 0 0,0-1 0 0 0,1 1 1 0 0,-1 0-1 0 0,1-1 0 0 0,-1 1 0 0 0,1 0 1 0 0,-1 0-1 0 0,1 0 0 0 0,-1-1 1 0 0,1 1-1 0 0,-1 0 0 0 0,1 0 0 0 0,-1 0 1 0 0,1 0-1 0 0,-1 0 0 0 0,1 0 1 0 0,-1 0-1 0 0,1 0 0 0 0,-1 0 0 0 0,1 0 1 0 0,-1 0-1 0 0,2 1 0 0 0,50 18 51 0 0,-1 3-1 0 0,52 30 1 0 0,-29-14-22 0 0,98 35 0 0 0,-131-59-676 0 0,48 9-1 0 0,-57-17-881 0 0,1-1-1 0 0,37 0 1 0 0,-32-5-2106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273 30 1772 0 0,'-9'-4'405'0'0,"1"-1"0"0"0,-1 1 0 0 0,0 0 1 0 0,0 1-1 0 0,-1 0 0 0 0,-13-2 0 0 0,17 4-277 0 0,0 1 0 0 0,0 0 0 0 0,-1 0 0 0 0,1 0 0 0 0,0 1 0 0 0,0 0 0 0 0,0 0 0 0 0,0 1 0 0 0,1-1 0 0 0,-1 1 0 0 0,0 1 0 0 0,-8 3 0 0 0,-35 27 157 0 0,43-27-222 0 0,-1 1 0 0 0,2-1 0 0 0,-1 1 1 0 0,1 0-1 0 0,0 0 0 0 0,0 1 0 0 0,1 0 0 0 0,0-1 0 0 0,1 1 0 0 0,-1 1 0 0 0,-1 9 0 0 0,3-14 71 0 0,2 1 59 0 0,0 16-145 0 0,0-16-32 0 0,2 0-4 0 0,0-2-4 0 0,0 1-1 0 0,0-1 1 0 0,0 1-1 0 0,0-1 1 0 0,1 0 0 0 0,-1 0-1 0 0,1 0 1 0 0,0 0-1 0 0,0-1 1 0 0,0 1-1 0 0,0-1 1 0 0,0 1-1 0 0,1-1 1 0 0,-1 0-1 0 0,1 0 1 0 0,3 1-1 0 0,-2-2-30 0 0,0 0 42 0 0,16 1 20 0 0,-16-2 43 0 0,1-1 5 0 0,16-4 17 0 0,-16 3 23 0 0,-2 0 20 0 0,15-9 4 0 0,-15 8 0 0 0,0 0 71 0 0,11-10-46 0 0,-11 9-4 0 0,-1 1 27 0 0,13-13 337 0 0,-15 15-493 0 0,0 0 1 0 0,-1 0 0 0 0,1 0 0 0 0,0 0-1 0 0,0 0 1 0 0,0 0 0 0 0,0 0 0 0 0,0 0 0 0 0,0 1-1 0 0,0-1 1 0 0,0 0 0 0 0,0 1 0 0 0,0-1-1 0 0,0 1 1 0 0,0-1 0 0 0,2 0 0 0 0,0 6-32 0 0,0 0-1 0 0,-1-1 1 0 0,0 1 0 0 0,0 0 0 0 0,-1 0 0 0 0,2 9 0 0 0,-2-9-2 0 0,1 0-6 0 0,4 13-5 0 0,-5-13 11 0 0,1-1-16 0 0,20 31-675 0 0,-20-32 161 0 0,3-1-1042 0 0,13 5 566 0 0,-13-6-84 0 0,-1-2-27 0 0,14-3-698 0 0,-14 3-1282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5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10 582 1896 0 0,'0'0'4152'0'0,"-1"5"-3901"0"0,-3 26 895 0 0,0 59-1 0 0,4-84-1054 0 0,2-1-68 0 0,3 12 25 0 0,-3-13 63 0 0,1-2-41 0 0,0-1-11 0 0,0 1 1 0 0,0-2-1 0 0,0 1 1 0 0,0 0 0 0 0,0-1-1 0 0,0 1 1 0 0,1-1-1 0 0,-1 0 1 0 0,0 0-1 0 0,0 0 1 0 0,0 0-1 0 0,5-2 1 0 0,-2 1 119 0 0,-2-2 11 0 0,29-23 346 0 0,-30 24-344 0 0,0-1-10 0 0,10-12-36 0 0,-10 12 171 0 0,5-3-102 0 0,-8 5-202 0 0,0 1 1 0 0,0-1 0 0 0,0 1-1 0 0,1 0 1 0 0,-1-1 0 0 0,0 1 0 0 0,0-1-1 0 0,1 1 1 0 0,-1 0 0 0 0,0-1 0 0 0,0 1-1 0 0,1 0 1 0 0,-1-1 0 0 0,1 1 0 0 0,-1 0-1 0 0,0 0 1 0 0,1 0 0 0 0,-1-1 0 0 0,1 1-1 0 0,-1 0 1 0 0,0 0 0 0 0,1 0-1 0 0,-1 0 1 0 0,1-1 0 0 0,-1 1 0 0 0,1 0-1 0 0,-1 0 1 0 0,0 0 0 0 0,1 0 0 0 0,-1 0-1 0 0,1 0 1 0 0,-1 0 0 0 0,1 1 0 0 0,-1-1-1 0 0,1 0 1 0 0,0 0 0 0 0,1 1-14 0 0,0 1 0 0 0,0-1 0 0 0,0 0-1 0 0,0 1 1 0 0,-1-1 0 0 0,1 1 0 0 0,0 0 0 0 0,-1 0 0 0 0,1-1 0 0 0,-1 1 0 0 0,1 0 0 0 0,-1 0 0 0 0,0 1 0 0 0,2 3-1 0 0,-2-2-70 0 0,0 0 81 0 0,14 39-44 0 0,-13-39-65 0 0,-2-3 53 0 0,1 0-1 0 0,0 0 1 0 0,-1 0-1 0 0,1 0 1 0 0,0 0-1 0 0,0 0 1 0 0,0 0-1 0 0,0 0 1 0 0,0 0-1 0 0,0 0 1 0 0,0 0-1 0 0,0-1 1 0 0,0 1-1 0 0,0 0 1 0 0,0-1-1 0 0,1 1 1 0 0,-1-1-1 0 0,1 1 1 0 0,16 6-567 0 0,-13-6-59 0 0,1-1-78 0 0,7 0 437 0 0,0 0 0 0 0,-1-1 1 0 0,1-1-1 0 0,0 0 0 0 0,-1-1 0 0 0,1-1 0 0 0,-1 0 0 0 0,0 0 1 0 0,0-1-1 0 0,0 0 0 0 0,-1-1 0 0 0,12-8 0 0 0,-15 8 280 0 0,1 0 1 0 0,-1 0-1 0 0,-1 0 0 0 0,15-16 0 0 0,26-39 1795 0 0,-46 58-1374 0 0,-1-1 1 0 0,0 0-99 0 0,0 1 0 0 0,-1-1 1 0 0,1 1-1 0 0,-1-1 0 0 0,0 0 0 0 0,0 0 1 0 0,0-4-1 0 0,-1-6 56 0 0,-3 16-188 0 0,-14 7 30 0 0,14-7-74 0 0,0 2-21 0 0,-7 10-8 0 0,-1 0-1 0 0,2 1 1 0 0,0 1 0 0 0,0 0-1 0 0,-7 17 1 0 0,16-29-58 0 0,-5 21-1 0 0,5-21-12 0 0,2 1 11 0 0,5 14-30 0 0,-4-15 4 0 0,-2-4-32 0 0,0 0 30 0 0,1 0 1 0 0,-1 0-1 0 0,1 0 0 0 0,-1 0 0 0 0,1 1 0 0 0,-1-1 0 0 0,0 0 1 0 0,1 0-1 0 0,-1 0 0 0 0,1 0 0 0 0,-1 0 0 0 0,0 1 0 0 0,1-1 1 0 0,-1 0-1 0 0,1 0 0 0 0,-1 1 0 0 0,0-1 0 0 0,1 0 1 0 0,-1 1-1 0 0,0-1 0 0 0,0 0 0 0 0,1 1 0 0 0,-1-1 0 0 0,0 0 1 0 0,1 1-1 0 0,-1 0-7 0 0,0-1 0 0 0,1 1 0 0 0,-1-1 0 0 0,0 1 0 0 0,1-1 1 0 0,-1 1-1 0 0,1-1 0 0 0,-1 1 0 0 0,1-1 0 0 0,-1 0 0 0 0,1 1 0 0 0,-1-1 0 0 0,1 0 1 0 0,0 1-1 0 0,-1-1 0 0 0,1 0 0 0 0,-1 0 0 0 0,1 0 0 0 0,0 0 0 0 0,-1 1 0 0 0,1-1 1 0 0,0 0-1 0 0,-1 0 0 0 0,1 0 0 0 0,-1 0 0 0 0,1 0 0 0 0,0 0 0 0 0,-1-1 0 0 0,1 1 1 0 0,0 0-1 0 0,-1 0 0 0 0,2-1 0 0 0,2 1 5 0 0,0-1-10 0 0,0 1-1 0 0,0-1 1 0 0,1 0 0 0 0,-1 0 0 0 0,0 0 0 0 0,-1-1-1 0 0,1 1 1 0 0,0-1 0 0 0,0 0 0 0 0,-1 0 0 0 0,1 0 0 0 0,3-4-1 0 0,27-24 25 0 0,-27 20 5 0 0,-2 0-8 0 0,6-7-17 0 0,-2 0 1 0 0,1 0-1 0 0,-2-2 0 0 0,11-33 0 0 0,14-79 63 0 0,-23 84-23 0 0,52-312 1478 0 0,-62 356-1473 0 0,1-3 109 0 0,0 0-10 0 0,3-16-51 0 0,-3 16 458 0 0,-6 11-440 0 0,-1 3-77 0 0,1 0 1 0 0,-1 0 0 0 0,1 1 0 0 0,1 0-1 0 0,0 0 1 0 0,0 0 0 0 0,-5 19 0 0 0,-13 81 111 0 0,15-72-101 0 0,-2 10-231 0 0,2 1 0 0 0,2 0-1 0 0,2 1 1 0 0,2-1 0 0 0,2 0 0 0 0,9 54 0 0 0,-7-80-595 0 0,-2-20 694 0 0,-1 1 0 0 0,1-1 0 0 0,-1 0 0 0 0,1 0 0 0 0,0 0-1 0 0,-1 1 1 0 0,1-1 0 0 0,0 0 0 0 0,1 0 0 0 0,-1 0 0 0 0,2 2 0 0 0,26 32-2728 0 0,-26-33 1784 0 0,2-2-85 0 0,13 5-767 0 0,-13-5-1328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6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52 27 2152 0 0,'0'0'946'0'0,"1"-5"-239"0"0,4-12-134 0 0,-4 13 1620 0 0,-5 5-2227 0 0,-12 6 131 0 0,11-6-18 0 0,3 3-194 0 0,-6 13 228 0 0,6-13 77 0 0,1 1-32 0 0,-6 13-18 0 0,5-13-12 0 0,0 0-24 0 0,-3 16-18 0 0,3-16 9 0 0,2-5-91 0 0,1 1-1 0 0,-1-1 1 0 0,0 1 0 0 0,0-1 0 0 0,1 1-1 0 0,-1 0 1 0 0,0-1 0 0 0,0 1-1 0 0,0-1 1 0 0,0 1 0 0 0,0-1 0 0 0,0 1-1 0 0,0 0 1 0 0,0-1 0 0 0,0 1 0 0 0,0-1-1 0 0,0 1 1 0 0,0 0 0 0 0,0-1-1 0 0,0 1 1 0 0,-1-1 0 0 0,1 1 0 0 0,0-1-1 0 0,0 1 1 0 0,-1 0 0 0 0,1 0 1 0 0,-1 0-1 0 0,1-1 1 0 0,-1 1 0 0 0,1 0 0 0 0,0 0 0 0 0,0 0-1 0 0,-1 0 1 0 0,1 0 0 0 0,0 0 0 0 0,0 0 0 0 0,0 0 0 0 0,0 0-1 0 0,0 0 1 0 0,0 0 0 0 0,0 0 0 0 0,1 0 0 0 0,-1-1-1 0 0,0 1 1 0 0,0 0 0 0 0,1 0 0 0 0,0 1 0 0 0,0 1 9 0 0,0-1 1 0 0,0 1 0 0 0,1-1-1 0 0,-1 0 1 0 0,1 1-1 0 0,-1-1 1 0 0,1 0 0 0 0,0 0-1 0 0,0 0 1 0 0,0 0-1 0 0,4 2 1 0 0,-3-2 504 0 0,2-3-237 0 0,16-1 33 0 0,-15 2 431 0 0,-6-1-727 0 0,0 1-1 0 0,0 0 0 0 0,0-1 0 0 0,0 1 1 0 0,0 0-1 0 0,0-1 0 0 0,0 1 1 0 0,0 0-1 0 0,1-1 0 0 0,-1 1 1 0 0,0 0-1 0 0,0-1 0 0 0,0 1 1 0 0,1 0-1 0 0,-1-1 0 0 0,0 1 1 0 0,0 0-1 0 0,1 0 0 0 0,-1-1 1 0 0,0 1-1 0 0,0 0 0 0 0,1 0 0 0 0,-1 0 1 0 0,0 0-1 0 0,1-1 0 0 0,-1 1 1 0 0,0 0-1 0 0,1 0 0 0 0,0 0 31 0 0,0-1 0 0 0,0 1 0 0 0,0-1 0 0 0,0 1 0 0 0,-1-1 0 0 0,1 0 0 0 0,0 1 0 0 0,0-1 0 0 0,-1 0 0 0 0,1 0 0 0 0,0 1 0 0 0,-1-1 0 0 0,1 0 0 0 0,0 0 0 0 0,0-2 0 0 0,13-37 866 0 0,-12 35-760 0 0,-3 0-115 0 0,1 0-44 0 0,-1 0-1 0 0,0 0 1 0 0,0 0 0 0 0,-1 0-1 0 0,1 0 1 0 0,-4-7-1 0 0,3 8-145 0 0,-21-5-1891 0 0,18 9 1379 0 0,-1 1 290 0 0,-4 1 29 0 0,-1-2-5081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 2052 0 0,'0'0'1525'0'0,"5"0"-965"0"0,15-2-55 0 0,-15 2 711 0 0,-1 2-857 0 0,14 7-46 0 0,-14-7-34 0 0,1 6 96 0 0,6 4 164 0 0,-3 4-280 0 0,-6-12-118 0 0,0-1-47 0 0,4 11-26 0 0,-5-10 82 0 0,0 1-80 0 0,1 16 33 0 0,-1-16 330 0 0,-2 0-291 0 0,-1 16-71 0 0,1-16 617 0 0,-1-1-381 0 0,-5 10 22 0 0,6-11 1206 0 0,-2-5-1448 0 0,2 0-77 0 0,0 1-1 0 0,0-1 1 0 0,0 0-1 0 0,0 1 0 0 0,0-1 1 0 0,1 0-1 0 0,-1 0 1 0 0,0 1-1 0 0,1-1 0 0 0,-1 0 1 0 0,1 0-1 0 0,0 0 1 0 0,0 0-1 0 0,0 0 0 0 0,0 1 1 0 0,0-1-1 0 0,0 0 1 0 0,0 0-1 0 0,0 0 0 0 0,2-3 1 0 0,-1-1 14 0 0,2 1 24 0 0,39-58 31 0 0,-38 59-58 0 0,-4 3-22 0 0,1 1 0 0 0,-1-1 0 0 0,1 0 0 0 0,-1 1-1 0 0,1-1 1 0 0,0 0 0 0 0,-1 1 0 0 0,1-1 0 0 0,0 1 0 0 0,-1-1 0 0 0,1 1 0 0 0,0-1 0 0 0,0 1 0 0 0,0 0 0 0 0,-1-1 0 0 0,1 1 0 0 0,0 0 0 0 0,0-1 0 0 0,0 1-1 0 0,0 0 1 0 0,-1 0 0 0 0,1 0 0 0 0,0 0 0 0 0,0 0 0 0 0,0 0 0 0 0,0 0 0 0 0,0 0 0 0 0,1 1 0 0 0,17-1 2 0 0,-14 1 15 0 0,-4 0-15 0 0,0-1 0 0 0,1 1 0 0 0,-1-1-1 0 0,0 1 1 0 0,0 0 0 0 0,0 0 0 0 0,0 0 0 0 0,0 0 0 0 0,0 0 0 0 0,0 0 0 0 0,0 0 0 0 0,-1 0 0 0 0,1 0-1 0 0,0 0 1 0 0,-1 0 0 0 0,2 2 0 0 0,7 14-12 0 0,-7-13 3 0 0,-1 0 10 0 0,5 13-7 0 0,-4-12-6 0 0,-2 0-27 0 0,3 16 26 0 0,-3-16 8 0 0,-1-1-48 0 0,-3 9 452 0 0,4-29-61 0 0,0 14-393 0 0,1-4 102 0 0,1 0 0 0 0,0 0 0 0 0,0 0 0 0 0,0 0 0 0 0,1 0 0 0 0,0 0 0 0 0,0 1 0 0 0,1 0 1 0 0,-1-1-1 0 0,1 1 0 0 0,8-8 0 0 0,0 0 21 0 0,-9 10-16 0 0,1 0-1 0 0,12-9-19 0 0,-12 9-3 0 0,1 2-2 0 0,-2 0-26 0 0,0 0 0 0 0,1 0 0 0 0,-1 1 0 0 0,0 0 0 0 0,1 0 1 0 0,-1 0-1 0 0,1 0 0 0 0,-1 0 0 0 0,0 1 0 0 0,1-1 0 0 0,-1 1 0 0 0,0 0 1 0 0,1 0-1 0 0,-1 0 0 0 0,0 1 0 0 0,0-1 0 0 0,0 1 0 0 0,0 0 0 0 0,0 0 1 0 0,0 0-1 0 0,2 2 0 0 0,33 55-55 0 0,-37-56 21 0 0,0 4 9 0 0,2 48-1346 0 0,-2-17-4765 0 0,2-35 3784 0 0,8 12-1655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6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39 515 2404 0 0,'0'0'2922'0'0,"-2"2"-2138"0"0,-7 7 302 0 0,12-14 1084 0 0,17-32-366 0 0,-9-5-1499 0 0,-1 0 1 0 0,-3 0 0 0 0,-1-1-1 0 0,-2 1 1 0 0,-2-1 0 0 0,-2 0-1 0 0,-1 0 1 0 0,-9-46 0 0 0,8 69-178 0 0,1 15-31 0 0,0 0-24 0 0,-1 1-54 0 0,-3-16 137 0 0,0 21-32 0 0,-12 6-78 0 0,16-7-46 0 0,1 0 0 0 0,0 0 0 0 0,-1 0 0 0 0,1 1 0 0 0,0-1 0 0 0,-1 0 0 0 0,1 0 0 0 0,0 0 0 0 0,-1 1 0 0 0,1-1-1 0 0,0 0 1 0 0,-1 0 0 0 0,1 1 0 0 0,0-1 0 0 0,0 0 0 0 0,0 1 0 0 0,-1-1 0 0 0,1 0 0 0 0,0 1 0 0 0,0-1 0 0 0,0 0 0 0 0,-1 1 0 0 0,1-1 0 0 0,0 0 0 0 0,0 1 0 0 0,0-1 0 0 0,0 1 0 0 0,0 0 0 0 0,-10 33 24 0 0,1 2 0 0 0,2-1 0 0 0,1 1 0 0 0,0 43 0 0 0,5-52-157 0 0,1 0 0 0 0,1-1-1 0 0,2 1 1 0 0,0-1 0 0 0,2 1 0 0 0,12 38 0 0 0,-13-57-171 0 0,0 0 0 0 0,0 0 0 0 0,0 0 0 0 0,1-1 1 0 0,9 13-1 0 0,-13-19 253 0 0,0 0 0 0 0,-1 0 0 0 0,1 0 0 0 0,0 1 0 0 0,0-1 0 0 0,0 0 0 0 0,1 0 0 0 0,-1-1 0 0 0,0 1 0 0 0,0 0 0 0 0,0 0 0 0 0,1 0 0 0 0,-1-1 0 0 0,2 2 0 0 0,1-1-87 0 0,0 2-251 0 0,2-2 37 0 0,-1 0 278 0 0,0 0 0 0 0,1-1 0 0 0,-1 1-1 0 0,0-1 1 0 0,0 0 0 0 0,1 0-1 0 0,-1-1 1 0 0,0 0 0 0 0,0 0 0 0 0,0 0-1 0 0,0 0 1 0 0,0-1 0 0 0,0 0 0 0 0,0 0-1 0 0,8-5 1 0 0,4-8 154 0 0,0-1 1 0 0,29-34-1 0 0,-44 47 95 0 0,10-15 155 0 0,-10 14 587 0 0,-6 32-866 0 0,3-23 62 0 0,2 0-89 0 0,2 30-25 0 0,-1-26-2 0 0,4 3-9 0 0,-4-8 10 0 0,0 1 1 0 0,0-1-1 0 0,1 0 0 0 0,-1 0 1 0 0,1 0-1 0 0,0-1 0 0 0,0 1 1 0 0,0-1-1 0 0,1 1 1 0 0,-1-1-1 0 0,1 0 0 0 0,0-1 1 0 0,0 1-1 0 0,0 0 0 0 0,0-1 1 0 0,0 0-1 0 0,0 0 0 0 0,5 1 1 0 0,-4-2-9 0 0,0-2 6 0 0,2-1 15 0 0,-1 0 1 0 0,1-1-1 0 0,-1 1 0 0 0,1-1 1 0 0,-1-1-1 0 0,0 1 1 0 0,0-1-1 0 0,-1 0 1 0 0,1-1-1 0 0,9-9 1 0 0,6-14 415 0 0,21-37 0 0 0,-41 61-185 0 0,7-15 150 0 0,-19 59-354 0 0,2 1 0 0 0,1-1-1 0 0,2 1 1 0 0,0 52 0 0 0,2-29-88 0 0,-1-10-153 0 0,-14 136-337 0 0,13-154 493 0 0,-1 0-1 0 0,-2 0 1 0 0,-15 38 0 0 0,21-68 67 0 0,2 0 40 0 0,-1 0-1 0 0,-1 0 1 0 0,1 0 0 0 0,-1 0 0 0 0,0 0-1 0 0,0-1 1 0 0,-1 0 0 0 0,0 1-1 0 0,0-1 1 0 0,0-1 0 0 0,0 1 0 0 0,-1 0-1 0 0,0-1 1 0 0,0 0 0 0 0,-5 3-1 0 0,8-5-28 0 0,-1 0 13 0 0,0 0 1 0 0,-1 0-1 0 0,1 0 0 0 0,0-1 1 0 0,0 1-1 0 0,-1-1 0 0 0,1 0 1 0 0,-1 0-1 0 0,1 0 0 0 0,-1 0 1 0 0,1 0-1 0 0,-1-1 1 0 0,0 0-1 0 0,1 1 0 0 0,-1-2 1 0 0,0 1-1 0 0,-7-1 0 0 0,2-3 14 0 0,0 1 0 0 0,0-1 0 0 0,0-1-1 0 0,1 0 1 0 0,-1 0 0 0 0,1-1 0 0 0,0 1 0 0 0,1-2 0 0 0,-13-12-1 0 0,16 15-39 0 0,0-2-1 0 0,0 1 1 0 0,0 0-1 0 0,1-1 1 0 0,0 0-1 0 0,0 0 1 0 0,0 0-1 0 0,1 0 1 0 0,0 0-1 0 0,0 0 1 0 0,0-1-1 0 0,1 1 1 0 0,0-1-1 0 0,0 1 1 0 0,1-1-1 0 0,0 1 1 0 0,1-8-1 0 0,1 0-120 0 0,0 0 0 0 0,2 0 0 0 0,0 1 0 0 0,0-1 0 0 0,2 1 0 0 0,-1-1 0 0 0,2 2 0 0 0,-1-1 0 0 0,2 1 0 0 0,0 0 0 0 0,16-19 0 0 0,10-7-1337 0 0,73-62-1 0 0,-106 99 1417 0 0,127-95-4381 0 0,-104 78 3004 0 0,27-18-3016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6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1183 0 1336 0 0,'0'0'3982'0'0,"-3"4"-3540"0"0,-202 211 2485 0 0,88-98-2384 0 0,76-80-402 0 0,35-30-138 0 0,-119 123 263 0 0,99-99-141 0 0,1 1 0 0 0,-36 61 1 0 0,-64 114 613 0 0,-70 130 964 0 0,162-267-1226 0 0,6-6-281 0 0,8-10-10 0 0,-2 14 13 0 0,-4 15-50 0 0,-41 170 469 0 0,46-170-314 0 0,-15 135-353 0 0,31-192 76 0 0,2 0-1 0 0,0 37 1 0 0,4-25 30 0 0,-2 15 5 0 0,4 70 15 0 0,30 182-1 0 0,48 118 105 0 0,-70-373-170 0 0,24 66 0 0 0,-26-86 10 0 0,2 0 0 0 0,1-1 1 0 0,28 47-1 0 0,-35-67 11 0 0,-1 1-12 0 0,3 4-33 0 0,-1-2 1 0 0,2 1-1 0 0,10 12 0 0 0,14 19-57 0 0,-9-16 83 0 0,1-1 0 0 0,46 39 0 0 0,80 47-25 0 0,-113-85-27 0 0,6 0 118 0 0,13 5-136 0 0,-11-8 92 0 0,58 32 106 0 0,91 43 431 0 0,-78-56-21 0 0,-24-10-79 0 0,-89-33-409 0 0,2 1-30 0 0,0 0 0 0 0,0 0 0 0 0,0 0 0 0 0,0 1 0 0 0,8 4 0 0 0,-5-2-14 0 0,-5-3 13 0 0,0 0 23 0 0,11 8 2 0 0,-11-7-1 0 0,0-1 32 0 0,11 9 138 0 0,-11-8-107 0 0,-4-2-115 0 0,0-1 1 0 0,0 1-1 0 0,0-1 1 0 0,1 1-1 0 0,-1 0 0 0 0,0-1 1 0 0,0 1-1 0 0,1-1 1 0 0,-1 1-1 0 0,0-1 1 0 0,1 1-1 0 0,-1-1 0 0 0,1 1 1 0 0,-1-1-1 0 0,0 0 1 0 0,1 1-1 0 0,-1-1 0 0 0,1 0 1 0 0,-1 1-1 0 0,1-1 1 0 0,0 0-1 0 0,-1 1 1 0 0,1-1-1 0 0,-1 0 0 0 0,2 0 1 0 0,-2 1-1 0 0,1-1 0 0 0,-1 0 0 0 0,1 0 0 0 0,-1 0 0 0 0,1 1 0 0 0,-1-1 0 0 0,1 0 0 0 0,-1 0 1 0 0,1 1-1 0 0,-1-1 0 0 0,1 0 0 0 0,-1 1 0 0 0,0-1 0 0 0,1 1 0 0 0,-1-1 0 0 0,0 1 0 0 0,1-1 0 0 0,-1 1 0 0 0,0-1 1 0 0,1 1-1 0 0,-1-1 0 0 0,0 1 0 0 0,0-1 0 0 0,0 1 0 0 0,0-1 0 0 0,1 1 0 0 0,-1 0 0 0 0,0 1 3 0 0,1-1 1 0 0,0 1-1 0 0,0 0 0 0 0,0-1 0 0 0,0 1 0 0 0,0-1 1 0 0,0 1-1 0 0,0-1 0 0 0,1 0 0 0 0,-1 1 0 0 0,3 1 0 0 0,-3-3 0 0 0,50 69 540 0 0,-12 0-479 0 0,-37-65-48 0 0,2 6 166 0 0,0-3-1137 0 0,-4 3-3815 0 0,-2-6 4145 0 0,0 4 64 0 0,1 0-5421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6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2904 0 0,'0'0'6106'0'0,"2"3"-5584"0"0,4 2-349 0 0,-1 0 0 0 0,1-1 0 0 0,0 1 0 0 0,0-1 1 0 0,1 0-1 0 0,-1 0 0 0 0,1-1 0 0 0,0 0 1 0 0,0 0-1 0 0,0-1 0 0 0,9 2 0 0 0,-6-1-103 0 0,3 2-450 0 0,-1-2 0 0 0,1 1 0 0 0,0-2 1 0 0,22 2-1 0 0,14-8-3745 0 0,-43 3 2040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6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136 0 2664 0 0,'0'0'8570'0'0,"-3"2"-8042"0"0,2 0-418 0 0,-1-1-1 0 0,1 1 1 0 0,0-1 0 0 0,0 1-1 0 0,-1-1 1 0 0,1 1-1 0 0,1-1 1 0 0,-1 1-1 0 0,0 0 1 0 0,0 0-1 0 0,0-1 1 0 0,1 1-1 0 0,-1 0 1 0 0,1 0 0 0 0,0 0-1 0 0,-1 0 1 0 0,1 0-1 0 0,0-1 1 0 0,0 4-1 0 0,0 0 236 0 0,0-4-322 0 0,-1 0 0 0 0,1 0 0 0 0,0 0-1 0 0,-1 0 1 0 0,1 0 0 0 0,0 0 0 0 0,0 0 0 0 0,-1 0 0 0 0,1 0 0 0 0,0 0-1 0 0,0 0 1 0 0,0-1 0 0 0,0 1 0 0 0,0 0 0 0 0,0 0 0 0 0,1 2-1 0 0,-1 18 379 0 0,-3 5-273 0 0,-1 9 340 0 0,-12 50 0 0 0,12-72-1019 0 0,0-1 0 0 0,-1 1 0 0 0,0-1-1 0 0,-1 0 1 0 0,0 0 0 0 0,-1-1 0 0 0,-14 19 0 0 0,-14 4-6405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6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17 1904 0 0,'0'0'7732'0'0,"7"0"-7648"0"0,19 1-528 0 0,41-3 1 0 0,36-9-3885 0 0,-93 10 3727 0 0,25-3-3263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6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2835 1 1108 0 0,'0'0'1230'0'0,"0"5"-779"0"0,-4 16-66 0 0,3-16-45 0 0,2 1 0 0 0,15 196 2135 0 0,-10-138-2212 0 0,-3 1 1 0 0,-4-1-1 0 0,-2 1 1 0 0,-2-1-1 0 0,-4 0 1 0 0,-29 111-1 0 0,3-72-103 0 0,-4-1 0 0 0,-5-2 0 0 0,-4-2 1 0 0,-4-2-1 0 0,-100 137 0 0 0,35-80 185 0 0,-6-6 1 0 0,-183 170-1 0 0,-180 116-49 0 0,-49 48 311 0 0,378-326-457 0 0,-266 341 1 0 0,392-449-138 0 0,2 1-1 0 0,2 2 1 0 0,-23 58 0 0 0,-44 159 101 0 0,80-210-126 0 0,10-39 5 0 0,-2 7 3 0 0,2-1 0 0 0,0 1 1 0 0,1 26-1 0 0,-2 45-96 0 0,4-91 122 0 0,1 3-7 0 0,0 64-59 0 0,-1 54 113 0 0,-7 57 221 0 0,7 69 480 0 0,4-222-585 0 0,-3-25-104 0 0,1 1-2 0 0,3 20 48 0 0,-3-20 111 0 0,4 18-93 0 0,-5-18-120 0 0,2 0 54 0 0,-1-1-8 0 0,17 48 238 0 0,-16-47-213 0 0,0-1 69 0 0,7 14-97 0 0,-6-14-34 0 0,-1-1 14 0 0,34 56 606 0 0,-34-57-406 0 0,0 1-120 0 0,35 48 1185 0 0,-34-49-1051 0 0,8 9 242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6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2748 0 0,'0'0'5279'0'0,"2"3"-4828"0"0,3 3-176 0 0,1-1 0 0 0,-1 0-1 0 0,1-1 1 0 0,0 1 0 0 0,0-1 0 0 0,0 0-1 0 0,0-1 1 0 0,13 6 0 0 0,3 1-95 0 0,11 6 9 0 0,1-2-1 0 0,50 15 0 0 0,-10-8-3273 0 0,-69-20 2172 0 0,1-2-3303 0 0,21-2 774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6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208 0 2224 0 0,'0'0'4880'0'0,"-4"2"-4356"0"0,0 0-362 0 0,1 0-1 0 0,-1 1 1 0 0,0-1 0 0 0,1 1 0 0 0,-1 0-1 0 0,1 1 1 0 0,0-1 0 0 0,0 0-1 0 0,0 1 1 0 0,0 0 0 0 0,-3 6 0 0 0,-31 59 462 0 0,20-36-565 0 0,-22 32-53 0 0,-14 30-2330 0 0,51-91 973 0 0,0 0-1065 0 0,-8 15-1711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7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1818 0 1888 0 0,'-15'7'644'0'0,"1"0"0"0"0,0 1 1 0 0,1 1-1 0 0,0 0 0 0 0,0 1 0 0 0,1 0 0 0 0,-15 17 0 0 0,8-6-312 0 0,1 1 0 0 0,1 1-1 0 0,1 0 1 0 0,1 1 0 0 0,1 1 0 0 0,-19 46-1 0 0,13-14-57 0 0,1 1 0 0 0,-11 66-1 0 0,-170 1023 3311 0 0,105-75-2697 0 0,53-631-1123 0 0,19-298 199 0 0,-43 145 0 0 0,-206 483 182 0 0,0-195-197 0 0,221-475 79 0 0,-53 99-29 0 0,-51 105-70 0 0,118-214 141 0 0,5-3-52 0 0,-18 67-82 0 0,-10 117 1159 0 0,56-251-1066 0 0,-4 7 81 0 0,6-23-62 0 0,3-3-41 0 0,-1 0 0 0 0,0 0 0 0 0,0 0-1 0 0,1-1 1 0 0,-1 1 0 0 0,-1 0 0 0 0,1 0 0 0 0,0 0 0 0 0,0 0-1 0 0,-1 0 1 0 0,1-1 0 0 0,-2 5 0 0 0,1-4 6 0 0,1 4 2 0 0,-1 0-83 0 0,-1 15 65 0 0,1-15 40 0 0,1-2-7 0 0,-3 83 451 0 0,3-82-347 0 0,0 0-54 0 0,2 50 352 0 0,-2-49-213 0 0,0-4-170 0 0,1 1-1 0 0,-1-1 1 0 0,1 0 0 0 0,-1 1-1 0 0,0-1 1 0 0,0 1 0 0 0,0-1 0 0 0,0 1-1 0 0,0-1 1 0 0,0 1 0 0 0,-1-1-1 0 0,0 3 1 0 0,0-3-25 0 0,1 0 0 0 0,0 0 0 0 0,-1 0 0 0 0,1 0 0 0 0,0 0 0 0 0,0 0 0 0 0,0 0 0 0 0,0 0 0 0 0,0 0-1 0 0,1 0 1 0 0,0 2 0 0 0,-1-2-18 0 0,0-1 0 0 0,1 1 0 0 0,-1-1 0 0 0,0 0 0 0 0,0 1 0 0 0,1-1 0 0 0,-1 1 0 0 0,0-1 0 0 0,-1 1 0 0 0,1-1 0 0 0,0 1 0 0 0,-1 2 0 0 0,1-1 0 0 0,0 2 215 0 0,-15-18-7202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4080 0 0,'0'0'7245'0'0,"2"5"-6860"0"0,5 13-48 0 0,-5-13-52 0 0,0-1-42 0 0,31 48-329 0 0,55 64 0 0 0,-86-113-394 0 0,16 9-697 0 0,-15-9 425 0 0,1-1-1330 0 0,0-1 1638 0 0,13 6-2892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7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189 14 3512 0 0,'-2'-3'1292'0'0,"2"2"-1188"0"0,0 0 1 0 0,-1 1-1 0 0,1-1 1 0 0,-1 0-1 0 0,1 1 1 0 0,-1-1-1 0 0,1 1 1 0 0,-1-1-1 0 0,1 1 1 0 0,-1-1 0 0 0,0 1-1 0 0,1-1 1 0 0,-1 1-1 0 0,0 0 1 0 0,1-1-1 0 0,-1 1 1 0 0,0 0-1 0 0,0-1 1 0 0,1 1-1 0 0,-1 0 1 0 0,0 0-1 0 0,0 0 1 0 0,1 0-1 0 0,-1 0 1 0 0,0 0-1 0 0,0 0 1 0 0,1 0-1 0 0,-1 0 1 0 0,0 0-1 0 0,0 0 1 0 0,1 0-1 0 0,-1 1 1 0 0,0-1-1 0 0,0 0 1 0 0,1 0 0 0 0,-1 1-1 0 0,0-1 1 0 0,1 1-1 0 0,-1-1 1 0 0,0 0-1 0 0,1 1 1 0 0,-2 1-1 0 0,-2 0 367 0 0,0 2-76 0 0,-23 26-516 0 0,1 1-1 0 0,1 1 1 0 0,-35 63-1 0 0,58-91-985 0 0,-5 12-2082 0 0,5-13 2292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7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206 58 3388 0 0,'-2'-4'1344'0'0,"-5"-12"-185"0"0,5 11-225 0 0,1 4-802 0 0,-1 0 0 0 0,0 0-1 0 0,1 0 1 0 0,0 0 0 0 0,-1-1 0 0 0,1 1-1 0 0,0 0 1 0 0,-1-1 0 0 0,1 1-1 0 0,-1-3 1 0 0,-1 1 477 0 0,-1 1-68 0 0,-12-7-47 0 0,12 7 350 0 0,-2 2-464 0 0,-18 1-25 0 0,23-1-327 0 0,0 0 0 0 0,0 0 0 0 0,0 0 0 0 0,0 1 0 0 0,0-1 0 0 0,0 0-1 0 0,0 0 1 0 0,0 1 0 0 0,0-1 0 0 0,0 1 0 0 0,0-1 0 0 0,0 1 0 0 0,0-1 0 0 0,0 1 0 0 0,0-1 0 0 0,1 1 0 0 0,-1 0-1 0 0,0 0 1 0 0,0-1 0 0 0,1 1 0 0 0,-1 0 0 0 0,-1 1 0 0 0,1 0 70 0 0,-4 3 19 0 0,0 0 0 0 0,0 0-1 0 0,1 0 1 0 0,0 1 0 0 0,0-1-1 0 0,0 1 1 0 0,1 0 0 0 0,0 0-1 0 0,-5 13 1 0 0,-15 57 441 0 0,22-71-529 0 0,-9 49 94 0 0,1 0 0 0 0,4 0 0 0 0,1 0 0 0 0,3 1 0 0 0,10 95 0 0 0,-7-131-124 0 0,2 1 0 0 0,0-1-1 0 0,1 1 1 0 0,0-1-1 0 0,2-1 1 0 0,16 34 0 0 0,-17-42-218 0 0,0 0 1 0 0,0 0 0 0 0,1-1 0 0 0,1 0-1 0 0,0 0 1 0 0,0-1 0 0 0,0 0 0 0 0,1 0-1 0 0,0-1 1 0 0,1 0 0 0 0,-1-1 0 0 0,22 11-1 0 0,-25-14-503 0 0,0-1 0 0 0,0 1 0 0 0,0-1-1 0 0,1-1 1 0 0,-1 1 0 0 0,1-1 0 0 0,-1 0-1 0 0,1 0 1 0 0,12-1 0 0 0,11-1-3898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56 79 3004 0 0,'0'0'1933'0'0,"0"-5"-1205"0"0,0 2-583 0 0,0 0 0 0 0,1 0-1 0 0,-1 0 1 0 0,1 0 0 0 0,-1 0-1 0 0,1 0 1 0 0,0 0 0 0 0,0 0-1 0 0,0 1 1 0 0,1-1 0 0 0,-1 0-1 0 0,1 1 1 0 0,0-1 0 0 0,-1 1-1 0 0,1-1 1 0 0,0 1 0 0 0,0 0-1 0 0,5-4 1 0 0,-4 4 29 0 0,-3 1-165 0 0,1 1-1 0 0,-1-1 1 0 0,0 1-1 0 0,1-1 1 0 0,-1 1 0 0 0,0 0-1 0 0,1-1 1 0 0,-1 1-1 0 0,1 0 1 0 0,-1 0 0 0 0,1-1-1 0 0,-1 1 1 0 0,1 0-1 0 0,-1 0 1 0 0,1-1 0 0 0,-1 1-1 0 0,1 0 1 0 0,-1 0-1 0 0,1 0 1 0 0,-1 0 0 0 0,1 0-1 0 0,0 0 1 0 0,0 0 3 0 0,-1 0 0 0 0,1 0 0 0 0,-1 0-1 0 0,1 0 1 0 0,0 0 0 0 0,-1 0 0 0 0,1-1 0 0 0,-1 1 0 0 0,1 0 0 0 0,-1 0 0 0 0,1 0 0 0 0,-1-1 0 0 0,1 1 0 0 0,-1 0 0 0 0,0 0 0 0 0,1-1 0 0 0,-1 1 0 0 0,1-1-1 0 0,-1 1 1 0 0,0 0 0 0 0,1-1 0 0 0,0 0 0 0 0,4 0 64 0 0,17-2-12 0 0,-16 2 28 0 0,-1 1-54 0 0,16 0-27 0 0,-16 0 56 0 0,14 8 19 0 0,-15-6 144 0 0,-5 4-152 0 0,-2 15 5 0 0,2-15-13 0 0,-3-2 3 0 0,-40 59 241 0 0,41-60-270 0 0,3-1-36 0 0,-1-1 0 0 0,0 1 1 0 0,1-1-1 0 0,-1 1 0 0 0,0-1 1 0 0,0 1-1 0 0,0-1 0 0 0,0 0 0 0 0,0 1 1 0 0,0-1-1 0 0,0 0 0 0 0,-2 2 1 0 0,2-2 3 0 0,-2 3 18 0 0,-10 15 69 0 0,13-14-79 0 0,-3 12 4 0 0,3-13 8 0 0,17 5-39 0 0,-13-8 15 0 0,18 6-22 0 0,-18-6 20 0 0,1 1 2 0 0,2-1-7 0 0,34 13 0 0 0,-33-10-3 0 0,6 4-6 0 0,-13-7 12 0 0,0-1-1 0 0,0 1 1 0 0,0 0 0 0 0,0-1-1 0 0,0 1 1 0 0,0 0-1 0 0,0 0 1 0 0,-1-1-1 0 0,1 1 1 0 0,0 0 0 0 0,0 0-1 0 0,-1 0 1 0 0,1 0-1 0 0,-1 0 1 0 0,2 1-1 0 0,-1 2 10 0 0,2-1 31 0 0,-2 1-20 0 0,5 15 8 0 0,-5-15 82 0 0,-1 2-44 0 0,-3 14 4 0 0,3-15 8 0 0,-3 0-7 0 0,-6 12-9 0 0,7-12-22 0 0,-2-1 0 0 0,0 2-31 0 0,-8 10 36 0 0,-35 11 123 0 0,30-21-288 0 0,0-1 0 0 0,-31 5 1 0 0,43-9-80 0 0,-1-1-67 0 0,-49-7-1760 0 0,50 6 1059 0 0,5 0 902 0 0,0 1 0 0 0,0-1-1 0 0,-1 1 1 0 0,1-1 0 0 0,0 1 0 0 0,0-1 0 0 0,0 1-1 0 0,-1-1 1 0 0,1 1 0 0 0,0-1 0 0 0,-1 1 0 0 0,1 0-1 0 0,0-1 1 0 0,-1 1 0 0 0,1-1 0 0 0,0 1-1 0 0,-1 0 1 0 0,1-1 0 0 0,-1 1 0 0 0,1 0 0 0 0,-1 0-1 0 0,1-1 1 0 0,-1 1 0 0 0,1 0 0 0 0,-1 0 0 0 0,0-1-1 0 0,1 1-39 0 0,-1 0-1 0 0,1 0 1 0 0,0 0-1 0 0,-1 0 1 0 0,1-1-1 0 0,-1 1 1 0 0,1 0-1 0 0,0 0 1 0 0,-1-1-1 0 0,1 1 1 0 0,0 0-1 0 0,-1-1 1 0 0,1 1-1 0 0,0 0 1 0 0,-1-1-1 0 0,1 1 1 0 0,0 0-1 0 0,0-1 1 0 0,-1 1-1 0 0,1-1 1 0 0,0 1-1 0 0,0 0 1 0 0,0-1-1 0 0,0 1 1 0 0,0-1-1 0 0,-1 0 1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7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33 6 2920 0 0,'0'0'1307'0'0,"4"-2"-206"0"0,-4 1-956 0 0,1 1 0 0 0,-1 0-1 0 0,1-1 1 0 0,-1 1 0 0 0,1 0-1 0 0,-1-1 1 0 0,1 1-1 0 0,-1 0 1 0 0,1 0 0 0 0,-1 0-1 0 0,1-1 1 0 0,0 1 0 0 0,-1 0-1 0 0,1 0 1 0 0,-1 0-1 0 0,1 0 1 0 0,0 0 0 0 0,-1 0-1 0 0,1 0 1 0 0,-1 0 0 0 0,1 0-1 0 0,0 0 1 0 0,-1 1-1 0 0,1-1 1 0 0,0 0 0 0 0,-1 2-74 0 0,1-1-1 0 0,-1 0 1 0 0,0 1 0 0 0,0-1 0 0 0,0 0 0 0 0,0 1 0 0 0,0-1 0 0 0,0 0-1 0 0,0 1 1 0 0,-1-1 0 0 0,1 0 0 0 0,0 1 0 0 0,-1-1 0 0 0,1 0 0 0 0,-1 0-1 0 0,1 1 1 0 0,-1-1 0 0 0,0 1 0 0 0,-10 24 41 0 0,1 1 1 0 0,2-1-1 0 0,1 1 0 0 0,-4 31 0 0 0,10-52-98 0 0,1 0-13 0 0,11 46 37 0 0,-10-48-34 0 0,2 0-13 0 0,8 9 11 0 0,-10-12-5 0 0,1 1 1 0 0,-1-1-1 0 0,1 0 1 0 0,0 0-1 0 0,0 0 1 0 0,0 0-1 0 0,-1 0 0 0 0,1 0 1 0 0,0 0-1 0 0,0 0 1 0 0,0-1-1 0 0,1 1 1 0 0,-1-1-1 0 0,0 0 1 0 0,0 0-1 0 0,0 1 1 0 0,0-1-1 0 0,0 0 1 0 0,0-1-1 0 0,0 1 1 0 0,5-1-1 0 0,2 0 36 0 0,-3 0 20 0 0,-1 0 0 0 0,1-1 0 0 0,-1 0 0 0 0,1 0-1 0 0,-1 0 1 0 0,0-1 0 0 0,0 0 0 0 0,0 0 0 0 0,0 0 0 0 0,0 0 0 0 0,-1-1 0 0 0,0 0-1 0 0,1 0 1 0 0,-1 0 0 0 0,-1 0 0 0 0,1-1 0 0 0,-1 0 0 0 0,6-8 0 0 0,-2-4 169 0 0,0 1 0 0 0,5-22 0 0 0,-11 33-147 0 0,-2-1-21 0 0,0-17-12 0 0,1 18-8 0 0,-3 1-8 0 0,2 2-31 0 0,-1-1-1 0 0,1 1 1 0 0,-1 0 0 0 0,1 0 0 0 0,-1 1 0 0 0,0-1 0 0 0,1 0 0 0 0,-1 0 0 0 0,0 1 0 0 0,0-1 0 0 0,0 1 0 0 0,-1 0 0 0 0,1 0 0 0 0,0 0 0 0 0,0 0 0 0 0,-1 0 0 0 0,1 0 0 0 0,-1 0 0 0 0,1 1 0 0 0,-1-1 0 0 0,1 1 0 0 0,-5 0 0 0 0,-1 0-323 0 0,0 2-1 0 0,0-1 0 0 0,0 1 1 0 0,1 0-1 0 0,-1 0 0 0 0,1 1 1 0 0,-1 0-1 0 0,1 1 0 0 0,0-1 1 0 0,-12 10-1 0 0,16-11-1083 0 0,-13 14-2346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7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27 1 3948 0 0,'0'0'4878'0'0,"4"1"-4599"0"0,-3 0-234 0 0,1 0-1 0 0,0 0 0 0 0,-1 0 0 0 0,1-1 0 0 0,-1 1 0 0 0,1-1 0 0 0,0 1 0 0 0,0-1 0 0 0,-1 1 0 0 0,3-1 0 0 0,-4 6 65 0 0,0 16-37 0 0,-1-1 0 0 0,-6 36 1 0 0,-15 7-1322 0 0,2-18-3681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7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0 107 2452 0 0,'0'0'5966'0'0,"1"-4"-5742"0"0,4-14-15 0 0,-4 14 172 0 0,4 3-285 0 0,99-26 585 0 0,-100 26-616 0 0,2-1 2 0 0,47-14 359 0 0,-49 14-229 0 0,0-1-62 0 0,0 1 178 0 0,-1 0 0 0 0,1-1 0 0 0,-1 1 0 0 0,0-1 0 0 0,0 0 0 0 0,0 0 0 0 0,5-7 0 0 0,-10 53-246 0 0,3 1-1 0 0,6 43 1 0 0,-3-40-199 0 0,1 13-336 0 0,2 30-1794 0 0,-6-85 1515 0 0,0-3 574 0 0,-1-1 0 0 0,1 1 0 0 0,-1 0 0 0 0,1 0 0 0 0,-1-1 0 0 0,0 1 1 0 0,0 0-1 0 0,1 0 0 0 0,-1-1 0 0 0,-1 1 0 0 0,1 3 0 0 0,0-4-20 0 0,0 4-1188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7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14 249 2900 0 0,'0'0'1208'0'0,"-3"-2"-229"0"0,2 1-921 0 0,0 1-1 0 0,1-1 1 0 0,-1 1 0 0 0,0-1-1 0 0,1 1 1 0 0,-1-1 0 0 0,0 0-1 0 0,1 1 1 0 0,-1-1 0 0 0,1 0-1 0 0,-1 0 1 0 0,1 1 0 0 0,0-1-1 0 0,-1 0 1 0 0,1 0 0 0 0,0 0-1 0 0,0 0 1 0 0,-1 1 0 0 0,1-1-1 0 0,0 0 1 0 0,0 0 0 0 0,0 0-1 0 0,0 0 1 0 0,0 0 0 0 0,0 0-1 0 0,0 1 1 0 0,0-1 0 0 0,0 0-1 0 0,1 0 1 0 0,-1 0 0 0 0,0 0-1 0 0,1 1 1 0 0,-1-1 0 0 0,0 0-1 0 0,1 0 1 0 0,-1 0 0 0 0,1 1-1 0 0,-1-1 1 0 0,1 0 0 0 0,-1 1-1 0 0,1-1 1 0 0,0 1 0 0 0,-1-1-1 0 0,1 0 1 0 0,0 1-1 0 0,-1-1 1 0 0,1 1 0 0 0,0 0-1 0 0,0-1 1 0 0,0 1 0 0 0,-1 0-1 0 0,1-1 1 0 0,2 1 0 0 0,153-58 495 0 0,-96 39-540 0 0,59-28-1 0 0,-46 3-211 0 0,-70 42 264 0 0,1-1 59 0 0,23-30 357 0 0,-25 30 375 0 0,-4 3-849 0 0,1 0 0 0 0,-1 1 0 0 0,0-1 0 0 0,0 1 0 0 0,1 0 0 0 0,-1-1 0 0 0,0 1 0 0 0,1 0 1 0 0,-1 0-1 0 0,1 0 0 0 0,-1 0 0 0 0,1 1 0 0 0,0-1 0 0 0,-1 0 0 0 0,1 1 0 0 0,0-1 0 0 0,0 0 1 0 0,0 1-1 0 0,0-1 0 0 0,-1 3 0 0 0,-19 38 150 0 0,21-41-156 0 0,-23 72 244 0 0,21-67-212 0 0,2-1-8 0 0,-1 15-7 0 0,1-15 2 0 0,1-1 5 0 0,3 13-12 0 0,-2-12-13 0 0,1-2 6 0 0,8 12 2 0 0,-8-12 26 0 0,2-2-10 0 0,13 3 10 0 0,-13-2 87 0 0,0-4 8 0 0,16-2 59 0 0,-16 3 24 0 0,0-1 21 0 0,12-7 29 0 0,-12 7-20 0 0,-5 0-211 0 0,1 1 0 0 0,0-1 0 0 0,0 1 0 0 0,0-1 1 0 0,0 1-1 0 0,0 0 0 0 0,0-1 0 0 0,0 1 0 0 0,0 0 0 0 0,1 0 0 0 0,1-2 0 0 0,-3 3-14 0 0,3-3 135 0 0,-1-2-30 0 0,3-12-15 0 0,-3 13-23 0 0,-3-2-18 0 0,-1-2-309 0 0,0 0 0 0 0,-1 0 0 0 0,1 0 0 0 0,-2 1 0 0 0,1-1 0 0 0,-1 1-1 0 0,0 0 1 0 0,-9-12 0 0 0,10 15-86 0 0,-20-21-1614 0 0,2 7-2085 0 0,-2 0-650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7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5 3320 0 0,'5'-1'1265'0'0,"17"-2"-133"0"0,-16 2-188 0 0,1 2-86 0 0,9 2-539 0 0,-1 1-1 0 0,0 1 0 0 0,0 0 0 0 0,-1 1 1 0 0,1 0-1 0 0,-1 1 0 0 0,-1 1 0 0 0,1 0 0 0 0,-1 1 1 0 0,-1 0-1 0 0,1 1 0 0 0,-2 1 0 0 0,1 0 1 0 0,-2 0-1 0 0,11 15 0 0 0,-12-14-270 0 0,0 1 0 0 0,-1 0-1 0 0,-1 0 1 0 0,0 1 0 0 0,-1 0 0 0 0,-1 0-1 0 0,0 1 1 0 0,-1-1 0 0 0,0 1 0 0 0,-1 0-1 0 0,-1 0 1 0 0,0 0 0 0 0,-1 1 0 0 0,-1-1-1 0 0,-2 17 1 0 0,0-6-681 0 0,-2 1 0 0 0,-13 49-1 0 0,-29 49-5034 0 0,19-68-99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8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22 1536 0 0,'0'0'7477'0'0,"3"-2"-7571"0"0,3 0 177 0 0,-1-1-1 0 0,0 1 1 0 0,1 0 0 0 0,-1 0 0 0 0,1 1-1 0 0,-1 0 1 0 0,8-1 0 0 0,7-1-50 0 0,-15 2-1 0 0,22 1-60 0 0,-21 0 132 0 0,-1 0-146 0 0,101 20-88 0 0,-100-19 156 0 0,0 0-16 0 0,17 2-8 0 0,-17-2-3 0 0,-1 0 10 0 0,15 1 13 0 0,67 8 142 0 0,-82-10-164 0 0,0 1 0 0 0,16 1-7 0 0,-16-2-1 0 0,0 1-66 0 0,15 3 48 0 0,-15-4 37 0 0,0 1-3 0 0,17 2-4 0 0,-16-2-18 0 0,0 1 25 0 0,19 3 14 0 0,-19-4-7 0 0,-1 1-21 0 0,52 13 29 0 0,-51-14-33 0 0,-1 1 45 0 0,17 6 58 0 0,-16-6-84 0 0,-1 0-25 0 0,44 16-166 0 0,-44-17 249 0 0,0 1 3 0 0,39 13 75 0 0,-40-14-128 0 0,1 1-7 0 0,38 16 85 0 0,-39-17-80 0 0,1 2 2 0 0,204 86 66 0 0,-205-87-78 0 0,0 1-23 0 0,14 9 14 0 0,-14-9-36 0 0,0 0-87 0 0,48 51 435 0 0,-50-51-279 0 0,-2-2-30 0 0,1-1-1 0 0,-1 0 1 0 0,1 1 0 0 0,-1-1-1 0 0,1 1 1 0 0,-1-1-1 0 0,0 1 1 0 0,1-1-1 0 0,-1 1 1 0 0,0-1 0 0 0,1 1-1 0 0,-1-1 1 0 0,0 1-1 0 0,0 0 1 0 0,1-1-1 0 0,-1 1 1 0 0,0-1 0 0 0,0 1-1 0 0,0 0 1 0 0,0 0-1 0 0,0 0 0 0 0,0-1 0 0 0,0 1 0 0 0,0-1 0 0 0,0 1-1 0 0,0-1 1 0 0,0 1 0 0 0,0-1 0 0 0,0 0 0 0 0,1 1 0 0 0,-1-1-1 0 0,0 1 1 0 0,0-1 0 0 0,0 1 0 0 0,1-1 0 0 0,-1 0 0 0 0,0 1-1 0 0,0-1 1 0 0,1 1 0 0 0,-1-1 0 0 0,0 0 0 0 0,1 1 0 0 0,-1-1-1 0 0,0 0 1 0 0,1 0 0 0 0,0 1 0 0 0,1 3 24 0 0,6 11-34 0 0,-6-11 44 0 0,1 0 17 0 0,23 37 118 0 0,-23-37-126 0 0,-2-2-35 0 0,-1 0 0 0 0,1-1 0 0 0,0 1 0 0 0,1-1-1 0 0,-1 1 1 0 0,0-1 0 0 0,0 1 0 0 0,1-1 0 0 0,-1 1 0 0 0,0-1-1 0 0,3 1 1 0 0,6 9 40 0 0,1-1 1 0 0,0 0-1 0 0,0 0 0 0 0,1-1 0 0 0,1-1 0 0 0,-1 0 0 0 0,1-1 0 0 0,21 9 1 0 0,-15-7 15 0 0,-13-6-62 0 0,16 8 175 0 0,37 13-1 0 0,34 9 249 0 0,-88-31-389 0 0,14 5-206 0 0,-15-6 265 0 0,-4-1-93 0 0,1 0 0 0 0,0 0 0 0 0,-1 0 0 0 0,1 0 0 0 0,-1 0 1 0 0,1 0-1 0 0,-1 0 0 0 0,1 0 0 0 0,0 0 0 0 0,-1 0 0 0 0,1 0 1 0 0,-1 0-1 0 0,1 1 0 0 0,0-1 0 0 0,-1 0 0 0 0,1 0 0 0 0,-1 1 0 0 0,1-1 1 0 0,-1 0-1 0 0,1 1 0 0 0,-1-1 0 0 0,1 0 0 0 0,-1 1 0 0 0,13 5 103 0 0,-2-2-11 0 0,-11-3-147 0 0,1 0 1 0 0,0-1 0 0 0,-1 1 0 0 0,1 0 0 0 0,0-1 0 0 0,0 1 0 0 0,0-1 0 0 0,0 1 0 0 0,0-1 0 0 0,0 1 0 0 0,0-1 0 0 0,0 0-1 0 0,0 1 1 0 0,0-1 0 0 0,0 0 0 0 0,1 0 0 0 0,17 3-374 0 0,-14-2-135 0 0,15-12-4555 0 0,-16 9 3103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8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49 0 2392 0 0,'0'0'1874'0'0,"-4"1"-1168"0"0,-14 4-129 0 0,14-4 280 0 0,1 1-526 0 0,1 0-237 0 0,0-1-1 0 0,1 1 1 0 0,-1 0-1 0 0,0 0 0 0 0,1 0 1 0 0,0 0-1 0 0,-1 0 1 0 0,1 0-1 0 0,0 0 1 0 0,0 1-1 0 0,0-1 1 0 0,0 0-1 0 0,0 3 0 0 0,0 0 132 0 0,6 4-89 0 0,-5-8-124 0 0,0 0-1 0 0,0-1 1 0 0,0 1 0 0 0,0 0-1 0 0,0 0 1 0 0,1-1 0 0 0,-1 1-1 0 0,0 0 1 0 0,0-1 0 0 0,1 1-1 0 0,-1 0 1 0 0,1-1 0 0 0,-1 1-1 0 0,1-1 1 0 0,-1 1 0 0 0,1-1-1 0 0,-1 1 1 0 0,1-1-1 0 0,-1 1 1 0 0,1-1 0 0 0,-1 1-1 0 0,2 0 1 0 0,13 11 65 0 0,-11-9 8 0 0,1-1-1 0 0,12 7-4 0 0,-13-7-6 0 0,1 0-8 0 0,15 5 13 0 0,-15-5 9 0 0,-1 0-14 0 0,12 3-28 0 0,-11-3 69 0 0,-2-1-56 0 0,-2 0 19 0 0,1-1-18 0 0,-1 0 1 0 0,0 1-1 0 0,1-1 1 0 0,-1 1-1 0 0,0-1 1 0 0,1 1-1 0 0,-1 0 1 0 0,0-1-1 0 0,0 1 1 0 0,1 0 0 0 0,-1 0-1 0 0,1 1 1 0 0,-1-1-42 0 0,-1 1-1 0 0,0-1 1 0 0,0 1 0 0 0,0-1 0 0 0,1 0 0 0 0,-1 1 0 0 0,-1-1 0 0 0,1 1 0 0 0,0-1 0 0 0,0 0-1 0 0,0 1 1 0 0,-2 2 0 0 0,2-2 22 0 0,0 3 115 0 0,-4-1 16 0 0,-23 30 79 0 0,4-7-340 0 0,-30 45 0 0 0,51-68-172 0 0,-1 5-294 0 0,-1 1-7 0 0,6-1-4585 0 0,9 12 559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105 48 3140 0 0,'0'0'7712'0'0,"1"-5"-7396"0"0,3-12-10 0 0,-3 12 446 0 0,4 4-580 0 0,39-6 548 0 0,10-2-1446 0 0,-36 5-7672 0 0,-46 10 7766 0 0,-57 6 0 0 0,80-12 2449 0 0,0 0-1494 0 0,1 0 30 0 0,0 0 0 0 0,-1 0-1 0 0,1 1 1 0 0,0 0 0 0 0,0-1-1 0 0,0 1 1 0 0,0 1-1 0 0,-5 1 1 0 0,5-1-37 0 0,2 1-163 0 0,-1 0 0 0 0,0 1 0 0 0,1-1 0 0 0,0 1 0 0 0,-1 0 0 0 0,1 0 0 0 0,1 0 0 0 0,-3 5 0 0 0,4-9-180 0 0,-2 4 229 0 0,0 1-22 0 0,-8 15-12 0 0,8-15-26 0 0,0 0-48 0 0,-14 48 186 0 0,15-47-199 0 0,0-1-2 0 0,-2 14-5 0 0,2-14 72 0 0,1 0-43 0 0,1 18 62 0 0,-1-21-122 0 0,0 0 0 0 0,0-1 0 0 0,0 1-1 0 0,0-1 1 0 0,1 1 0 0 0,-1-1-1 0 0,0 1 1 0 0,1-1 0 0 0,-1 1-1 0 0,1-1 1 0 0,0 0 0 0 0,0 1 0 0 0,-1-1-1 0 0,1 0 1 0 0,0 0 0 0 0,0 1-1 0 0,0-1 1 0 0,0 0 0 0 0,0 0-1 0 0,3 2 1 0 0,3-2 13 0 0,0 0-1 0 0,0-1 1 0 0,0 0 0 0 0,0 0-1 0 0,1 0 1 0 0,-1-1-1 0 0,0 0 1 0 0,0-1 0 0 0,0 1-1 0 0,-1-1 1 0 0,1-1-1 0 0,0 1 1 0 0,9-6 0 0 0,5 0 45 0 0,-17 6-59 0 0,1 1 4 0 0,16-3-2 0 0,-16 3-48 0 0,1 0-128 0 0,15-1 124 0 0,-16 1 10 0 0,0 2 39 0 0,15 3-28 0 0,-15-4 73 0 0,-1 3-66 0 0,12 9 12 0 0,-12-9-6 0 0,-2 1-8 0 0,11 43 26 0 0,-12-42-39 0 0,-2 2-4 0 0,0 1 1 0 0,-1 1 1 0 0,0-1 0 0 0,0 0 0 0 0,0 1 0 0 0,-1-1 0 0 0,-1 0 0 0 0,1 0-1 0 0,-1-1 1 0 0,0 1 0 0 0,-8 8 0 0 0,-36 28-395 0 0,40-37 69 0 0,-2-1-1 0 0,1 0 1 0 0,-1-1 0 0 0,0 0 0 0 0,0 0-1 0 0,0-1 1 0 0,0 0 0 0 0,-1-1 0 0 0,-15 3 0 0 0,22-5-485 0 0,-2-2-73 0 0,-14-1-53 0 0,14 1-108 0 0,2-1-75 0 0,-12-9-753 0 0,12 8-1322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8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44 51 3252 0 0,'0'0'1058'0'0,"3"-2"-154"0"0,-2 1-802 0 0,-1 1-1 0 0,1-1 0 0 0,-1 1 0 0 0,1-1 0 0 0,0 1 0 0 0,-1 0 0 0 0,1-1 0 0 0,0 1 0 0 0,-1 0 0 0 0,1-1 0 0 0,0 1 0 0 0,0 0 0 0 0,-1 0 0 0 0,1 0 0 0 0,0 0 0 0 0,0 0 0 0 0,-1 0 0 0 0,1 0 0 0 0,0 0 0 0 0,0 0 0 0 0,-1 0 0 0 0,1 0 0 0 0,0 0 0 0 0,0 1 0 0 0,-1-1 0 0 0,1 0 0 0 0,0 0 0 0 0,0 1 0 0 0,-1-1 0 0 0,1 1 1 0 0,-1-1-1 0 0,1 0 0 0 0,0 1 0 0 0,-1-1 0 0 0,1 1 0 0 0,-1 0 0 0 0,1-1 0 0 0,-1 1 0 0 0,1-1 0 0 0,0 2 0 0 0,1 1 118 0 0,-11 18 349 0 0,8-16-418 0 0,-18 71 416 0 0,18-70-514 0 0,1-1 0 0 0,-3 15-15 0 0,3-14 7 0 0,0-2-13 0 0,11 36 22 0 0,-10-37-52 0 0,-1-2 0 0 0,1 0 0 0 0,-1 0-1 0 0,1 0 1 0 0,-1 0-1 0 0,1 0 1 0 0,-1 0 0 0 0,1 0-1 0 0,-1 0 1 0 0,1-1-1 0 0,0 1 1 0 0,0 0 0 0 0,-1 0-1 0 0,1-1 1 0 0,0 1-1 0 0,0 0 1 0 0,0-1 0 0 0,0 1-1 0 0,0-1 1 0 0,0 1-1 0 0,-1-1 1 0 0,3 1 0 0 0,13 5-7 0 0,-12-4 3 0 0,1-3 35 0 0,1 1 39 0 0,-1 0-1 0 0,0 0 1 0 0,0-1 0 0 0,1 1 0 0 0,-1-1-1 0 0,0-1 1 0 0,0 1 0 0 0,0-1-1 0 0,0 0 1 0 0,0 0 0 0 0,0 0-1 0 0,-1-1 1 0 0,1 1 0 0 0,-1-1-1 0 0,1-1 1 0 0,-1 1 0 0 0,0 0 0 0 0,0-1-1 0 0,-1 0 1 0 0,1 0 0 0 0,-1 0-1 0 0,0 0 1 0 0,0-1 0 0 0,0 1-1 0 0,-1-1 1 0 0,4-7 0 0 0,-4 7-108 0 0,1-1-1 0 0,-1 0 1 0 0,0 0 0 0 0,-1 0-1 0 0,1 0 1 0 0,-1 0 0 0 0,-1 0-1 0 0,1 0 1 0 0,-1 0 0 0 0,0 0-1 0 0,0 0 1 0 0,-1 0 0 0 0,0 0 0 0 0,0-1-1 0 0,0 2 1 0 0,-1-1 0 0 0,0 0-1 0 0,0 0 1 0 0,0 0 0 0 0,-1 1-1 0 0,0-1 1 0 0,0 1 0 0 0,0 0-1 0 0,-5-5 1 0 0,7 8-21 0 0,0 1 1 0 0,0-1-1 0 0,0 1 0 0 0,-1-1 1 0 0,1 1-1 0 0,0 0 0 0 0,-1-1 1 0 0,0 1-1 0 0,1 0 0 0 0,-1 0 1 0 0,0 0-1 0 0,1 0 0 0 0,-1 1 0 0 0,-2-2 1 0 0,-1 0-134 0 0,3 0 84 0 0,0 1 0 0 0,-1 0-1 0 0,1 0 1 0 0,0-1 0 0 0,0 1 0 0 0,0 1 0 0 0,-1-1 0 0 0,1 0-1 0 0,0 0 1 0 0,-1 1 0 0 0,1-1 0 0 0,-4 1 0 0 0,-2-1-236 0 0,5 0 144 0 0,0 0 1 0 0,-1 0-1 0 0,1 1 1 0 0,0-1 0 0 0,-1 1-1 0 0,1-1 1 0 0,-1 1-1 0 0,1 0 1 0 0,0 1-1 0 0,-7 0 1 0 0,-3 0-325 0 0,-24 1-1918 0 0,1 3-1723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8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0 292 0 0,'6'56'-52'0'0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312 55 2524 0 0,'-2'-5'1540'0'0,"-2"-2"-782"0"0,0 0-1 0 0,-1 1 0 0 0,1 0 0 0 0,-10-9 0 0 0,11 12-122 0 0,-2 1-98 0 0,-5 1-225 0 0,0 0 0 0 0,1 0 0 0 0,-1 1 0 0 0,-10 1 0 0 0,19-1-287 0 0,-1 0 0 0 0,0 0 0 0 0,0 0-1 0 0,0 1 1 0 0,0-1 0 0 0,0 1 0 0 0,0 0-1 0 0,0-1 1 0 0,1 1 0 0 0,-1 0-1 0 0,0 0 1 0 0,1 0 0 0 0,-1 0 0 0 0,0 1-1 0 0,1-1 1 0 0,-2 2 0 0 0,-3 2 44 0 0,-7 6 8 0 0,1-1 0 0 0,0 1 0 0 0,1 1 0 0 0,0 0 0 0 0,0 1-1 0 0,2 0 1 0 0,0 0 0 0 0,0 1 0 0 0,1 1 0 0 0,1-1 0 0 0,0 1-1 0 0,1 0 1 0 0,-6 23 0 0 0,2 3-18 0 0,1 0 0 0 0,2 1-1 0 0,-3 80 1 0 0,8-76-74 0 0,3 1 0 0 0,8 63 0 0 0,-6-90-197 0 0,1 0-1 0 0,1 0 1 0 0,1-1 0 0 0,1 1-1 0 0,0-1 1 0 0,2-1-1 0 0,20 34 1 0 0,-23-44-237 0 0,0 0 1 0 0,1-1-1 0 0,1 0 0 0 0,-1 0 0 0 0,1-1 1 0 0,0 0-1 0 0,1 0 0 0 0,-1-1 1 0 0,1 0-1 0 0,0 0 0 0 0,1-1 0 0 0,-1-1 1 0 0,1 1-1 0 0,-1-1 0 0 0,17 2 1 0 0,5 2-2972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8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 0 1496 0 0,'0'0'2508'0'0,"5"35"-2000"0"0,-6 4-392 0 0,-1-6-268 0 0,-2-2-904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8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18 115 3324 0 0,'6'-25'7587'0'0,"-6"21"-7347"0"0,4-12-67 0 0,-3 12 319 0 0,1 0-385 0 0,7-11-9 0 0,-6 11-5 0 0,25-25 206 0 0,-25 27-217 0 0,2 0-55 0 0,12-6-41 0 0,-13 6-140 0 0,1 4 134 0 0,-1-1 43 0 0,0 0-1 0 0,-1 1 1 0 0,1 0-1 0 0,-1-1 1 0 0,1 1-1 0 0,-1 1 1 0 0,0-1-1 0 0,1 0 1 0 0,-1 1-1 0 0,-1-1 1 0 0,1 1-1 0 0,0 0 1 0 0,-1 0-1 0 0,1 0 1 0 0,-1 1-1 0 0,0-1 1 0 0,0 0-1 0 0,0 1 1 0 0,0-1-1 0 0,1 8 1 0 0,2 4 0 0 0,-2 1 1 0 0,0 0 0 0 0,-1 0 0 0 0,0 0 0 0 0,-1 22 0 0 0,-2-29-115 0 0,1 1-1 0 0,-2-1 1 0 0,1 0-1 0 0,-1 1 1 0 0,0-1-1 0 0,-1 0 1 0 0,0 0-1 0 0,-1 0 0 0 0,1-1 1 0 0,-2 1-1 0 0,-7 11 1 0 0,5-13-48 0 0,1 0 0 0 0,-1-1 0 0 0,-1 0 0 0 0,1 0-1 0 0,-1 0 1 0 0,-16 7 0 0 0,23-12 129 0 0,-3 1-93 0 0,-1-1 36 0 0,1 0 30 0 0,-1 0-1 0 0,1 0 1 0 0,-1-1-1 0 0,0 0 1 0 0,0 0-1 0 0,1 0 1 0 0,-1-1-1 0 0,-6-1 1 0 0,7 1-102 0 0,4 0 144 0 0,0 1-1 0 0,0-1 0 0 0,0 1 0 0 0,0-1 0 0 0,0 1 1 0 0,0-1-1 0 0,0 1 0 0 0,0-1 0 0 0,0 1 1 0 0,-1-1-1 0 0,1 1 0 0 0,0-1 0 0 0,0 1 1 0 0,0-1-1 0 0,-1 1 0 0 0,1-1 0 0 0,0 1 0 0 0,-1 0 1 0 0,1-1-1 0 0,0 1 0 0 0,-1-1 0 0 0,1 1 1 0 0,0 0-1 0 0,-1-1 0 0 0,0 1 0 0 0,0-1 6 0 0,0 0 0 0 0,1 1 0 0 0,-1-1 0 0 0,1 1 0 0 0,-1-1 0 0 0,0 0 1 0 0,1 1-1 0 0,-1-1 0 0 0,1 0 0 0 0,0 0 0 0 0,-1 0 0 0 0,1 1 0 0 0,-1-1 0 0 0,1 0 0 0 0,0 0 0 0 0,0 0 0 0 0,0 0 0 0 0,-1 0 0 0 0,1 1 0 0 0,0-1 0 0 0,0 0 0 0 0,0 0 0 0 0,0 0 0 0 0,0 0 0 0 0,1 0 0 0 0,-1-1 0 0 0,1-26 67 0 0,0 21-10 0 0,0 2 0 0 0,5-15-8 0 0,-5 15 0 0 0,2 2 9 0 0,6-10-9 0 0,-7 9-30 0 0,2 3 5 0 0,10-7 3 0 0,-11 6 91 0 0,1 4-30 0 0,13 4-1 0 0,-13-4-71 0 0,-1 1 49 0 0,25 22 34 0 0,51 41 61 0 0,-76-64-170 0 0,-2-2-3 0 0,0 0 0 0 0,-1 0 0 0 0,1 0 1 0 0,0 0-1 0 0,0 0 0 0 0,-1 0 0 0 0,1 1 1 0 0,0-1-1 0 0,0 0 0 0 0,-1 0 0 0 0,1 0 1 0 0,0 1-1 0 0,-1-1 0 0 0,1 0 0 0 0,0 1 0 0 0,-1-1 1 0 0,1 1-1 0 0,0-1 0 0 0,0 1 0 0 0,0 0-34 0 0,0 0-1 0 0,0-1 0 0 0,0 1 0 0 0,0 0 1 0 0,0-1-1 0 0,0 1 0 0 0,0-1 0 0 0,0 1 0 0 0,1-1 1 0 0,-1 0-1 0 0,0 1 0 0 0,0-1 0 0 0,1 0 1 0 0,-1 0-1 0 0,0 0 0 0 0,3 0 0 0 0,17 1-390 0 0,-16-1-200 0 0,0-1-238 0 0,-3 1 814 0 0,4-2-652 0 0,1 0 1 0 0,0 0 0 0 0,-1-1-1 0 0,0 0 1 0 0,0 0 0 0 0,0 0-1 0 0,7-5 1 0 0,8-7-2820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8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143 1 3156 0 0,'0'0'2632'0'0,"-4"1"-2041"0"0,-14 3-113 0 0,14-3 314 0 0,1 2-494 0 0,-28 27 794 0 0,28-27-559 0 0,3 1-411 0 0,-3 18 342 0 0,7-18-313 0 0,0-1 1 0 0,0 0 0 0 0,0 0 0 0 0,0-1 0 0 0,1 1 0 0 0,6 2-1 0 0,-7-3 21 0 0,0-1-9 0 0,40 8 366 0 0,-40-8-419 0 0,1 0-6 0 0,34 12 310 0 0,-35-12-271 0 0,-1 1-23 0 0,10 8-26 0 0,-10-7 19 0 0,-1 0 42 0 0,1 1-96 0 0,0 0 0 0 0,0 0 0 0 0,-1 0 1 0 0,1 1-1 0 0,-1-1 0 0 0,0 1 0 0 0,0 0 0 0 0,-1 0 0 0 0,1-1 0 0 0,-1 1 0 0 0,0 0 0 0 0,-1 0 0 0 0,1 0 0 0 0,-1 0 0 0 0,0 0 0 0 0,0 0 1 0 0,0 0-1 0 0,-1 0 0 0 0,0 0 0 0 0,0 0 0 0 0,0 0 0 0 0,-4 9 0 0 0,3-9-12 0 0,-1-1-32 0 0,-1 0-137 0 0,1 1-1 0 0,-1-1 1 0 0,0 0 0 0 0,-1 0-1 0 0,1 0 1 0 0,-1-1-1 0 0,0 1 1 0 0,0-1 0 0 0,0-1-1 0 0,0 1 1 0 0,0 0 0 0 0,-9 2-1 0 0,5-3-360 0 0,-1 0 0 0 0,1 0 0 0 0,-1-1-1 0 0,1 0 1 0 0,-1-1 0 0 0,0 0 0 0 0,1-1 0 0 0,-1 0-1 0 0,1 0 1 0 0,-1-1 0 0 0,-14-4 0 0 0,12 3-844 0 0,11 2 1192 0 0,-1 1 0 0 0,1-1 1 0 0,-1 1-1 0 0,1-1 1 0 0,-1 1-1 0 0,1-1 0 0 0,0 0 1 0 0,0 1-1 0 0,-1-1 1 0 0,1 0-1 0 0,0 0 0 0 0,0 0 1 0 0,-2-2-1 0 0,0 0-776 0 0,-15-12-2295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8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1 151 2292 0 0,'2'-3'798'0'0,"8"-8"-12"0"0,0 0 0 0 0,0 1 0 0 0,0 0 0 0 0,17-11 0 0 0,-10 10-544 0 0,1 0 1 0 0,0 1 0 0 0,1 1-1 0 0,35-12 1 0 0,-50 20-538 0 0,-3 1 203 0 0,1 0 0 0 0,0-1 0 0 0,-1 1 0 0 0,1 0 0 0 0,-1-1 0 0 0,1 1 0 0 0,0-1 0 0 0,-1 0 0 0 0,1 1 0 0 0,-1-1 0 0 0,2-1 0 0 0,2-1-177 0 0,-1 1-857 0 0,0 1-876 0 0,13-7-1395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9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15 3400 0 0,'4'-2'1072'0'0,"41"-10"2050"0"0,-40 11-2509 0 0,2 3-32 0 0,2 1-369 0 0,0 1 1 0 0,0 0-1 0 0,0 0 0 0 0,-1 0 1 0 0,1 1-1 0 0,-1 1 0 0 0,0-1 1 0 0,-1 2-1 0 0,0-1 0 0 0,8 9 1 0 0,-4-1-101 0 0,-1 0 0 0 0,0 1 0 0 0,-2 1 0 0 0,1-1 0 0 0,-2 1 0 0 0,0 1 0 0 0,-1 0 1 0 0,-1-1-1 0 0,0 2 0 0 0,-2-1 0 0 0,1 0 0 0 0,-2 1 0 0 0,-1 0 0 0 0,0 21 0 0 0,-2-16-480 0 0,-1 1 0 0 0,-1-1 0 0 0,-2 0-1 0 0,-7 25 1 0 0,4-21-1079 0 0,-2 1 0 0 0,-2-2 0 0 0,-14 27 0 0 0,0-10-3689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9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 49 1552 0 0,'0'0'3052'0'0,"-4"2"-2537"0"0,-9 4 2250 0 0,26-4-2020 0 0,38-6-1299 0 0,-41 3 780 0 0,191-22-1081 0 0,-69 3-2882 0 0,-72 9 68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303 35 2732 0 0,'-27'-32'3358'0'0,"25"30"-2677"0"0,-4 2-207 0 0,0 0-333 0 0,1 0 0 0 0,0 0 0 0 0,-1 1 0 0 0,1 0 1 0 0,0 0-1 0 0,0 1 0 0 0,0 0 0 0 0,0-1 0 0 0,0 2 0 0 0,0-1 0 0 0,0 0 0 0 0,1 1 0 0 0,-1 0 0 0 0,-6 5 0 0 0,-3 6-2 0 0,0 0 0 0 0,1 0 1 0 0,0 1-1 0 0,1 1 0 0 0,1 0 1 0 0,1 0-1 0 0,0 1 0 0 0,1 1 1 0 0,1-1-1 0 0,-9 30 0 0 0,3-3-41 0 0,3 1-1 0 0,1 1 1 0 0,-5 60-1 0 0,12-65-28 0 0,1 0 0 0 0,3 1 0 0 0,10 77 0 0 0,-7-95-116 0 0,1-1 0 0 0,0 1 0 0 0,3-1 0 0 0,0 0 0 0 0,1 0 0 0 0,1-1 0 0 0,25 41 0 0 0,-31-56-156 0 0,2 0 0 0 0,-1 0 0 0 0,1-1-1 0 0,0 0 1 0 0,1 0 0 0 0,-1 0 0 0 0,1-1 0 0 0,8 6 0 0 0,-8-7-844 0 0,1 0 0 0 0,0-1 0 0 0,0 0 0 0 0,15 4 0 0 0,-17-5-3033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66 81 2580 0 0,'-19'-77'6345'0'0,"18"73"-5258"0"0,-5 13-712 0 0,5-8-363 0 0,1-1 0 0 0,-1 1 0 0 0,1-1 0 0 0,-1 1 0 0 0,1 0 0 0 0,-1-1 1 0 0,1 1-1 0 0,-1 0 0 0 0,1-1 0 0 0,-1 1 0 0 0,1 0 0 0 0,0-1 0 0 0,-1 1 1 0 0,1 0-1 0 0,0 0 0 0 0,0 0 0 0 0,0-1 0 0 0,0 1 0 0 0,-1 0 0 0 0,1 1 1 0 0,-8 71 358 0 0,-13 200-1592 0 0,20-218-1609 0 0,0-50 2416 0 0,0 16-2526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9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1 125 3512 0 0,'13'-49'3470'0'0,"-12"44"-2927"0"0,0 1-88 0 0,17-40 1037 0 0,-16 40-1254 0 0,-1 3-239 0 0,1 0 0 0 0,-1 0 0 0 0,0 0 0 0 0,1 1 0 0 0,-1-1 0 0 0,0-1 0 0 0,0 1 0 0 0,1 0 0 0 0,-1 0 0 0 0,0 0 0 0 0,1-2 0 0 0,1 0 199 0 0,3 3-157 0 0,17-1-7 0 0,-17 1 3 0 0,-2 2-17 0 0,1-1-16 0 0,12 9 37 0 0,-16-9-37 0 0,0 1 0 0 0,1 0 0 0 0,-1 0 0 0 0,0 0 1 0 0,0 0-1 0 0,0 0 0 0 0,-1 0 0 0 0,1 0 0 0 0,0 0 0 0 0,-1 0 0 0 0,0 0 0 0 0,1 1 1 0 0,-1-1-1 0 0,0 0 0 0 0,0 0 0 0 0,0 0 0 0 0,0 0 0 0 0,-1 1 0 0 0,1-1 0 0 0,-2 4 0 0 0,0 3 89 0 0,-1 0 0 0 0,0 0 0 0 0,-1-1-1 0 0,-8 16 1 0 0,-10 12 145 0 0,20-33-147 0 0,-1 1 28 0 0,-17 37 210 0 0,18-37-267 0 0,4 1-53 0 0,5 14-7 0 0,-5-15 11 0 0,1-1 11 0 0,11 8 51 0 0,-10-8-50 0 0,0-1-31 0 0,65 38-38 0 0,-65-38 143 0 0,-4-2-94 0 0,0 1 0 0 0,0-1 0 0 0,0 0-1 0 0,0 1 1 0 0,0-1 0 0 0,0 0 0 0 0,0 1 0 0 0,0-1-1 0 0,0 0 1 0 0,1 1 0 0 0,-1-1 0 0 0,0 0 0 0 0,0 1-1 0 0,0-1 1 0 0,1 0 0 0 0,-1 0 0 0 0,0 1 0 0 0,0-1 0 0 0,1 0-1 0 0,-1 0 1 0 0,0 1 0 0 0,1-1 0 0 0,-1 0 0 0 0,0 0-1 0 0,1 0 1 0 0,-1 0 0 0 0,0 0 0 0 0,1 1 0 0 0,-1-1 0 0 0,1 0-1 0 0,-1 0 18 0 0,1 0-1 0 0,-1 0 0 0 0,1 0 0 0 0,-1 1 0 0 0,1-1 0 0 0,-1 0 0 0 0,1 0 1 0 0,-1 1-1 0 0,1-1 0 0 0,-1 0 0 0 0,1 1 0 0 0,-1-1 0 0 0,0 0 0 0 0,1 1 1 0 0,-1-1-1 0 0,0 1 0 0 0,1-1 0 0 0,-1 0 0 0 0,0 1 0 0 0,1-1 0 0 0,-1 1 1 0 0,0-1-1 0 0,0 1 0 0 0,0-1 0 0 0,1 1 0 0 0,-1-1 0 0 0,0 1 0 0 0,0-1 1 0 0,0 1-1 0 0,0-1 0 0 0,0 1 0 0 0,0 0 0 0 0,0-1 0 0 0,0 1 0 0 0,-1 18 99 0 0,0-14-15 0 0,-2-2-31 0 0,-4 4-139 0 0,0 0 0 0 0,-1-1 0 0 0,0 0 0 0 0,0-1 1 0 0,0 1-1 0 0,-1-1 0 0 0,0-1 0 0 0,0 0 0 0 0,0 0 1 0 0,-1-1-1 0 0,-15 4 0 0 0,20-6-352 0 0,-16-6-2618 0 0,17 4 1711 0 0,5-4-2193 0 0,5-18-219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9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 1 3392 0 0,'0'0'7418'0'0,"-1"4"-7150"0"0,-1 13-75 0 0,1-12 88 0 0,2 0-157 0 0,0 0-52 0 0,0 1 0 0 0,0-1-1 0 0,1 1 1 0 0,0-1-1 0 0,0 0 1 0 0,0 1 0 0 0,1-1-1 0 0,0 0 1 0 0,0-1-1 0 0,7 10 1 0 0,4 2 203 0 0,29 25 0 0 0,-21-21-118 0 0,-19-16-154 0 0,4 1 134 0 0,-1 1-1 0 0,0 0 0 0 0,-1 1 1 0 0,9 12-1 0 0,-13-18-117 0 0,0 1 1 0 0,0-1-1 0 0,0 1 0 0 0,0-1 0 0 0,-1 1 0 0 0,1 0 1 0 0,-1-1-1 0 0,1 1 0 0 0,-1 0 0 0 0,1-1 1 0 0,-1 1-1 0 0,0 0 0 0 0,0 0 0 0 0,0 0 0 0 0,0-1 1 0 0,0 1-1 0 0,0 0 0 0 0,0 0 0 0 0,-1-1 1 0 0,1 1-1 0 0,-1 0 0 0 0,1-1 0 0 0,-1 1 1 0 0,0 0-1 0 0,0-1 0 0 0,1 1 0 0 0,-1-1 0 0 0,0 1 1 0 0,0-1-1 0 0,0 1 0 0 0,-3 1 0 0 0,-7 7 2 0 0,9-7-66 0 0,-3-1-101 0 0,-52 16-1795 0 0,51-17 1171 0 0,-1-1-182 0 0,-51-10-4856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9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78 3904 0 0,'21'-12'1320'0'0,"1"1"-255"0"0,1 1-169 0 0,0 0 516 0 0,19-3-436 0 0,-2 0-364 0 0,-5 8-436 0 0,-4 2-432 0 0,2 6-2728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9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4280 0 0,'16'23'4933'0'0,"-7"6"-2929"0"0,-4 6-1100 0 0,0 7-900 0 0,-8-6-760 0 0,-9 8-1884 0 0,3-19-160 0 0,0-2-3089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9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23 3708 0 0,'0'-5'2134'0'0,"2"-12"297"0"0,4 27 1380 0 0,1 22-885 0 0,-4-6-3943 0 0,6 148 205 0 0,-12-45-7362 0 0,2-102 3207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29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28 2432 0 0,'0'0'6'0'0,"39"-21"2787"0"0,-37 20-2645 0 0,0 0 0 0 0,0 0 0 0 0,0 0 0 0 0,0 0 0 0 0,0 1 0 0 0,0-1 0 0 0,0 1 0 0 0,1 0 0 0 0,-1 0 0 0 0,0 0 0 0 0,0 0 0 0 0,1 0 0 0 0,-1 0 0 0 0,0 0 0 0 0,0 1 0 0 0,0-1 0 0 0,1 1 0 0 0,-1 0 0 0 0,0-1 0 0 0,3 3 0 0 0,-1-1-36 0 0,0 1 0 0 0,-1 0 0 0 0,1 1 0 0 0,0-1 0 0 0,-1 1 1 0 0,0-1-1 0 0,0 1 0 0 0,0 0 0 0 0,0 0 0 0 0,-1 0 0 0 0,1 1 0 0 0,-1-1 0 0 0,0 1 1 0 0,0-1-1 0 0,-1 1 0 0 0,3 8 0 0 0,-6 54 447 0 0,-2-47-357 0 0,-1-1 0 0 0,-1 0-1 0 0,-1-1 1 0 0,0 1 0 0 0,-1-1-1 0 0,-1 0 1 0 0,-20 27 0 0 0,22-32-59 0 0,4-10 42 0 0,1 2 36 0 0,-7 11 49 0 0,6-12 305 0 0,4-4-571 0 0,-1 0 1 0 0,0 0-1 0 0,0 0 1 0 0,1 0-1 0 0,-1 0 1 0 0,0 1-1 0 0,0-1 0 0 0,0 0 1 0 0,1 0-1 0 0,-1 0 1 0 0,0 0-1 0 0,0 0 1 0 0,0 0-1 0 0,1 1 0 0 0,-1-1 1 0 0,0 0-1 0 0,0 0 1 0 0,0 0-1 0 0,0 1 1 0 0,0-1-1 0 0,0 0 0 0 0,1 0 1 0 0,-1 0-1 0 0,0 1 1 0 0,0-1-1 0 0,0 0 1 0 0,0 0-1 0 0,0 1 0 0 0,0-1 1 0 0,0 0-1 0 0,0 0 1 0 0,0 1-1 0 0,0-1 1 0 0,0 0-1 0 0,0 0 0 0 0,0 1 1 0 0,0-1-5 0 0,0 1 0 0 0,0-1 0 0 0,0 1 0 0 0,0-1 0 0 0,0 1 0 0 0,0-1 1 0 0,0 1-1 0 0,0-1 0 0 0,0 1 0 0 0,0-1 0 0 0,1 1 0 0 0,-1-1 0 0 0,0 1 0 0 0,0-1 0 0 0,0 1 0 0 0,1-1 1 0 0,-1 0-1 0 0,0 1 0 0 0,1-1 0 0 0,-1 0 0 0 0,0 1 0 0 0,1-1 0 0 0,-1 0 0 0 0,1 1 0 0 0,-1-1 0 0 0,0 0 1 0 0,1 1-1 0 0,-1-1 0 0 0,1 0 0 0 0,-1 0 0 0 0,1 0 0 0 0,-1 0 0 0 0,1 1 0 0 0,-1-1 0 0 0,1 0 0 0 0,-1 0 0 0 0,1 0 1 0 0,-1 0-1 0 0,1 0 0 0 0,-1 0 0 0 0,1 0 0 0 0,8 0-46 0 0,27-1-334 0 0,10-7-272 0 0,0-1-1 0 0,0-2 1 0 0,-1-2 0 0 0,-1-3-1 0 0,0-1 1 0 0,-2-2 0 0 0,0-1 0 0 0,-1-3-1 0 0,0-1 1 0 0,-3-2 0 0 0,45-39 0 0 0,-80 63 805 0 0,0-1 1 0 0,0 0-1 0 0,-1-1 1 0 0,1 1-1 0 0,-1 0 1 0 0,1-1-1 0 0,2-7 1 0 0,-2 6-36 0 0,-1 2 300 0 0,-2 3-403 0 0,-1 0 0 0 0,1-1 0 0 0,0 1 0 0 0,0 0 0 0 0,-1 0 0 0 0,1 0 0 0 0,0 0 0 0 0,0 0 0 0 0,0-1 0 0 0,-1 1 1 0 0,1 0-1 0 0,0 0 0 0 0,0 0 0 0 0,0-1 0 0 0,0 1 0 0 0,-1 0 0 0 0,1 0 0 0 0,0-1 0 0 0,0 1 0 0 0,0 0 0 0 0,0 0 0 0 0,0-1 1 0 0,0 1-1 0 0,0 0 0 0 0,0 0 0 0 0,0-1 0 0 0,0 1 0 0 0,0 0 0 0 0,0 0 0 0 0,0-1 0 0 0,0 1 0 0 0,0 0 0 0 0,0-1 0 0 0,0 1 22 0 0,0-1-1 0 0,0 1 0 0 0,0-1 1 0 0,0 1-1 0 0,0-1 0 0 0,0 0 0 0 0,0 1 1 0 0,0-1-1 0 0,0 1 0 0 0,0-1 1 0 0,0 1-1 0 0,0-1 0 0 0,-1 1 0 0 0,1-1 1 0 0,0 1-1 0 0,0 0 0 0 0,-1-1 0 0 0,1 1 1 0 0,0-1-1 0 0,-1 1 0 0 0,1-1 1 0 0,0 1-1 0 0,-1 0 0 0 0,1-1 0 0 0,-1 1 1 0 0,1 0-1 0 0,0 0 0 0 0,-1-1 1 0 0,1 1-1 0 0,-1 0 0 0 0,1 0 0 0 0,-1-1 1 0 0,1 1-1 0 0,-1 0 0 0 0,0 0 1 0 0,-5 0 70 0 0,1 0 1 0 0,-1 0 0 0 0,0 1 0 0 0,0 0 0 0 0,1 0 0 0 0,-1 1 0 0 0,1-1 0 0 0,-1 1 0 0 0,1 0 0 0 0,-1 1-1 0 0,1-1 1 0 0,0 1 0 0 0,0 0 0 0 0,-4 4 0 0 0,-4 2-29 0 0,1 1 0 0 0,1 0 0 0 0,0 1 0 0 0,-11 13-1 0 0,17-17-23 0 0,0 0 0 0 0,0 0 0 0 0,1 0 0 0 0,0 1 0 0 0,-3 9 0 0 0,4-9-17 0 0,-3 13 46 0 0,5-16-73 0 0,0 0 12 0 0,2 0 7 0 0,-2-1-18 0 0,1-2-6 0 0,-1-1 1 0 0,1 1-1 0 0,0-1 0 0 0,0 1 0 0 0,0-1 0 0 0,0 1 0 0 0,0-1 0 0 0,0 1 0 0 0,0-1 0 0 0,1 1 0 0 0,-1-1 0 0 0,0 1 0 0 0,1-1 0 0 0,-1 0 1 0 0,1 1-1 0 0,0-1 0 0 0,0 2 0 0 0,9 14-2 0 0,-10-16-4 0 0,1 1-1 0 0,-1-1 1 0 0,1 0 0 0 0,0 0 0 0 0,0 0-1 0 0,-1 0 1 0 0,1 0 0 0 0,0 0 0 0 0,0 0-1 0 0,0-1 1 0 0,0 1 0 0 0,0 0 0 0 0,0 0 0 0 0,0-1-1 0 0,0 1 1 0 0,1-1 0 0 0,-1 1 0 0 0,2 0-1 0 0,0 0 2 0 0,1 2 17 0 0,1-2 29 0 0,4 1 36 0 0,0-1 0 0 0,0 0 0 0 0,0-1 0 0 0,12-1 0 0 0,-14 0 143 0 0,-3-1 27 0 0,2 0-187 0 0,-1 0 0 0 0,0-1-1 0 0,-1 1 1 0 0,1-1 0 0 0,0-1-1 0 0,-1 1 1 0 0,1 0 0 0 0,-1-1-1 0 0,0 0 1 0 0,-1 0 0 0 0,1 0 0 0 0,4-7-1 0 0,-5 3-221 0 0,0 1-1 0 0,0 0 0 0 0,-1-1 0 0 0,0 0 0 0 0,-1 1 1 0 0,0-1-1 0 0,0 0 0 0 0,0 0 0 0 0,-1 0 1 0 0,-1 0-1 0 0,1 0 0 0 0,-1 1 0 0 0,-2-11 1 0 0,-1 3-855 0 0,0 1 0 0 0,-1-1 1 0 0,0 1-1 0 0,-2 0 0 0 0,1 1 0 0 0,-11-16 1 0 0,2 8-3454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2.30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3604 0 0,'14'3'505'0'0,"0"1"0"0"0,-1 0-1 0 0,1 0 1 0 0,-1 2-1 0 0,0-1 1 0 0,0 2-1 0 0,-1 0 1 0 0,0 0 0 0 0,0 1-1 0 0,0 0 1 0 0,19 20-1 0 0,-2 1 246 0 0,-1 2-1 0 0,43 61 0 0 0,-56-71-668 0 0,-1 1 0 0 0,-1 0 0 0 0,-1 2 1 0 0,-1-1-1 0 0,-1 1 0 0 0,-1 1 0 0 0,-1-1 0 0 0,5 28 0 0 0,-10-31-193 0 0,-1 1 0 0 0,0-1 0 0 0,-1 0 0 0 0,-2 1 0 0 0,0-1 0 0 0,-1 1 0 0 0,-1-1 0 0 0,-1 0 0 0 0,-1 0-1 0 0,-9 23 1 0 0,-1-5-314 0 0,-2 0-1 0 0,-2-1 0 0 0,-1-2 1 0 0,-32 45-1 0 0,-61 61-3845 0 0,33-53-687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17:54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3692 0 0,'0'0'2403'0'0,"3"-3"-1575"0"0,9-8-134 0 0,-9 8 1323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9T11:20:09.51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36 2 3340 0 0,'0'0'2861'0'0,"-35"-2"175"0"0,78 2-8133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3968 0 0,'0'0'9213'0'0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2772 0 0,'0'0'12733'0'0,"2"5"-12469"0"0,96 321 2341 0 0,-92-306-2601 0 0,5 29 4 0 0,33 212 1093 0 0,-43-256-1016 0 0,17 114 405 0 0,-15-99-361 0 0,13 223 947 0 0,-12-149-676 0 0,-3-29-243 0 0,0-7 63 0 0,1 16-116 0 0,4 74-9 0 0,-4-103-92 0 0,0 1 32 0 0,1 0-16 0 0,16 341 542 0 0,-10-243-283 0 0,-9-139-260 0 0,0 1 0 0 0,5 52 58 0 0,-5-54-33 0 0,0 4 25 0 0,-1 20-21 0 0,0-21-3 0 0,2 0-17 0 0,1 21 8 0 0,-1-21 16 0 0,-1 0 10 0 0,-3 61 73 0 0,2-61-125 0 0,1 27 36 0 0,0-27 38 0 0,0 0-73 0 0,-1 60-28 0 0,3 17 86 0 0,-1 194 319 0 0,-3-138-242 0 0,6-24-106 0 0,1-36 16 0 0,-1 17-127 0 0,-4-90 82 0 0,0-1-12 0 0,0 35-4 0 0,1 25 40 0 0,-1-60-10 0 0,1 1-8 0 0,0 59 33 0 0,-1-54-43 0 0,2 6 22 0 0,-2 20 65 0 0,0-32-108 0 0,0 1-3 0 0,1 19 3 0 0,0-19 5 0 0,-1-1 5 0 0,1 20 10 0 0,-1-19 0 0 0,0-1-14 0 0,6 91 11 0 0,-5-72 6 0 0,-1-21-8 0 0,0 3 0 0 0,2 327 2 0 0,0-181 4 0 0,-2-89-9 0 0,2 198-76 0 0,-2-154 93 0 0,0-48-49 0 0,0-6 40 0 0,1 30 3 0 0,-1-37 2 0 0,8 189 24 0 0,-6-180-53 0 0,8 104 45 0 0,24 166 214 0 0,15 181-248 0 0,-24-173-54 0 0,-10 44 12 0 0,10 126 35 0 0,40 410 24 0 0,-36-309-33 0 0,-23 178-198 0 0,-7-580 143 0 0,40 667-164 0 0,-35-821 222 0 0,-2-39 18 0 0,0 28-19 0 0,-2-4 10 0 0,1-6 0 0 0,7 47 11 0 0,-5-25-1 0 0,2 36-20 0 0,5 69 0 0 0,-2-61 22 0 0,0 31-29 0 0,12 96 88 0 0,-15-157-40 0 0,28 178-80 0 0,-21-195 39 0 0,4 44-48 0 0,-13-71 62 0 0,-2-15-1 0 0,0-1-18 0 0,8 37 104 0 0,-8-37 41 0 0,23-10-509 0 0,-19 5 326 0 0,0-1-133 0 0,13-5 60 0 0,-13 5-16 0 0,1 0-29 0 0,2-1 73 0 0,153-51-1038 0 0,975-151 542 0 0,-983 185 375 0 0,636-69-878 0 0,-299 27 703 0 0,-327 37 388 0 0,999-113-461 0 0,57 57-184 0 0,-502 29 397 0 0,-329 20 224 0 0,-176 15 23 0 0,269-15-30 0 0,-35 10 0 0 0,46 0-45 0 0,104-1-15 0 0,715-28-97 0 0,136-30 187 0 0,-870 55-27 0 0,-230 13 70 0 0,-341 12-77 0 0,1 1 52 0 0,89-3 44 0 0,-91 3-37 0 0,0 0-20 0 0,76-6-6 0 0,-76 6 58 0 0,0-1-30 0 0,49-8-286 0 0,-53 8 241 0 0,0 0 1 0 0,0 0-1 0 0,0 0 0 0 0,-1 0 0 0 0,1-1 0 0 0,0 1 1 0 0,-1 0-1 0 0,1 0 0 0 0,-1 0 0 0 0,0-1 0 0 0,1 1 0 0 0,-1 0 1 0 0,0-1-1 0 0,1 1 0 0 0,-1 0 0 0 0,0-1 0 0 0,0-1 1 0 0,-5-6-41 0 0,-1 1 1 0 0,1-1-1 0 0,-1 1 1 0 0,-1 0 0 0 0,-11-11-1 0 0,3 8 94 0 0,0 1-1 0 0,-1 0 0 0 0,0 1 1 0 0,-1 0-1 0 0,0 1 0 0 0,-23-6 0 0 0,36 13 20 0 0,-2 0 8 0 0,-17-4-26 0 0,17 4-4 0 0,1 1-1 0 0,-16-3 5 0 0,16 3 82 0 0,1 1-76 0 0,3 0-20 0 0,1-1-1 0 0,-1 0 0 0 0,0 0 1 0 0,1 0-1 0 0,-1 1 0 0 0,1-1 1 0 0,-1 0-1 0 0,0 0 1 0 0,1 1-1 0 0,-1-1 0 0 0,1 1 1 0 0,-1-1-1 0 0,1 0 0 0 0,-1 1 1 0 0,1-1-1 0 0,-1 1 1 0 0,1-1-1 0 0,-1 1 0 0 0,1 0 1 0 0,0-1-1 0 0,-1 1 1 0 0,1-1-1 0 0,0 2 0 0 0,9 11 39 0 0,-6-10-25 0 0,2-1 9 0 0,29 11-23 0 0,0-1 0 0 0,65 14 0 0 0,-94-25 32 0 0,0 0-18 0 0,19 6-3 0 0,-18-6 1 0 0,-1 0-1 0 0,42 12 273 0 0,-44-12 70 0 0,-2 12-183 0 0,-1-10-153 0 0,0 0 0 0 0,0 0 0 0 0,0 0-1 0 0,0-1 1 0 0,0 1 0 0 0,-1 0 0 0 0,1 0 0 0 0,-1 0-1 0 0,0-1 1 0 0,0 1 0 0 0,0 0 0 0 0,0-1 0 0 0,0 1-1 0 0,0-1 1 0 0,-3 4 0 0 0,-10 16-233 0 0,-27 31 0 0 0,-11-2-2882 0 0,36-39 1910 0 0,-17 13-5202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207 139 3368 0 0,'-3'-2'1261'0'0,"-7"-8"-117"0"0,7 7-193 0 0,-1 0-114 0 0,-11-10-53 0 0,11 10-41 0 0,1 0-35 0 0,-12-8-55 0 0,11 8 387 0 0,0 1-635 0 0,-11-6-46 0 0,11 5 519 0 0,-1 5-656 0 0,-13 3-14 0 0,13-3-20 0 0,2 1-4 0 0,-9 12 38 0 0,1 1 1 0 0,-16 28 0 0 0,7-2-39 0 0,18-38-208 0 0,0 1 51 0 0,-5 14-11 0 0,6-14-17 0 0,-1-1 46 0 0,-4 13-1 0 0,5-13 443 0 0,2-4-487 0 0,1-1 0 0 0,-1 1 0 0 0,1-1 0 0 0,-1 1-1 0 0,1-1 1 0 0,-1 1 0 0 0,0-1 0 0 0,1 0-1 0 0,-1 0 1 0 0,0 0 0 0 0,0 0 0 0 0,3-2 0 0 0,-2 2-8 0 0,1-2 9 0 0,0 1 0 0 0,-1-1 1 0 0,1 0-1 0 0,0 0 1 0 0,-1 0-1 0 0,0 0 0 0 0,1 0 1 0 0,-1 0-1 0 0,-1 0 0 0 0,1-1 1 0 0,0 1-1 0 0,1-5 1 0 0,-3 6-25 0 0,40-74 48 0 0,-11 14-99 0 0,4 5 464 0 0,-31 53 136 0 0,26-1 17 0 0,-24 9-404 0 0,24 24 34 0 0,-1 2 1 0 0,-2 1-1 0 0,24 37 0 0 0,11 14-365 0 0,-42-60-349 0 0,31 41-2436 0 0,-22-23-4494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81 3088 0 0,'-3'-2'1372'0'0,"1"1"-901"0"0,1 1 0 0 0,0-1 0 0 0,-1 0 0 0 0,1 0 0 0 0,0 0 1 0 0,0 0-1 0 0,0-1 0 0 0,-1 1 0 0 0,1 0 0 0 0,1 0 0 0 0,-1-1 0 0 0,0 1 1 0 0,0-1-1 0 0,0 1 0 0 0,1 0 0 0 0,-1-3 0 0 0,-2-6-959 0 0,3 5 3090 0 0,-1 4-2585 0 0,1 0 0 0 0,0 0 0 0 0,0 0 0 0 0,0-1 0 0 0,0 1 0 0 0,0 0 0 0 0,0 0 0 0 0,1 0 0 0 0,-1 0 0 0 0,0 0 0 0 0,1 0 0 0 0,-1 0 0 0 0,0 0 0 0 0,1-2 0 0 0,2-4 507 0 0,0 5-523 0 0,10-5-3 0 0,-10 5-9 0 0,1 1 8 0 0,14-2-16 0 0,-14 2 17 0 0,2 2 21 0 0,14 1-5 0 0,-14-2 2 0 0,-2 3-12 0 0,11 7-28 0 0,-12-8-12 0 0,-3-2 35 0 0,0 1 1 0 0,0 0-1 0 0,0-1 0 0 0,0 1 0 0 0,0-1 0 0 0,0 1 0 0 0,0-1 0 0 0,1 1 0 0 0,-1-1 0 0 0,0 1 0 0 0,0-1 0 0 0,0 1 0 0 0,0-1 0 0 0,1 0 0 0 0,-1 1 0 0 0,0-1 0 0 0,1 1 0 0 0,-1-1 0 0 0,0 1 0 0 0,1-1 0 0 0,-1 0 0 0 0,0 1 1 0 0,1-1-1 0 0,-1 0 0 0 0,1 1 0 0 0,0 0-4 0 0,0 0 1 0 0,0-1-1 0 0,0 1 1 0 0,-1 0-1 0 0,1 0 1 0 0,0 0 0 0 0,0 0-1 0 0,-1 0 1 0 0,1 0-1 0 0,-1 0 1 0 0,1 0-1 0 0,-1 0 1 0 0,1 0-1 0 0,-1 0 1 0 0,0 0-1 0 0,1 0 1 0 0,-1 0 0 0 0,0 2-1 0 0,2 3 2 0 0,-1-4 1 0 0,0 0 1 0 0,0 0 0 0 0,-1 0 0 0 0,1 0 0 0 0,-1 0-1 0 0,0 0 1 0 0,0 0 0 0 0,0 0 0 0 0,0 0-1 0 0,0 0 1 0 0,0 3 0 0 0,0 5-13 0 0,-1 1 1 0 0,0-1-1 0 0,-1 0 0 0 0,0 0 1 0 0,0 0-1 0 0,-1 0 0 0 0,0-1 1 0 0,-10 19-1 0 0,5-9 30 0 0,-16 26-20 0 0,22-42 14 0 0,-1 2-17 0 0,-20 34-43 0 0,21-35 1 0 0,5-6-993 0 0,0 0 971 0 0,0-1 1 0 0,0 1-1 0 0,0-1 1 0 0,0 1-1 0 0,-1-1 1 0 0,0 0-1 0 0,1 0 1 0 0,2-5-1 0 0,-4 6 34 0 0,15-21-321 0 0,-2-1 1 0 0,0 0 0 0 0,-1-1 0 0 0,16-47 0 0 0,-25 63 377 0 0,23-73 199 0 0,-27 78 229 0 0,1 4-445 0 0,-1 0 1 0 0,1 1 0 0 0,-1-1 0 0 0,1 0-1 0 0,-1 0 1 0 0,0 1 0 0 0,1-1-1 0 0,-1 1 1 0 0,0-1 0 0 0,1 0 0 0 0,-1 1-1 0 0,0-1 1 0 0,0 1 0 0 0,1-1-1 0 0,-1 1 1 0 0,0-1 0 0 0,0 0 0 0 0,0 1-1 0 0,0-1 1 0 0,0 1 0 0 0,0-1-1 0 0,1 1 1 0 0,-1 0 0 0 0,0 0 1 0 0,0-1 1 0 0,0 1-1 0 0,0-1 1 0 0,0 1-1 0 0,0-1 1 0 0,0 1-1 0 0,0-1 1 0 0,0 1-1 0 0,0-1 1 0 0,1 1-1 0 0,-1-1 1 0 0,0 1-1 0 0,0-1 1 0 0,1 0-1 0 0,-1 1 1 0 0,0-1-1 0 0,1 1 1 0 0,-1-1-1 0 0,0 0 1 0 0,1 1-1 0 0,-1-1 1 0 0,0 0-1 0 0,2 1 0 0 0,-1 5 110 0 0,1 6-56 0 0,0 1 1 0 0,1-1-1 0 0,0 1 1 0 0,1-1-1 0 0,0 0 0 0 0,1-1 1 0 0,1 1-1 0 0,0-1 0 0 0,0 0 1 0 0,1 0-1 0 0,0-1 0 0 0,12 13 1 0 0,-16-20-70 0 0,19 10-151 0 0,-18-10-1 0 0,1-2-64 0 0,14 4-60 0 0,-15-4-64 0 0,2-1-496 0 0,34-3-956 0 0,-37 2 1355 0 0,1 1 0 0 0,-1-1 0 0 0,0 0 0 0 0,0 0-1 0 0,0 0 1 0 0,0 0 0 0 0,0-1 0 0 0,-1 1 0 0 0,1-1-1 0 0,0 1 1 0 0,-1-1 0 0 0,1 0 0 0 0,4-5 0 0 0,9-13-2689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 1 2084 0 0,'0'0'7995'0'0,"-2"4"-7654"0"0,-7 12-41 0 0,6-12-32 0 0,3 2-46 0 0,-1 42 194 0 0,-6 61-295 0 0,1-57-990 0 0,4-1-996 0 0,0-1-917 0 0,0-16 488 0 0,1-25-1603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90 317 3276 0 0,'0'0'1570'0'0,"-5"-1"-153"0"0,-45-17 3635 0 0,45 16-4361 0 0,0-5 187 0 0,-7-4 223 0 0,0-29 19 0 0,12 36-964 0 0,0 3-145 0 0,1 1 0 0 0,0-1 0 0 0,-1 1 0 0 0,1-1 0 0 0,-1 0-1 0 0,0 0 1 0 0,1 1 0 0 0,-1-1 0 0 0,1 0 0 0 0,-1 0-1 0 0,0 1 1 0 0,0-1 0 0 0,1 0 0 0 0,-1 0 0 0 0,0 0 0 0 0,0 1-1 0 0,0-1 1 0 0,0-1 0 0 0,4-18 145 0 0,-1 13-88 0 0,0 0 0 0 0,1 0 0 0 0,-1 0 0 0 0,1 0 1 0 0,1 0-1 0 0,-1 1 0 0 0,1 0 0 0 0,1 0 0 0 0,6-6 0 0 0,-6 6-140 0 0,1 0 42 0 0,35-15 369 0 0,-38 19-339 0 0,2 1-76 0 0,15-4 21 0 0,-16 4 21 0 0,0 2 13 0 0,1 1 14 0 0,-1-1 0 0 0,1 1-1 0 0,-1 0 1 0 0,0 1-1 0 0,0-1 1 0 0,0 1 0 0 0,0 0-1 0 0,-1 0 1 0 0,1 1-1 0 0,-1-1 1 0 0,0 1-1 0 0,0 0 1 0 0,0 0 0 0 0,4 6-1 0 0,2 7-3 0 0,0 2 0 0 0,12 32 0 0 0,-9-4 18 0 0,-12-42-16 0 0,0 1-24 0 0,6 47 30 0 0,-6-48-1 0 0,0-1 10 0 0,2 15-16 0 0,-2-14-15 0 0,2-9-1064 0 0,10-10 909 0 0,-10 10 8 0 0,-2-2-16 0 0,6-45-200 0 0,-3-1 0 0 0,-3-68 0 0 0,-6 59 408 0 0,4 57 17 0 0,1-1 8 0 0,-7-40 280 0 0,13 63-259 0 0,1 0 0 0 0,18 32 0 0 0,-24-49-65 0 0,8 14 13 0 0,1-1-1 0 0,0 0 1 0 0,1 0 0 0 0,14 14-1 0 0,-17-22-121 0 0,-1 0 0 0 0,1 0 0 0 0,0-1 0 0 0,0 0 0 0 0,0 0 0 0 0,1 0 0 0 0,0-2 0 0 0,11 5 0 0 0,-7-6-827 0 0,1 0 0 0 0,-1-1-1 0 0,1 0 1 0 0,0-2 0 0 0,19-1-1 0 0,-27 1 486 0 0,19-5-2699 0 0,2-1-669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57 3056 0 0,'0'0'10815'0'0,"-1"-3"-10683"0"0,-5-13-27 0 0,5 12 244 0 0,2 0-303 0 0,2-13-16 0 0,-2 12 10 0 0,18-2-85 0 0,-15 6 58 0 0,-2 2-11 0 0,0-1 1 0 0,0 1-1 0 0,1 0 0 0 0,-1 0 1 0 0,0 0-1 0 0,0 0 1 0 0,0 0-1 0 0,0 0 1 0 0,0 1-1 0 0,0-1 0 0 0,-1 1 1 0 0,1-1-1 0 0,0 1 1 0 0,-1 0-1 0 0,3 3 1 0 0,25 38 14 0 0,-1 19 1 0 0,-25-52-23 0 0,1 0 0 0 0,-2 1 0 0 0,1-1 0 0 0,-1 1 0 0 0,0 12 0 0 0,-1-15 3 0 0,3 16 24 0 0,-4 6-2 0 0,-21 87 104 0 0,20-111-142 0 0,0-4 8 0 0,-1 1-1 0 0,1-1 0 0 0,0 1 1 0 0,-1-1-1 0 0,1 0 0 0 0,-1 1 1 0 0,0-1-1 0 0,0 0 0 0 0,0 0 1 0 0,0-1-1 0 0,0 1 0 0 0,0 0 1 0 0,-5 2-1 0 0,4-2-134 0 0,-17-9-397 0 0,16 6 374 0 0,3-1 139 0 0,0 1 1 0 0,0-1 0 0 0,0 1 0 0 0,-1-1-1 0 0,1 1 1 0 0,0 0 0 0 0,-1-1 0 0 0,1 1-1 0 0,0 0 1 0 0,-3-1 0 0 0,-1-5-59 0 0,0 1 1 0 0,1-1-1 0 0,0 0 1 0 0,1 0-1 0 0,-1 0 0 0 0,1 0 1 0 0,-3-12-1 0 0,5 15 53 0 0,3 1-79 0 0,6-11 115 0 0,-6 10 22 0 0,3 5-11 0 0,14 1 3 0 0,-15-2-6 0 0,2 2-3 0 0,15 4-309 0 0,0-2 0 0 0,1 0-1 0 0,0-1 1 0 0,0-1-1 0 0,0 0 1 0 0,0-2-1 0 0,44-6 1 0 0,-6-9-3069 0 0,-49 11 855 0 0,12-5-1786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9 3544 0 0,'0'0'4958'0'0,"-3"-2"-3696"0"0,-12-4 3368 0 0,9 12-2227 0 0,7 12-3038 0 0,71 232-262 0 0,-3-10-4016 0 0,-44-149-31 0 0,-13-45-424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17 4272 0 0,'-1'-4'1476'0'0,"-5"-9"597"0"0,6 14-1938 0 0,-1-1 0 0 0,0 0 1 0 0,1 0-1 0 0,-1 0 0 0 0,1 1 0 0 0,-1-1 0 0 0,1 0 0 0 0,-1 1 1 0 0,1-1-1 0 0,-1 0 0 0 0,1 1 0 0 0,-1-1 0 0 0,1 1 1 0 0,0-1-1 0 0,-1 1 0 0 0,1-1 0 0 0,0 1 0 0 0,-1-1 1 0 0,1 1-1 0 0,0-1 0 0 0,0 1 0 0 0,-1 0 0 0 0,-1 3 306 0 0,1 0-254 0 0,1-2-144 0 0,0-1-21 0 0,0 0 1 0 0,0 1-1 0 0,0-1 0 0 0,0 1 0 0 0,0-1 0 0 0,0 0 1 0 0,-1 1-1 0 0,1-1 0 0 0,0 1 0 0 0,-1-1 0 0 0,1 0 1 0 0,-2 3 135 0 0,2 1-11 0 0,1 17-8 0 0,0-17 9 0 0,0 0-4 0 0,17 43 325 0 0,-16-43-358 0 0,0-2-4 0 0,23 29 175 0 0,-23-30-235 0 0,19 8 72 0 0,-16-9-101 0 0,49 7 34 0 0,-48-7-52 0 0,-1-1-8 0 0,17 1-4 0 0,-16 0 11 0 0,-1-1-16 0 0,15 4 8 0 0,-15-3 26 0 0,12 5 37 0 0,-14-4-43 0 0,1-1 96 0 0,8 14-45 0 0,-10-12-41 0 0,-3 3-7 0 0,1 0 0 0 0,-1 0 0 0 0,-1 0-1 0 0,1 0 1 0 0,-1-1 0 0 0,0 1 0 0 0,0-1 0 0 0,-1 1 0 0 0,0-1 0 0 0,0 0 0 0 0,0 0 0 0 0,0 0-1 0 0,-6 5 1 0 0,-4 5-57 0 0,-1 0 0 0 0,-17 14-1 0 0,30-29 38 0 0,-19 14-539 0 0,17-12 94 0 0,-1 0-152 0 0,-14 3-269 0 0,14-3-353 0 0,-1-3-1952 0 0,-16-1 528 0 0,15 1-1881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1 250 2772 0 0,'0'0'1724'0'0,"0"-5"-405"0"0,1-2-1053 0 0,0 1 1 0 0,0-1-1 0 0,1 1 1 0 0,0-1-1 0 0,0 1 1 0 0,1-1-1 0 0,-1 1 0 0 0,1 0 1 0 0,1 0-1 0 0,-1 1 1 0 0,1-1-1 0 0,0 1 1 0 0,0 0-1 0 0,1-1 1 0 0,-1 2-1 0 0,8-7 1 0 0,9-8-518 0 0,0 2 0 0 0,1 0 0 0 0,0 1 0 0 0,2 2 0 0 0,0 0 0 0 0,31-12-1 0 0,-10 11-4423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110 21 3128 0 0,'0'0'3941'0'0,"-2"-2"-3039"0"0,-7-9-122 0 0,6 8 1463 0 0,-32 8-1675 0 0,34-4-537 0 0,-1 0 0 0 0,1 0-1 0 0,0 0 1 0 0,-1 0 0 0 0,1 0-1 0 0,0 0 1 0 0,-1 0 0 0 0,1 1-1 0 0,0-1 1 0 0,-2 3 0 0 0,-2 2 52 0 0,1 0 1 0 0,-1 1-1 0 0,1-1 1 0 0,0 1-1 0 0,0 0 1 0 0,1 0-1 0 0,0 0 1 0 0,0 1-1 0 0,1-1 1 0 0,0 1 0 0 0,0 0-1 0 0,1-1 1 0 0,0 1-1 0 0,0 0 1 0 0,1 15-1 0 0,0-23-76 0 0,-1 5 40 0 0,3 2-4 0 0,-1-3-37 0 0,-1 0 4 0 0,1 1 0 0 0,0-1 0 0 0,0 0 1 0 0,0 0-1 0 0,1 0 0 0 0,0 0 1 0 0,-1 0-1 0 0,1-1 0 0 0,1 1 0 0 0,-1 0 1 0 0,5 5-1 0 0,-2-5-65 0 0,1 0 0 0 0,-1-1 0 0 0,1 1 0 0 0,-1-1 0 0 0,1-1-1 0 0,0 1 1 0 0,0-1 0 0 0,1 0 0 0 0,8 2 0 0 0,-10-4-57 0 0,1-1 11 0 0,0 0 100 0 0,0 0 0 0 0,0-1 0 0 0,0 0 0 0 0,0 0 0 0 0,0 0 0 0 0,-1-1-1 0 0,1 1 1 0 0,-1-1 0 0 0,0-1 0 0 0,1 1 0 0 0,-2-1 0 0 0,1 0-1 0 0,0 0 1 0 0,-1 0 0 0 0,0-1 0 0 0,0 1 0 0 0,0-1 0 0 0,0 0-1 0 0,-1 0 1 0 0,0-1 0 0 0,0 1 0 0 0,4-11 0 0 0,-5 12 8 0 0,5-19 32 0 0,-4-13-38 0 0,-5 28-12 0 0,0 2-2 0 0,1 2-73 0 0,0 0-1 0 0,0-1 1 0 0,-1 1 0 0 0,1 0-1 0 0,-1 0 1 0 0,0 0 0 0 0,0 0-1 0 0,0 0 1 0 0,-1 0 0 0 0,1 1-1 0 0,-1-1 1 0 0,0 1 0 0 0,0-1-1 0 0,0 1 1 0 0,-1 0 0 0 0,1 0-1 0 0,-1 1 1 0 0,0-1 0 0 0,-6-3-1 0 0,-9-1-437 0 0,14 6-220 0 0,-2 1-320 0 0,-1-1 596 0 0,-8 0-62 0 0,-4 6-2582 0 0,-11 5-1374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13 4480 0 0,'0'0'1595'0'0,"-2"-3"-245"0"0,2 2-1193 0 0,0 1 0 0 0,0-1 0 0 0,-1 1 0 0 0,1-1 0 0 0,0 1 0 0 0,0-1 0 0 0,-1 1-1 0 0,1 0 1 0 0,0-1 0 0 0,0 1 0 0 0,-1-1 0 0 0,1 1 0 0 0,-1 0 0 0 0,1-1 0 0 0,0 1 0 0 0,-1 0-1 0 0,1-1 1 0 0,-1 1 0 0 0,1 0 0 0 0,-1 0 0 0 0,1-1 0 0 0,-1 1 0 0 0,1 0 0 0 0,-1 0-1 0 0,1 0 1 0 0,-1 0 0 0 0,1-1 0 0 0,-1 1 0 0 0,1 0 0 0 0,-2 0 0 0 0,-1 16 731 0 0,7 29-1163 0 0,37 163-410 0 0,18 112-4387 0 0,-50-252 2453 0 0,-1-7-1867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53 3576 0 0,'0'-4'1705'0'0,"-3"-15"-276"0"0,3 14 1570 0 0,-5-15-1916 0 0,5 16 4 0 0,0 9-932 0 0,71 264-672 0 0,-65-246-16 0 0,1-7 154 0 0,-2-5-116 0 0,36 56-4115 0 0,-39-64 2584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50 151 2828 0 0,'-1'-4'1266'0'0,"-4"-12"-172"0"0,4 12 551 0 0,-1 0-959 0 0,2 4-622 0 0,0-1 0 0 0,0 0 0 0 0,0 1 1 0 0,0-1-1 0 0,-1 1 0 0 0,1-1 0 0 0,0 1 0 0 0,0-1 0 0 0,-1 1 0 0 0,1-1 0 0 0,0 1 0 0 0,-1-1 0 0 0,1 1 0 0 0,0 0 0 0 0,-1-1 0 0 0,1 1 0 0 0,-1-1 0 0 0,1 1 0 0 0,-1 0 0 0 0,1-1 0 0 0,-1 1 0 0 0,1 0 0 0 0,-1 0 0 0 0,1-1 0 0 0,-1 1 0 0 0,1 0 0 0 0,-1 0 0 0 0,0 0 0 0 0,-13 8 854 0 0,13-8-1013 0 0,-3 3 307 0 0,-1 17 15 0 0,3-15-173 0 0,1 0 109 0 0,0 1-18 0 0,1 0-108 0 0,-1 2 11 0 0,1 0 0 0 0,0 0 0 0 0,0 0 0 0 0,1 0-1 0 0,0 1 1 0 0,0-2 0 0 0,1 1 0 0 0,0 0 0 0 0,0 0-1 0 0,1 0 1 0 0,6 14 0 0 0,12 9-80 0 0,-17-27 16 0 0,-1-1 21 0 0,1 0 2 0 0,12 9-15 0 0,-12-9-16 0 0,1-1-24 0 0,12 4 4 0 0,-13-4 12 0 0,2-2 1 0 0,16 0 25 0 0,-16 0 21 0 0,-2-2 4 0 0,15-7 14 0 0,-14 7 4 0 0,-3-2 5 0 0,6-11-2 0 0,-7 11-29 0 0,0 1-1 0 0,0-1 0 0 0,-1 1 0 0 0,1-1 0 0 0,-1 1 0 0 0,0-1 1 0 0,0 0-1 0 0,0 1 0 0 0,0-1 0 0 0,0 1 0 0 0,-2-7 1 0 0,1 4 6 0 0,-3-7-1 0 0,0 0-1 0 0,0 0 1 0 0,-2 0-1 0 0,1 1 1 0 0,-1 0-1 0 0,-13-18 0 0 0,17 27-17 0 0,-1-1-22 0 0,-7-11-91 0 0,7 11 36 0 0,1 1-173 0 0,2 2 124 0 0,-1 0 0 0 0,1 0 0 0 0,-1 0 0 0 0,1 0 0 0 0,-1 1-1 0 0,1-1 1 0 0,-1 0 0 0 0,1 0 0 0 0,0 0 0 0 0,-1 0 0 0 0,1 0 0 0 0,0-1-1 0 0,0 1 1 0 0,0-2 0 0 0,0 2 54 0 0,1 1 0 0 0,-1-1 0 0 0,1 0 0 0 0,-1 0 0 0 0,1 0 0 0 0,-1 0 0 0 0,1 1 0 0 0,0-1 0 0 0,-1 0 0 0 0,1 1 0 0 0,0-1 0 0 0,0 0 0 0 0,0 1 0 0 0,-1-1 0 0 0,1 1 0 0 0,0-1 0 0 0,0 1 0 0 0,0 0 0 0 0,0-1 0 0 0,0 1-1 0 0,0 0 1 0 0,0-1 0 0 0,0 1 0 0 0,0 0 0 0 0,1 0 0 0 0,19-4-310 0 0,-15 3 52 0 0,0-1 38 0 0,18-3 541 0 0,1-2 1 0 0,-1 0 0 0 0,0-2 0 0 0,33-17 0 0 0,-53 24 129 0 0,-3 2-328 0 0,0 0 0 0 0,0-1 0 0 0,1 1 0 0 0,-1-1 0 0 0,0 1-1 0 0,0-1 1 0 0,1 1 0 0 0,-1-1 0 0 0,0 0 0 0 0,0 0 0 0 0,0 1-1 0 0,2-3 1 0 0,-1 1 56 0 0,1 0 576 0 0,0 0-391 0 0,10-5-35 0 0,-10 5 784 0 0,-3 7-951 0 0,-1 6 9 0 0,0-1 1 0 0,-1 1-1 0 0,-1-1 1 0 0,-7 19-1 0 0,5-14 22 0 0,0 1 1 0 0,1-1-1 0 0,-3 29 0 0 0,4-23-43 0 0,3-15 74 0 0,0 0-101 0 0,7 37-32 0 0,-4-36-15 0 0,1-2-2 0 0,-3-2-15 0 0,0-1 1 0 0,1 1-1 0 0,0 0 0 0 0,0-1 1 0 0,0 0-1 0 0,0 1 0 0 0,0-1 1 0 0,0 0-1 0 0,0 0 0 0 0,1 0 1 0 0,-1 0-1 0 0,1 0 0 0 0,3 1 1 0 0,-4-1-35 0 0,2 0-158 0 0,1-1-11 0 0,18 5-7 0 0,-18-5 2 0 0,2-2 13 0 0,6 0 68 0 0,1-1 0 0 0,-1-1 0 0 0,21-6 0 0 0,-28 6 134 0 0,-1 1 1 0 0,1-1-1 0 0,-1 0 1 0 0,1 0-1 0 0,-1 0 1 0 0,0-1 0 0 0,-1 0-1 0 0,1 0 1 0 0,0 0-1 0 0,-1-1 1 0 0,7-9 0 0 0,17-29 163 0 0,-27 40-156 0 0,0-1 1 0 0,0 1 0 0 0,0 0 0 0 0,0 0-1 0 0,-1-1 1 0 0,1 1 0 0 0,-1 0 0 0 0,0-1-1 0 0,0 1 1 0 0,0-1 0 0 0,-1 1 0 0 0,1 0-1 0 0,-1-4 1 0 0,0 1-11 0 0,0 1-53 0 0,0 0-1 0 0,-1 0 1 0 0,1 1-1 0 0,-1-1 1 0 0,0 0-1 0 0,-1 1 0 0 0,1 0 1 0 0,-4-6-1 0 0,3 5-22 0 0,1 3-52 0 0,0 0 0 0 0,-1-1 1 0 0,1 1-1 0 0,0 0 0 0 0,-1 0 0 0 0,0 1 0 0 0,1-1 0 0 0,-1 0 0 0 0,0 1 0 0 0,0-1 0 0 0,0 1 0 0 0,0 0 1 0 0,0 0-1 0 0,0 0 0 0 0,-6 0 0 0 0,7 0 9 0 0,1 1 13 0 0,-1-1-28 0 0,0 1 1 0 0,0-1 0 0 0,0 0 0 0 0,0 1 0 0 0,0 0-1 0 0,0-1 1 0 0,0 1 0 0 0,0 0 0 0 0,0 0-1 0 0,0 0 1 0 0,0 0 0 0 0,0 0 0 0 0,0 1-1 0 0,-3 0 1 0 0,-7 1-1820 0 0,-17 4-1392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1 3612 0 0,'0'0'5145'0'0,"-7"32"-4341"0"0,16 19-532 0 0,-2-18-84 0 0,3 6-20 0 0,1 4-16 0 0,1 1-56 0 0,0 3-32 0 0,-1 2-176 0 0,1 2-152 0 0,-2 1-304 0 0,3 2-408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127 162 3368 0 0,'0'0'1126'0'0,"-2"-4"-171"0"0,-5-11-204 0 0,5 11-157 0 0,1 0-73 0 0,-16-68 1476 0 0,16 68-1719 0 0,2 0-37 0 0,13-39 716 0 0,-11 39-696 0 0,19-4 142 0 0,-22 8-395 0 0,1 1 0 0 0,-1-1-1 0 0,0 1 1 0 0,0-1-1 0 0,0 0 1 0 0,0 1-1 0 0,0-1 1 0 0,1 0-1 0 0,-1 1 1 0 0,0-1 0 0 0,0 1-1 0 0,1-1 1 0 0,-1 0-1 0 0,0 0 1 0 0,0 1-1 0 0,1-1 1 0 0,-1 0-1 0 0,0 1 1 0 0,1-1 0 0 0,-1 0-1 0 0,0 0 1 0 0,1 0-1 0 0,-1 0 1 0 0,0 1-1 0 0,2-1 1 0 0,12 12 189 0 0,-9-2-145 0 0,0 0 0 0 0,-1-1 0 0 0,0 1 0 0 0,-1 1 1 0 0,0-1-1 0 0,0 0 0 0 0,-1 1 0 0 0,1 21 0 0 0,-2-14-32 0 0,-1 0 0 0 0,-1 0 0 0 0,0 0 0 0 0,-1 0 0 0 0,-5 18 0 0 0,2-19-39 0 0,-1-1 0 0 0,-1 1 1 0 0,0-1-1 0 0,-1 0 0 0 0,-1-1 0 0 0,0 0 0 0 0,-1 0 0 0 0,0-1 0 0 0,-14 13 0 0 0,21-24 20 0 0,2-2 6 0 0,-1-1 0 0 0,1 0-1 0 0,-1 1 1 0 0,1-1 0 0 0,0 1 0 0 0,-1 0 0 0 0,1-1-1 0 0,0 1 1 0 0,-1 0 0 0 0,1 0 0 0 0,0 0-1 0 0,-2 2 1 0 0,0-1 9 0 0,-1 0 76 0 0,-1-2-120 0 0,-20 2-117 0 0,22-6 198 0 0,-11-11-10 0 0,11 11-15 0 0,1-1-14 0 0,0-7-6 0 0,1 0 1 0 0,0 0-1 0 0,1 0 1 0 0,0-1 0 0 0,3-13-1 0 0,-2 21 11 0 0,-1 4-17 0 0,0 0 0 0 0,1 0 0 0 0,-1 0 0 0 0,0 0 0 0 0,1 0 0 0 0,-1 0 0 0 0,1 0 0 0 0,-1 0 0 0 0,1 0 0 0 0,0 0 0 0 0,-1 1 0 0 0,1-1 0 0 0,0 0 0 0 0,0 0 1 0 0,-1 1-1 0 0,1-1 0 0 0,0 0 0 0 0,0 1 0 0 0,0-1 0 0 0,0 1 0 0 0,0-1 0 0 0,1 0 0 0 0,17-6 50 0 0,-18 7-45 0 0,3-2 49 0 0,1 4-3 0 0,2-1-35 0 0,41 19 89 0 0,13 7-112 0 0,-47-20-366 0 0,0-1 0 0 0,0-1-1 0 0,0 0 1 0 0,0-1 0 0 0,1-1-1 0 0,0 0 1 0 0,-1-1 0 0 0,1-1-1 0 0,0 0 1 0 0,0-1 0 0 0,0 0-1 0 0,0-1 1 0 0,0-1 0 0 0,26-7-1 0 0,-32 9 161 0 0,-6-1 103 0 0,1 1-1 0 0,-1-1 1 0 0,0 1 0 0 0,1-1 0 0 0,-1 0 0 0 0,0 0-1 0 0,0 0 1 0 0,0-1 0 0 0,6-2 0 0 0,-3 1-92 0 0,2 0-288 0 0,-1 0 0 0 0,1-1 0 0 0,-1 0 0 0 0,0 0 0 0 0,-1-1 0 0 0,12-8 0 0 0,6-11-1806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172 158 2184 0 0,'1'-23'934'0'0,"0"18"-235"0"0,-2-1 102 0 0,-12-43 1651 0 0,11 45-2016 0 0,2 4-415 0 0,-1-1 1 0 0,1 1-1 0 0,0-1 0 0 0,0 1 0 0 0,0 0 1 0 0,-1-1-1 0 0,1 1 0 0 0,0-1 0 0 0,-1 1 1 0 0,1 0-1 0 0,-1-1 0 0 0,1 1 0 0 0,0 0 1 0 0,-1-1-1 0 0,1 1 0 0 0,-1 0 0 0 0,1 0 1 0 0,-1-1-1 0 0,1 1 0 0 0,-1 0 0 0 0,1 0 1 0 0,0 0-1 0 0,-1 0 0 0 0,0 0 0 0 0,-10-7 837 0 0,5 8-585 0 0,1 0-193 0 0,0 0 0 0 0,-1 0 1 0 0,1 1-1 0 0,0-1 0 0 0,0 2 0 0 0,0-1 0 0 0,0 0 0 0 0,1 1 0 0 0,-1 0 0 0 0,1 0 1 0 0,-1 0-1 0 0,1 1 0 0 0,0-1 0 0 0,0 1 0 0 0,-5 6 0 0 0,1 4 17 0 0,0 0-1 0 0,1 0 0 0 0,1 0 1 0 0,0 1-1 0 0,0 0 1 0 0,-2 17-1 0 0,7-27-49 0 0,1 1-17 0 0,0 20 10 0 0,0-19-6 0 0,2-2 2 0 0,5 16-29 0 0,-6-16-46 0 0,3-2-15 0 0,10 10-8 0 0,-11-9 8 0 0,2-3 5 0 0,12 6 2 0 0,-13-5 11 0 0,1-3 26 0 0,15 0 30 0 0,-15 1-7 0 0,0-2 18 0 0,1-1 23 0 0,0 1 0 0 0,0-1 0 0 0,-1 0 0 0 0,1 0 0 0 0,-1-1 0 0 0,0 1 0 0 0,0-1 1 0 0,0-1-1 0 0,-1 1 0 0 0,0-1 0 0 0,1 1 0 0 0,3-7 0 0 0,18-43 377 0 0,-23 42-296 0 0,0 0-1 0 0,-1 0 0 0 0,0 0 1 0 0,-1-1-1 0 0,0 1 0 0 0,-2-21 1 0 0,1 26-33 0 0,-3 3-25 0 0,1 0-69 0 0,0 1 1 0 0,0-1-1 0 0,-1 1 0 0 0,1-1 1 0 0,-1 1-1 0 0,0 0 0 0 0,0 0 1 0 0,-7-4-1 0 0,6 4-72 0 0,-1 4-154 0 0,-23 0-185 0 0,27-1 354 0 0,1 0 0 0 0,-1 0 0 0 0,0 1 0 0 0,1-1 0 0 0,-1 0 0 0 0,0 0 1 0 0,1 0-1 0 0,-1 1 0 0 0,0-1 0 0 0,1 0 0 0 0,-1 1 0 0 0,1-1 0 0 0,-1 1 0 0 0,0-1 0 0 0,1 0 0 0 0,-1 1 0 0 0,1-1 1 0 0,-1 1-1 0 0,1 0 0 0 0,0-1 0 0 0,-1 1 0 0 0,1-1 0 0 0,0 1 0 0 0,-1 0 0 0 0,1-1 0 0 0,0 1 0 0 0,0-1 1 0 0,-1 1-1 0 0,1 0 0 0 0,0 0 0 0 0,0-1 0 0 0,0 1 0 0 0,0 1 0 0 0,0 17-911 0 0,0-19 1046 0 0,1 5-607 0 0,3-2-57 0 0,4 1 126 0 0,0-1 1 0 0,0 1-1 0 0,0-2 0 0 0,0 1 0 0 0,0-1 0 0 0,1 0 0 0 0,-1 0 1 0 0,12-1-1 0 0,-7 0 227 0 0,1-2 1 0 0,-1 0 0 0 0,0 0-1 0 0,0-1 1 0 0,-1-1 0 0 0,19-6 0 0 0,-15 3 951 0 0,1-1 0 0 0,-2 0 1 0 0,1-1-1 0 0,22-16 1 0 0,-34 22-180 0 0,-1-1 14 0 0,13-9-14 0 0,-13 9 382 0 0,10-11 880 0 0,-20 23-1730 0 0,0-1 1 0 0,0 2-1 0 0,1-1 0 0 0,0 1 1 0 0,0 0-1 0 0,1 0 0 0 0,1 1 1 0 0,0-1-1 0 0,0 1 0 0 0,1 0 1 0 0,0 0-1 0 0,-1 17 0 0 0,3-23-57 0 0,2 1 27 0 0,1 5-18 0 0,0 0-1 0 0,1-1 0 0 0,1 1 1 0 0,-1-1-1 0 0,8 12 1 0 0,-9-18-35 0 0,3-1 15 0 0,1 0 55 0 0,2 1 1 0 0,-1-2 0 0 0,0 1-1 0 0,1-1 1 0 0,-1 0-1 0 0,1-1 1 0 0,-1 1-1 0 0,15-1 1 0 0,-16-1 243 0 0,-1-3-65 0 0,3 0-106 0 0,0-1 0 0 0,0-1 0 0 0,0 1 0 0 0,-1-1 0 0 0,11-10-1 0 0,-15 12-152 0 0,0 0-1 0 0,-1 0 0 0 0,1 0 0 0 0,-1 0 1 0 0,0 0-1 0 0,0 0 0 0 0,0-1 0 0 0,0 1 1 0 0,-1-1-1 0 0,1 0 0 0 0,-1 1 1 0 0,0-1-1 0 0,0 0 0 0 0,-1 0 0 0 0,1 0 1 0 0,-1 0-1 0 0,1 0 0 0 0,-2-5 0 0 0,1 2-213 0 0,-1-1 0 0 0,0 0 1 0 0,-1 1-1 0 0,0-1 0 0 0,0 1 0 0 0,0 0 0 0 0,-1 0 0 0 0,-1 0 0 0 0,1 0 0 0 0,-1 0 0 0 0,0 0 0 0 0,0 1 0 0 0,-1 0 0 0 0,0 0 1 0 0,-7-7-1 0 0,5 6-420 0 0,0 2 0 0 0,0-1 0 0 0,0 1 1 0 0,-1 0-1 0 0,0 1 0 0 0,0 0 0 0 0,0 0 1 0 0,-15-5-1 0 0,-17-1-4359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29 342 2512 0 0,'-28'8'7127'0'0,"33"-11"-6745"0"0,59-26 57 0 0,98-29 0 0 0,-50 19-307 0 0,172-73-1127 0 0,-101 28-4310 0 0,-136 59 614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 1 3308 0 0,'0'0'2269'0'0,"-4"1"-1440"0"0,1 0-653 0 0,-1 1 1 0 0,1-1-1 0 0,-1 1 1 0 0,1 0-1 0 0,0 0 1 0 0,0 0-1 0 0,0 1 1 0 0,0-1-1 0 0,0 1 1 0 0,0 0-1 0 0,1 0 1 0 0,-1 0-1 0 0,1 0 1 0 0,0 0-1 0 0,0 0 1 0 0,0 0-1 0 0,0 1 1 0 0,0-1-1 0 0,1 1 1 0 0,0-1-1 0 0,0 1 0 0 0,-1 5 1 0 0,0-5 254 0 0,3 2-277 0 0,3 17-56 0 0,-3-17 50 0 0,1-2-2 0 0,3 1-91 0 0,0 1 1 0 0,0-1-1 0 0,0 0 1 0 0,0 0-1 0 0,1 0 1 0 0,0-1-1 0 0,0 0 1 0 0,0 0-1 0 0,13 5 1 0 0,65 25 71 0 0,-75-31-122 0 0,0 0 23 0 0,1 1-1 0 0,-1 0 1 0 0,0 1 0 0 0,0 0-1 0 0,-1 0 1 0 0,1 1-1 0 0,-1 0 1 0 0,0 0 0 0 0,-1 1-1 0 0,0 0 1 0 0,10 12-1 0 0,-15-16 83 0 0,1 2-1 0 0,13 45 359 0 0,-15-44-387 0 0,-3 0-12 0 0,0 1-61 0 0,1 0 0 0 0,-2 0 0 0 0,1 0 0 0 0,-1 0 0 0 0,-1 0 0 0 0,1-1 0 0 0,-1 1 0 0 0,0-1 0 0 0,0 0 0 0 0,-11 11 0 0 0,-2-4-959 0 0,-37 19 1 0 0,49-30 326 0 0,0-1-106 0 0,-19 5-133 0 0,19-5-72 0 0,0-2-102 0 0,-15-2-227 0 0,15 2-959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1 295 1680 0 0,'2'-6'922'0'0,"8"-12"-490"0"0,0 1 1 0 0,1-1 0 0 0,1 2 0 0 0,1-1 0 0 0,0 2 0 0 0,1 0-1 0 0,0 0 1 0 0,21-14 0 0 0,-10 9-96 0 0,0 2 0 0 0,2 1 0 0 0,0 1 0 0 0,49-21-1 0 0,-52 28-173 0 0,-20 7-69 0 0,1 3 21 0 0,17 0 77 0 0,-16-1 75 0 0,-3 3-78 0 0,10 6-48 0 0,-10-6-27 0 0,-1 0-58 0 0,0 0 1 0 0,0 0-1 0 0,0 1 0 0 0,-1-1 0 0 0,1 1 0 0 0,-1-1 0 0 0,0 1 1 0 0,0-1-1 0 0,1 6 0 0 0,6 45 408 0 0,-3-22-433 0 0,-3-22-12 0 0,0 0-1 0 0,0-1 1 0 0,1 1-1 0 0,0 0 1 0 0,0-1 0 0 0,1 0-1 0 0,1 0 1 0 0,0 0-1 0 0,0 0 1 0 0,0-1 0 0 0,8 9-1 0 0,-10-14 12 0 0,9 2-8 0 0,-11-5-23 0 0,0 1 0 0 0,0-1 0 0 0,0 1 0 0 0,-1-1 0 0 0,1 1 0 0 0,0-1 1 0 0,0 1-1 0 0,0-1 0 0 0,0 0 0 0 0,0 1 0 0 0,0-1 0 0 0,0 0 0 0 0,0 0 0 0 0,0 0 0 0 0,0 0 0 0 0,0 0 1 0 0,0 0-1 0 0,0 0 0 0 0,0 0 0 0 0,1-1 0 0 0,3 1 0 0 0,0 0 0 0 0,1-1 0 0 0,-1 0-1 0 0,0 0 1 0 0,-1 0 0 0 0,1-1 0 0 0,0 1 0 0 0,0-1 0 0 0,0 0 0 0 0,-1-1 0 0 0,0 1-1 0 0,1-1 1 0 0,-1 0 0 0 0,0 0 0 0 0,0 0 0 0 0,0-1 0 0 0,-1 1 0 0 0,1-1 0 0 0,-1 0-1 0 0,0 0 1 0 0,0 0 0 0 0,5-9 0 0 0,-6 9-10 0 0,-1-13 20 0 0,0 13-55 0 0,-1-1 0 0 0,0 1 0 0 0,1 0 0 0 0,-2-1 0 0 0,1 1 0 0 0,0 0 0 0 0,-1 0 0 0 0,0-1 0 0 0,0 1 1 0 0,0 0-1 0 0,-3-7 0 0 0,0 2-143 0 0,2 3 2 0 0,0 0 1 0 0,-1-1 0 0 0,0 1 0 0 0,0 0 0 0 0,0 0-1 0 0,-1 1 1 0 0,0-1 0 0 0,0 1 0 0 0,-7-7 0 0 0,4 5-266 0 0,-24-21-453 0 0,1 10-2526 0 0,2 6 120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12 293 3492 0 0,'0'0'2233'0'0,"-3"2"-1405"0"0,-5 3 1912 0 0,29-10-2179 0 0,34-13-605 0 0,25-12-648 0 0,139-77-1 0 0,-39-10-4740 0 0,-151 94 2481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69 3636 0 0,'-31'-50'4122'0'0,"29"46"-3171"0"0,-1 0-172 0 0,3 4-690 0 0,0-1 0 0 0,0 1-1 0 0,-1-1 1 0 0,1 0 0 0 0,0 1-1 0 0,0-1 1 0 0,-1 1 0 0 0,1-1-1 0 0,0 1 1 0 0,-1 0 0 0 0,1-1-1 0 0,0 1 1 0 0,-1-1 0 0 0,1 1-1 0 0,-1 0 1 0 0,1-1 0 0 0,0 1-1 0 0,-1 0 1 0 0,1-1 0 0 0,-1 1-1 0 0,1 0 1 0 0,-1 0 0 0 0,1-1-1 0 0,-1 1 1 0 0,0 0 0 0 0,1 0-1 0 0,-2 0 1 0 0,0 17 825 0 0,1-15-896 0 0,1 0 1 0 0,0 0 0 0 0,0 0 0 0 0,1 0 0 0 0,-1 0 0 0 0,0 0 0 0 0,1 0 0 0 0,-1 0 0 0 0,1 0 0 0 0,-1 0 0 0 0,1 0 0 0 0,0 0 0 0 0,0 0 0 0 0,2 3-1 0 0,2 3 28 0 0,152 361-1233 0 0,-151-358 607 0 0,0-1 0 0 0,1-1 0 0 0,0 1 0 0 0,0-1 0 0 0,12 11 0 0 0,-17-18-335 0 0,4-1-1251 0 0,15 1 155 0 0,-16-1-1404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13 334 2484 0 0,'0'-5'1203'0'0,"-3"-48"2118"0"0,2 47-2020 0 0,1 1-954 0 0,-4-9 589 0 0,2 13-291 0 0,-1 24 2 0 0,3 30-297 0 0,1-30-207 0 0,3 5-41 0 0,-2-15-44 0 0,-1-5-44 0 0,0 0-1 0 0,1 0 1 0 0,-1 0 0 0 0,1 0 0 0 0,1 0 0 0 0,0-1 0 0 0,0 1 0 0 0,0-1-1 0 0,1 1 1 0 0,0-1 0 0 0,5 7 0 0 0,2-3-15 0 0,-10-10-13 0 0,0 0 0 0 0,1 1 0 0 0,-1-1 0 0 0,1 0 0 0 0,-1 0 0 0 0,1 1 0 0 0,0-1 0 0 0,-1 0 0 0 0,1-1 1 0 0,0 1-1 0 0,-1 0 0 0 0,1 0 0 0 0,0-1 0 0 0,0 1 0 0 0,3-1 0 0 0,0 0-10 0 0,0 0-1 0 0,0-1 1 0 0,0 1-1 0 0,0-1 1 0 0,0 0-1 0 0,-1-1 1 0 0,1 1-1 0 0,0-1 1 0 0,0 0-1 0 0,-1 0 1 0 0,0-1-1 0 0,1 1 1 0 0,-1-1-1 0 0,0 0 1 0 0,6-6-1 0 0,-7 5-6 0 0,-1 0 8 0 0,2-15 4 0 0,-3 15 7 0 0,-1-2 10 0 0,-3-5 51 0 0,0 1 0 0 0,-1 0 0 0 0,0-1 1 0 0,0 2-1 0 0,-1-1 0 0 0,0 0 1 0 0,-1 1-1 0 0,-7-10 0 0 0,5 8 53 0 0,5 8-98 0 0,1 0-1 0 0,-1-1 1 0 0,1 1-1 0 0,0-1 1 0 0,0 0-1 0 0,0 0 1 0 0,-2-7-1 0 0,4 9-21 0 0,0 0 1 0 0,0 0-1 0 0,0 0 1 0 0,0 0-1 0 0,0-1 0 0 0,0 1 1 0 0,1 0-1 0 0,-1 0 0 0 0,1 0 1 0 0,-1 0-1 0 0,1 0 0 0 0,0 0 1 0 0,0 0-1 0 0,0 0 1 0 0,0 0-1 0 0,0 1 0 0 0,0-1 1 0 0,0 0-1 0 0,1 1 0 0 0,-1-1 1 0 0,3-1-1 0 0,13-14-198 0 0,0 1 1 0 0,2 1-1 0 0,0 1 0 0 0,27-16 1 0 0,90-41-487 0 0,-109 57 621 0 0,-23 12 55 0 0,1 1 26 0 0,12-2 112 0 0,-12 2 264 0 0,-3 5-176 0 0,0-1-146 0 0,0 0-1 0 0,-1 0 0 0 0,1 0 0 0 0,-1 0 1 0 0,0 1-1 0 0,0-1 0 0 0,0 0 1 0 0,0 1-1 0 0,0-1 0 0 0,-1 1 1 0 0,0-1-1 0 0,0 1 0 0 0,0-1 0 0 0,0 1 1 0 0,0-1-1 0 0,-1 1 0 0 0,0 3 1 0 0,-6 50 306 0 0,6-50-341 0 0,0-1 1 0 0,0 0-1 0 0,1 1 1 0 0,0-1 0 0 0,1 1-1 0 0,-1-1 1 0 0,1 1-1 0 0,0-1 1 0 0,1 0 0 0 0,0 0-1 0 0,0 1 1 0 0,0-1-1 0 0,0 0 1 0 0,1-1-1 0 0,0 1 1 0 0,1 0 0 0 0,-1-1-1 0 0,6 7 1 0 0,-6-10-57 0 0,-1 1-1 0 0,1-1 1 0 0,-1 0 0 0 0,1 0 0 0 0,0 0-1 0 0,0 0 1 0 0,0 0 0 0 0,0-1 0 0 0,1 1 0 0 0,-1-1-1 0 0,0 0 1 0 0,0 0 0 0 0,1 0 0 0 0,4 0 0 0 0,-5 0 8 0 0,2 0-63 0 0,0-1 0 0 0,0 1 1 0 0,1-1-1 0 0,-1 0 0 0 0,0 0 0 0 0,1 0 1 0 0,-1-1-1 0 0,0 0 0 0 0,10-2 0 0 0,-11 1 59 0 0,9 0-136 0 0,-11 2 156 0 0,0 0 0 0 0,0 0 0 0 0,0-1 0 0 0,0 1-1 0 0,0-1 1 0 0,0 0 0 0 0,0 0 0 0 0,0 1 0 0 0,0-1 0 0 0,-1 0-1 0 0,4-3 1 0 0,7-3-122 0 0,-4 3 164 0 0,-1-1 0 0 0,1-1-1 0 0,-1 1 1 0 0,0-1 0 0 0,-1 0-1 0 0,1-1 1 0 0,6-8 0 0 0,-11 12 15 0 0,1-1 1 0 0,-1 0-1 0 0,0 0 1 0 0,-1 0-1 0 0,1 0 1 0 0,0 0-1 0 0,-1 0 1 0 0,0 0-1 0 0,0-1 0 0 0,-1 1 1 0 0,1 0-1 0 0,-1 0 1 0 0,0-1-1 0 0,0 1 1 0 0,0-1-1 0 0,0 1 1 0 0,-1 0-1 0 0,0 0 1 0 0,0-1-1 0 0,-2-4 1 0 0,-1-3-116 0 0,-1 0 1 0 0,0 1 0 0 0,-1 0 0 0 0,-1 0 0 0 0,1 1 0 0 0,-2-1-1 0 0,1 1 1 0 0,-2 1 0 0 0,1 0 0 0 0,-1 0 0 0 0,-1 0 0 0 0,1 1-1 0 0,-1 1 1 0 0,-1-1 0 0 0,-20-9 0 0 0,29 15-76 0 0,-1 1 1 0 0,0 0 0 0 0,0 0-1 0 0,1 0 1 0 0,-1 0-1 0 0,0 1 1 0 0,0-1 0 0 0,0 1-1 0 0,-4 0 1 0 0,-1-1-203 0 0,5 0 128 0 0,1 1 1 0 0,-1-1-1 0 0,1 1 1 0 0,0 0-1 0 0,-1-1 1 0 0,1 1-1 0 0,-1 0 1 0 0,1 0-1 0 0,-1 1 1 0 0,1-1-1 0 0,0 0 1 0 0,-3 2-1 0 0,-2-1-695 0 0,0 0-3193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54 454 3304 0 0,'-5'1'1189'0'0,"-7"2"-968"0"0,-20 4 4088 0 0,32-6-4274 0 0,0-1-1 0 0,0 0 1 0 0,0 0-1 0 0,0 0 0 0 0,0 0 1 0 0,-1 0-1 0 0,1 0 1 0 0,0 0-1 0 0,0 0 0 0 0,0 0 1 0 0,0 0-1 0 0,-1-1 1 0 0,1 1-1 0 0,0 0 0 0 0,0 0 1 0 0,0 0-1 0 0,0 0 0 0 0,0 0 1 0 0,0 0-1 0 0,-1 0 1 0 0,1 0-1 0 0,0 0 0 0 0,0 0 1 0 0,0 0-1 0 0,0-1 1 0 0,0 1-1 0 0,0 0 0 0 0,0 0 1 0 0,-1 0-1 0 0,1 0 1 0 0,0 0-1 0 0,0 0 0 0 0,0-1 1 0 0,0 1-1 0 0,0 0 0 0 0,0 0 1 0 0,0 0-1 0 0,0 0 1 0 0,0 0-1 0 0,0-1 0 0 0,0 1 1 0 0,0 0-1 0 0,0 0 1 0 0,0 0-1 0 0,0 0 0 0 0,0 0 1 0 0,0-1-1 0 0,0 1 1 0 0,0 0-1 0 0,0 0 0 0 0,14-16-225 0 0,3 2 243 0 0,0 2 1 0 0,2 0 0 0 0,0 1-1 0 0,0 0 1 0 0,27-9 0 0 0,4-4 4 0 0,292-157-485 0 0,-124 43-5909 0 0,-189 116 2183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48 3544 0 0,'-14'-38'3570'0'0,"12"29"-318"0"0,14 29-2412 0 0,86 209-72 0 0,-27-55-1700 0 0,-59-149 72 0 0,-10-21 193 0 0,1-1-177 0 0,6 8 218 0 0,-3-7-3405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31 2368 0 0,'-7'-31'7642'0'0,"8"36"-7441"0"0,3 18 312 0 0,1-21-341 0 0,43 10 151 0 0,-43-11-225 0 0,2-2-2 0 0,155-21 589 0 0,-140 18-583 0 0,-17 3-64 0 0,0 1-4 0 0,19-2-1 0 0,-19 2 3 0 0,1 3 17 0 0,-2-2-48 0 0,-1 1 14 0 0,1-1 1 0 0,0 1-1 0 0,-1 0 0 0 0,1 0 1 0 0,-1 0-1 0 0,0 0 0 0 0,0 1 0 0 0,0-1 1 0 0,0 1-1 0 0,0 0 0 0 0,-1 0 1 0 0,1 0-1 0 0,2 4 0 0 0,21 46 18 0 0,-23-44-13 0 0,0 0 0 0 0,-1 0-1 0 0,0 0 1 0 0,-1 0 0 0 0,0 1-1 0 0,0-1 1 0 0,-1 0 0 0 0,0 0-1 0 0,-1 1 1 0 0,0-1 0 0 0,0 0-1 0 0,-1 0 1 0 0,-1 0 0 0 0,1 0-1 0 0,-1 0 1 0 0,-7 13 0 0 0,6-14-318 0 0,0-1 1 0 0,-1 1 0 0 0,0-1 0 0 0,-1-1 0 0 0,0 1 0 0 0,0-1 0 0 0,0 1 0 0 0,0-2 0 0 0,-1 1-1 0 0,0-1 1 0 0,-1 0 0 0 0,-14 7 0 0 0,18-9-802 0 0,4-3 1028 0 0,-1 0 0 0 0,1 1 0 0 0,-1-1 0 0 0,1 0 0 0 0,-1 1 0 0 0,1-1 1 0 0,-1 0-1 0 0,1 0 0 0 0,-1 1 0 0 0,1-1 0 0 0,-1 0 0 0 0,1 0 0 0 0,-1 0 0 0 0,0 0 0 0 0,1 0 0 0 0,-1 0 0 0 0,1 0 0 0 0,-1 0 0 0 0,1 0 0 0 0,-1 0 0 0 0,0 0 0 0 0,1 0 0 0 0,-1 0 0 0 0,1 0 0 0 0,-1-1 0 0 0,0 1-43 0 0,1 0 0 0 0,-1 0 1 0 0,0-1-1 0 0,1 1 1 0 0,-1 0-1 0 0,1 0 0 0 0,-1 0 1 0 0,0 0-1 0 0,1 0 0 0 0,-1 0 1 0 0,1 0-1 0 0,-1 0 0 0 0,0 0 1 0 0,1 0-1 0 0,-1 0 0 0 0,1 0 1 0 0,-1 1-1 0 0,1-1 1 0 0,-1 0-1 0 0,0 0 0 0 0,1 1 1 0 0,-1-1-1 0 0,1 0 0 0 0,-1 1 1 0 0,0 0-1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0 185 1336 0 0,'0'0'844'0'0,"18"-25"252"0"0,6-1-716 0 0,-6 12-156 0 0,1-1-124 0 0,0-2-124 0 0,2 3-156 0 0,0-1-52 0 0,0 0-212 0 0,1 1-60 0 0,1-1-328 0 0,0 0-892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8 2708 0 0,'0'0'1864'0'0,"3"-2"-1140"0"0,-3 1-643 0 0,1 1 0 0 0,-1 0 0 0 0,0-1 0 0 0,1 1 0 0 0,-1 0 0 0 0,0-1 0 0 0,1 1-1 0 0,-1 0 1 0 0,1 0 0 0 0,-1 0 0 0 0,1-1 0 0 0,-1 1 0 0 0,1 0 0 0 0,-1 0-1 0 0,1 0 1 0 0,-1 0 0 0 0,1 0 0 0 0,-1 0 0 0 0,1 0 0 0 0,-1 0 0 0 0,1 0 0 0 0,-1 0-1 0 0,1 0 1 0 0,-1 0 0 0 0,0 0 0 0 0,1 0 0 0 0,-1 0 0 0 0,1 1 0 0 0,-1-1-1 0 0,1 0 1 0 0,2 15 1198 0 0,-3-14-1469 0 0,1 4 434 0 0,-1 2-3 0 0,1 36 184 0 0,2-1 0 0 0,2 1 1 0 0,2-1-1 0 0,18 61 0 0 0,-22-96-386 0 0,0 0 1 0 0,1 0-1 0 0,0 0 0 0 0,0 0 0 0 0,10 11 1 0 0,-10-13-19 0 0,-2-3-14 0 0,0 0 1 0 0,0 0 0 0 0,1 0 0 0 0,-1 0-1 0 0,0-1 1 0 0,1 1 0 0 0,0-1-1 0 0,-1 1 1 0 0,1-1 0 0 0,0 0 0 0 0,0 0-1 0 0,-1 0 1 0 0,1 0 0 0 0,0-1-1 0 0,0 1 1 0 0,0-1 0 0 0,4 0 0 0 0,-3 1-9 0 0,-1-1 7 0 0,1 0 1 0 0,-1-1-1 0 0,1 1 1 0 0,-1-1-1 0 0,1 1 1 0 0,-1-1-1 0 0,0 0 1 0 0,1 0-1 0 0,-1-1 0 0 0,0 1 1 0 0,0-1-1 0 0,0 0 1 0 0,5-3-1 0 0,-5 3-14 0 0,-2 2 7 0 0,1-1 0 0 0,0 0 0 0 0,-1 0 0 0 0,1 0 0 0 0,0 0-1 0 0,-1 0 1 0 0,1 0 0 0 0,-1-1 0 0 0,0 1 0 0 0,1-1-1 0 0,-1 1 1 0 0,0-1 0 0 0,0 1 0 0 0,1-3 0 0 0,2-1 6 0 0,-2 3-2 0 0,0 0 1 0 0,1-1 0 0 0,-1 1-1 0 0,0-1 1 0 0,0 0 0 0 0,-1 1-1 0 0,1-1 1 0 0,2-4 0 0 0,-1-1-9 0 0,-1 6 0 0 0,-1 0 0 0 0,0 0 1 0 0,1 0-1 0 0,-1 0 0 0 0,0 0 1 0 0,0-1-1 0 0,0 1 0 0 0,0-1 1 0 0,-1 1-1 0 0,1-1 0 0 0,-1 1 1 0 0,1-3-1 0 0,0-3 9 0 0,1 0-20 0 0,-1 0-1 0 0,0 0 1 0 0,0 0 0 0 0,0 0-1 0 0,-1 0 1 0 0,0 0-1 0 0,-1-1 1 0 0,0 1 0 0 0,0 0-1 0 0,-5-13 1 0 0,2 7-123 0 0,-1 1 1 0 0,0 1-1 0 0,0-1 0 0 0,-2 1 1 0 0,-8-13-1 0 0,12 20-24 0 0,0 0 1 0 0,0 0-1 0 0,-1 0 0 0 0,1 0 1 0 0,-1 1-1 0 0,0 0 0 0 0,-1-1 1 0 0,1 2-1 0 0,-1-1 1 0 0,0 0-1 0 0,0 1 0 0 0,0 0 1 0 0,0 0-1 0 0,0 0 0 0 0,-1 1 1 0 0,1 0-1 0 0,-12-3 0 0 0,6 3-378 0 0,-1 1 0 0 0,1 0-1 0 0,0 1 1 0 0,0 0-1 0 0,0 1 1 0 0,-1 0 0 0 0,-15 4-1 0 0,-9 8-3086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44 303 3320 0 0,'-40'24'4636'0'0,"36"-22"-3466"0"0,5-2-1150 0 0,-1 0 1 0 0,0-1-1 0 0,1 1 1 0 0,-1-1-1 0 0,1 1 1 0 0,-1 0-1 0 0,0-1 1 0 0,1 1 0 0 0,-1 0-1 0 0,1 0 1 0 0,-1-1-1 0 0,1 1 1 0 0,-1 0-1 0 0,1 0 1 0 0,0 0 0 0 0,-1 0-1 0 0,1 0 1 0 0,-1 0-1 0 0,1-1 1 0 0,-1 1-1 0 0,1 0 1 0 0,0 1 0 0 0,23-6 327 0 0,85-38 28 0 0,29-9-629 0 0,218-118-1 0 0,-345 164-263 0 0,13-9-221 0 0,-9-1-3171 0 0,-2-1-703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0 398 2620 0 0,'0'0'3980'0'0,"2"-3"-3527"0"0,8-9-41 0 0,-8 9 2138 0 0,0-1-2310 0 0,1-3-106 0 0,1 0-1 0 0,0 0 1 0 0,0 0-1 0 0,1 0 1 0 0,0 1 0 0 0,0-1-1 0 0,0 1 1 0 0,1 1-1 0 0,7-7 1 0 0,-10 10-81 0 0,3 1-33 0 0,-1 1-21 0 0,0 0 1 0 0,-1 0 0 0 0,1 0 0 0 0,0 1-1 0 0,0 0 1 0 0,0-1 0 0 0,0 2-1 0 0,-1-1 1 0 0,1 1 0 0 0,0-1-1 0 0,-1 1 1 0 0,1 0 0 0 0,3 4-1 0 0,0-1 5 0 0,0 0-1 0 0,-1 1 0 0 0,0 1 1 0 0,0-1-1 0 0,0 1 0 0 0,8 12 0 0 0,-5-6 9 0 0,-2 1-1 0 0,1 0 0 0 0,-2 1 0 0 0,0 0 0 0 0,0 0 1 0 0,-2 0-1 0 0,0 1 0 0 0,3 15 0 0 0,-5-17-1 0 0,-1-4-2 0 0,0 0 0 0 0,-1 0 0 0 0,0 1 1 0 0,-1-1-1 0 0,-1 12 0 0 0,1-13-5 0 0,-4 29-8 0 0,2-30 7 0 0,0 2-9 0 0,0 0 1 0 0,0-1 0 0 0,-1 1-1 0 0,-1-1 1 0 0,1 0 0 0 0,-2 0-1 0 0,1 0 1 0 0,-8 10-1 0 0,1-7-37 0 0,0-1 0 0 0,-1 0-1 0 0,-14 9 1 0 0,22-18 19 0 0,-1-1 3 0 0,-14 2 11 0 0,15-2 5 0 0,-1-3 7 0 0,2 2 0 0 0,2 0-1 0 0,0 0 0 0 0,0 0 1 0 0,-1 0-1 0 0,1-1 0 0 0,0 1 0 0 0,0 0 1 0 0,0-1-1 0 0,-1 1 0 0 0,1-1 0 0 0,0 1 1 0 0,0-1-1 0 0,0 1 0 0 0,0-1 0 0 0,0 0 1 0 0,0 0-1 0 0,0 1 0 0 0,0-1 0 0 0,0 0 0 0 0,-1-1 1 0 0,-2-2-7 0 0,1 0 1 0 0,0 0-1 0 0,-1-1 1 0 0,1 1-1 0 0,1-1 1 0 0,-1 0-1 0 0,1 1 1 0 0,-1-1 0 0 0,2 0-1 0 0,-1 0 1 0 0,0-1-1 0 0,0-5 1 0 0,0 3-6 0 0,0 1-24 0 0,1-1 1 0 0,-1 0 0 0 0,1 0-1 0 0,1 0 1 0 0,-1-14-1 0 0,1 14-15 0 0,5-9 110 0 0,-5 16-57 0 0,1 0-1 0 0,-1 0 0 0 0,1 0 1 0 0,-1 0-1 0 0,0 0 1 0 0,1 0-1 0 0,-1 0 0 0 0,0 0 1 0 0,0 0-1 0 0,0 0 0 0 0,0 0 1 0 0,0 1-1 0 0,0-1 0 0 0,0 0 1 0 0,0 0-1 0 0,0 0 0 0 0,-1-2 1 0 0,4-2 9 0 0,0 2-10 0 0,0-1 1 0 0,0 0-1 0 0,1 1 0 0 0,-1 0 0 0 0,1 0 0 0 0,0 0 0 0 0,7-5 0 0 0,-7 6 89 0 0,2 3 12 0 0,7 2-42 0 0,-1 1-1 0 0,1 0 1 0 0,-1 1 0 0 0,0 0-1 0 0,15 9 1 0 0,-18-9-53 0 0,4 4-6 0 0,1-1 0 0 0,1-1-1 0 0,-1 0 1 0 0,17 4 0 0 0,-22-8-172 0 0,1-1 0 0 0,0 0 0 0 0,-1 0 0 0 0,1-1 0 0 0,0-1 0 0 0,0 0 0 0 0,0 0 1 0 0,0-1-1 0 0,-1 0 0 0 0,1 0 0 0 0,0-1 0 0 0,-1-1 0 0 0,1 1 0 0 0,-1-2 0 0 0,0 1 0 0 0,0-1 0 0 0,11-7 0 0 0,-8 5-64 0 0,-2-1 0 0 0,1 0-1 0 0,-1 0 1 0 0,18-17-1 0 0,-23 19 196 0 0,-1 0 0 0 0,0 0 0 0 0,0-1 0 0 0,-1 0 0 0 0,1 1 0 0 0,-1-1 0 0 0,-1 0 0 0 0,1-1 0 0 0,-1 1 0 0 0,0 0 0 0 0,0-1 0 0 0,-1 1 0 0 0,1-9 0 0 0,1-1 122 0 0,-2 0 0 0 0,0 0 0 0 0,-1-1 0 0 0,0 1 0 0 0,-2-1 0 0 0,0 1 0 0 0,0 0 0 0 0,-2 0 0 0 0,0 0 0 0 0,-1 0 0 0 0,-7-16 0 0 0,4 14 111 0 0,-2-1-1 0 0,0 1 0 0 0,-16-20 1 0 0,24 34 6 0 0,-1 4-183 0 0,1-1 0 0 0,0 1 0 0 0,-1-1 0 0 0,1 1 0 0 0,-1 0 0 0 0,1 0 0 0 0,0 0 0 0 0,-1 0 0 0 0,1 1 0 0 0,-1-1 0 0 0,-2 1 0 0 0,-11 21 217 0 0,12 5-122 0 0,3-22-74 0 0,1 1 26 0 0,2 18 9 0 0,-2-18-22 0 0,1 0-21 0 0,3 6-1 0 0,0 0 1 0 0,0-1-1 0 0,2 0 1 0 0,6 12-1 0 0,-10-21 28 0 0,2 1-17 0 0,12 9-17 0 0,-12-9-1 0 0,1-2-22 0 0,45-2-2 0 0,-45 0-60 0 0,-3 0 49 0 0,-1 1-1 0 0,1 0 1 0 0,-1-1-1 0 0,1 0 0 0 0,0 1 1 0 0,-1-1-1 0 0,1 0 1 0 0,-1 0-1 0 0,1 0 0 0 0,-1 0 1 0 0,0 0-1 0 0,3-2 1 0 0,-1 1 19 0 0,0 0 21 0 0,0 0 1 0 0,0 0 0 0 0,0-1 0 0 0,0 1 0 0 0,0-1 0 0 0,0 0 0 0 0,-1 1 0 0 0,1-1 0 0 0,-1 0-1 0 0,0-1 1 0 0,2-3 0 0 0,-1 4-26 0 0,-1-2 75 0 0,0 0 7 0 0,4-16-1 0 0,-5 16-1 0 0,-1 0-4 0 0,-10-41 135 0 0,8 42-154 0 0,0 1-52 0 0,1 1 0 0 0,-1 0 0 0 0,0 0 1 0 0,0-1-1 0 0,0 1 0 0 0,0 1 0 0 0,0-1 1 0 0,0 0-1 0 0,-1 0 0 0 0,1 1 0 0 0,0-1 0 0 0,-4 0 1 0 0,3 0-11 0 0,-9 0 8 0 0,0-2-491 0 0,29-9-122 0 0,110-60-714 0 0,-110 61 1320 0 0,0 0-1 0 0,-1-2 0 0 0,-1 1 0 0 0,28-32 0 0 0,-41 41 107 0 0,0 1 39 0 0,8-11-3 0 0,-8 10 909 0 0,-5 8-936 0 0,0 0-85 0 0,1 1 1 0 0,-1 0-1 0 0,1 0 0 0 0,0 0 1 0 0,0 0-1 0 0,0 0 0 0 0,1 0 1 0 0,0 1-1 0 0,0-1 0 0 0,0 0 1 0 0,1 1-1 0 0,0-1 0 0 0,0 1 1 0 0,0-1-1 0 0,1 7 0 0 0,1 3 11 0 0,1 0-1 0 0,0-1 0 0 0,1 1 0 0 0,7 19 1 0 0,-5-20 64 0 0,-6-13-95 0 0,1 1 0 0 0,0 0-1 0 0,-1 0 1 0 0,1-1 0 0 0,0 1 0 0 0,0 0 0 0 0,1-1 0 0 0,-1 1 0 0 0,0-1 0 0 0,0 1 0 0 0,1-1-1 0 0,2 3 1 0 0,0 0 33 0 0,7 5 14 0 0,1-1 0 0 0,-1 1-1 0 0,23 10 1 0 0,-29-18-8 0 0,1 0-3 0 0,18 1 13 0 0,-18-1 8 0 0,0-3 35 0 0,-4 2-110 0 0,3-1 70 0 0,-1 0 0 0 0,0 0 0 0 0,1 0-1 0 0,-1 0 1 0 0,0-1 0 0 0,0 1 0 0 0,0-1 0 0 0,0 0-1 0 0,0-1 1 0 0,-1 1 0 0 0,1 0 0 0 0,-1-1-1 0 0,1 0 1 0 0,-1 0 0 0 0,0 0 0 0 0,0 0 0 0 0,0-1-1 0 0,0 1 1 0 0,-1-1 0 0 0,0 0 0 0 0,1 0-1 0 0,2-7 1 0 0,-3 5-73 0 0,-1 0 0 0 0,0-1 1 0 0,0 1-1 0 0,0-1 0 0 0,-1 1 0 0 0,0-1 0 0 0,0 0 0 0 0,0 1 0 0 0,-1-1 0 0 0,0 1 0 0 0,0-1 1 0 0,-1 1-1 0 0,0 0 0 0 0,0-1 0 0 0,0 1 0 0 0,-1 0 0 0 0,0 0 0 0 0,0 1 0 0 0,-1-1 0 0 0,1 1 0 0 0,-1-1 1 0 0,0 1-1 0 0,-8-7 0 0 0,11 10-47 0 0,-1 1 1 0 0,1-1 0 0 0,-1 1-1 0 0,1 0 1 0 0,-1 0 0 0 0,0-1-1 0 0,0 1 1 0 0,1 0 0 0 0,-1 0-1 0 0,0 1 1 0 0,0-1 0 0 0,0 0-1 0 0,-3 0 1 0 0,-1-1-122 0 0,-8-1-512 0 0,2 3 51 0 0,-1 1 0 0 0,0 0 0 0 0,0 1 0 0 0,1 1 0 0 0,-1 0 0 0 0,1 1 0 0 0,0 0 0 0 0,0 0-1 0 0,-18 11 1 0 0,-7 9-3870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26 2432 0 0,'0'0'6708'0'0,"-1"-4"-6268"0"0,-1-13-32 0 0,1 12 2415 0 0,3 8-2630 0 0,6 13-32 0 0,0 0-1 0 0,-1 1 1 0 0,7 23 0 0 0,8 19-117 0 0,9 14-688 0 0,18 41-1726 0 0,-13-38-3419 0 0,-24-55 941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112 110 3936 0 0,'0'0'3799'0'0,"-2"3"-3233"0"0,-24 23 2149 0 0,23-24-806 0 0,-1 0-1715 0 0,-15 4 402 0 0,13-24-505 0 0,4 15-77 0 0,0-2 23 0 0,2 0-7 0 0,1-14-6 0 0,0 14 4 0 0,0-1-10 0 0,16-47 17 0 0,-8 38 31 0 0,-4 8-37 0 0,-2 3 15 0 0,1 2-6 0 0,13-3 2 0 0,-12 4-10 0 0,-2 3-32 0 0,2 2 9 0 0,-1-1 1 0 0,0 1 0 0 0,0 0 0 0 0,0 0-1 0 0,-1 0 1 0 0,0 1 0 0 0,0-1 0 0 0,0 1 0 0 0,0 0-1 0 0,3 8 1 0 0,0 1 46 0 0,-2 1 0 0 0,6 24-1 0 0,-9-34-47 0 0,-1 3 19 0 0,0-1-30 0 0,1 3 7 0 0,-1 0-1 0 0,-1 0 0 0 0,0 1 1 0 0,0-2-1 0 0,-1 1 1 0 0,0 0-1 0 0,0 0 0 0 0,-1 0 1 0 0,-1-1-1 0 0,-4 11 1 0 0,-31 34-285 0 0,36-52 178 0 0,-1 1-17 0 0,0-1 27 0 0,0-1 0 0 0,0 1 1 0 0,-1-1-1 0 0,1 1 0 0 0,-1-1 0 0 0,1-1 0 0 0,-1 1 0 0 0,1 0 0 0 0,-1-1 0 0 0,-8-1 0 0 0,10-2-29 0 0,-2-1 92 0 0,1 0 0 0 0,0-1 1 0 0,0 0-1 0 0,0 0 1 0 0,0 0-1 0 0,1 0 1 0 0,0-1-1 0 0,0 0 1 0 0,1 1-1 0 0,-1-1 1 0 0,1 0-1 0 0,0 0 1 0 0,1 0-1 0 0,-2-7 1 0 0,3 8 57 0 0,1 4-17 0 0,-1 0 0 0 0,1 0 0 0 0,0 0 0 0 0,0 0 0 0 0,1 0 0 0 0,-1 0 0 0 0,0 0 0 0 0,0 0 0 0 0,0 0 0 0 0,1 0 0 0 0,-1 1 0 0 0,0-1 0 0 0,1 0 0 0 0,-1 1 0 0 0,0 0 0 0 0,1-1-1 0 0,-1 1 1 0 0,1 0 0 0 0,-1-1 0 0 0,1 1 0 0 0,-1 0 0 0 0,1 0 0 0 0,-1 0 0 0 0,1 0 0 0 0,-1 0 0 0 0,1 1 0 0 0,-1-1 0 0 0,1 0 0 0 0,-1 1 0 0 0,0-1 0 0 0,1 1 0 0 0,-1-1 0 0 0,3 3-1 0 0,68 40 257 0 0,-46-26-437 0 0,31 14 1 0 0,-53-29-109 0 0,25 3-455 0 0,-23-4 262 0 0,0-1-87 0 0,6-1-131 0 0,0-1-1 0 0,0 0 0 0 0,0-1 0 0 0,0 0 0 0 0,-1-1 1 0 0,19-8-1 0 0,21-24-2544 0 0,-47 32 776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105 16 2480 0 0,'-3'-2'1181'0'0,"-11"-12"2017"0"0,13 14-3157 0 0,1 0-1 0 0,-1 0 0 0 0,0 0 0 0 0,1 0 0 0 0,-1 0 1 0 0,0 1-1 0 0,1-1 0 0 0,-1 0 0 0 0,1 0 0 0 0,-1 0 1 0 0,1 1-1 0 0,-1-1 0 0 0,0 0 0 0 0,1 1 0 0 0,-1-1 1 0 0,1 0-1 0 0,-1 1 0 0 0,1-1 0 0 0,0 1 0 0 0,-1-1 1 0 0,1 1-1 0 0,-1 0 0 0 0,0 0-8 0 0,1-1-1 0 0,0 1 1 0 0,-1-1-1 0 0,1 1 1 0 0,-1-1-1 0 0,1 1 1 0 0,-1-1-1 0 0,1 1 1 0 0,-1-1-1 0 0,0 1 1 0 0,1-1-1 0 0,-1 0 1 0 0,1 0-1 0 0,-1 1 1 0 0,0-1-1 0 0,1 0 1 0 0,-1 0 0 0 0,0 1-1 0 0,1-1 1 0 0,-2 0-1 0 0,-1 5 348 0 0,-3 5-99 0 0,1 1 1 0 0,0 0-1 0 0,1 1 0 0 0,0-1 1 0 0,-3 21-1 0 0,6-20-158 0 0,0 0 0 0 0,0 0-1 0 0,2 1 1 0 0,2 19 0 0 0,-2-26-100 0 0,0 0 1 0 0,1 0-1 0 0,0 0 1 0 0,0 0-1 0 0,1 0 1 0 0,-1 0-1 0 0,1-1 1 0 0,0 1-1 0 0,1-1 1 0 0,-1 0-1 0 0,1 0 1 0 0,9 9-1 0 0,24 10-222 0 0,-32-22 167 0 0,0-1-7 0 0,16 0 21 0 0,-16-1 15 0 0,18-8 50 0 0,-20 5 22 0 0,0 0-34 0 0,1-1-1 0 0,-1 0 1 0 0,0 0-1 0 0,-1 0 1 0 0,1 0-1 0 0,2-7 0 0 0,-3 7-3 0 0,-2-1-34 0 0,0-3-104 0 0,0 1 0 0 0,0 0-1 0 0,-1-1 1 0 0,0 1-1 0 0,-1 0 1 0 0,1 0 0 0 0,-1 0-1 0 0,-1 0 1 0 0,1 0-1 0 0,-1 0 1 0 0,-1 0-1 0 0,1 1 1 0 0,-1 0 0 0 0,0-1-1 0 0,0 1 1 0 0,-1 1-1 0 0,0-1 1 0 0,0 1 0 0 0,-11-9-1 0 0,11 9-316 0 0,-1 1 0 0 0,0 1 0 0 0,-1-1 1 0 0,1 1-1 0 0,0 0 0 0 0,-1 0 0 0 0,0 1 0 0 0,0 0 0 0 0,1 0 0 0 0,-1 1 0 0 0,0 0 0 0 0,0 0 1 0 0,-9 0-1 0 0,-14 5-2905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23 3120 0 0,'0'0'3725'0'0,"-1"-4"-2907"0"0,-5-11-59 0 0,4 11 1396 0 0,2 10-1627 0 0,3 51 538 0 0,1-27-875 0 0,47 289-819 0 0,-15-71-6522 0 0,-32-199 2606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26 4420 0 0,'0'0'2549'0'0,"1"-4"-1636"0"0,1-14-151 0 0,-2 14 911 0 0,3 7-1322 0 0,3 3-227 0 0,-1 0 0 0 0,0 1 0 0 0,0-1 0 0 0,-1 1-1 0 0,0 1 1 0 0,0-1 0 0 0,3 9 0 0 0,22 65 27 0 0,-15-38 9 0 0,6 18-99 0 0,-9-25-1485 0 0,29 64 1 0 0,-35-91 157 0 0,0 0 1043 0 0,5-3-3677 0 0,7 5 145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57 10 3200 0 0,'0'0'4486'0'0,"-3"-2"-3989"0"0,3 1-449 0 0,-1 1-1 0 0,1-1 1 0 0,-1 0-1 0 0,1 1 1 0 0,-1-1 0 0 0,1 1-1 0 0,-1-1 1 0 0,0 1-1 0 0,1 0 1 0 0,-1-1-1 0 0,0 1 1 0 0,1 0-1 0 0,-1-1 1 0 0,0 1-1 0 0,1 0 1 0 0,-1 0-1 0 0,0-1 1 0 0,0 1-1 0 0,1 0 1 0 0,-1 0-1 0 0,0 0 1 0 0,0 0-1 0 0,1 0 1 0 0,-1 0-1 0 0,0 0 1 0 0,0 1-1 0 0,1-1 1 0 0,-1 0-1 0 0,0 0 1 0 0,0 0-1 0 0,1 1 1 0 0,-1-1-1 0 0,0 0 1 0 0,1 1-1 0 0,-1-1 1 0 0,0 1 0 0 0,1-1-1 0 0,-1 1 1 0 0,1-1-1 0 0,-1 1 1 0 0,-2 2 250 0 0,1 0-32 0 0,-1 0-205 0 0,1 0 0 0 0,0 0 0 0 0,-1 1 0 0 0,2-1 0 0 0,-1 1 0 0 0,0-1 0 0 0,1 1 0 0 0,-1-1 0 0 0,1 1 0 0 0,0 0 0 0 0,1 0 0 0 0,-1 0-1 0 0,0 0 1 0 0,1 0 0 0 0,0-1 0 0 0,0 1 0 0 0,0 0 0 0 0,1 0 0 0 0,-1 0 0 0 0,1 0 0 0 0,0 0 0 0 0,2 6 0 0 0,-1-6-11 0 0,19 6 44 0 0,-16-9-44 0 0,49 7 68 0 0,-49-8-86 0 0,1 1 3 0 0,15 1 1 0 0,-16-1 41 0 0,1-1-40 0 0,17 4-10 0 0,-17-3 68 0 0,-2 0 83 0 0,11 4-17 0 0,-12-3 6 0 0,0 0 53 0 0,25 28 516 0 0,-25-26-574 0 0,-3 1-104 0 0,4 16-18 0 0,-3-16-12 0 0,-2 0-8 0 0,-1 3-41 0 0,0 1-1 0 0,0-1 1 0 0,-1 0-1 0 0,0 0 0 0 0,-1 0 1 0 0,0 0-1 0 0,-8 12 1 0 0,4-10-393 0 0,-1-1 0 0 0,0 0 1 0 0,0-1-1 0 0,-1 0 1 0 0,-17 11-1 0 0,24-17-211 0 0,-1 0-139 0 0,3-1 167 0 0,-9 6 843 0 0,-3-6-6089 0 0,-12-5 1601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0 196 3284 0 0,'5'-9'535'0'0,"-1"0"0"0"0,1 1 0 0 0,0 0 0 0 0,1 0 0 0 0,0 1-1 0 0,0-1 1 0 0,1 1 0 0 0,0 1 0 0 0,10-8 0 0 0,29-22 136 0 0,-22 22-545 0 0,-3 4-255 0 0,81-35-4330 0 0,-93 41 3151 0 0,-5 2-2186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84 15 3072 0 0,'0'0'2729'0'0,"2"-3"-1647"0"0,-2 3-974 0 0,1-1 1 0 0,-1 1-1 0 0,0 0 0 0 0,1 0 1 0 0,-1 0-1 0 0,0-1 1 0 0,0 1-1 0 0,1 0 1 0 0,-1-1-1 0 0,0 1 0 0 0,0 0 1 0 0,0 0-1 0 0,1-1 1 0 0,-1 1-1 0 0,0 0 1 0 0,0-1-1 0 0,0 1 0 0 0,0 0 1 0 0,0-1-1 0 0,1 1 1 0 0,-1-1-1 0 0,0 1 1 0 0,0 0-1 0 0,0-1 1 0 0,0 1-1 0 0,0 0 0 0 0,0-1 1 0 0,0 1-1 0 0,0 0 1 0 0,-1-1-1 0 0,1 1 1 0 0,0-1-1 0 0,0 1 0 0 0,0-1 1 0 0,-13 7 2425 0 0,10-4-3199 0 0,0 0 731 0 0,0 1-1 0 0,0 0 1 0 0,0 0-1 0 0,1 1 1 0 0,-1-1-1 0 0,1 0 1 0 0,0 1-1 0 0,0 0 1 0 0,0-1 0 0 0,0 1-1 0 0,-1 4 1 0 0,2-6-51 0 0,-9 15 188 0 0,3-3-128 0 0,2 0 26 0 0,1-7-86 0 0,1 0 1 0 0,0 0-1 0 0,1 0 0 0 0,0 0 1 0 0,0 1-1 0 0,0-1 0 0 0,1 1 1 0 0,0-1-1 0 0,1 1 0 0 0,0-1 1 0 0,0 1-1 0 0,0 0 0 0 0,1-1 1 0 0,0 1-1 0 0,1-1 0 0 0,4 14 1 0 0,-5-18-75 0 0,1 0 0 0 0,-1-1 0 0 0,1 1 1 0 0,0-1-1 0 0,0 1 0 0 0,0-1 1 0 0,1 0-1 0 0,-1 0 0 0 0,0 0 0 0 0,1 0 1 0 0,0 0-1 0 0,5 3 0 0 0,-5-3-33 0 0,1 0-264 0 0,11 2 20 0 0,-13-3 315 0 0,-1 0 0 0 0,0-1 0 0 0,0 1 0 0 0,0-1 0 0 0,1 1 0 0 0,-1-1 0 0 0,0 0 0 0 0,1 1 0 0 0,-1-1 0 0 0,0 0 0 0 0,1 0 0 0 0,-1 0-1 0 0,0 0 1 0 0,1 0 0 0 0,-1 0 0 0 0,0 0 0 0 0,1-1 0 0 0,0 1 0 0 0,4-1 26 0 0,-1 1 0 0 0,0-1 0 0 0,1 1-1 0 0,-1-1 1 0 0,0 0 0 0 0,1-1 0 0 0,-1 1 0 0 0,0-1 0 0 0,0 0 0 0 0,0 0 0 0 0,-1-1 0 0 0,1 1 0 0 0,0-1-1 0 0,-1 0 1 0 0,0-1 0 0 0,0 1 0 0 0,0-1 0 0 0,0 1 0 0 0,0-1 0 0 0,3-5 0 0 0,-3 3 18 0 0,0 0 0 0 0,-1 0 0 0 0,0 0 1 0 0,0-1-1 0 0,0 1 0 0 0,-1-1 0 0 0,0 0 0 0 0,0 0 1 0 0,-1 0-1 0 0,0 0 0 0 0,0 0 0 0 0,0 0 1 0 0,-1 0-1 0 0,0 0 0 0 0,-1 0 0 0 0,1 0 0 0 0,-1 0 1 0 0,-1 0-1 0 0,1 0 0 0 0,-1 0 0 0 0,-3-6 0 0 0,4 10-41 0 0,-16-33-332 0 0,16 34 270 0 0,0 0 1 0 0,0 0-1 0 0,-1 0 1 0 0,1 1-1 0 0,-1-1 0 0 0,1 0 1 0 0,-1 1-1 0 0,0-1 1 0 0,0 1-1 0 0,1 0 1 0 0,-1-1-1 0 0,0 1 1 0 0,0 0-1 0 0,0 0 1 0 0,0 0-1 0 0,0 0 0 0 0,-1 1 1 0 0,-3-2-1 0 0,1 1-67 0 0,3 0 90 0 0,0 0 0 0 0,0 1 0 0 0,1 0 0 0 0,-1-1 0 0 0,0 1 0 0 0,0 0 0 0 0,0 0 0 0 0,1 0 0 0 0,-1 0 0 0 0,0 0 0 0 0,0 0 0 0 0,0 0 0 0 0,1 1 0 0 0,-1-1 0 0 0,0 1 0 0 0,-2 0 0 0 0,-56 24-3232 0 0,49-18 947 0 0,-19 13-1645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0 4152 0 0,'0'0'7456'0'0,"-3"4"-7219"0"0,-9 9-29 0 0,9-10-39 0 0,4 4-27 0 0,11 64-393 0 0,30 98 0 0 0,7-7-5992 0 0,-43-142 4821 0 0,3 8-2735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27 2540 0 0,'0'0'7860'0'0,"0"-5"-7567"0"0,-3-12-41 0 0,3 13 1165 0 0,2 6-1129 0 0,5 6-126 0 0,0 0 0 0 0,-1 0 1 0 0,-1 0-1 0 0,1 1 0 0 0,-1 0 1 0 0,6 15-1 0 0,20 61-98 0 0,-28-76-109 0 0,24 81-172 0 0,-25-85-11 0 0,-1 0-57 0 0,1 0 131 0 0,7 24-861 0 0,-6-8-3548 0 0,10-8 1037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92 2820 0 0,'0'0'2766'0'0,"-1"-5"-2194"0"0,0-16-122 0 0,1 16 533 0 0,2 1-777 0 0,24-30 466 0 0,-23 31-543 0 0,1 1 6 0 0,11-8-22 0 0,-11 8-7 0 0,1 0-27 0 0,-2 1-42 0 0,1 0 1 0 0,0 0-1 0 0,-1 1 0 0 0,1-1 1 0 0,0 1-1 0 0,0 0 1 0 0,0 0-1 0 0,-1 0 0 0 0,1 1 1 0 0,5 1-1 0 0,-4-1 235 0 0,-3 3-176 0 0,0 2 59 0 0,0 0 0 0 0,0 0 0 0 0,-1 0-1 0 0,0 1 1 0 0,1 10 0 0 0,-2-12 244 0 0,-1 0-262 0 0,-2 16-12 0 0,2-16 71 0 0,0 0-126 0 0,-3 12-4 0 0,3-13 14 0 0,1 1-70 0 0,-4 12 1 0 0,3-12-4 0 0,4-3-104 0 0,-1-1 72 0 0,-2 0 14 0 0,1-1-1 0 0,0 1 0 0 0,-1 0 0 0 0,1-1 1 0 0,0 1-1 0 0,-1-1 0 0 0,1 1 0 0 0,0-1 0 0 0,0 1 1 0 0,0-1-1 0 0,-1 1 0 0 0,1-1 0 0 0,0 0 1 0 0,0 0-1 0 0,0 1 0 0 0,0-1 0 0 0,0 0 1 0 0,0 0-1 0 0,0 0 0 0 0,-1 0 0 0 0,1 0 0 0 0,2 0 1 0 0,18-1 3 0 0,-16 0 53 0 0,0 2-31 0 0,16 3 0 0 0,-16-4 31 0 0,2 7 10 0 0,8 3 257 0 0,5 30 219 0 0,-18-36-363 0 0,-2 1-73 0 0,1 16-10 0 0,0-16 46 0 0,-2 0-69 0 0,-14 34 73 0 0,13-36-130 0 0,0 0-46 0 0,1-2-54 0 0,0 0-1 0 0,0 0 1 0 0,1 0 0 0 0,-1-1 0 0 0,0 1 0 0 0,0 0-1 0 0,0-1 1 0 0,0 1 0 0 0,0-1 0 0 0,-1 1 0 0 0,1-1-1 0 0,0 1 1 0 0,0-1 0 0 0,0 0 0 0 0,0 1 0 0 0,0-1-1 0 0,-1 0 1 0 0,1 0 0 0 0,0 0 0 0 0,0 0 0 0 0,0 0-1 0 0,-1 0 1 0 0,1 0 0 0 0,0-1 0 0 0,0 1 0 0 0,0 0-1 0 0,0-1 1 0 0,-3 0 0 0 0,0 0-674 0 0,2-14-1751 0 0,1 13 2297 0 0,1 1 1 0 0,-1-1 0 0 0,1 0-1 0 0,0 1 1 0 0,0-1 0 0 0,-1 1-1 0 0,1-1 1 0 0,1 1 0 0 0,-1-1-1 0 0,0 0 1 0 0,0 1 0 0 0,0-1-1 0 0,1-1 1 0 0,4-21-3671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0 3596 0 0,'0'0'6639'0'0,"-1"4"-6353"0"0,-2 38 857 0 0,4-37-894 0 0,1-1-200 0 0,6 11 5 0 0,-6-11 40 0 0,1-2-69 0 0,8 9-8 0 0,-8-8 30 0 0,1 0-43 0 0,45 43 525 0 0,-46-43-211 0 0,-1 1-171 0 0,1 4-40 0 0,-1-1 0 0 0,0 1-1 0 0,-1 0 1 0 0,1 0 0 0 0,-2 0-1 0 0,1 12 1 0 0,-2-15-42 0 0,0-1-55 0 0,-5 12-36 0 0,5-12-69 0 0,-1-1-342 0 0,-6 9 91 0 0,6-9-75 0 0,-2-1-2496 0 0,-11 2 2115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0 182 3632 0 0,'2'-28'1342'0'0,"-2"23"1189"0"0,1 0-1933 0 0,4-13-41 0 0,-4 13-61 0 0,1 2-78 0 0,10-14-414 0 0,2 1 1 0 0,0 0-1 0 0,0 1 0 0 0,21-17 1 0 0,-32 30-829 0 0,-3 1 766 0 0,0 1 0 0 0,1-1-1 0 0,-1 1 1 0 0,0-1 0 0 0,0 1 0 0 0,0-1 0 0 0,1 1-1 0 0,-1-1 1 0 0,0 1 0 0 0,1-1 0 0 0,-1 1 0 0 0,0 0-1 0 0,1-1 1 0 0,-1 1 0 0 0,0 0 0 0 0,1-1-1 0 0,-1 1 1 0 0,1 0 0 0 0,-1-1 0 0 0,1 1 0 0 0,-1 0-1 0 0,1 0 1 0 0,-1-1 0 0 0,1 1 0 0 0,-1 0-1 0 0,2 0 1 0 0,-2 0-60 0 0,1 0 1 0 0,-1 0-1 0 0,1-1 0 0 0,-1 1 0 0 0,1 0 0 0 0,-1 0 1 0 0,1 0-1 0 0,-1-1 0 0 0,1 1 0 0 0,-1 0 0 0 0,0-1 1 0 0,1 1-1 0 0,-1 0 0 0 0,1-1 0 0 0,-1 1 0 0 0,0 0 1 0 0,1-1-1 0 0,-1 1 0 0 0,0-1 0 0 0,1 1 0 0 0,-1-1 1 0 0,0 1-1 0 0,0-1 0 0 0,1 1 0 0 0,-1-1 1 0 0,0 0-1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140 58 3112 0 0,'0'0'2915'0'0,"-1"-3"-1799"0"0,-18-33 2949 0 0,17 33-2866 0 0,-19-9 452 0 0,-3 9-1343 0 0,20 3 241 0 0,0 2-384 0 0,-34 25 208 0 0,34-23-170 0 0,2-1-163 0 0,0 0-44 0 0,0 1 0 0 0,-1-1 0 0 0,1 1 1 0 0,0 0-1 0 0,1-1 0 0 0,-1 1 0 0 0,1 0 0 0 0,-1 0 0 0 0,1 0 0 0 0,0 0 0 0 0,1 0 0 0 0,-1 0 1 0 0,1 0-1 0 0,0 6 0 0 0,0-3 3 0 0,0-2 15 0 0,1 0-97 0 0,5 15 58 0 0,-5-15-11 0 0,12 9-143 0 0,-11-11 156 0 0,1 1-68 0 0,15 4 11 0 0,-16-7 99 0 0,2 1-25 0 0,2-1-69 0 0,16 0 38 0 0,-16-1 225 0 0,-2-2-150 0 0,-3 2-48 0 0,2-1 81 0 0,1-1 0 0 0,-1 1 0 0 0,1-1 1 0 0,-1 1-1 0 0,0-1 0 0 0,0 0 0 0 0,0 0 0 0 0,0-1 1 0 0,0 1-1 0 0,0-1 0 0 0,0 1 0 0 0,-1-1 1 0 0,1 0-1 0 0,-1 0 0 0 0,0 0 0 0 0,3-6 1 0 0,4-41 565 0 0,-9 45-584 0 0,-2 1-53 0 0,-5-10 0 0 0,5 10 10 0 0,-2 3-13 0 0,-13-3 2 0 0,12 3 1 0 0,-16 11-35 0 0,21-10 33 0 0,-1 0 0 0 0,1 0 1 0 0,-1 0-1 0 0,1 0 0 0 0,-1 0 0 0 0,1 0 1 0 0,0 1-1 0 0,-1-1 0 0 0,1 0 0 0 0,-1 0 1 0 0,1 1-1 0 0,-1-1 0 0 0,1 0 0 0 0,0 1 1 0 0,-1-1-1 0 0,1 0 0 0 0,0 1 0 0 0,0-1 1 0 0,-1 1-1 0 0,1-1 0 0 0,0 0 0 0 0,0 1 1 0 0,-1-1-1 0 0,1 1 0 0 0,0-1 0 0 0,0 2 0 0 0,0-2-1 0 0,-1 0 0 0 0,1 1 0 0 0,0-1 0 0 0,0 1 0 0 0,0-1 0 0 0,0 1 0 0 0,-1-1-1 0 0,1 1 1 0 0,0-1 0 0 0,-1 0 0 0 0,1 1 0 0 0,0-1 0 0 0,-1 0 0 0 0,1 1 0 0 0,0-1-1 0 0,-1 0 1 0 0,1 1 0 0 0,-1-1 0 0 0,1 0 0 0 0,0 0 0 0 0,-1 1 0 0 0,1-1-1 0 0,-1 0 1 0 0,1 0 0 0 0,-1 0 0 0 0,0 1 0 0 0,0-1-14 0 0,0 1 0 0 0,0 0 0 0 0,0-1 1 0 0,0 1-1 0 0,1 0 0 0 0,-1 0 0 0 0,0 0 0 0 0,0 0 1 0 0,1 0-1 0 0,-1 0 0 0 0,1 0 0 0 0,-1 0 0 0 0,1 0 0 0 0,-1 0 1 0 0,1 0-1 0 0,-1 1 0 0 0,1-1 0 0 0,0 2 0 0 0,-5 15-132 0 0,5-14 23 0 0,1 0-287 0 0,0 0 346 0 0,0 0 1 0 0,1 0 0 0 0,0-1-1 0 0,0 1 1 0 0,0-1 0 0 0,0 1-1 0 0,0-1 1 0 0,4 4-1 0 0,-3-4 143 0 0,2-5 20 0 0,18-5 397 0 0,-13-12 62 0 0,-9 15-523 0 0,0 0 1 0 0,-1 1 0 0 0,0-1-1 0 0,0 0 1 0 0,0 0 0 0 0,0 1-1 0 0,-1-1 1 0 0,0 0-1 0 0,1 0 1 0 0,-3-5 0 0 0,1 5-6 0 0,-19-7-64 0 0,20 11 34 0 0,0 0 1 0 0,-1 0-1 0 0,1 0 1 0 0,0 0 0 0 0,-1 1-1 0 0,1-1 1 0 0,0 0-1 0 0,-1 1 1 0 0,1-1 0 0 0,0 1-1 0 0,0 0 1 0 0,-3 1 0 0 0,3-2-3 0 0,-3 2-7 0 0,4-2-8 0 0,0 1 20 0 0,0-1-1 0 0,0 0 1 0 0,0 1 0 0 0,0-1-1 0 0,0 0 1 0 0,0 1 0 0 0,-1-1 0 0 0,1 0-1 0 0,0 1 1 0 0,0-1 0 0 0,0 0-1 0 0,0 1 1 0 0,0-1 0 0 0,-1 0 0 0 0,1 1-1 0 0,0-1 1 0 0,0 0 0 0 0,-1 0-1 0 0,1 1 1 0 0,0-1 0 0 0,0 0 0 0 0,-1 0-1 0 0,1 1 1 0 0,0-1 0 0 0,-1 0-1 0 0,1 0 1 0 0,0 0 0 0 0,-1 0-1 0 0,1 1 1 0 0,-1-1 0 0 0,0 0-10 0 0,1 0 0 0 0,-1 1 1 0 0,0-1-1 0 0,1 0 0 0 0,-1 1 1 0 0,1-1-1 0 0,-1 1 0 0 0,0-1 0 0 0,1 1 1 0 0,-1-1-1 0 0,1 1 0 0 0,-1-1 1 0 0,1 1-1 0 0,-1 0 0 0 0,1-1 0 0 0,0 1 1 0 0,-1 0-1 0 0,1-1 0 0 0,0 1 1 0 0,-1 0-1 0 0,1-1 0 0 0,0 1 0 0 0,0 0 1 0 0,0 0-1 0 0,0 0 0 0 0,-4 18-59 0 0,3-15-18 0 0,7 3-236 0 0,-6-6 299 0 0,0 0 0 0 0,0 0 0 0 0,1 0 0 0 0,-1 0 0 0 0,1 0 0 0 0,-1 0 0 0 0,0-1 0 0 0,1 1 0 0 0,-1 0 0 0 0,1 0 0 0 0,0-1 0 0 0,-1 1 0 0 0,1 0 0 0 0,0-1 0 0 0,-1 1 0 0 0,1 0 0 0 0,1 0 0 0 0,1 0 27 0 0,0 0 0 0 0,1 0-1 0 0,-1 0 1 0 0,0 0-1 0 0,1 0 1 0 0,-1-1-1 0 0,1 1 1 0 0,-1-1-1 0 0,1 0 1 0 0,3 0-1 0 0,-3-1 200 0 0,4-5-31 0 0,-7 6-149 0 0,-1 0 0 0 0,1-1 0 0 0,-1 1 0 0 0,1 0 0 0 0,0 0 0 0 0,-1-1 0 0 0,1 1 0 0 0,-1 0 1 0 0,1-1-1 0 0,-1 1 0 0 0,1 0 0 0 0,-1-1 0 0 0,1 1 0 0 0,-1-1 0 0 0,1 1 0 0 0,-1-1 0 0 0,0 1 1 0 0,1-1-1 0 0,-1 1 0 0 0,0-1 0 0 0,1 1 0 0 0,-1-1 0 0 0,0 0 0 0 0,12-40 580 0 0,-11 36-532 0 0,-2 5-70 0 0,1 0 0 0 0,-1 0 0 0 0,1-1 0 0 0,-1 1 0 0 0,1 0 0 0 0,0 0 0 0 0,-1 0 0 0 0,1-1 0 0 0,-1 1 0 0 0,1 0 0 0 0,0 0 0 0 0,-1-1-1 0 0,1 1 1 0 0,0 0 0 0 0,-1-1 0 0 0,1 1 0 0 0,0-1 0 0 0,-1 1 0 0 0,1 0 0 0 0,0-1 0 0 0,0 1 0 0 0,0-1 0 0 0,-1 1 0 0 0,1 0 0 0 0,0-1 0 0 0,0 0 0 0 0,0 0-1 0 0,0 1 1 0 0,0 0 0 0 0,-1-1 0 0 0,1 1 0 0 0,0-1 0 0 0,0 1 0 0 0,0-1 0 0 0,0 1-1 0 0,-1 0 1 0 0,1-1 0 0 0,0 1 0 0 0,-1-1 0 0 0,1 1 0 0 0,0 0 0 0 0,-1-1-1 0 0,1 1 1 0 0,0 0 0 0 0,-1 0 0 0 0,1-1 0 0 0,0 1 0 0 0,-1 0 0 0 0,1 0-1 0 0,-1-1 1 0 0,1 1 0 0 0,-1 0 0 0 0,0 0 51 0 0,0 1-53 0 0,-1-1 1 0 0,0 1 0 0 0,1 0 0 0 0,-1-1 0 0 0,0 1 0 0 0,0-1-1 0 0,1 0 1 0 0,-1 0 0 0 0,0 0 0 0 0,0 0 0 0 0,0 0 0 0 0,-2 0 0 0 0,3 0-2 0 0,-4 1-8 0 0,5-1 9 0 0,-1 1 2 0 0,1-1 0 0 0,0 1 0 0 0,0-1-1 0 0,-1 0 1 0 0,1 1 0 0 0,0-1 0 0 0,-1 1 0 0 0,1-1-1 0 0,0 0 1 0 0,-1 1 0 0 0,1-1 0 0 0,0 0-1 0 0,-1 0 1 0 0,1 1 0 0 0,-1-1 0 0 0,1 0 0 0 0,-1 0-1 0 0,1 1 1 0 0,0-1 0 0 0,-1 0 0 0 0,1 0-1 0 0,-1 0 1 0 0,1 0 0 0 0,-2 0 0 0 0,2 0-1 0 0,-1 0 1 0 0,1 0 0 0 0,-1 0 0 0 0,1 0-1 0 0,-1 1 1 0 0,1-1 0 0 0,-1 0-1 0 0,1 0 1 0 0,0 0 0 0 0,-1 0-1 0 0,1 1 1 0 0,-1-1 0 0 0,1 0-1 0 0,-1 1 1 0 0,1-1 0 0 0,0 0-1 0 0,-1 1 1 0 0,1-1 0 0 0,0 0-1 0 0,-1 1 1 0 0,1-1 0 0 0,0 0 0 0 0,0 1-1 0 0,-1-1 1 0 0,1 2 0 0 0,-5 6-10 0 0,4-8 7 0 0,1 1 1 0 0,0-1 0 0 0,-1 0 0 0 0,1 1-1 0 0,-1-1 1 0 0,1 0 0 0 0,0 1 0 0 0,-1-1-1 0 0,1 1 1 0 0,0-1 0 0 0,0 1-1 0 0,-1-1 1 0 0,1 1 0 0 0,0-1 0 0 0,0 1-1 0 0,0-1 1 0 0,-1 1 0 0 0,1-1 0 0 0,0 1-1 0 0,0-1 1 0 0,0 1 0 0 0,0-1 0 0 0,0 1-1 0 0,0-1 1 0 0,0 1 0 0 0,0-1 0 0 0,0 1-1 0 0,1-1 1 0 0,-1 1 0 0 0,0-1-1 0 0,0 1 1 0 0,1 0 0 0 0,4 24-147 0 0,-4-25 147 0 0,-1 1 0 0 0,0-1 0 0 0,0 0 0 0 0,0 1 0 0 0,1-1 0 0 0,-1 1 1 0 0,0-1-1 0 0,1 0 0 0 0,-1 1 0 0 0,0-1 0 0 0,1 0 0 0 0,-1 1 0 0 0,1-1 0 0 0,-1 0 1 0 0,0 0-1 0 0,1 1 0 0 0,-1-1 0 0 0,1 0 0 0 0,-1 0 0 0 0,1 0 0 0 0,-1 1 1 0 0,1-1-1 0 0,-1 0 0 0 0,1 0 0 0 0,0 0 0 0 0,-1 0 1 0 0,1 0-1 0 0,-1 0 1 0 0,1 0-1 0 0,-1 0 1 0 0,1 0 0 0 0,-1 1-1 0 0,1-1 1 0 0,-1 0-1 0 0,1 0 1 0 0,-1 0-1 0 0,0 1 1 0 0,1-1 0 0 0,-1 0-1 0 0,1 0 1 0 0,-1 1-1 0 0,0-1 1 0 0,1 0 0 0 0,-1 1-1 0 0,0-1 1 0 0,1 0-1 0 0,-1 1 1 0 0,0-1-1 0 0,1 1 1 0 0,-1-1 0 0 0,0 1-1 0 0,19 8-26 0 0,-15-8 64 0 0,2-1 6 0 0,21-1 467 0 0,-24-2-406 0 0,-2 3-110 0 0,0-1-3 0 0,0 1 0 0 0,1-1 0 0 0,-1 0 0 0 0,0 1 1 0 0,0-1-1 0 0,1 0 0 0 0,-1 0 0 0 0,0 0 0 0 0,0 0 1 0 0,0 0-1 0 0,1-2 0 0 0,-2 1-38 0 0,0 1-1 0 0,0 0 1 0 0,0-1-1 0 0,0 1 1 0 0,-1 0 0 0 0,1-1-1 0 0,-1 1 1 0 0,1 0 0 0 0,-1-1-1 0 0,1 1 1 0 0,-1 0-1 0 0,-1-2 1 0 0,1 1-61 0 0,0-2-465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30 2640 0 0,'0'0'5257'0'0,"1"-5"-4359"0"0,2-20 4688 0 0,0 27-5094 0 0,-1 0-417 0 0,0-1 0 0 0,0 0-1 0 0,-1 1 1 0 0,1-1 0 0 0,0 1 0 0 0,-1 0 0 0 0,1-1 0 0 0,-1 1 0 0 0,0 0 0 0 0,1 0 0 0 0,-1 0 0 0 0,0 0-1 0 0,0 0 1 0 0,0 0 0 0 0,-1 0 0 0 0,1 0 0 0 0,0 0 0 0 0,-1 1 0 0 0,0-1 0 0 0,1 0 0 0 0,-1 0 0 0 0,0 4 0 0 0,4 33 102 0 0,-2 1 1 0 0,-4 42 0 0 0,-7 23-3319 0 0,8-99 2293 0 0,2 0-48 0 0,0 18-99 0 0,-1-18-234 0 0,2-2-246 0 0,6 11-73 0 0,-6-11-1017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1 108 3012 0 0,'0'0'2594'0'0,"0"-4"-1603"0"0,4-41 2174 0 0,-2 40-2734 0 0,1 1-244 0 0,11-12-7 0 0,-11 12-29 0 0,2 2-42 0 0,12-7 5 0 0,-12 7 21 0 0,0 0-18 0 0,-5 2-120 0 0,46-13 361 0 0,-44 12-298 0 0,1 1 0 0 0,0 0 0 0 0,-1 0 0 0 0,1 0 0 0 0,0 0-1 0 0,-1 0 1 0 0,1 1 0 0 0,0-1 0 0 0,-1 1 0 0 0,1 0-1 0 0,-1-1 1 0 0,1 1 0 0 0,-1 0 0 0 0,0 1 0 0 0,1-1-1 0 0,-1 0 1 0 0,0 1 0 0 0,3 2 0 0 0,-2-2 415 0 0,-2 4-317 0 0,0 17-23 0 0,-1-17-10 0 0,-2-2-13 0 0,-5 14 18 0 0,6-14-43 0 0,-1 0-18 0 0,-19 41 58 0 0,19-40-108 0 0,-8 16-27 0 0,1 2-8 0 0,11-19-2 0 0,-1-2 10 0 0,1 0 0 0 0,-1 0 0 0 0,0 0 0 0 0,1 0 1 0 0,0 0-1 0 0,-1-1 0 0 0,1 1 0 0 0,0 0 0 0 0,0-1 0 0 0,0 1 0 0 0,0-1 0 0 0,0 0 0 0 0,0 0 0 0 0,5 2 0 0 0,-3-2-5 0 0,1 1-32 0 0,40 13 24 0 0,-41-14 29 0 0,17 11 61 0 0,-18-10-37 0 0,0 0-1 0 0,1 0 1 0 0,-1 0 0 0 0,0 1-1 0 0,-1-1 1 0 0,1 1 0 0 0,0 0-1 0 0,-1 0 1 0 0,4 4 0 0 0,-3-4 265 0 0,0 21-144 0 0,-3-20-103 0 0,-2 0 6 0 0,-4 2-161 0 0,1 0 0 0 0,-1 0 0 0 0,0-1 0 0 0,0 0 0 0 0,-1 0 0 0 0,0 0 0 0 0,0-1 0 0 0,0 0 0 0 0,0-1-1 0 0,0 1 1 0 0,-1-1 0 0 0,-12 3 0 0 0,16-5-330 0 0,0 0-100 0 0,-15 4-84 0 0,14-4-117 0 0,3-7-3981 0 0,1 5 4477 0 0,0-1 0 0 0,1 1 0 0 0,-1 0 1 0 0,0 0-1 0 0,0 0 0 0 0,0 0 0 0 0,-1-1 0 0 0,1 2-321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 2828 0 0,'0'0'3561'0'0,"3"-3"-2761"0"0,-3 3-587 0 0,1-1 0 0 0,-1 1 1 0 0,1-1-1 0 0,0 1 0 0 0,-1-1 1 0 0,1 1-1 0 0,0-1 0 0 0,-1 1 0 0 0,1-1 1 0 0,0 1-1 0 0,-1 0 0 0 0,1-1 1 0 0,0 1-1 0 0,0 0 0 0 0,-1 0 1 0 0,1 0-1 0 0,0-1 0 0 0,0 1 1 0 0,0 0-1 0 0,-1 0 0 0 0,1 0 1 0 0,0 0-1 0 0,0 0 0 0 0,0 1 0 0 0,-1-1 1 0 0,1 0-1 0 0,1 1 0 0 0,2 12-246 0 0,-1-9 211 0 0,6 11-21 0 0,-7-11-22 0 0,11 14 84 0 0,-10-15-107 0 0,-3-2-107 0 0,0-1 1 0 0,0 1-1 0 0,0-1 0 0 0,0 1 1 0 0,1-1-1 0 0,-1 1 1 0 0,0-1-1 0 0,0 1 1 0 0,1-1-1 0 0,-1 1 1 0 0,0-1-1 0 0,1 1 0 0 0,-1-1 1 0 0,0 0-1 0 0,1 1 1 0 0,-1-1-1 0 0,0 0 1 0 0,1 1-1 0 0,-1-1 1 0 0,1 0-1 0 0,-1 1 0 0 0,1-1 1 0 0,-1 0-1 0 0,1 0 1 0 0,-1 1-1 0 0,1-1 1 0 0,0 0-1 0 0,0 0 0 0 0,-1 0 0 0 0,1 1 0 0 0,-1-1 0 0 0,1 0 1 0 0,-1 0-1 0 0,0 1 0 0 0,1-1 0 0 0,-1 0 0 0 0,1 0 0 0 0,-1 1 0 0 0,1-1 1 0 0,-1 1-1 0 0,0-1 0 0 0,1 0 0 0 0,-1 1 0 0 0,0-1 0 0 0,0 1 0 0 0,1-1 1 0 0,-1 1-1 0 0,0-1 0 0 0,0 1 0 0 0,1-1 0 0 0,-1 1 0 0 0,0-1 1 0 0,0 2-1 0 0,1-1 11 0 0,0 1 1 0 0,-1 0-1 0 0,1-1 0 0 0,0 1 1 0 0,0-1-1 0 0,0 1 1 0 0,0-1-1 0 0,1 1 1 0 0,-1-1-1 0 0,0 0 1 0 0,4 3-1 0 0,-5-4 3 0 0,3 4 105 0 0,0 0 21 0 0,7 14-2 0 0,-7-14-11 0 0,-1 0 12 0 0,2 7 154 0 0,-1 0 0 0 0,0 0 0 0 0,2 23 0 0 0,-5-29-150 0 0,-1-1-101 0 0,-6 13-19 0 0,5-12-14 0 0,-1-2 18 0 0,-2 2-413 0 0,0-1 1 0 0,-1 0 0 0 0,0 0-1 0 0,0 0 1 0 0,0-1 0 0 0,0 1 0 0 0,-11 3-1 0 0,12-6-524 0 0,-16-11-4211 0 0,19 7 2364 0 0,-11-13-1972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64 2760 0 0,'3'-3'1269'0'0,"-3"3"-1208"0"0,4-6 301 0 0,0 1 1 0 0,1 1-1 0 0,-1-1 0 0 0,1 0 0 0 0,0 1 0 0 0,0 0 1 0 0,0 0-1 0 0,0 1 0 0 0,1-1 0 0 0,-1 1 0 0 0,1 0 0 0 0,0 1 1 0 0,7-3-1 0 0,-4 4-463 0 0,-1 0 0 0 0,0 0-1 0 0,1 1 1 0 0,-1 0 0 0 0,15 2 0 0 0,-16-1-643 0 0,0 0-1 0 0,0 1 1 0 0,-1 0 0 0 0,1 1-1 0 0,-1-1 1 0 0,9 6 0 0 0,4 3-2560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1 3680 0 0,'0'0'10591'0'0,"1"4"-10261"0"0,2 7-381 0 0,0 1 0 0 0,-1 0 0 0 0,-1-1 0 0 0,0 1 0 0 0,-1 0 0 0 0,0 0 0 0 0,-2 13 0 0 0,2-18-209 0 0,-2 7-1523 0 0,-1 0-1 0 0,0 0 0 0 0,-1 0 0 0 0,-11 25 0 0 0,12-33-3190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17 3928 0 0,'0'-5'1754'0'0,"2"-7"6988"0"0,-1 39-6652 0 0,-1 36-2391 0 0,0-62 648 0 0,-2 58-69 0 0,6 125-2849 0 0,2-160 1016 0 0,-5-20 649 0 0,1-1-92 0 0,7 5 268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2696 0 0,'0'0'7346'0'0,"0"6"-7076"0"0,0 45 822 0 0,0-46-756 0 0,0 0-198 0 0,16 39 448 0 0,-13-40-508 0 0,6 0 5 0 0,6 6 284 0 0,72 10 260 0 0,-81-20-528 0 0,0 1 0 0 0,17 5 3 0 0,-17-5 21 0 0,-1 1 11 0 0,41 20 514 0 0,-41-20-512 0 0,-5 0-101 0 0,1 0 0 0 0,0-1 0 0 0,0 1-1 0 0,1-1 1 0 0,-1 1 0 0 0,0-1 0 0 0,0 1 0 0 0,1-1 0 0 0,-1 0 0 0 0,4 2-1 0 0,-2 1 154 0 0,-1 0-48 0 0,6 15 45 0 0,-6-14 0 0 0,-2 0 3 0 0,-3 48 358 0 0,2-48-472 0 0,-1 1-22 0 0,-1 1-149 0 0,0-1-1 0 0,0 1 1 0 0,-1 0 0 0 0,0-1 0 0 0,0 0 0 0 0,-1 0-1 0 0,0 0 1 0 0,0 0 0 0 0,0-1 0 0 0,-11 9-1 0 0,13-12-462 0 0,-2-1-120 0 0,-15 6-75 0 0,15-5-54 0 0,-1-3-754 0 0,-19-2 593 0 0,19 2-260 0 0,2-2-140 0 0,-1 1 900 0 0,-15-13-2859 0 0,4-1-726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1 102 2816 0 0,'0'0'1232'0'0,"2"-3"-127"0"0,4-4-682 0 0,1 1 1 0 0,-1 0-1 0 0,1 0 0 0 0,0 0 1 0 0,1 1-1 0 0,-1 0 0 0 0,1 0 1 0 0,0 1-1 0 0,0 0 0 0 0,1 0 1 0 0,-1 1-1 0 0,16-4 0 0 0,7-1-679 0 0,1 1-1 0 0,43-3 0 0 0,-8 5-5834 0 0,-61 5 2336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89 0 2720 0 0,'0'0'3133'0'0,"-2"5"-2412"0"0,-6 11-112 0 0,6-12-40 0 0,-1 0-68 0 0,-7 9-134 0 0,0 1 1 0 0,1 0-1 0 0,1 1 1 0 0,0 0-1 0 0,1 0 0 0 0,1 1 1 0 0,-7 24-1 0 0,12-35-253 0 0,2-4-101 0 0,-1 1 0 0 0,0 0 0 0 0,1 0-1 0 0,-1 0 1 0 0,0 0 0 0 0,0 0 0 0 0,0 0 0 0 0,0-1-1 0 0,0 1 1 0 0,-1 0 0 0 0,1 0 0 0 0,-2 3-1 0 0,2-1 15 0 0,-1 2 56 0 0,4-1-19 0 0,-2-2-54 0 0,0 1 1 0 0,0-1 0 0 0,1 1 0 0 0,0 0 0 0 0,0-1 0 0 0,0 1 0 0 0,0-1 0 0 0,0 1 0 0 0,1-1 0 0 0,0 0-1 0 0,-1 0 1 0 0,1 0 0 0 0,0-1 0 0 0,1 1 0 0 0,-1 0 0 0 0,0-1 0 0 0,1 0 0 0 0,-1 0 0 0 0,1 0 0 0 0,-1-1 0 0 0,1 1 0 0 0,0-1 0 0 0,0 1 0 0 0,0-1 0 0 0,0-1-1 0 0,7 2 1 0 0,-2-2 12 0 0,-3 1 134 0 0,1-1 0 0 0,-1 0 1 0 0,0 0-1 0 0,1-1 0 0 0,-1 1 0 0 0,0-1 0 0 0,0-1 0 0 0,1 1 0 0 0,-1-1 1 0 0,0 0-1 0 0,0 0 0 0 0,-1-1 0 0 0,1 0 0 0 0,0 0 0 0 0,7-5 0 0 0,11-21 686 0 0,-22 26-645 0 0,0-2-32 0 0,4-16-47 0 0,-5 16-35 0 0,-2-1-20 0 0,0 1-73 0 0,1 1-75 0 0,0-1 1 0 0,-1 1-1 0 0,1 0 0 0 0,-1-1 0 0 0,0 1 0 0 0,-1 0 1 0 0,1 0-1 0 0,-1 0 0 0 0,0 0 0 0 0,0 0 1 0 0,0 0-1 0 0,0 0 0 0 0,-1 0 0 0 0,0 1 1 0 0,1 0-1 0 0,-1-1 0 0 0,0 1 0 0 0,-1 0 1 0 0,1 0-1 0 0,-1 1 0 0 0,-5-5 0 0 0,-9 3-2251 0 0,0 0 0 0 0,-25-2-1 0 0,38 6-264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68 1 4356 0 0,'8'0'1523'0'0,"38"3"987"0"0,-35-2-2283 0 0,-1 1-1 0 0,1 1 0 0 0,0 0 0 0 0,-1 0 0 0 0,0 1 0 0 0,0 0 1 0 0,0 1-1 0 0,0 0 0 0 0,-1 1 0 0 0,1-1 0 0 0,-2 2 0 0 0,1 0 1 0 0,-1 0-1 0 0,0 0 0 0 0,0 1 0 0 0,-1 0 0 0 0,0 1 1 0 0,0-1-1 0 0,-1 1 0 0 0,0 1 0 0 0,8 18 0 0 0,-6-6-159 0 0,-1-1-1 0 0,-2 1 0 0 0,0 0 1 0 0,-1 1-1 0 0,-1-1 0 0 0,-2 1 0 0 0,0-1 1 0 0,-1 1-1 0 0,-1 0 0 0 0,-1-1 1 0 0,-1 1-1 0 0,-8 25 0 0 0,-4 10-498 0 0,-2-2-1 0 0,-4 0 0 0 0,-38 76 0 0 0,33-80-1503 0 0,-3-2 0 0 0,-1 0-1 0 0,-69 81 1 0 0,56-83-2775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329 0 3176 0 0,'-6'2'1284'0'0,"-4"0"-915"0"0,0 1 1 0 0,-1 0 0 0 0,1 0-1 0 0,0 1 1 0 0,1 1 0 0 0,-1 0 0 0 0,1 0-1 0 0,0 1 1 0 0,-9 7 0 0 0,4-1-17 0 0,0 0 1 0 0,0 2 0 0 0,2-1-1 0 0,-20 28 1 0 0,13-13-126 0 0,2 1 0 0 0,1 1 0 0 0,1 0 0 0 0,2 1 1 0 0,-15 51-1 0 0,22-59-157 0 0,1 0 0 0 0,0 0 0 0 0,2 0 1 0 0,1 0-1 0 0,0 1 0 0 0,2-1 0 0 0,4 38 1 0 0,-1-44-60 0 0,0-1 1 0 0,2 0-1 0 0,-1 0 1 0 0,2 0-1 0 0,0-1 1 0 0,1 0 0 0 0,0 0-1 0 0,2 0 1 0 0,-1-1-1 0 0,2-1 1 0 0,16 20-1 0 0,-7-13-216 0 0,0-2-1 0 0,1 0 0 0 0,1-1 0 0 0,1-1 0 0 0,0-1 0 0 0,1-1 0 0 0,36 16 1 0 0,-30-18-1337 0 0,0-1 0 0 0,0-1 0 0 0,45 8 0 0 0,-41-12-2631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3612 0 0,'0'0'10119'0'0,"0"5"-9976"0"0,3 52 92 0 0,12 204-3216 0 0,-10-162-2862 0 0,-3-65 598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25 101 4872 0 0,'0'0'5540'0'0,"-4"-2"-5149"0"0,-12-3-135 0 0,12 4 238 0 0,7-3-389 0 0,70-56 729 0 0,-71 58-718 0 0,3-1 4 0 0,11-8-1 0 0,-12 9 127 0 0,-1 0-140 0 0,19-6 1027 0 0,-21 7-1103 0 0,0 1 1 0 0,0 0 0 0 0,0 0-1 0 0,0 0 1 0 0,0 0 0 0 0,0 0-1 0 0,0 0 1 0 0,0 0 0 0 0,0 1-1 0 0,0-1 1 0 0,0 0 0 0 0,0 0-1 0 0,0 1 1 0 0,0-1 0 0 0,0 1-1 0 0,0-1 1 0 0,-1 1 0 0 0,1-1-1 0 0,0 1 1 0 0,0-1-1 0 0,0 1 1 0 0,-1 0 0 0 0,1 0-1 0 0,0-1 1 0 0,-1 1 0 0 0,1 0-1 0 0,1 1 1 0 0,6 18 153 0 0,0 1-1 0 0,-2-1 1 0 0,0 1 0 0 0,-1 0-1 0 0,3 29 1 0 0,-6-41-175 0 0,22 107-3299 0 0,-23-112 2389 0 0,-1-4 848 0 0,0 1 0 0 0,1-1 0 0 0,-1 1 0 0 0,1-1 0 0 0,-1 1 0 0 0,0-1 0 0 0,0 1 0 0 0,1 0 0 0 0,-1-1-1 0 0,0 1 1 0 0,0-1 0 0 0,0 1 0 0 0,1 0 0 0 0,-1-1 0 0 0,0 1 0 0 0,0 0 0 0 0,0-1 0 0 0,0 1 0 0 0,0-1-1 0 0,0 1 1 0 0,-1 1 0 0 0,1 4-1184 0 0,2 2-4075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1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0 175 2932 0 0,'0'0'3637'0'0,"4"-31"-2553"0"0,17 7-1032 0 0,3 1-440 0 0,4-2-456 0 0,-10 12 220 0 0,1-1-193 0 0,0-1 13 0 0,0 0-552 0 0,-1 0-1476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37 1572 0 0,'3'-3'1154'0'0,"-1"0"-1527"0"0,17-21 6010 0 0,-17 18-2518 0 0,-13 12-3112 0 0,8-4 360 0 0,4 4-322 0 0,3 6-17 0 0,1-1 1 0 0,0 1 0 0 0,1-1-1 0 0,0 0 1 0 0,1-1 0 0 0,0 1 0 0 0,1-1-1 0 0,11 12 1 0 0,9 13 60 0 0,-26-32-2 0 0,-1 2-16 0 0,8 33 55 0 0,-8-35-141 0 0,-1 0 0 0 0,0-1-1 0 0,0 1 1 0 0,0 0 0 0 0,0 0 0 0 0,0 0 0 0 0,-1-1 0 0 0,1 1-1 0 0,-1 0 1 0 0,0-1 0 0 0,0 1 0 0 0,0 0 0 0 0,0-1 0 0 0,0 1-1 0 0,0-1 1 0 0,-3 3 0 0 0,-24 24-984 0 0,25-26 507 0 0,-1-1-177 0 0,-15 8-160 0 0,14-7-214 0 0,0-4-2709 0 0,-21-3-325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1 178 3000 0 0,'14'-25'2032'0'0,"5"-1"-743"0"0,0 0-569 0 0,7 1-560 0 0,1-1-452 0 0,-1 1-1269 0 0,0 1-739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20 268 3700 0 0,'0'0'2687'0'0,"-4"-2"-1731"0"0,1 1-1069 0 0,-9-6 1629 0 0,12 6-1450 0 0,0 0-1 0 0,1 0 0 0 0,-1 0 0 0 0,1 0 0 0 0,-1 0 0 0 0,1 0 0 0 0,0 0 0 0 0,-1 0 0 0 0,1 0 0 0 0,0 0 0 0 0,0 1 0 0 0,-1-1 0 0 0,1 0 1 0 0,0 0-1 0 0,0 1 0 0 0,0-1 0 0 0,0 1 0 0 0,0-1 0 0 0,0 1 0 0 0,0-1 0 0 0,0 1 0 0 0,0-1 0 0 0,2 1 0 0 0,276-113-531 0 0,-145 64-1075 0 0,13-10-2970 0 0,-101 41 761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141 53 2620 0 0,'0'0'2573'0'0,"0"-4"-1631"0"0,-4-13-182 0 0,3 13 777 0 0,-1 1-1232 0 0,-1 1-155 0 0,0 0 0 0 0,1-1-1 0 0,-1 1 1 0 0,0 0 0 0 0,0 1 0 0 0,0-1 0 0 0,0 0 0 0 0,0 1 0 0 0,-5-2 0 0 0,4 2 316 0 0,4 1-451 0 0,-1 0-1 0 0,1 0 1 0 0,-1 0-1 0 0,1 0 0 0 0,-1 0 1 0 0,1 0-1 0 0,-1 0 1 0 0,1 0-1 0 0,0 0 0 0 0,-1 0 1 0 0,1 0-1 0 0,-1 0 1 0 0,1 0-1 0 0,-1 0 1 0 0,1 0-1 0 0,0 1 0 0 0,-1-1 1 0 0,1 0-1 0 0,-1 0 1 0 0,1 1-1 0 0,0-1 0 0 0,-1 0 1 0 0,1 1-1 0 0,-1 0 1 0 0,-11 3 316 0 0,-7 9 215 0 0,19-12-538 0 0,0-1 0 0 0,0 1 0 0 0,0-1 1 0 0,-1 1-1 0 0,1-1 0 0 0,0 1 0 0 0,0-1 0 0 0,-1 1 0 0 0,1-1 1 0 0,0 0-1 0 0,-1 1 0 0 0,1-1 0 0 0,0 1 0 0 0,-1-1 1 0 0,1 0-1 0 0,-1 1 0 0 0,1-1 0 0 0,0 0 0 0 0,-1 1 1 0 0,1-1-1 0 0,-1 0 0 0 0,1 0 0 0 0,-1 0 0 0 0,1 1 1 0 0,-1-1-1 0 0,0 0 0 0 0,0 0-1 0 0,1 0 0 0 0,-1 0-1 0 0,1 0 1 0 0,-1 1 0 0 0,1-1 0 0 0,-1 0 0 0 0,1 0-1 0 0,-1 0 1 0 0,1 1 0 0 0,-1-1 0 0 0,1 0 0 0 0,-1 1-1 0 0,1-1 1 0 0,0 0 0 0 0,-1 1 0 0 0,1-1 0 0 0,0 1-1 0 0,-1-1 1 0 0,1 0 0 0 0,0 1 0 0 0,-1-1-1 0 0,1 1 1 0 0,0-1 0 0 0,0 1 0 0 0,0-1 0 0 0,-1 2-1 0 0,1-2 1 0 0,0 1-1 0 0,0-1 0 0 0,0 1 1 0 0,0-1-1 0 0,0 1 0 0 0,0 0 0 0 0,0-1 1 0 0,-1 1-1 0 0,1-1 0 0 0,0 1 0 0 0,0-1 1 0 0,-1 1-1 0 0,1-1 0 0 0,0 0 0 0 0,-1 1 1 0 0,1-1-1 0 0,0 1 0 0 0,-1-1 0 0 0,1 1 1 0 0,0-1-1 0 0,-1 0 0 0 0,1 1 1 0 0,-1-1-1 0 0,-12 16 93 0 0,5 1-68 0 0,6-12-6 0 0,1-1-27 0 0,-1 14-12 0 0,1-14-23 0 0,3 0-155 0 0,6 12 59 0 0,-6-11 5 0 0,-1-5-13 0 0,-1 0 135 0 0,1 0 1 0 0,-1 0-1 0 0,0 0 1 0 0,1 0-1 0 0,-1 0 1 0 0,1 0-1 0 0,-1 0 1 0 0,0 0-1 0 0,1 0 0 0 0,-1 0 1 0 0,1 0-1 0 0,-1 1 1 0 0,0-1-1 0 0,1 0 1 0 0,-1 0-1 0 0,0 1 1 0 0,1-1-1 0 0,-1 0 0 0 0,0 0 1 0 0,1 1-1 0 0,-1-1 1 0 0,0 0-1 0 0,0 1 1 0 0,1-1-1 0 0,-1 0 1 0 0,0 1-1 0 0,0-1 1 0 0,1 1-1 0 0,-1 0-11 0 0,0 0 0 0 0,1-1 0 0 0,-1 1 0 0 0,0-1 0 0 0,1 1 0 0 0,-1 0 0 0 0,1-1 1 0 0,-1 1-1 0 0,1-1 0 0 0,-1 1 0 0 0,1-1 0 0 0,-1 0 0 0 0,1 1 0 0 0,0-1 0 0 0,-1 1 0 0 0,1-1 0 0 0,0 0 0 0 0,-1 0 0 0 0,1 1 0 0 0,0-1 0 0 0,-1 0 0 0 0,1 0 0 0 0,0 0 0 0 0,-1 0 1 0 0,1 0-1 0 0,0 0 0 0 0,1 0 0 0 0,18 1-74 0 0,-15 0 28 0 0,0-3-23 0 0,14-5 52 0 0,-14 6 10 0 0,-2-1 3 0 0,20-16 16 0 0,-19 11 17 0 0,-3 3-4 0 0,1 0 73 0 0,0 0-31 0 0,0-5 28 0 0,0 1-1 0 0,-1-1 1 0 0,0 0-1 0 0,0-12 41 0 0,-2 16-74 0 0,-17-37 169 0 0,16 38-184 0 0,-2 3-25 0 0,-14-3-2 0 0,14 3-7 0 0,-4 8 12 0 0,-5 3 8 0 0,5 2-15 0 0,7-11 0 0 0,0 1-1 0 0,0-1 1 0 0,0 0-1 0 0,1 0 1 0 0,-1 0-1 0 0,1 1 1 0 0,-1-1-1 0 0,1 0 0 0 0,-1 1 1 0 0,1-1-1 0 0,0 0 1 0 0,-1 1-1 0 0,1 2 1 0 0,0 0-1 0 0,-1 0 5 0 0,0 2-12 0 0,0 14 3 0 0,1-14-10 0 0,2-2-5 0 0,19 31-324 0 0,-18-32 214 0 0,1-1-10 0 0,42 13-482 0 0,-40-14 522 0 0,-1-2-39 0 0,40-14 60 0 0,-41 13 102 0 0,3-4 10 0 0,-6 5-22 0 0,-1 1 0 0 0,1 0-1 0 0,0 0 1 0 0,-1-1 0 0 0,1 1-1 0 0,-1-1 1 0 0,1 1 0 0 0,-1 0-1 0 0,1-1 1 0 0,-1 1-1 0 0,1-1 1 0 0,-1 1 0 0 0,1-1-1 0 0,-1 0 1 0 0,0 1 0 0 0,1-1-1 0 0,-1 1 1 0 0,0-1-1 0 0,1 0 1 0 0,-1 1 0 0 0,0-1-1 0 0,0 1 1 0 0,0-2 0 0 0,2-3 47 0 0,-1 0-1 0 0,0 0 1 0 0,0 0 0 0 0,-1 0 0 0 0,1 0 0 0 0,-1 0 0 0 0,-1-9 0 0 0,0 8 33 0 0,-1 3-41 0 0,-6-9-9 0 0,6 9 30 0 0,-2 1-28 0 0,-10-6 10 0 0,11 5 102 0 0,-3 4-122 0 0,-16 0-12 0 0,17-1 3 0 0,-17 15 86 0 0,18-12-107 0 0,-15 29 21 0 0,17-28-26 0 0,1 1-4 0 0,1 0-17 0 0,1 0 0 0 0,-1 0 0 0 0,1 0 1 0 0,0-1-1 0 0,0 1 0 0 0,0 0 0 0 0,1-1 0 0 0,-1 1 0 0 0,1-1 0 0 0,1 1 0 0 0,-1-1 0 0 0,5 8 0 0 0,-4-10-97 0 0,-2-2-33 0 0,1 1 135 0 0,0-1-1 0 0,-1 0 1 0 0,1 1-1 0 0,-1-1 1 0 0,0 1-1 0 0,1-1 1 0 0,-1 1-1 0 0,1-1 1 0 0,-1 1-1 0 0,3 2 1 0 0,-1-1-23 0 0,2 0-74 0 0,0-2-103 0 0,18 0 185 0 0,-18 0 37 0 0,14-10-23 0 0,-15 8 45 0 0,-2 0 27 0 0,0 0-19 0 0,-1-1 1 0 0,1 1-1 0 0,-1 0 1 0 0,0 0-1 0 0,0-1 1 0 0,0 1-1 0 0,0-1 1 0 0,0 1-1 0 0,0-1 1 0 0,-1 1-1 0 0,1-1 1 0 0,-1 1-1 0 0,0-1 1 0 0,0-3-1 0 0,0 1 107 0 0,-11-13-32 0 0,8 15-34 0 0,0 1-37 0 0,-1 1-22 0 0,-1-1 1 0 0,1 1-1 0 0,-1 0 1 0 0,1 1-1 0 0,-1-1 1 0 0,1 1-1 0 0,-9 0 0 0 0,8 1 46 0 0,1 1-14 0 0,-2 3-43 0 0,-1 0 1 0 0,2 0 0 0 0,-1 1 0 0 0,0 0-1 0 0,1 0 1 0 0,-6 9 0 0 0,9-11 46 0 0,2 1-50 0 0,0 16-9 0 0,0-16-20 0 0,0-4-6 0 0,1 0 24 0 0,-1 0 1 0 0,1 0-1 0 0,-1-1 0 0 0,1 1 1 0 0,-1 0-1 0 0,1 0 0 0 0,0-1 0 0 0,-1 1 1 0 0,1 0-1 0 0,0-1 0 0 0,0 1 1 0 0,-1-1-1 0 0,1 1 0 0 0,0-1 0 0 0,0 1 1 0 0,0-1-1 0 0,0 0 0 0 0,0 1 1 0 0,0-1-1 0 0,0 0 0 0 0,-1 0 0 0 0,1 1 1 0 0,2-1-1 0 0,24 1-140 0 0,-22-1 171 0 0,-1-2 9 0 0,11-6-23 0 0,-11 6 74 0 0,-2 0-17 0 0,0 0-10 0 0,0 1 0 0 0,-1-1-1 0 0,1 0 1 0 0,-1 0 0 0 0,1 0 0 0 0,-1 0-1 0 0,0 0 1 0 0,0 0 0 0 0,0 0 0 0 0,0 0-1 0 0,0-1 1 0 0,0 1 0 0 0,-1 0 0 0 0,1-1-1 0 0,0-3 1 0 0,-1 5-48 0 0,-1 1-1 0 0,1-1 1 0 0,0 0-1 0 0,-1 0 1 0 0,1 0-1 0 0,0 1 1 0 0,-1-1-1 0 0,1 0 1 0 0,-1 1-1 0 0,1-1 1 0 0,-1 0-1 0 0,1 1 1 0 0,-1-1-1 0 0,0 1 1 0 0,1-1-1 0 0,-1 1 1 0 0,0-1-1 0 0,1 1 1 0 0,-1-1-1 0 0,0 1 1 0 0,0 0 0 0 0,1-1-1 0 0,-1 1 1 0 0,0 0-1 0 0,0 0 1 0 0,0 0-1 0 0,1 0 1 0 0,-1-1-1 0 0,0 1 1 0 0,0 0-1 0 0,-1 0 1 0 0,-18 0 44 0 0,15 0-69 0 0,2 2-839 0 0,0-1 334 0 0,-5 3 558 0 0,1 4-6599 0 0,-7 10 1702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59 87 3276 0 0,'0'0'5382'0'0,"-2"4"-5006"0"0,-4 13-3 0 0,5-13 1431 0 0,-4-5-1597 0 0,-16-5 390 0 0,14-17-314 0 0,8 18-278 0 0,-1-1-6 0 0,0-1-1 0 0,16-22 8 0 0,-14 26-3 0 0,0 0 0 0 0,0 0 0 0 0,1 0-1 0 0,-1 0 1 0 0,1 1 0 0 0,0-1-1 0 0,0 1 1 0 0,-1 0 0 0 0,2 0 0 0 0,-1 0-1 0 0,4-2 1 0 0,-6 3-3 0 0,2-1-15 0 0,2 3-30 0 0,-2-1 55 0 0,0 0 0 0 0,0 1-1 0 0,0-1 1 0 0,0 1 0 0 0,0 0 0 0 0,0-1-1 0 0,0 1 1 0 0,0 1 0 0 0,-1-1-1 0 0,1 0 1 0 0,0 1 0 0 0,-1-1 0 0 0,1 1-1 0 0,-1 0 1 0 0,0 0 0 0 0,1 0 0 0 0,-1 0-1 0 0,0 0 1 0 0,0 1 0 0 0,0-1 0 0 0,-1 0-1 0 0,1 1 1 0 0,-1 0 0 0 0,3 4-1 0 0,19 53 54 0 0,-17-41-44 0 0,-4 1-15 0 0,-1-5 6 0 0,-1-12-9 0 0,1 16 17 0 0,-1 0-1 0 0,0 0 1 0 0,-2 0-1 0 0,-4 26 1 0 0,-6 0 22 0 0,9-38-38 0 0,-5 9 24 0 0,0-3 5 0 0,0 0 1 0 0,-16 17 0 0 0,20-26-12 0 0,-1-4-9 0 0,-19 4-13 0 0,22-4-2 0 0,1 0 0 0 0,-1-1 1 0 0,1 1-1 0 0,-1-1 0 0 0,1 0 1 0 0,-1 0-1 0 0,1 1 0 0 0,0-1 1 0 0,-1 0-1 0 0,1 0 0 0 0,0 0 1 0 0,-2-3-1 0 0,1 3-4 0 0,-2-2-28 0 0,1-2-5 0 0,-31-59-37 0 0,32 59 80 0 0,1 1-26 0 0,-3-16-20 0 0,4 20 46 0 0,0-1-1 0 0,0 1 1 0 0,1-1-1 0 0,-1 1 0 0 0,0 0 1 0 0,0-1-1 0 0,0 1 0 0 0,1 0 1 0 0,-1-1-1 0 0,0 1 0 0 0,1 0 1 0 0,-1 0-1 0 0,0-1 0 0 0,0 1 1 0 0,1 0-1 0 0,-1 0 0 0 0,1-1 1 0 0,-1 1-1 0 0,0 0 1 0 0,1 0-1 0 0,-1 0 0 0 0,0 0 1 0 0,1 0-1 0 0,-1-1 0 0 0,1 1 1 0 0,-1 0-1 0 0,1 0 0 0 0,9-6-30 0 0,-5 7 30 0 0,16 6 6 0 0,11 4 26 0 0,-27-9-81 0 0,0 0-68 0 0,16 6-62 0 0,-16-6-71 0 0,1-1-39 0 0,2 2-102 0 0,0-1 0 0 0,0 0 0 0 0,0-1 0 0 0,1 1 1 0 0,-1-2-1 0 0,1 1 0 0 0,-1-1 0 0 0,17-2 0 0 0,-18 0-283 0 0,1 0 0 0 0,-1 0 0 0 0,1-1 1 0 0,-1 1-1 0 0,0-2 0 0 0,0 1 0 0 0,9-7 1 0 0,9-7-2190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73 57 2632 0 0,'0'0'991'0'0,"0"-5"-232"0"0,-1-17 82 0 0,1 16 919 0 0,-2 2-1342 0 0,-7-15 1266 0 0,4 20-1470 0 0,-20 0 287 0 0,11 19 139 0 0,14-19-616 0 0,0 1 1 0 0,0-1 0 0 0,-1 1 0 0 0,1-1 0 0 0,0 1 0 0 0,-1-1 0 0 0,0 0-1 0 0,1 1 1 0 0,-1-1 0 0 0,0 0 0 0 0,1 1 0 0 0,-3 0 0 0 0,1 2 30 0 0,0 0 97 0 0,1 2-23 0 0,-2 17-20 0 0,2-17-53 0 0,1-1-57 0 0,0 17 54 0 0,0-16 9 0 0,1-2-23 0 0,4 16-44 0 0,-4-15-53 0 0,2-1-45 0 0,0 0 10 0 0,1-1 0 0 0,0 1 0 0 0,0 0 0 0 0,0-1-1 0 0,9 6 1 0 0,-10-7-47 0 0,3-2-193 0 0,16 1 210 0 0,-16-1 55 0 0,-2-1 18 0 0,12-3 22 0 0,-12 3 19 0 0,-3 0 20 0 0,1 1-1 0 0,-1-1 1 0 0,0 1 0 0 0,0-1 0 0 0,1 0-1 0 0,-1 1 1 0 0,0-1 0 0 0,0 0 0 0 0,0 0 0 0 0,0 0-1 0 0,0 0 1 0 0,2-2 0 0 0,-3 3 16 0 0,4-3 155 0 0,-3 1-143 0 0,-1 0 0 0 0,1 1-1 0 0,0-1 1 0 0,0 0 0 0 0,0 0 0 0 0,1 1-1 0 0,-1-1 1 0 0,0 1 0 0 0,3-3 0 0 0,-1 0 178 0 0,-2 0-4 0 0,0-47 600 0 0,-2 46-654 0 0,0-1-23 0 0,-6-16-10 0 0,5 17-20 0 0,0 1-24 0 0,-6-16 39 0 0,7 19-142 0 0,1 0-1 0 0,-1 0 0 0 0,1 0 0 0 0,-1 0 0 0 0,1 0 1 0 0,-1 0-1 0 0,0 0 0 0 0,0 0 0 0 0,1 0 0 0 0,-1 0 0 0 0,0 0 1 0 0,0 0-1 0 0,0 1 0 0 0,0-1 0 0 0,0 0 0 0 0,0 0 1 0 0,0 1-1 0 0,0-1 0 0 0,0 1 0 0 0,0-1 0 0 0,-1 1 0 0 0,1 0 1 0 0,-2-1-1 0 0,-17 5-190 0 0,15-3-72 0 0,5 0 259 0 0,0 0 0 0 0,0-1-1 0 0,0 1 1 0 0,0 0 0 0 0,0-1-1 0 0,0 1 1 0 0,0-1 0 0 0,0 1-1 0 0,0 0 1 0 0,-1-1 0 0 0,1 1-1 0 0,0 0 1 0 0,0-1 0 0 0,-1 1-1 0 0,1-1 1 0 0,0 1 0 0 0,-1-1-1 0 0,1 1 1 0 0,-1-1 0 0 0,0 1-1 0 0,-9 16-614 0 0,6-1 132 0 0,2-13-75 0 0,2 4-105 0 0,4 51-4431 0 0,-2-52 1597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3040 0 0,'0'0'6694'0'0,"0"5"-6446"0"0,23 77 398 0 0,-22-78-618 0 0,1 3-83 0 0,32 107-4514 0 0,-33-109 2345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 91 2240 0 0,'0'0'8506'0'0,"-4"-1"-8259"0"0,3 0-189 0 0,-1 1 0 0 0,0-1-1 0 0,0 0 1 0 0,1 1 0 0 0,-1-1 0 0 0,0 0 0 0 0,1 0-1 0 0,-1 0 1 0 0,1 0 0 0 0,-1 0 0 0 0,1-1 0 0 0,0 1-1 0 0,-1 0 1 0 0,1-1 0 0 0,0 1 0 0 0,0-1 0 0 0,0 1-1 0 0,0-1 1 0 0,-1-2 0 0 0,0 0 208 0 0,3-1-217 0 0,3-14-18 0 0,-3 14 16 0 0,1 1-33 0 0,0 1-24 0 0,1 1-1 0 0,-1-1 0 0 0,0 1 0 0 0,1 0 0 0 0,-1-1 0 0 0,1 1 0 0 0,0 0 0 0 0,0 0 0 0 0,-1 1 0 0 0,5-3 0 0 0,-3 3 30 0 0,1 2 9 0 0,0 2-30 0 0,0-1 1 0 0,-1 0-1 0 0,1 1 0 0 0,0 0 0 0 0,-1 0 1 0 0,0 1-1 0 0,1-1 0 0 0,-1 1 1 0 0,-1 0-1 0 0,1 0 0 0 0,0 0 0 0 0,-1 0 1 0 0,0 1-1 0 0,3 4 0 0 0,-2 0 16 0 0,0-1 0 0 0,-1 1 0 0 0,0 0-1 0 0,0 1 1 0 0,-1-1 0 0 0,0 0 0 0 0,0 1 0 0 0,-1-1-1 0 0,0 1 1 0 0,-1-1 0 0 0,0 1 0 0 0,-1-1 0 0 0,0 1 0 0 0,0-1-1 0 0,-1 0 1 0 0,0 1 0 0 0,-6 14 0 0 0,-25 36 53 0 0,31-56-3 0 0,1-3-64 0 0,1-1 1 0 0,0 1-1 0 0,-1-1 1 0 0,1 0-1 0 0,0 1 1 0 0,-1-1-1 0 0,1 1 1 0 0,0-1-1 0 0,-1 0 1 0 0,1 1 0 0 0,-1-1-1 0 0,1 0 1 0 0,-1 1-1 0 0,1-1 1 0 0,-1 0-1 0 0,1 0 1 0 0,-1 0-1 0 0,1 0 1 0 0,-1 1 0 0 0,0-1-1 0 0,0 0 1 0 0,0 0 0 0 0,1 0 1 0 0,0 0 0 0 0,-1 0-1 0 0,1 0 1 0 0,-1 0 0 0 0,1 0 0 0 0,-1 1-1 0 0,1-1 1 0 0,-1 0 0 0 0,1 0-1 0 0,-1 0 1 0 0,1 1 0 0 0,0-1-1 0 0,-1 0 1 0 0,1 0 0 0 0,-1 1-1 0 0,1-1 1 0 0,0 0 0 0 0,-1 1-1 0 0,1-1 1 0 0,0 1 0 0 0,-1-1-1 0 0,1 1 1 0 0,0-1-1 0 0,0 0 0 0 0,0-1 0 0 0,-1 1-1 0 0,1 0 1 0 0,0 0 0 0 0,0-1 0 0 0,0 1 0 0 0,0 0 0 0 0,-1 0-1 0 0,1-1 1 0 0,0 1 0 0 0,0 0 0 0 0,0 0 0 0 0,-1 0 0 0 0,1-1-1 0 0,0 1 1 0 0,0 0 0 0 0,-1 0 0 0 0,1 0 0 0 0,0 0-1 0 0,0-1 1 0 0,-1 1 0 0 0,1 0 0 0 0,0 0 0 0 0,-1 0 0 0 0,1 0-1 0 0,0 0 1 0 0,0 0 0 0 0,-1 0 0 0 0,1 0 0 0 0,0 0 0 0 0,-1 0-1 0 0,1 0 1 0 0,-1 0-4 0 0,0 0-1 0 0,1 0 1 0 0,-1 0-1 0 0,1 0 1 0 0,-1 0-1 0 0,1 0 1 0 0,-1 0-1 0 0,1 0 1 0 0,-1 0 0 0 0,1-1-1 0 0,-1 1 1 0 0,1 0-1 0 0,-1 0 1 0 0,1-1-1 0 0,-1 1 1 0 0,1 0-1 0 0,-1-1 1 0 0,1 1-1 0 0,0 0 1 0 0,-1-1-1 0 0,1 1 1 0 0,0 0-1 0 0,-1-1 1 0 0,1 1-1 0 0,0-1 1 0 0,-1 1-1 0 0,1-1 1 0 0,0 1 0 0 0,0-1-1 0 0,0 1 1 0 0,-1-1-1 0 0,1 1 1 0 0,0-2-1 0 0,-4-15 8 0 0,4 13 20 0 0,0-1-30 0 0,7-43-16 0 0,-6 43-5 0 0,9 1 28 0 0,-10 3 10 0 0,0 1 0 0 0,1-1 0 0 0,-1 1-1 0 0,1 0 1 0 0,-1-1 0 0 0,1 1 0 0 0,-1-1 0 0 0,1 1 0 0 0,-1 0 0 0 0,1 0-1 0 0,-1-1 1 0 0,1 1 0 0 0,-1 0 0 0 0,1 0 0 0 0,0 0 0 0 0,-1-1 0 0 0,1 1-1 0 0,0 0 1 0 0,-1 0 0 0 0,1 0 0 0 0,-1 0 0 0 0,1 0 0 0 0,0 0 0 0 0,-1 0-1 0 0,1 0 1 0 0,-1 1 0 0 0,1-1 0 0 0,1 0 0 0 0,20 4 89 0 0,-17-4-16 0 0,0 2 1 0 0,11 5 32 0 0,-12-6-36 0 0,0 1-27 0 0,12 6-22 0 0,-12-6-3 0 0,1 0-5 0 0,12 5-38 0 0,-12-5-37 0 0,-1 0 7 0 0,13 3-52 0 0,-12-4-74 0 0,1 0-390 0 0,17 1 133 0 0,-17-1-91 0 0,-2-2-110 0 0,8-3-1210 0 0,1-1 1 0 0,-1 0-1 0 0,13-7 1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0 2520 0 0,'0'0'4878'0'0,"-4"2"-4362"0"0,-13 4-69 0 0,13-4 551 0 0,4-1-964 0 0,0 1-1 0 0,0-1 1 0 0,-1 0 0 0 0,1 0 0 0 0,-1 1-1 0 0,1-1 1 0 0,-1 0 0 0 0,1 0-1 0 0,-1 0 1 0 0,0 0 0 0 0,0 0 0 0 0,-1 2-1 0 0,0-1 46 0 0,0 2 530 0 0,2 1-454 0 0,0 15-11 0 0,0-16 100 0 0,2 0-134 0 0,28 26 246 0 0,-27-28-312 0 0,-3-1-41 0 0,0-1-1 0 0,1 1 0 0 0,-1-1 0 0 0,0 0 0 0 0,1 1 0 0 0,-1-1 0 0 0,0 0 0 0 0,1 1 1 0 0,-1-1-1 0 0,0 0 0 0 0,1 0 0 0 0,-1 1 0 0 0,0-1 0 0 0,1 0 0 0 0,-1 0 0 0 0,1 1 1 0 0,-1-1-1 0 0,0 0 0 0 0,1 0 0 0 0,-1 0 0 0 0,1 0 0 0 0,-1 0 0 0 0,1 0 0 0 0,-1 0 1 0 0,1 0-1 0 0,0 0 1 0 0,-1 0 1 0 0,1 0 0 0 0,-1 0 0 0 0,1 0 0 0 0,-1 0-1 0 0,1 1 1 0 0,-1-1 0 0 0,1 0 0 0 0,-1 0 0 0 0,1 0-1 0 0,-1 0 1 0 0,1 1 0 0 0,-1-1 0 0 0,1 0 0 0 0,-1 1-1 0 0,0-1 1 0 0,1 0 0 0 0,-1 1 0 0 0,1-1 0 0 0,-1 0-1 0 0,0 1 1 0 0,1 0 0 0 0,3 1 65 0 0,70 31 1543 0 0,-57-24-1459 0 0,-13-7 182 0 0,-3-2-329 0 0,-1 0 0 0 0,0 1 0 0 0,0-1 1 0 0,0 0-1 0 0,0 1 0 0 0,0-1 0 0 0,0 0 0 0 0,0 0 1 0 0,0 1-1 0 0,0-1 0 0 0,0 0 0 0 0,1 0 0 0 0,-1 1 1 0 0,0-1-1 0 0,0 0 0 0 0,0 0 0 0 0,1 1 0 0 0,-1-1 0 0 0,0 0 1 0 0,0 0-1 0 0,1 0 0 0 0,-1 0 0 0 0,0 1 0 0 0,0-1 1 0 0,1 0-1 0 0,-1 0 0 0 0,0 0 0 0 0,0 0 0 0 0,1 0 1 0 0,-1 0-1 0 0,1 0 0 0 0,0 1 22 0 0,-1-1 1 0 0,1 0-1 0 0,0 0 1 0 0,-1 1-1 0 0,1-1 1 0 0,0 1-1 0 0,-1-1 1 0 0,1 0-1 0 0,0 1 1 0 0,-1-1-1 0 0,1 1 0 0 0,-1 0 1 0 0,1-1-1 0 0,-1 1 1 0 0,1-1-1 0 0,-1 1 1 0 0,1 0-1 0 0,-1-1 1 0 0,0 1-1 0 0,1 0 1 0 0,-1 1-1 0 0,1 0 1 0 0,0 1 0 0 0,0 0 0 0 0,-1 0 0 0 0,0 0 0 0 0,1 0 0 0 0,-1-1 1 0 0,0 1-1 0 0,-1 0 0 0 0,1 0 0 0 0,0 0 0 0 0,-1 0 0 0 0,-1 3 0 0 0,1-1 19 0 0,-2-2-1 0 0,-10 13-26 0 0,10-13-36 0 0,-1 1-52 0 0,-15 8 236 0 0,16-10-652 0 0,-1 0-1 0 0,0 0 0 0 0,1-1 1 0 0,-1 1-1 0 0,0-1 0 0 0,0 0 1 0 0,0 0-1 0 0,0 0 0 0 0,-1 0 1 0 0,-7-1-1 0 0,7 0-880 0 0,-9-18-7167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88 3492 0 0,'0'0'3863'0'0,"1"-5"-3334"0"0,5-12-103 0 0,-4 12 210 0 0,2 3-404 0 0,12-8-60 0 0,-12 8-44 0 0,1-1-49 0 0,96-39-4078 0 0,-97 41 1952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93 3432 0 0,'0'0'8817'0'0,"2"-3"-8702"0"0,1-1 63 0 0,-1-1-1 0 0,1 0 1 0 0,-1 0 0 0 0,0-1 0 0 0,-1 1 0 0 0,1 0 0 0 0,-1-1-1 0 0,0 1 1 0 0,0-8 0 0 0,-2 8-70 0 0,-4 11-157 0 0,5-5 48 0 0,-1-1 0 0 0,0 0 0 0 0,0 1 0 0 0,1-1 0 0 0,-1 1 0 0 0,0-1 0 0 0,0 1 0 0 0,1 0 0 0 0,-1-1 0 0 0,1 1 0 0 0,-1 0 0 0 0,0-1 0 0 0,1 1 0 0 0,0 0 0 0 0,-1-1 1 0 0,1 1-1 0 0,-1 0 0 0 0,1 1 0 0 0,-5 16 1 0 0,4-14-18 0 0,1 1-26 0 0,0 20 66 0 0,1-22 3 0 0,6 11-4 0 0,-5-10 5 0 0,1-2-47 0 0,10 8-96 0 0,-10-7 257 0 0,3-3-262 0 0,15 0 158 0 0,-16 0 136 0 0,-3-3-153 0 0,0 0-17 0 0,-1 1 1 0 0,1 0-1 0 0,-1 0 1 0 0,0-1-1 0 0,0 1 0 0 0,0-1 1 0 0,0 1-1 0 0,0-1 1 0 0,-1 1-1 0 0,1-1 0 0 0,-1 1 1 0 0,0-1-1 0 0,0 0 1 0 0,1 1-1 0 0,-2-1 0 0 0,1-3 1 0 0,0 2-11 0 0,-1 0 0 0 0,-3-18 14 0 0,3 20-6 0 0,0 1-1 0 0,0-1 1 0 0,0 0 0 0 0,0 1-1 0 0,1-1 1 0 0,-1 0-1 0 0,0 0 1 0 0,1 0 0 0 0,0 1-1 0 0,-1-4 1 0 0,0 1 4 0 0,0 2-18 0 0,0 0 15 0 0,0 0 0 0 0,0 1 1 0 0,0-1-1 0 0,-1 0 0 0 0,1 1 0 0 0,0-1 1 0 0,-1 1-1 0 0,1-1 0 0 0,-1 1 1 0 0,1 0-1 0 0,-1 0 0 0 0,0 0 1 0 0,0 0-1 0 0,1 0 0 0 0,-1 0 0 0 0,-4-1 1 0 0,6 2 8 0 0,-3-2-4 0 0,3 2-126 0 0,-1 1 119 0 0,1-1 0 0 0,0 0-1 0 0,0 0 1 0 0,0 1 0 0 0,0-1 0 0 0,0 0 0 0 0,0 1 0 0 0,-1-1 0 0 0,1 0 0 0 0,0 0 0 0 0,0 1-1 0 0,-1-1 1 0 0,1 0 0 0 0,0 0 0 0 0,0 0 0 0 0,-1 1 0 0 0,1-1 0 0 0,0 0 0 0 0,0 0-1 0 0,-1 0 1 0 0,1 0 0 0 0,0 0 0 0 0,-1 0 0 0 0,1 0 0 0 0,0 1 0 0 0,0-1 0 0 0,-1 0 0 0 0,1 0-1 0 0,0 0 1 0 0,-1 0 0 0 0,1 0 0 0 0,-1 0 0 0 0,0 0 0 0 0,0 0 0 0 0,1 0 1 0 0,-1 0-1 0 0,0 0 0 0 0,1 0 0 0 0,-1 1 0 0 0,0-1 0 0 0,1 0 0 0 0,-1 0 0 0 0,0 1 1 0 0,1-1-1 0 0,-1 0 0 0 0,1 1 0 0 0,-1-1 0 0 0,1 1 0 0 0,-1-1 0 0 0,1 1 1 0 0,-1-1-1 0 0,1 1 0 0 0,-1-1 0 0 0,1 1 0 0 0,0 0 0 0 0,-1 0 0 0 0,-7 15-9 0 0,5-13 8 0 0,3 2-35 0 0,-4 15 28 0 0,3-15 11 0 0,1 1-8 0 0,1 0 1 0 0,0-1-1 0 0,0 1 1 0 0,0 0-1 0 0,0 0 1 0 0,5 9 0 0 0,-5-11-33 0 0,2-2-130 0 0,32 17-525 0 0,-31-17 588 0 0,1-3-165 0 0,0 0 284 0 0,0-1 1 0 0,0 1-1 0 0,0-1 1 0 0,0 0-1 0 0,8-5 1 0 0,-10 5-44 0 0,7-18-37 0 0,-10 14 76 0 0,-1-17 6 0 0,0 18-10 0 0,0 1 1 0 0,-6-13-14 0 0,5 13-18 0 0,0 1-10 0 0,-8-12 30 0 0,8 12-5 0 0,1 2 8 0 0,-1-1-1 0 0,1 1 1 0 0,-1 0 0 0 0,1 0-1 0 0,-1-1 1 0 0,1 1 0 0 0,-1 0-1 0 0,0 1 1 0 0,0-1 0 0 0,1 0-1 0 0,-1 0 1 0 0,0 1 0 0 0,0-1-1 0 0,0 1 1 0 0,0 0 0 0 0,0 0-1 0 0,0-1 1 0 0,1 1 0 0 0,-1 0-1 0 0,0 0 1 0 0,-4 1 0 0 0,6-1 4 0 0,-5 1 13 0 0,2 1-101 0 0,-23 27 165 0 0,23-26-17 0 0,3 1-40 0 0,-4 13 5 0 0,3-13 15 0 0,2 0-18 0 0,1 15-15 0 0,-1-14 1 0 0,4 2 2 0 0,-4-6-11 0 0,-1 0 1 0 0,0 0-1 0 0,1 0 1 0 0,-1 0-1 0 0,0-1 1 0 0,1 1-1 0 0,-1 0 1 0 0,1 0-1 0 0,0 0 1 0 0,-1 0-1 0 0,1-1 1 0 0,0 1-1 0 0,-1 0 1 0 0,1 0-1 0 0,1 0 1 0 0,0 3 1 0 0,3 0-4 0 0,29-1 37 0 0,-33-3-36 0 0,0 0 1 0 0,0 0-1 0 0,1 0 0 0 0,-1 0 1 0 0,0 0-1 0 0,0 0 0 0 0,0 0 0 0 0,0-1 1 0 0,0 1-1 0 0,1 0 0 0 0,-1-1 0 0 0,0 1 1 0 0,0-1-1 0 0,0 0 0 0 0,0 1 1 0 0,0-1-1 0 0,0 1 0 0 0,0-1 0 0 0,-1 0 1 0 0,2-1-1 0 0,0 0 1 0 0,2 0 3 0 0,-4 2-10 0 0,0-1 7 0 0,0 1 0 0 0,0 0 0 0 0,0-1 1 0 0,0 1-1 0 0,0 0 0 0 0,0-1 0 0 0,1 1 0 0 0,-1-1 0 0 0,0 1 0 0 0,0 0 0 0 0,0-1 0 0 0,0 1 0 0 0,0 0 0 0 0,1-1 0 0 0,-1 1 0 0 0,0 0 0 0 0,0-1 1 0 0,1 1-1 0 0,-1 0 0 0 0,0 0 0 0 0,0-1 0 0 0,1 1 0 0 0,-1 0 0 0 0,0 0 0 0 0,1 0 0 0 0,0-1 0 0 0,-1 1 0 0 0,1-1-1 0 0,0 1 1 0 0,-1-1 0 0 0,1 1-1 0 0,-1-1 1 0 0,1 1 0 0 0,0-1-1 0 0,-1 0 1 0 0,1 1 0 0 0,-1-1-1 0 0,0 0 1 0 0,1 1-1 0 0,-1-1 1 0 0,1 0 0 0 0,-1 1-1 0 0,0-1 1 0 0,0 0 0 0 0,1 0-1 0 0,-1 0 1 0 0,0-1 0 0 0,4-18 29 0 0,-4 15-10 0 0,-10-41-14 0 0,8 41-18 0 0,-15-9-270 0 0,16 14 285 0 0,-1 1 0 0 0,1 0 0 0 0,0-1-1 0 0,-1 1 1 0 0,1-1 0 0 0,-1 1 0 0 0,1-1 0 0 0,-1 1 0 0 0,1-1-1 0 0,-1 0 1 0 0,1 0 0 0 0,-3 0 0 0 0,2 0 2 0 0,-3 1 49 0 0,5 0-72 0 0,0-1 19 0 0,0 0-1 0 0,0 1 0 0 0,0-1 0 0 0,0 0 0 0 0,0 1 0 0 0,0-1 1 0 0,0 0-1 0 0,-1 0 0 0 0,1 1 0 0 0,0-1 0 0 0,0 0 1 0 0,0 1-1 0 0,0-1 0 0 0,0 0 0 0 0,-1 1 0 0 0,1-1 0 0 0,0 0 1 0 0,0 0-1 0 0,-1 1 0 0 0,1-1 0 0 0,0 0 0 0 0,0 0 1 0 0,-1 0-1 0 0,1 1 0 0 0,0-1 0 0 0,0 0 0 0 0,-1 0 0 0 0,0 0 4 0 0,1 1 0 0 0,-1-1 0 0 0,1 0-1 0 0,-1 1 1 0 0,1-1 0 0 0,0 0 0 0 0,-1 1-1 0 0,1-1 1 0 0,-1 0 0 0 0,1 1 0 0 0,0-1-1 0 0,-1 1 1 0 0,1-1 0 0 0,0 0 0 0 0,0 1-1 0 0,-1-1 1 0 0,1 1 0 0 0,0-1 0 0 0,0 1-1 0 0,0-1 1 0 0,0 1 0 0 0,0-1 0 0 0,-1 1 0 0 0,1-1-1 0 0,0 1 1 0 0,0-1 0 0 0,0 1 0 0 0,0 0-1 0 0,1-1 1 0 0,-1 1 0 0 0,0 0 0 0 0,0 2 15 0 0,1 0 1 0 0,-1 0-1 0 0,1 0 1 0 0,0 0-1 0 0,0 0 1 0 0,0 0 0 0 0,0 0-1 0 0,0 0 1 0 0,1 0-1 0 0,2 4 1 0 0,-2-5 443 0 0,16-5-240 0 0,-14 1-3326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48 61 2640 0 0,'0'0'3900'0'0,"0"-5"-3211"0"0,0-16-56 0 0,0 16 1619 0 0,-1 0-1948 0 0,0-15-54 0 0,1 16 717 0 0,-5 5-949 0 0,-12 4 1 0 0,13-3 12 0 0,2 2-25 0 0,-2 11-2 0 0,3-11 7 0 0,0 0 3 0 0,-3 15-9 0 0,3-15 52 0 0,3 1-78 0 0,2 14-38 0 0,-3-15-104 0 0,2-2 0 0 0,17 8-179 0 0,-19-10 338 0 0,-1 1 1 0 0,1-1-1 0 0,0 0 0 0 0,0 0 0 0 0,0 0 0 0 0,0 0 0 0 0,0 0 0 0 0,0 0 1 0 0,0 0-1 0 0,0 0 0 0 0,0 0 0 0 0,0 0 0 0 0,0 0 0 0 0,0 0 0 0 0,0-1 1 0 0,-1 1-1 0 0,1 0 0 0 0,0-1 0 0 0,0 1 0 0 0,0 0 0 0 0,0-1 0 0 0,0 0 1 0 0,-1 1-1 0 0,1-1 0 0 0,0 1 0 0 0,-1-1 0 0 0,2-1 0 0 0,7-11 54 0 0,-6 10 174 0 0,1-19-98 0 0,-3 18 2 0 0,-2 0-114 0 0,0 2-18 0 0,0 1 1 0 0,0-1 0 0 0,1 1-1 0 0,-1-1 1 0 0,1 0-1 0 0,-1 1 1 0 0,1-1 0 0 0,-1 0-1 0 0,1 1 1 0 0,0-4-1 0 0,-4 4-60 0 0,-15-6 52 0 0,16 9 1 0 0,-23 24 26 0 0,24-23-7 0 0,1 1-55 0 0,-4 12 30 0 0,4-11 17 0 0,15 14-98 0 0,-9-19 92 0 0,16 0-13 0 0,-16 0 19 0 0,13-12 14 0 0,-15 9-18 0 0,-2-1-35 0 0,4-12 67 0 0,-4 12 62 0 0,-2 0-96 0 0,-4-13-6 0 0,4 13 18 0 0,-2 2-12 0 0,-11-8 6 0 0,10 8 8 0 0,-1 3-24 0 0,-14 3 12 0 0,14-3-14 0 0,-11 17 44 0 0,14-14-24 0 0,-7 15 28 0 0,9-14-26 0 0,0 15-19 0 0,0-15 31 0 0,4 3-11 0 0,-4-7-7 0 0,0-1 0 0 0,0 1 1 0 0,0-1-1 0 0,0 1 0 0 0,1-1 0 0 0,-1 1 0 0 0,0 0 0 0 0,0-1 0 0 0,1 1 0 0 0,-1-1 1 0 0,0 1-1 0 0,0-1 0 0 0,1 1 0 0 0,-1-1 0 0 0,1 1 0 0 0,-1-1 0 0 0,0 0 0 0 0,1 1 0 0 0,-1-1 1 0 0,1 0-1 0 0,-1 1 0 0 0,1-1 0 0 0,-1 0 0 0 0,1 1 0 0 0,-1-1 0 0 0,1 0 0 0 0,-1 0 1 0 0,2 1-1 0 0,1-1-3 0 0,-1 1-1 0 0,1-1 1 0 0,0 1 0 0 0,-1-1 0 0 0,1 0 0 0 0,0 0 0 0 0,-1 0 0 0 0,1 0-1 0 0,0-1 1 0 0,-1 1 0 0 0,1-1 0 0 0,0 1 0 0 0,4-3 0 0 0,-3 1 41 0 0,1-6 40 0 0,-4 8-67 0 0,0-1 0 0 0,0 1 0 0 0,-1-1 1 0 0,1 1-1 0 0,0-1 0 0 0,-1 1 0 0 0,1-1 0 0 0,0 0 0 0 0,-1 1 0 0 0,1-1 0 0 0,-1 0 0 0 0,1 0 0 0 0,-1 1 0 0 0,1-1 0 0 0,-1 0 1 0 0,0 0-1 0 0,1-1 0 0 0,5-14 30 0 0,-5 12 57 0 0,-2 0-76 0 0,-4-14-4 0 0,4 14-9 0 0,-3 2-35 0 0,-11-7-100 0 0,11 7 159 0 0,-16 12-75 0 0,18-7 103 0 0,0 1-35 0 0,0 1 1 0 0,0 0-1 0 0,1 0 1 0 0,0-1-1 0 0,0 1 0 0 0,0 0 1 0 0,0 0-1 0 0,1 0 1 0 0,0 0-1 0 0,0 0 1 0 0,1 6-1 0 0,0-6 50 0 0,8 2-53 0 0,-8-7-21 0 0,-1 0 0 0 0,1 0 0 0 0,-1 1 0 0 0,1-1 0 0 0,-1 0 0 0 0,0 0 0 0 0,1 1 0 0 0,-1-1 1 0 0,1 0-1 0 0,-1 1 0 0 0,0-1 0 0 0,1 0 0 0 0,-1 1 0 0 0,0-1 0 0 0,1 1 0 0 0,-1-1 0 0 0,0 1 0 0 0,0-1 0 0 0,1 0 0 0 0,-1 1 0 0 0,0-1 0 0 0,0 1 0 0 0,1 0 0 0 0,4-2-9 0 0,21-1 103 0 0,-25 1-65 0 0,0 1 1 0 0,0-1 0 0 0,0 0-1 0 0,0 1 1 0 0,0-1-1 0 0,0 0 1 0 0,-1 0-1 0 0,1 0 1 0 0,0 0 0 0 0,0 1-1 0 0,-1-1 1 0 0,1 0-1 0 0,-1 0 1 0 0,1 0 0 0 0,0 0-1 0 0,-1-1 1 0 0,0 1-1 0 0,1 0 1 0 0,-1-1 0 0 0,6-15 195 0 0,-5 13 55 0 0,-2 0-241 0 0,-1-15-7 0 0,1 15 48 0 0,-5-1-515 0 0,6 4 343 0 0,0 1-1 0 0,-1 0 1 0 0,1-1-1 0 0,0 1 1 0 0,0-1-1 0 0,-1 1 1 0 0,1 0-1 0 0,0-1 1 0 0,-1 1-1 0 0,1 0 1 0 0,-1 0-1 0 0,1-1 1 0 0,0 1-1 0 0,-1 0 1 0 0,1 0-1 0 0,-1-1 1 0 0,1 1-1 0 0,-1 0 1 0 0,1 0-1 0 0,-1 0 1 0 0,1 0-1 0 0,0 0 1 0 0,-1 0-1 0 0,1 0 1 0 0,-1 0-1 0 0,1 0 0 0 0,-1 0 1 0 0,1 0-1 0 0,-1 0 1 0 0,1 0-1 0 0,-1 0 1 0 0,-7 11-686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 77 2576 0 0,'0'0'11371'0'0,"-3"-2"-11299"0"0,2 0-59 0 0,-1 1 1 0 0,1-1 0 0 0,0 0 0 0 0,-1 1 0 0 0,1-1-1 0 0,0 0 1 0 0,0 0 0 0 0,0 0 0 0 0,0 0-1 0 0,1 0 1 0 0,-1 0 0 0 0,0 0 0 0 0,1 0 0 0 0,0 0-1 0 0,-1 0 1 0 0,1 0 0 0 0,0 0 0 0 0,0 0-1 0 0,0-1 1 0 0,1-1 112 0 0,-2 3-124 0 0,1 0-1 0 0,0 1 1 0 0,0-1 0 0 0,0 0-1 0 0,0 1 1 0 0,0-1 0 0 0,0 0-1 0 0,0 1 1 0 0,0-1 0 0 0,1 0-1 0 0,-1 1 1 0 0,0-1 0 0 0,0 0-1 0 0,0 1 1 0 0,1-1 0 0 0,-1 1-1 0 0,0-1 1 0 0,1 1 0 0 0,0-2-1 0 0,3-7-209 0 0,0 7 242 0 0,12-3-10 0 0,-12 4 5 0 0,1 2-48 0 0,0 2 17 0 0,0 0 1 0 0,0 0 0 0 0,0 0 0 0 0,0 1-1 0 0,-1-1 1 0 0,1 1 0 0 0,-1 0-1 0 0,0 0 1 0 0,0 1 0 0 0,0-1 0 0 0,-1 1-1 0 0,6 9 1 0 0,-4-3-19 0 0,0 1 0 0 0,-1 0 0 0 0,0 0-1 0 0,0 1 1 0 0,-2-1 0 0 0,1 0 0 0 0,-2 1 0 0 0,0 0 0 0 0,0-1 0 0 0,-1 1-1 0 0,-1 0 1 0 0,0 0 0 0 0,-4 20 0 0 0,0-14-56 0 0,0 0 0 0 0,-2-1 0 0 0,-10 24 0 0 0,15-38-20 0 0,-1 0 2 0 0,-10 11 13 0 0,10-11-11 0 0,1-3 71 0 0,1 0 0 0 0,-1 0 0 0 0,1 0 0 0 0,0 0 0 0 0,-1 0 0 0 0,1 0 0 0 0,0 1 0 0 0,0-1 0 0 0,-1 0 0 0 0,0 3 0 0 0,-1-1-16 0 0,-1-2-29 0 0,1 0 55 0 0,1-1 1 0 0,-1 1-1 0 0,1-1 1 0 0,0 0 0 0 0,-1 0-1 0 0,1 0 1 0 0,-1 0 0 0 0,1 0-1 0 0,-1-1 1 0 0,1 1-1 0 0,0-1 1 0 0,-1 1 0 0 0,1-1-1 0 0,0 0 1 0 0,-1 0 0 0 0,1 0-1 0 0,0 0 1 0 0,0 0 0 0 0,0-1-1 0 0,0 1 1 0 0,0-1-1 0 0,0 1 1 0 0,0-1 0 0 0,1 0-1 0 0,-1 1 1 0 0,1-1 0 0 0,-1 0-1 0 0,-1-4 1 0 0,-21-63-199 0 0,23 64 189 0 0,2 0-27 0 0,1-14 26 0 0,-1 14 6 0 0,1 2-5 0 0,10-14 278 0 0,-6 18-135 0 0,-3-1-133 0 0,2 0 58 0 0,0 0-1 0 0,-1 0 1 0 0,1 1-1 0 0,0 0 0 0 0,-1 0 1 0 0,1 1-1 0 0,0-1 1 0 0,-1 1-1 0 0,0 0 1 0 0,9 4-1 0 0,62 41 280 0 0,-72-45-298 0 0,-2-2-28 0 0,0 0 0 0 0,0 0 1 0 0,-1 0-1 0 0,1 0 1 0 0,0 0-1 0 0,0 0 1 0 0,0 0-1 0 0,-1 0 1 0 0,1 0-1 0 0,0 1 1 0 0,0-1-1 0 0,-1 0 0 0 0,1 1 1 0 0,0-1-1 0 0,0 0 1 0 0,-1 1-1 0 0,1-1 1 0 0,0 2-1 0 0,1-1-32 0 0,-1 0-1 0 0,1 0 0 0 0,-1 0 1 0 0,1-1-1 0 0,-1 1 0 0 0,1 0 1 0 0,-1 0-1 0 0,1-1 0 0 0,0 1 1 0 0,-1-1-1 0 0,4 1 1 0 0,16 3-327 0 0,-16-3-121 0 0,0-1-139 0 0,16-1-167 0 0,-16 1-286 0 0,1-2-313 0 0,15-4-160 0 0,-16 4-1037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66 3368 0 0,'0'0'4805'0'0,"-2"-3"-4234"0"0,-7-8-119 0 0,6 9 782 0 0,4-2-1123 0 0,0 1-94 0 0,0 1 0 0 0,0 0 0 0 0,0 0 0 0 0,1-1 0 0 0,-1 1 0 0 0,0 0 0 0 0,1 0 0 0 0,0 0 0 0 0,-1 1 0 0 0,1-1-1 0 0,0 0 1 0 0,0 0 0 0 0,3-1 0 0 0,-2 1 25 0 0,1-1-32 0 0,13-5 13 0 0,-13 6 138 0 0,1 2-50 0 0,19 4 260 0 0,-23 1-264 0 0,1 12-10 0 0,-1-12 74 0 0,-1 0-100 0 0,0 18-12 0 0,0-17-5 0 0,-1-2-11 0 0,-1 14-10 0 0,1-14 32 0 0,1 1-45 0 0,-1 15-14 0 0,1-15 106 0 0,0 0-36 0 0,0 16 6 0 0,0-16 613 0 0,3-3-677 0 0,10 5-13 0 0,-10-5 11 0 0,1-3-9 0 0,14-3-25 0 0,-14 3-53 0 0,1 0 101 0 0,13 1 9 0 0,0 0 1 0 0,22 4 0 0 0,-35-2 73 0 0,-4-2-103 0 0,0 1 1 0 0,1-1-1 0 0,-1 1 1 0 0,1 0-1 0 0,-1 0 1 0 0,0 0-1 0 0,0 0 1 0 0,1 0-1 0 0,-1 0 1 0 0,0 0-1 0 0,2 3 1 0 0,-3-4 2 0 0,3 3 172 0 0,-3-2-180 0 0,0-1-1 0 0,0 1 1 0 0,0-1 0 0 0,0 1 0 0 0,0-1-1 0 0,0 1 1 0 0,1 0 0 0 0,-1-1 0 0 0,0 1-1 0 0,0-1 1 0 0,0 1 0 0 0,0-1 0 0 0,1 1-1 0 0,-1-1 1 0 0,0 1 0 0 0,0-1-1 0 0,1 1 1 0 0,-1-1 0 0 0,1 1 0 0 0,-1-1-1 0 0,0 1 1 0 0,1 0 0 0 0,0-1 8 0 0,0 1 0 0 0,0 0-1 0 0,-1 0 1 0 0,1 0 0 0 0,-1-1 0 0 0,1 1 0 0 0,-1 0 0 0 0,1 0-1 0 0,-1 0 1 0 0,1 0 0 0 0,-1 0 0 0 0,0 0 0 0 0,1 0 0 0 0,-1 0 0 0 0,0 0-1 0 0,0 0 1 0 0,0 0 0 0 0,0 0 0 0 0,0 0 0 0 0,0 1 0 0 0,-4 46 131 0 0,2-44-114 0 0,0 0-17 0 0,-7 14-16 0 0,6-14 23 0 0,3-4-19 0 0,0 1 0 0 0,-1-1 0 0 0,1 0 0 0 0,-1 0 0 0 0,1 1 0 0 0,-1-1 0 0 0,1 0 0 0 0,0 0 0 0 0,-1 1 0 0 0,1-1 0 0 0,-1 1 0 0 0,1-1 0 0 0,0 0 0 0 0,0 1 0 0 0,-1-1 0 0 0,1 1 0 0 0,0-1 0 0 0,0 0 0 0 0,-1 1 1 0 0,1-1-1 0 0,0 1 0 0 0,0-1 0 0 0,0 1 0 0 0,0-1 0 0 0,0 2 0 0 0,0-2-8 0 0,0 1 1 0 0,-1-1 0 0 0,1 1 0 0 0,0-1 0 0 0,0 1 0 0 0,0-1 0 0 0,0 1 0 0 0,0-1 0 0 0,-1 1-1 0 0,1-1 1 0 0,0 1 0 0 0,0-1 0 0 0,-1 0 0 0 0,1 1 0 0 0,0-1 0 0 0,-1 1 0 0 0,1-1 0 0 0,0 0-1 0 0,-1 1 1 0 0,1-1 0 0 0,-1 0 0 0 0,1 0 0 0 0,0 1 0 0 0,-1-1 0 0 0,0 0 0 0 0,0 0 1 0 0,1 0 1 0 0,-1 0-1 0 0,1 0 1 0 0,0 1-1 0 0,-1-1 1 0 0,1 0-1 0 0,-1 0 1 0 0,1 0-1 0 0,-1 0 1 0 0,1 0-1 0 0,0 0 1 0 0,-1 1-1 0 0,1-1 1 0 0,0 0-1 0 0,-1 0 1 0 0,1 0 0 0 0,-1 1-1 0 0,1-1 1 0 0,0 0-1 0 0,0 1 1 0 0,-1-1-1 0 0,1 0 1 0 0,0 1-1 0 0,-1-1 1 0 0,1 0-1 0 0,0 1 1 0 0,0 0-1 0 0,-1-1-57 0 0,1 1 0 0 0,0 0-1 0 0,-1-1 1 0 0,1 1-1 0 0,-1-1 1 0 0,1 1 0 0 0,0-1-1 0 0,-1 1 1 0 0,1-1 0 0 0,-1 0-1 0 0,1 1 1 0 0,-1-1-1 0 0,0 0 1 0 0,1 1 0 0 0,-1-1-1 0 0,1 0 1 0 0,-1 1 0 0 0,1-1-1 0 0,-1 0 1 0 0,0 0-1 0 0,1 0 1 0 0,-1 0 0 0 0,0 0-1 0 0,1 0 1 0 0,-1 0 0 0 0,0 0-1 0 0,1 0 1 0 0,-1 0 0 0 0,0 0-1 0 0,0 0 1 0 0,-3-1-532 0 0,0 1 0 0 0,-1-1 0 0 0,1 0 0 0 0,0 0 0 0 0,0-1 0 0 0,0 1 0 0 0,0-1 0 0 0,-5-3 0 0 0,5 3-1894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3356 0 0,'0'0'5490'0'0,"3"2"-4530"0"0,6 5-549 0 0,-2 0 0 0 0,1 0 0 0 0,-1 1 1 0 0,0 0-1 0 0,-1 0 0 0 0,1 1 1 0 0,-2 0-1 0 0,10 18 0 0 0,-8-13-439 0 0,4 6 100 0 0,-2 0 0 0 0,13 39 0 0 0,-18-44-775 0 0,-1 1 0 0 0,0-1 0 0 0,0 25 1 0 0,-2-31 261 0 0,-1 30-2209 0 0,-2-8-201 0 0,1-23-2051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150 17 3196 0 0,'-4'-2'1010'0'0,"-1"0"-610"0"0,1-1 0 0 0,-1 1 0 0 0,0 1 0 0 0,0-1 0 0 0,0 1 0 0 0,0 0-1 0 0,-7-1 1 0 0,6 2 38 0 0,1 2-34 0 0,-1 3-220 0 0,0-1 1 0 0,0 1-1 0 0,0-1 1 0 0,1 1-1 0 0,0 1 0 0 0,0-1 1 0 0,0 1-1 0 0,1 0 1 0 0,0 0-1 0 0,-7 13 1 0 0,6-3 17 0 0,0-1 0 0 0,0 1 1 0 0,2-1-1 0 0,0 1 0 0 0,1 0 0 0 0,0 1 1 0 0,2 28-1 0 0,1-15-40 0 0,2 1-1 0 0,2-1 0 0 0,8 33 1 0 0,-6-40-123 0 0,0 1 0 0 0,2-1 0 0 0,0-1 0 0 0,2 0 0 0 0,0 0 0 0 0,1-1 1 0 0,26 33-1 0 0,-27-41-200 0 0,0-1 1 0 0,0 0-1 0 0,2 0 0 0 0,-1-1 1 0 0,1-1-1 0 0,1 0 1 0 0,0-1-1 0 0,0 0 1 0 0,1-1-1 0 0,0-1 1 0 0,1 0-1 0 0,26 7 1 0 0,-28-10-435 0 0,0-1 1 0 0,0-1 0 0 0,0 0 0 0 0,0-1-1 0 0,0-1 1 0 0,26-2 0 0 0,-32 1 244 0 0,26-7-1364 0 0,1-4 56 0 0,-7 2-1186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51 139 3568 0 0,'0'0'9257'0'0,"-5"0"-9067"0"0,-15 2-32 0 0,15-2 565 0 0,4 0-710 0 0,0 0 0 0 0,0-1 0 0 0,0 1 0 0 0,0 0 0 0 0,0-1 0 0 0,0 1 0 0 0,0-1 1 0 0,0 1-1 0 0,0-1 0 0 0,1 1 0 0 0,-1-1 0 0 0,0 1 0 0 0,0-1 0 0 0,0 0 0 0 0,1 1 0 0 0,-1-1 0 0 0,0 0 0 0 0,1 0 0 0 0,-1 0 1 0 0,1 0-1 0 0,-1 0 0 0 0,1 1 0 0 0,-1-1 0 0 0,1 0 0 0 0,-1 0 0 0 0,1 0 0 0 0,0 0 0 0 0,0 0 0 0 0,-1 0 0 0 0,1 0 0 0 0,0 0 0 0 0,0 0 1 0 0,0-1-1 0 0,0 1 0 0 0,1-1 0 0 0,2-33 217 0 0,-2 31-278 0 0,11-14-62 0 0,-10 14 271 0 0,3 3-250 0 0,11-6 89 0 0,-12 6-40 0 0,0 3-49 0 0,1 2 84 0 0,0-1-1 0 0,-1 1 1 0 0,0 0-1 0 0,1 0 1 0 0,-1 1 0 0 0,0-1-1 0 0,-1 1 1 0 0,1-1 0 0 0,-1 1-1 0 0,4 8 1 0 0,-3-3 14 0 0,0 1 0 0 0,-1-1 0 0 0,0 1 0 0 0,0 0 0 0 0,-1 0 0 0 0,1 15 0 0 0,-2-15-25 0 0,0 3 62 0 0,0 1 0 0 0,-1-1 0 0 0,0 0-1 0 0,-1 0 1 0 0,-1 0 0 0 0,-6 25 0 0 0,6-27-41 0 0,1-5 2 0 0,0-1 0 0 0,-1 0 0 0 0,0 0-1 0 0,0 0 1 0 0,0 0 0 0 0,-1-1 0 0 0,-6 11 0 0 0,9-15-8 0 0,-1 1 0 0 0,1-1 1 0 0,-1 0-1 0 0,1 0 1 0 0,-1 0-1 0 0,0 0 1 0 0,0 0-1 0 0,1 0 0 0 0,-1 0 1 0 0,0-1-1 0 0,0 1 1 0 0,0 0-1 0 0,0 0 0 0 0,0-1 1 0 0,-1 2-1 0 0,-2 0-5 0 0,2 1-32 0 0,-3-5-75 0 0,1 0 102 0 0,3 1 5 0 0,0 0 0 0 0,-1 0-1 0 0,1 0 1 0 0,0 1 0 0 0,-1-1-1 0 0,1 0 1 0 0,-1 1 0 0 0,1-1-1 0 0,0 1 1 0 0,-1 0 0 0 0,-2-1-1 0 0,2-3-51 0 0,-7-11 18 0 0,7 11 14 0 0,1 0 8 0 0,-8-47-80 0 0,9 50 98 0 0,0 1 0 0 0,0-1 0 0 0,0 1 0 0 0,0 0 0 0 0,0-1 0 0 0,0 1 0 0 0,0-1-1 0 0,0 1 1 0 0,0-1 0 0 0,0 1 0 0 0,0-1 0 0 0,0 1 0 0 0,1 0 0 0 0,-1-1 0 0 0,0 1 0 0 0,0-1-1 0 0,0 1 1 0 0,1 0 0 0 0,-1-1 0 0 0,0 1 0 0 0,1 0 0 0 0,-1-1 0 0 0,0 1 0 0 0,1 0 0 0 0,0-1-1 0 0,4-10 194 0 0,1 12-152 0 0,74 13 25 0 0,-75-12-168 0 0,0-1-79 0 0,15 2-77 0 0,-15-2-118 0 0,0-2-87 0 0,4 1 111 0 0,0 0-1 0 0,-1-1 1 0 0,1 0 0 0 0,-1-1-1 0 0,1 0 1 0 0,-1 0 0 0 0,0-1-1 0 0,1 0 1 0 0,-2-1 0 0 0,1 1 0 0 0,0-1-1 0 0,-1-1 1 0 0,1 0 0 0 0,-1 0-1 0 0,-1 0 1 0 0,1-1 0 0 0,-1 0-1 0 0,0 0 1 0 0,9-11 0 0 0,-12 12 236 0 0,0 0-7 0 0,1 0 0 0 0,-1 0-1 0 0,0-1 1 0 0,0 1 0 0 0,0-1 0 0 0,-1 0 0 0 0,2-7 0 0 0,8-34 34 0 0,-11 42 170 0 0,1-13 191 0 0,0-5 49 0 0,-1 17 79 0 0,-1 0 41 0 0,2-50 1165 0 0,-2 51-1031 0 0,-2 1-400 0 0,0 2-49 0 0,-5-15 1209 0 0,1 18-977 0 0,-25 1 228 0 0,28 2-311 0 0,-11 10-22 0 0,10-10-17 0 0,2 0 0 0 0,-10 15-22 0 0,9-15-35 0 0,2 2 7 0 0,-4 14-34 0 0,4-14-32 0 0,4 19 46 0 0,-2-19-123 0 0,1-2 7 0 0,6 15-3 0 0,-6-15-9 0 0,1 0 4 0 0,10 12 19 0 0,-10-13-24 0 0,2 0-33 0 0,13 7 8 0 0,-13-8 12 0 0,-1-1 0 0 0,12 4 39 0 0,-12-4-34 0 0,2-2-23 0 0,0 1 59 0 0,-1-1 0 0 0,1 0 0 0 0,0-1 0 0 0,0 1 0 0 0,-1-1 0 0 0,9-4 0 0 0,-10 3 89 0 0,-3 3-137 0 0,0 0 1 0 0,0-1-1 0 0,0 1 1 0 0,0-1-1 0 0,-1 0 0 0 0,1 1 1 0 0,0-1-1 0 0,0 0 1 0 0,0 1-1 0 0,-1-1 1 0 0,1 0-1 0 0,0 0 0 0 0,-1 1 1 0 0,1-1-1 0 0,-1 0 1 0 0,1 0-1 0 0,-1 0 0 0 0,1 0 1 0 0,-1 0-1 0 0,0 0 1 0 0,1 0-1 0 0,-1 0 1 0 0,0 0-1 0 0,0 0 0 0 0,0-1 1 0 0,4-19 69 0 0,-4 16-58 0 0,-1 0-19 0 0,-3-9-303 0 0,-2 0 0 0 0,-12-25 0 0 0,16 36-160 0 0,-2-1-101 0 0,-34-22-3321 0 0,34 24 2230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 3792 0 0,'0'0'1195'0'0,"6"-2"66"0"0,16-5-142 0 0,-17 6-81 0 0,2 1-77 0 0,5 1-582 0 0,0 1-1 0 0,-1 1 1 0 0,1-1 0 0 0,-1 2-1 0 0,0 0 1 0 0,0 0 0 0 0,0 1-1 0 0,13 8 1 0 0,-11-5-245 0 0,0 2 0 0 0,-1-1 0 0 0,0 1 0 0 0,-1 1 0 0 0,0 0 0 0 0,-1 1 0 0 0,0 0 0 0 0,-1 1 0 0 0,0 0 0 0 0,-1 0 0 0 0,-1 1 1 0 0,0 0-1 0 0,0 0 0 0 0,-2 0 0 0 0,0 1 0 0 0,6 29 0 0 0,-8-27-373 0 0,-1 0 0 0 0,-1 1 0 0 0,0-1 0 0 0,-1 1 1 0 0,-1-1-1 0 0,-1 1 0 0 0,-1-1 0 0 0,0 0 0 0 0,-7 22 0 0 0,0-12-828 0 0,-1 1 0 0 0,-1-1 0 0 0,-2-1 0 0 0,0-1 0 0 0,-2 0 0 0 0,-1 0 0 0 0,-23 25 0 0 0,9-15-3021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118 4 1736 0 0,'-28'-3'984'0'0,"23"2"-89"0"0,0 3-128 0 0,1 0-568 0 0,0-1-1 0 0,1 1 1 0 0,-1 0 0 0 0,0 1 0 0 0,1-1 0 0 0,-1 1-1 0 0,1-1 1 0 0,0 1 0 0 0,0 0 0 0 0,0 0 0 0 0,0 0-1 0 0,0 1 1 0 0,1-1 0 0 0,-1 1 0 0 0,-3 7 0 0 0,1 6 33 0 0,-1 1 0 0 0,2 0 0 0 0,1 0 0 0 0,0 1-1 0 0,1-1 1 0 0,1 1 0 0 0,1-1 0 0 0,0 1 0 0 0,2-1 0 0 0,3 23 0 0 0,0-16-152 0 0,1-2-1 0 0,1 1 1 0 0,1-1-1 0 0,1 0 1 0 0,1-1 0 0 0,1 0-1 0 0,1 0 1 0 0,1-1-1 0 0,1-1 1 0 0,27 32-1 0 0,-26-37-216 0 0,0 0 0 0 0,1-2 0 0 0,0 1 0 0 0,1-2 0 0 0,1 0 0 0 0,0-2 0 0 0,0 0 0 0 0,1 0 0 0 0,0-2 0 0 0,1 0 0 0 0,0-2 0 0 0,40 9 0 0 0,-30-11-1035 0 0,0-1 0 0 0,0-1-1 0 0,0-1 1 0 0,33-5 0 0 0,-25 1-2135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29 2180 0 0,'0'0'2595'0'0,"0"-4"-1700"0"0,2-20 1326 0 0,3 24-1734 0 0,-1 0-377 0 0,1-1 0 0 0,-1 2 0 0 0,0-1 1 0 0,0 0-1 0 0,1 1 0 0 0,-1 0 0 0 0,0 0 0 0 0,0 0 0 0 0,0 0 0 0 0,1 1 0 0 0,-2 0 0 0 0,1 0 0 0 0,0 0 1 0 0,6 4-1 0 0,5 6 159 0 0,0 1 1 0 0,17 18-1 0 0,-24-23-220 0 0,28 30 8 0 0,-1 2 1 0 0,-2 1-1 0 0,-3 2 0 0 0,-1 1 0 0 0,-1 1 1 0 0,-3 2-1 0 0,24 62 0 0 0,-42-89-369 0 0,0 0-1 0 0,-2 1 1 0 0,0-1-1 0 0,-1 1 1 0 0,-1 1-1 0 0,-1-1 1 0 0,-1 0-1 0 0,-3 34 1 0 0,0-33-662 0 0,-2 0 1 0 0,0 0-1 0 0,-2 0 0 0 0,-14 36 0 0 0,2-15-2650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 5 2964 0 0,'0'0'2086'0'0,"-2"-2"-1241"0"0,-6-1 4736 0 0,9 15-3003 0 0,16 36-2670 0 0,1 7-487 0 0,1 18-425 0 0,17 86-7008 0 0,-35-152 3685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73 6 2568 0 0,'0'0'8986'0'0,"-4"1"-8758"0"0,-13 3-28 0 0,12-3 156 0 0,3 3-224 0 0,-12 37 205 0 0,13-37-241 0 0,0 1-121 0 0,-1 13 48 0 0,1-13 50 0 0,2 0-84 0 0,0 13-26 0 0,-1-13-77 0 0,19 8 227 0 0,-19-13-113 0 0,0-1 1 0 0,0 1-1 0 0,0 0 1 0 0,0 0-1 0 0,1-1 1 0 0,-1 1 0 0 0,0 0-1 0 0,0-1 1 0 0,0 1-1 0 0,0 0 1 0 0,0 0-1 0 0,1 0 1 0 0,-1-1 0 0 0,0 1-1 0 0,0 0 1 0 0,0 0-1 0 0,1 0 1 0 0,-1-1 0 0 0,0 1-1 0 0,0 0 1 0 0,0 0-1 0 0,1 0 1 0 0,-1 0-1 0 0,0-1 1 0 0,1 1 0 0 0,-1 0-1 0 0,0 0 1 0 0,0 0-1 0 0,1 0 1 0 0,-1 0-1 0 0,1 0 1 0 0,-1 0 4 0 0,1 0 1 0 0,0-1-1 0 0,-1 1 1 0 0,1 0-1 0 0,0-1 1 0 0,0 1-1 0 0,-1 0 1 0 0,1-1-1 0 0,-1 1 0 0 0,1-1 1 0 0,0 1-1 0 0,-1-1 1 0 0,1 1-1 0 0,-1-1 1 0 0,1 1-1 0 0,-1-1 0 0 0,1 0 1 0 0,-1 1-1 0 0,0-1 1 0 0,1-1-1 0 0,6-15 153 0 0,-6 12-90 0 0,1-41 256 0 0,-3 41-212 0 0,0 1-76 0 0,-7-17 46 0 0,5 19-198 0 0,-13-10 199 0 0,12 14-74 0 0,0 0 19 0 0,0 0 0 0 0,0 1 0 0 0,1-1 0 0 0,-1 1 0 0 0,1 0 0 0 0,0 0 0 0 0,-4 5 0 0 0,5-5-16 0 0,0 1-51 0 0,-3 12-33 0 0,3-12-7 0 0,3 1-373 0 0,-1-3 417 0 0,0-1 13 0 0,0 1 0 0 0,0-1-1 0 0,0 1 1 0 0,0-1 0 0 0,0 1-1 0 0,0-1 1 0 0,1 1 0 0 0,-1-1 0 0 0,0 1-1 0 0,1-1 1 0 0,-1 1 0 0 0,2 1 0 0 0,0-1-758 0 0,-1-1 748 0 0,0 0 0 0 0,1 0 1 0 0,0 0-1 0 0,-1 0 0 0 0,1 0 0 0 0,-1 0 1 0 0,1 0-1 0 0,0 0 0 0 0,0 0 0 0 0,3 0 1 0 0,17-5-16 0 0,-18 3 206 0 0,-4 1-155 0 0,0 0-1 0 0,0-1 1 0 0,1 1 0 0 0,-1-1-1 0 0,0 1 1 0 0,0 0-1 0 0,0-1 1 0 0,0 1-1 0 0,1 0 1 0 0,-1-1-1 0 0,0 1 1 0 0,0 0-1 0 0,1 0 1 0 0,-1-1-1 0 0,0 1 1 0 0,1 0-1 0 0,-1-1 1 0 0,0 1-1 0 0,1 0 1 0 0,-1 0-1 0 0,0 0 1 0 0,1 0-1 0 0,-1-1 1 0 0,0 1-1 0 0,1 0 1 0 0,0 0 0 0 0,0 0 15 0 0,-1 0 1 0 0,1 0 0 0 0,-1-1 0 0 0,1 1 0 0 0,-1 0-1 0 0,1 0 1 0 0,-1-1 0 0 0,1 1 0 0 0,-1 0 0 0 0,0-1-1 0 0,1 1 1 0 0,-1 0 0 0 0,1-1 0 0 0,-1 1 0 0 0,0 0-1 0 0,1-1 1 0 0,-1 1 0 0 0,0-1 0 0 0,1 1 0 0 0,-1-1-1 0 0,0 1 1 0 0,0-1 0 0 0,1 1 0 0 0,-1-1 0 0 0,0 1-1 0 0,0-1 1 0 0,0 1 0 0 0,0-1 0 0 0,0 1 0 0 0,0-1-1 0 0,0 0 1 0 0,1-2 9 0 0,-1 1 0 0 0,0-1 0 0 0,0 1 0 0 0,0-1 0 0 0,-1 1 0 0 0,1-1 1 0 0,0 1-1 0 0,-1 0 0 0 0,0-1 0 0 0,1 1 0 0 0,-1-1 0 0 0,0 1 0 0 0,-2-3 0 0 0,1 2 144 0 0,-3 4-137 0 0,-13 3-12 0 0,13-3 2 0 0,3 2-13 0 0,-8 9 4 0 0,8-9 2 0 0,1 1-10 0 0,-5 13 0 0 0,4-13-18 0 0,2 1-42 0 0,0-3 54 0 0,0 0 1 0 0,0 0-1 0 0,0 1 1 0 0,0-1-1 0 0,1 0 1 0 0,-1 0-1 0 0,1 0 1 0 0,-1 0-1 0 0,1 1 0 0 0,0-1 1 0 0,0 0-1 0 0,0 0 1 0 0,0 0-1 0 0,0 0 1 0 0,0-1-1 0 0,0 1 1 0 0,1 0-1 0 0,-1 0 1 0 0,1-1-1 0 0,-1 1 0 0 0,1-1 1 0 0,0 1-1 0 0,-1-1 1 0 0,1 0-1 0 0,0 0 1 0 0,3 2-1 0 0,-2-2 329 0 0,0-4-232 0 0,-1 1-52 0 0,-1 0 1 0 0,0 0 0 0 0,0 0-1 0 0,0 0 1 0 0,0 0 0 0 0,0 0-1 0 0,0-1 1 0 0,0 1 0 0 0,0 0-1 0 0,-1 0 1 0 0,0-1 0 0 0,1 1-1 0 0,-1-1 1 0 0,0 1 0 0 0,0 0-1 0 0,0-1 1 0 0,-1-2 0 0 0,-3 7-43 0 0,-12 3 2 0 0,12-4 13 0 0,0 9-2 0 0,3-10-26 0 0,1 0 0 0 0,-1 1 0 0 0,1-1-1 0 0,0 1 1 0 0,-1-1 0 0 0,1 0 0 0 0,0 1 0 0 0,-1-1 0 0 0,1 1 0 0 0,0-1 0 0 0,0 1-1 0 0,0-1 1 0 0,-1 1 0 0 0,1-1 0 0 0,0 1 0 0 0,0-1 0 0 0,0 1 0 0 0,0 0 0 0 0,0-1 0 0 0,0 1-1 0 0,0-1 1 0 0,0 1 0 0 0,0-1 0 0 0,0 1 0 0 0,0-1 0 0 0,1 1 0 0 0,-1-1 0 0 0,0 1-1 0 0,1 0 1 0 0,-1 0-4 0 0,1 0-1 0 0,-1 1 1 0 0,1-1-1 0 0,-1 0 1 0 0,1-1-1 0 0,0 1 1 0 0,0 0-1 0 0,-1 0 1 0 0,1 0-1 0 0,0 0 1 0 0,0 0-1 0 0,0-1 1 0 0,0 1-1 0 0,0 0 1 0 0,0-1-1 0 0,0 1 0 0 0,0-1 1 0 0,0 1-1 0 0,0-1 1 0 0,0 0-1 0 0,0 1 1 0 0,0-1-1 0 0,1 0 1 0 0,-1 0-1 0 0,0 1 1 0 0,0-1-1 0 0,0 0 1 0 0,0 0-1 0 0,1-1 1 0 0,-1 1-1 0 0,2 0 1 0 0,2-1-13 0 0,-5 0-99 0 0,1 0 126 0 0,0-1 0 0 0,0 1 0 0 0,0-1-1 0 0,1 1 1 0 0,-1 0 0 0 0,0 0 0 0 0,0 0 0 0 0,1 0 0 0 0,1-2 0 0 0,0 0 225 0 0,-1 0-150 0 0,-1-2-19 0 0,1 1-1 0 0,-1 0 1 0 0,0-1 0 0 0,0 1 0 0 0,0 0 0 0 0,-1-1 0 0 0,0 1 0 0 0,0-1 0 0 0,0-6-1 0 0,-5 13-129 0 0,-16 2 64 0 0,15-3 36 0 0,4 2-24 0 0,-7 10-3 0 0,6-9-2 0 0,2-1-33 0 0,-5 11 17 0 0,5-10-15 0 0,2-1-395 0 0,6 12 350 0 0,-5-12 2 0 0,2-4-167 0 0,13-3 210 0 0,-13 3 54 0 0,-4-1-20 0 0,1 1 1 0 0,0-1-1 0 0,-1 1 1 0 0,1 0-1 0 0,0 0 1 0 0,0-1-1 0 0,0 1 1 0 0,0 0-1 0 0,0 0 1 0 0,0 0-1 0 0,2-2 1 0 0,-2 3-3 0 0,1-3 58 0 0,0-1 48 0 0,-1-1 2 0 0,1-1 0 0 0,-1 0 0 0 0,0 1 0 0 0,-1-1 0 0 0,1-8 0 0 0,-2 9 202 0 0,1 5-308 0 0,0 0 0 0 0,-1 0 0 0 0,1 0-1 0 0,0 0 1 0 0,0 0 0 0 0,-1-1 0 0 0,1 1 0 0 0,0 0-1 0 0,0 0 1 0 0,-1 0 0 0 0,1 0 0 0 0,0-1 0 0 0,0 1-1 0 0,0 0 1 0 0,-1 0 0 0 0,1-1 0 0 0,0 1 0 0 0,0 0-1 0 0,0 0 1 0 0,0-1 0 0 0,-1 1 0 0 0,1 0 0 0 0,0 0 0 0 0,0-1-1 0 0,0 1 1 0 0,0 0 0 0 0,0-1 0 0 0,0 1 0 0 0,0 0-1 0 0,0-1 1 0 0,0 1 0 0 0,0 0 0 0 0,0-1 0 0 0,0 1 10 0 0,0-1 0 0 0,0 1 0 0 0,0-1 1 0 0,0 0-1 0 0,0 1 0 0 0,0-1 0 0 0,0 1 1 0 0,0-1-1 0 0,-1 1 0 0 0,1-1 0 0 0,0 1 1 0 0,0-1-1 0 0,-1 1 0 0 0,1-1 0 0 0,0 1 1 0 0,0 0-1 0 0,-1-1 0 0 0,1 1 0 0 0,0-1 1 0 0,-1 1-1 0 0,1 0 0 0 0,-1-1 0 0 0,1 1 1 0 0,-1 0-1 0 0,1-1 0 0 0,-1 1 0 0 0,1 0 1 0 0,0 0-1 0 0,-1-1 0 0 0,0 1 1 0 0,1 0-1 0 0,-1 0 0 0 0,1 0 0 0 0,-1 0 1 0 0,0 0-1 0 0,-24-2 147 0 0,23 4-143 0 0,0 0 0 0 0,0 0 0 0 0,0-1 0 0 0,0 2 0 0 0,0-1 0 0 0,0 0 0 0 0,0 0-1 0 0,1 0 1 0 0,-1 1 0 0 0,1-1 0 0 0,-1 1 0 0 0,0 2 0 0 0,0-1 58 0 0,2 0-52 0 0,0 1-23 0 0,-3 13-65 0 0,7-16 28 0 0,12 5-30 0 0,-12-6 56 0 0,0-3-5 0 0,10-7 22 0 0,-11 7-7 0 0,-1-1-40 0 0,8-9-49 0 0,-8 9-110 0 0,-1-1-1410 0 0,1-1 1079 0 0,1-3 397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27 2944 0 0,'0'0'9704'0'0,"5"2"-9668"0"0,12 3-8 0 0,-12-4-1 0 0,-1-1 5 0 0,15-4-8 0 0,-14 3-6 0 0,-1 1 10 0 0,41-10 40 0 0,-40 9-55 0 0,14-6 111 0 0,-16 6 311 0 0,16-5-108 0 0,-16 4-263 0 0,2 0 1892 0 0,-2 4-1797 0 0,12 4 5 0 0,-11-4-20 0 0,-4 4 7 0 0,-1 51 189 0 0,-1 32-108 0 0,0 7-297 0 0,0-35-441 0 0,-4 58-4367 0 0,5-114 4122 0 0,1 0-2077 0 0,-3 15 1624 0 0,3-15-7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17 183 2860 0 0,'-2'-3'1216'0'0,"0"0"-927"0"0,0 1 1 0 0,1-1-1 0 0,-1 0 1 0 0,1 0-1 0 0,0 0 1 0 0,-1 0-1 0 0,1 0 1 0 0,1-1-1 0 0,-1 1 1 0 0,0 0-1 0 0,1 0 1 0 0,0 0-1 0 0,-1-1 1 0 0,1 1-1 0 0,1 0 1 0 0,-1 0-1 0 0,1-5 1 0 0,0 4-133 0 0,3 2-33 0 0,18-11-375 0 0,-1 2-1 0 0,2 0 1 0 0,44-15-1 0 0,30-12-5127 0 0,-65 23 2236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1 2944 0 0,'0'0'6862'0'0,"-2"3"-6640"0"0,0-1-161 0 0,1 0 1 0 0,0 0 0 0 0,-1 0 0 0 0,1 0-1 0 0,0 0 1 0 0,0 0 0 0 0,0 0 0 0 0,0 0-1 0 0,0 1 1 0 0,1-1 0 0 0,-1 0 0 0 0,1 1-1 0 0,-1-1 1 0 0,1 0 0 0 0,0 1 0 0 0,0-1-1 0 0,1 4 122 0 0,-2-6-176 0 0,1 1 1 0 0,0 0 0 0 0,0 0-1 0 0,0-1 1 0 0,0 1-1 0 0,-1 0 1 0 0,1-1 0 0 0,0 1-1 0 0,0 0 1 0 0,1 0 0 0 0,-1-1-1 0 0,0 1 1 0 0,0 0-1 0 0,0 0 1 0 0,0-1 0 0 0,1 1-1 0 0,-1 0 1 0 0,0-1 0 0 0,1 2-1 0 0,3 11 115 0 0,-2-10-98 0 0,0 1-1 0 0,0-1 1 0 0,0 1-1 0 0,1-1 1 0 0,-1 0-1 0 0,1 0 1 0 0,0 0-1 0 0,6 5 1 0 0,-6-5 8 0 0,-1-3-36 0 0,-1 1 0 0 0,0-1 0 0 0,1 0 0 0 0,-1 1 0 0 0,1-1 0 0 0,-1 1-1 0 0,0 0 1 0 0,1-1 0 0 0,-1 1 0 0 0,0 0 0 0 0,0 0 0 0 0,2 1-1 0 0,0 0-9 0 0,1 0 22 0 0,1 1 26 0 0,40 20 191 0 0,-41-21-135 0 0,0 1 9 0 0,11 6 10 0 0,-11-6 160 0 0,-4-3-263 0 0,0 1 0 0 0,0-1 0 0 0,0 0 0 0 0,0 1 0 0 0,0-1 0 0 0,0 0 0 0 0,0 1 0 0 0,1-1 0 0 0,-1 0 0 0 0,0 1 0 0 0,0-1 0 0 0,0 0 0 0 0,0 1 0 0 0,0-1 0 0 0,1 0 0 0 0,-1 1 0 0 0,0-1 0 0 0,0 0 0 0 0,1 1 0 0 0,-1-1 0 0 0,0 0 0 0 0,0 0-1 0 0,1 0 1 0 0,-1 1 0 0 0,0-1 0 0 0,1 0 0 0 0,-1 0 0 0 0,0 0 0 0 0,1 0 0 0 0,-1 1 0 0 0,1-1 0 0 0,0 0 18 0 0,-1 0 0 0 0,1 1 0 0 0,0-1 0 0 0,-1 0 0 0 0,1 1 0 0 0,-1-1 0 0 0,1 1 0 0 0,0-1 0 0 0,-1 1 0 0 0,1-1 0 0 0,-1 1 0 0 0,1-1 0 0 0,-1 1 0 0 0,1 0 0 0 0,-1-1 0 0 0,0 1 0 0 0,1 0 0 0 0,-1-1 0 0 0,0 1 0 0 0,1 0 0 0 0,-1-1 0 0 0,0 1 0 0 0,0 0 0 0 0,0 0 0 0 0,0 0 0 0 0,1 2-6 0 0,-1 1-1 0 0,1-1 0 0 0,-1 0 1 0 0,0 0-1 0 0,-1 1 1 0 0,1-1-1 0 0,-1 0 0 0 0,1 0 1 0 0,-1 0-1 0 0,-2 6 1 0 0,1-5 1 0 0,-1-1-19 0 0,-35 28-579 0 0,34-28 206 0 0,-14 3-394 0 0,14-4 603 0 0,0 0-439 0 0,-1-1-1019 0 0,-16 1 540 0 0,15-2-140 0 0,2-1-2214 0 0,-20-8-246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67 2720 0 0,'0'0'1344'0'0,"14"-27"1429"0"0,7 7-1381 0 0,6 7-860 0 0,6 6-544 0 0,5 11-1736 0 0,1 2-5213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1 2492 0 0,'0'0'4443'0'0,"0"5"-3725"0"0,-1 14-161 0 0,1-1-1 0 0,0 1 1 0 0,2-1 0 0 0,3 21 0 0 0,3 1-1089 0 0,14 39 1 0 0,-3-36-5107 0 0,-17-39 5361 0 0,1 0-3142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 0 2604 0 0,'0'0'4083'0'0,"-3"3"-3155"0"0,-1 1-572 0 0,0 1 0 0 0,0 0-1 0 0,0 1 1 0 0,1-1-1 0 0,0 1 1 0 0,0-1 0 0 0,0 1-1 0 0,1 0 1 0 0,0 0 0 0 0,0 0-1 0 0,0 1 1 0 0,0 8-1 0 0,1-10 6 0 0,10 18 272 0 0,-6-20-498 0 0,11 10-17 0 0,-10-9-14 0 0,0-3 9 0 0,13 6 2 0 0,-12-6-19 0 0,1 1-16 0 0,53 12 318 0 0,-53-13-274 0 0,0 0-4 0 0,19 2-6 0 0,-19-2 13 0 0,0 0 14 0 0,17 3-6 0 0,-17-3-29 0 0,-6 0-98 0 0,1-1 0 0 0,-1 0-1 0 0,0 1 1 0 0,1-1 0 0 0,-1 1 0 0 0,1-1 0 0 0,-1 0-1 0 0,0 0 1 0 0,1 1 0 0 0,-1-1 0 0 0,1 0 0 0 0,-1 0-1 0 0,1 1 1 0 0,-1-1 0 0 0,1 0 0 0 0,0 0 0 0 0,-1 0-1 0 0,1 0 1 0 0,-1 0 0 0 0,1 0 0 0 0,-1 0-1 0 0,1 0 1 0 0,0 0 0 0 0,0 0 14 0 0,0 0-1 0 0,0 0 1 0 0,0 0-1 0 0,0 0 1 0 0,0 0-1 0 0,1 0 1 0 0,-1 0-1 0 0,0 1 1 0 0,0-1-1 0 0,0 0 1 0 0,-1 1-1 0 0,1-1 1 0 0,0 0-1 0 0,0 1 1 0 0,0-1-1 0 0,0 1 1 0 0,1 1-1 0 0,29 28 463 0 0,-29-27-320 0 0,-1 3-98 0 0,-1 0-54 0 0,0 0-1 0 0,0-1 0 0 0,-1 1 1 0 0,0-1-1 0 0,0 1 0 0 0,0-1 1 0 0,0 1-1 0 0,-1-1 0 0 0,0 1 1 0 0,0-1-1 0 0,-1 0 0 0 0,1 0 1 0 0,-7 8-1 0 0,4-5-285 0 0,-1-1 0 0 0,-1 1 0 0 0,1-1 0 0 0,-1 0 0 0 0,-1-1 0 0 0,1 0 0 0 0,-1 0 0 0 0,0 0 0 0 0,0-1 0 0 0,-1 0 0 0 0,0-1 0 0 0,-12 5 0 0 0,17-8-753 0 0,-2 0-200 0 0,-16 0-242 0 0,16-1-222 0 0,2-2-1139 0 0,-18-7-2029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0 174 2252 0 0,'3'-4'1346'0'0,"8"-5"-654"0"0,0 0 0 0 0,1 1 0 0 0,0 0 0 0 0,0 1 0 0 0,14-6 0 0 0,67-28 716 0 0,-40 21-774 0 0,37-16 412 0 0,-85 33-841 0 0,17-2 126 0 0,-18 2-272 0 0,2 2 244 0 0,-2 0-118 0 0,15-4 24 0 0,-14 4 528 0 0,-5 1-727 0 0,0 1-1 0 0,0-1 0 0 0,0 0 1 0 0,0 0-1 0 0,0 1 0 0 0,0-1 1 0 0,1 0-1 0 0,-1 0 1 0 0,0 1-1 0 0,0-1 0 0 0,0 0 1 0 0,0 0-1 0 0,1 0 1 0 0,-1 1-1 0 0,0-1 0 0 0,0 0 1 0 0,1 0-1 0 0,-1 0 0 0 0,0 0 1 0 0,0 1-1 0 0,1-1 1 0 0,-1 0-1 0 0,0 0 0 0 0,0 0 1 0 0,1 0-1 0 0,-1 0 0 0 0,0 0 1 0 0,1 0-1 0 0,-1 0 1 0 0,0 0-1 0 0,0 0 0 0 0,1 0 1 0 0,-1 0-1 0 0,1 0 8 0 0,-1 0 0 0 0,1 0-1 0 0,0 0 1 0 0,-1 0 0 0 0,1 0-1 0 0,-1 0 1 0 0,1 0 0 0 0,-1 0-1 0 0,1 0 1 0 0,-1 1 0 0 0,0-1-1 0 0,1 0 1 0 0,-1 0 0 0 0,1 0 0 0 0,-1 1-1 0 0,1-1 1 0 0,-1 0 0 0 0,0 1-1 0 0,1-1 1 0 0,-1 0 0 0 0,1 1-1 0 0,-1-1 1 0 0,0 0 0 0 0,1 1 0 0 0,-1-1-1 0 0,0 1 1 0 0,0-1 0 0 0,1 1-1 0 0,-1-1 1 0 0,0 1 0 0 0,0-1-1 0 0,0 1 1 0 0,0-1 0 0 0,0 1-1 0 0,1-1 1 0 0,-1 1 0 0 0,0-1 0 0 0,0 1-1 0 0,0 22 116 0 0,0-17 12 0 0,-2 0-40 0 0,-10 84 158 0 0,12-85-246 0 0,0 2 2 0 0,0 20 0 0 0,0-20 0 0 0,1-1-18 0 0,8 29-12 0 0,-4-30 10 0 0,-3 3-61 0 0,-1-6 47 0 0,0-1-1 0 0,0 1 1 0 0,0-1-1 0 0,0 1 1 0 0,1-1-1 0 0,-1 1 1 0 0,0-1-1 0 0,1 0 1 0 0,-1 0-1 0 0,3 2 1 0 0,-1 0-68 0 0,19 4-64 0 0,-18-6 86 0 0,2-1-20 0 0,16-3 7 0 0,-16 3 81 0 0,-2-3 41 0 0,1 0 18 0 0,0 0 1 0 0,0 0-1 0 0,0-1 0 0 0,0 0 1 0 0,0 0-1 0 0,-1 0 1 0 0,0-1-1 0 0,0 1 1 0 0,0-1-1 0 0,5-10 1 0 0,-4 1 76 0 0,0-1 0 0 0,-1 1 0 0 0,3-27 0 0 0,-5-8-400 0 0,-2 44-92 0 0,-3 1-151 0 0,-1-1 132 0 0,0 1 0 0 0,0 0 0 0 0,0 0 0 0 0,-1 0 0 0 0,-6-5 0 0 0,7 7-691 0 0,-2 1-340 0 0,-1-1 861 0 0,-4-1-113 0 0,-1 3-2667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 4332 0 0,'11'-2'500'0'0,"-1"0"-1"0"0,1 1 0 0 0,0 0 0 0 0,0 1 1 0 0,0 1-1 0 0,0-1 0 0 0,0 1 1 0 0,0 1-1 0 0,-1 0 0 0 0,1 1 0 0 0,0 0 1 0 0,-1 0-1 0 0,0 1 0 0 0,0 1 0 0 0,0 0 1 0 0,-1 0-1 0 0,14 10 0 0 0,-8-5-296 0 0,0 2 0 0 0,-1 0 0 0 0,-1 0 1 0 0,0 1-1 0 0,-1 1 0 0 0,0 0 0 0 0,-1 0 0 0 0,0 2 0 0 0,-2-1 0 0 0,0 1 0 0 0,0 0 0 0 0,-2 1 0 0 0,8 23 0 0 0,-9-22-339 0 0,-2 1-1 0 0,0-1 0 0 0,-1 1 0 0 0,0 1 1 0 0,-2-1-1 0 0,-1 0 0 0 0,0 0 0 0 0,-1 0 1 0 0,-1 0-1 0 0,-1 0 0 0 0,0 0 0 0 0,-10 29 1 0 0,1-17-1353 0 0,-1 0 1 0 0,-1-1 0 0 0,-2 0-1 0 0,-1-1 1 0 0,-23 30 0 0 0,9-22-3927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82 1 3320 0 0,'-29'3'1383'0'0,"28"-3"-1297"0"0,0 0 0 0 0,0 0 0 0 0,0 0 0 0 0,-1 0 0 0 0,1 1 0 0 0,0-1 0 0 0,0 0 0 0 0,0 1 0 0 0,0-1-1 0 0,0 1 1 0 0,0-1 0 0 0,0 1 0 0 0,0 0 0 0 0,1-1 0 0 0,-1 1 0 0 0,0 0 0 0 0,0 0 0 0 0,0-1 0 0 0,1 1 0 0 0,-1 0 0 0 0,0 0 0 0 0,0 1 0 0 0,0 0 189 0 0,-5 7 595 0 0,0 13-578 0 0,0 0-1 0 0,2 0 1 0 0,1 1-1 0 0,0-1 0 0 0,2 1 1 0 0,0 0-1 0 0,2-1 1 0 0,0 1-1 0 0,2-1 0 0 0,0 1 1 0 0,14 42-1 0 0,-5-23-270 0 0,3 0-1 0 0,1-1 1 0 0,3-1 0 0 0,1-1-1 0 0,34 52 1 0 0,-36-66-417 0 0,1 0-1 0 0,32 32 1 0 0,-39-46-517 0 0,0 0 1 0 0,1-1-1 0 0,-1 0 0 0 0,2-1 0 0 0,0 0 0 0 0,18 8 1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59 1660 0 0,'0'0'10978'0'0,"1"5"-10957"0"0,-1-2-20 0 0,1 0 1 0 0,0 0-1 0 0,1 0 0 0 0,-1 0 0 0 0,0 0 0 0 0,1 0 1 0 0,0 0-1 0 0,-1-1 0 0 0,1 1 0 0 0,0-1 0 0 0,0 1 0 0 0,1-1 1 0 0,-1 0-1 0 0,0 0 0 0 0,1 0 0 0 0,-1 0 0 0 0,1 0 1 0 0,3 2-1 0 0,-2-3-27 0 0,1-2-92 0 0,-3 0 107 0 0,1 0-1 0 0,-1 0 1 0 0,0-1 0 0 0,1 1 0 0 0,-1 0-1 0 0,0-1 1 0 0,1 1 0 0 0,-1-1 0 0 0,0 0-1 0 0,0 0 1 0 0,-1 1 0 0 0,5-6 0 0 0,-4 4-3 0 0,-3-5-12 0 0,0 1 18 0 0,0-1-1 0 0,0 1 0 0 0,-4-13 0 0 0,3 16 12 0 0,2 4-3 0 0,-1 0 0 0 0,1 0 0 0 0,0 0 0 0 0,-1 0 0 0 0,1-1 0 0 0,0 1-1 0 0,-1 0 1 0 0,1 0 0 0 0,0 0 0 0 0,-1 0 0 0 0,1-1 0 0 0,0 1-1 0 0,-1 0 1 0 0,1 0 0 0 0,0-1 0 0 0,0 1 0 0 0,-1 0 0 0 0,1-1-1 0 0,0 1 1 0 0,0 0 0 0 0,-1-1 0 0 0,1 1 0 0 0,0 0 0 0 0,0-1-1 0 0,0 1 1 0 0,0 0 0 0 0,0-1 0 0 0,-1 0 1 0 0,1 0 1 0 0,-1 0-1 0 0,1 0 0 0 0,-1 0 1 0 0,1 0-1 0 0,-1 0 0 0 0,0 0 1 0 0,0 0-1 0 0,1 0 0 0 0,-1 0 1 0 0,0 0-1 0 0,0 1 0 0 0,0-1 0 0 0,-1 0 1 0 0,-2-1 2 0 0,-1 0 0 0 0,1 0-1 0 0,-1 1 1 0 0,1-1 0 0 0,-1 1 0 0 0,0 1 0 0 0,0-1 0 0 0,-7 0 79 0 0,8 3-19 0 0,3-1-54 0 0,0-1-5 0 0,0 0 0 0 0,-1 1-1 0 0,1-1 1 0 0,-1 0 0 0 0,1 1 0 0 0,0 0 0 0 0,0-1-1 0 0,-1 1 1 0 0,1 0 0 0 0,0 0 0 0 0,0 0 0 0 0,-2 1 55 0 0,-5 17 5 0 0,6-15 49 0 0,2 0-73 0 0,3 20-2 0 0,-1-21-31 0 0,7 11-2 0 0,-7-10 111 0 0,1-2-156 0 0,1 1-9 0 0,-1-1 0 0 0,1 0 0 0 0,0-1 0 0 0,1 1-1 0 0,-1 0 1 0 0,0-1 0 0 0,8 1 0 0 0,-7-1 2 0 0,-1-3-268 0 0,10-4 320 0 0,-11 4-1 0 0,-1-2 8 0 0,7-10-3 0 0,-7 11 5 0 0,-3-2 20 0 0,-3-13 89 0 0,3 13-84 0 0,-1 2-54 0 0,1 2 11 0 0,0-1 0 0 0,0 1-1 0 0,0 0 1 0 0,0 0-1 0 0,0-1 1 0 0,0 1-1 0 0,0 0 1 0 0,0 0-1 0 0,-1 0 1 0 0,1 0 0 0 0,0 1-1 0 0,-1-1 1 0 0,1 0-1 0 0,0 1 1 0 0,-1-1-1 0 0,1 0 1 0 0,-1 1-1 0 0,1 0 1 0 0,-1-1 0 0 0,0 1-1 0 0,1 0 1 0 0,-1 0-1 0 0,1 0 1 0 0,-1 0-1 0 0,1 0 1 0 0,-1 0-1 0 0,0 0 1 0 0,1 1 0 0 0,-3 0-1 0 0,2 0 4 0 0,1 0 1 0 0,0 0 0 0 0,0 0-1 0 0,0 0 1 0 0,0 0-1 0 0,0-1 1 0 0,0 1 0 0 0,-1 0-1 0 0,1-1 1 0 0,0 1-1 0 0,0-1 1 0 0,0 1 0 0 0,-3 0 55 0 0,2 2-11 0 0,0-1-40 0 0,-6 14-48 0 0,8-11 69 0 0,2 13 10 0 0,-1-13 6 0 0,-1-5-46 0 0,1 0-1 0 0,-1 0 0 0 0,1 0 0 0 0,-1 0 0 0 0,0 0 0 0 0,1 0 0 0 0,-1 0 0 0 0,0 0 0 0 0,1 0 0 0 0,-1 0 0 0 0,0 1 0 0 0,1-1 0 0 0,-1 0 0 0 0,0 0 0 0 0,1 0 0 0 0,-1 1 0 0 0,0-1 0 0 0,1 0 0 0 0,-1 0 0 0 0,0 1 0 0 0,0-1 0 0 0,1 0 0 0 0,-1 1 0 0 0,0-1 0 0 0,0 0 0 0 0,0 0 0 0 0,1 1 0 0 0,-1-1 0 0 0,0 1 0 0 0,0 0-7 0 0,1-1 0 0 0,-1 1 1 0 0,1 0-1 0 0,-1 0 0 0 0,1-1 0 0 0,-1 1 0 0 0,1 0 0 0 0,-1-1 1 0 0,1 1-1 0 0,0-1 0 0 0,-1 1 0 0 0,1-1 0 0 0,0 1 0 0 0,-1-1 1 0 0,1 1-1 0 0,0-1 0 0 0,0 0 0 0 0,-1 1 0 0 0,1-1 0 0 0,1 0 0 0 0,15 5-124 0 0,-13-4 1 0 0,1-2-126 0 0,14 0 173 0 0,-14 1 35 0 0,-1-1-108 0 0,31-17-10 0 0,-32 16 199 0 0,-2-3-37 0 0,3-12 35 0 0,-4 13 50 0 0,-1 0-28 0 0,-6-13-10 0 0,5 13 62 0 0,2 4-98 0 0,-1 0 0 0 0,1 0 0 0 0,-1 0 1 0 0,1 0-1 0 0,0 0 0 0 0,-1 0 0 0 0,1 0 1 0 0,-1 0-1 0 0,1-1 0 0 0,0 1 0 0 0,-1 0 0 0 0,1 0 1 0 0,-1 0-1 0 0,1-1 0 0 0,0 1 0 0 0,-1 0 1 0 0,1 0-1 0 0,0-1 0 0 0,0 1 0 0 0,-1 0 0 0 0,1-1 1 0 0,0 1-1 0 0,0 0 0 0 0,-1-1 0 0 0,1 1 1 0 0,0-1-1 0 0,-1 1 2 0 0,1-1 0 0 0,0 1 1 0 0,0-1-1 0 0,-1 1 0 0 0,1-1 1 0 0,-1 1-1 0 0,1-1 0 0 0,0 1 1 0 0,-1 0-1 0 0,1-1 1 0 0,-1 1-1 0 0,1 0 0 0 0,-1-1 1 0 0,1 1-1 0 0,-1 0 0 0 0,1 0 1 0 0,-1 0-1 0 0,1-1 0 0 0,-1 1 1 0 0,1 0-1 0 0,-1 0 0 0 0,1 0 1 0 0,-1 0-1 0 0,0 0 0 0 0,1 0 1 0 0,-1 0-1 0 0,1 0 0 0 0,-1 0 1 0 0,1 0-1 0 0,-1 0 0 0 0,0 0 1 0 0,0 1-1 0 0,-19 2 11 0 0,15-2 77 0 0,4 0-84 0 0,-1 0 0 0 0,1 0-1 0 0,-1 1 1 0 0,1-1-1 0 0,0 0 1 0 0,0 1 0 0 0,-1-1-1 0 0,1 1 1 0 0,-1 2-1 0 0,-1 0 166 0 0,3 0-179 0 0,0 1-1 0 0,1 0 1 0 0,-1 0-1 0 0,1 0 1 0 0,0-1-1 0 0,0 1 1 0 0,1 0-1 0 0,0-1 1 0 0,2 6-1 0 0,-2-7-63 0 0,1 0 55 0 0,8 9 16 0 0,-8-9 7 0 0,3-3-88 0 0,15-3-54 0 0,-16 3 210 0 0,1-22-68 0 0,-5 18-10 0 0,-2-1-11 0 0,-3-13 6 0 0,4 13-7 0 0,-20-7-62 0 0,18 15 110 0 0,-6 9 0 0 0,6-9 3 0 0,2 2-24 0 0,-3 15 14 0 0,3-15-59 0 0,1-1-135 0 0,3 12 127 0 0,-2-12-11 0 0,8 1-550 0 0,-10-5 588 0 0,1 1 1 0 0,-1-1-1 0 0,1 0 1 0 0,-1 1 0 0 0,1-1-1 0 0,-1 0 1 0 0,1 1-1 0 0,0-1 1 0 0,-1 0-1 0 0,1 0 1 0 0,-1 1-1 0 0,1-1 1 0 0,0 0 0 0 0,-1 0-1 0 0,1 0 1 0 0,0 0-1 0 0,-1 0 1 0 0,1 0-1 0 0,-1 0 1 0 0,1 0-1 0 0,0 0 1 0 0,-1 0 0 0 0,1 0-1 0 0,0-1 1 0 0,-1 1-1 0 0,1 0 1 0 0,-1 0-1 0 0,2-1 1 0 0,-1 0 6 0 0,1 0 0 0 0,0 0-1 0 0,0 0 1 0 0,-1 0 0 0 0,1-1 0 0 0,-1 1 0 0 0,1-1 0 0 0,-1 1 0 0 0,0-1-1 0 0,1 1 1 0 0,-1-1 0 0 0,0 0 0 0 0,0 1 0 0 0,0-1 0 0 0,0 0-1 0 0,0 0 1 0 0,-1 0 0 0 0,1 0 0 0 0,0 0 0 0 0,-1 0 0 0 0,0 0-1 0 0,1 0 1 0 0,-1 0 0 0 0,0 0 0 0 0,0 0 0 0 0,0 0 0 0 0,0 0-1 0 0,-1-4 1 0 0,0 2 161 0 0,-2 1-114 0 0,-12-9-20 0 0,11 13 14 0 0,-13 3 11 0 0,12-2 164 0 0,3 0-146 0 0,1 1-44 0 0,-1-1 0 0 0,1 0 0 0 0,0 1 1 0 0,0-1-1 0 0,0 1 0 0 0,0-1 0 0 0,1 1 0 0 0,-1 0 1 0 0,1-1-1 0 0,0 1 0 0 0,-1 0 0 0 0,1-1 0 0 0,0 1 1 0 0,1 0-1 0 0,-1-1 0 0 0,0 1 0 0 0,1 0 1 0 0,-1-1-1 0 0,1 1 0 0 0,0 0 0 0 0,2 3 0 0 0,-1-2 16 0 0,7 1-18 0 0,-9-5-19 0 0,1 0 1 0 0,-1 1 0 0 0,0-1-1 0 0,1 0 1 0 0,-1 1-1 0 0,0-1 1 0 0,1 0-1 0 0,-1 1 1 0 0,1-1 0 0 0,-1 0-1 0 0,1 0 1 0 0,-1 1-1 0 0,1-1 1 0 0,-1 0 0 0 0,1 0-1 0 0,-1 0 1 0 0,1 0-1 0 0,-1 0 1 0 0,1 1-1 0 0,-1-1 1 0 0,1 0 0 0 0,-1 0-1 0 0,1 0 1 0 0,-1-1-1 0 0,1 1 1 0 0,0 0-1 0 0,-1 0 1 0 0,1 0 0 0 0,-1 0-1 0 0,1 0 1 0 0,0-1-1 0 0,14-4 3 0 0,-12 3 3 0 0,-2-2-64 0 0,3-12 41 0 0,-3 12 2 0 0,-2 0-20 0 0,1 3 48 0 0,0-1-12 0 0,-1 1 1 0 0,1 0-1 0 0,0-1 1 0 0,0 1 0 0 0,-1 0-1 0 0,1-1 1 0 0,-1 1 0 0 0,1 0-1 0 0,-1 0 1 0 0,1 0-1 0 0,-1-1 1 0 0,0 1 0 0 0,0 0-1 0 0,1 0 1 0 0,-1 0 0 0 0,0 0-1 0 0,0 0 1 0 0,0 0-1 0 0,0 0 1 0 0,0 1 0 0 0,0-1-1 0 0,-1 0 1 0 0,1 0 0 0 0,0 1-1 0 0,0-1 1 0 0,0 1-1 0 0,-1-1 1 0 0,-1 0 0 0 0,1 2 13 0 0,1 0 0 0 0,0-1 0 0 0,0 1 0 0 0,0 0 0 0 0,0 0 0 0 0,0 0 0 0 0,0 0 0 0 0,0 0 0 0 0,0 0 0 0 0,0 0 0 0 0,1 0 0 0 0,-1 0 0 0 0,0 0 0 0 0,1 0 0 0 0,-1 1 0 0 0,0-1 0 0 0,0 3 0 0 0,-5 14 108 0 0,4-14 147 0 0,2 1-246 0 0,2 16 1 0 0,-2-16 81 0 0,19 3-75 0 0,-15-6-37 0 0,-4-2-11 0 0,1 0 16 0 0,0-1 0 0 0,0 1 0 0 0,0 0-1 0 0,-1-1 1 0 0,1 1 0 0 0,0 0 0 0 0,0-1 0 0 0,-1 1 0 0 0,1-1 0 0 0,0 1 0 0 0,-1-1 0 0 0,1 1 0 0 0,-1-1 0 0 0,1 1 0 0 0,0-1 0 0 0,-1 0 0 0 0,1 1 0 0 0,-1-1 0 0 0,0 0 0 0 0,1 0-1 0 0,-1 1 1 0 0,0-1 0 0 0,1 0 0 0 0,-1 0 0 0 0,0 1 0 0 0,0-1 0 0 0,1-1 0 0 0,1-18-52 0 0,-2 19 57 0 0,1-4-52 0 0,-7-5-304 0 0,1-1-4187 0 0,2 9 1951 0 0,-15-7-1843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28 2496 0 0,'0'0'5024'0'0,"4"3"-4762"0"0,1 0-124 0 0,1 0 0 0 0,-1 0-1 0 0,1 0 1 0 0,0-1 0 0 0,8 3 0 0 0,-9-4-20 0 0,0 0-28 0 0,13 1-23 0 0,-13-2-14 0 0,0 0-29 0 0,16 0 8 0 0,-16 0 6 0 0,1 0 3 0 0,0 1-34 0 0,36-7 56 0 0,-38 5-3 0 0,1-1 18 0 0,15-5 88 0 0,-18 7-140 0 0,-1 0-1 0 0,0-1 1 0 0,0 1-1 0 0,1-1 1 0 0,-1 0-1 0 0,0 1 1 0 0,0-1-1 0 0,1 0 1 0 0,-1 0 0 0 0,0 1-1 0 0,0-1 1 0 0,0 0-1 0 0,0 0 1 0 0,0 0-1 0 0,-1 0 1 0 0,1 0-1 0 0,0-1 1 0 0,0 1-1 0 0,0-1 596 0 0,-1-3-543 0 0,1 4-45 0 0,-1 1 0 0 0,0-1 0 0 0,0 0-1 0 0,0 1 1 0 0,0-1 0 0 0,1 0 0 0 0,-1 0 0 0 0,0 1-1 0 0,0-1 1 0 0,-1 0 0 0 0,1 1 0 0 0,0-1 0 0 0,0 0-1 0 0,0 0 1 0 0,0 1 0 0 0,-1-1 0 0 0,1 0 0 0 0,0 1-1 0 0,0-1 1 0 0,-1 1 0 0 0,1-1 0 0 0,-1-1 0 0 0,-14 11 323 0 0,11-6-239 0 0,3 3-13 0 0,-5 126 335 0 0,16 15-1483 0 0,-9-141 527 0 0,-1-5 473 0 0,1 0 0 0 0,-1 0-1 0 0,0-1 1 0 0,1 1 0 0 0,-1 0-1 0 0,0 0 1 0 0,0 0 0 0 0,0 0-1 0 0,0 0 1 0 0,1 0 0 0 0,-1 0-1 0 0,0 0 1 0 0,-1-1 0 0 0,1 1-1 0 0,0 0 1 0 0,0 0 0 0 0,0 0-1 0 0,0 0 1 0 0,-1 0 0 0 0,1 1 0 0 0,-1-1-93 0 0,1-1 1 0 0,0 1 0 0 0,-1 0-1 0 0,1 0 1 0 0,0 0 0 0 0,0 0-1 0 0,0 0 1 0 0,0 0 0 0 0,0 0-1 0 0,0 0 1 0 0,0-1 0 0 0,0 1-1 0 0,0 0 1 0 0,0 0 0 0 0,0 0-1 0 0,1 0 1 0 0,-1 0 0 0 0,0 0-1 0 0,1 0 1 0 0,-1 0 0 0 0,0 1-67 0 0,-1 0 1 0 0,1-1-1 0 0,-1 1 1 0 0,1 0-1 0 0,0-1 0 0 0,0 1 1 0 0,-1 0-1 0 0,1 0 1 0 0,0-1-1 0 0,1 1 1 0 0,-1 0-1 0 0,0 1 1 0 0,1 2-548 0 0,-1 1-2874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1 154 1788 0 0,'3'-4'231'0'0,"0"0"0"0"0,1 0 0 0 0,0 1 0 0 0,0 0 1 0 0,0 0-1 0 0,0 0 0 0 0,0 0 0 0 0,0 0 0 0 0,1 1 0 0 0,-1 0 0 0 0,7-2 0 0 0,57-17 257 0 0,-46 16-337 0 0,29-9 31 0 0,82-34 0 0 0,-130 46-97 0 0,-2 2-80 0 0,-1 0 1 0 0,1 0 0 0 0,-1 0 0 0 0,1 0 0 0 0,-1 0 0 0 0,1 0 0 0 0,-1-1 0 0 0,1 1 0 0 0,-1 0 0 0 0,0 0 0 0 0,1 0 0 0 0,-1-1-1 0 0,1 1 1 0 0,-1 0 0 0 0,1 0 0 0 0,-1-1 0 0 0,0 1 0 0 0,1 0 0 0 0,-1-1 0 0 0,0 1 0 0 0,1 0 0 0 0,-1-1 0 0 0,0 1 0 0 0,1-1-1 0 0,9-6 640 0 0,-8 6-577 0 0,-1 1 1 0 0,0-1-1 0 0,0 1 1 0 0,1-1 0 0 0,-1 0-1 0 0,0 1 1 0 0,0-1 0 0 0,0 0-1 0 0,1 0 1 0 0,-1 0 0 0 0,0 0-1 0 0,2-3 1593 0 0,-5 6-1630 0 0,1 0 0 0 0,-1-1 0 0 0,0 1-1 0 0,1 0 1 0 0,-1 0 0 0 0,1 0 0 0 0,0 0 0 0 0,-1 0 0 0 0,1 1 0 0 0,0-1 0 0 0,0 0 0 0 0,1 0 0 0 0,-2 4 0 0 0,1-2 41 0 0,2 1-10 0 0,0 16-3 0 0,-1-16-4 0 0,1 0-31 0 0,3 16 17 0 0,-4-16-14 0 0,3 0 7 0 0,6 13 21 0 0,-7-13-32 0 0,-1-5-22 0 0,-1 0 0 0 0,1 0 0 0 0,-1 0 0 0 0,1 0 0 0 0,-1 1 0 0 0,1-1 0 0 0,-1 0 0 0 0,1 0 0 0 0,-1 1 0 0 0,0-1 1 0 0,1 0-1 0 0,-1 1 0 0 0,1-1 0 0 0,-1 0 0 0 0,0 1 0 0 0,1-1 0 0 0,-1 0 0 0 0,0 1 0 0 0,1-1 0 0 0,-1 1 0 0 0,0-1 0 0 0,0 1 0 0 0,0-1 0 0 0,1 1 0 0 0,-1-1 0 0 0,0 2 0 0 0,0-2-1 0 0,0 1 0 0 0,0-1 1 0 0,0 1-1 0 0,1-1 0 0 0,-1 0 1 0 0,0 1-1 0 0,0-1 0 0 0,1 1 0 0 0,-1-1 1 0 0,0 1-1 0 0,0-1 0 0 0,1 0 1 0 0,-1 1-1 0 0,0-1 0 0 0,1 1 0 0 0,-1-1 1 0 0,1 0-1 0 0,-1 1 0 0 0,0-1 1 0 0,1 0-1 0 0,-1 0 0 0 0,1 0 0 0 0,-1 1 1 0 0,1-1-1 0 0,-1 0 0 0 0,2 0 1 0 0,1 3-8 0 0,12 5 17 0 0,-11-6-9 0 0,21 1 48 0 0,-20-2-54 0 0,14-8-7 0 0,-15 6 16 0 0,-3 0 1 0 0,1 0 0 0 0,-1 0 0 0 0,1 0 1 0 0,-1 0-1 0 0,1 0 0 0 0,-1 0 1 0 0,0-1-1 0 0,1 1 0 0 0,-1 0 0 0 0,0-1 1 0 0,1 0-1 0 0,2-1 83 0 0,1-16-69 0 0,-3 14-21 0 0,-1 1-23 0 0,-2-2-214 0 0,0-2 11 0 0,-1 0 1 0 0,0 1-1 0 0,-1-1 1 0 0,-6-12-1 0 0,6 16-235 0 0,0 1-71 0 0,0 1 64 0 0,0-1-1 0 0,-1 1 0 0 0,1 0 1 0 0,-1 0-1 0 0,1 0 1 0 0,-1 1-1 0 0,0-1 0 0 0,0 1 1 0 0,-5-1-1 0 0,4 1-2438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1 2080 0 0,'0'0'4806'0'0,"0"5"-4498"0"0,-1 16-65 0 0,0-16-38 0 0,1 1-41 0 0,-2 102-172 0 0,7-36-4993 0 0,-4-67 2244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3736 0 0,'0'0'3682'0'0,"1"4"-3121"0"0,3 13-88 0 0,-3-13 297 0 0,0 2-459 0 0,6 51 718 0 0,-6-52-799 0 0,1 1-4 0 0,18 44 400 0 0,-17-45-532 0 0,0-1-18 0 0,10 11-18 0 0,-10-11-8 0 0,1-2-18 0 0,41 19-84 0 0,-40-20-14 0 0,1 0-92 0 0,-2-1 146 0 0,1 0 0 0 0,0 0 1 0 0,0 0-1 0 0,-1 0 0 0 0,1-1 1 0 0,0 0-1 0 0,-1 0 0 0 0,1 0 0 0 0,0 0 1 0 0,-1-1-1 0 0,0 0 0 0 0,1 0 1 0 0,-1 0-1 0 0,0 0 0 0 0,0-1 1 0 0,0 1-1 0 0,0-1 0 0 0,-1 0 0 0 0,5-5 1 0 0,-6 5 48 0 0,2-8-6 0 0,-3 11-27 0 0,0-1 0 0 0,-1 0 0 0 0,0 1 0 0 0,1-1 0 0 0,-1 0 0 0 0,1 1 0 0 0,-1-1 0 0 0,0 0 0 0 0,1 0 0 0 0,-1 0 0 0 0,0 1 0 0 0,0-1 0 0 0,0 0 0 0 0,1 0 0 0 0,-1 0 0 0 0,0 0 0 0 0,0 1 0 0 0,0-1 0 0 0,-1 0 0 0 0,1 0 0 0 0,0-1 0 0 0,-1-18 119 0 0,0 15-52 0 0,0 0-23 0 0,-10-41 422 0 0,9 42-75 0 0,1-1-318 0 0,-5-12-2 0 0,5 13 625 0 0,0 4-677 0 0,0 1 0 0 0,0 0 0 0 0,0 0 0 0 0,0 0 0 0 0,0 0 0 0 0,0 0 0 0 0,1 0 0 0 0,-1 0 0 0 0,0 0-1 0 0,1 0 1 0 0,-1 0 0 0 0,1 0 0 0 0,-1 0 0 0 0,1 1 0 0 0,-1-1 0 0 0,1 0 0 0 0,0 0 0 0 0,0 0 0 0 0,-1 1 0 0 0,1-1 0 0 0,0 2 0 0 0,-1 18 138 0 0,0 8-176 0 0,1 0-1 0 0,1 0 0 0 0,2 0 0 0 0,1-1 0 0 0,9 36 1 0 0,12 7-3197 0 0,-23-67 2163 0 0,1-2-285 0 0,11 9-193 0 0,-10-8-1046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19 2680 0 0,'0'0'947'0'0,"2"-3"-97"0"0,7-9 2 0 0,-6 9 740 0 0,2 3-1207 0 0,2-1-168 0 0,-1 1-1 0 0,1 1 1 0 0,-1-1-1 0 0,1 1 1 0 0,10 3-1 0 0,-13-2 102 0 0,-2-2-266 0 0,0 1 0 0 0,-1 0 0 0 0,1 0 0 0 0,0 1 0 0 0,-1-1-1 0 0,1 0 1 0 0,-1 0 0 0 0,1 1 0 0 0,-1-1 0 0 0,2 3 0 0 0,-1-2 6 0 0,0-1 1 0 0,0 2 0 0 0,0-1 0 0 0,0 0 0 0 0,-1 0 0 0 0,1 0 0 0 0,-1 1 0 0 0,1-1 0 0 0,-1 1 0 0 0,0 0 0 0 0,0-1 0 0 0,0 1 0 0 0,0 0 0 0 0,0-1 0 0 0,-1 1 0 0 0,1 0 0 0 0,-1 0 0 0 0,0 0 0 0 0,0-1 0 0 0,0 6 0 0 0,-3 10 220 0 0,-1-1-1 0 0,0 0 1 0 0,-12 30 0 0 0,15-43-140 0 0,-6 19 181 0 0,5-18 69 0 0,-5 21 175 0 0,28-15-484 0 0,-14-12-172 0 0,14-2-273 0 0,1-2 0 0 0,-1 0 0 0 0,0-2 0 0 0,-1 0-1 0 0,38-19 1 0 0,-36 14-1812 0 0,-1-1 1 0 0,36-28-1 0 0,-37 24-2309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1 2944 0 0,'0'0'1256'0'0,"5"0"-158"0"0,13 4-154 0 0,-13-4-114 0 0,0 3-81 0 0,1-1-605 0 0,0 2-1 0 0,0-1 1 0 0,0 0-1 0 0,-1 1 1 0 0,1 0-1 0 0,-1 1 0 0 0,0-1 1 0 0,0 1-1 0 0,-1 0 1 0 0,1 0-1 0 0,-1 0 0 0 0,0 1 1 0 0,0 0-1 0 0,-1 0 1 0 0,0 0-1 0 0,0 0 1 0 0,0 0-1 0 0,-1 0 0 0 0,0 1 1 0 0,0-1-1 0 0,0 1 1 0 0,-1-1-1 0 0,0 1 1 0 0,0 7-1 0 0,1-5-111 0 0,-1-5-21 0 0,-1 0 0 0 0,1 0-1 0 0,-1 0 1 0 0,1 0-1 0 0,-1 1 1 0 0,0-1 0 0 0,-1 7-1 0 0,-2 9-252 0 0,-1 0-1 0 0,-1 0 0 0 0,0-1 0 0 0,-1 1 0 0 0,-2-1 0 0 0,0 0 0 0 0,-18 31 1 0 0,5-18-2335 0 0,-33 41 0 0 0,23-39-1811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89 24 1856 0 0,'-3'-3'1111'0'0,"-15"-12"1522"0"0,17 14-2545 0 0,0 1-1 0 0,0-1 0 0 0,0 1 0 0 0,0-1 0 0 0,0 0 0 0 0,0 1 0 0 0,-1 0 0 0 0,1-1 0 0 0,0 1 1 0 0,0 0-1 0 0,0-1 0 0 0,0 1 0 0 0,0 0 0 0 0,-1 0 0 0 0,1 0 0 0 0,0 0 0 0 0,0 0 0 0 0,0 0 1 0 0,-2 1-1 0 0,-1 2 477 0 0,3-2-508 0 0,-2 0 32 0 0,1 1 0 0 0,0 0 0 0 0,-1 0 0 0 0,1 0 0 0 0,0 1 0 0 0,0-1 0 0 0,0 0 0 0 0,1 1 0 0 0,-1-1 0 0 0,1 1 0 0 0,-1 0 0 0 0,1-1 0 0 0,0 1 0 0 0,0 0 0 0 0,0 0 0 0 0,-1 4 0 0 0,0 1 24 0 0,-4 27 423 0 0,5-14-415 0 0,1 1 0 0 0,1 0 0 0 0,1-1 0 0 0,1 1 0 0 0,0-1-1 0 0,2 0 1 0 0,1 0 0 0 0,0 0 0 0 0,1-1 0 0 0,2 0 0 0 0,0 0 0 0 0,13 20 0 0 0,-13-26-412 0 0,0 0 1 0 0,1-1-1 0 0,1 0 1 0 0,0-1-1 0 0,1 0 1 0 0,0-1-1 0 0,0 0 1 0 0,1-1-1 0 0,1-1 1 0 0,0 0-1 0 0,0 0 1 0 0,1-2-1 0 0,0 1 1 0 0,0-2-1 0 0,0 0 1 0 0,32 7-1 0 0,-14-8-2170 0 0,-1 0-1745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3716 0 0,'0'0'5324'0'0,"2"5"-5072"0"0,68 151 299 0 0,-4-13-3843 0 0,-50-99 159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116 89 916 0 0,'0'0'1855'0'0,"-2"-3"-1358"0"0,-17-29 2667 0 0,18 29-1557 0 0,-8-18 570 0 0,7 18-1873 0 0,1 0-173 0 0,-1 1 0 0 0,1 0 0 0 0,-1 0 0 0 0,0 0-1 0 0,1 0 1 0 0,-1 1 0 0 0,0-1 0 0 0,0 0 0 0 0,0 1-1 0 0,0 0 1 0 0,-1-1 0 0 0,1 1 0 0 0,0 0 0 0 0,-5-2-1 0 0,-10 11 18 0 0,15-6-123 0 0,-2 0 52 0 0,4-1-67 0 0,-1 1 1 0 0,0-1-1 0 0,0 1 1 0 0,0-1 0 0 0,0 0-1 0 0,0 1 1 0 0,-1-1-1 0 0,1 0 1 0 0,0 0-1 0 0,-3 2 1 0 0,1 0 88 0 0,1 2-78 0 0,0 2-4 0 0,0 0 1 0 0,1 0 0 0 0,0 1-1 0 0,0-1 1 0 0,0 0 0 0 0,1 1-1 0 0,0-1 1 0 0,2 9 0 0 0,-1-11-37 0 0,0-4 6 0 0,0-1 6 0 0,0 1 0 0 0,1 0 0 0 0,-1 0 0 0 0,0 0 0 0 0,-1 1 0 0 0,1-1 0 0 0,0 0 0 0 0,0 0-1 0 0,0 0 1 0 0,-1 1 0 0 0,2 0 0 0 0,-2-1-4 0 0,3 2 7 0 0,-3-3 1 0 0,0 0-1 0 0,0 0 1 0 0,1 0-1 0 0,-1 0 1 0 0,0 0-1 0 0,1 0 1 0 0,-1-1-1 0 0,0 1 1 0 0,0 0-1 0 0,1 0 1 0 0,-1 0-1 0 0,0 0 1 0 0,1 0-1 0 0,-1 0 1 0 0,0 0-1 0 0,1 1 1 0 0,-1-1-1 0 0,0 0 1 0 0,0 0-1 0 0,1 0 1 0 0,-1 0-1 0 0,0 0 1 0 0,1 0-1 0 0,-1 0 1 0 0,0 1-1 0 0,0-1 1 0 0,1 0-1 0 0,-1 0 1 0 0,0 0-1 0 0,0 1 1 0 0,0-1-1 0 0,1 0 1 0 0,-1 1-1 0 0,1-1-5 0 0,-1 1-1 0 0,1-1 1 0 0,-1 1-1 0 0,1-1 0 0 0,-1 1 1 0 0,1-1-1 0 0,-1 0 1 0 0,1 1-1 0 0,0-1 0 0 0,-1 0 1 0 0,1 0-1 0 0,0 1 1 0 0,-1-1-1 0 0,1 0 0 0 0,0 0 1 0 0,-1 0-1 0 0,1 0 1 0 0,0 0-1 0 0,0 0 0 0 0,-1 0 1 0 0,1 0-1 0 0,0 0 1 0 0,-1 0-1 0 0,1 0 0 0 0,0 0 1 0 0,1-1-1 0 0,19-4-11 0 0,-16 3 18 0 0,-1-1 95 0 0,0-1-1 0 0,0 0 1 0 0,-1-1-1 0 0,1 1 1 0 0,-1 0-1 0 0,0-1 1 0 0,0 0-1 0 0,0 0 1 0 0,2-7-1 0 0,-3 1 153 0 0,0 1 0 0 0,-1 0 0 0 0,0 0 0 0 0,-1-17 0 0 0,0 25-227 0 0,-1 1-10 0 0,-1 1 0 0 0,1-1-1 0 0,0 0 1 0 0,0 0-1 0 0,0 1 1 0 0,-1-1 0 0 0,1 1-1 0 0,0-1 1 0 0,-1 1 0 0 0,1-1-1 0 0,0 1 1 0 0,-1 0 0 0 0,1 0-1 0 0,0 0 1 0 0,-1 0-1 0 0,-1 0 1 0 0,-28 30 54 0 0,28-27-50 0 0,1 1-13 0 0,-5 10-7 0 0,6-10-3 0 0,0 1-25 0 0,-3 16-23 0 0,3-16-21 0 0,3-1-94 0 0,2 15 107 0 0,-3-14 3 0 0,11 12-108 0 0,-10-13 120 0 0,-2-3 9 0 0,1-1 48 0 0,-1 1 0 0 0,0-1 0 0 0,1 1 0 0 0,-1 0 0 0 0,0-1 0 0 0,1 1 0 0 0,-1-1 0 0 0,1 1 0 0 0,-1-1 0 0 0,1 1 0 0 0,-1-1 0 0 0,1 1 0 0 0,-1-1 0 0 0,1 0 0 0 0,-1 1-1 0 0,1-1 1 0 0,-1 0 0 0 0,1 1 0 0 0,0-1 0 0 0,-1 0 0 0 0,1 0 0 0 0,0 1 0 0 0,-1-1 0 0 0,1 0 0 0 0,0 0 0 0 0,-1 0 0 0 0,1 0 0 0 0,0 0 0 0 0,-1 0 0 0 0,1 0 0 0 0,0 0 0 0 0,-1 0 0 0 0,1-1 0 0 0,0 1 0 0 0,0 0 0 0 0,21-4 185 0 0,-22 4-202 0 0,4-1 498 0 0,-1-2-366 0 0,6-11 26 0 0,-7 11 267 0 0,0-1-307 0 0,2-12 2 0 0,-3 12 243 0 0,-2 0-345 0 0,-8-12 17 0 0,6 19-68 0 0,-17 30-43 0 0,18-30 29 0 0,2 2-159 0 0,-2 12 120 0 0,1-13-9 0 0,1-3-146 0 0,1-1 252 0 0,-1 0-1 0 0,0 0 1 0 0,0 0-1 0 0,1 0 0 0 0,-1 1 1 0 0,0-1-1 0 0,0 0 1 0 0,0 0-1 0 0,1 0 0 0 0,-1 0 1 0 0,0 1-1 0 0,0-1 0 0 0,0 0 1 0 0,0 0-1 0 0,0 1 1 0 0,1-1-1 0 0,-1 0 0 0 0,0 0 1 0 0,0 1-1 0 0,0-1 0 0 0,0 0 1 0 0,0 0-1 0 0,0 1 1 0 0,0-1-1 0 0,0 0 0 0 0,0 1 1 0 0,0-1-1 0 0,0 0 0 0 0,0 0 1 0 0,0 1-1 0 0,0 0-4 0 0,-1-1 0 0 0,1 1 0 0 0,0-1 1 0 0,0 1-1 0 0,0-1 0 0 0,1 1 0 0 0,-1-1 0 0 0,0 1 0 0 0,0-1 0 0 0,0 1 0 0 0,0-1 0 0 0,0 1 0 0 0,0-1 0 0 0,1 1 0 0 0,-1-1 1 0 0,0 1-1 0 0,0-1 0 0 0,1 1 0 0 0,-1-1 0 0 0,0 0 0 0 0,1 1 0 0 0,-1-1 0 0 0,1 0 0 0 0,-1 1 0 0 0,0-1 0 0 0,1 0 0 0 0,-1 1 0 0 0,1-1 1 0 0,-1 0-1 0 0,1 0 0 0 0,-1 1 0 0 0,1-1 0 0 0,-1 0 0 0 0,1 0 0 0 0,18 2-6 0 0,-14-1-3 0 0,14-16 346 0 0,-17 12-308 0 0,3-8-119 0 0,-10 11-109 0 0,-11 3-499 0 0,22 4 655 0 0,-6-6 50 0 0,0-1 0 0 0,0 0 0 0 0,0 1 0 0 0,0-1 0 0 0,0 1 0 0 0,0-1 0 0 0,1 0 0 0 0,-1 1 0 0 0,0-1 0 0 0,0 1 0 0 0,0-1 0 0 0,1 0 0 0 0,-1 1 0 0 0,0-1 0 0 0,0 0 0 0 0,1 1 0 0 0,-1-1 0 0 0,0 0 0 0 0,1 0 0 0 0,-1 1 1 0 0,0-1-1 0 0,1 0 0 0 0,-1 0 0 0 0,1 0 0 0 0,-1 1 0 0 0,0-1 0 0 0,1 0 0 0 0,-1 0 0 0 0,1 0 0 0 0,-1 0 0 0 0,1 0 0 0 0,-1 0 0 0 0,0 0 0 0 0,1 0 0 0 0,-1 0 0 0 0,1 0 0 0 0,30-23-2009 0 0,-29 20 1285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156 48 3440 0 0,'-2'-4'1150'0'0,"-3"-14"-148"0"0,3 14 465 0 0,0 0-891 0 0,-10-13 839 0 0,12 17-1396 0 0,0 0 1 0 0,0 0-1 0 0,0 1 0 0 0,-1-1 1 0 0,1 0-1 0 0,0 1 0 0 0,0-1 1 0 0,-1 0-1 0 0,1 0 0 0 0,0 0 1 0 0,0 1-1 0 0,-1-1 0 0 0,1 0 1 0 0,0 0-1 0 0,0 0 0 0 0,-1 0 1 0 0,1 0-1 0 0,0 1 0 0 0,-1-1 0 0 0,1 0 1 0 0,0 0-1 0 0,-1 0 0 0 0,1 0 1 0 0,0 0-1 0 0,-1 0 0 0 0,1 0 1 0 0,0 0-1 0 0,-1 0 0 0 0,1 0 1 0 0,0 0-1 0 0,-1-1 0 0 0,0 1 7 0 0,0 0 1 0 0,0 0-1 0 0,0 0 0 0 0,1 0 0 0 0,-1 0 1 0 0,0 0-1 0 0,0 0 0 0 0,0 0 0 0 0,0 1 0 0 0,1-1 1 0 0,-1 0-1 0 0,0 0 0 0 0,0 1 0 0 0,0-1 0 0 0,1 0 1 0 0,-1 1-1 0 0,0-1 0 0 0,1 1 0 0 0,-1-1 0 0 0,0 1 1 0 0,1-1-1 0 0,-2 2 0 0 0,-8 10 154 0 0,0 2-1 0 0,1-1 1 0 0,0 1-1 0 0,1 1 1 0 0,0-1-1 0 0,1 1 1 0 0,1 1 0 0 0,1-1-1 0 0,0 1 1 0 0,1 0-1 0 0,-2 17 1 0 0,-2 14 47 0 0,3 0-1 0 0,1 81 1 0 0,5-84-128 0 0,3 1 1 0 0,1-1-1 0 0,15 60 1 0 0,-14-82-246 0 0,1 1-1 0 0,1-1 1 0 0,1-1 0 0 0,0 1 0 0 0,2-2 0 0 0,0 1 0 0 0,2-2 0 0 0,18 24-1 0 0,-25-37-224 0 0,0 1 0 0 0,0-1 0 0 0,1 0 0 0 0,14 9 0 0 0,-15-11-303 0 0,-1-1 0 0 0,1 0 0 0 0,-1-1 0 0 0,1 0-1 0 0,0 0 1 0 0,0 0 0 0 0,0 0 0 0 0,12 1 0 0 0,16-1-3552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2808 0 0,'0'0'9108'0'0,"0"5"-8898"0"0,4 54 247 0 0,24 162-802 0 0,-17-167-1019 0 0,6-3-2035 0 0,-15-47 660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123 1 3032 0 0,'0'0'6066'0'0,"-3"4"-5648"0"0,-11 17 319 0 0,1 2 1 0 0,-20 46 0 0 0,-3 5-85 0 0,34-70-557 0 0,0 0-5 0 0,-16 38 293 0 0,17-38-243 0 0,3-1-87 0 0,0-1-44 0 0,1 0-1 0 0,-1 0 1 0 0,1-1 0 0 0,-1 1-1 0 0,1-1 1 0 0,-1 1 0 0 0,1-1-1 0 0,0 0 1 0 0,-1 0 0 0 0,1 0-1 0 0,0 0 1 0 0,4 0 0 0 0,-2 0-11 0 0,3-2-5 0 0,124-13-146 0 0,-79 3-738 0 0,59-23 1 0 0,-108 33 563 0 0,-2 1 279 0 0,-1 0-1 0 0,1-1 1 0 0,-1 1 0 0 0,0-1-1 0 0,1 1 1 0 0,-1-1-1 0 0,0 1 1 0 0,1-1-1 0 0,-1 0 1 0 0,0 0 0 0 0,0 1-1 0 0,2-3 1 0 0,0 1-77 0 0,1 0-414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2660 0 0,'0'0'8624'0'0,"1"4"-8314"0"0,7 21 135 0 0,-2 0-1 0 0,-1 0 1 0 0,4 36-1 0 0,16 175 205 0 0,-17-186-515 0 0,-7-44-109 0 0,-1-1 8 0 0,3 16-3 0 0,-3-16 45 0 0,1-1-43 0 0,11 34 77 0 0,-11-34-83 0 0,12-14-6702 0 0,-10 5 3451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106 41 3732 0 0,'-1'-4'1440'0'0,"-6"-13"-252"0"0,5 12 1113 0 0,2 5-2273 0 0,0-1 0 0 0,-1 1 0 0 0,1-1 0 0 0,0 1 0 0 0,0 0-1 0 0,-1-1 1 0 0,1 1 0 0 0,0 0 0 0 0,-1-1 0 0 0,1 1-1 0 0,0 0 1 0 0,-1-1 0 0 0,1 1 0 0 0,0 0 0 0 0,-1-1-1 0 0,1 1 1 0 0,-1 0 0 0 0,1 0 0 0 0,0 0 0 0 0,-1-1 0 0 0,1 1-1 0 0,-1 0 1 0 0,1 0 0 0 0,-1 0 0 0 0,-9-8 1105 0 0,5 10-904 0 0,-15 3-28 0 0,15-3-15 0 0,2 1-13 0 0,-2 3-75 0 0,1 0 0 0 0,0 1 0 0 0,0-1 0 0 0,0 1-1 0 0,1 0 1 0 0,0 0 0 0 0,0 0 0 0 0,1 0 0 0 0,-2 9 0 0 0,1-5-64 0 0,2-1 0 0 0,-1 1 0 0 0,1 0-1 0 0,1 1 1 0 0,0-1 0 0 0,0 0 0 0 0,1 0 0 0 0,1 0 0 0 0,0 0 0 0 0,0-1 0 0 0,1 1 0 0 0,0 0 0 0 0,1-1 0 0 0,1 0 0 0 0,-1 0 0 0 0,8 12 0 0 0,-9-19-12 0 0,1 0 0 0 0,12 6-6 0 0,-15-8-15 0 0,0 0 1 0 0,0 0 0 0 0,1-1 0 0 0,-1 1-1 0 0,0 0 1 0 0,0-1 0 0 0,0 0 0 0 0,1 1-1 0 0,-1-1 1 0 0,0 1 0 0 0,1-1 0 0 0,-1 0-1 0 0,0 0 1 0 0,1 0 0 0 0,1 0 0 0 0,1 0 2 0 0,0 1-12 0 0,1-2 21 0 0,12-2 19 0 0,-12 2 23 0 0,0-1 37 0 0,-5 1-92 0 0,4 0 53 0 0,1-1 1 0 0,-1 0 0 0 0,1 0-1 0 0,-1-1 1 0 0,0 1 0 0 0,0-1-1 0 0,0 0 1 0 0,-1 0 0 0 0,1-1-1 0 0,-1 1 1 0 0,0-1 0 0 0,1 1-1 0 0,-2-1 1 0 0,1 0 0 0 0,0 0-1 0 0,-1 0 1 0 0,0-1 0 0 0,0 1-1 0 0,2-6 1 0 0,-2 5-131 0 0,-1 0-1 0 0,0-1 1 0 0,0 1 0 0 0,0 0-1 0 0,-1-1 1 0 0,0 1 0 0 0,0-1 0 0 0,0 1-1 0 0,-1-1 1 0 0,0 1 0 0 0,0 0-1 0 0,0-1 1 0 0,0 1 0 0 0,-1 0-1 0 0,0 0 1 0 0,0 0 0 0 0,-1 0-1 0 0,-5-9 1 0 0,6 10-188 0 0,-1 0 0 0 0,0 1 0 0 0,0-1 0 0 0,0 1 0 0 0,0 0 0 0 0,-1 0 0 0 0,1 0 0 0 0,-1 0 0 0 0,0 1 0 0 0,0 0 0 0 0,-6-4 0 0 0,6 5-372 0 0,0-1-1 0 0,0 1 1 0 0,-1-1 0 0 0,1 1-1 0 0,0 1 1 0 0,-1-1 0 0 0,-6 0-1 0 0,-20 1-3758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97 14 4172 0 0,'0'0'4215'0'0,"1"-3"-3282"0"0,-1 2-855 0 0,1 0 1 0 0,-1 1 0 0 0,0 0 0 0 0,0-1 0 0 0,0 1 0 0 0,0-1-1 0 0,1 1 1 0 0,-1-1 0 0 0,0 1 0 0 0,1-1 0 0 0,-1 1 0 0 0,0 0-1 0 0,1-1 1 0 0,-1 1 0 0 0,0-1 0 0 0,1 1 0 0 0,-1 0 0 0 0,1 0-1 0 0,-1-1 1 0 0,0 1 0 0 0,1 0 0 0 0,-1 0 0 0 0,1-1 0 0 0,-1 1-1 0 0,1 0 1 0 0,-1 0 0 0 0,1 0 0 0 0,0 0 0 0 0,9 11 659 0 0,-8-8-613 0 0,-2 4-24 0 0,-1 10-194 0 0,-1 0-1 0 0,0 0 0 0 0,-1-1 0 0 0,-1 1 0 0 0,-1-1 0 0 0,-10 25 0 0 0,2-10-2311 0 0,-1-2-1 0 0,-32 48 0 0 0,31-56-2250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47 3552 0 0,'0'0'1606'0'0,"2"-5"-201"0"0,9-12-173 0 0,-9 12-110 0 0,7-10 342 0 0,-7 11 1708 0 0,2 6-2809 0 0,14 5-38 0 0,-12 0-77 0 0,11 50 399 0 0,-5-4-591 0 0,7 69 0 0 0,-10-12-2948 0 0,-4-49-963 0 0,-3-50 744 0 0,4 15-2239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1 143 2800 0 0,'1'-5'1262'0'0,"4"-16"-205"0"0,-4 16-211 0 0,1 0-136 0 0,0 1-615 0 0,0-2 147 0 0,1 0-1 0 0,0-1 1 0 0,0 2 0 0 0,1-1-1 0 0,-1 0 1 0 0,1 1 0 0 0,1 0-1 0 0,-1 0 1 0 0,1 0 0 0 0,0 0 0 0 0,0 1-1 0 0,0-1 1 0 0,10-5 0 0 0,-1 3 25 0 0,-11 5-46 0 0,3 0-23 0 0,16-3-14 0 0,-17 4-40 0 0,0 0-24 0 0,14-2-6 0 0,-15 2 30 0 0,1 2-54 0 0,1 1-24 0 0,-1-1 1 0 0,0 1-1 0 0,-1 1 1 0 0,1-1-1 0 0,0 1 1 0 0,6 5-1 0 0,-8-6 43 0 0,-2 2 9 0 0,4 44 284 0 0,-6-42-297 0 0,0-1-16 0 0,-24 68 263 0 0,23-70-307 0 0,0 2-21 0 0,-7 15-4 0 0,6-15 0 0 0,1-1-2 0 0,1-2-11 0 0,-1 1 0 0 0,0-1 0 0 0,1 1 1 0 0,0 0-1 0 0,-1 0 0 0 0,1 0 0 0 0,0 0 0 0 0,1 0 0 0 0,-1 0 0 0 0,0 0 0 0 0,1 0 0 0 0,0 0 0 0 0,0 0 0 0 0,0 0 0 0 0,0 0 0 0 0,0 0 1 0 0,1 6-1 0 0,1-6 5 0 0,3-2-12 0 0,12 4 8 0 0,-13-4 68 0 0,1 0-42 0 0,14 5-8 0 0,-15-5 8 0 0,1 1 4 0 0,14 6 11 0 0,-15-7 30 0 0,-3 1-61 0 0,1 0 0 0 0,-1-1 0 0 0,0 1 1 0 0,1-1-1 0 0,-1 0 0 0 0,1 1 0 0 0,0-1 1 0 0,-1 0-1 0 0,4 1 0 0 0,-2 1 81 0 0,-1 0-8 0 0,1 3-10 0 0,0-1 0 0 0,-1 1 1 0 0,0-1-1 0 0,0 1 1 0 0,0 0-1 0 0,-1 0 1 0 0,0 0-1 0 0,1 11 0 0 0,-3-12-31 0 0,-1-1 6 0 0,-4 3-34 0 0,0 1 0 0 0,0-1-1 0 0,-1 0 1 0 0,-13 10-1 0 0,17-15-51 0 0,-2 0-24 0 0,-8 2-436 0 0,1-1 0 0 0,-1-1 0 0 0,0 0 1 0 0,-17 0-1 0 0,25-2-109 0 0,1-2-67 0 0,-14-6-101 0 0,14 6-183 0 0,2-1-207 0 0,-1-1 684 0 0,-6-11-3124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2236 0 0,'0'0'6583'0'0,"3"3"-6084"0"0,-1 0-314 0 0,-1 0 1 0 0,1 0-1 0 0,-1 1 1 0 0,0-1-1 0 0,0 0 1 0 0,0 0-1 0 0,0 1 1 0 0,-1-1-1 0 0,1 0 1 0 0,-1 8-1 0 0,0-6 338 0 0,0 24-246 0 0,0-24-118 0 0,6 19 71 0 0,-5-20-109 0 0,13 19 346 0 0,27 1-13 0 0,-36-22-315 0 0,0 0 28 0 0,52 16 310 0 0,-51-16-388 0 0,-1-1-23 0 0,41 20 225 0 0,-41-19-220 0 0,-2 0-2 0 0,26 27 190 0 0,-26-26-158 0 0,-3 3-134 0 0,1 14 47 0 0,-1-14 22 0 0,-2-2-6 0 0,-7 12-7 0 0,6-13-72 0 0,1 0-1 0 0,-1 0 1 0 0,1 0-1 0 0,-1-1 1 0 0,0 1-1 0 0,0-1 1 0 0,0 0 0 0 0,-1 0-1 0 0,1 0 1 0 0,0 0-1 0 0,-6 2 1 0 0,4-2-85 0 0,-2 2-382 0 0,1-1-1 0 0,-1 0 1 0 0,0 0-1 0 0,0-1 0 0 0,0 0 1 0 0,0 0-1 0 0,-1-1 1 0 0,1 0-1 0 0,-1 0 1 0 0,1 0-1 0 0,0-1 0 0 0,-1-1 1 0 0,1 1-1 0 0,-10-3 1 0 0,13 3 178 0 0,-6-2-2079 0 0,-13-6-1701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1 104 2128 0 0,'21'-18'2260'0'0,"3"2"-687"0"0,1 3-573 0 0,3 1-364 0 0,-1 1-244 0 0,5 3-340 0 0,-1-1-428 0 0,-3 1-1136 0 0,0 0-1137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0.2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12 3160 0 0,'3'-2'329'0'0,"0"0"0"0"0,0 1-1 0 0,0 0 1 0 0,1-1 0 0 0,-1 1-1 0 0,0 0 1 0 0,1 1 0 0 0,-1-1-1 0 0,1 1 1 0 0,-1-1 0 0 0,0 1-1 0 0,1 0 1 0 0,-1 0 0 0 0,1 1-1 0 0,-1-1 1 0 0,1 1 0 0 0,-1-1-1 0 0,0 1 1 0 0,1 0 0 0 0,-1 0 0 0 0,5 3-1 0 0,5 3 188 0 0,0 0-1 0 0,0 0 1 0 0,22 19 0 0 0,-16-10-267 0 0,0 0 0 0 0,-1 1 0 0 0,-1 1 0 0 0,0 1 0 0 0,-1 1 0 0 0,-2 0 0 0 0,0 0 0 0 0,-1 2 0 0 0,-1 0 0 0 0,10 25 0 0 0,-14-28-234 0 0,-2 0 0 0 0,-1 1 0 0 0,0-1 0 0 0,-2 1 0 0 0,0 1 0 0 0,-1-1 1 0 0,-1 0-1 0 0,-1 0 0 0 0,0 1 0 0 0,-2-1 0 0 0,-1 0 0 0 0,-9 38 0 0 0,-1-17-595 0 0,-1 1 0 0 0,-3-2 0 0 0,-1 0-1 0 0,-41 65 1 0 0,20-47-1899 0 0,-1-3 0 0 0,-64 66-1 0 0,50-64-2530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42.1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3076 0 0,'0'0'6377'0'0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2:50.71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 0 4772 0 0,'0'0'2713'0'0,"-19"13"-497"0"0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3:05.57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80 12 3364 0 0,'0'-1'293'0'0,"-1"0"-1"0"0,1 0 1 0 0,-1 0-1 0 0,0 1 0 0 0,1-1 1 0 0,-1 0-1 0 0,0 1 1 0 0,0-1-1 0 0,0 0 0 0 0,0 1 1 0 0,1-1-1 0 0,-1 1 1 0 0,0 0-1 0 0,0-1 0 0 0,0 1 1 0 0,0 0-1 0 0,0-1 1 0 0,0 1-1 0 0,0 0 0 0 0,0 0 1 0 0,0 0-1 0 0,0 0 1 0 0,0 0-1 0 0,0 0 0 0 0,0 0 1 0 0,0 0-1 0 0,-2 1 1 0 0,-6 3 292 0 0,7-3-1400 0 0,-3 7 1069 0 0,-13 194 878 0 0,12-105-1074 0 0,-8 183-880 0 0,17-252 133 0 0,-2-23 259 0 0,-1-1-91 0 0,1 1 224 0 0,1 3 35 0 0,-2 1-4066 0 0,6-9 2336 0 0,23-2-1393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3:06.15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309 0 2492 0 0,'0'0'2659'0'0,"1"6"-2040"0"0,1 7-324 0 0,-1 0 0 0 0,-1 0 0 0 0,0 0 0 0 0,0 0 0 0 0,-1 0 0 0 0,-5 19 0 0 0,-22 81 557 0 0,21-90-641 0 0,-1-2 0 0 0,0 1 1 0 0,-2-1-1 0 0,0 0 0 0 0,-2-1 0 0 0,-21 30 1 0 0,27-43-172 0 0,-1 0 1 0 0,0-1-1 0 0,0 0 1 0 0,0 0-1 0 0,0-1 0 0 0,-16 9 1 0 0,19-12-16 0 0,0 0-14 0 0,-15 6-4 0 0,14-6-10 0 0,0-2-79 0 0,-17 0-3 0 0,16 0-3 0 0,2-2 2 0 0,-11-6 2 0 0,12 6 7 0 0,-1-1-52 0 0,-10-9-87 0 0,11 9 134 0 0,0-1 40 0 0,-6-11 7 0 0,7 11-34 0 0,1-1-66 0 0,0-1 89 0 0,0-1 0 0 0,1 0 0 0 0,-1 1 0 0 0,2-1 0 0 0,1-10 0 0 0,-1 12 16 0 0,7-11-189 0 0,-6 14 186 0 0,0-2 25 0 0,-2 4 9 0 0,0-1 1 0 0,0 1-1 0 0,1-1 1 0 0,-1 1-1 0 0,0-1 1 0 0,0 1 0 0 0,1 0-1 0 0,-1-1 1 0 0,0 1-1 0 0,0-1 1 0 0,1 1-1 0 0,-1 0 1 0 0,1-1-1 0 0,-1 1 1 0 0,0 0-1 0 0,1-1 1 0 0,-1 1 0 0 0,1 0-1 0 0,-1 0 1 0 0,1-1-1 0 0,-1 1 1 0 0,1 0-1 0 0,-1 0 1 0 0,1 0-1 0 0,-1 0 1 0 0,1-1-1 0 0,0 1 1 0 0,-1 0 0 0 0,1 0 0 0 0,-1 0 0 0 0,1 0-1 0 0,-1 0 1 0 0,1 0 0 0 0,-1-1 0 0 0,1 1 0 0 0,-1 0 0 0 0,1 0-1 0 0,-1-1 1 0 0,1 1 0 0 0,-1 0 0 0 0,0-1 0 0 0,1 1-1 0 0,-1 0 1 0 0,0-1 0 0 0,1 1 0 0 0,-1-1 0 0 0,0 1 0 0 0,1 0-1 0 0,-1-1 1 0 0,0 1 0 0 0,0-1 0 0 0,0 1 0 0 0,1-2-1 0 0,3 0 61 0 0,15-5-15 0 0,-14 5-105 0 0,0 1 164 0 0,17-2 19 0 0,-16 2-11 0 0,1 2 5 0 0,9 2-17 0 0,-1 1 1 0 0,1 0-1 0 0,0 1 0 0 0,-1 1 0 0 0,0 1 1 0 0,15 9-1 0 0,11 8 47 0 0,39 29 0 0 0,-55-36-310 0 0,0 0 0 0 0,52 24 1 0 0,-73-39-260 0 0,10-2-848 0 0,0-1 0 0 0,0 0-1 0 0,0 0 1 0 0,25-8 0 0 0,-34 8-1781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3:06.41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95 2116 0 0,'0'0'6736'0'0,"1"-3"-6337"0"0,1 0-312 0 0,1 1-1 0 0,-1-1 1 0 0,0 1 0 0 0,1 0 0 0 0,-1-1-1 0 0,1 1 1 0 0,0 1 0 0 0,0-1 0 0 0,0 0-1 0 0,-1 1 1 0 0,2-1 0 0 0,-1 1 0 0 0,5-2-1 0 0,57-14 456 0 0,-27 7-407 0 0,14-5-585 0 0,-3 4-1419 0 0,-9 1-3224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3:06.63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 87 2804 0 0,'-14'20'6806'0'0,"18"-18"-6490"0"0,-3 0-283 0 0,1-1 1 0 0,0 0-1 0 0,-1 0 1 0 0,1 0-1 0 0,0 0 1 0 0,-1-1-1 0 0,1 1 1 0 0,0 0 0 0 0,0-1-1 0 0,0 1 1 0 0,0-1-1 0 0,0 0 1 0 0,0 1-1 0 0,0-1 1 0 0,-1 0-1 0 0,1 0 1 0 0,0 0-1 0 0,0-1 1 0 0,0 1 0 0 0,0 0-1 0 0,0-1 1 0 0,0 1-1 0 0,0-1 1 0 0,3-1-1 0 0,155-53-892 0 0,-53 7-5120 0 0,-85 36 2093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3:07.30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3 164 1724 0 0,'0'0'2830'0'0,"-1"-4"-2202"0"0,1 2-546 0 0,-1 0 1 0 0,1-1-1 0 0,0 1 0 0 0,-1 0 1 0 0,1 0-1 0 0,0 0 1 0 0,1 0-1 0 0,-1 0 0 0 0,0 0 1 0 0,0 0-1 0 0,1 0 1 0 0,-1 0-1 0 0,1 0 0 0 0,0 0 1 0 0,0 0-1 0 0,-1 0 0 0 0,1 0 1 0 0,1 0-1 0 0,-1 0 1 0 0,0 1-1 0 0,0-1 0 0 0,1 0 1 0 0,-1 1-1 0 0,1-1 1 0 0,1-1-1 0 0,0 0 24 0 0,9-8 366 0 0,0 1-1 0 0,1 0 1 0 0,20-13-1 0 0,-3 8 197 0 0,48-19 0 0 0,-74 32-516 0 0,23 5-14 0 0,-21-2-64 0 0,-6-1-72 0 0,0 0 0 0 0,0 1 1 0 0,0-1-1 0 0,0 0 1 0 0,0 0-1 0 0,0 1 1 0 0,0-1-1 0 0,0 0 0 0 0,0 1 1 0 0,0-1-1 0 0,1 0 1 0 0,-1 0-1 0 0,0 1 0 0 0,0-1 1 0 0,0 0-1 0 0,0 0 1 0 0,1 1-1 0 0,-1-1 0 0 0,0 0 1 0 0,0 0-1 0 0,0 0 1 0 0,1 1-1 0 0,-1-1 1 0 0,0 0-1 0 0,0 0 0 0 0,1 0 1 0 0,-1 0-1 0 0,0 0 1 0 0,0 1-1 0 0,1-1 0 0 0,-1 0 1 0 0,0 0-1 0 0,1 0 1 0 0,-1 0 1 0 0,1 0 1 0 0,0 1 0 0 0,-1-1 0 0 0,1 0 0 0 0,-1 1 0 0 0,1-1-1 0 0,-1 0 1 0 0,1 1 0 0 0,-1-1 0 0 0,1 0 0 0 0,-1 1-1 0 0,1-1 1 0 0,-1 1 0 0 0,1-1 0 0 0,-1 1 0 0 0,0-1-1 0 0,1 1 1 0 0,-1 0 0 0 0,0-1 0 0 0,1 1 0 0 0,-1-1-1 0 0,0 1 1 0 0,0 0 0 0 0,0-1 0 0 0,0 1 0 0 0,0 0 0 0 0,1 0-1 0 0,2 19 38 0 0,-2-16-18 0 0,-2 2 6 0 0,-2 12 56 0 0,-1-1 0 0 0,-1 0 0 0 0,0 0 0 0 0,-1 0 0 0 0,-15 29 0 0 0,19-43-27 0 0,-12 33 427 0 0,8-25-283 0 0,5-7 141 0 0,24 0-245 0 0,-18-3-28 0 0,0-1 48 0 0,56 0-28 0 0,-47 0-82 0 0,45 6-32 0 0,-43-1 9 0 0,-8-1 18 0 0,-5-3 9 0 0,1 1 0 0 0,-1 0 0 0 0,1-1 0 0 0,-1 1 0 0 0,0 1 1 0 0,0-1-1 0 0,0 0 0 0 0,-1 1 0 0 0,1-1 0 0 0,0 1 0 0 0,2 3 0 0 0,-3-3-16 0 0,2 1 64 0 0,-3 0 25 0 0,0 1-39 0 0,0 0 0 0 0,0 0 1 0 0,-1 0-1 0 0,0 0 0 0 0,1 0 0 0 0,-2 0 0 0 0,1 0 0 0 0,0 0 0 0 0,-1 0 0 0 0,0 0 0 0 0,0 0 0 0 0,-1-1 1 0 0,1 1-1 0 0,-1 0 0 0 0,0-1 0 0 0,0 1 0 0 0,-1-1 0 0 0,1 0 0 0 0,-1 0 0 0 0,0 1 0 0 0,0-2 0 0 0,0 1 1 0 0,-1 0-1 0 0,1-1 0 0 0,-1 0 0 0 0,0 1 0 0 0,-4 1 0 0 0,-1 2-68 0 0,1-1 1 0 0,-1 0-1 0 0,0-1 1 0 0,0 0-1 0 0,-1 0 0 0 0,0-1 1 0 0,0 0-1 0 0,0-1 0 0 0,0 0 1 0 0,0 0-1 0 0,0-1 1 0 0,-1-1-1 0 0,1 0 0 0 0,-21 0 1 0 0,-30-7-1212 0 0,51 5 695 0 0,0-1 0 0 0,1-1 0 0 0,-1 1-1 0 0,1-2 1 0 0,-11-4 0 0 0,-18-17-4928 0 0,19 9 822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3:10.44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101 23 2820 0 0,'0'0'2633'0'0,"-6"0"-1571"0"0,-84-3 5340 0 0,85 3-4767 0 0,12 0-1506 0 0,253 6 79 0 0,-88-10-3819 0 0,-166 3 2767 0 0,1 1-199 0 0,-1-1 822 0 0,1 1-581 0 0,0-1 1 0 0,0 0-1 0 0,0 0 1 0 0,0 0 0 0 0,0-1-1 0 0,8-4 1 0 0,2-2-2719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3:10.89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49 0 2944 0 0,'0'0'2855'0'0,"-4"1"-2095"0"0,-15 2-64 0 0,14-2 505 0 0,5-1-1170 0 0,0 0 0 0 0,-1 1 0 0 0,1-1 0 0 0,-1 0 0 0 0,1 0 0 0 0,0 1 0 0 0,-1-1 0 0 0,1 0 0 0 0,0 1 0 0 0,-1-1 0 0 0,1 0 0 0 0,0 1 0 0 0,-1-1 0 0 0,1 0 0 0 0,0 1 0 0 0,0-1 0 0 0,-1 1 0 0 0,1-1 0 0 0,0 0 0 0 0,0 1 0 0 0,0-1 0 0 0,0 1 0 0 0,0-1 0 0 0,0 1 0 0 0,-1 0 0 0 0,1-1-4 0 0,0 1 0 0 0,0-1 1 0 0,0 1-1 0 0,0-1 0 0 0,0 1 0 0 0,0-1 0 0 0,-1 1 0 0 0,1-1 0 0 0,0 1 1 0 0,0-1-1 0 0,-1 1 0 0 0,1-1 0 0 0,0 0 0 0 0,-1 1 0 0 0,1-1 0 0 0,0 1 0 0 0,-1-1 1 0 0,1 0-1 0 0,0 1 0 0 0,-1-1 0 0 0,1 0 0 0 0,-2 1 328 0 0,1 4-103 0 0,-3 14-50 0 0,2-14-81 0 0,3-1-92 0 0,-1 0 0 0 0,1 0 1 0 0,-1 0-1 0 0,1 0 0 0 0,0 0 0 0 0,1 0 1 0 0,-1 0-1 0 0,1 0 0 0 0,-1-1 0 0 0,1 1 1 0 0,0-1-1 0 0,1 1 0 0 0,-1-1 0 0 0,1 0 1 0 0,-1 0-1 0 0,1 0 0 0 0,0 0 0 0 0,0 0 0 0 0,3 2 1 0 0,4-1-108 0 0,0 0 0 0 0,0 0 1 0 0,0-1-1 0 0,1 0 0 0 0,-1 0 0 0 0,1-2 1 0 0,-1 1-1 0 0,1-1 0 0 0,0-1 1 0 0,-1 0-1 0 0,1 0 0 0 0,0-1 0 0 0,-1 0 1 0 0,1-1-1 0 0,15-5 0 0 0,17-12-240 0 0,-39 17 274 0 0,-4 1-8 0 0,0 1 49 0 0,0-1 0 0 0,0 1-1 0 0,1 0 1 0 0,-1-1 0 0 0,0 1 0 0 0,0-1 0 0 0,0 1 0 0 0,0-1 0 0 0,1 1 0 0 0,-1 0 0 0 0,0-1-1 0 0,0 1 1 0 0,1 0 0 0 0,-1-1 0 0 0,0 1 0 0 0,1 0 0 0 0,-1-1 0 0 0,0 1 0 0 0,1 0 0 0 0,-1 0-1 0 0,0-1 1 0 0,1 1 0 0 0,-1 0 0 0 0,1 0 0 0 0,0 0 3 0 0,-1-1 0 0 0,0 1 1 0 0,1 0-1 0 0,-1 0 0 0 0,1 0 0 0 0,-1-1 0 0 0,0 1 1 0 0,1 0-1 0 0,-1 0 0 0 0,0-1 0 0 0,1 1 1 0 0,-1 0-1 0 0,0-1 0 0 0,0 1 0 0 0,1 0 0 0 0,-1-1 1 0 0,0 1-1 0 0,0-1 0 0 0,0 1 0 0 0,1 0 0 0 0,-1-1 1 0 0,0 1-1 0 0,0-1 0 0 0,0 1 0 0 0,0-1 1 0 0,0 0 2 0 0,0 1 1 0 0,0-1-1 0 0,0 0 1 0 0,0 1 0 0 0,0-1-1 0 0,0 1 1 0 0,0-1 0 0 0,0 1-1 0 0,0-1 1 0 0,-1 1-1 0 0,1-1 1 0 0,0 1 0 0 0,0-1-1 0 0,-1 1 1 0 0,1-1-1 0 0,0 1 1 0 0,-1-1 0 0 0,1 1-1 0 0,0 0 1 0 0,-1-1 0 0 0,1 1-1 0 0,-1-1 1 0 0,1 1-1 0 0,-1 0 1 0 0,1 0 0 0 0,0-1-1 0 0,-1 1 1 0 0,1 0 0 0 0,-2-1-1 0 0,-19 2 199 0 0,16 0-138 0 0,0 1 0 0 0,0-1 1 0 0,0 1-1 0 0,1 1 1 0 0,-1-1-1 0 0,-8 6 0 0 0,3 0 17 0 0,0 1-1 0 0,1-1 0 0 0,0 2 1 0 0,1-1-1 0 0,-10 15 0 0 0,-16 33 92 0 0,31-51-207 0 0,0 0 0 0 0,0 0 0 0 0,0 0 0 0 0,1 1 0 0 0,0-1 0 0 0,0 0 0 0 0,1 1 0 0 0,0 0 1 0 0,0-1-1 0 0,0 1 0 0 0,1 0 0 0 0,0 0 0 0 0,0-1 0 0 0,2 10 0 0 0,-1-12-80 0 0,0 0-25 0 0,1 0 0 0 0,-1 0-1 0 0,1 1 1 0 0,0-1 0 0 0,0 0-1 0 0,0-1 1 0 0,0 1 0 0 0,1 0-1 0 0,-1-1 1 0 0,1 1-1 0 0,0-1 1 0 0,0 0 0 0 0,0 0-1 0 0,1 0 1 0 0,-1 0 0 0 0,1 0-1 0 0,0-1 1 0 0,5 3 0 0 0,-8-4 63 0 0,8 3-649 0 0,-1-1 0 0 0,1 1 0 0 0,0-1-1 0 0,18 3 1 0 0,4-3-3279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3:11.77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33 42 3604 0 0,'-1'-4'1262'0'0,"-1"0"-984"0"0,-13-29 6054 0 0,12 40-6212 0 0,0 0 0 0 0,1 0-1 0 0,0 1 1 0 0,0-1 0 0 0,-1 15 0 0 0,8 279 426 0 0,0-184-1664 0 0,-2-89 295 0 0,-2-23 320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3:12.01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4 2736 0 0,'4'-1'253'0'0,"0"0"1"0"0,0 0-1 0 0,0 1 0 0 0,1-1 0 0 0,-1 1 0 0 0,0 0 0 0 0,0 0 1 0 0,0 1-1 0 0,0-1 0 0 0,0 1 0 0 0,0 0 0 0 0,0 0 0 0 0,0 0 1 0 0,0 1-1 0 0,0-1 0 0 0,4 4 0 0 0,3 1 100 0 0,0 2 1 0 0,0-1-1 0 0,-1 1 0 0 0,11 11 0 0 0,67 74 1003 0 0,-58-60-1235 0 0,1-1 0 0 0,38 31 1 0 0,-60-56-420 0 0,1-1 0 0 0,-1 0 0 0 0,14 5 1 0 0,-19-8 59 0 0,19 1-742 0 0,-18-4 773 0 0,0 1-508 0 0,1-3-102 0 0,0 0 309 0 0,0 0 1 0 0,0-1-1 0 0,0 0 1 0 0,-1 0 0 0 0,1 0-1 0 0,4-4 1 0 0,-6 4-2279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3:12.29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88 84 2476 0 0,'-2'-5'1398'0'0,"-15"-46"1431"0"0,15 47-2229 0 0,0 0-56 0 0,-10-15 1134 0 0,8 22-1299 0 0,-12 11-19 0 0,10-3-46 0 0,-2 28 50 0 0,1 1 0 0 0,-2 61-1 0 0,7 91-48 0 0,2-136-381 0 0,-1 2-542 0 0,3-1 0 0 0,3 1 0 0 0,21 104 0 0 0,-25-157 336 0 0,0-3 202 0 0,-1 1 0 0 0,1-1 0 0 0,-1 0 0 0 0,1 0 0 0 0,0 0 0 0 0,0 0 0 0 0,0 0-1 0 0,0 0 1 0 0,3 4 0 0 0,6 9-724 0 0,-8-12 619 0 0,16 24-588 0 0,-16-25 461 0 0,0 0 1 0 0,-1-1-1 0 0,1 0 0 0 0,0 1 1 0 0,0-1-1 0 0,0 0 0 0 0,0 0 1 0 0,0 0-1 0 0,0 0 1 0 0,3 1-1 0 0,16 4-3121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3:12.70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66 27 2560 0 0,'0'0'4329'0'0,"-1"-4"-3634"0"0,-3-14-119 0 0,2 14 1675 0 0,0 4-2197 0 0,0 0 1 0 0,1 0-1 0 0,-1 0 0 0 0,0 1 0 0 0,0-1 1 0 0,0 1-1 0 0,0-1 0 0 0,0 1 0 0 0,0 0 1 0 0,0-1-1 0 0,-1 2 0 0 0,1 3 86 0 0,-3 8-80 0 0,0 0-1 0 0,2 0 0 0 0,-1 0 1 0 0,2 1-1 0 0,-1 0 0 0 0,2 0 1 0 0,0-1-1 0 0,1 1 0 0 0,0 0 1 0 0,1 0-1 0 0,0 0 0 0 0,1-1 1 0 0,1 1-1 0 0,0-1 0 0 0,6 15 1 0 0,1-9-8 0 0,-7-15-43 0 0,0-1 16 0 0,0 1-13 0 0,13 10-13 0 0,-16-13 2 0 0,1 0-1 0 0,0-1 1 0 0,0 1-1 0 0,0 0 1 0 0,0 0 0 0 0,0-1-1 0 0,0 1 1 0 0,0 0-1 0 0,0-1 1 0 0,0 1 0 0 0,0-1-1 0 0,0 0 1 0 0,0 1-1 0 0,0-1 1 0 0,1 0-1 0 0,-1 1 1 0 0,0-1 0 0 0,1 0-1 0 0,2 0 0 0 0,0 2-5 0 0,2-3-40 0 0,18-3 38 0 0,-18 4 12 0 0,-1-3 3 0 0,11-8 11 0 0,-12 8-5 0 0,-1-1-7 0 0,1-1 5 0 0,-1-1-1 0 0,0 1 1 0 0,0-1-1 0 0,0 0 1 0 0,-1 0-1 0 0,0 0 1 0 0,0 0-1 0 0,0-1 1 0 0,-1 1-1 0 0,0-1 1 0 0,0 1-1 0 0,0-1 1 0 0,-1 1-1 0 0,0-1 1 0 0,-1 1-1 0 0,1 0 1 0 0,-1-1-1 0 0,0 1 1 0 0,-1-1-1 0 0,1 1 1 0 0,-5-8-1 0 0,3 4-34 0 0,-1 0 0 0 0,0 1 0 0 0,-1-1 0 0 0,0 1 1 0 0,0 0-1 0 0,-1 1 0 0 0,-8-10 0 0 0,11 15-213 0 0,2 3 210 0 0,-1 1 0 0 0,1-1 1 0 0,0-1-1 0 0,-1 1 0 0 0,1 0 0 0 0,-1 0 0 0 0,1 0 1 0 0,-1-1-1 0 0,1 1 0 0 0,0-1 0 0 0,-1 1 1 0 0,-1-2-1 0 0,0 1-42 0 0,-2 0-211 0 0,0 2-55 0 0,-3 1-219 0 0,0 0-1 0 0,0 1 0 0 0,0 0 0 0 0,1 1 1 0 0,0 0-1 0 0,-1 0 0 0 0,1 0 1 0 0,1 1-1 0 0,-13 11 0 0 0,16-14-1486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3:13.37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60 3128 0 0,'0'0'1222'0'0,"3"-4"-125"0"0,7-11-197 0 0,-7 11-136 0 0,1 1-34 0 0,11-10-138 0 0,-12 9-117 0 0,2 2-61 0 0,15-5-42 0 0,-15 5-42 0 0,1 2-50 0 0,2 1-192 0 0,-1 0 0 0 0,1 0-1 0 0,-1 1 1 0 0,1 0 0 0 0,-1 0 0 0 0,0 1-1 0 0,0 0 1 0 0,0 0 0 0 0,0 0-1 0 0,6 5 1 0 0,-2 2 21 0 0,0 0 0 0 0,-1 0 0 0 0,0 1 0 0 0,-1 0 0 0 0,10 15-1 0 0,-17-22-15 0 0,0 1 32 0 0,6 15-37 0 0,-6-15-12 0 0,-1 0 40 0 0,3 16 44 0 0,-3-16 281 0 0,-3-1-309 0 0,-5 14 19 0 0,5-14 671 0 0,-2-5-714 0 0,-15-2-6 0 0,14 2-21 0 0,4-3-11 0 0,-1-4-203 0 0,1-1 0 0 0,0 1 0 0 0,1 0 0 0 0,0-1 0 0 0,0 1 0 0 0,0 0 0 0 0,1 0 0 0 0,1-1 0 0 0,-1 1 0 0 0,1 0 0 0 0,1 0 0 0 0,-1 0 0 0 0,1 1 0 0 0,1-1 0 0 0,0 1 0 0 0,0 0 0 0 0,5-9 0 0 0,-6 13-181 0 0,0-1 0 0 0,0 1 0 0 0,0-1 0 0 0,0 1 1 0 0,0 0-1 0 0,0 0 0 0 0,1 0 0 0 0,5-3 0 0 0,-4 3-113 0 0,-2 1-869 0 0,1 1-54 0 0,12-4-930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3:13.56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53 3300 0 0,'0'0'4804'0'0,"6"0"-4563"0"0,30-7-1102 0 0,51-16 0 0 0,-46 10-2296 0 0,-13 4-269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3:14.78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318 460 3148 0 0,'1'-5'1192'0'0,"0"-2"-861"0"0,0 0 1 0 0,-1 0-1 0 0,1 0 0 0 0,-1 0 0 0 0,-1 0 0 0 0,1-1 0 0 0,-1 1 0 0 0,-1 1 0 0 0,1-1 0 0 0,-1 0 0 0 0,-5-12 0 0 0,3 13-169 0 0,-1 0-1 0 0,1 0 0 0 0,-1 1 0 0 0,-1-1 0 0 0,1 1 0 0 0,-1 0 1 0 0,0 1-1 0 0,0 0 0 0 0,0 0 0 0 0,0 0 0 0 0,-1 0 0 0 0,0 1 0 0 0,-7-3 1 0 0,10 5 100 0 0,-4 1-27 0 0,-2 1-154 0 0,0 1 0 0 0,0 0 0 0 0,0 0 0 0 0,0 1 0 0 0,0 0 0 0 0,1 1 0 0 0,-1 0 1 0 0,1 0-1 0 0,0 1 0 0 0,0 0 0 0 0,-13 11 0 0 0,12-6-34 0 0,1 0 1 0 0,1 1-1 0 0,-1-1 0 0 0,2 2 1 0 0,-1-1-1 0 0,2 1 1 0 0,-9 19-1 0 0,14-29-49 0 0,0 0 0 0 0,0 0 1 0 0,0 0-1 0 0,0 0 0 0 0,0 0 0 0 0,1 0 0 0 0,-1 0 0 0 0,1 0 0 0 0,-1 1 1 0 0,1-1-1 0 0,0 0 0 0 0,0 0 0 0 0,0 0 0 0 0,0 4 0 0 0,1 7-1 0 0,12 51 18 0 0,-9-52 10 0 0,-3-10-24 0 0,0 0-1 0 0,-1 0 0 0 0,1 0 0 0 0,0 0 1 0 0,0 0-1 0 0,0 0 0 0 0,0 0 0 0 0,0-1 1 0 0,1 1-1 0 0,-1 0 0 0 0,0-1 0 0 0,1 1 0 0 0,3 2 1 0 0,0 1-5 0 0,44 32 151 0 0,-43-34-150 0 0,-1-1 0 0 0,0 0 1 0 0,0 0-1 0 0,1-1 0 0 0,-1 1 0 0 0,1-1 0 0 0,-1-1 0 0 0,1 1 0 0 0,0-1 1 0 0,-1 0-1 0 0,1 0 0 0 0,0 0 0 0 0,-1-1 0 0 0,1 0 0 0 0,9-2 0 0 0,-5-1 7 0 0,0 1-1 0 0,0-1 1 0 0,0-1-1 0 0,-1 0 0 0 0,1 0 1 0 0,12-10-1 0 0,-15 9-1 0 0,-1 0 0 0 0,0 0-1 0 0,-1 0 1 0 0,1-1 0 0 0,-1 0-1 0 0,-1 0 1 0 0,1 0 0 0 0,-1-1-1 0 0,-1 1 1 0 0,1-1 0 0 0,-1 0-1 0 0,4-16 1 0 0,-6 19-9 0 0,0 3 6 0 0,-1 0 1 0 0,0 0 0 0 0,1 0-1 0 0,-1 1 1 0 0,0-1-1 0 0,0 0 1 0 0,0 0 0 0 0,0 0-1 0 0,0 0 1 0 0,-1 0-1 0 0,1 0 1 0 0,-2-3 0 0 0,2 2-3 0 0,-1-1-4 0 0,1 0 0 0 0,-1 0 0 0 0,0 0-1 0 0,0 0 1 0 0,0 1 0 0 0,0-1-1 0 0,-1 1 1 0 0,0-1 0 0 0,1 1-1 0 0,-4-5 1 0 0,1 2-1 0 0,2 3-17 0 0,1 1 20 0 0,0 1 1 0 0,0-1-1 0 0,0 0 0 0 0,-1 1 0 0 0,1-1 1 0 0,-1 1-1 0 0,1 0 0 0 0,-1 0 1 0 0,-3-3-1 0 0,1 1-15 0 0,2 3-14 0 0,0-1 25 0 0,0 1 0 0 0,0-1 0 0 0,0 1 0 0 0,0-1 1 0 0,-1 0-1 0 0,1 0 0 0 0,1 0 0 0 0,-5-3 0 0 0,1 9 13 0 0,4-5-3 0 0,1 0 0 0 0,-1 1 0 0 0,1-1 0 0 0,-1 0 0 0 0,1 0 0 0 0,-1 1 0 0 0,1-1-1 0 0,-1 0 1 0 0,1 1 0 0 0,-1-1 0 0 0,1 0 0 0 0,0 1 0 0 0,-1-1 0 0 0,1 1 0 0 0,0-1 0 0 0,-1 1-1 0 0,1-1 1 0 0,0 1 0 0 0,-1-1 0 0 0,1 1 0 0 0,0-1 0 0 0,0 1 0 0 0,0-1 0 0 0,-1 1-1 0 0,1-1 1 0 0,0 1 0 0 0,0 1 0 0 0,4 0-12 0 0,1 1-1 0 0,-1 0 0 0 0,0-1 1 0 0,1 0-1 0 0,0 0 1 0 0,-1 0-1 0 0,1-1 0 0 0,0 0 1 0 0,0 1-1 0 0,0-2 1 0 0,0 1-1 0 0,0 0 1 0 0,0-1-1 0 0,6-1 0 0 0,6 1-57 0 0,0-1 0 0 0,-1-1 0 0 0,24-6-1 0 0,-16 2 17 0 0,0-1-1 0 0,0-2 1 0 0,-1 0-1 0 0,0-2 1 0 0,0 0-1 0 0,-1-2 0 0 0,-1 0 1 0 0,0-1-1 0 0,-1-2 1 0 0,32-29-1 0 0,-40 33 73 0 0,-10 10-11 0 0,0-1 1 0 0,0 1-1 0 0,0-1 0 0 0,0 1 1 0 0,0-1-1 0 0,-1 0 0 0 0,1 1 1 0 0,1-7-1 0 0,-2 7 1 0 0,21-61 304 0 0,-19 50-164 0 0,-2-7-63 0 0,-2 5 24 0 0,-2-2 114 0 0,-1 0 0 0 0,-9-28 0 0 0,11 41-131 0 0,-16-15 405 0 0,-2 24-213 0 0,15-2-226 0 0,-3 3 133 0 0,2 4-124 0 0,0 1-1 0 0,0 0 0 0 0,1 1 0 0 0,1-1 1 0 0,0 1-1 0 0,0 0 0 0 0,1 0 1 0 0,1 0-1 0 0,-3 25 0 0 0,3 125 303 0 0,4-113-181 0 0,-1 23-19 0 0,19 504 202 0 0,-4-469-1871 0 0,-14-95-4405 0 0,-6-14 3157 0 0,-11-28 2534 0 0,-4-9-269 0 0,-92-124 2387 0 0,109 160-1750 0 0,0 1-1 0 0,-1 0 0 0 0,1-1 0 0 0,0 1 1 0 0,0-1-1 0 0,0 1 0 0 0,0-1 0 0 0,1 0 1 0 0,-1 0-1 0 0,1 0 0 0 0,0 0 0 0 0,0 0 1 0 0,-1-5-1 0 0,6-13-98 0 0,2 13-42 0 0,45-19-1995 0 0,2 3 0 0 0,110-36 0 0 0,-120 46-915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3:15.39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416 36 3480 0 0,'-3'-3'994'0'0,"0"0"-803"0"0,1 0 0 0 0,-1 0-1 0 0,0 1 1 0 0,0-1 0 0 0,0 1 0 0 0,0 0 0 0 0,-1 0 0 0 0,1 0 0 0 0,-1 0 0 0 0,1 0 0 0 0,-1 1 0 0 0,0 0 0 0 0,1 0-1 0 0,-1 0 1 0 0,-6-1 0 0 0,3 1-77 0 0,0 1 0 0 0,0 0 0 0 0,0 0 0 0 0,-1 1 0 0 0,1 0 0 0 0,0 0 0 0 0,1 1 0 0 0,-15 4 0 0 0,2 1 105 0 0,1 2 0 0 0,-1 0 0 0 0,2 1-1 0 0,-1 1 1 0 0,1 0 0 0 0,1 2 0 0 0,-29 27 0 0 0,33-28-72 0 0,1 0 0 0 0,0 1 1 0 0,1 0-1 0 0,0 1 0 0 0,2 0 1 0 0,-1 1-1 0 0,2 0 0 0 0,0 0 0 0 0,-9 29 1 0 0,14-38-118 0 0,0 0 0 0 0,1-1 0 0 0,0 1 0 0 0,1 0 0 0 0,-1 0 0 0 0,1 0 0 0 0,0 0 0 0 0,0 0 0 0 0,1-1 0 0 0,0 1 0 0 0,0 0 0 0 0,0 0 0 0 0,1-1-1 0 0,0 1 1 0 0,0-1 0 0 0,0 1 0 0 0,1-1 0 0 0,-1 0 0 0 0,1 0 0 0 0,1 0 0 0 0,-1 0 0 0 0,1 0 0 0 0,0-1 0 0 0,0 0 0 0 0,0 0 0 0 0,0 0 0 0 0,1 0 0 0 0,-1 0 0 0 0,8 3 0 0 0,0 0-48 0 0,0-1 0 0 0,0-1 0 0 0,1 1 0 0 0,0-2 0 0 0,0 0-1 0 0,0-1 1 0 0,0 0 0 0 0,1-1 0 0 0,-1 0 0 0 0,1-1 0 0 0,17-1 0 0 0,10-3-537 0 0,0-1 0 0 0,0-2 1 0 0,76-23-1 0 0,-89 20-501 0 0,-1-2 0 0 0,0 0 0 0 0,38-24 0 0 0,-42 19-1159 0 0,-2 0-1547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3:15.86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1 540 2052 0 0,'0'0'4024'0'0,"2"3"-3932"0"0,-2-2-88 0 0,1 0-1 0 0,-1 0 1 0 0,1-1 0 0 0,-1 1-1 0 0,0-1 1 0 0,1 1 0 0 0,0 0 0 0 0,-1-1-1 0 0,1 1 1 0 0,-1-1 0 0 0,1 1-1 0 0,0-1 1 0 0,-1 1 0 0 0,1-1 0 0 0,0 0-1 0 0,-1 1 1 0 0,1-1 0 0 0,0 0-1 0 0,1 1 1 0 0,-1-2-1 0 0,0 1 0 0 0,0 0 0 0 0,1-1-1 0 0,-1 1 1 0 0,0-1 0 0 0,0 0 0 0 0,0 1 0 0 0,0-1-1 0 0,0 0 1 0 0,0 0 0 0 0,0 0 0 0 0,0 0 0 0 0,0 0-1 0 0,0 0 1 0 0,0 0 0 0 0,0 0 0 0 0,0-1 0 0 0,10-11 132 0 0,-1-1 1 0 0,-1 0 0 0 0,0 0 0 0 0,-1-1 0 0 0,0 0 0 0 0,8-24 0 0 0,-7 9 167 0 0,-1 0 0 0 0,-2 0 0 0 0,-1 0 0 0 0,-1-1 0 0 0,-1-46-1 0 0,-4 54-137 0 0,1 8 67 0 0,-1 0-1 0 0,-6-27 0 0 0,2 19 21 0 0,0 1 0 0 0,-10-21 0 0 0,14 39 79 0 0,-5 6-153 0 0,-17 5 16 0 0,22-7-187 0 0,1 0-1 0 0,0 0 1 0 0,-1 0 0 0 0,1 0-1 0 0,-1 0 1 0 0,1 0 0 0 0,0 0-1 0 0,-1 1 1 0 0,1-1 0 0 0,0 0-1 0 0,-1 0 1 0 0,1 0 0 0 0,0 1-1 0 0,-1-1 1 0 0,1 0 0 0 0,0 0-1 0 0,0 1 1 0 0,-1-1 0 0 0,1 0-1 0 0,0 0 1 0 0,0 1 0 0 0,0-1-1 0 0,-1 0 1 0 0,1 1 0 0 0,0-1-1 0 0,0 0 1 0 0,0 1 0 0 0,0-1-1 0 0,0 1 1 0 0,0-1 0 0 0,0 0-1 0 0,-1 1 1 0 0,-10 36 179 0 0,1 0-1 0 0,2 1 1 0 0,-5 48 0 0 0,11-59-183 0 0,1 0 1 0 0,1 1-1 0 0,1-1 1 0 0,1 1-1 0 0,10 44 0 0 0,-10-63-108 0 0,1 0-1 0 0,0 0 0 0 0,0 0 0 0 0,1 0 0 0 0,0-1 0 0 0,1 0 0 0 0,0 0 0 0 0,0 0 0 0 0,0 0 1 0 0,1-1-1 0 0,0 0 0 0 0,1 0 0 0 0,0-1 0 0 0,0 1 0 0 0,0-1 0 0 0,0-1 0 0 0,1 0 0 0 0,0 0 1 0 0,0 0-1 0 0,1-1 0 0 0,14 5 0 0 0,-21-8 50 0 0,0 0 0 0 0,0 0 0 0 0,0 0 0 0 0,0 0 0 0 0,0 0 0 0 0,1-1 0 0 0,-1 1 0 0 0,0-1 1 0 0,1 1-1 0 0,-1-1 0 0 0,0 0 0 0 0,1 0 0 0 0,-1 0 0 0 0,3-1 0 0 0,12-1-565 0 0,49-9-973 0 0,-58 10 1242 0 0,-6 1 292 0 0,0-1-1 0 0,0 1 1 0 0,0-1 0 0 0,1 1-1 0 0,-1-1 1 0 0,0 0 0 0 0,0 0-1 0 0,0 0 1 0 0,-1 0-1 0 0,1 0 1 0 0,0 0 0 0 0,3-3-1 0 0,7-5-785 0 0,-6 6 582 0 0,-4 2 163 0 0,1 0 1 0 0,-1 0 0 0 0,-1 0 0 0 0,1-1-1 0 0,0 1 1 0 0,0-1 0 0 0,0 1 0 0 0,-1-1-1 0 0,1 0 1 0 0,-1 1 0 0 0,1-1 0 0 0,1-2-1 0 0,13-17-1156 0 0,-12 16-874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3:16.28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49 25 2308 0 0,'0'0'851'0'0,"-2"-4"-99"0"0,-4-10-291 0 0,5 8 2805 0 0,-4 7-2979 0 0,-18 6 216 0 0,22-3-241 0 0,-5 15-69 0 0,4-14-31 0 0,2 1-15 0 0,-1 11-13 0 0,0-1 1 0 0,1 1-1 0 0,1-1 1 0 0,4 24-1 0 0,-3-29-146 0 0,2 0-1 0 0,-1-1 0 0 0,2 0 1 0 0,-1 1-1 0 0,1-2 0 0 0,1 1 1 0 0,12 17-1 0 0,9 1 27 0 0,-18-25-41 0 0,-3-1 7 0 0,-2 0-8 0 0,1 0 0 0 0,-1 0 0 0 0,0-1 0 0 0,1 1 0 0 0,-1-1 0 0 0,1 0 0 0 0,-1 0 0 0 0,10 0 0 0 0,-10 0 9 0 0,1-1-47 0 0,1 0 3 0 0,-2-1 57 0 0,0 2-8 0 0,0-2 0 0 0,0 1 0 0 0,-1 0 0 0 0,1-1 0 0 0,0 1 0 0 0,-1-1 0 0 0,1 0 0 0 0,-1 0 0 0 0,1-1 0 0 0,-1 1 0 0 0,0-1 0 0 0,1 0 0 0 0,-1 0 0 0 0,3-2 0 0 0,-1 0 13 0 0,-1 1 10 0 0,0-1 1 0 0,0 1-1 0 0,0-1 1 0 0,0 0-1 0 0,-1-1 1 0 0,0 1 0 0 0,1 0-1 0 0,2-7 1 0 0,10-27-30 0 0,-14 29 17 0 0,-1 2-3 0 0,1-6 25 0 0,-1 0-1 0 0,1 1 0 0 0,-2-1 1 0 0,0 0-1 0 0,-2-15 0 0 0,2 24 78 0 0,-1-1-55 0 0,1 2-176 0 0,-1-12 732 0 0,-5 27 412 0 0,5-8-906 0 0,2 2-19 0 0,-1 3-89 0 0,2 1 0 0 0,-1-1 1 0 0,1 0-1 0 0,0 0 0 0 0,1 0 0 0 0,0 0 1 0 0,1-1-1 0 0,0 1 0 0 0,0-1 0 0 0,1 0 1 0 0,0 0-1 0 0,0 0 0 0 0,10 10 0 0 0,-12-15-67 0 0,0 0-1 0 0,1 0 1 0 0,0 0 0 0 0,-1-1-1 0 0,1 1 1 0 0,0-1-1 0 0,0 0 1 0 0,0 0-1 0 0,1-1 1 0 0,-1 1-1 0 0,9 1 1 0 0,-9-2 12 0 0,10 3-420 0 0,9-1 24 0 0,-12-4-68 0 0,2 1-61 0 0,1 0 0 0 0,-1-1 0 0 0,0-1 1 0 0,0 0-1 0 0,-1-1 0 0 0,1 0 0 0 0,0-1 0 0 0,-1-1 1 0 0,23-11-1 0 0,-14 4-2146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3:16.61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127 26 1772 0 0,'0'0'1174'0'0,"-1"-3"-145"0"0,0 1-828 0 0,-1 0 1 0 0,1 1-1 0 0,0-1 0 0 0,-1 1 1 0 0,1-1-1 0 0,-1 1 0 0 0,0 0 1 0 0,1-1-1 0 0,-1 1 0 0 0,0 0 0 0 0,0 0 1 0 0,0 0-1 0 0,1 0 0 0 0,-1 1 1 0 0,0-1-1 0 0,0 0 0 0 0,-4 0 1 0 0,1 0 468 0 0,1 3-400 0 0,-37 25 527 0 0,37-23-672 0 0,2 0-47 0 0,-7 14 12 0 0,7-14-1 0 0,1 1-35 0 0,-1 16-21 0 0,1-16 8 0 0,2 0-16 0 0,0 1-17 0 0,1-1 0 0 0,0 0 0 0 0,-1 0 1 0 0,2 0-1 0 0,-1 0 0 0 0,0-1 0 0 0,1 1 0 0 0,0-1 0 0 0,0 1 1 0 0,8 7-1 0 0,4 2-9 0 0,31 23 1 0 0,-35-29-26 0 0,21 16-19 0 0,-29-21 56 0 0,6 20 53 0 0,-9-23-65 0 0,-1 0 0 0 0,1 0 0 0 0,0 0 0 0 0,-1 0 0 0 0,1 1 1 0 0,0-1-1 0 0,-1 0 0 0 0,1 0 0 0 0,0 0 0 0 0,-1 0 1 0 0,1 1-1 0 0,0-1 0 0 0,-1 0 0 0 0,1 0 0 0 0,0 1 0 0 0,0-1 1 0 0,-1 0-1 0 0,1 0 0 0 0,0 1 0 0 0,0-1 0 0 0,-1 0 0 0 0,1 1 1 0 0,0-1-1 0 0,0 0 0 0 0,0 1 0 0 0,0 0 0 0 0,-13 13-50 0 0,2-8-169 0 0,0 0 0 0 0,0-1 0 0 0,-1 0 0 0 0,1-1 0 0 0,-17 4 0 0 0,18-6-749 0 0,1 0 1 0 0,-1-1-1 0 0,0 0 1 0 0,-13-1-1 0 0,18 0-2718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3:17.2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49 2960 0 0,'1'-4'1220'0'0,"5"-12"-70"0"0,-5 12 1083 0 0,5-17-1315 0 0,-5 17 610 0 0,1 9-1410 0 0,1 16 213 0 0,0 1 0 0 0,-2-1-1 0 0,0 1 1 0 0,-1 0 0 0 0,-6 36 0 0 0,6-47-275 0 0,-5 64 324 0 0,3 1 1 0 0,10 85-1 0 0,-8-157-379 0 0,0-2-2 0 0,0 1-1 0 0,0-1 1 0 0,1 0-1 0 0,-1 1 0 0 0,1-1 1 0 0,-1 0-1 0 0,1 0 1 0 0,-1 1-1 0 0,1-1 0 0 0,0 0 1 0 0,0 0-1 0 0,2 3 1 0 0,5 9-38 0 0,-4-8 19 0 0,0 1 0 0 0,1 0 0 0 0,-1-1 0 0 0,1 0 0 0 0,0 0 0 0 0,0-1-1 0 0,9 7 1 0 0,-11-9-67 0 0,1-1-1 0 0,0 1 0 0 0,0-1 1 0 0,0 0-1 0 0,0 0 0 0 0,0-1 1 0 0,1 1-1 0 0,-1-1 0 0 0,0 0 0 0 0,1 0 1 0 0,-1 0-1 0 0,1-1 0 0 0,-1 1 1 0 0,1-1-1 0 0,-1 0 0 0 0,6-1 1 0 0,-3 0-248 0 0,0 1 0 0 0,0-2 0 0 0,0 1 0 0 0,0-1 0 0 0,0 0 0 0 0,0 0 0 0 0,-1 0-1 0 0,1-1 1 0 0,-1 0 0 0 0,0-1 0 0 0,1 1 0 0 0,-2-1 0 0 0,12-10 0 0 0,-16 14 184 0 0,0-1-1 0 0,0 0 1 0 0,0 0-1 0 0,0 0 1 0 0,0 0 0 0 0,0 0-1 0 0,0 0 1 0 0,0 0-1 0 0,0 0 1 0 0,-1 0-1 0 0,1-1 1 0 0,0 1-1 0 0,-1 0 1 0 0,1 0-1 0 0,-1-1 1 0 0,1-1-1 0 0,0-1-586 0 0,2-1-2818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3:17.47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31 29 2560 0 0,'-30'-3'5891'0'0,"36"3"-5671"0"0,20 0-47 0 0,-20 0-39 0 0,47-2-93 0 0,78-11-3077 0 0,-69 3-339 0 0,-56 9 807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3:17.8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 30 1224 0 0,'0'0'747'0'0,"-1"5"-48"0"0,-3 16-66 0 0,4-16-84 0 0,-2-1-47 0 0,-4 11-70 0 0,5-11 309 0 0,0 1-433 0 0,-4 13-21 0 0,4-13 454 0 0,2-1-523 0 0,2 14-11 0 0,-2-14 42 0 0,3-2-350 0 0,12 4 228 0 0,-11-4 184 0 0,3-2-268 0 0,1 0-1 0 0,0-1 0 0 0,0 0 1 0 0,-1 0-1 0 0,1-1 1 0 0,-1 0-1 0 0,1 0 1 0 0,-1-1-1 0 0,0 0 1 0 0,0-1-1 0 0,0 0 1 0 0,13-8-1 0 0,12-14 213 0 0,-30 23-140 0 0,0-1-29 0 0,7-12-9 0 0,-7 12 15 0 0,-3-1-76 0 0,0 3-18 0 0,0 0 2 0 0,0 1 0 0 0,0-1 1 0 0,0 0-1 0 0,0 0 1 0 0,0 0-1 0 0,0 0 0 0 0,-1 1 1 0 0,1-1-1 0 0,0 0 1 0 0,-1 0-1 0 0,0 1 1 0 0,1-1-1 0 0,-1 0 0 0 0,0 1 1 0 0,0-1-1 0 0,0 0 1 0 0,0 1-1 0 0,0 0 0 0 0,0-1 1 0 0,-1 1-1 0 0,1 0 1 0 0,0-1-1 0 0,-1 1 1 0 0,1 0-1 0 0,-1 0 0 0 0,1 0 1 0 0,-3-1-1 0 0,-16-5 2 0 0,15 6-7 0 0,-1 1 17 0 0,0-1 30 0 0,0 2-1 0 0,0-1 1 0 0,-1 1-1 0 0,1-1 0 0 0,0 2 1 0 0,0-1-1 0 0,0 1 0 0 0,0 0 1 0 0,0 0-1 0 0,0 0 1 0 0,1 1-1 0 0,-1 0 0 0 0,1 0 1 0 0,0 1-1 0 0,0-1 0 0 0,0 1 1 0 0,0 0-1 0 0,1 1 0 0 0,-1-1 1 0 0,1 1-1 0 0,0 0 1 0 0,-5 8-1 0 0,7-10-23 0 0,0-1 4 0 0,0 1 1 0 0,1-1 0 0 0,-1 1 0 0 0,1 0 0 0 0,-1 0 0 0 0,1 0 0 0 0,0 0 0 0 0,0 0 0 0 0,0 0-1 0 0,0 0 1 0 0,1 0 0 0 0,-1 0 0 0 0,1 0 0 0 0,0 0 0 0 0,0 0 0 0 0,0 4 0 0 0,1-1-51 0 0,0 0 1 0 0,-1 0-1 0 0,2 0 1 0 0,-1 0-1 0 0,1 0 1 0 0,0-1 0 0 0,0 1-1 0 0,0-1 1 0 0,1 1-1 0 0,0-1 1 0 0,0 0-1 0 0,0 0 1 0 0,1 0-1 0 0,-1 0 1 0 0,1-1 0 0 0,1 1-1 0 0,-1-1 1 0 0,0 0-1 0 0,1 0 1 0 0,0-1-1 0 0,0 1 1 0 0,0-1 0 0 0,0 0-1 0 0,1-1 1 0 0,6 3-1 0 0,-4-2-392 0 0,0 0 0 0 0,0-1 0 0 0,0 0 0 0 0,1-1 0 0 0,-1 0 0 0 0,1 0 0 0 0,-1-1 0 0 0,0 0 0 0 0,1 0 0 0 0,-1-1 0 0 0,15-3 0 0 0,-2-4-1294 0 0,-17 5 1177 0 0,0 1-1862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3:18.20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 2640 0 0,'0'0'947'0'0,"6"0"-114"0"0,20-1-84 0 0,-20 1-77 0 0,0 2-160 0 0,2 1-312 0 0,0 1 0 0 0,0 0 0 0 0,-1 1 0 0 0,0 0 0 0 0,1 0 1 0 0,-2 0-1 0 0,1 1 0 0 0,-1 0 0 0 0,1 0 0 0 0,-2 0 0 0 0,1 1 1 0 0,-1 0-1 0 0,8 14 0 0 0,-10-17-127 0 0,-1 0 0 0 0,-1 0 0 0 0,1 0 0 0 0,-1 0 0 0 0,1 1 0 0 0,-1-1 0 0 0,0 0 0 0 0,-1 1 0 0 0,1 6 0 0 0,0-5 21 0 0,0-1 97 0 0,-1 1 2 0 0,1 18 4 0 0,-1-18-18 0 0,0-5-167 0 0,-1-1 0 0 0,1 1 0 0 0,-1-1 0 0 0,1 1-1 0 0,0-1 1 0 0,-1 1 0 0 0,1-1 0 0 0,0 1 0 0 0,-1 0 0 0 0,1-1 0 0 0,0 1 0 0 0,0 0 0 0 0,-1-1 0 0 0,1 1-1 0 0,0 0 1 0 0,0 0 0 0 0,0-1 0 0 0,0 1 0 0 0,0 0 0 0 0,0 0 0 0 0,-3 18 532 0 0,-19 15 893 0 0,19-31-625 0 0,-1-4-726 0 0,-12-6-25 0 0,12 6-19 0 0,3-4-53 0 0,1-4-155 0 0,0 0 1 0 0,0 0-1 0 0,1 1 1 0 0,0-1-1 0 0,0 0 1 0 0,1 1-1 0 0,1-1 1 0 0,-1 1-1 0 0,1 0 0 0 0,1 0 1 0 0,-1 0-1 0 0,1 0 1 0 0,1 1-1 0 0,-1-1 1 0 0,1 1-1 0 0,8-8 1 0 0,-11 12-103 0 0,-1 1 179 0 0,0 0 0 0 0,1 0 0 0 0,-1 1 1 0 0,0-1-1 0 0,1 0 0 0 0,-1 1 0 0 0,1-1 0 0 0,-1 1 1 0 0,1 0-1 0 0,0 0 0 0 0,-1-1 0 0 0,1 1 0 0 0,3-1 1 0 0,8-4-1237 0 0,-7 2 856 0 0,20-8-3044 0 0,3-1-775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3:18.89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545 42 2124 0 0,'-5'-4'1174'0'0,"-52"-26"1634"0"0,54 29-2710 0 0,1 0-1 0 0,-1 0 1 0 0,0 0 0 0 0,1 0 0 0 0,-1 0-1 0 0,0 1 1 0 0,0-1 0 0 0,0 1 0 0 0,0 0-1 0 0,1 0 1 0 0,-5 0 0 0 0,-2 1 118 0 0,6-2-123 0 0,-1 1 0 0 0,0-1 0 0 0,0 1 0 0 0,0 0 0 0 0,1 0 0 0 0,-1 1 0 0 0,0-1 0 0 0,0 1 0 0 0,1 0 0 0 0,-6 1 0 0 0,-4 2 97 0 0,-4 0 4 0 0,1 1 0 0 0,-1 0-1 0 0,1 2 1 0 0,0 0 0 0 0,1 0 0 0 0,0 2-1 0 0,0-1 1 0 0,1 2 0 0 0,0 0 0 0 0,0 1 0 0 0,1 0-1 0 0,-15 18 1 0 0,8-6-53 0 0,1 0 1 0 0,1 2-1 0 0,1 0 0 0 0,1 1 0 0 0,1 0 1 0 0,-11 30-1 0 0,19-38-95 0 0,0-1 0 0 0,2 1 0 0 0,0 0 1 0 0,1 1-1 0 0,0-1 0 0 0,2 1 0 0 0,0 0 0 0 0,1-1 1 0 0,3 29-1 0 0,-2-38-33 0 0,2 0 1 0 0,-1 0-1 0 0,2 0 1 0 0,-1 0-1 0 0,1-1 1 0 0,0 1-1 0 0,1-1 1 0 0,0 1-1 0 0,0-1 1 0 0,1 0-1 0 0,0-1 1 0 0,0 1-1 0 0,1-1 1 0 0,0 0-1 0 0,0 0 1 0 0,1-1-1 0 0,-1 0 1 0 0,2 0-1 0 0,-1 0 1 0 0,0-1-1 0 0,11 5 1 0 0,-2-3-206 0 0,0 0 0 0 0,1-1 0 0 0,-1 0 0 0 0,1-2 1 0 0,0 0-1 0 0,0-1 0 0 0,1 0 0 0 0,-1-2 1 0 0,1 0-1 0 0,31-3 0 0 0,-24 0-321 0 0,-1-2 1 0 0,0-1-1 0 0,-1 0 0 0 0,1-2 1 0 0,-1-1-1 0 0,0 0 1 0 0,27-16-1 0 0,-38 18-74 0 0,-1-2 0 0 0,1 1 0 0 0,-1-2 0 0 0,-1 1 0 0 0,1-2 0 0 0,9-10 0 0 0,-6 2-2028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3:19.3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58 166 2028 0 0,'-41'28'2233'0'0,"38"-25"-1712"0"0,-8 15 300 0 0,8-15-64 0 0,10 15-513 0 0,-6-15-209 0 0,0 1 64 0 0,17-2-159 0 0,-15-1 34 0 0,-1-1 0 0 0,0 0 1 0 0,1 1-1 0 0,-1-1 0 0 0,1 0 1 0 0,-1 0-1 0 0,0-1 0 0 0,1 1 1 0 0,-1-1-1 0 0,0 1 1 0 0,4-2-1 0 0,18-4-525 0 0,0-2 0 0 0,0-1 0 0 0,-1-1 0 0 0,0 0-1 0 0,-1-2 1 0 0,25-18 0 0 0,-41 27 438 0 0,-5 2 93 0 0,1 0-1 0 0,0 0 1 0 0,0-1 0 0 0,-1 1 0 0 0,1 0 0 0 0,0-1-1 0 0,-1 1 1 0 0,0-1 0 0 0,1 1 0 0 0,-1-1-1 0 0,2-2 1 0 0,6-10-55 0 0,19-31 704 0 0,-26 41-265 0 0,-1-2-32 0 0,-1 1-174 0 0,0 0 0 0 0,0 0 1 0 0,-1 0-1 0 0,1-1 0 0 0,-1 1 1 0 0,0 0-1 0 0,-2-7 0 0 0,1 9 183 0 0,1 2-291 0 0,-1 1 0 0 0,1 0 0 0 0,-1-1 0 0 0,1 1 0 0 0,-1-1 0 0 0,1 1-1 0 0,0-1 1 0 0,0 1 0 0 0,-1-1 0 0 0,1 0 0 0 0,0 0 0 0 0,-2-1 0 0 0,0 0 69 0 0,-1-1 294 0 0,-3 4-6 0 0,1-2-282 0 0,4 0-85 0 0,0 1 0 0 0,0 0 0 0 0,0 0 0 0 0,0 0-1 0 0,1 0 1 0 0,-1 0 0 0 0,0 0 0 0 0,0 0 0 0 0,0 0 0 0 0,0 1 0 0 0,0-1 0 0 0,0 1-1 0 0,0 0 1 0 0,0-1 0 0 0,-2 3 0 0 0,-8 2 147 0 0,2 1-1 0 0,-1 0 1 0 0,1 0-1 0 0,0 1 1 0 0,0 1-1 0 0,0 0 1 0 0,1 0-1 0 0,1 0 1 0 0,-1 1-1 0 0,1 1 1 0 0,1 0 0 0 0,0 0-1 0 0,-6 11 1 0 0,11-17-94 0 0,0-2-68 0 0,1 0 0 0 0,0 0 0 0 0,0-1 0 0 0,0 1 0 0 0,0 0-1 0 0,0 0 1 0 0,0 1 0 0 0,1-1 0 0 0,-1 0 0 0 0,1 0 0 0 0,-1 0 0 0 0,1 4 0 0 0,-2 9 194 0 0,2-9-183 0 0,-1-1 1 0 0,1 0-1 0 0,0 1 1 0 0,0-1 0 0 0,0 0-1 0 0,1 1 1 0 0,-1-1-1 0 0,2 0 1 0 0,-1 0 0 0 0,0 0-1 0 0,1 1 1 0 0,0-1-1 0 0,0-1 1 0 0,0 1 0 0 0,1 0-1 0 0,0-1 1 0 0,3 6-1 0 0,-1-6-43 0 0,-2 0-26 0 0,1-1 0 0 0,0 1 1 0 0,0-1-1 0 0,0 0 1 0 0,0 0-1 0 0,1-1 1 0 0,-1 1-1 0 0,1-1 0 0 0,0 0 1 0 0,9 3-1 0 0,-7-2-51 0 0,-3-2 23 0 0,-1 0 0 0 0,0 0 0 0 0,0 0 1 0 0,1 0-1 0 0,-1-1 0 0 0,0 1 0 0 0,1-1 0 0 0,4 0 0 0 0,67-2-1436 0 0,-61 1 1042 0 0,0-1 0 0 0,0-1 1 0 0,0 0-1 0 0,-1-1 1 0 0,1 0-1 0 0,-1-1 0 0 0,0-1 1 0 0,0 0-1 0 0,-1-1 0 0 0,0 0 1 0 0,0-1-1 0 0,-1 0 0 0 0,13-12 1 0 0,-8 2-1916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3:20.03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50 182 1912 0 0,'0'-5'1038'0'0,"0"-12"-484"0"0,0 5 3873 0 0,-4 13-4077 0 0,-13 3-48 0 0,12 2-14 0 0,-2 21-25 0 0,1 0 0 0 0,2 0 0 0 0,0 0 0 0 0,2 1 0 0 0,2 37 0 0 0,0-57-239 0 0,1 0 0 0 0,0 1 0 0 0,1-1 0 0 0,4 10-1 0 0,-5-13-11 0 0,0-1-2 0 0,2-1-20 0 0,0 1-21 0 0,1 0-1 0 0,0 0 0 0 0,0-1 0 0 0,0 0 1 0 0,0 0-1 0 0,9 5 0 0 0,-8-6-69 0 0,0-3 10 0 0,0 1 62 0 0,1-1 1 0 0,0 0-1 0 0,-1 0 1 0 0,1 0-1 0 0,-1-1 1 0 0,1 0-1 0 0,-1 0 1 0 0,0 0-1 0 0,1-1 1 0 0,-1 0-1 0 0,8-6 1 0 0,-4 1-9 0 0,-1-1 1 0 0,-1 0-1 0 0,0-1 1 0 0,0 1-1 0 0,10-20 1 0 0,9-38 258 0 0,-25 62-173 0 0,3-5-405 0 0,1 5 1120 0 0,-4 28-691 0 0,0-17 4 0 0,-1-1 11 0 0,0 4-60 0 0,0-1-4 0 0,0 0-1 0 0,1-1 0 0 0,-1 1 0 0 0,1 0 0 0 0,1-1 1 0 0,0 1-1 0 0,0-1 0 0 0,0 0 0 0 0,1 0 1 0 0,0 1-1 0 0,4 6 0 0 0,21 12 41 0 0,-25-24-94 0 0,2-1-37 0 0,2 1-4 0 0,0-1 0 0 0,0 0 1 0 0,-1 0-1 0 0,1 0 0 0 0,0-1 1 0 0,0 0-1 0 0,0-1 0 0 0,0 1 1 0 0,-1-1-1 0 0,1-1 0 0 0,0 1 1 0 0,0-1-1 0 0,-1 0 0 0 0,0-1 1 0 0,1 1-1 0 0,9-7 0 0 0,-8 5 29 0 0,0 0 0 0 0,-1-1 0 0 0,0 0 0 0 0,0-1 0 0 0,0 1 0 0 0,0-1 0 0 0,-1 0 0 0 0,0-1 0 0 0,0 0 0 0 0,-1 0 0 0 0,0 0 0 0 0,0 0 0 0 0,5-11-1 0 0,-2-2 150 0 0,-1-1 0 0 0,0 0 0 0 0,-2 0 0 0 0,0 0 0 0 0,-1-1 0 0 0,-2 1 0 0 0,0-1 0 0 0,-1 0 0 0 0,-1 0 0 0 0,-2 1 0 0 0,-4-33 0 0 0,5 49 69 0 0,-6-15 115 0 0,5 16-237 0 0,0-1 668 0 0,-21 9-371 0 0,17-1-281 0 0,6-4-62 0 0,-1 2-1 0 0,1-1 1 0 0,0 0 0 0 0,-1 0-1 0 0,1 0 1 0 0,0 0 0 0 0,-1 0-1 0 0,1 0 1 0 0,0 0 0 0 0,-1 0-1 0 0,1 0 1 0 0,0 1 0 0 0,-1-1-1 0 0,1 0 1 0 0,0 0 0 0 0,0 0-1 0 0,-1 1 1 0 0,1-1 0 0 0,0 0-1 0 0,0 0 1 0 0,-1 1 0 0 0,1-1-1 0 0,0 0 1 0 0,0 1-1 0 0,0-1 1 0 0,-1 0 0 0 0,1 1-1 0 0,0 0 1 0 0,-10 20 126 0 0,1 1 1 0 0,1 0-1 0 0,2 0 0 0 0,0 1 1 0 0,1 0-1 0 0,1 0 0 0 0,1 0 1 0 0,1 0-1 0 0,1 1 0 0 0,1-1 1 0 0,1 1-1 0 0,5 24 0 0 0,-2-32-116 0 0,0 1 1 0 0,11 28-1 0 0,-12-39-185 0 0,0-1 1 0 0,0 1 0 0 0,0-1-1 0 0,1 0 1 0 0,-1 0-1 0 0,1 0 1 0 0,1 0 0 0 0,-1-1-1 0 0,10 8 1 0 0,-13-11 108 0 0,0 0 1 0 0,0 0-1 0 0,0-1 1 0 0,0 1-1 0 0,0 0 0 0 0,0-1 1 0 0,0 1-1 0 0,0-1 1 0 0,1 0-1 0 0,-1 1 1 0 0,0-1-1 0 0,0 0 1 0 0,0 1-1 0 0,1-1 0 0 0,1 0 1 0 0,0 0-125 0 0,1 1-477 0 0,2-1-127 0 0,-2-1 708 0 0,-2 2-169 0 0,1-1 0 0 0,0-1 0 0 0,0 1 0 0 0,0 0 0 0 0,0-1 0 0 0,0 1 0 0 0,0-1 0 0 0,-1 0-1 0 0,1 0 1 0 0,0 0 0 0 0,0 0 0 0 0,-1-1 0 0 0,1 1 0 0 0,-1-1 0 0 0,1 1 0 0 0,3-4 0 0 0,8-11-1773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3:20.64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 50 2620 0 0,'0'0'1102'0'0,"-5"-1"-79"0"0,-14-2-141 0 0,15 2 2197 0 0,9-1-2976 0 0,47-10-160 0 0,76-4-2276 0 0,-119 15 2258 0 0,2-1-184 0 0,1 1-1 0 0,-1 1 0 0 0,0-1 1 0 0,0 2-1 0 0,0 0 0 0 0,0 0 1 0 0,13 3-1 0 0,-20-2 1205 0 0,-4 3-634 0 0,1 16-23 0 0,0-16-10 0 0,-8 18 536 0 0,5-19-566 0 0,-4 13-20 0 0,5-12 180 0 0,1 0-218 0 0,-2 16 5 0 0,2-16 184 0 0,5 17-105 0 0,-5-18-46 0 0,1-4-225 0 0,-1 0-1 0 0,1 0 1 0 0,-1 0 0 0 0,1 0-1 0 0,-1 0 1 0 0,1 0 0 0 0,-1 0 0 0 0,1 0-1 0 0,-1 0 1 0 0,1 1 0 0 0,-1-1-1 0 0,1 0 1 0 0,-1 0 0 0 0,1 0 0 0 0,-1 1-1 0 0,1-1 1 0 0,-1 0 0 0 0,0 1 0 0 0,1-1-1 0 0,-1 0 1 0 0,1 1 0 0 0,-1-1-1 0 0,0 0 1 0 0,1 1 0 0 0,-1-1 0 0 0,0 1-1 0 0,1 0 0 0 0,-1 0 0 0 0,1-1 0 0 0,0 1 0 0 0,-1 0 0 0 0,1-1 0 0 0,-1 1 0 0 0,1-1 0 0 0,0 1 0 0 0,-1-1 0 0 0,1 1 0 0 0,0-1 0 0 0,0 0 0 0 0,0 1 0 0 0,-1-1 0 0 0,1 0 0 0 0,0 1 0 0 0,0-1 0 0 0,0 0 0 0 0,-1 0 0 0 0,1 0 0 0 0,0 0 0 0 0,0 0 0 0 0,2 0 0 0 0,4 2-56 0 0,13 0 5 0 0,-11-3 47 0 0,-1-1 0 0 0,1-1 0 0 0,16-6 0 0 0,-19 7 12 0 0,-1 0 0 0 0,1 0 0 0 0,-1-1 0 0 0,0 0 0 0 0,1 0 0 0 0,-2-1-1 0 0,10-7 1 0 0,5-7 139 0 0,-10 8-130 0 0,-4-1 6 0 0,-3 5 31 0 0,0 0-1 0 0,0 0 1 0 0,0 0 0 0 0,0-11 0 0 0,-1 12-39 0 0,-3 0-50 0 0,-2-13 5 0 0,3 13 49 0 0,-3 3 6 0 0,2 0-2 0 0,-1 0 1 0 0,1 1 0 0 0,-1-1-1 0 0,1 1 1 0 0,-1 0 0 0 0,0 0-1 0 0,0 0 1 0 0,0 0 0 0 0,0 0 0 0 0,0 1-1 0 0,0-1 1 0 0,0 1 0 0 0,0 0-1 0 0,0 0 1 0 0,0 0 0 0 0,0 0-1 0 0,0 0 1 0 0,0 1 0 0 0,0-1-1 0 0,0 1 1 0 0,1 0 0 0 0,-1 0 0 0 0,-4 2-1 0 0,3-1-10 0 0,-1 0-1 0 0,1 1 1 0 0,0 0-1 0 0,0 0 1 0 0,0 0-1 0 0,0 0 1 0 0,0 1-1 0 0,1 0 1 0 0,-1-1-1 0 0,1 1 0 0 0,0 0 1 0 0,0 1-1 0 0,1-1 1 0 0,-1 0-1 0 0,1 1 1 0 0,0 0-1 0 0,0-1 1 0 0,0 1-1 0 0,1 0 1 0 0,0 0-1 0 0,0 0 1 0 0,0 0-1 0 0,0 0 1 0 0,1 0-1 0 0,0 0 0 0 0,0 6 1 0 0,1-3-33 0 0,1 0 1 0 0,0 1-1 0 0,0-1 1 0 0,0 0-1 0 0,1 0 1 0 0,0 0-1 0 0,1-1 1 0 0,0 1-1 0 0,0-1 1 0 0,0 0-1 0 0,1 0 1 0 0,0 0-1 0 0,0 0 1 0 0,1-1-1 0 0,0 0 1 0 0,0 0-1 0 0,1-1 1 0 0,7 6-1 0 0,-9-8-159 0 0,0 0-1 0 0,-1-1 1 0 0,1 0-1 0 0,0 0 1 0 0,0 0-1 0 0,0 0 1 0 0,1-1-1 0 0,-1 1 0 0 0,0-1 1 0 0,1-1-1 0 0,-1 1 1 0 0,0-1-1 0 0,1 0 1 0 0,-1 0-1 0 0,1-1 1 0 0,-1 1-1 0 0,11-4 1 0 0,-10 3-194 0 0,1-1 1 0 0,-1-1 0 0 0,1 1 0 0 0,-1-1 0 0 0,0 0-1 0 0,0 0 1 0 0,0-1 0 0 0,0 0 0 0 0,-1 0-1 0 0,1 0 1 0 0,-1-1 0 0 0,0 0 0 0 0,6-7 0 0 0,-9 10 191 0 0,1-2-1516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3:20.95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2328 0 0,'6'-1'264'0'0,"0"1"0"0"0,-1 0 1 0 0,1 0-1 0 0,0 1 0 0 0,0-1 0 0 0,-1 1 0 0 0,1 1 0 0 0,0-1 0 0 0,-1 1 0 0 0,1 0 0 0 0,-1 0 1 0 0,0 0-1 0 0,1 1 0 0 0,-1 0 0 0 0,8 6 0 0 0,29 34 382 0 0,-37-37-563 0 0,-1-1 0 0 0,0 0 1 0 0,0 1-1 0 0,-1 0 0 0 0,1 0 0 0 0,-1 0 1 0 0,-1 0-1 0 0,1 0 0 0 0,-1 1 0 0 0,0-1 0 0 0,0 1 1 0 0,-1 0-1 0 0,0-1 0 0 0,0 1 0 0 0,-1 0 1 0 0,0 0-1 0 0,0-1 0 0 0,0 1 0 0 0,-1 0 0 0 0,0 0 1 0 0,-3 10-1 0 0,2-12-1 0 0,0 0-1 0 0,-1 0 1 0 0,0 1 0 0 0,0-2 0 0 0,0 1-1 0 0,0 0 1 0 0,-1-1 0 0 0,1 1 0 0 0,-1-1-1 0 0,-1 0 1 0 0,1 0 0 0 0,0 0 0 0 0,-1-1-1 0 0,0 0 1 0 0,0 0 0 0 0,0 0 0 0 0,0 0 0 0 0,-6 1-1 0 0,7-2 225 0 0,-22 4 292 0 0,20-5-330 0 0,2-2-18 0 0,-13-4 12 0 0,12 4-27 0 0,3-3-49 0 0,1 0-177 0 0,0 0 1 0 0,0 0-1 0 0,0 0 0 0 0,0 0 0 0 0,1 0 0 0 0,-1-1 1 0 0,1 1-1 0 0,0 0 0 0 0,0 0 0 0 0,1 0 1 0 0,0 0-1 0 0,-1 0 0 0 0,1 0 0 0 0,0 0 0 0 0,1 0 1 0 0,2-7-1 0 0,1-1-115 0 0,1 1 0 0 0,0 0 0 0 0,1 0 0 0 0,0 1 0 0 0,0 0 0 0 0,1 0 0 0 0,0 1 0 0 0,1 0 0 0 0,0 0 0 0 0,15-10 0 0 0,-11 9-544 0 0,0 2 0 0 0,25-12 1 0 0,31-6-4776 0 0,-62 24 1159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3:22.02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309 13 3812 0 0,'0'0'4388'0'0,"-3"-2"-3943"0"0,-11-7-72 0 0,14 9-365 0 0,0 0 0 0 0,-1 0 0 0 0,1 0 0 0 0,0 0 0 0 0,0-1 0 0 0,0 1 0 0 0,0 0 0 0 0,-1 0 0 0 0,1 0 0 0 0,0 0 0 0 0,0 0 0 0 0,-1 0 0 0 0,1 0 0 0 0,0 0 0 0 0,0 0 0 0 0,-1 0 0 0 0,1 0 0 0 0,0 0 1 0 0,0 0-1 0 0,0 0 0 0 0,-1 0 0 0 0,1 0 0 0 0,0 0 0 0 0,0 0 0 0 0,-1 0 0 0 0,1 0 0 0 0,0 0 0 0 0,0 0 0 0 0,0 0 0 0 0,-1 1 0 0 0,1-1 0 0 0,0 0 0 0 0,0 0 0 0 0,0 0 0 0 0,-1 0 0 0 0,1 1 0 0 0,-16 9 144 0 0,0 0 0 0 0,0 2 0 0 0,1 0 0 0 0,1 1-1 0 0,0 0 1 0 0,1 1 0 0 0,0 1 0 0 0,2 0 0 0 0,-1 0 0 0 0,2 1 0 0 0,0 1 0 0 0,-10 22 0 0 0,18-34-96 0 0,1 0 1 0 0,0 0-1 0 0,0 0 0 0 0,0 0 1 0 0,0 0-1 0 0,1 0 1 0 0,0 1-1 0 0,0-1 1 0 0,2 10-1 0 0,-2-10-14 0 0,1 2 54 0 0,-1-5-83 0 0,0 0 0 0 0,0 0 1 0 0,1 0-1 0 0,-1 0 0 0 0,0 0 1 0 0,1 0-1 0 0,0 0 0 0 0,-1 0 1 0 0,1 0-1 0 0,0 0 0 0 0,0-1 0 0 0,2 4 1 0 0,3 6 87 0 0,26 40 151 0 0,18 28-106 0 0,-48-75-222 0 0,-2 3-89 0 0,-2 20-137 0 0,-4-13-206 0 0,-5-1-323 0 0,-2 0 0 0 0,0 0 0 0 0,0-1-1 0 0,-1-1 1 0 0,-1 0 0 0 0,1-1 0 0 0,-27 12 0 0 0,-15 8-4093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3:33.53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111 58 4196 0 0,'0'0'1761'0'0,"-1"-4"-287"0"0,-1-14-215 0 0,1 14 1386 0 0,-1 0-2042 0 0,2 2-495 0 0,-1 1-1 0 0,0-1 0 0 0,0 0 0 0 0,0 1 1 0 0,0-1-1 0 0,0 1 0 0 0,0-1 1 0 0,-1 1-1 0 0,1-1 0 0 0,0 1 0 0 0,-1 0 1 0 0,1 0-1 0 0,-1 0 0 0 0,1 0 0 0 0,-1 0 1 0 0,0 0-1 0 0,1 0 0 0 0,-1 0 0 0 0,0 0 1 0 0,0 1-1 0 0,1-1 0 0 0,-1 1 0 0 0,0 0 1 0 0,0-1-1 0 0,0 1 0 0 0,0 0 0 0 0,0 0 1 0 0,0 0-1 0 0,1 0 0 0 0,-1 0 0 0 0,-3 1 1 0 0,0 0 79 0 0,-1 7 75 0 0,-8 3 43 0 0,4 3-198 0 0,7-11-16 0 0,2 2 15 0 0,-6 14-19 0 0,5-15-31 0 0,1 1-12 0 0,-3 16-8 0 0,4-16-6 0 0,0 1-2 0 0,1 14 2 0 0,-1-15-6 0 0,1 0-6 0 0,4 15-2 0 0,-4-15 0 0 0,1-1 0 0 0,18 28-26 0 0,-17-29-26 0 0,1-1-24 0 0,14 4 45 0 0,-14-4-6 0 0,1-3-52 0 0,15-3 57 0 0,-16 2 18 0 0,0 0 0 0 0,0-1 0 0 0,0 1 0 0 0,0-1 0 0 0,0 1 0 0 0,0-1 0 0 0,0 0 0 0 0,-1-1 0 0 0,0 1 0 0 0,0 0 0 0 0,0-1 0 0 0,4-5 0 0 0,-3 4 9 0 0,-2 2 7 0 0,-2 2-22 0 0,0-1 0 0 0,1 0 0 0 0,-1 1-1 0 0,0-1 1 0 0,1 0 0 0 0,-1 1 0 0 0,1-1 0 0 0,0 0-1 0 0,-1 1 1 0 0,1-1 0 0 0,2-1 0 0 0,-1-2-9 0 0,0 0 12 0 0,-1 0 20 0 0,3-16 8 0 0,-4 16-17 0 0,0 4-9 0 0,-1-1 0 0 0,1 0 0 0 0,-1 1 0 0 0,1-1 0 0 0,-1 0-1 0 0,1 0 1 0 0,0 1 0 0 0,0-1 0 0 0,0 0 0 0 0,0 0 0 0 0,0-3 0 0 0,0 5 0 0 0,0-5 0 0 0,-2 0-11 0 0,-8-12 23 0 0,8 13 82 0 0,-1 0-100 0 0,-9-9-21 0 0,9 10 10 0 0,0 1 8 0 0,0 1 1 0 0,-13-6-45 0 0,10 8 35 0 0,-2 0 10 0 0,0 1 0 0 0,0 0 0 0 0,0 0 0 0 0,-8 4 1 0 0,12-4 22 0 0,1 2 64 0 0,-10 10-96 0 0,10-10-20 0 0,1 0-14 0 0,-6 15-61 0 0,6-14 106 0 0,1-1 14 0 0,-1 16-16 0 0,1-15-8 0 0,2 0-9 0 0,12 39-264 0 0,-11-41 182 0 0,-1-1 88 0 0,0 0 0 0 0,0-1-1 0 0,0 1 1 0 0,0 0 0 0 0,0-1-1 0 0,0 1 1 0 0,0-1-1 0 0,1 1 1 0 0,-1-1 0 0 0,1 0-1 0 0,1 1 1 0 0,0 2-100 0 0,6 0-49 0 0,-9-3 147 0 0,1 0 0 0 0,-1-1 0 0 0,1 1 0 0 0,-1-1 0 0 0,1 1-1 0 0,0 0 1 0 0,-1-1 0 0 0,1 0 0 0 0,0 1 0 0 0,-1-1 0 0 0,1 1 0 0 0,0-1 0 0 0,-1 0 0 0 0,1 1 0 0 0,0-1 0 0 0,0 0 0 0 0,0 0-1 0 0,-1 0 1 0 0,1 0 0 0 0,0 1 0 0 0,1-1 0 0 0,19 3-89 0 0,-16-2 25 0 0,-1-3 24 0 0,15-3 6 0 0,-14 3 28 0 0,-1 0 14 0 0,19-14-9 0 0,-12 8 18 0 0,-5-3-17 0 0,0-1 14 0 0,0 0 0 0 0,8-24 0 0 0,-13 30-11 0 0,-1 1-60 0 0,-3-14 75 0 0,3 14 0 0 0,-7-12-21 0 0,5 13 28 0 0,0 0 23 0 0,2 4-27 0 0,0 0 0 0 0,-1 0 0 0 0,1 0 0 0 0,0 0 0 0 0,-1 0 0 0 0,1 0 0 0 0,0 0 0 0 0,-1 0 0 0 0,1 0 0 0 0,0 0 0 0 0,-1 0 0 0 0,1 0-1 0 0,0 0 1 0 0,-1-1 0 0 0,1 1 0 0 0,0 0 0 0 0,0 0 0 0 0,-1 0 0 0 0,1-1 0 0 0,0 1 0 0 0,0 0 0 0 0,-1 0 0 0 0,1-1 0 0 0,0 1 0 0 0,0 0 0 0 0,0 0-1 0 0,-1-1 1 0 0,1 1 0 0 0,0 0 0 0 0,0-1 0 0 0,0 1 0 0 0,-1-1-2 0 0,1 0 0 0 0,0 1 0 0 0,0-1 0 0 0,-1 1 0 0 0,1-1 0 0 0,-1 1 0 0 0,1-1 0 0 0,-1 1 0 0 0,1-1 0 0 0,-1 1 0 0 0,1-1 0 0 0,-1 1 0 0 0,1 0 0 0 0,-1-1 0 0 0,1 1 0 0 0,-1 0 0 0 0,0-1 0 0 0,1 1 0 0 0,-1 0 0 0 0,0 0 0 0 0,1-1 0 0 0,-1 1 0 0 0,0 0 0 0 0,1 0 0 0 0,-1 0 0 0 0,0 0 0 0 0,0 0 0 0 0,-20-2 11 0 0,16 1 6 0 0,3 3-13 0 0,1-1 1 0 0,0 0-1 0 0,-1 0 0 0 0,1 0 0 0 0,-1 1 0 0 0,1-2 0 0 0,-1 1 0 0 0,1 0 0 0 0,-1 0 0 0 0,0 0 1 0 0,0-1-1 0 0,-2 1 0 0 0,2 0 2 0 0,-3 2-4 0 0,-1 1-1 0 0,1 0 1 0 0,0 0-1 0 0,1 0 1 0 0,-1 0-1 0 0,1 1 1 0 0,-1-1-1 0 0,1 1 1 0 0,1 0-1 0 0,-1 1 1 0 0,1-1-1 0 0,0 1 1 0 0,-4 10-1 0 0,4-11 18 0 0,1 0-21 0 0,1 0-47 0 0,-2 18 48 0 0,2-18-41 0 0,1-1 0 0 0,-1 1 0 0 0,1 0-1 0 0,0 0 1 0 0,1-1 0 0 0,-1 1 0 0 0,1 0-1 0 0,0-1 1 0 0,0 1 0 0 0,0-1 0 0 0,1 1 0 0 0,2 5-1 0 0,-2-7-29 0 0,1 0-1 0 0,-1-1 1 0 0,0 1-1 0 0,1-1 0 0 0,-1 0 1 0 0,1 0-1 0 0,-1 0 1 0 0,1 0-1 0 0,0-1 0 0 0,6 4 1 0 0,-6-4-92 0 0,3-1-140 0 0,16-1 211 0 0,-17 1 18 0 0,0-3 28 0 0,1 1 76 0 0,0-1 0 0 0,-1 0 0 0 0,1-1 0 0 0,-1 1 0 0 0,0-1 0 0 0,0 0 0 0 0,0-1 0 0 0,0 1 0 0 0,-1-1 0 0 0,1 0 0 0 0,-1 0 0 0 0,-1 0-1 0 0,1-1 1 0 0,-1 1 0 0 0,5-11 0 0 0,-6 13 30 0 0,3-18 34 0 0,-3 16-73 0 0,0-1 23 0 0,-2 2-31 0 0,0-16 26 0 0,0 15 60 0 0,-2 1-45 0 0,-5-14-3 0 0,5 14 108 0 0,-15-2-67 0 0,14 4-73 0 0,-1 0 64 0 0,-1 4-49 0 0,0 0-25 0 0,0 1-1 0 0,0-1 1 0 0,1 1-1 0 0,-1 0 0 0 0,1 1 1 0 0,-1-1-1 0 0,1 1 1 0 0,0-1-1 0 0,0 1 0 0 0,1 0 1 0 0,-1 1-1 0 0,1-1 1 0 0,0 1-1 0 0,0-1 1 0 0,-3 9-1 0 0,4-9 24 0 0,2 0-34 0 0,-1 3-20 0 0,2-1 1 0 0,-1 0-1 0 0,0 1 0 0 0,1-1 1 0 0,2 7-1 0 0,-1-8-30 0 0,1-3-102 0 0,-2-1 155 0 0,1 0 0 0 0,-1 0 0 0 0,1 0 1 0 0,0 0-1 0 0,-1-1 0 0 0,1 1 0 0 0,0 0 0 0 0,0-1 1 0 0,-1 0-1 0 0,1 1 0 0 0,0-1 0 0 0,0 0 0 0 0,0 0 0 0 0,-1 0 1 0 0,1 0-1 0 0,0 0 0 0 0,0 0 0 0 0,0 0 0 0 0,-1-1 1 0 0,1 1-1 0 0,0-1 0 0 0,0 1 0 0 0,-1-1 0 0 0,1 0 0 0 0,2-1 1 0 0,12-9 65 0 0,-13 8 3 0 0,0 0 13 0 0,19-34 296 0 0,-20 33-245 0 0,-3-1-114 0 0,-1-16-15 0 0,1 16 11 0 0,-21 1-9 0 0,18 3 49 0 0,0 3-11 0 0,-31 21-29 0 0,32-20 6 0 0,-1 0-19 0 0,1 0 1 0 0,0 0 0 0 0,0 0 0 0 0,0 0-1 0 0,0 1 1 0 0,0-1 0 0 0,-2 6 0 0 0,2-6-28 0 0,3-3-385 0 0,0-1 411 0 0,0 1 1 0 0,1 0-1 0 0,-1-1 0 0 0,0 1 0 0 0,0 0 0 0 0,0 0 1 0 0,0-1-1 0 0,0 1 0 0 0,0 0 0 0 0,1-1 0 0 0,-1 1 0 0 0,0 0 1 0 0,0 0-1 0 0,0 0 0 0 0,1-1 0 0 0,-1 1 0 0 0,0 0 0 0 0,0 0 1 0 0,1 0-1 0 0,-1-1 0 0 0,0 1 0 0 0,0 0 0 0 0,1 0 1 0 0,-1 0-1 0 0,0 0 0 0 0,1 0 0 0 0,-1 0 0 0 0,0 0 0 0 0,0 0 1 0 0,1 0-1 0 0,0-1-2 0 0,0 1-1 0 0,-1 0 1 0 0,1 0 0 0 0,0 0 0 0 0,-1-1 0 0 0,1 1-1 0 0,0 0 1 0 0,-1-1 0 0 0,1 1 0 0 0,0 0 0 0 0,-1-1-1 0 0,1 1 1 0 0,-1-1 0 0 0,1 1 0 0 0,-1-1 0 0 0,1 1-1 0 0,-1-1 1 0 0,0 1 0 0 0,1-1 0 0 0,-1 0 0 0 0,0 1-1 0 0,1-1 1 0 0,-1 0 0 0 0,0 1 0 0 0,1-2 0 0 0,0-2-122 0 0,3-4 222 0 0,-4 0-3187 0 0,-12-3 825 0 0,7 9-1328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3:34.11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310 47 3168 0 0,'0'0'1300'0'0,"-2"-5"-172"0"0,-4-12-222 0 0,5 12 491 0 0,-2 3-825 0 0,-10-9-56 0 0,10 8 403 0 0,-2 3-503 0 0,-16-3-34 0 0,15 3-29 0 0,0 1-22 0 0,-6 4-155 0 0,0-1 1 0 0,0 1-1 0 0,0 1 0 0 0,1 0 0 0 0,0 1 0 0 0,0 0 0 0 0,0 1 0 0 0,1 0 0 0 0,0 1 0 0 0,1 0 0 0 0,0 0 0 0 0,-15 20 0 0 0,13-14-51 0 0,0 1 1 0 0,0 0-1 0 0,2 1 0 0 0,0 0 0 0 0,1 1 0 0 0,1 0 0 0 0,0 0 0 0 0,2 0 1 0 0,-5 25-1 0 0,9-35-78 0 0,0 1-1 0 0,1 0 1 0 0,0-1 0 0 0,3 16 0 0 0,-2-15-23 0 0,0-3-14 0 0,0 1-1 0 0,1-1 1 0 0,0 0-1 0 0,0 1 1 0 0,1-1-1 0 0,0 0 0 0 0,0-1 1 0 0,0 1-1 0 0,1 0 1 0 0,0-1-1 0 0,0 0 1 0 0,0 0-1 0 0,9 9 0 0 0,-7-10-10 0 0,0 0 1 0 0,-1 0-1 0 0,1 0 0 0 0,0-1 0 0 0,1 0 0 0 0,-1 0 0 0 0,1 0 0 0 0,-1-1 0 0 0,1 0 0 0 0,0 0 0 0 0,-1-1 1 0 0,1 0-1 0 0,10 0 0 0 0,-13 0-76 0 0,3-1-34 0 0,8-1-291 0 0,0-1 0 0 0,0-1 0 0 0,0 0 0 0 0,0 0 0 0 0,-1-2 0 0 0,17-6 0 0 0,-18 5-1674 0 0,0 0 0 0 0,0-1 0 0 0,20-16 1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3:34.39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24 1 2720 0 0,'0'0'8848'0'0,"-4"1"-8329"0"0,-15 8 409 0 0,19-4-498 0 0,0 12-30 0 0,1-1 0 0 0,1 1-1 0 0,0-1 1 0 0,6 23 0 0 0,21 59 73 0 0,3-9-1740 0 0,-31-85 574 0 0,1 0-164 0 0,0 2 395 0 0,1 3 117 0 0,3 3-6370 0 0,2 4 1177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3:44.70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69 41 4816 0 0,'0'0'3197'0'0,"-2"-3"-1852"0"0,-9-13 3479 0 0,9 13-4577 0 0,2 3-226 0 0,-1-1 0 0 0,1 1-1 0 0,-1-1 1 0 0,1 1 0 0 0,0-1-1 0 0,-1 1 1 0 0,1 0-1 0 0,-1-1 1 0 0,1 1 0 0 0,-1 0-1 0 0,1 0 1 0 0,-1-1 0 0 0,1 1-1 0 0,-1 0 1 0 0,1 0 0 0 0,-1-1-1 0 0,1 1 1 0 0,-1 0-1 0 0,1 0 1 0 0,-1 0 0 0 0,1 0-1 0 0,-1 0 1 0 0,0 0 0 0 0,1 0-1 0 0,-1 0 1 0 0,0 0 0 0 0,-8 13 209 0 0,9-13-236 0 0,-2 4 204 0 0,1 1-186 0 0,0 17 1 0 0,1-17 18 0 0,0 0 16 0 0,3 14-54 0 0,-3-15-4 0 0,2 1-26 0 0,4 12-4 0 0,-5-13-15 0 0,2-2-247 0 0,11 6 199 0 0,-10-6 110 0 0,0-4-186 0 0,0 0 167 0 0,-1 0 0 0 0,1 0-1 0 0,-1 0 1 0 0,0-1-1 0 0,0 1 1 0 0,0-1-1 0 0,0 0 1 0 0,5-5 0 0 0,-6 4 91 0 0,-1 0-54 0 0,4-15-9 0 0,-4 14 9 0 0,-1 0-1 0 0,-1-14-3 0 0,0 14 12 0 0,-1 1-34 0 0,-6-13 46 0 0,6 13 99 0 0,-17-9-201 0 0,14 14 67 0 0,-15 4-13 0 0,15-4-4 0 0,1 2 5 0 0,-11 9 8 0 0,13-10-1 0 0,0 1-1 0 0,-1-1 1 0 0,1 1 0 0 0,1 0 0 0 0,-1 0 0 0 0,0 0 0 0 0,0 0-1 0 0,1 0 1 0 0,0 0 0 0 0,0 0 0 0 0,0 0 0 0 0,-1 7 0 0 0,1-8 4 0 0,0 2-11 0 0,1 2 127 0 0,0 17-161 0 0,0-17-53 0 0,0-2-86 0 0,15 36-458 0 0,-13-37 470 0 0,3-3-521 0 0,16 1 608 0 0,-16 0 7 0 0,-3-2 5 0 0,-1 1 61 0 0,0-1-1 0 0,1 1 1 0 0,-1-1 0 0 0,0 0-1 0 0,0 1 1 0 0,1-1-1 0 0,-1 0 1 0 0,0 0 0 0 0,0 0-1 0 0,0 0 1 0 0,1-2-1 0 0,-1 2-1 0 0,2-1-11 0 0,3-7 22 0 0,4-4 61 0 0,-3-1-38 0 0,-5 11 182 0 0,-1-14-147 0 0,0 14-31 0 0,-1 0-1 0 0,1 0 1 0 0,-1 1-1 0 0,0-1 1 0 0,0 0-1 0 0,-1 0 1 0 0,1 0-1 0 0,-1-3 1 0 0,0 3-39 0 0,-4 3-78 0 0,3 1 71 0 0,-1-1 1 0 0,0 1-1 0 0,1 0 1 0 0,-1-1-1 0 0,1 1 1 0 0,-1 0-1 0 0,1 0 0 0 0,-1 1 1 0 0,1-1-1 0 0,0 0 1 0 0,0 1-1 0 0,-1 0 1 0 0,1-1-1 0 0,0 1 1 0 0,1 0-1 0 0,-1 0 0 0 0,0 0 1 0 0,0 0-1 0 0,1 0 1 0 0,-1 1-1 0 0,1-1 1 0 0,0 0-1 0 0,0 1 1 0 0,0-1-1 0 0,0 1 0 0 0,-1 3 1 0 0,1-3-68 0 0,1-2 17 0 0,-1 1-1 0 0,1-1 0 0 0,0 0 1 0 0,0 1-1 0 0,-1-1 0 0 0,1 1 1 0 0,0-1-1 0 0,0 0 0 0 0,0 1 1 0 0,0-1-1 0 0,1 1 0 0 0,0 2 0 0 0,9 2-218 0 0,-10-5 249 0 0,1-1 0 0 0,-1 0-1 0 0,0 0 1 0 0,1 0-1 0 0,-1 0 1 0 0,1 0 0 0 0,-1 1-1 0 0,1-1 1 0 0,-1 0-1 0 0,1 0 1 0 0,-1 1 0 0 0,0-1-1 0 0,1 0 1 0 0,-1 1-1 0 0,0-1 1 0 0,1 0 0 0 0,-1 1-1 0 0,0-1 1 0 0,1 1-1 0 0,-1-1 1 0 0,0 1 0 0 0,0-1-1 0 0,1 1 1 0 0,4-2-200 0 0,17-3 132 0 0,-16 3 94 0 0,-2-1-30 0 0,29-27 297 0 0,-30 25 38 0 0,-2 0-149 0 0,5-13-47 0 0,-4 12 373 0 0,-2 0-318 0 0,0-14-22 0 0,0 14 211 0 0,-7-2-256 0 0,7 7-127 0 0,0 0 1 0 0,0-1-1 0 0,0 1 0 0 0,-1-1 1 0 0,1 1-1 0 0,0 0 0 0 0,0-1 1 0 0,0 1-1 0 0,-1 0 0 0 0,1-1 1 0 0,0 1-1 0 0,-1 0 1 0 0,1-1-1 0 0,0 1 0 0 0,-1 0 1 0 0,1 0-1 0 0,0-1 0 0 0,-1 1 1 0 0,1 0-1 0 0,0 0 0 0 0,-1 0 1 0 0,1-1-1 0 0,0 1 0 0 0,-1 0 1 0 0,1 0-1 0 0,-1 0 0 0 0,1 0 1 0 0,-1 0-1 0 0,1 0 1 0 0,0 0-1 0 0,-1 0 0 0 0,1 0 1 0 0,-1 0-1 0 0,1 0 0 0 0,0 0 1 0 0,-1 0-1 0 0,0 0 0 0 0,-14 6-446 0 0,11-5-124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3:45.02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215 37 3012 0 0,'-3'-3'1234'0'0,"-26"-27"2298"0"0,26 27-2755 0 0,-2 3-416 0 0,0-1-231 0 0,0 1-1 0 0,0 0 1 0 0,1 1 0 0 0,-1-1-1 0 0,0 1 1 0 0,0 0 0 0 0,1 0-1 0 0,-1 0 1 0 0,1 1 0 0 0,-1-1-1 0 0,1 1 1 0 0,0 1 0 0 0,-1-1-1 0 0,-6 5 1 0 0,2 2 84 0 0,-1-1 0 0 0,2 2 1 0 0,-1-1-1 0 0,1 1 0 0 0,1 0 0 0 0,-1 1 0 0 0,2 0 1 0 0,-11 23-1 0 0,14-26-126 0 0,0 2 0 0 0,0-1 1 0 0,1 0-1 0 0,0 1 0 0 0,0-1 0 0 0,1 1 1 0 0,1-1-1 0 0,0 1 0 0 0,0 0 0 0 0,1-1 0 0 0,0 1 1 0 0,3 14-1 0 0,-2-19-70 0 0,-1-1 1 0 0,1 0 0 0 0,0 0-1 0 0,0 0 1 0 0,0 0-1 0 0,0 0 1 0 0,0-1-1 0 0,1 1 1 0 0,0-1-1 0 0,0 1 1 0 0,0-1 0 0 0,0 0-1 0 0,0 0 1 0 0,8 4-1 0 0,-4-2-13 0 0,0-1 0 0 0,0-1 0 0 0,0 1 0 0 0,0-1 1 0 0,11 3-1 0 0,-12-5-91 0 0,0-1-68 0 0,5-1-235 0 0,0 0 0 0 0,-1 0 0 0 0,1-1 0 0 0,-1 0 0 0 0,1-1 0 0 0,17-8 0 0 0,54-37-6765 0 0,-77 45 3066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3:45.64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 43 3044 0 0,'0'0'4651'0'0,"-4"1"-4243"0"0,-10 1 533 0 0,14-9 658 0 0,2-9-1453 0 0,1 13-92 0 0,0 1 1 0 0,0 0-1 0 0,0-1 0 0 0,0 1 0 0 0,0 0 1 0 0,1 1-1 0 0,-1-1 0 0 0,1 1 0 0 0,5-2 1 0 0,-5 1 202 0 0,0 3-112 0 0,14 5-27 0 0,-14-5-14 0 0,0 3-14 0 0,0 1-40 0 0,1 0-1 0 0,-1 0 1 0 0,0 1-1 0 0,0 0 0 0 0,0-1 1 0 0,-1 1-1 0 0,0 1 1 0 0,0-1-1 0 0,2 9 0 0 0,0 4 57 0 0,-4-15-5 0 0,0 3-1 0 0,3 60 263 0 0,-5-54-301 0 0,-1 1 1 0 0,0-1 0 0 0,-1 0-1 0 0,-7 18 1 0 0,9-27-63 0 0,-1 1 1 0 0,0-1-110 0 0,-7 13 125 0 0,6-13 17 0 0,1-1-11 0 0,-7 9-3 0 0,6-9-22 0 0,0-1-226 0 0,-10 7 181 0 0,10-7 44 0 0,-2-3-292 0 0,-14-3 209 0 0,14 2-12 0 0,4 1-14 0 0,0-1 98 0 0,0 1-1 0 0,-1-1 1 0 0,1 1 0 0 0,0-1 0 0 0,0 1-1 0 0,-1 0 1 0 0,1 0 0 0 0,-1 0-1 0 0,-1-2 1 0 0,-1 0-54 0 0,2-1-24 0 0,-7-11 62 0 0,6 11-3 0 0,4-2-77 0 0,1-15 89 0 0,-1 15-13 0 0,-1 6-1 0 0,1 0 35 0 0,-1 0 0 0 0,1 0 0 0 0,-1 0 0 0 0,1-1 0 0 0,-1 1 0 0 0,1 0 1 0 0,-1 0-1 0 0,1 0 0 0 0,-1-1 0 0 0,0 1 0 0 0,1 0 0 0 0,-1-1 0 0 0,0 1 0 0 0,1 0 0 0 0,-1-1 0 0 0,0 1 0 0 0,1-1 0 0 0,-1 1 0 0 0,0 0 0 0 0,0-1 0 0 0,1 1 0 0 0,-1-1 0 0 0,0 1 0 0 0,0-1 1 0 0,1 0-1 0 0,-1 1 1 0 0,0-1 0 0 0,0 1 0 0 0,0-1 1 0 0,0 1-1 0 0,0-1 0 0 0,1 1 0 0 0,-1 0 0 0 0,0-1 1 0 0,0 1-1 0 0,1-1 0 0 0,-1 1 0 0 0,0 0 1 0 0,1-1-1 0 0,-1 1 0 0 0,1 0 0 0 0,-1-1 0 0 0,0 1 1 0 0,1 0-1 0 0,-1-1 0 0 0,1 1 0 0 0,-1 0 1 0 0,0 0-1 0 0,1 0 0 0 0,-1 0 0 0 0,1-1 1 0 0,0 1 5 0 0,4-1 36 0 0,16-2 32 0 0,-15 2 39 0 0,-1 2 2 0 0,19 4 298 0 0,43 16 0 0 0,-42-11-704 0 0,1-2 0 0 0,1-1 1 0 0,27 4-1 0 0,-33-9-227 0 0,-16-1-110 0 0,3-2-213 0 0,56-7-4593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3:52.60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27 25 2632 0 0,'0'0'4089'0'0,"-1"-4"-3689"0"0,-4-16 3645 0 0,3 23-4033 0 0,-17 28-7266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4:13.35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684 58 2660 0 0,'0'0'3575'0'0,"0"-5"-2699"0"0,2-14-117 0 0,-2 14 1078 0 0,-2 2-1360 0 0,-1 0-291 0 0,0 0-1 0 0,0 0 1 0 0,0 1-1 0 0,-1-1 0 0 0,1 1 1 0 0,-1 0-1 0 0,1 0 1 0 0,-5-2-1 0 0,4 3 87 0 0,-3 1-16 0 0,-24 2 15 0 0,-1 1-1 0 0,1 1 1 0 0,0 2-1 0 0,0 1 1 0 0,0 2-1 0 0,-34 15 1 0 0,26-9-64 0 0,0 3 0 0 0,2 1 0 0 0,0 2 0 0 0,-46 35 0 0 0,67-41-107 0 0,0 0 0 0 0,1 0 1 0 0,0 2-1 0 0,1 0 0 0 0,1 0 0 0 0,1 1 0 0 0,-13 26 0 0 0,22-38-58 0 0,-7 18 61 0 0,6-4-22 0 0,1-9-27 0 0,1 1 0 0 0,0-1 0 0 0,1 0 0 0 0,0 1 0 0 0,2 15-1 0 0,-1-21-15 0 0,1 0-1 0 0,0 1 0 0 0,1-1 0 0 0,0 0 0 0 0,0 0 1 0 0,0 0-1 0 0,1-1 0 0 0,-1 1 0 0 0,2 0 0 0 0,-1-1 0 0 0,0 0 1 0 0,1 0-1 0 0,7 8 0 0 0,38 29 144 0 0,-41-37-156 0 0,1 0 0 0 0,-1 0 0 0 0,0-1 0 0 0,1-1 0 0 0,0 1 0 0 0,9 1 0 0 0,-11-3-11 0 0,11 4 12 0 0,5-2-7 0 0,-9-3 19 0 0,-11-1-26 0 0,11 1 22 0 0,1 0-1 0 0,-1-1 0 0 0,1 0 1 0 0,0-2-1 0 0,-1 1 1 0 0,0-2-1 0 0,1 0 0 0 0,-1 0 1 0 0,0-2-1 0 0,23-10 1 0 0,41-25 100 0 0,-74 37-115 0 0,0 0 2 0 0,2-2 2071 0 0,5-3-3665 0 0,5-4-6364 0 0,-26 20 1848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4:14.18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 6 2908 0 0,'8'-6'15520'0'0,"-8"14"-13666"0"0,0-1-4589 0 0,1-1 2902 0 0,-1 0-4 0 0,-3 190 881 0 0,2-190-999 0 0,1 0-11 0 0,-3 21-27 0 0,-4 36-616 0 0,7-58 132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4:35.99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334 101 2780 0 0,'0'0'8038'0'0,"-4"3"-7642"0"0,-12 9 596 0 0,16-11-966 0 0,-1-1-1 0 0,1 1 1 0 0,-1-1 0 0 0,0 1-1 0 0,0-1 1 0 0,1 1 0 0 0,-1-1 0 0 0,0 1-1 0 0,0-1 1 0 0,0 0 0 0 0,1 0 0 0 0,-1 1-1 0 0,0-1 1 0 0,0 0 0 0 0,0 0 0 0 0,-1 0-1 0 0,-11 4 561 0 0,7-3-389 0 0,-16 3-30 0 0,16-3 155 0 0,5 0-302 0 0,-1 0 0 0 0,0 0 0 0 0,0-1 0 0 0,0 1 0 0 0,0-1 0 0 0,0 0 0 0 0,0 1 0 0 0,0-1 0 0 0,0 0 0 0 0,-3-1 0 0 0,-1 1 20 0 0,0 1 196 0 0,0-2-114 0 0,-43-14 386 0 0,44 13-403 0 0,4-2-78 0 0,-6-14 13 0 0,5 14-26 0 0,3 0 1 0 0,2-12 6 0 0,-2 12 3 0 0,2-1-7 0 0,1 0 6 0 0,-1-1 1 0 0,1 1-1 0 0,0 0 0 0 0,1 0 1 0 0,-1 1-1 0 0,1-1 0 0 0,0 1 1 0 0,0 0-1 0 0,1 1 0 0 0,10-7 1 0 0,-10 8 2 0 0,0 1 1 0 0,0-1-1 0 0,0 1 0 0 0,0 0 1 0 0,0 1-1 0 0,0 0 1 0 0,1 0-1 0 0,-1 0 1 0 0,0 0-1 0 0,0 1 0 0 0,0 0 1 0 0,0 1-1 0 0,0-1 1 0 0,0 1-1 0 0,0 0 1 0 0,-1 1-1 0 0,1-1 0 0 0,-1 1 1 0 0,1 0-1 0 0,-1 0 1 0 0,0 1-1 0 0,0 0 1 0 0,-1 0-1 0 0,6 5 0 0 0,-6-5-22 0 0,0 1 0 0 0,0-1-1 0 0,-1 1 1 0 0,0 0 0 0 0,0 0-1 0 0,0 0 1 0 0,0 1-1 0 0,-1-1 1 0 0,0 1 0 0 0,2 5-1 0 0,-2-5-1 0 0,0 0 4 0 0,0-4-4 0 0,-1 0-1 0 0,0 0 1 0 0,0 0-1 0 0,-1 0 1 0 0,1 0-1 0 0,0 0 1 0 0,-1 1-1 0 0,1-1 1 0 0,-1 0-1 0 0,0 1 1 0 0,0-1 0 0 0,0 0-1 0 0,0 0 1 0 0,0 4-1 0 0,-1 5 19 0 0,-5 60 28 0 0,4-55-68 0 0,-2-1-1 0 0,0 0 1 0 0,-1 0-1 0 0,0 0 1 0 0,-1 0-1 0 0,-1-1 1 0 0,0 0-1 0 0,-1 0 1 0 0,0-1-1 0 0,-19 23 1 0 0,22-30-39 0 0,-1 0 0 0 0,1 0 0 0 0,-1-1 0 0 0,0 0 0 0 0,0 0 1 0 0,-1 0-1 0 0,-8 4 0 0 0,9-5 35 0 0,-4 3-66 0 0,-9 3 5 0 0,2-5-57 0 0,8-2 62 0 0,1-1 0 0 0,-1 1 0 0 0,0-1-1 0 0,0-1 1 0 0,0 0 0 0 0,1 0-1 0 0,-1-1 1 0 0,0 0 0 0 0,-10-2 0 0 0,13 1 42 0 0,-1-1 1 0 0,1 0 0 0 0,-1-1-1 0 0,1 1 1 0 0,0-1 0 0 0,0-1 0 0 0,0 1-1 0 0,1-1 1 0 0,-1 0 0 0 0,1 0-1 0 0,0-1 1 0 0,0 1 0 0 0,0-1-1 0 0,1 0 1 0 0,-1 0 0 0 0,1-1 0 0 0,1 0-1 0 0,-1 1 1 0 0,-4-13 0 0 0,6 14 15 0 0,1 3 7 0 0,0-1 0 0 0,1 0-1 0 0,-1 1 1 0 0,1-1 0 0 0,0 0-1 0 0,-1 0 1 0 0,1 1 0 0 0,0-1-1 0 0,0 0 1 0 0,0 0 0 0 0,1-3-1 0 0,-1 5 3 0 0,-1-5 0 0 0,2 0 30 0 0,18-37 79 0 0,-16 38-49 0 0,14-7 117 0 0,-13 9 44 0 0,4 2-145 0 0,1 1 1 0 0,0 0 0 0 0,-1 1-1 0 0,0-1 1 0 0,1 2 0 0 0,-1-1 0 0 0,0 1-1 0 0,0 0 1 0 0,9 5 0 0 0,7 7 113 0 0,34 25 0 0 0,-37-25-146 0 0,0 0 1 0 0,33 17-1 0 0,-10-17-1264 0 0,-39-14 604 0 0,1 0-105 0 0,16 2-113 0 0,-17-2-181 0 0,1-2-271 0 0,1 0 779 0 0,4 0-147 0 0,0 1-2634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4:37.35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187 122 3876 0 0,'0'-5'1260'0'0,"2"-15"-291"0"0,-1 15 1913 0 0,0 0-2021 0 0,1-15-101 0 0,-1 14 1593 0 0,-1 1-1849 0 0,-5-46 2210 0 0,4 47-2321 0 0,-4 4-337 0 0,-3 1-33 0 0,0 0 0 0 0,0 0 0 0 0,0 1 1 0 0,0 0-1 0 0,0 1 0 0 0,0-1 0 0 0,1 2 1 0 0,-1-1-1 0 0,1 1 0 0 0,0 0 0 0 0,0 0 1 0 0,1 1-1 0 0,-1 0 0 0 0,1 0 0 0 0,-8 9 1 0 0,8-7-22 0 0,0 0 0 0 0,0 1 0 0 0,1-1 1 0 0,0 1-1 0 0,1 0 0 0 0,-1 1 1 0 0,1-1-1 0 0,1 1 0 0 0,0 0 1 0 0,-4 15-1 0 0,6-20-13 0 0,1 3-9 0 0,-1 1 6 0 0,-1 16 40 0 0,4-13-8 0 0,1-1 0 0 0,0 0 0 0 0,7 18 0 0 0,-4-14-19 0 0,0-1 1 0 0,0-1-1 0 0,1 1 0 0 0,1-1 0 0 0,0-1 1 0 0,0 1-1 0 0,12 10 0 0 0,20 18-32 0 0,-36-36-12 0 0,1-2-53 0 0,14 7 48 0 0,-14-7 28 0 0,1-1-14 0 0,16 2-26 0 0,-16-2 41 0 0,-1-2 4 0 0,2-1 7 0 0,0 1 0 0 0,-1-1 0 0 0,1 0 0 0 0,-1 0 0 0 0,0 0 0 0 0,0-1 0 0 0,0 0 0 0 0,0-1 0 0 0,0 1 0 0 0,-1-1 0 0 0,9-7 0 0 0,-8 4 5 0 0,0 1 1 0 0,0-1 0 0 0,-1 0 0 0 0,0-1 0 0 0,0 1 0 0 0,-1-1 0 0 0,0 0 0 0 0,0 0 0 0 0,-1 0-1 0 0,0-1 1 0 0,-1 1 0 0 0,3-14 0 0 0,-3 12-28 0 0,-1 0 0 0 0,0 0 0 0 0,-1 0 0 0 0,0 1 0 0 0,0-1 0 0 0,-1 0 0 0 0,-1 0 0 0 0,1 0 0 0 0,-2 1 1 0 0,1-1-1 0 0,-1 1 0 0 0,-1 0 0 0 0,1 0 0 0 0,-2 0 0 0 0,1 0 0 0 0,-1 0 0 0 0,-9-10 0 0 0,12 16-29 0 0,0 1-1 0 0,0-1 1 0 0,0 1 0 0 0,0 0 0 0 0,-1 0-1 0 0,1 0 1 0 0,-1 0 0 0 0,0 0 0 0 0,1 1-1 0 0,-1-1 1 0 0,0 1 0 0 0,0 0 0 0 0,0-1-1 0 0,-5 0 1 0 0,5 1-8 0 0,-1 0-227 0 0,-2 1-14 0 0,1 0 275 0 0,1 0-77 0 0,0 0 0 0 0,0 0-1 0 0,0 0 1 0 0,-1 1 0 0 0,1 0 0 0 0,0-1-1 0 0,0 2 1 0 0,0-1 0 0 0,0 0 0 0 0,0 1-1 0 0,1 0 1 0 0,-1-1 0 0 0,-3 4-1 0 0,0 0-221 0 0,1 1 0 0 0,-1 0 0 0 0,2 0 0 0 0,-1 0 0 0 0,1 1 0 0 0,0 0 0 0 0,0 0 0 0 0,1 0 0 0 0,-5 10 0 0 0,-14 44-5054 0 0,21-55 1418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4:37.6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95 9 3564 0 0,'0'0'5652'0'0,"2"-4"-4664"0"0,1-1 1371 0 0,-6 19-1315 0 0,-12 41-1164 0 0,4-12-166 0 0,-25 96-2996 0 0,11-46-2042 0 0,16-62 769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4:38.6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224 100 3676 0 0,'0'0'8704'0'0,"-4"2"-8570"0"0,-35 13 1003 0 0,35-14-835 0 0,-1-3-240 0 0,-1 0 15 0 0,0 0 0 0 0,1-1 1 0 0,-1 0-1 0 0,-9-7 0 0 0,12 8 66 0 0,1-3-75 0 0,-6-12-10 0 0,6 12 73 0 0,3 0-65 0 0,1 1-44 0 0,-1 0 1 0 0,1 0 0 0 0,-1 0 0 0 0,1 0 0 0 0,0 0 0 0 0,1 0-1 0 0,-1 1 1 0 0,1-1 0 0 0,4-4 0 0 0,-3 4 38 0 0,1 2-3 0 0,16-7 5 0 0,-16 7 15 0 0,1 2-2 0 0,-1 0-65 0 0,-1-1 13 0 0,0 1 0 0 0,1 0 0 0 0,-1 0 0 0 0,0 0 0 0 0,0 1 1 0 0,1 0-1 0 0,-1-1 0 0 0,0 1 0 0 0,0 1 0 0 0,0-1 1 0 0,0 1-1 0 0,0-1 0 0 0,4 4 0 0 0,39 36 231 0 0,-43-36-235 0 0,0-1 0 0 0,-1 1 1 0 0,1 0-1 0 0,-1 1 0 0 0,0-1 1 0 0,-1 1-1 0 0,1-1 0 0 0,-1 1 1 0 0,3 11-1 0 0,-4-12-16 0 0,0 5 4 0 0,1-1 1 0 0,-2 1-1 0 0,1 0 0 0 0,-2 0 0 0 0,1 0 1 0 0,-1-1-1 0 0,-1 1 0 0 0,0 0 0 0 0,0-1 1 0 0,-1 1-1 0 0,0-1 0 0 0,-6 14 0 0 0,3-10-88 0 0,0 0 0 0 0,-1 0-1 0 0,0 0 1 0 0,-1-1-1 0 0,0 0 1 0 0,-1 0-1 0 0,0-1 1 0 0,-1 0 0 0 0,-1-1-1 0 0,1 0 1 0 0,-1-1-1 0 0,-1 0 1 0 0,0-1-1 0 0,0 0 1 0 0,-1-1-1 0 0,-13 7 1 0 0,21-13-139 0 0,-1-1 19 0 0,-17 2-6 0 0,17-2 0 0 0,1-2 12 0 0,-2 0 134 0 0,1-1-1 0 0,0 0 0 0 0,0 0 1 0 0,0-1-1 0 0,0 1 1 0 0,0-1-1 0 0,1-1 0 0 0,0 1 1 0 0,0-1-1 0 0,0 0 0 0 0,0 0 1 0 0,-7-11-1 0 0,10 13 29 0 0,1 2 29 0 0,0-1 1 0 0,0 1-1 0 0,1 0 1 0 0,-1 0-1 0 0,0-1 1 0 0,1 1-1 0 0,-1 0 1 0 0,1-1-1 0 0,-1 1 1 0 0,1-1-1 0 0,0 1 1 0 0,-1-3-1 0 0,0 1-9 0 0,0-2-28 0 0,1 0 93 0 0,0 3-38 0 0,0 1-6 0 0,0-1 1 0 0,0 0-1 0 0,0 0 1 0 0,0 1 0 0 0,0-1-1 0 0,1 0 1 0 0,-1 0-1 0 0,0 1 1 0 0,1-1 0 0 0,-1 0-1 0 0,1 1 1 0 0,1-3 0 0 0,1 1 50 0 0,0 1 0 0 0,0 0 0 0 0,1-1 0 0 0,-1 1 0 0 0,1 1 0 0 0,-1-1 0 0 0,1 0 0 0 0,0 1 0 0 0,0 0 0 0 0,0 0 0 0 0,0 0 0 0 0,-1 0 0 0 0,1 1 0 0 0,0-1 0 0 0,0 1 0 0 0,0 0 0 0 0,0 0 0 0 0,0 1 0 0 0,0-1 0 0 0,0 1 0 0 0,0 0 0 0 0,7 2 0 0 0,5 2 130 0 0,-1 1 0 0 0,1 1 0 0 0,27 16 0 0 0,57 45 427 0 0,-45-28-626 0 0,-51-38-178 0 0,0 1-115 0 0,0-1-71 0 0,1 0-1 0 0,-1 0 1 0 0,1 0 0 0 0,0 0-1 0 0,0-1 1 0 0,0 1 0 0 0,9 0-1 0 0,-9-2-455 0 0,0-2-116 0 0,6-3-123 0 0,-1-1 1 0 0,1 0-1 0 0,-1 0 1 0 0,-1-1-1 0 0,15-12 1 0 0,-8 1-3231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4:39.03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101 9 3904 0 0,'0'0'5372'0'0,"-3"-3"-4759"0"0,2 3-557 0 0,1-1 1 0 0,-1 1 0 0 0,1-1-1 0 0,-1 1 1 0 0,0-1-1 0 0,1 1 1 0 0,-1 0-1 0 0,0-1 1 0 0,0 1 0 0 0,1 0-1 0 0,-1 0 1 0 0,0-1-1 0 0,0 1 1 0 0,1 0-1 0 0,-1 0 1 0 0,0 0-1 0 0,0 0 1 0 0,0 0 0 0 0,1 0-1 0 0,-1 0 1 0 0,0 0-1 0 0,0 0 1 0 0,0 0-1 0 0,1 1 1 0 0,-1-1-1 0 0,0 0 1 0 0,0 0 0 0 0,1 1-1 0 0,-1-1 1 0 0,0 1-1 0 0,1-1 1 0 0,-1 0-1 0 0,0 1 1 0 0,1-1 0 0 0,-1 1-1 0 0,1 0 1 0 0,-1-1-1 0 0,1 1 1 0 0,-1-1-1 0 0,1 1 1 0 0,-1 1-1 0 0,-2 1 539 0 0,3 1-427 0 0,-2 16 13 0 0,2-15 142 0 0,1-4-301 0 0,0 0 0 0 0,0 1 1 0 0,0-1-1 0 0,0 0 0 0 0,0 1 1 0 0,-1-1-1 0 0,1 0 0 0 0,-1 1 1 0 0,1-1-1 0 0,-1 1 0 0 0,1 2 1 0 0,0 0 28 0 0,1 1 118 0 0,2-2-15 0 0,3 5-15 0 0,1-2 0 0 0,0 1 1 0 0,1-1-1 0 0,0 0 0 0 0,15 7 1 0 0,49 22 575 0 0,-17 9-5 0 0,-53-40-598 0 0,4 14 85 0 0,-5-15-157 0 0,0 1 185 0 0,-2 2-126 0 0,0-2-84 0 0,-1 0 0 0 0,1 1 0 0 0,0-1 0 0 0,-1 0 0 0 0,0 0 0 0 0,0 1 0 0 0,0-1 0 0 0,-1 0 1 0 0,0 0-1 0 0,1 0 0 0 0,-1 0 0 0 0,-1 0 0 0 0,1-1 0 0 0,0 1 0 0 0,-1-1 0 0 0,0 1 0 0 0,0-1 0 0 0,0 0 0 0 0,-4 3 0 0 0,-3 2-258 0 0,0-2 0 0 0,-1 1 0 0 0,0-1 0 0 0,0-1 0 0 0,-23 8 0 0 0,26-11-222 0 0,0-1 0 0 0,0 1 0 0 0,0-2 0 0 0,0 1 0 0 0,0-1 0 0 0,0 0 0 0 0,-12-2 0 0 0,8-1-840 0 0,1-1-1 0 0,-1-1 0 0 0,1 1 1 0 0,1-2-1 0 0,-20-12 0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4:39.24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1 205 2580 0 0,'8'-10'695'0'0,"1"1"0"0"0,0 0 0 0 0,1 0-1 0 0,0 1 1 0 0,0 1 0 0 0,1-1 0 0 0,0 2 0 0 0,0-1-1 0 0,0 2 1 0 0,15-6 0 0 0,181-65 2658 0 0,-72 39-5093 0 0,-130 36 835 0 0,5 1-905 0 0,0 0 1223 0 0,-1-2-2881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4:17.75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 4 2580 0 0,'0'0'3349'0'0,"-4"-1"-2776"0"0,-11-2 836 0 0,24 9 2138 0 0,17 2-470 0 0,-6-5-4015 0 0,46 5 1388 0 0,28 3 37 0 0,4-6-196 0 0,-43-4-124 0 0,45-1-111 0 0,-93 0-33 0 0,-2-1-82 0 0,16-1 279 0 0,-15 2-1477 0 0,0-1 0 0 0,0 0 0 0 0,0 0 0 0 0,0-1 0 0 0,0 0 0 0 0,9-4 0 0 0,-12 4 91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4:18.26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 0 2660 0 0,'0'0'5759'0'0,"-3"2"-5436"0"0,2-1-270 0 0,0 0 1 0 0,0 0-1 0 0,0 0 0 0 0,0 0 1 0 0,0 0-1 0 0,0 0 0 0 0,0 0 1 0 0,0 1-1 0 0,0-1 0 0 0,1 0 0 0 0,-1 0 1 0 0,0 1-1 0 0,1-1 0 0 0,-1 0 1 0 0,1 1-1 0 0,0-1 0 0 0,-1 1 1 0 0,1-1-1 0 0,0 0 0 0 0,0 1 0 0 0,0-1 1 0 0,0 1-1 0 0,0-1 0 0 0,0 1 1 0 0,0-1-1 0 0,0 1 0 0 0,1-1 1 0 0,-1 0-1 0 0,1 1 0 0 0,-1-1 0 0 0,1 0 1 0 0,-1 1-1 0 0,1-1 0 0 0,1 2 1 0 0,2 4 27 0 0,0 1 0 0 0,1-1-1 0 0,0 0 1 0 0,0 0 0 0 0,1-1 0 0 0,0 1 0 0 0,0-1 0 0 0,1-1 0 0 0,-1 1 0 0 0,1-1 0 0 0,13 7 0 0 0,-16-10-40 0 0,1 0-7 0 0,1 2-22 0 0,39 7 56 0 0,-36-9 21 0 0,0-1 0 0 0,1 0 0 0 0,18 0-1 0 0,-22-1-95 0 0,-1 0 460 0 0,-3-1-447 0 0,-1 0 0 0 0,0 1 0 0 0,0-1 0 0 0,0 1 0 0 0,0-1 0 0 0,1 1 0 0 0,-1-1 0 0 0,0 1 0 0 0,0 0 0 0 0,1 0 0 0 0,-1-1 0 0 0,3 1 0 0 0,-2 0 3 0 0,2-1 84 0 0,-9 2-84 0 0,-15 1-9 0 0,15-2 11 0 0,1 2-5 0 0,-7 2 50 0 0,1 1-1 0 0,-1 1 0 0 0,1-1 1 0 0,1 2-1 0 0,-1 0 1 0 0,1 0-1 0 0,0 0 0 0 0,1 1 1 0 0,-1 0-1 0 0,-7 12 1 0 0,7-11 73 0 0,-2 9-9 0 0,5-4 35 0 0,2-3-97 0 0,0 0-1 0 0,1 0 1 0 0,0 1-1 0 0,1-1 0 0 0,0 1 1 0 0,1 0-1 0 0,0 17 1 0 0,1-25-85 0 0,1-1 0 0 0,0 1 0 0 0,0-1 0 0 0,0 1 0 0 0,0-1 0 0 0,1 1 0 0 0,-1-1 0 0 0,1 0 0 0 0,0 0 0 0 0,0 0 1 0 0,0 0-1 0 0,3 3 0 0 0,-3-4-26 0 0,2 2-306 0 0,0 0 0 0 0,0 0 0 0 0,0-1 0 0 0,1 1 0 0 0,-1-1 0 0 0,1 0 0 0 0,-1-1 0 0 0,1 1 1 0 0,0-1-1 0 0,0 0 0 0 0,0 0 0 0 0,0 0 0 0 0,1-1 0 0 0,-1 0 0 0 0,0 0 0 0 0,10 0 0 0 0,5 2-2466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4:42.62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356 95 3376 0 0,'-3'-8'384'0'0,"-1"1"-1"0"0,-1-1 0 0 0,0 1 0 0 0,0 0 1 0 0,0 0-1 0 0,-1 0 0 0 0,0 0 0 0 0,0 1 1 0 0,0 0-1 0 0,-1 1 0 0 0,0 0 0 0 0,-12-8 1 0 0,14 11 75 0 0,-1 3-31 0 0,-21 0-20 0 0,14 2 1 0 0,0 6-236 0 0,0-1 1 0 0,1 2 0 0 0,0 0-1 0 0,0 0 1 0 0,1 1-1 0 0,1 0 1 0 0,0 1-1 0 0,0 1 1 0 0,1-1-1 0 0,1 1 1 0 0,0 1-1 0 0,1-1 1 0 0,-10 27-1 0 0,3-3 65 0 0,2 1-1 0 0,1 0 0 0 0,2 1 1 0 0,-6 55-1 0 0,10-48-193 0 0,3-1-1 0 0,1 1 1 0 0,3 0-1 0 0,2-1 1 0 0,1 0-1 0 0,3 1 1 0 0,21 70-1 0 0,-20-89-384 0 0,2 0 1 0 0,0-1-1 0 0,2 0 0 0 0,1 0 0 0 0,27 35 1 0 0,-28-44-261 0 0,1-1 1 0 0,1 0-1 0 0,0-1 1 0 0,1-1-1 0 0,0 0 1 0 0,1-1-1 0 0,1-1 1 0 0,22 11 0 0 0,1-5-1818 0 0,4-4-1703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4:43.49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 11 2704 0 0,'0'0'1390'0'0,"-9"-10"7069"0"0,25 31-6700 0 0,26 36-1544 0 0,-16-23 80 0 0,25 32 193 0 0,60 101 0 0 0,-99-146-471 0 0,-1 0 0 0 0,-1 1 0 0 0,-1 1-1 0 0,-1-1 1 0 0,-1 1 0 0 0,-1 1 0 0 0,-1-1 0 0 0,-1 1-1 0 0,2 39 1 0 0,-7-45-283 0 0,0 0 0 0 0,-2 0 1 0 0,0-1-1 0 0,-1 1 0 0 0,0-1 0 0 0,-2 0 0 0 0,0 0 0 0 0,-1-1 1 0 0,0 1-1 0 0,-2-1 0 0 0,0-1 0 0 0,-19 26 0 0 0,8-16-852 0 0,-1-1 0 0 0,-2-1 0 0 0,0 0 0 0 0,-1-2-1 0 0,-1-1 1 0 0,-32 19 0 0 0,12-11-3525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4:44.69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300 103 2480 0 0,'0'0'1425'0'0,"-1"-5"-208"0"0,-3-14-208 0 0,3 14-219 0 0,0 0-234 0 0,-19-38 1695 0 0,17 39-1887 0 0,0 1-30 0 0,-11-9-96 0 0,10 9-44 0 0,0 1-8 0 0,0 2-136 0 0,0-1 0 0 0,0 0 0 0 0,0 1 0 0 0,0 0 0 0 0,0 0 0 0 0,0 0 0 0 0,0 1 0 0 0,0-1 0 0 0,1 1 0 0 0,-1 0-1 0 0,0 0 1 0 0,0 0 0 0 0,1 0 0 0 0,-1 1 0 0 0,0 0 0 0 0,1 0 0 0 0,0 0 0 0 0,-5 2 0 0 0,-2 4 38 0 0,0 1 0 0 0,1 0 0 0 0,0 0 0 0 0,0 1 0 0 0,-7 10 0 0 0,3-3-12 0 0,1 1 1 0 0,1 0-1 0 0,0 0 0 0 0,1 1 1 0 0,2 0-1 0 0,0 1 0 0 0,0 0 0 0 0,2 0 1 0 0,1 0-1 0 0,0 1 0 0 0,2 0 0 0 0,0 0 1 0 0,1 0-1 0 0,2 30 0 0 0,1-38-61 0 0,-1-12-14 0 0,0 1 0 0 0,0 0 1 0 0,0 0-1 0 0,1 0 1 0 0,-1 0-1 0 0,1 0 0 0 0,-1 0 1 0 0,1 0-1 0 0,0 0 1 0 0,0 0-1 0 0,1 1 0 0 0,3 9 15 0 0,-2-6-15 0 0,-1 0 1 0 0,1-1-1 0 0,0 1 1 0 0,0 0-1 0 0,1-1 1 0 0,0 0-1 0 0,0 0 1 0 0,0 0-1 0 0,0 0 0 0 0,1-1 1 0 0,0 1-1 0 0,0-1 1 0 0,0 0-1 0 0,0-1 1 0 0,1 1-1 0 0,-1-1 1 0 0,1 0-1 0 0,0-1 0 0 0,0 1 1 0 0,0-1-1 0 0,0 0 1 0 0,12 1-1 0 0,-17-2 1 0 0,5 0 2 0 0,0 0 0 0 0,-1-1 0 0 0,1 1-1 0 0,0-1 1 0 0,-1 0 0 0 0,1-1 0 0 0,0 1-1 0 0,8-3 1 0 0,-7 2-4 0 0,-1-1 0 0 0,1 1 0 0 0,-1-1 0 0 0,1-1 0 0 0,-1 1 0 0 0,0-1 0 0 0,0 0-1 0 0,0-1 1 0 0,0 1 0 0 0,6-6 0 0 0,-5 3 2 0 0,3-2-8 0 0,27-33-13 0 0,-33 34 13 0 0,1-1-48 0 0,0 0 0 0 0,0 0-1 0 0,-1-1 1 0 0,0 0 0 0 0,5-17-1 0 0,-7 20 67 0 0,4-10-116 0 0,-1-4 49 0 0,-4 2-30 0 0,-1-53-213 0 0,-1 51 150 0 0,-4-1 49 0 0,-1 6-106 0 0,4 6 179 0 0,-1 0 0 0 0,-1 0 1 0 0,0 1-1 0 0,0-1 0 0 0,0 1 0 0 0,-1 0 0 0 0,0 0 0 0 0,-1 1 0 0 0,0-1 0 0 0,0 1 1 0 0,0 1-1 0 0,-1-1 0 0 0,0 1 0 0 0,-14-9 0 0 0,18 13 11 0 0,-3 0 1 0 0,-15-3 46 0 0,16 3 72 0 0,0 3-100 0 0,2 0 1 0 0,0 0 1 0 0,0 0-1 0 0,-1 0 0 0 0,1 0 1 0 0,0 1-1 0 0,0-1 0 0 0,1 1 1 0 0,-1 0-1 0 0,0 0 0 0 0,1 0 1 0 0,-1 0-1 0 0,1 0 1 0 0,-1 0-1 0 0,1 1 0 0 0,0-1 1 0 0,0 1-1 0 0,0 0 0 0 0,0-1 1 0 0,0 1-1 0 0,1 0 0 0 0,0 0 1 0 0,-2 5-1 0 0,-9 50 138 0 0,12-42-110 0 0,0 0 0 0 0,1 0 0 0 0,1 0 0 0 0,1 0 0 0 0,0 0-1 0 0,11 30 1 0 0,-13-43-32 0 0,8 26 21 0 0,1-1 0 0 0,2 0 0 0 0,16 29 0 0 0,-20-44-467 0 0,0 1 0 0 0,1-1 0 0 0,0-1 0 0 0,1 0 1 0 0,1 0-1 0 0,0-1 0 0 0,18 15 0 0 0,-26-24-215 0 0,11 7-730 0 0,-2-6-1624 0 0,7 4-1074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4:44.9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3076 0 0,'0'0'7897'0'0,"1"3"-7606"0"0,6 20-67 0 0,-1 0 1 0 0,-2 0-1 0 0,3 29 0 0 0,-1-9-215 0 0,6 42-875 0 0,20 113-6474 0 0,-25-169 3416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4:46.12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459 296 2760 0 0,'1'-7'1454'0'0,"-2"-15"-475"0"0,0 0 0 0 0,-1 0 0 0 0,-1 0 1 0 0,-1 1-1 0 0,-1-1 0 0 0,-1 1 0 0 0,0 0 1 0 0,-2 0-1 0 0,-19-36 0 0 0,25 54-938 0 0,0 0-1 0 0,0 0 1 0 0,0 1 0 0 0,0-1 0 0 0,-1 1-1 0 0,1 0 1 0 0,-1 0 0 0 0,0-1 0 0 0,1 2-1 0 0,-1-1 1 0 0,0 0 0 0 0,0 1 0 0 0,0-1-1 0 0,-1 1 1 0 0,1 0 0 0 0,0 0 0 0 0,0 0-1 0 0,-1 0 1 0 0,1 1 0 0 0,0-1 0 0 0,-1 1-1 0 0,1 0 1 0 0,0 0 0 0 0,-1 0 0 0 0,1 0-1 0 0,-6 2 1 0 0,-2 0-19 0 0,0 1 0 0 0,0 0 0 0 0,1 1-1 0 0,-1 0 1 0 0,1 0 0 0 0,-14 9 0 0 0,5-1-18 0 0,1 0 0 0 0,0 2 0 0 0,1 0 0 0 0,0 1 0 0 0,1 0 0 0 0,1 1 0 0 0,1 1 1 0 0,0 1-1 0 0,1 0 0 0 0,1 1 0 0 0,0 0 0 0 0,-11 27 0 0 0,16-28 7 0 0,5-15-7 0 0,1 0 0 0 0,0 0 1 0 0,0 0-1 0 0,1 1 0 0 0,-1-1 0 0 0,1 0 1 0 0,-1 1-1 0 0,1 5 0 0 0,0-9-3 0 0,-1 10 14 0 0,0-1-1 0 0,1 0 0 0 0,0 1 1 0 0,0-1-1 0 0,1 1 0 0 0,1-1 0 0 0,-1 0 1 0 0,1 1-1 0 0,6 15 0 0 0,-5-20-3 0 0,-1 1-6 0 0,1-1 0 0 0,1 1 0 0 0,-1 0 0 0 0,1-1 0 0 0,0 1 0 0 0,0-1 0 0 0,9 8 0 0 0,26 17-2 0 0,-33-27-3 0 0,1 0 4 0 0,0 0-1 0 0,0 0 1 0 0,1-1 0 0 0,-1 1 0 0 0,1-2-1 0 0,-1 1 1 0 0,1-1 0 0 0,-1 0 0 0 0,1-1 0 0 0,0 0-1 0 0,-1 0 1 0 0,1 0 0 0 0,0-1 0 0 0,-1 0-1 0 0,1-1 1 0 0,-1 0 0 0 0,13-4 0 0 0,-13 3-17 0 0,0 0 1 0 0,0 0 0 0 0,0-1-1 0 0,-1 0 1 0 0,1 0 0 0 0,-1-1-1 0 0,0 1 1 0 0,0-1 0 0 0,0-1-1 0 0,-1 1 1 0 0,0-1 0 0 0,0 0-1 0 0,0 0 1 0 0,-1-1 0 0 0,5-7-1 0 0,-8 11 11 0 0,3-4-51 0 0,0-1 0 0 0,0 0 0 0 0,-1 0-1 0 0,0 0 1 0 0,-1 0 0 0 0,2-12 0 0 0,-2 13 43 0 0,0-3-45 0 0,0 0 0 0 0,0 0-1 0 0,-1-1 1 0 0,-1 1 0 0 0,0-13-1 0 0,0 16 25 0 0,0-16-182 0 0,-2 2 181 0 0,-1 7-30 0 0,0-2 11 0 0,-1 1-1 0 0,0 0 1 0 0,-10-20-1 0 0,11 29 44 0 0,0 0 0 0 0,0 0 1 0 0,0 1-1 0 0,-1 0 0 0 0,0 0 0 0 0,0 0 0 0 0,-1 0 1 0 0,1 0-1 0 0,-1 1 0 0 0,-6-4 0 0 0,8 5-9 0 0,-2 2-6 0 0,-49-6 33 0 0,51 8-2 0 0,0-1 1 0 0,1 2 0 0 0,-1-1 0 0 0,1 0-1 0 0,-1 0 1 0 0,1 1 0 0 0,-1-1 0 0 0,1 1-1 0 0,0 0 1 0 0,0 0 0 0 0,0 0 0 0 0,0 0-1 0 0,0 0 1 0 0,0 0 0 0 0,0 0 0 0 0,1 1-1 0 0,-3 3 1 0 0,3-5-4 0 0,0 1 2 0 0,0-1 0 0 0,0 1 0 0 0,-1-1 0 0 0,1 1 0 0 0,0 0 0 0 0,0 0 1 0 0,1-1-1 0 0,-1 1 0 0 0,0 0 0 0 0,1 0 0 0 0,-1 0 0 0 0,1 0 0 0 0,-1 0 1 0 0,1 3-1 0 0,-1 1 9 0 0,-2 9 31 0 0,1 0 0 0 0,0 0-1 0 0,1 0 1 0 0,1 1 0 0 0,0-1 0 0 0,1 0 0 0 0,1 0 0 0 0,7 30-1 0 0,-2-12-4 0 0,2 0 0 0 0,2 0 0 0 0,1-2 0 0 0,2 1-1 0 0,30 52 1 0 0,-26-56-745 0 0,1 0 0 0 0,2-1 0 0 0,25 26 0 0 0,-37-45-71 0 0,0-1 0 0 0,1 0 0 0 0,0-1 0 0 0,0 0-1 0 0,0 0 1 0 0,14 4 0 0 0,-20-8-429 0 0,1-1-853 0 0,22 3-1424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4:46.52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9 135 1916 0 0,'-7'-26'1247'0'0,"6"21"610"0"0,1-1-1095 0 0,1-1-399 0 0,0 0 0 0 0,0 0 1 0 0,1-1-1 0 0,0 1 0 0 0,4-7 0 0 0,-4 9 53 0 0,2 2-56 0 0,32-25 513 0 0,-32 27-678 0 0,1-1 4 0 0,47-6 545 0 0,-46 8-639 0 0,-6 0-101 0 0,1 1 0 0 0,-1-1 1 0 0,0 1-1 0 0,1-1 0 0 0,-1 0 0 0 0,1 1 1 0 0,-1-1-1 0 0,1 0 0 0 0,0 1 0 0 0,-1-1 1 0 0,1 0-1 0 0,-1 0 0 0 0,1 1 0 0 0,0-1 1 0 0,-1 0-1 0 0,1 0 0 0 0,-1 0 0 0 0,1 0 0 0 0,0 0 1 0 0,-1 0-1 0 0,1 0 0 0 0,1 0 0 0 0,-1 0 1 0 0,0 0 0 0 0,1 0-1 0 0,-1 0 1 0 0,1 0-1 0 0,-1 0 1 0 0,0 0-1 0 0,1 1 1 0 0,-1-1 0 0 0,0 0-1 0 0,0 1 1 0 0,1-1-1 0 0,-1 1 1 0 0,0-1-1 0 0,2 2 1 0 0,2 0 3 0 0,9 7 37 0 0,8 27 47 0 0,-19-27-86 0 0,-2 33-8 0 0,-3-35 12 0 0,0-1 0 0 0,0 1-12 0 0,0-1 1 0 0,0 1 0 0 0,-1-1 0 0 0,0 1 0 0 0,0-1-1 0 0,0 0 1 0 0,-5 7 0 0 0,4-8-31 0 0,-6 12 137 0 0,-1-1 0 0 0,-1 0 0 0 0,0-1-1 0 0,-18 17 1 0 0,27-29 84 0 0,2-3-130 0 0,1 1 1 0 0,-1 0-1 0 0,0-1 0 0 0,0 1 1 0 0,0 0-1 0 0,1-1 0 0 0,-1 1 1 0 0,0 0-1 0 0,1 0 0 0 0,-1-1 0 0 0,0 1 1 0 0,1 0-1 0 0,-1 0 0 0 0,1 0 1 0 0,0 0-1 0 0,-1 0 0 0 0,1 0 1 0 0,0 0-1 0 0,-1 0 0 0 0,1 2 1 0 0,22 8 90 0 0,16-11-60 0 0,261-51-2962 0 0,-163 23-3398 0 0,-106 23 2107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5:17.94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386 138 3532 0 0,'0'0'9598'0'0,"-5"2"-9495"0"0,-15 3-28 0 0,15-3 131 0 0,-1-2-123 0 0,-16 2-8 0 0,17-1 66 0 0,-1-2-63 0 0,-17-1 18 0 0,17 2 256 0 0,1-2-290 0 0,-20-5 67 0 0,12-10-86 0 0,10 13-41 0 0,6-23 84 0 0,-2 21-71 0 0,2 2-9 0 0,3-4 10 0 0,0 0 0 0 0,0 1 0 0 0,1 0 0 0 0,0 0 0 0 0,0 0 0 0 0,1 1 0 0 0,-1 0-1 0 0,11-5 1 0 0,-14 9 24 0 0,1 0 5 0 0,-4 2-48 0 0,2-2 23 0 0,0 1 0 0 0,0 0 1 0 0,0 0-1 0 0,0 0 0 0 0,0 0 1 0 0,0 1-1 0 0,0-1 0 0 0,0 1 1 0 0,0 0-1 0 0,0 0 0 0 0,1 0 1 0 0,-1 0-1 0 0,0 1 0 0 0,0-1 0 0 0,0 1 1 0 0,0-1-1 0 0,0 1 0 0 0,4 2 1 0 0,-1 2 4 0 0,-1 0 1 0 0,1 1-1 0 0,-1 0 1 0 0,0 0-1 0 0,-1 0 1 0 0,1 0-1 0 0,-1 1 1 0 0,0 0-1 0 0,-1 0 1 0 0,0 0-1 0 0,0 0 1 0 0,0 0-1 0 0,-1 1 1 0 0,0-1-1 0 0,-1 1 1 0 0,0-1-1 0 0,0 1 1 0 0,0 0-1 0 0,-1 9 1 0 0,0-15-24 0 0,1 1 0 0 0,-1 0 1 0 0,0 0-1 0 0,0 1 0 0 0,0-1 0 0 0,0 0 1 0 0,-1 0-1 0 0,1-1 0 0 0,-1 1 0 0 0,-1 4 1 0 0,-6 18 10 0 0,3-5-4 0 0,-1 0 0 0 0,-1-1 0 0 0,-1 0-1 0 0,-15 25 1 0 0,17-33-14 0 0,-2 0 1 0 0,1 0-1 0 0,-1-1 1 0 0,-1-1-1 0 0,1 1 1 0 0,-2-1-1 0 0,1-1 1 0 0,-1 0-1 0 0,-17 11 0 0 0,-30 11-40 0 0,51-27 23 0 0,-16 5-26 0 0,4-5-69 0 0,6-1 5 0 0,1 0 0 0 0,-1 0 1 0 0,1-2-1 0 0,-18 1 0 0 0,24-2 63 0 0,0 0-1 0 0,-1 0 0 0 0,1 0 1 0 0,0 0-1 0 0,-1-1 0 0 0,1 0 0 0 0,0 0 1 0 0,0 0-1 0 0,0-1 0 0 0,1 0 1 0 0,-1 0-1 0 0,1 0 0 0 0,-8-7 1 0 0,-19-27-175 0 0,29 34 161 0 0,0-3 10 0 0,1 3 42 0 0,0-1-1 0 0,0 1 1 0 0,1-1 0 0 0,-1 0-1 0 0,1 1 1 0 0,-1-1 0 0 0,1 0-1 0 0,0 1 1 0 0,1-1-1 0 0,-1 1 1 0 0,1-1 0 0 0,-1 0-1 0 0,1 1 1 0 0,0-1-1 0 0,3-5 1 0 0,-2 6 11 0 0,1-1 1 0 0,0 0-1 0 0,0 1 0 0 0,0-1 1 0 0,0 1-1 0 0,1 0 1 0 0,-1 0-1 0 0,1 1 0 0 0,0-1 1 0 0,0 1-1 0 0,0-1 1 0 0,5-1-1 0 0,-7 3 16 0 0,0 1-1 0 0,0-1 1 0 0,0 1-1 0 0,0-1 1 0 0,0 1 0 0 0,0 0-1 0 0,-1 0 1 0 0,1 0 0 0 0,0 0-1 0 0,0 0 1 0 0,0 0-1 0 0,3 1 1 0 0,-1 0 18 0 0,2-1 0 0 0,0 0-1 0 0,0 1 0 0 0,-1 0 1 0 0,1 0-1 0 0,-1 1 0 0 0,1-1 1 0 0,-1 1-1 0 0,1 0 1 0 0,8 6-1 0 0,39 26 187 0 0,-28-13-117 0 0,-1 1-1 0 0,30 36 0 0 0,9 8-457 0 0,-40-51-173 0 0,-19-12 210 0 0,2-2-54 0 0,18 4-39 0 0,-18-3-53 0 0,10-3 180 0 0,-1-1 0 0 0,0 0 0 0 0,0-1 0 0 0,0 0 0 0 0,0-2 0 0 0,0 1 0 0 0,-1-2 0 0 0,0 0 0 0 0,0-1 0 0 0,0 0 0 0 0,-1-1 0 0 0,0 0 0 0 0,-1-1 0 0 0,0-1 0 0 0,0 0 0 0 0,17-19 0 0 0,3-8 376 0 0,-2 0 1 0 0,-1-2-1 0 0,43-80 0 0 0,-59 92 787 0 0,-11 23-479 0 0,4-24 810 0 0,-7 24-976 0 0,0 2-176 0 0,1 0-1 0 0,-1 1 1 0 0,1-1 0 0 0,-1 0-1 0 0,0 0 1 0 0,0 1-1 0 0,0-1 1 0 0,0 0-1 0 0,0 1 1 0 0,0-1-1 0 0,0 1 1 0 0,0-1-1 0 0,0 1 1 0 0,-1 0 0 0 0,1 0-1 0 0,-1-1 1 0 0,1 1-1 0 0,-3-1 1 0 0,0 0 295 0 0,-1 3-192 0 0,-1 1-97 0 0,0 1-1 0 0,0-1 0 0 0,0 1 0 0 0,1 0 0 0 0,-1 1 1 0 0,1 0-1 0 0,0-1 0 0 0,0 2 0 0 0,0-1 1 0 0,0 0-1 0 0,1 1 0 0 0,-1 0 0 0 0,-3 6 0 0 0,-2 2 57 0 0,1 1 1 0 0,0 0-1 0 0,1 1 0 0 0,-7 15 0 0 0,7-11 106 0 0,0 10 19 0 0,6-25-213 0 0,-7 48 194 0 0,9-49-200 0 0,0 1-1 0 0,0 0 0 0 0,0 0 0 0 0,1 0 1 0 0,-1 0-1 0 0,1 0 0 0 0,0 0 1 0 0,0-1-1 0 0,0 1 0 0 0,0 0 1 0 0,1-1-1 0 0,0 1 0 0 0,-1-1 0 0 0,4 5 1 0 0,1-2-7 0 0,1 0 1 0 0,-1-1 0 0 0,1 0 0 0 0,0 0-1 0 0,0 0 1 0 0,8 3 0 0 0,-11-7 0 0 0,2 0-4 0 0,20 2-11 0 0,-20-2 3 0 0,0-1-15 0 0,2 0 10 0 0,15-1-12 0 0,-16-2 8 0 0,0 1 1 0 0,1-2-1 0 0,-1 1 1 0 0,-1-1-1 0 0,8-5 0 0 0,-10 6 0 0 0,0 0 0 0 0,-1 0-1 0 0,0 0 1 0 0,0 0-1 0 0,0-1 1 0 0,0 1 0 0 0,0-1-1 0 0,-1 1 1 0 0,1-1-1 0 0,-1 0 1 0 0,0 0 0 0 0,-1 0-1 0 0,1-1 1 0 0,0 1-1 0 0,-1 0 1 0 0,0 0 0 0 0,0-1-1 0 0,-1 1 1 0 0,1-1 0 0 0,-1 1-1 0 0,0-1 1 0 0,0 1-1 0 0,0-1 1 0 0,-1 1 0 0 0,0-7-1 0 0,-2-3-185 0 0,-1 0 0 0 0,0 0-1 0 0,-1 0 1 0 0,0 0 0 0 0,-1 1 0 0 0,-8-13 0 0 0,11 21-62 0 0,0 1 0 0 0,0-1 1 0 0,-1 1-1 0 0,1 1 0 0 0,-1-1 1 0 0,0 0-1 0 0,-1 1 0 0 0,1 0 1 0 0,-9-6-1 0 0,7 6-88 0 0,2 1-136 0 0,1 0 1 0 0,-1 0-1 0 0,0 1 1 0 0,0 0-1 0 0,1 0 1 0 0,-1 0-1 0 0,0 0 1 0 0,0 0-1 0 0,0 1 0 0 0,0 0 1 0 0,0-1-1 0 0,-8 2 1 0 0,8-1-90 0 0,-2 0-3646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5:49.71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114 6 2668 0 0,'0'0'8570'0'0,"-3"-2"-8398"0"0,0 1-118 0 0,0 1 1 0 0,0-1 0 0 0,0 0 0 0 0,0 1 0 0 0,0-1-1 0 0,0 1 1 0 0,0 0 0 0 0,0 0 0 0 0,0 0-1 0 0,0 1 1 0 0,0-1 0 0 0,0 1 0 0 0,0 0-1 0 0,0-1 1 0 0,0 1 0 0 0,0 0 0 0 0,0 1 0 0 0,1-1-1 0 0,-1 1 1 0 0,-3 1 0 0 0,3 0-20 0 0,3-3-33 0 0,0 1 0 0 0,0-1 0 0 0,0 1 0 0 0,0-1 0 0 0,0 0 0 0 0,-1 1 0 0 0,1-1 0 0 0,0 1 0 0 0,0-1 0 0 0,0 0 0 0 0,-1 1-1 0 0,1-1 1 0 0,0 0 0 0 0,0 1 0 0 0,-1-1 0 0 0,1 0 0 0 0,0 1 0 0 0,0-1 0 0 0,-1 0 0 0 0,1 1 0 0 0,0-1 0 0 0,-1 0 0 0 0,1 0 0 0 0,-1 1 0 0 0,-11 12 66 0 0,-7 25 34 0 0,17-34-71 0 0,2 1-12 0 0,0-5-19 0 0,-3 37 73 0 0,3-36-70 0 0,-1 1 0 0 0,1-1 0 0 0,0 0 0 0 0,0 1 1 0 0,0-1-1 0 0,0 0 0 0 0,1 0 0 0 0,-1 1 0 0 0,0-1 0 0 0,0 0 1 0 0,1 1-1 0 0,-1-1 0 0 0,1 0 0 0 0,-1 0 0 0 0,1 0 0 0 0,0 0 1 0 0,-1 1-1 0 0,1-1 0 0 0,0 0 0 0 0,0 0 0 0 0,0 0 0 0 0,-1-1 1 0 0,1 1-1 0 0,0 0 0 0 0,0 0 0 0 0,0 0 0 0 0,1-1 0 0 0,-1 1 1 0 0,0 0-1 0 0,0-1 0 0 0,0 1 0 0 0,3 0 0 0 0,19 0 7 0 0,-17-1-5 0 0,-2-2 10 0 0,12-7-9 0 0,-12 7-18 0 0,-4 2 12 0 0,0-1 0 0 0,0 1 0 0 0,1-1 0 0 0,-1 1 0 0 0,0 0 0 0 0,0-1 0 0 0,0 1 0 0 0,1-1 0 0 0,-1 1 0 0 0,0 0 0 0 0,0-1 0 0 0,1 1 0 0 0,-1 0 0 0 0,0-1 0 0 0,1 1 0 0 0,-1 0 0 0 0,0 0 0 0 0,1-1 0 0 0,-1 1 0 0 0,1 0 0 0 0,-1 0 0 0 0,0 0 0 0 0,1-1 0 0 0,-1 1 0 0 0,1 0 0 0 0,-1 0 0 0 0,1 0 0 0 0,0 0 0 0 0,-1 0 0 0 0,1 0-1 0 0,-1-1 1 0 0,1 1 0 0 0,-1 0-1 0 0,1 0 1 0 0,-1 0 0 0 0,1-1 0 0 0,-1 1-1 0 0,1 0 1 0 0,-1 0 0 0 0,0-1-1 0 0,1 1 1 0 0,-1 0 0 0 0,1-1-1 0 0,-1 1 1 0 0,0-1 0 0 0,1 1-1 0 0,-1 0 1 0 0,0-1 0 0 0,0 1-1 0 0,1-1 1 0 0,-1 1 0 0 0,0-1-1 0 0,0 0 1 0 0,0 1-1 0 0,0-1 1 0 0,0 0-1 0 0,0 1 1 0 0,0-1 0 0 0,1 1-1 0 0,-1-1 1 0 0,0 1-1 0 0,0-1 1 0 0,0 1-1 0 0,1-1 1 0 0,-1 1-1 0 0,0-1 1 0 0,0 1 0 0 0,1-1-1 0 0,-1 1 1 0 0,1-1-1 0 0,-1 1 1 0 0,0-1-1 0 0,1 1 1 0 0,-1 0 0 0 0,1-1-1 0 0,11-15 28 0 0,-8 12-24 0 0,0-2 2 0 0,1-31-9 0 0,-4 32-19 0 0,-3 0-21 0 0,-2-14 36 0 0,3 15 33 0 0,1 3-24 0 0,0 1-1 0 0,0-1 1 0 0,-1 1-1 0 0,1-1 1 0 0,0 1 0 0 0,0-1-1 0 0,0 1 1 0 0,0 0 0 0 0,0-1-1 0 0,-1 1 1 0 0,1-1 0 0 0,0 1-1 0 0,0 0 1 0 0,-1-1 0 0 0,1 1-1 0 0,0-1 1 0 0,-1 1-1 0 0,1 0 1 0 0,0 0 0 0 0,-1-1-1 0 0,1 1 1 0 0,-1 0 0 0 0,1-1-1 0 0,0 1 1 0 0,-1 0 0 0 0,0 0-2 0 0,1 0 1 0 0,-1-1 0 0 0,1 1-1 0 0,0 0 1 0 0,-1 0 0 0 0,1-1-1 0 0,-1 1 1 0 0,1 0 0 0 0,0-1-1 0 0,-1 1 1 0 0,1 0 0 0 0,0-1-1 0 0,0 1 1 0 0,-1-1 0 0 0,1 1-1 0 0,0 0 1 0 0,0-1 0 0 0,-1 1-1 0 0,1-1 1 0 0,0 1 0 0 0,0-1-1 0 0,0 1 1 0 0,0 0 0 0 0,0-1-1 0 0,0 0 1 0 0,-6 1-10 0 0,-21 2 4 0 0,25-2 5 0 0,1 1 1 0 0,-1 0-1 0 0,1 0 1 0 0,0 0-1 0 0,-1 0 1 0 0,1 0-1 0 0,0 0 1 0 0,0 0-1 0 0,0 0 1 0 0,0 1-1 0 0,-1 0 1 0 0,-2 1-27 0 0,1 0 17 0 0,-21 34-115 0 0,22-33 140 0 0,1 0-43 0 0,-5 40 174 0 0,6-39-114 0 0,11 12-4 0 0,-8-13 6 0 0,0-2-28 0 0,11 8-2 0 0,-10-7 3 0 0,1-3-3 0 0,17 1 14 0 0,-16-1 35 0 0,-2-2-15 0 0,37-21 174 0 0,-37 20-173 0 0,-4 3-36 0 0,1 0 0 0 0,0-1-1 0 0,0 1 1 0 0,-1-1 0 0 0,1 1 0 0 0,0-1 0 0 0,-1 1-1 0 0,1-1 1 0 0,0 1 0 0 0,-1-1 0 0 0,1 0 0 0 0,-1 1-1 0 0,1-1 1 0 0,-1 0 0 0 0,1 1 0 0 0,-1-1 0 0 0,1 0-1 0 0,-1 0 1 0 0,0 1 0 0 0,1-3 0 0 0,7-21 20 0 0,-6 17 1 0 0,-1 5-22 0 0,-1 0-1 0 0,0 1 1 0 0,0-1 0 0 0,0 1-1 0 0,0-1 1 0 0,0 1 0 0 0,0-1-1 0 0,0 1 1 0 0,-1-1 0 0 0,1 0-1 0 0,0 1 1 0 0,-2-3-1 0 0,1 2 3 0 0,1-3 8 0 0,-1 5-16 0 0,1 0 3 0 0,0 0 1 0 0,-1 0-1 0 0,1 0 1 0 0,0 0 0 0 0,-1-1-1 0 0,1 1 1 0 0,0 0-1 0 0,-1 0 1 0 0,1 0-1 0 0,0-1 1 0 0,-1 1 0 0 0,1 0-1 0 0,0 0 1 0 0,0-1-1 0 0,-1 1 1 0 0,1 0-1 0 0,0 0 1 0 0,0-1-1 0 0,-1 1 1 0 0,1 0 0 0 0,0-1-1 0 0,0 1 1 0 0,0 0-1 0 0,0-1 1 0 0,0 1-1 0 0,-1-1 1 0 0,1 1 1 0 0,0-1 0 0 0,0 1 0 0 0,0-1-1 0 0,0 1 1 0 0,-1-1 0 0 0,1 1 0 0 0,0 0 0 0 0,0-1 0 0 0,-1 1 0 0 0,1-1 0 0 0,0 1-1 0 0,-1 0 1 0 0,1-1 0 0 0,0 1 0 0 0,-1 0 0 0 0,1-1 0 0 0,-1 1 0 0 0,1 0 0 0 0,0 0-1 0 0,-1-1 1 0 0,1 1 0 0 0,-1 0 0 0 0,1 0 0 0 0,-1 0 0 0 0,1-1 0 0 0,-1 1 0 0 0,1 0 0 0 0,-1 0-1 0 0,1 0 1 0 0,-1 0 0 0 0,1 0 0 0 0,-1 0 0 0 0,1 0 0 0 0,-1 0 0 0 0,1 0 0 0 0,0 1-1 0 0,-1-1 1 0 0,0 0 0 0 0,-21 6-10 0 0,16-5-19 0 0,-11 11-16 0 0,13-9 42 0 0,-9 13 95 0 0,11-13-103 0 0,-2 6-3 0 0,-4 6-31 0 0,5 1 35 0 0,2-11 17 0 0,8 17 8 0 0,-4-19-22 0 0,0-1 4 0 0,1 1 1 0 0,0-1-1 0 0,0 0 1 0 0,0 0-1 0 0,0-1 1 0 0,0 1-1 0 0,5 0 1 0 0,-5-1-21 0 0,1-2-88 0 0,32-17 398 0 0,-33 16-274 0 0,-1-2-59 0 0,8-10 37 0 0,-8 11 2 0 0,6-19-123 0 0,-11 19 137 0 0,-5-11 6 0 0,6 10-6 0 0,-4 5-5 0 0,1 0 1 0 0,0 0-1 0 0,0 0 1 0 0,0 1-1 0 0,0-1 1 0 0,1 1-1 0 0,-1 0 1 0 0,0 0-1 0 0,1 1 1 0 0,-6 3-1 0 0,6-3 23 0 0,0 0-32 0 0,2-1 2 0 0,-2 1 2 0 0,0 0 1 0 0,1 0-1 0 0,-1 1 0 0 0,1-1 1 0 0,0 1-1 0 0,0-1 0 0 0,1 1 1 0 0,-3 6-1 0 0,8 4-44 0 0,-1 0 85 0 0,1-13-35 0 0,14 6 1 0 0,-14-5 3 0 0,1-3 3 0 0,13-2 3 0 0,-13 2 16 0 0,-1-1-11 0 0,11-7-11 0 0,-11 7 36 0 0,2-8-27 0 0,5-2-6 0 0,-3-2-8 0 0,-6 10 5 0 0,-7 5-32 0 0,-17 1 25 0 0,16-1 20 0 0,6-1-52 0 0,0 1 27 0 0,0-1-1 0 0,0 0 0 0 0,0 1 0 0 0,0-1 0 0 0,-1 0 0 0 0,1 1 0 0 0,0-1 1 0 0,0 1-1 0 0,0-1 0 0 0,-1 0 0 0 0,1 1 0 0 0,0-1 0 0 0,0 0 0 0 0,-1 0 1 0 0,1 1-1 0 0,0-1 0 0 0,-1 0 0 0 0,1 0 0 0 0,0 1 0 0 0,-1-1 0 0 0,1 0 1 0 0,-1 0-1 0 0,1 0 0 0 0,0 0 0 0 0,-1 1 0 0 0,0-1 10 0 0,0 0-1 0 0,0 1 1 0 0,0-1 0 0 0,0 0-1 0 0,1 1 1 0 0,-1-1 0 0 0,0 1-1 0 0,0-1 1 0 0,1 1-1 0 0,-1-1 1 0 0,1 1 0 0 0,-1 0-1 0 0,0-1 1 0 0,1 1-1 0 0,-1 0 1 0 0,1 0 0 0 0,-1-1-1 0 0,0 2 1 0 0,1-1-3 0 0,-1 0 0 0 0,1 0 0 0 0,-1 0 1 0 0,1 0-1 0 0,0-1 0 0 0,-1 1 0 0 0,1 0 0 0 0,0 0 0 0 0,-1 0 0 0 0,1 0 1 0 0,0 0-1 0 0,0 0 0 0 0,0 0 0 0 0,0 0 0 0 0,0 0 0 0 0,0 0 0 0 0,0 0 1 0 0,0 0-1 0 0,1 0 0 0 0,-1 0 0 0 0,0 0 0 0 0,0 0 0 0 0,1 0 0 0 0,-1 0 1 0 0,1-1-1 0 0,-1 1 0 0 0,1 0 0 0 0,-1 0 0 0 0,1 0 0 0 0,-1-1 0 0 0,2 2 1 0 0,1 1 73 0 0,2-3-86 0 0,2-1 99 0 0,0 0 0 0 0,1 0-1 0 0,-1-1 1 0 0,11-4 0 0 0,-15 4 229 0 0,-5-11-314 0 0,1 12-4 0 0,1 0-1 0 0,0 0 1 0 0,-1 0-1 0 0,1 0 1 0 0,0 0-1 0 0,0 0 1 0 0,-1 1 0 0 0,1-1-1 0 0,0 0 1 0 0,0 0-1 0 0,0 0 1 0 0,0 0-1 0 0,1 0 1 0 0,-1 0-1 0 0,0 0 1 0 0,0 0-1 0 0,1-1 1 0 0,-5-1-60 0 0,-12-6-53 0 0,12 6-60 0 0,-1 2-428 0 0,-12-2 164 0 0,12 2-76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5:50.13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339 58 2468 0 0,'0'0'3119'0'0,"1"-4"-2440"0"0,2-19 814 0 0,-4 21-1424 0 0,1 1-1 0 0,-1 0 1 0 0,1-1-1 0 0,-1 1 1 0 0,0 0-1 0 0,0 0 0 0 0,1 0 1 0 0,-1 0-1 0 0,0 0 1 0 0,0 0-1 0 0,0 0 1 0 0,0 0-1 0 0,0 0 1 0 0,-1 1-1 0 0,1-1 1 0 0,0 0-1 0 0,-2-1 0 0 0,-15-6 324 0 0,14 6-145 0 0,-2 2-3 0 0,-59 1 641 0 0,54 0-741 0 0,9-1-127 0 0,0 0 0 0 0,0 0 0 0 0,0 1 1 0 0,-1-1-1 0 0,1 0 0 0 0,0 1 0 0 0,0 0 0 0 0,0-1 1 0 0,0 1-1 0 0,0 0 0 0 0,-3 2 0 0 0,-10 5 182 0 0,3-2-93 0 0,0 1-1 0 0,0 0 1 0 0,0 1-1 0 0,1 0 0 0 0,0 1 1 0 0,1 0-1 0 0,0 1 0 0 0,0 0 1 0 0,1 0-1 0 0,0 1 1 0 0,1 1-1 0 0,0-1 0 0 0,1 1 1 0 0,-9 19-1 0 0,12-21-25 0 0,0 0 0 0 0,1 1 0 0 0,0-1 0 0 0,1 1 0 0 0,-2 11-1 0 0,4-16-29 0 0,0-1 0 0 0,0 1-1 0 0,0 0 1 0 0,1-1-1 0 0,0 1 1 0 0,0-1-1 0 0,0 1 1 0 0,1-1-1 0 0,-1 0 1 0 0,1 0-1 0 0,1 0 1 0 0,-1 0-1 0 0,6 9 1 0 0,-3-7 10 0 0,0 0 1 0 0,0 1-1 0 0,1-2 0 0 0,-1 1 1 0 0,2-1-1 0 0,-1 0 0 0 0,1 0 1 0 0,0 0-1 0 0,0-1 0 0 0,0 0 1 0 0,9 4-1 0 0,-8-6-154 0 0,-1 0 0 0 0,1 0 0 0 0,-1 0 0 0 0,1-1 0 0 0,0 0 0 0 0,0-1 0 0 0,-1 0 0 0 0,1 0 0 0 0,0 0 0 0 0,0-1 0 0 0,0-1 1 0 0,0 1-1 0 0,0-1 0 0 0,9-2 0 0 0,19-1-1600 0 0,-30 3 959 0 0,0 0 0 0 0,0 0-1 0 0,1-1 1 0 0,-1 1 0 0 0,0-1 0 0 0,0-1-1 0 0,8-3 1 0 0,-9 3-179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5:50.7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175 28 3028 0 0,'0'0'6770'0'0,"2"-3"-6655"0"0,0 1-68 0 0,0 0 0 0 0,0 0 0 0 0,0 0 0 0 0,0 0 0 0 0,0 1 0 0 0,0-1 1 0 0,0 1-1 0 0,0-1 0 0 0,1 1 0 0 0,-1 0 0 0 0,0 0 0 0 0,1 0 0 0 0,-1 0 0 0 0,1 0 0 0 0,0 0 0 0 0,4 0 0 0 0,0 1 21 0 0,-1 0-1 0 0,1 0 1 0 0,0 1-1 0 0,0 0 1 0 0,-1 0-1 0 0,8 2 1 0 0,-4 5-3 0 0,-9-7-59 0 0,-1-1 0 0 0,0 1 0 0 0,0-1 0 0 0,1 0 0 0 0,-1 1 0 0 0,0-1 0 0 0,1 1 0 0 0,-1-1 0 0 0,1 0 0 0 0,-1 1 0 0 0,0-1 0 0 0,1 0 0 0 0,-1 0 0 0 0,1 1 0 0 0,-1-1 0 0 0,1 0 0 0 0,-1 0 0 0 0,1 0 0 0 0,-1 1 0 0 0,1-1 0 0 0,-1 0 0 0 0,1 0 0 0 0,0 0 0 0 0,0 5 24 0 0,4 13 9 0 0,-4-13 20 0 0,-2-1 0 0 0,-20 39 72 0 0,19-40-20 0 0,-1 1 23 0 0,-32 32 326 0 0,31-33-301 0 0,1 0-92 0 0,3-3-88 0 0,-3 2 89 0 0,0 0 0 0 0,0 1 0 0 0,1-1 0 0 0,-1 1 0 0 0,1-1 0 0 0,0 1 0 0 0,0 0 0 0 0,0 0 0 0 0,0 0 0 0 0,-3 6 0 0 0,9-7-48 0 0,11 8 18 0 0,-11-8 78 0 0,0 0-97 0 0,11 5-24 0 0,11 2-6 0 0,-22-7 2 0 0,-3-1 7 0 0,1 0 1 0 0,-1 0-1 0 0,1 0 1 0 0,-1 0-1 0 0,1-1 0 0 0,0 1 1 0 0,-1-1-1 0 0,1 1 1 0 0,-1-1-1 0 0,4 1 1 0 0,-1 1 22 0 0,0 0-20 0 0,28 26 121 0 0,-29-25-63 0 0,6 18 55 0 0,-10-21-112 0 0,1 1 1 0 0,0 0-1 0 0,-1-1 0 0 0,1 1 0 0 0,0-1 0 0 0,0 1 0 0 0,-1 0 0 0 0,1-1 0 0 0,0 1 0 0 0,0 0 1 0 0,0-1-1 0 0,0 1 0 0 0,0 0 0 0 0,0-1 0 0 0,0 1 0 0 0,0 0 0 0 0,0-1 0 0 0,0 1 1 0 0,0 0-1 0 0,1-1 0 0 0,-1 1 0 0 0,1 0 0 0 0,-1 0 4 0 0,0 0-1 0 0,1 0 1 0 0,-1 0-1 0 0,0 0 1 0 0,0 0-1 0 0,0 0 1 0 0,0 0-1 0 0,0 0 1 0 0,0 0-1 0 0,0 0 0 0 0,0 0 1 0 0,0 0-1 0 0,0 0 1 0 0,0 0-1 0 0,0 0 1 0 0,-1 0-1 0 0,1 0 1 0 0,-1 0-1 0 0,1 0 1 0 0,0 0-1 0 0,-1 0 1 0 0,1-1-1 0 0,-2 2 1 0 0,-1 4 9 0 0,0-1 0 0 0,-1 1 0 0 0,1-1 0 0 0,-1 0 0 0 0,-1 0 0 0 0,1 0 0 0 0,-1-1 0 0 0,0 1-1 0 0,0-1 1 0 0,0 0 0 0 0,-7 3 0 0 0,2-1-198 0 0,0-2-1 0 0,0 1 1 0 0,-1-2-1 0 0,0 1 1 0 0,0-1-1 0 0,0-1 1 0 0,0 0-1 0 0,0-1 1 0 0,0 0-1 0 0,0 0 1 0 0,0-1-1 0 0,-1-1 1 0 0,1 0 0 0 0,-11-3-1 0 0,-45-12-3612 0 0,54 11 993 0 0,-18-9-2005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07.19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61 25 3980 0 0,'0'0'2385'0'0,"2"-4"-1491"0"0,4-13-146 0 0,-5 13 1897 0 0,-2 10-2556 0 0,-30 109 349 0 0,-2 8 12 0 0,29-106-407 0 0,3-13-5 0 0,1 2 1 0 0,2 17-10 0 0,-2-17 11 0 0,2-2-6 0 0,5 15-8 0 0,-6-14-9 0 0,1-5-13 0 0,-1 1-1 0 0,1-1 1 0 0,-1 1-1 0 0,0 0 1 0 0,1 0-1 0 0,-1 0 1 0 0,0 0-1 0 0,0 0 1 0 0,1 0-1 0 0,-1 0 1 0 0,2 3-1 0 0,-3-4 0 0 0,3 3 1 0 0,1-2-4 0 0,13 3 11 0 0,-13-3-4 0 0,1-1-40 0 0,14-1-112 0 0,-14 1 149 0 0,1-2 38 0 0,1 0-31 0 0,-1 0 1 0 0,1 0-1 0 0,-1-1 1 0 0,1 0-1 0 0,-1 0 1 0 0,0 0 0 0 0,0-1-1 0 0,0 0 1 0 0,-1 0-1 0 0,1-1 1 0 0,-1 1-1 0 0,0-1 1 0 0,0-1-1 0 0,-1 1 1 0 0,0 0-1 0 0,1-1 1 0 0,-2 0 0 0 0,1 0-1 0 0,-1 0 1 0 0,0-1-1 0 0,2-6 1 0 0,6-66 380 0 0,-11 74 21 0 0,-2 8-399 0 0,1 0 0 0 0,-1 0 1 0 0,1 0-1 0 0,-1 0 0 0 0,1 0 0 0 0,0 0 0 0 0,0 0 0 0 0,0 0 0 0 0,1 1 0 0 0,-1-1 1 0 0,1 0-1 0 0,-1 1 0 0 0,1-1 0 0 0,1 5 0 0 0,-2 8 31 0 0,-2 59 47 0 0,6 17-165 0 0,-2-69 30 0 0,4 1-91 0 0,-2-14 34 0 0,0 0-245 0 0,1 1 0 0 0,0-1 0 0 0,0-1 0 0 0,9 15-1 0 0,-10-20-84 0 0,0 0 0 0 0,0 0 0 0 0,0 0 0 0 0,0-1 0 0 0,1 1-1 0 0,-1-1 1 0 0,1 0 0 0 0,0 0 0 0 0,0 0 0 0 0,1-1 0 0 0,6 4 0 0 0,-7-4-1779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07.56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53 2520 0 0,'3'-5'1127'0'0,"8"-12"-189"0"0,-8 13-152 0 0,-1 3-685 0 0,-1 0 1 0 0,1 0-1 0 0,-1 0 0 0 0,1 0 1 0 0,-1 0-1 0 0,1 0 0 0 0,-1-1 0 0 0,0 1 1 0 0,0 0-1 0 0,1-1 0 0 0,0 0 1 0 0,1-1 266 0 0,1 1 66 0 0,14-3-11 0 0,-14 3-63 0 0,1 3-30 0 0,0-1-234 0 0,-1 1 0 0 0,1 0 0 0 0,-1 0 0 0 0,1 0 0 0 0,-1 0 0 0 0,0 1 0 0 0,0 0 0 0 0,1-1 0 0 0,-1 2 0 0 0,0-1 0 0 0,-1 0 0 0 0,1 1 0 0 0,0 0 0 0 0,-1 0 0 0 0,7 6 0 0 0,-7-4-67 0 0,1 0 1 0 0,-1 1 0 0 0,0-1 0 0 0,-1 1 0 0 0,1 0 0 0 0,-1 0-1 0 0,0 0 1 0 0,0 0 0 0 0,-1 0 0 0 0,0 1 0 0 0,0-1 0 0 0,-1 0-1 0 0,1 1 1 0 0,-1-1 0 0 0,-1 0 0 0 0,1 1 0 0 0,-1-1 0 0 0,0 0-1 0 0,-4 12 1 0 0,-6 8 165 0 0,-1 0-1 0 0,-1 0 0 0 0,-1-2 1 0 0,-2 0-1 0 0,-20 25 0 0 0,4-11 829 0 0,29-34 55 0 0,28-6-1031 0 0,0-2 0 0 0,0 0 0 0 0,0-2 0 0 0,-1 0 0 0 0,32-14 0 0 0,0 1-185 0 0,26-6-542 0 0,117-36-1864 0 0,-65 24-2961 0 0,-81 23 229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12.22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252 10 2716 0 0,'0'0'2103'0'0,"-3"-2"-1371"0"0,1 1-643 0 0,0 0 1 0 0,0 0 0 0 0,0 0 0 0 0,0 0 0 0 0,-1 1-1 0 0,1-1 1 0 0,0 1 0 0 0,0-1 0 0 0,-1 1 0 0 0,1 0-1 0 0,0 0 1 0 0,-1 0 0 0 0,1 0 0 0 0,0 0 0 0 0,-1 1-1 0 0,1-1 1 0 0,0 1 0 0 0,0-1 0 0 0,0 1 0 0 0,-1 0-1 0 0,1 0 1 0 0,-2 1 0 0 0,-12 5 213 0 0,1 0 0 0 0,1 1 0 0 0,0 1 0 0 0,-26 19 0 0 0,4 8 205 0 0,34-33-415 0 0,1-2-88 0 0,1-1 1 0 0,-1 0-1 0 0,1 0 1 0 0,0 1-1 0 0,-1-1 1 0 0,1 0-1 0 0,0 0 1 0 0,-1 1-1 0 0,1-1 1 0 0,0 0-1 0 0,-1 1 1 0 0,1-1-1 0 0,0 1 1 0 0,0-1-1 0 0,-1 0 1 0 0,1 1-1 0 0,0-1 1 0 0,0 1-1 0 0,0-1 1 0 0,0 1-1 0 0,0-1 1 0 0,0 0-1 0 0,-1 1 1 0 0,1 0-1 0 0,0 0 15 0 0,0-1-1 0 0,0 1 0 0 0,0-1 0 0 0,0 0 1 0 0,0 1-1 0 0,0-1 0 0 0,0 1 0 0 0,0-1 1 0 0,0 1-1 0 0,-1-1 0 0 0,1 0 0 0 0,0 1 1 0 0,0-1-1 0 0,-1 1 0 0 0,1-1 1 0 0,0 0-1 0 0,0 1 0 0 0,-1-1 0 0 0,1 0 1 0 0,0 1-1 0 0,-1-1 0 0 0,1 0 0 0 0,-1 0 1 0 0,0 1-1 0 0,3 3 52 0 0,2 14-27 0 0,-3-14-97 0 0,20 6 242 0 0,-15-8-141 0 0,14 4-10 0 0,-14-4-28 0 0,0-1-103 0 0,56 8 159 0 0,-55-9-52 0 0,0 1 0 0 0,0 1-1 0 0,1-1 1 0 0,-1 1 0 0 0,0 0-1 0 0,12 6 1 0 0,41 29 177 0 0,-57-35-159 0 0,0 2-15 0 0,9 13-6 0 0,-9-13 60 0 0,-2 0 18 0 0,4 12 19 0 0,-4-12 40 0 0,-2 1-44 0 0,-1 1-61 0 0,0 1 0 0 0,0-1 0 0 0,0 0 0 0 0,0-1 0 0 0,-1 1 0 0 0,0 0 0 0 0,0-1 0 0 0,-1 1 0 0 0,-5 5 0 0 0,3-5-18 0 0,0 1 0 0 0,-1-1 0 0 0,0-1-1 0 0,0 1 1 0 0,-1-1 0 0 0,0-1 0 0 0,0 1 0 0 0,-9 3 0 0 0,-70 28-250 0 0,80-33-52 0 0,0 0 1 0 0,0-1-1 0 0,0-1 0 0 0,-1 1 0 0 0,1-1 0 0 0,0 0 1 0 0,-14 0-1 0 0,-7-4-1753 0 0,22 2 680 0 0,2-1-993 0 0,-16-10-1647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12.39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58 2140 0 0,'26'-14'1624'0'0,"3"3"-480"0"0,6 0-772 0 0,2 2-340 0 0,3 3-660 0 0,2-1-1388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12.79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182 1 2044 0 0,'-3'2'980'0'0,"-7"9"71"0"0,7-8 200 0 0,-1 0-776 0 0,-8 6-57 0 0,0 1 0 0 0,1 1 0 0 0,0-1 0 0 0,1 2 0 0 0,-14 18 0 0 0,19-23-337 0 0,-4 4 97 0 0,1 0 0 0 0,1 0 0 0 0,-1 1 0 0 0,2 0 1 0 0,0 0-1 0 0,0 1 0 0 0,1-1 0 0 0,1 1 0 0 0,0 0 0 0 0,0 1 0 0 0,-1 17 1 0 0,3-25-132 0 0,2-5-36 0 0,-1 1 1 0 0,1 0 0 0 0,-1 0 0 0 0,1 0 0 0 0,0 0 0 0 0,0 0 0 0 0,0 0 0 0 0,0 0 0 0 0,0 0 0 0 0,0 0-1 0 0,0 0 1 0 0,1 0 0 0 0,-1 0 0 0 0,1 2 0 0 0,2 6 6 0 0,-1 0-1 0 0,2 0 1 0 0,-1 0-1 0 0,1 0 1 0 0,7 11 0 0 0,-8-17-8 0 0,-1 0 0 0 0,1-1 0 0 0,0 1 0 0 0,0-1 1 0 0,0 0-1 0 0,0 1 0 0 0,1-2 0 0 0,0 1 1 0 0,-1 0-1 0 0,1-1 0 0 0,0 1 0 0 0,0-1 0 0 0,0 0 1 0 0,0 0-1 0 0,1-1 0 0 0,6 2 0 0 0,8 2 18 0 0,-14-4 32 0 0,1-1-12 0 0,1 0-18 0 0,0 0-1 0 0,-1-1 1 0 0,1 1-1 0 0,0-1 0 0 0,-1 0 1 0 0,1-1-1 0 0,-1 0 1 0 0,1 0-1 0 0,-1 0 0 0 0,0-1 1 0 0,0 0-1 0 0,0 0 0 0 0,0 0 1 0 0,0-1-1 0 0,-1 0 1 0 0,1 0-1 0 0,-1 0 0 0 0,0-1 1 0 0,-1 0-1 0 0,1 0 1 0 0,-1 0-1 0 0,4-6 0 0 0,-3 4 16 0 0,-1 0-1 0 0,0 0 1 0 0,0 0-1 0 0,0 0 0 0 0,-1-1 1 0 0,0 0-1 0 0,-1 1 0 0 0,0-1 1 0 0,0 0-1 0 0,0-9 0 0 0,-9-46 22 0 0,4 53-274 0 0,0-1 1 0 0,0 1-1 0 0,-1 0 1 0 0,-1 1-1 0 0,0-1 0 0 0,0 1 1 0 0,0 0-1 0 0,-13-15 1 0 0,16 22 43 0 0,1 0 1 0 0,-1 0-1 0 0,0 0 1 0 0,0 0-1 0 0,1 0 1 0 0,-1 1-1 0 0,0-1 1 0 0,-1 1-1 0 0,1-1 1 0 0,-4-1-1 0 0,-1-1-253 0 0,-6-2-1064 0 0,-16 0-1026 0 0,22 4-1779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16.20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34 2696 0 0,'0'0'1156'0'0,"1"-5"-154"0"0,5-12-159 0 0,-4 13 501 0 0,9 0-548 0 0,-10 3-773 0 0,0 1 1 0 0,-1-1-1 0 0,1 1 1 0 0,0 0 0 0 0,0-1-1 0 0,-1 1 1 0 0,1 0-1 0 0,0 0 1 0 0,0-1 0 0 0,-1 1-1 0 0,1 0 1 0 0,0 0-1 0 0,0 0 1 0 0,0 0 0 0 0,-1 0-1 0 0,1 0 1 0 0,0 0-1 0 0,0 0 1 0 0,0 1 0 0 0,-1-1-1 0 0,1 0 1 0 0,0 0 0 0 0,0 1-1 0 0,1 0 1 0 0,9 4 154 0 0,-1 2 0 0 0,1 0 0 0 0,-1 0 0 0 0,0 0 0 0 0,-1 1 0 0 0,0 1 1 0 0,0 0-1 0 0,-1 0 0 0 0,0 1 0 0 0,0 0 0 0 0,10 17 0 0 0,-2 1-26 0 0,0 1 0 0 0,-2 0 0 0 0,15 45 0 0 0,-22-51-229 0 0,-1 1 1 0 0,0 0-1 0 0,-2 0 1 0 0,-1 0-1 0 0,-1 1 0 0 0,-1-1 1 0 0,-1 0-1 0 0,-1 1 1 0 0,-1-1-1 0 0,-10 44 1 0 0,6-45-806 0 0,-1 0 0 0 0,-2 0 0 0 0,0-1 1 0 0,-1-1-1 0 0,-1 1 0 0 0,-25 35 0 0 0,6-16-3235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17.47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 35 3336 0 0,'9'-20'1071'0'0,"-7"15"-77"0"0,7 1 235 0 0,-9 3-1171 0 0,1 1-1 0 0,-1 0 1 0 0,1-1 0 0 0,-1 1 0 0 0,1-1-1 0 0,-1 1 1 0 0,1-1 0 0 0,-1 1 0 0 0,1 0-1 0 0,-1 0 1 0 0,1-1 0 0 0,0 1 0 0 0,-1 0-1 0 0,1 0 1 0 0,-1-1 0 0 0,1 1 0 0 0,0 0-1 0 0,-1 0 1 0 0,1 0 0 0 0,0 0 0 0 0,-1 0-1 0 0,1 0 1 0 0,0 0 0 0 0,-1 0 0 0 0,1 0-1 0 0,-1 1 1 0 0,1-1 0 0 0,1 0 0 0 0,3 0 104 0 0,-4 0-117 0 0,1 0-1 0 0,0-1 1 0 0,-1 1-1 0 0,1 0 0 0 0,0 1 1 0 0,-1-1-1 0 0,1 0 1 0 0,0 0-1 0 0,-1 1 1 0 0,1-1-1 0 0,-1 1 0 0 0,1-1 1 0 0,-1 1-1 0 0,1 0 1 0 0,-1-1-1 0 0,1 1 1 0 0,-1 0-1 0 0,2 1 1 0 0,6 5 92 0 0,-1-1 0 0 0,1 1 1 0 0,-1 0-1 0 0,-1 1 0 0 0,0 0 1 0 0,0 0-1 0 0,0 1 0 0 0,10 17 1 0 0,-5-1-110 0 0,-2-1 0 0 0,0 2 1 0 0,-2-1-1 0 0,0 1 0 0 0,-2 1 0 0 0,-1-1 1 0 0,-1 1-1 0 0,-1 0 0 0 0,-1 0 1 0 0,-2 0-1 0 0,-5 49 0 0 0,0-44-501 0 0,-1 0 0 0 0,-2 0-1 0 0,-1-1 1 0 0,-1 0 0 0 0,-2 0 0 0 0,-1-1-1 0 0,-2-1 1 0 0,0 0 0 0 0,-30 40 0 0 0,5-17-1792 0 0,-3-3-1585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4:56.75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561 63 3364 0 0,'6'-22'1615'0'0,"-5"18"796"0"0,-1 2-2285 0 0,0 1 0 0 0,-1-1 1 0 0,1 0-1 0 0,-1 1 0 0 0,1-1 0 0 0,-1 0 0 0 0,0 1 0 0 0,1-1 1 0 0,-1 1-1 0 0,0 0 0 0 0,0-1 0 0 0,0 1 0 0 0,-1-1 1 0 0,1 1-1 0 0,0 0 0 0 0,0 0 0 0 0,-1 0 0 0 0,1 0 0 0 0,0 0 1 0 0,-1 0-1 0 0,1 0 0 0 0,-1 0 0 0 0,1 1 0 0 0,-1-1 1 0 0,0 0-1 0 0,1 1 0 0 0,-1 0 0 0 0,0-1 0 0 0,1 1 1 0 0,-4 0-1 0 0,-3-1-56 0 0,4 0-41 0 0,1 1 0 0 0,0 0-1 0 0,0 0 1 0 0,-1 0 0 0 0,1 0 0 0 0,0 0-1 0 0,0 1 1 0 0,0-1 0 0 0,-4 2 0 0 0,-25 7 174 0 0,1 1 0 0 0,0 2 0 0 0,1 1 1 0 0,0 1-1 0 0,1 2 0 0 0,1 0 0 0 0,1 2 0 0 0,0 1 1 0 0,1 2-1 0 0,1 0 0 0 0,1 1 0 0 0,1 2 0 0 0,-20 26 1 0 0,33-35-82 0 0,0 0 0 0 0,1 1 0 0 0,0-1 0 0 0,2 2 0 0 0,0-1 0 0 0,0 1 0 0 0,2 0 0 0 0,0 1 0 0 0,-4 26 0 0 0,8-38-99 0 0,1 1 1 0 0,0-1 0 0 0,0 0-1 0 0,0 0 1 0 0,1 0 0 0 0,0 0-1 0 0,0 0 1 0 0,4 10-1 0 0,-4-11 0 0 0,1 1 17 0 0,0-1-1 0 0,0 1 0 0 0,1 0 1 0 0,0-1-1 0 0,0 0 1 0 0,0 1-1 0 0,1-1 0 0 0,0-1 1 0 0,4 6-1 0 0,-4-5 19 0 0,0-1-45 0 0,0 1 0 0 0,0-1 0 0 0,1 0 0 0 0,-1 0 0 0 0,1 0 1 0 0,0-1-1 0 0,0 0 0 0 0,0 0 0 0 0,1 0 0 0 0,5 2 0 0 0,-7-3-4 0 0,2 1-5 0 0,18 6 32 0 0,-3-5-29 0 0,-4-1-472 0 0,0-1 0 0 0,0 0 0 0 0,0-1 0 0 0,0-1 0 0 0,0-1 0 0 0,0 0-1 0 0,0-1 1 0 0,0-1 0 0 0,22-7 0 0 0,-25 7-603 0 0,0-1 0 0 0,0-1 0 0 0,0 0-1 0 0,-1-1 1 0 0,18-10 0 0 0,-22 11-223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4:57.40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163 7 2480 0 0,'0'0'2362'0'0,"3"-2"-1455"0"0,-1 1-491 0 0,-1 1-1 0 0,1-1 1 0 0,-1 1 0 0 0,1-1-1 0 0,-1 1 1 0 0,1-1 0 0 0,-1 1-1 0 0,1 0 1 0 0,-1 0 0 0 0,1 0-1 0 0,-1 0 1 0 0,1 0 0 0 0,-1 0-1 0 0,1 1 1 0 0,1-1 0 0 0,6 4-882 0 0,-5-2 1441 0 0,-15 19-113 0 0,10-18-789 0 0,-1 0-1 0 0,0-1 0 0 0,0 1 1 0 0,0-1-1 0 0,-1 0 0 0 0,1 0 0 0 0,-1 1 1 0 0,1-2-1 0 0,-1 1 0 0 0,-5 3 1 0 0,5-3 283 0 0,-1-1-278 0 0,-14 5 22 0 0,14-5 462 0 0,-21-2-342 0 0,20 0 277 0 0,6-1-500 0 0,-1 0 0 0 0,0 0 0 0 0,1 0 0 0 0,-1 0 0 0 0,1 0 0 0 0,0 0 0 0 0,0 0 0 0 0,0 0 0 0 0,0 0 0 0 0,0 1 0 0 0,0-1 0 0 0,0 0 0 0 0,1 0 0 0 0,-1 1 0 0 0,1-1 0 0 0,-1 1 0 0 0,1-1 0 0 0,-1 1 0 0 0,1 0 0 0 0,0 0 0 0 0,0 0 0 0 0,-1 0 0 0 0,1 0 0 0 0,4-2 0 0 0,2 0 13 0 0,1 0 0 0 0,-1 1 0 0 0,15-3 1 0 0,-20 4-24 0 0,3 0 27 0 0,0 2 33 0 0,-1-1-45 0 0,-1 1 10 0 0,0-1-1 0 0,0 1 1 0 0,0-1-1 0 0,0 1 1 0 0,0 0 0 0 0,0 1-1 0 0,0-1 1 0 0,0 1-1 0 0,0-1 1 0 0,0 1 0 0 0,-1 1-1 0 0,7 3 1 0 0,-4-1 17 0 0,0 0 0 0 0,0 1 0 0 0,-1 0-1 0 0,1 0 1 0 0,-1 0 0 0 0,-1 1 0 0 0,1-1 0 0 0,-1 1 0 0 0,0 0 0 0 0,-1 1 0 0 0,4 8 0 0 0,1 19-7 0 0,-5 7-53 0 0,-4-33 28 0 0,-1-2-2 0 0,0 11-11 0 0,-2 2 11 0 0,-2-6-1 0 0,-16 39-23 0 0,17-46 14 0 0,-4 8-70 0 0,-1 0 21 0 0,-2-4-63 0 0,5-2 27 0 0,-1-1 0 0 0,0-1-1 0 0,0 1 1 0 0,-1-1 0 0 0,0-1 0 0 0,-1 0 0 0 0,1 0-1 0 0,-1-1 1 0 0,0 0 0 0 0,0 0 0 0 0,-19 4-1 0 0,25-8-147 0 0,-3-1 65 0 0,1 0 117 0 0,1 0 0 0 0,-1 0 0 0 0,0-1-1 0 0,1 0 1 0 0,-1 0 0 0 0,1 0 0 0 0,-1-1 0 0 0,1 0 0 0 0,-1 0 0 0 0,1 0-1 0 0,0-1 1 0 0,0 0 0 0 0,0 1 0 0 0,1-2 0 0 0,-1 1 0 0 0,1-1 0 0 0,-1 1-1 0 0,-6-10 1 0 0,-7-24-260 0 0,17 33 312 0 0,1-1 6 0 0,1 3 10 0 0,-1-1 1 0 0,1 0 0 0 0,-1 0-1 0 0,1 1 1 0 0,0-1 0 0 0,0 1 0 0 0,1-1-1 0 0,-1 1 1 0 0,0-1 0 0 0,1 1-1 0 0,-1 0 1 0 0,3-3 0 0 0,-1 2 46 0 0,1 2 58 0 0,2 0-40 0 0,1 1 1 0 0,0-1-1 0 0,-1 1 0 0 0,1 1 1 0 0,0-1-1 0 0,-1 1 0 0 0,1 0 1 0 0,-1 0-1 0 0,1 1 0 0 0,-1 0 1 0 0,1 0-1 0 0,-1 1 1 0 0,0-1-1 0 0,0 1 0 0 0,0 1 1 0 0,10 7-1 0 0,12 9 52 0 0,53 50 0 0 0,-44-37-427 0 0,-34-30-85 0 0,-2-3 364 0 0,-1 0 0 0 0,1 0 0 0 0,-1 0 0 0 0,1 0-1 0 0,-1 0 1 0 0,1 0 0 0 0,-1 0 0 0 0,1 0 0 0 0,-1 0 0 0 0,1 0 0 0 0,-1 1 0 0 0,1-1-1 0 0,-1 0 1 0 0,1 0 0 0 0,-1 0 0 0 0,0 1 0 0 0,1-1 0 0 0,-1 0 0 0 0,1 1 0 0 0,-1-1 0 0 0,0 0-1 0 0,1 1 1 0 0,-1-1 0 0 0,0 0 0 0 0,1 2 0 0 0,0-2-84 0 0,-1 1 0 0 0,1 0 0 0 0,0 0-1 0 0,0-1 1 0 0,-1 1 0 0 0,1 0 0 0 0,0-1 0 0 0,0 1 0 0 0,0-1-1 0 0,0 1 1 0 0,0-1 0 0 0,0 1 0 0 0,0-1 0 0 0,0 0 0 0 0,0 1-1 0 0,0-1 1 0 0,0 0 0 0 0,0 0 0 0 0,2 0 0 0 0,46 0-5871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4:58.45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29 137 3876 0 0,'0'0'1452'0'0,"-5"-1"-216"0"0,-18-2 5789 0 0,26 1-6479 0 0,0-1-422 0 0,1 1 0 0 0,0-1 1 0 0,-1 1-1 0 0,1 0 0 0 0,0 0 1 0 0,0 1-1 0 0,0-1 0 0 0,0 1 1 0 0,1 0-1 0 0,-1 0 0 0 0,0 0 1 0 0,0 1-1 0 0,7-1 0 0 0,303-45 1733 0 0,-104 11-3635 0 0,-206 34 1107 0 0,1 0-75 0 0,42-7-3322 0 0,-43 7 3101 0 0,9-12-2818 0 0,-7 10 851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4:58.87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60 35 2776 0 0,'0'0'2022'0'0,"-3"-4"-1239"0"0,-10-13 1632 0 0,-3 6-1454 0 0,13 8 1542 0 0,-14 11-1958 0 0,14-7-459 0 0,-1 0 634 0 0,4 5-576 0 0,1 0-1 0 0,0 0 1 0 0,0-1-1 0 0,1 1 1 0 0,0 0-1 0 0,3 6 1 0 0,-3-8-11 0 0,2-1-8 0 0,5 4-71 0 0,0-1-1 0 0,1-1 1 0 0,-1 1 0 0 0,1-2-1 0 0,0 1 1 0 0,1-1 0 0 0,-1-1-1 0 0,1 0 1 0 0,17 3 0 0 0,-24-6-30 0 0,3 1-10 0 0,20 0-2 0 0,-21-1 1 0 0,0 0 17 0 0,15-1-1 0 0,-16 0 54 0 0,0 1 4 0 0,23-7 216 0 0,-18 4-28 0 0,-21 10-289 0 0,10-7 14 0 0,0 0 1 0 0,0 1 0 0 0,0-1-1 0 0,0 1 1 0 0,0-1 0 0 0,0 1-1 0 0,0-1 1 0 0,0 1 0 0 0,1 0-1 0 0,-1-1 1 0 0,0 1-1 0 0,0 0 1 0 0,1-1 0 0 0,-1 1-1 0 0,0 0 1 0 0,0 1 0 0 0,-7 11 22 0 0,0-4-19 0 0,0 0-1 0 0,1 0 0 0 0,1 0 0 0 0,-9 16 0 0 0,6-8 0 0 0,-6 13-130 0 0,-19 48 0 0 0,19-27-959 0 0,15-47 509 0 0,0 2-103 0 0,1 23-1056 0 0,-1-29 1667 0 0,0 0 0 0 0,0 1 0 0 0,1-1-1 0 0,-1 1 1 0 0,0-1 0 0 0,0 0 0 0 0,0 1 0 0 0,0-1 0 0 0,0 1 0 0 0,1-1-1 0 0,-1 0 1 0 0,0 1 0 0 0,0-1 0 0 0,1 0 0 0 0,-1 1 0 0 0,0-1 0 0 0,1 0-1 0 0,-1 0 1 0 0,0 1 0 0 0,0-1 0 0 0,1 0 0 0 0,-1 0 0 0 0,1 1 0 0 0,-1-1-1 0 0,0 0 1 0 0,1 0 0 0 0,0 0 0 0 0,-1 1-94 0 0,1-1-1 0 0,-1 0 1 0 0,1 0 0 0 0,-1 0-1 0 0,1 1 1 0 0,-1-1-1 0 0,0 0 1 0 0,1 0 0 0 0,-1 1-1 0 0,1-1 1 0 0,-1 0 0 0 0,0 1-1 0 0,1-1 1 0 0,-1 1 0 0 0,0-1-1 0 0,0 0 1 0 0,1 1 0 0 0,-1-1-1 0 0,0 1 1 0 0,0-1 0 0 0,1 1-1 0 0,-1-1 1 0 0,0 0-1 0 0,0 2 1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5:04.25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211 72 3060 0 0,'0'0'6707'0'0,"-1"4"-6388"0"0,-2 2-129 0 0,0-1 1 0 0,-1 0 0 0 0,1 1 0 0 0,-1-2-1 0 0,0 1 1 0 0,0 0 0 0 0,-1-1 0 0 0,-6 6-1 0 0,8-8-21 0 0,-1 0-88 0 0,-13 4 2 0 0,13-4 84 0 0,0-1-89 0 0,-4-1 56 0 0,0 0 0 0 0,0 0 1 0 0,0 0-1 0 0,-8-2 0 0 0,11 1-81 0 0,5 1-86 0 0,0-1 35 0 0,0 1 0 0 0,0 0-1 0 0,0 0 1 0 0,-1-1 0 0 0,1 1 0 0 0,0 0-1 0 0,0 0 1 0 0,0-1 0 0 0,0 1 0 0 0,0 0 0 0 0,0 0-1 0 0,-1-1 1 0 0,1 1 0 0 0,0 0 0 0 0,0 0 0 0 0,0-1-1 0 0,-1 1 1 0 0,1 0 0 0 0,0 0 0 0 0,0 0-1 0 0,-1 0 1 0 0,1 0 0 0 0,0-1 0 0 0,0 1 0 0 0,-1 0-1 0 0,1 0 1 0 0,0 0 0 0 0,-1 0 0 0 0,1 0 0 0 0,0 0-1 0 0,0 0 1 0 0,-1 0 0 0 0,0 0 4 0 0,1 0-1 0 0,-1 0 1 0 0,1-1 0 0 0,-1 1-1 0 0,1 0 1 0 0,0 0 0 0 0,-1 0 0 0 0,1 0-1 0 0,-1-1 1 0 0,1 1 0 0 0,-1 0-1 0 0,1 0 1 0 0,0-1 0 0 0,-1 1 0 0 0,1 0-1 0 0,-1-1 1 0 0,1 1 0 0 0,0 0 0 0 0,0-1-1 0 0,-1 1 1 0 0,1-1 0 0 0,0 1-1 0 0,0-1 1 0 0,-1 1 0 0 0,1 0 0 0 0,0-1-1 0 0,0 1 1 0 0,0-1 0 0 0,0 1-1 0 0,0-1 1 0 0,-1 1 0 0 0,1-1 0 0 0,0 1-1 0 0,0-1 1 0 0,0 1 0 0 0,1-1-1 0 0,-1 1 1 0 0,0-1 0 0 0,0 0 0 0 0,0-3-7 0 0,0 1 6 0 0,0 0 0 0 0,0-1-1 0 0,1 1 1 0 0,-1 0-1 0 0,1 0 1 0 0,0 0-1 0 0,0-1 1 0 0,0 1-1 0 0,0 0 1 0 0,0 0 0 0 0,1 0-1 0 0,-1 0 1 0 0,1 1-1 0 0,0-1 1 0 0,2-3-1 0 0,5-3 43 0 0,0 1 0 0 0,19-14 0 0 0,-24 20-11 0 0,-1-1 0 0 0,1 1 0 0 0,0 0 0 0 0,1 0 0 0 0,-1 0 0 0 0,0 1 1 0 0,0 0-1 0 0,1-1 0 0 0,-1 1 0 0 0,1 1 0 0 0,-1-1 0 0 0,6 1 0 0 0,-5 0-26 0 0,1-1 30 0 0,0 1 0 0 0,0 1 0 0 0,0-1-1 0 0,0 1 1 0 0,0 1 0 0 0,0-1-1 0 0,0 1 1 0 0,0 0 0 0 0,8 4 0 0 0,-5-1-20 0 0,0 0 0 0 0,-1 0 0 0 0,0 1 1 0 0,0 1-1 0 0,0-1 0 0 0,-1 1 0 0 0,0 1 0 0 0,0-1 1 0 0,-1 1-1 0 0,0 0 0 0 0,0 1 0 0 0,-1-1 1 0 0,0 1-1 0 0,6 16 0 0 0,-8-18-17 0 0,-1 1-1 0 0,0 0 1 0 0,0 0-1 0 0,-1-1 1 0 0,0 1 0 0 0,0 0-1 0 0,-1 0 1 0 0,0 8-1 0 0,-1-8-4 0 0,1 8-6 0 0,-2 1 1 0 0,0-1-1 0 0,-1 0 1 0 0,0 0-1 0 0,-1 0 0 0 0,-1 0 1 0 0,-1 0-1 0 0,0-1 1 0 0,-10 16-1 0 0,7-15-80 0 0,-1-1 1 0 0,-18 21-1 0 0,10-14 16 0 0,11-14 23 0 0,0 0-1 0 0,0-1 1 0 0,-1 1-1 0 0,0-2 1 0 0,0 1-1 0 0,0-1 1 0 0,-1 0-1 0 0,0-1 1 0 0,0 0-1 0 0,-1 0 1 0 0,1-1-1 0 0,-1-1 1 0 0,-13 4-1 0 0,18-5 61 0 0,0-2-124 0 0,-17 1-26 0 0,16-1-28 0 0,1-1 0 0 0,-1-1 117 0 0,1 1 0 0 0,-1-1 1 0 0,1 0-1 0 0,-1-1 0 0 0,1 1 0 0 0,0-1 0 0 0,0 0 1 0 0,0 0-1 0 0,0-1 0 0 0,1 0 0 0 0,-1 1 1 0 0,1-1-1 0 0,0-1 0 0 0,0 1 0 0 0,1-1 1 0 0,-1 1-1 0 0,1-1 0 0 0,0 0 0 0 0,-2-6 0 0 0,3 7-35 0 0,0-1-72 0 0,0-57 161 0 0,3 60 0 0 0,-1 0 0 0 0,1 0 1 0 0,-1 1-1 0 0,1-1 0 0 0,0 0 0 0 0,0 0 0 0 0,0 1 0 0 0,0-1 0 0 0,0 1 0 0 0,1-1 0 0 0,-1 1 0 0 0,0-1 0 0 0,1 1 0 0 0,-1 0 0 0 0,1-1 0 0 0,-1 1 0 0 0,4-1 0 0 0,7-10 63 0 0,-7 11 8 0 0,15-5 28 0 0,-15 5 0 0 0,1 1 18 0 0,9 2 17 0 0,0 0 1 0 0,0 0-1 0 0,0 1 1 0 0,-1 1-1 0 0,18 7 1 0 0,95 61 490 0 0,-76-41-552 0 0,-48-29-123 0 0,1 1-86 0 0,35 17-1581 0 0,-35-18 1192 0 0,2-3-1682 0 0,16 0 1132 0 0,-17 1-359 0 0,-1-2-1073 0 0,13-7-1777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5:05.9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27 155 3148 0 0,'-16'-17'4202'0'0,"16"12"-3459"0"0,0 1-552 0 0,0 0 0 0 0,0 0 1 0 0,1 0-1 0 0,-1 0 0 0 0,1 0 1 0 0,0 0-1 0 0,0 0 0 0 0,1 0 1 0 0,-1 0-1 0 0,1 0 0 0 0,0 1 0 0 0,0-1 1 0 0,0 0-1 0 0,0 1 0 0 0,5-6 1 0 0,-1 3-4 0 0,0 0 0 0 0,1 0 0 0 0,-1 0 0 0 0,1 0 0 0 0,1 1 1 0 0,-1 0-1 0 0,1 1 0 0 0,0 0 0 0 0,11-5 0 0 0,-15 8-10 0 0,27-5 95 0 0,-25 5-177 0 0,-1 1-15 0 0,19 0 2 0 0,-18 0-13 0 0,-1 1-12 0 0,1 1-38 0 0,0 0 1 0 0,0 0-1 0 0,-1 1 0 0 0,1 0 1 0 0,7 4-1 0 0,-10-4-1 0 0,0 1 13 0 0,6 12-12 0 0,-7-12-6 0 0,-2 3-8 0 0,-1 18 0 0 0,0-19-12 0 0,-1-1 16 0 0,-3 9-14 0 0,-2-1-1 0 0,0 0 0 0 0,-1 0 1 0 0,-11 15-1 0 0,17-26 16 0 0,-1 2-1 0 0,-28 26 121 0 0,28-28 225 0 0,0 1-208 0 0,-3 0-14 0 0,2 0 124 0 0,7-3 10 0 0,50-10-163 0 0,-15 5-91 0 0,-32 5-4 0 0,1 1-3 0 0,0-1 3 0 0,1 2-1 0 0,-1-1 1 0 0,0 1 0 0 0,0 0 0 0 0,0 0-1 0 0,0 1 1 0 0,0-1 0 0 0,-1 2-1 0 0,1-1 1 0 0,-1 1 0 0 0,0 0-1 0 0,10 8 1 0 0,-12-8 15 0 0,-2 1-5 0 0,7 14-15 0 0,-6-14 0 0 0,-3 1 1 0 0,0 17-31 0 0,0-17 10 0 0,-2 0 33 0 0,0 2-15 0 0,-1 0 0 0 0,0-1 0 0 0,0 1 1 0 0,0 0-1 0 0,-1-1 0 0 0,-1 1 0 0 0,1-1 0 0 0,-1-1 1 0 0,-6 8-1 0 0,-35 23-10 0 0,35-31-4 0 0,-31 18-8 0 0,33-20 14 0 0,-10 1-49 0 0,10-2-29 0 0,-4 1-102 0 0,1 0 1 0 0,-1-1-1 0 0,-20 2 1 0 0,28-4 34 0 0,0-1 0 0 0,0 0 0 0 0,1 0 0 0 0,-1-1 0 0 0,0 0 0 0 0,0 0 1 0 0,1 0-1 0 0,-1 0 0 0 0,1 0 0 0 0,-1-1 0 0 0,1 0 0 0 0,-1 0 1 0 0,1 0-1 0 0,-6-5 0 0 0,9 6 99 0 0,-4-3-194 0 0,-1 0-1 0 0,1-1 1 0 0,0 1 0 0 0,-7-10-1 0 0,10 12-121 0 0,0-1 0 0 0,0 1 0 0 0,1-1 0 0 0,-1 0 0 0 0,1 0-1 0 0,0 0 1 0 0,-1 0 0 0 0,1 1 0 0 0,1-2 0 0 0,-1 1 0 0 0,0 0-1 0 0,1 0 1 0 0,-1 0 0 0 0,1 0 0 0 0,0 0 0 0 0,0 0 0 0 0,1 0 0 0 0,-1-4-1 0 0,5-14-3896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5:06.86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3 2792 0 0,'0'0'4339'0'0,"5"0"-3820"0"0,18-3 634 0 0,-19 7-915 0 0,0 1-199 0 0,0 0 1 0 0,0 1-1 0 0,-1-1 1 0 0,0 1-1 0 0,0 0 1 0 0,0 0-1 0 0,0 0 1 0 0,-1 0-1 0 0,0 1 1 0 0,0-1-1 0 0,-1 1 1 0 0,0-1-1 0 0,0 1 1 0 0,-1 0-1 0 0,1-1 1 0 0,-2 8-1 0 0,0 11-439 0 0,-1 0-1 0 0,-9 37 1 0 0,6-42-1099 0 0,-1-1 0 0 0,-9 19 0 0 0,3-11-2475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05.62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30 43 3324 0 0,'0'0'5753'0'0,"-5"1"-5188"0"0,-15 1-123 0 0,15-2 1224 0 0,8 3-1412 0 0,-1-1-199 0 0,1 1 0 0 0,0-1-1 0 0,0 0 1 0 0,0 0-1 0 0,1-1 1 0 0,-1 1 0 0 0,0-1-1 0 0,1 1 1 0 0,-1-1-1 0 0,1 0 1 0 0,-1 0-1 0 0,1-1 1 0 0,-1 1 0 0 0,1-1-1 0 0,4 1 1 0 0,65-3 204 0 0,-67 2-225 0 0,4 0-10 0 0,30-5 68 0 0,11-4-26 0 0,87-24 48 0 0,-133 31-101 0 0,15-3 9 0 0,-16 3-16 0 0,1 1 7 0 0,13-8-35 0 0,-43 7 35 0 0,21 4-9 0 0,-1 1 1 0 0,1-1-1 0 0,0 1 1 0 0,0 1-1 0 0,0-1 1 0 0,0 0-1 0 0,-6 9 1 0 0,5-8 7 0 0,1 1 0 0 0,0 0 1 0 0,0 0-1 0 0,1 0 0 0 0,0 1 0 0 0,0-1 1 0 0,-3 7-1 0 0,3-7-4 0 0,-4 12 10 0 0,0-1 0 0 0,2 1-1 0 0,0 0 1 0 0,0 0 0 0 0,2 1 0 0 0,-2 17-1 0 0,3-24-14 0 0,-14 138 3 0 0,8-60-216 0 0,2 1-2712 0 0,6-84 1863 0 0,1-4-734 0 0,-1 0 1546 0 0,0-1 0 0 0,0 1 1 0 0,0-1-1 0 0,0 1 0 0 0,0-1 0 0 0,0 0 1 0 0,0 1-1 0 0,0-1 0 0 0,-1 1 1 0 0,0 1-1 0 0,1 0-526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05.89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32 131 2696 0 0,'-3'-2'1230'0'0,"-23"-24"2672"0"0,23 23-2785 0 0,7 0-806 0 0,-1-1-217 0 0,1 0 0 0 0,0 1 0 0 0,0 0 0 0 0,0 0 0 0 0,0 0 1 0 0,0 1-1 0 0,1-1 0 0 0,-1 1 0 0 0,1 0 0 0 0,-1 0 1 0 0,8-1-1 0 0,65-11 342 0 0,-28 7-323 0 0,138-14-1956 0 0,-89 8-1504 0 0,-55 7 586 0 0,-36 5-183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06.33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101 38 2164 0 0,'0'0'3031'0'0,"2"-3"-2291"0"0,-2 2-625 0 0,1 0 0 0 0,-1 0 0 0 0,1 0 0 0 0,-1 0 0 0 0,0 0 0 0 0,1 0 0 0 0,-1 0 0 0 0,0 0 0 0 0,1 0 0 0 0,-1 0 0 0 0,0 0 0 0 0,0 0 0 0 0,0 0 0 0 0,0 0 0 0 0,0-1 0 0 0,0 1 0 0 0,-1 0 0 0 0,1 0 0 0 0,0 0 0 0 0,0 0 0 0 0,-1 0 0 0 0,1 0 0 0 0,-1 0 0 0 0,1 0 0 0 0,-1 0 0 0 0,1 0 0 0 0,-1 1 0 0 0,1-1 0 0 0,-2-2 0 0 0,-1 0 128 0 0,2 4-245 0 0,0-1 0 0 0,-1 0 1 0 0,1 1-1 0 0,0-1 0 0 0,0 1 0 0 0,0-1 0 0 0,-1 1 0 0 0,1 0 0 0 0,0 0 0 0 0,0-1 1 0 0,0 1-1 0 0,-2 2 0 0 0,1-2-4 0 0,-1 2 62 0 0,-1 0 40 0 0,-5 6-18 0 0,1 1 0 0 0,0 0 0 0 0,0 0-1 0 0,1 1 1 0 0,1-1 0 0 0,0 2 0 0 0,0-1 0 0 0,-4 15-1 0 0,8-22-15 0 0,1 50 180 0 0,2-49-203 0 0,0-4-35 0 0,0 1 0 0 0,-1-1 0 0 0,1 1 1 0 0,0-1-1 0 0,0 1 0 0 0,0-1 0 0 0,0 0 0 0 0,0 0 0 0 0,0 1 0 0 0,0-1 0 0 0,0 0 1 0 0,2 1-1 0 0,-2-1 1 0 0,5 5 8 0 0,20 9 1 0 0,-19-14-13 0 0,-2-1 1 0 0,-1 1 6 0 0,3 0 0 0 0,4 0 42 0 0,0 0 0 0 0,1-1 0 0 0,-1-1 0 0 0,0 0 0 0 0,1 0 0 0 0,-1-1 0 0 0,0-1 0 0 0,0 0 0 0 0,0 0 0 0 0,-1-1 0 0 0,1 0 0 0 0,-1-1 0 0 0,0 0 0 0 0,0-1 0 0 0,-1 0 0 0 0,1 0 0 0 0,-1-1 0 0 0,9-9 0 0 0,5-15 250 0 0,-21 26-276 0 0,0 2 18 0 0,-1-3-4 0 0,0 2-56 0 0,0 0 0 0 0,-1 0 0 0 0,1 0 0 0 0,-1 0 0 0 0,0 0 0 0 0,0 0 0 0 0,-1 0 0 0 0,1 0 0 0 0,-1 0 0 0 0,0 0 0 0 0,0 0 0 0 0,0 0 0 0 0,0 0 0 0 0,-1 1 0 0 0,1-1-1 0 0,-1 0 1 0 0,0 1 0 0 0,0-1 0 0 0,-1 1 0 0 0,1 0 0 0 0,-6-6 0 0 0,6 7-175 0 0,-13-3-122 0 0,14 5 296 0 0,0-1 1 0 0,0 0 0 0 0,1 1-1 0 0,-1-1 1 0 0,-1 1 0 0 0,1-1 0 0 0,0 1-1 0 0,0 0 1 0 0,0-1 0 0 0,0 1-1 0 0,0 0 1 0 0,0 0 0 0 0,0 0-1 0 0,0 0 1 0 0,0 0 0 0 0,-1 0-1 0 0,1 0 1 0 0,0 0 0 0 0,-1 0-1 0 0,-8 2-149 0 0,1-1-1 0 0,0 1 1 0 0,-1 1-1 0 0,1-1 1 0 0,0 2 0 0 0,0-1-1 0 0,1 1 1 0 0,-1 1-1 0 0,1-1 1 0 0,0 1-1 0 0,-10 9 1 0 0,9-8-546 0 0,1 1 1 0 0,1 1-1 0 0,-1-1 1 0 0,2 1-1 0 0,-1 0 1 0 0,-8 14-1 0 0,2 1-3210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09.79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0 115 2280 0 0,'0'0'3358'0'0,"1"5"-2791"0"0,2 18 314 0 0,18-12 193 0 0,-14-10-819 0 0,14 2 0 0 0,0-2 0 0 0,1 0-1 0 0,-1-2 1 0 0,0 0-1 0 0,34-6 1 0 0,-17-2-76 0 0,0 0 1 0 0,40-17-1 0 0,-28 5 132 0 0,-36 14-230 0 0,-1 0 1 0 0,0-1-1 0 0,19-14 1 0 0,-29 20 60 0 0,1-2-10 0 0,28-28 400 0 0,-30 28-6 0 0,-4 7-454 0 0,-4 9-14 0 0,0 1 0 0 0,0-1 0 0 0,1 1 0 0 0,1 0 0 0 0,-5 23-1 0 0,-11 78-16 0 0,-17 174-1697 0 0,36-283 1054 0 0,1 1-171 0 0,-1 16-155 0 0,0-17-144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10.01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73 254 2376 0 0,'-4'-1'1318'0'0,"-51"-13"3744"0"0,54 14-5019 0 0,0-1 0 0 0,0 1 0 0 0,0-1 0 0 0,1 1 0 0 0,-1-1 0 0 0,0 0 0 0 0,0 1 0 0 0,1-1 0 0 0,-1 0 0 0 0,0 1 1 0 0,1-1-1 0 0,-1 0 0 0 0,1 0 0 0 0,-1 0 0 0 0,1 1 0 0 0,-1-1 0 0 0,1 0 0 0 0,0 0 0 0 0,-1 0 0 0 0,1 0 0 0 0,0-1 0 0 0,26-11-8 0 0,2 2 0 0 0,-1 0-1 0 0,2 2 1 0 0,39-8 0 0 0,22-6-528 0 0,20-13-2895 0 0,116-54 0 0 0,-201 78 820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10.37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47 0 2240 0 0,'0'0'4777'0'0,"-4"1"-4452"0"0,1 1-234 0 0,0 0 1 0 0,0 0-1 0 0,0 0 0 0 0,0 0 0 0 0,1 0 1 0 0,-1 1-1 0 0,1-1 0 0 0,-1 1 0 0 0,1 0 1 0 0,0 0-1 0 0,0 0 0 0 0,0 0 0 0 0,0 0 1 0 0,1 0-1 0 0,-1 0 0 0 0,1 0 1 0 0,-1 5-1 0 0,0-4 233 0 0,2 2-144 0 0,2 14-38 0 0,-2-15-9 0 0,2 0-13 0 0,0 0-79 0 0,1 0 0 0 0,0 0 0 0 0,0 0 0 0 0,0 0 0 0 0,1 0 0 0 0,-1-1 0 0 0,1 1 0 0 0,0-1-1 0 0,1 0 1 0 0,5 4 0 0 0,2-1 30 0 0,0 0 0 0 0,0-2-1 0 0,16 6 1 0 0,-3-1-8 0 0,0 0 0 0 0,33 21 0 0 0,-54-29-47 0 0,-1 1-2 0 0,11 7 17 0 0,-11-7-29 0 0,-1 2 7 0 0,5 12 11 0 0,-5-13 72 0 0,-3 1-29 0 0,-4 15 17 0 0,4-15 2 0 0,-2-1-8 0 0,-3 3-40 0 0,0 0 0 0 0,0 0 1 0 0,-1 0-1 0 0,0-1 0 0 0,0 0 0 0 0,-13 8 0 0 0,-22 5-631 0 0,38-18 262 0 0,-2 0-64 0 0,-16 4-333 0 0,17-4-268 0 0,0-2-199 0 0,-17-3-2291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10.55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1 153 3256 0 0,'0'0'1256'0'0,"28"-17"721"0"0,8 3-1265 0 0,-10 4-128 0 0,2 2-124 0 0,4-2-96 0 0,1 0-32 0 0,7 0-124 0 0,2 0-48 0 0,0-1-176 0 0,2 3-180 0 0,-3-2-212 0 0,3 2-568 0 0,-2-4-228 0 0,0 4-913 0 0,-5 2-2235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15.63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280 1 2680 0 0,'-13'7'379'0'0,"0"1"-1"0"0,0 0 0 0 0,1 1 1 0 0,0 0-1 0 0,1 1 0 0 0,0 0 0 0 0,0 1 1 0 0,1 0-1 0 0,0 1 0 0 0,1 0 1 0 0,1 1-1 0 0,-8 14 0 0 0,-4 9-38 0 0,2 1 0 0 0,2 0-1 0 0,-14 50 1 0 0,18-48-176 0 0,2 1 0 0 0,1 0-1 0 0,3 1 1 0 0,1 0 0 0 0,2 0 0 0 0,2 0 0 0 0,1 0 0 0 0,10 64 0 0 0,-7-82-415 0 0,2 0 1 0 0,1-1-1 0 0,0 0 1 0 0,2 0 0 0 0,0-1-1 0 0,2 0 1 0 0,0 0-1 0 0,1-1 1 0 0,1 0 0 0 0,1-1-1 0 0,1-1 1 0 0,0 0-1 0 0,2 0 1 0 0,0-2-1 0 0,1 0 1 0 0,32 23 0 0 0,-15-16-2021 0 0,1-3-1593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16.90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155 1 3792 0 0,'0'0'3629'0'0,"-4"4"-3245"0"0,-10 13-233 0 0,0 2 0 0 0,2-1 1 0 0,0 1-1 0 0,1 1 0 0 0,1 0 1 0 0,1 1-1 0 0,-13 40 0 0 0,10-17-88 0 0,1 0-1 0 0,3 1 1 0 0,-4 48 0 0 0,10-59-128 0 0,1 0 0 0 0,1 0 0 0 0,2 0 0 0 0,1 0 1 0 0,2 0-1 0 0,2-1 0 0 0,1 0 0 0 0,1 0 0 0 0,2-1 1 0 0,1 0-1 0 0,1-1 0 0 0,2 0 0 0 0,1-1 0 0 0,2-1 1 0 0,0 0-1 0 0,2-2 0 0 0,1 0 0 0 0,2-1 0 0 0,0-1 1 0 0,1-2-1 0 0,2 0 0 0 0,0-1 0 0 0,1-2 0 0 0,2-1 1 0 0,0-1-1 0 0,32 14 0 0 0,74 21-3527 0 0,-61-31-292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18.04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324 0 1800 0 0,'-17'10'383'0'0,"0"1"0"0"0,1 0 1 0 0,0 1-1 0 0,1 1 0 0 0,0 0 0 0 0,1 1 0 0 0,1 0 0 0 0,0 2 1 0 0,1-1-1 0 0,1 1 0 0 0,0 1 0 0 0,-12 26 0 0 0,0 5-63 0 0,2 1 0 0 0,3 1-1 0 0,-17 71 1 0 0,24-75-222 0 0,3-1-1 0 0,1 1 0 0 0,3 1 1 0 0,1-1-1 0 0,3 1 1 0 0,1-1-1 0 0,3 1 1 0 0,1-1-1 0 0,14 53 0 0 0,-10-65-148 0 0,2 0 1 0 0,0 0-1 0 0,3-1 0 0 0,0 0 0 0 0,3-2 0 0 0,0 0 0 0 0,2 0 0 0 0,1-2 0 0 0,1 0 0 0 0,2-2 1 0 0,1 0-1 0 0,39 34 0 0 0,-22-28-606 0 0,2-2-1 0 0,1-2 1 0 0,0-2 0 0 0,3-2 0 0 0,0-2 0 0 0,1-2 0 0 0,56 17 0 0 0,-22-14-2419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18.50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 0 3516 0 0,'6'2'1183'0'0,"0"0"-946"0"0,-1 1 0 0 0,1 0 0 0 0,0 0-1 0 0,-1 0 1 0 0,1 0 0 0 0,-1 1 0 0 0,0 0 0 0 0,0 0 0 0 0,-1 0-1 0 0,1 1 1 0 0,-1 0 0 0 0,5 5 0 0 0,-2 1-31 0 0,-1-1-1 0 0,1 1 1 0 0,-2 1 0 0 0,1-1 0 0 0,5 22-1 0 0,-3-3-89 0 0,-2-1 0 0 0,-1 1 0 0 0,-1 1 0 0 0,0 48 0 0 0,-5-49-220 0 0,-1 1 1 0 0,-1-1 0 0 0,-1 1 0 0 0,-17 57 0 0 0,13-64-675 0 0,-2 0 0 0 0,0-1 0 0 0,-1 0 0 0 0,-1-1 0 0 0,-1 0 0 0 0,-24 30 0 0 0,-2-7-2812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19.75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318 112 2780 0 0,'0'0'1246'0'0,"0"-6"-190"0"0,-1-15-117 0 0,1 15-258 0 0,-2 1-132 0 0,2 2-500 0 0,-10-30 885 0 0,9 31-878 0 0,1 0-1 0 0,-1 0 1 0 0,0 0 0 0 0,0 0-1 0 0,0 0 1 0 0,-1 1-1 0 0,1-1 1 0 0,0 0 0 0 0,-1 1-1 0 0,1-1 1 0 0,-1 1-1 0 0,0-1 1 0 0,1 1 0 0 0,-1 0-1 0 0,0 0 1 0 0,0 0-1 0 0,-2-1 1 0 0,2 0-47 0 0,-1 1 11 0 0,0 0 0 0 0,1 0 0 0 0,-1 0 1 0 0,0 1-1 0 0,1-1 0 0 0,-1 0 0 0 0,0 1 0 0 0,0 0 0 0 0,0-1 0 0 0,1 1 0 0 0,-1 1 0 0 0,0-1 1 0 0,0 0-1 0 0,0 1 0 0 0,0-1 0 0 0,1 1 0 0 0,-1 0 0 0 0,0 0 0 0 0,-2 1 0 0 0,-11 7 57 0 0,1 0 1 0 0,0 1-1 0 0,1 1 0 0 0,0 0 1 0 0,1 1-1 0 0,0 0 0 0 0,1 1 0 0 0,0 0 1 0 0,1 1-1 0 0,0 1 0 0 0,2 0 0 0 0,-1 0 1 0 0,2 1-1 0 0,0 0 0 0 0,1 0 0 0 0,1 1 1 0 0,-9 32-1 0 0,14-43-53 0 0,-1 0 4 0 0,0 0 1 0 0,1 1-1 0 0,0 0 1 0 0,0-1-1 0 0,1 1 1 0 0,0-1-1 0 0,0 1 1 0 0,0 0-1 0 0,3 11 1 0 0,-2-13-31 0 0,0 2 17 0 0,0 0-1 0 0,0 0 1 0 0,1 0 0 0 0,0-1-1 0 0,1 1 1 0 0,-1-1-1 0 0,1 0 1 0 0,7 12 0 0 0,9 5-13 0 0,-15-19-4 0 0,0 0 0 0 0,0-1 0 0 0,1 0 0 0 0,-1 0 0 0 0,1 0 0 0 0,-1 0 1 0 0,1-1-1 0 0,0 1 0 0 0,0-1 0 0 0,0-1 0 0 0,0 1 0 0 0,1-1 0 0 0,-1 0 1 0 0,0 0-1 0 0,1 0 0 0 0,9 0 0 0 0,-5-2-42 0 0,0 0 0 0 0,0 0 0 0 0,-1-1 0 0 0,1-1 0 0 0,0 1 0 0 0,-1-1 0 0 0,12-6 0 0 0,-14 6 0 0 0,-1-1 1 0 0,0 0 0 0 0,0 0-1 0 0,0 0 1 0 0,-1 0 0 0 0,1-1-1 0 0,7-8 1 0 0,-9 8 31 0 0,1 0-1 0 0,-1 0 0 0 0,0 0 0 0 0,0 0 0 0 0,0 0 0 0 0,-1-1 0 0 0,1 1 0 0 0,-1-1 0 0 0,3-8 0 0 0,-4 9 3 0 0,1-2-3 0 0,-1 1 0 0 0,0-1 0 0 0,0 0 0 0 0,-1 1 1 0 0,1-1-1 0 0,-1-11 0 0 0,0 10 5 0 0,0 0 9 0 0,-1 0-1 0 0,-1 0 0 0 0,1 0 1 0 0,-1 0-1 0 0,-1 0 0 0 0,-3-14 1 0 0,3 15-10 0 0,-2-13-8 0 0,-3 1 5 0 0,1 8-1 0 0,4 3 8 0 0,-26-38 9 0 0,15 28-22 0 0,10 14 7 0 0,0 1 17 0 0,-11-8 7 0 0,10 9 1 0 0,0 3-8 0 0,-15 4-8 0 0,18-4 3 0 0,0-1 0 0 0,0 1 0 0 0,1-1 0 0 0,-1 1-1 0 0,0-1 1 0 0,0 1 0 0 0,0-1 0 0 0,1 1 0 0 0,-1 0 0 0 0,0-1 0 0 0,1 1 0 0 0,-1 0 0 0 0,0 0 0 0 0,1-1-1 0 0,-1 1 1 0 0,1 0 0 0 0,-1 0 0 0 0,1 0 0 0 0,0 0 0 0 0,-1 0 0 0 0,1 0 0 0 0,0 0 0 0 0,-1 1 0 0 0,1-1 1 0 0,-2 4 7 0 0,-1 0-1 0 0,1 0 1 0 0,0 1 0 0 0,0-1-1 0 0,1 1 1 0 0,0 0 0 0 0,0-1 0 0 0,0 1-1 0 0,1 0 1 0 0,-1 0 0 0 0,2-1-1 0 0,-1 1 1 0 0,2 8 0 0 0,-1 15 55 0 0,1-1-40 0 0,2 1 0 0 0,0 0 0 0 0,2-1 0 0 0,15 44 0 0 0,-18-62-197 0 0,1 1 0 0 0,0-1 1 0 0,1 0-1 0 0,0-1 0 0 0,0 1 0 0 0,1-1 0 0 0,0 0 1 0 0,1 0-1 0 0,0-1 0 0 0,0 0 0 0 0,1 0 1 0 0,12 9-1 0 0,-17-14-347 0 0,2-2 19 0 0,3 1 52 0 0,0-1 0 0 0,0 0 0 0 0,0-1 0 0 0,9 0 0 0 0,-6 0 415 0 0,-10-1 7 0 0,1 1 0 0 0,-1-1 0 0 0,1 1 0 0 0,-1-1 1 0 0,1 0-1 0 0,-1 1 0 0 0,1-1 0 0 0,-1 0 0 0 0,0 0 0 0 0,1 0 0 0 0,-1 0 0 0 0,2-2 0 0 0,-1 1-21 0 0,-1 2 35 0 0,0-1 1 0 0,0 0-1 0 0,0 1 0 0 0,1-1 0 0 0,-1 0 1 0 0,0 0-1 0 0,0 1 0 0 0,0-1 0 0 0,0 0 0 0 0,0 0 1 0 0,-1 0-1 0 0,1 0 0 0 0,0 0 0 0 0,0-1 1 0 0,-1 1-1 0 0,2-1 0 0 0,3-8-74 0 0,0 1 173 0 0,0 0 0 0 0,0 0 0 0 0,-1 0 0 0 0,0-1-1 0 0,-1 1 1 0 0,0-1 0 0 0,3-19 0 0 0,-2 9 251 0 0,6-22 812 0 0,-9 38 210 0 0,2 6-1221 0 0,1 2-109 0 0,-1-1 0 0 0,0 1 0 0 0,0 0 0 0 0,-1 0-1 0 0,1 0 1 0 0,-1 1 0 0 0,0-1 0 0 0,0 1-1 0 0,0-1 1 0 0,-1 1 0 0 0,0-1 0 0 0,0 1-1 0 0,1 7 1 0 0,11 72-318 0 0,-12-70 95 0 0,10 68-4336 0 0,-7-46 959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20.65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386 259 3408 0 0,'-1'-30'1258'0'0,"-2"0"-1"0"0,-1 0 0 0 0,-17-58 0 0 0,19 82-1135 0 0,0 0 0 0 0,-1-1 0 0 0,0 2 0 0 0,0-1-1 0 0,0 0 1 0 0,-1 1 0 0 0,-7-10 0 0 0,10 14-104 0 0,-1-1 10 0 0,-1 0 1 0 0,1 0 0 0 0,-1 0 0 0 0,1 0 0 0 0,-1 0 0 0 0,0 1-1 0 0,0-1 1 0 0,1 1 0 0 0,-1 0 0 0 0,0 0 0 0 0,0 0 0 0 0,0 0-1 0 0,0 0 1 0 0,-1 1 0 0 0,1-1 0 0 0,-5 1 0 0 0,5 0-37 0 0,1-1 13 0 0,0 1 0 0 0,1 0 1 0 0,-1 0-1 0 0,0 0 1 0 0,0 0-1 0 0,1 0 1 0 0,-1 0-1 0 0,0 0 1 0 0,1 1-1 0 0,-1-1 1 0 0,1 1-1 0 0,-1-1 0 0 0,0 1 1 0 0,1 0-1 0 0,-1-1 1 0 0,1 1-1 0 0,-3 2 1 0 0,-2 0 14 0 0,-6 4 26 0 0,0 0 0 0 0,1 0 0 0 0,-1 1 0 0 0,1 0 0 0 0,1 1 0 0 0,-1 0 0 0 0,-16 22 0 0 0,7-7 65 0 0,2 2 0 0 0,-21 36 1 0 0,32-48-81 0 0,0-1 1 0 0,1 2-1 0 0,0-1 1 0 0,1 1 0 0 0,1-1-1 0 0,0 1 1 0 0,1 1-1 0 0,1-1 1 0 0,-1 27 0 0 0,2-38-29 0 0,1 1 1 0 0,0-1-1 0 0,1 1 1 0 0,-1-1 0 0 0,1 1-1 0 0,0-1 1 0 0,0 1-1 0 0,0-1 1 0 0,1 0-1 0 0,0 1 1 0 0,-1-1 0 0 0,1 0-1 0 0,1 0 1 0 0,-1 0-1 0 0,1-1 1 0 0,-1 1-1 0 0,1 0 1 0 0,0-1 0 0 0,0 0-1 0 0,1 0 1 0 0,-1 0-1 0 0,1 0 1 0 0,-1 0-1 0 0,1-1 1 0 0,0 1 0 0 0,0-1-1 0 0,0 0 1 0 0,0-1-1 0 0,1 1 1 0 0,4 1-1 0 0,-5-2-26 0 0,2 0-40 0 0,2-1 20 0 0,0 1 0 0 0,0-1 0 0 0,1-1 0 0 0,-1 0 0 0 0,0 0 0 0 0,0 0 0 0 0,0-1 0 0 0,-1 0 0 0 0,13-5 0 0 0,-14 4 13 0 0,-1 0 0 0 0,0 0 0 0 0,0 0 0 0 0,0-1 0 0 0,0 0-1 0 0,0 0 1 0 0,-1 0 0 0 0,0 0 0 0 0,0-1 0 0 0,0 1 0 0 0,0-1-1 0 0,3-6 1 0 0,-3-1 10 0 0,-1 1-1 0 0,0-1 0 0 0,0 0 1 0 0,-1-1-1 0 0,-1 1 1 0 0,0 0-1 0 0,-1 0 0 0 0,0-1 1 0 0,0 1-1 0 0,-2 0 0 0 0,1 0 1 0 0,-2-1-1 0 0,0 1 1 0 0,-5-16-1 0 0,-11-17-32 0 0,16 41 69 0 0,1 1-24 0 0,-9-11 17 0 0,9 11 14 0 0,-15 9 6 0 0,13-4-23 0 0,0 0 20 0 0,2 4 3 0 0,-14 54 31 0 0,12-41-36 0 0,3 2-16 0 0,2-4 1 0 0,-1-8-77 0 0,0 9-81 0 0,0 0-1 0 0,2 1 0 0 0,0-1 1 0 0,1 0-1 0 0,1 0 0 0 0,0 0 1 0 0,1-1-1 0 0,1 1 0 0 0,1-1 0 0 0,10 18 1 0 0,-9-24-727 0 0,0-1 1 0 0,1-1 0 0 0,0 1 0 0 0,0-1-1 0 0,14 9 1 0 0,-19-15-2238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20.99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14 2536 0 0,'0'0'1876'0'0,"3"-3"-1436"0"0,0 2-352 0 0,-1 0 0 0 0,0-1 0 0 0,0 1-1 0 0,0 0 1 0 0,1 0 0 0 0,-1 1 0 0 0,0-1-1 0 0,1 0 1 0 0,-1 1 0 0 0,1-1-1 0 0,-1 1 1 0 0,1 0 0 0 0,-1 0 0 0 0,1 0-1 0 0,-1 0 1 0 0,1 0 0 0 0,-1 0-1 0 0,1 1 1 0 0,-1-1 0 0 0,4 2 0 0 0,-2 0-47 0 0,0 0 1 0 0,0 0-1 0 0,0 0 1 0 0,0 0-1 0 0,0 1 0 0 0,-1-1 1 0 0,1 1-1 0 0,-1 0 1 0 0,0 0-1 0 0,0 0 1 0 0,0 1-1 0 0,0-1 1 0 0,0 1-1 0 0,-1-1 1 0 0,0 1-1 0 0,0 0 1 0 0,0 0-1 0 0,3 8 1 0 0,-4-8 35 0 0,0 2-21 0 0,-1 5 35 0 0,0 0 0 0 0,0 0 0 0 0,-1 0 1 0 0,-1 0-1 0 0,0-1 0 0 0,0 1 0 0 0,-1 0 0 0 0,0-1 0 0 0,-1 0 0 0 0,0 1 0 0 0,-6 8 0 0 0,9-15 118 0 0,0-3-142 0 0,0-1 0 0 0,1 1-1 0 0,-1 0 1 0 0,0 0 0 0 0,1 0 0 0 0,-1 0-1 0 0,1 0 1 0 0,-1 0 0 0 0,1 0 0 0 0,0 0-1 0 0,0 0 1 0 0,-1 0 0 0 0,1 0-1 0 0,0 1 1 0 0,0-1 0 0 0,0 0 0 0 0,0 0-1 0 0,0 0 1 0 0,0 0 0 0 0,1 2 0 0 0,2-2-54 0 0,1 0 0 0 0,0 0 0 0 0,0 0 0 0 0,0 0 0 0 0,-1-1 0 0 0,1 0 0 0 0,0 0 0 0 0,0 0 0 0 0,0 0 0 0 0,0-1 0 0 0,0 1 0 0 0,7-3 0 0 0,66-22-1956 0 0,-2-3 0 0 0,83-44 0 0 0,-102 45 839 0 0,-11 6-2412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23.98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294 94 2972 0 0,'6'-26'1494'0'0,"-5"21"821"0"0,0-1-1433 0 0,-1 1-508 0 0,0-1 0 0 0,0 1 0 0 0,-1-1 1 0 0,1 0-1 0 0,-1 1 0 0 0,-2-7 0 0 0,2 9 73 0 0,-3 1-288 0 0,1 1-133 0 0,0 0 1 0 0,0 0-1 0 0,1 0 1 0 0,-1 0-1 0 0,0 1 1 0 0,0-1-1 0 0,0 1 1 0 0,0 0-1 0 0,0 0 1 0 0,0 0-1 0 0,0 0 1 0 0,0 0-1 0 0,0 1 1 0 0,1-1-1 0 0,-1 1 1 0 0,0 0-1 0 0,0 0 1 0 0,0 0-1 0 0,1 0 1 0 0,-4 2-1 0 0,-10 7 62 0 0,1 0 0 0 0,0 1-1 0 0,1 1 1 0 0,1 0-1 0 0,-1 1 1 0 0,2 1 0 0 0,0 0-1 0 0,1 0 1 0 0,0 1-1 0 0,1 0 1 0 0,-11 23 0 0 0,10-14-20 0 0,0 0 0 0 0,2 0 0 0 0,1 1 0 0 0,1 0 0 0 0,1 1 0 0 0,1 0 0 0 0,-2 38 0 0 0,6-53-33 0 0,1 1-1 0 0,1 0 1 0 0,0 0 0 0 0,0-1-1 0 0,1 1 1 0 0,1-1 0 0 0,-1 1 0 0 0,2-1-1 0 0,0 0 1 0 0,8 16 0 0 0,-9-20-100 0 0,1-1 0 0 0,0-1-1 0 0,0 1 1 0 0,1 0 0 0 0,-1-1 0 0 0,1 0 0 0 0,0 0 0 0 0,1-1 0 0 0,-1 1-1 0 0,1-1 1 0 0,0 0 0 0 0,0 0 0 0 0,0-1 0 0 0,0 0 0 0 0,1 0 0 0 0,-1-1 0 0 0,1 1-1 0 0,0-1 1 0 0,9 1 0 0 0,-7-1-119 0 0,30 3-731 0 0,13-4-767 0 0,73-21-4020 0 0,-120 19 2106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24.57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170 79 2312 0 0,'0'0'4449'0'0,"-1"-4"-3909"0"0,0 2-427 0 0,0 0 1 0 0,1 0-1 0 0,-1-1 1 0 0,1 1 0 0 0,0-1-1 0 0,0 1 1 0 0,0 0-1 0 0,0-1 1 0 0,0 1 0 0 0,0-1-1 0 0,1 1 1 0 0,-1 0-1 0 0,1-1 1 0 0,0 1 0 0 0,-1 0-1 0 0,1 0 1 0 0,0 0-1 0 0,0-1 1 0 0,1 1 0 0 0,-1 0-1 0 0,0 0 1 0 0,1 0-1 0 0,1-2 1 0 0,0 2-48 0 0,-1 2-54 0 0,0-1-1 0 0,-1 1 1 0 0,1 0-1 0 0,0-1 1 0 0,0 1-1 0 0,-1-1 1 0 0,1 1 0 0 0,0-1-1 0 0,-1 0 1 0 0,1 0-1 0 0,1-1 1 0 0,-1 1-2 0 0,-1 0 0 0 0,1 0 1 0 0,-1 0-1 0 0,1 0 0 0 0,0 1 0 0 0,0-1 1 0 0,0 1-1 0 0,-1-1 0 0 0,1 1 0 0 0,0-1 1 0 0,0 1-1 0 0,0 0 0 0 0,0 0 1 0 0,0 0-1 0 0,-1 0 0 0 0,4 1 0 0 0,-3-1-2 0 0,1 0-3 0 0,0 0 1 0 0,0 0-1 0 0,-1 1 0 0 0,1-1 1 0 0,0 1-1 0 0,-1-1 0 0 0,1 1 1 0 0,-1 0-1 0 0,1 0 0 0 0,-1 0 1 0 0,1 1-1 0 0,-1-1 0 0 0,0 1 0 0 0,1-1 1 0 0,-1 1-1 0 0,0 0 0 0 0,0 0 1 0 0,0-1-1 0 0,3 5 0 0 0,3 11 25 0 0,-6-13-20 0 0,-1 1-6 0 0,2 16 7 0 0,-2-16 28 0 0,-2 1-23 0 0,-2 6-5 0 0,1 0-1 0 0,-2-1 1 0 0,0 1 0 0 0,0-1-1 0 0,-1 0 1 0 0,-1 0-1 0 0,-7 12 1 0 0,-10 11 74 0 0,20-30 47 0 0,1 0-30 0 0,-10 12 1159 0 0,31-5-1154 0 0,-13-11-87 0 0,16-2-2 0 0,-17 1-13 0 0,2 1 23 0 0,18 0-8 0 0,-18 0-5 0 0,0 1 3 0 0,3 0-11 0 0,-1-1 2 0 0,0 1 0 0 0,1 1 0 0 0,-1 0 0 0 0,0 0 0 0 0,0 0-1 0 0,0 1 1 0 0,-1 1 0 0 0,1-1 0 0 0,-1 1 0 0 0,10 6 0 0 0,-12-4 19 0 0,0 0 0 0 0,-1 0 0 0 0,1 1 0 0 0,-1-1 0 0 0,8 15 0 0 0,-11-16-11 0 0,-2 0-6 0 0,-2 2-13 0 0,0-1 0 0 0,0 0 0 0 0,0 0 0 0 0,-1 0 0 0 0,1 0 1 0 0,-2 0-1 0 0,1 0 0 0 0,-1-1 0 0 0,1 1 0 0 0,-2-1 0 0 0,-3 5 1 0 0,1-3 7 0 0,-1-1 0 0 0,1 1 0 0 0,-1-1 0 0 0,0-1 0 0 0,0 1 0 0 0,-1-2 0 0 0,0 1 0 0 0,-12 4 0 0 0,13-5-7 0 0,-25 8-100 0 0,-11-2 121 0 0,29-8-58 0 0,0 0 0 0 0,0-1 0 0 0,0-1 0 0 0,0-1 1 0 0,-22-3-1 0 0,28 2-132 0 0,1 0 0 0 0,0 0-1 0 0,0-1 1 0 0,0 0 0 0 0,0 0 0 0 0,0-1 0 0 0,0 0 0 0 0,1 0 0 0 0,0-1 0 0 0,0 0 0 0 0,0-1 0 0 0,-9-8 0 0 0,12 9-331 0 0,-1 0 0 0 0,1 0 0 0 0,0 0-1 0 0,0-1 1 0 0,0 0 0 0 0,1 1 0 0 0,-1-2 0 0 0,2 1 0 0 0,-1 0 0 0 0,1 0 0 0 0,0-1-1 0 0,-2-7 1 0 0,-3-20-3283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25.56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1 102 3752 0 0,'0'0'7323'0'0,"7"1"-7142"0"0,1 0-88 0 0,28 2 478 0 0,304-35 1284 0 0,-116-5-4954 0 0,-192 27 1542 0 0,-27 9 670 0 0,0-1-72 0 0,-1 1 539 0 0,7-2 163 0 0,0-5-3079 0 0,2-5 116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25.97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83 1 1980 0 0,'0'0'1119'0'0,"-4"2"-143"0"0,-13 8-151 0 0,12-7-124 0 0,1 0-199 0 0,1 1-517 0 0,-3 2 306 0 0,0-1 0 0 0,1 1 0 0 0,0 0 0 0 0,0 1-1 0 0,0-1 1 0 0,-6 14 0 0 0,10-17-265 0 0,0-1-1 0 0,0 0 1 0 0,0 1 0 0 0,0 0 0 0 0,1-1-1 0 0,-1 1 1 0 0,1-1 0 0 0,0 1-1 0 0,-1 0 1 0 0,1-1 0 0 0,1 1-1 0 0,-1-1 1 0 0,0 1 0 0 0,1 0 0 0 0,-1-1-1 0 0,1 1 1 0 0,0-1 0 0 0,0 1-1 0 0,0-1 1 0 0,0 1 0 0 0,0-1 0 0 0,0 0-1 0 0,1 0 1 0 0,-1 1 0 0 0,1-1-1 0 0,-1 0 1 0 0,1 0 0 0 0,0-1-1 0 0,0 1 1 0 0,3 2 0 0 0,3 0 9 0 0,1-1 0 0 0,-1 0 0 0 0,1 0-1 0 0,0-1 1 0 0,0 0 0 0 0,0 0 0 0 0,0-1 0 0 0,17 0 0 0 0,-3-2 37 0 0,-1 0 1 0 0,33-6-1 0 0,-50 6 15 0 0,-1 0-2 0 0,13-5 11 0 0,-12 5 331 0 0,-10 3-394 0 0,-6 2-63 0 0,0 0 0 0 0,0 1 1 0 0,1 0-1 0 0,0 1 0 0 0,0 1 1 0 0,0-1-1 0 0,1 2 0 0 0,0-1 1 0 0,0 1-1 0 0,1 0 1 0 0,0 1-1 0 0,0 0 0 0 0,1 0 1 0 0,0 1-1 0 0,1 0 0 0 0,0 0 1 0 0,1 0-1 0 0,0 1 0 0 0,0 0 1 0 0,1 0-1 0 0,-3 12 1 0 0,7-19-94 0 0,0 1 1 0 0,0 0-1 0 0,0-1 0 0 0,1 1 1 0 0,-1-1-1 0 0,1 1 1 0 0,0-1-1 0 0,1 1 1 0 0,-1-1-1 0 0,1 0 1 0 0,-1 1-1 0 0,1-1 1 0 0,1 0-1 0 0,-1 0 1 0 0,1 0-1 0 0,-1-1 1 0 0,1 1-1 0 0,0-1 1 0 0,7 7-1 0 0,-3-5-358 0 0,0 1-1 0 0,0-1 0 0 0,1-1 0 0 0,0 1 1 0 0,0-1-1 0 0,0-1 0 0 0,10 4 1 0 0,13 3-2703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28.91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109 0 3092 0 0,'0'0'1831'0'0,"-4"3"-1118"0"0,-1 3-501 0 0,0 0-1 0 0,0 0 1 0 0,1 0 0 0 0,-1 1 0 0 0,2-1-1 0 0,-1 1 1 0 0,1 0 0 0 0,0 0-1 0 0,-4 14 1 0 0,-1 10 249 0 0,-4 35 0 0 0,2-10 44 0 0,-2 13-305 0 0,-6 136 0 0 0,17-196-679 0 0,1 1 0 0 0,1-1 1 0 0,-1 1-1 0 0,2-1 1 0 0,3 16-1 0 0,-4-20-710 0 0,2-2-844 0 0,13 13-1413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29.42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107 0 2984 0 0,'0'0'1960'0'0,"-3"3"-1141"0"0,-27 45 1389 0 0,-29 60 1 0 0,56-103-2115 0 0,1 1 1 0 0,0 0 0 0 0,0 0 0 0 0,0 1 0 0 0,1-1 0 0 0,0 0-1 0 0,0 7 1 0 0,1-8-61 0 0,-1 0 201 0 0,3 0-92 0 0,0-2-129 0 0,-1 0-1 0 0,1 0 1 0 0,-1 0-1 0 0,1-1 1 0 0,0 1-1 0 0,0 0 0 0 0,1-1 1 0 0,-1 1-1 0 0,0-1 1 0 0,1 0-1 0 0,0 0 1 0 0,-1 0-1 0 0,1 0 1 0 0,0 0-1 0 0,0-1 1 0 0,0 1-1 0 0,0-1 0 0 0,0 0 1 0 0,0 0-1 0 0,1 0 1 0 0,-1 0-1 0 0,0-1 1 0 0,6 1-1 0 0,59 1 10 0 0,-39-5-142 0 0,-1-1-1 0 0,0-1 0 0 0,-1-1 0 0 0,1-1 0 0 0,-1-2 0 0 0,0-1 0 0 0,47-25 1 0 0,-65 30 86 0 0,1-1-1 0 0,-1 0 1 0 0,-1-1 0 0 0,1 0 0 0 0,-1 0 0 0 0,11-14 0 0 0,-16 18 32 0 0,-1-2 19 0 0,3-12 10 0 0,-3 13 11 0 0,-3-1 7 0 0,-1-14 14 0 0,1 15 0 0 0,-1 0-2 0 0,-7-11-28 0 0,6 11 29 0 0,3 4-57 0 0,0 0 1 0 0,-1 0-1 0 0,1 0 0 0 0,0 0 1 0 0,0 0-1 0 0,-1 0 1 0 0,1-1-1 0 0,0 1 0 0 0,-1 0 1 0 0,1 0-1 0 0,0 0 0 0 0,0 0 1 0 0,-1 0-1 0 0,1-1 0 0 0,0 1 1 0 0,0 0-1 0 0,-1 0 0 0 0,1 0 1 0 0,0-1-1 0 0,0 1 1 0 0,0 0-1 0 0,0 0 0 0 0,-1-1 1 0 0,1 1-1 0 0,0 0 0 0 0,0-1 1 0 0,0 1-1 0 0,0 0 0 0 0,0 0 1 0 0,0-1-1 0 0,-1 0 6 0 0,1 1-1 0 0,0-1 0 0 0,0 1 0 0 0,0-1 1 0 0,0 1-1 0 0,-1 0 0 0 0,1-1 1 0 0,0 1-1 0 0,0-1 0 0 0,-1 1 1 0 0,1 0-1 0 0,0-1 0 0 0,-1 1 1 0 0,1 0-1 0 0,0-1 0 0 0,-1 1 1 0 0,1 0-1 0 0,0 0 0 0 0,-1-1 1 0 0,1 1-1 0 0,-1 0 0 0 0,1 0 1 0 0,-1 0-1 0 0,1 0 0 0 0,0-1 1 0 0,-1 1-1 0 0,1 0 0 0 0,-1 0 0 0 0,1 0 1 0 0,-1 0-1 0 0,1 0 0 0 0,-1 0 1 0 0,1 0-1 0 0,-1 0 0 0 0,1 0 1 0 0,-1 1-1 0 0,-24 1 140 0 0,22 3-80 0 0,-4 5-30 0 0,1 1-1 0 0,0 0 0 0 0,1 0 1 0 0,0 0-1 0 0,1 0 1 0 0,0 1-1 0 0,-3 16 1 0 0,1 7-215 0 0,-3 44 1 0 0,6-57-345 0 0,5-2 125 0 0,-1-10 9 0 0,3 9-1120 0 0,0-1-1 0 0,10 24 1 0 0,-12-38-540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29.85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237 48 3348 0 0,'2'-3'1426'0'0,"-1"0"-932"0"0,-1 0 1 0 0,1 0 0 0 0,-1 0 0 0 0,1 0-1 0 0,-1 0 1 0 0,0 0 0 0 0,0 0 0 0 0,-1-4-1 0 0,1-6 294 0 0,-6 13-558 0 0,-2 2-114 0 0,1 0-1 0 0,-1 1 1 0 0,1 0-1 0 0,0 0 1 0 0,0 0 0 0 0,0 1-1 0 0,0 0 1 0 0,1 0-1 0 0,-9 8 1 0 0,-4 7 106 0 0,1 0 0 0 0,0 1 1 0 0,2 1-1 0 0,1 1 0 0 0,0 0 1 0 0,2 1-1 0 0,1 0 0 0 0,-13 33 1 0 0,24-53-199 0 0,0 1 0 0 0,0 0 0 0 0,1-1 0 0 0,-1 1 0 0 0,1-1 0 0 0,0 1 0 0 0,0 0 0 0 0,0-1 0 0 0,0 1 0 0 0,1 0 0 0 0,-1-1 0 0 0,3 7 0 0 0,-2-6-28 0 0,0-2 5 0 0,0 0 1 0 0,0 0-1 0 0,0-1 1 0 0,0 1 0 0 0,0 0-1 0 0,1-1 1 0 0,-1 1-1 0 0,1-1 1 0 0,-1 1 0 0 0,1-1-1 0 0,0 0 1 0 0,-1 1-1 0 0,1-1 1 0 0,0 0-1 0 0,0 0 1 0 0,0 0 0 0 0,0-1-1 0 0,0 1 1 0 0,0 0-1 0 0,3 0 1 0 0,-4-1-5 0 0,4 2-47 0 0,0-1 1 0 0,0 0 0 0 0,0 0 0 0 0,0-1 0 0 0,0 1 0 0 0,0-1 0 0 0,0 0 0 0 0,0 0 0 0 0,7-2-1 0 0,-8 2 45 0 0,4-1-35 0 0,0 0 0 0 0,0-1 0 0 0,0 1-1 0 0,0-1 1 0 0,-1-1 0 0 0,1 0 0 0 0,8-4 0 0 0,-11 5 16 0 0,7-4-5 0 0,0 1 0 0 0,-1-1 1 0 0,0-1-1 0 0,0 0 0 0 0,0-1 0 0 0,-1 0 0 0 0,0 0 0 0 0,-1-1 0 0 0,0 0 0 0 0,0-1 1 0 0,-1 0-1 0 0,13-20 0 0 0,-19 26 27 0 0,-1 1 0 0 0,0 0 0 0 0,1-1 0 0 0,-1 1 0 0 0,-1-1 0 0 0,1 1 1 0 0,0-1-1 0 0,-1 0 0 0 0,0 1 0 0 0,0-1 0 0 0,0 0 0 0 0,-1-5 0 0 0,1 5-19 0 0,0 1-3 0 0,-1 0 0 0 0,0 0 1 0 0,1 1-1 0 0,-1-1 0 0 0,0 0 0 0 0,0 0 1 0 0,0 1-1 0 0,-1-1 0 0 0,1 1 0 0 0,-1-1 1 0 0,1 1-1 0 0,-1 0 0 0 0,0-1 0 0 0,0 1 1 0 0,0 0-1 0 0,0 0 0 0 0,0 0 0 0 0,0 1 1 0 0,-1-1-1 0 0,-4-2 0 0 0,2 1-203 0 0,0 0 0 0 0,-1 1 0 0 0,1-1 0 0 0,-1 1 1 0 0,-9-2-1 0 0,9 4-259 0 0,0-1-1 0 0,0 1 1 0 0,-1 0 0 0 0,1 1 0 0 0,0-1 0 0 0,0 1 0 0 0,0 1 0 0 0,-8 1 0 0 0,9-1 290 0 0,-8 2-2029 0 0,-22 8-1555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31.72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 61 2956 0 0,'0'0'1363'0'0,"-1"-5"-121"0"0,-5-46 3007 0 0,6 46-1905 0 0,1 10-2116 0 0,14 210 614 0 0,-14-192-955 0 0,-1 33-1087 0 0,0-33 530 0 0,0-17-209 0 0,1-1-329 0 0,1 2 704 0 0,0 4-129 0 0,-1 0-2602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32.34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 94 2136 0 0,'2'-4'934'0'0,"4"-12"-202"0"0,-5 12-179 0 0,2 0-97 0 0,2-2-255 0 0,0 0-1 0 0,1 1 1 0 0,0 0 0 0 0,-1 0 0 0 0,2 0-1 0 0,-1 1 1 0 0,0 0 0 0 0,1 0-1 0 0,10-4 1 0 0,66-5 1159 0 0,-77 13-1198 0 0,-4 1-143 0 0,0-1 1 0 0,0 1-1 0 0,0 0 0 0 0,-1-1 1 0 0,1 0-1 0 0,0 1 0 0 0,0-1 1 0 0,0 0-1 0 0,0 0 0 0 0,3 0 1 0 0,0 0 13 0 0,1 1 67 0 0,-1 1 25 0 0,-4-2-134 0 0,1 1 35 0 0,0 0 1 0 0,0 0 0 0 0,0-1 0 0 0,0 1-1 0 0,-1 0 1 0 0,1 1 0 0 0,0-1 0 0 0,0 0-1 0 0,-1 0 1 0 0,1 1 0 0 0,-1-1 0 0 0,1 1-1 0 0,-1-1 1 0 0,0 1 0 0 0,1 0 0 0 0,-1-1-1 0 0,0 1 1 0 0,0 0 0 0 0,0 0 0 0 0,-1 0-1 0 0,1 0 1 0 0,0 0 0 0 0,-1 0-1 0 0,1 3 1 0 0,-1 2 26 0 0,-1 0 1 0 0,0 0-1 0 0,0 0 0 0 0,0 0 1 0 0,-1-1-1 0 0,0 1 0 0 0,-1 0 0 0 0,0-1 1 0 0,0 0-1 0 0,0 0 0 0 0,-5 7 0 0 0,-3 3 126 0 0,0-2 0 0 0,-1 0 0 0 0,-22 20-1 0 0,-20 12 297 0 0,51-43-64 0 0,2-3-383 0 0,1 1 0 0 0,-1-1 0 0 0,0 0 0 0 0,1 1 1 0 0,-1-1-1 0 0,0 1 0 0 0,1-1 0 0 0,-1 1 0 0 0,1-1 0 0 0,-1 1 0 0 0,1-1 1 0 0,-1 1-1 0 0,1 0 0 0 0,0-1 0 0 0,-1 1 0 0 0,1-1 0 0 0,0 1 1 0 0,-1 0-1 0 0,1-1 0 0 0,0 1 0 0 0,0 0 0 0 0,0 0 0 0 0,0-1 0 0 0,-1 1 1 0 0,1 1-1 0 0,21 4-23 0 0,-15-5 2 0 0,-1-1-66 0 0,19 1-196 0 0,-19 0 263 0 0,2-1 77 0 0,15 3 13 0 0,-1 1-1 0 0,0 0 1 0 0,29 11-1 0 0,-47-14-31 0 0,2 2 8 0 0,31 28 380 0 0,-33-27-420 0 0,-2 0-5 0 0,-1-1-21 0 0,1 0 0 0 0,-1 0 0 0 0,0 0 0 0 0,0 0 1 0 0,0 0-1 0 0,0 0 0 0 0,-1 0 0 0 0,1 0 0 0 0,-1 0 0 0 0,0 0 0 0 0,0 0 1 0 0,0-1-1 0 0,0 1 0 0 0,-1 0 0 0 0,1 0 0 0 0,0-1 0 0 0,-1 1 0 0 0,0-1 0 0 0,-3 4 1 0 0,-1 1-6 0 0,0-2 0 0 0,-1 1 1 0 0,1 0-1 0 0,-1-1 0 0 0,0-1 1 0 0,-12 7-1 0 0,-3-1-167 0 0,0-1 0 0 0,0 0 0 0 0,0-2 0 0 0,-1-1-1 0 0,-1 0 1 0 0,1-2 0 0 0,-30 2 0 0 0,48-6-267 0 0,-1-1-72 0 0,0-1 314 0 0,-17-3-899 0 0,22 5 1036 0 0,1 0-1 0 0,0 0 1 0 0,-1 0 0 0 0,1 0 0 0 0,-1 0 0 0 0,1 0 0 0 0,0 0 0 0 0,-1 0 0 0 0,1 0 0 0 0,0-1 0 0 0,-1 1 0 0 0,1 0 0 0 0,0 0 0 0 0,-1 0 0 0 0,1 0 0 0 0,0-1 0 0 0,-1 1 0 0 0,1 0 0 0 0,0 0-1 0 0,0-1 1 0 0,-1 1 0 0 0,1 0 0 0 0,0-1 0 0 0,0 1 0 0 0,0 0 0 0 0,-1-1 0 0 0,1 1 0 0 0,0 0 0 0 0,0-1 0 0 0,0 1 0 0 0,0 0 0 0 0,0-1 0 0 0,0 1 0 0 0,-1-1 0 0 0,4-17-2020 0 0,7-9-254 0 0,8 5-1356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32.70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12 2552 0 0,'23'-11'6571'0'0,"-23"16"-6310"0"0,-3 14-22 0 0,3-14 498 0 0,0 1-498 0 0,0-1-108 0 0,0 0 0 0 0,1 0 0 0 0,0 0 0 0 0,0 0-1 0 0,0 0 1 0 0,1 0 0 0 0,-1 0 0 0 0,1 0 0 0 0,4 7 0 0 0,0-4 43 0 0,-1-1 1 0 0,1 0-1 0 0,0 0 0 0 0,1-1 1 0 0,13 11-1 0 0,25 17 209 0 0,-28-23-247 0 0,0 2 0 0 0,-1 0 0 0 0,-1 0 1 0 0,27 31-1 0 0,-39-41-87 0 0,4 17 11 0 0,-6-16-29 0 0,-1-4-34 0 0,-1 1 1 0 0,1-1-1 0 0,0 1 1 0 0,-1-1-1 0 0,1 1 0 0 0,0-1 1 0 0,-1 0-1 0 0,1 1 1 0 0,0-1-1 0 0,0 1 0 0 0,0-1 1 0 0,-1 1-1 0 0,1 0 1 0 0,0-1-1 0 0,0 1 0 0 0,0-1 1 0 0,0 1-1 0 0,0-1 1 0 0,0 1-1 0 0,0-1 1 0 0,0 1-1 0 0,0-1 0 0 0,0 1 1 0 0,0 0-1 0 0,0-1 1 0 0,0 1-1 0 0,1 0 0 0 0,-1 0 6 0 0,0 0 0 0 0,1 0 0 0 0,-1 0 0 0 0,0-1 0 0 0,0 1 0 0 0,0 0 0 0 0,0 0 0 0 0,0 0 0 0 0,0 0 0 0 0,0 0 0 0 0,-1 0 1 0 0,1 0-1 0 0,0 0 0 0 0,0 0 0 0 0,-1 0 0 0 0,1 0 0 0 0,0 0 0 0 0,-1 0 0 0 0,1-1 0 0 0,-2 3 0 0 0,-1 2-109 0 0,-1 0 1 0 0,1-1-1 0 0,-1 1 1 0 0,0-1 0 0 0,-1 0-1 0 0,1 0 1 0 0,-1 0-1 0 0,0-1 1 0 0,1 0 0 0 0,-2 0-1 0 0,1 0 1 0 0,0 0-1 0 0,0-1 1 0 0,-1 0-1 0 0,0 0 1 0 0,1 0 0 0 0,-1-1-1 0 0,-9 2 1 0 0,-49 5-3853 0 0,50-8 965 0 0,-22-3-2162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32.90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0 161 3256 0 0,'58'-33'3075'0'0,"74"-32"0"0"0,-92 49-3031 0 0,0 2-1 0 0,77-17 0 0 0,-111 30-620 0 0,28 1-1225 0 0,-28 0 564 0 0,-2 1-941 0 0,13 9-1521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33.38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44 1 3668 0 0,'0'0'3121'0'0,"22"10"-1513"0"0,-6 8-876 0 0,-11 16-660 0 0,-10 1-404 0 0,-11 10-1016 0 0,4-20 128 0 0,-2 3 223 0 0,-5 4-719 0 0,-2-1-1832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3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92 1 2748 0 0,'-15'29'393'0'0,"1"2"1"0"0,2-1-1 0 0,0 2 0 0 0,3-1 0 0 0,0 2 0 0 0,2-1 1 0 0,1 1-1 0 0,2 0 0 0 0,2 0 0 0 0,1 48 0 0 0,3-25-313 0 0,4 0-1 0 0,1-1 0 0 0,3 0 0 0 0,2 0 0 0 0,27 73 1 0 0,-25-89-284 0 0,3-1-1 0 0,27 49 1 0 0,-32-66-430 0 0,2-1 0 0 0,0-1-1 0 0,2 1 1 0 0,0-2 0 0 0,25 22-1 0 0,-3-8-2455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34.71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21 2860 0 0,'8'-4'289'0'0,"1"1"0"0"0,0 0 0 0 0,0 0 1 0 0,0 1-1 0 0,0 0 0 0 0,0 0 0 0 0,0 1 0 0 0,1 0 0 0 0,-1 1 0 0 0,0 0 0 0 0,0 1 0 0 0,1 0 0 0 0,-1 0 0 0 0,0 1 0 0 0,0 0 1 0 0,0 0-1 0 0,0 1 0 0 0,10 5 0 0 0,-5-1-185 0 0,0 0 1 0 0,-1 1 0 0 0,0 0-1 0 0,-1 1 1 0 0,1 0 0 0 0,-2 1-1 0 0,0 1 1 0 0,0 0-1 0 0,-1 0 1 0 0,0 1 0 0 0,-1 1-1 0 0,11 17 1 0 0,-5-4-42 0 0,-1 1-1 0 0,-1 0 1 0 0,-1 1 0 0 0,-2 0 0 0 0,10 40 0 0 0,-15-43-97 0 0,0 0 0 0 0,-2 1 0 0 0,-1-1 0 0 0,-1 1 0 0 0,-1-1 0 0 0,-1 1 0 0 0,-1 0 0 0 0,-2-1 0 0 0,0 0 0 0 0,-15 45 0 0 0,11-49-444 0 0,0 0-1 0 0,-1-1 1 0 0,-1-1 0 0 0,-1 0-1 0 0,-1 0 1 0 0,-1-1-1 0 0,0 0 1 0 0,-1-1 0 0 0,-1-1-1 0 0,-1-1 1 0 0,0 0-1 0 0,-35 25 1 0 0,9-14-2979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37.80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69 25 3976 0 0,'-1'-5'1640'0'0,"-5"-15"5152"0"0,4 23-6340 0 0,-3 14-129 0 0,0-1 0 0 0,0 1 0 0 0,2 0 0 0 0,0 0 0 0 0,0 22 0 0 0,-3 7-38 0 0,-22 240-1193 0 0,26-268 280 0 0,3-1 274 0 0,2-1-496 0 0,10 32-2001 0 0,-12-44 1420 0 0,1-3 1140 0 0,0 0-1 0 0,-1-1 0 0 0,1 1 0 0 0,-1 0 0 0 0,1 0 1 0 0,-1 0-1 0 0,0 0 0 0 0,1 1 0 0 0,-1-1 0 0 0,0 0 1 0 0,2 3-1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38.39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18 104 3012 0 0,'2'-22'1355'0'0,"-1"18"1555"0"0,-1-2-2221 0 0,0-14-94 0 0,0 15 1036 0 0,1 0-1388 0 0,4-14-62 0 0,-4 15 163 0 0,0 3-322 0 0,1 1 0 0 0,-1-1 1 0 0,0 1-1 0 0,1-1 0 0 0,-1 0 0 0 0,0 1 0 0 0,0-1 0 0 0,0 0 0 0 0,0 0 0 0 0,0 0 0 0 0,0 0 0 0 0,2-2 0 0 0,-3 2 16 0 0,4-1 211 0 0,1 1-151 0 0,1 0-65 0 0,-1 0 0 0 0,1 1 0 0 0,0-1 0 0 0,0 1 0 0 0,-1 0 0 0 0,1 1 0 0 0,0 0 0 0 0,-1 0 0 0 0,1 0 0 0 0,-1 0 0 0 0,1 1 0 0 0,-1 0 0 0 0,1 0 0 0 0,-1 0 0 0 0,0 1 1 0 0,0 0-1 0 0,0 0 0 0 0,-1 0 0 0 0,1 1 0 0 0,7 6 0 0 0,-10-7-57 0 0,-1-2 25 0 0,-1 1 0 0 0,1-1 0 0 0,-1 0-1 0 0,1 1 1 0 0,0-1 0 0 0,-1 1-1 0 0,1-1 1 0 0,0 0 0 0 0,0 0 0 0 0,0 0-1 0 0,0 1 1 0 0,2 1 0 0 0,-2-2 2 0 0,2 3 12 0 0,-2 1 15 0 0,0 2-12 0 0,0 1-1 0 0,-1 0 1 0 0,0 0 0 0 0,-1-1 0 0 0,1 1-1 0 0,-1 0 1 0 0,-1-1 0 0 0,0 1 0 0 0,0-1 0 0 0,0 0-1 0 0,-1 1 1 0 0,0-1 0 0 0,0 0 0 0 0,-1-1-1 0 0,0 1 1 0 0,0-1 0 0 0,-9 11 0 0 0,10-14-12 0 0,-12 15 221 0 0,5-3-118 0 0,8-12 108 0 0,6-2-481 0 0,15 2 316 0 0,-15-2 25 0 0,1-1-52 0 0,43 4-40 0 0,-43-3 18 0 0,-4 0-1 0 0,1 0-1 0 0,-1-1 1 0 0,0 1-1 0 0,1 0 1 0 0,-1-1-1 0 0,1 1 1 0 0,-1-1 0 0 0,1 1-1 0 0,-1-1 1 0 0,1 0-1 0 0,-1 0 1 0 0,4 0-1 0 0,-2 1 5 0 0,2 0 18 0 0,0 1-11 0 0,40 20 68 0 0,-41-20-47 0 0,9 13 32 0 0,-10-12-14 0 0,2 18 6 0 0,-3-17-31 0 0,-4 0-1 0 0,-2 3-46 0 0,0-1 1 0 0,-1 0 0 0 0,1 1-1 0 0,-1-1 1 0 0,0-1-1 0 0,-1 1 1 0 0,1-1-1 0 0,-1 0 1 0 0,0 0-1 0 0,-1-1 1 0 0,1 0-1 0 0,-1 0 1 0 0,0 0-1 0 0,-9 3 1 0 0,-10 4-656 0 0,-1-1 0 0 0,-36 8 1 0 0,55-16 232 0 0,0-1 1 0 0,0 0 0 0 0,0 0 0 0 0,0 0-1 0 0,0-1 1 0 0,0 0 0 0 0,-9-2-1 0 0,16 2 383 0 0,-22-6-2713 0 0,19 3 1890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38.80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2848 0 0,'0'0'6258'0'0,"3"3"-5934"0"0,12 9 494 0 0,-16-7-578 0 0,-1 14-18 0 0,1-14 20 0 0,2 0 19 0 0,0 2-101 0 0,1 0 0 0 0,0 0 0 0 0,0-1 1 0 0,1 1-1 0 0,-1-1 0 0 0,1 0 0 0 0,1 0 0 0 0,-1 0 0 0 0,7 9 1 0 0,5-1 155 0 0,1 1 1 0 0,0-2 0 0 0,29 19 0 0 0,0-1-37 0 0,8 10-25 0 0,-51-39-181 0 0,1 1 16 0 0,8 10-44 0 0,-9-9 34 0 0,-1 0-114 0 0,-1-1 14 0 0,0 0 0 0 0,0 0 0 0 0,0-1 0 0 0,0 1 1 0 0,-1 0-1 0 0,1-1 0 0 0,-1 1 0 0 0,0 0 0 0 0,1-1 0 0 0,-1 1 1 0 0,0-1-1 0 0,-1 1 0 0 0,1-1 0 0 0,0 0 0 0 0,-1 1 0 0 0,1-1 1 0 0,-1 0-1 0 0,0 0 0 0 0,0 0 0 0 0,0 0 0 0 0,0 0 0 0 0,0 0 1 0 0,0-1-1 0 0,0 1 0 0 0,-1-1 0 0 0,-3 3 0 0 0,-5 2-455 0 0,-1 0 0 0 0,0-1 0 0 0,-1 0 0 0 0,1-1 0 0 0,-1 0 0 0 0,0-1 0 0 0,-18 3 0 0 0,25-5-70 0 0,-1-1-1 0 0,1 0 1 0 0,0 0 0 0 0,0 0 0 0 0,0-1-1 0 0,-1 0 1 0 0,-5-2 0 0 0,6 2 253 0 0,-3-2-1873 0 0,-11-6-1513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38.96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1 117 3060 0 0,'19'-13'906'0'0,"2"0"0"0"0,0 1 0 0 0,0 1 0 0 0,1 1 0 0 0,39-12 0 0 0,-25 12-963 0 0,0 1 0 0 0,64-6 0 0 0,-81 13-652 0 0,6 2 185 0 0,0 4-864 0 0,12 1-716 0 0,-6 0-1456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39.46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65 1 3132 0 0,'0'0'9120'0'0,"3"3"-8969"0"0,11 9-33 0 0,-10-9-14 0 0,-4 4-37 0 0,1 8-296 0 0,0 0-1 0 0,-2 1 0 0 0,0-1 1 0 0,-1 0-1 0 0,0 1 0 0 0,-1-1 1 0 0,-1 0-1 0 0,-6 16 0 0 0,3-13-1394 0 0,0-1 0 0 0,-1 1 0 0 0,-20 28-1 0 0,13-26-2463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40.30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22 3884 0 0,'0'0'2692'0'0,"0"-5"-1695"0"0,2-11 1370 0 0,1 15-904 0 0,4 28-433 0 0,3 34-841 0 0,-6 3-108 0 0,-3 0 0 0 0,-8 68-1 0 0,3-61-864 0 0,5-38-114 0 0,-1-28 376 0 0,1 0-148 0 0,4 21-1137 0 0,14-11-2668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40.73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91 0 1984 0 0,'0'0'3175'0'0,"-5"2"-2585"0"0,-15 3-88 0 0,15-3-49 0 0,4-2-400 0 0,-1 1-1 0 0,1 1 1 0 0,0-1 0 0 0,-1 0-1 0 0,1 0 1 0 0,0 0-1 0 0,0 1 1 0 0,-1-1 0 0 0,1 1-1 0 0,0-1 1 0 0,1 1 0 0 0,-2 2-1 0 0,1-3 39 0 0,-6 8 350 0 0,1 1 0 0 0,0-1-1 0 0,1 1 1 0 0,-8 21-1 0 0,11-27-144 0 0,2-3-260 0 0,-1 1 1 0 0,0 0 0 0 0,1-1 0 0 0,-1 1 0 0 0,1 0-1 0 0,-1-1 1 0 0,1 1 0 0 0,0 0 0 0 0,0-1 0 0 0,0 1-1 0 0,0 0 1 0 0,0 2 0 0 0,0-2 24 0 0,-1 3 174 0 0,9 17 191 0 0,-7-18-222 0 0,2 0-2 0 0,1 0-130 0 0,0 0 0 0 0,1 0 0 0 0,-1-1 0 0 0,1 1-1 0 0,-1-1 1 0 0,1 0 0 0 0,0 0 0 0 0,0-1 0 0 0,1 1 0 0 0,8 2 0 0 0,3-1 86 0 0,0-1-1 0 0,21 3 0 0 0,35 6 227 0 0,-33 0-292 0 0,-36-11-40 0 0,-3 0-44 0 0,0 1 1 0 0,0-1 0 0 0,0 0 0 0 0,1 0 0 0 0,-1 0 0 0 0,0 0 0 0 0,1 0-1 0 0,-1-1 1 0 0,0 1 0 0 0,1 0 0 0 0,-1 0 0 0 0,4 0 0 0 0,-3 0 16 0 0,2 2 87 0 0,-4-3-106 0 0,0 0 0 0 0,0 1-1 0 0,0-1 1 0 0,0 1 0 0 0,0-1-1 0 0,0 1 1 0 0,0-1 0 0 0,0 0-1 0 0,0 1 1 0 0,1-1 0 0 0,-1 1 0 0 0,0-1-1 0 0,0 0 1 0 0,0 1 0 0 0,0-1-1 0 0,1 0 1 0 0,-1 1 0 0 0,0-1-1 0 0,0 0 1 0 0,1 1 0 0 0,-1-1-1 0 0,0 0 1 0 0,1 1 0 0 0,-1-1 0 0 0,1 0-1 0 0,0 1 6 0 0,-1-1 0 0 0,1 1-1 0 0,-1-1 1 0 0,1 1 0 0 0,0 0 0 0 0,-1-1-1 0 0,1 1 1 0 0,-1 0 0 0 0,0-1 0 0 0,1 1-1 0 0,-1 0 1 0 0,1-1 0 0 0,-1 1-1 0 0,0 0 1 0 0,0 0 0 0 0,1-1 0 0 0,-1 1-1 0 0,0 0 1 0 0,0 0 0 0 0,0 1 0 0 0,2 16 55 0 0,-1-14-24 0 0,-3 1-2 0 0,-4 6-181 0 0,0-1 1 0 0,0 0-1 0 0,-1-1 0 0 0,0 1 0 0 0,-1-1 0 0 0,0-1 0 0 0,-1 1 1 0 0,1-2-1 0 0,-1 1 0 0 0,-1-1 0 0 0,0 0 0 0 0,0-1 0 0 0,0 0 1 0 0,0-1-1 0 0,-1 0 0 0 0,-18 6 0 0 0,26-10 32 0 0,-6 2-749 0 0,-2 0 0 0 0,1 0 0 0 0,-20 3 1 0 0,23-6-582 0 0,-22 0-1049 0 0,22 0-1760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40.92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1 116 2436 0 0,'9'-9'1216'0'0,"0"0"-1"0"0,1 1 0 0 0,12-7 0 0 0,-4 3-174 0 0,2 2 0 0 0,25-11 0 0 0,-33 16-928 0 0,0 2-1 0 0,1-1 0 0 0,16-2 1 0 0,-17 4-111 0 0,1-2-139 0 0,7 0 20 0 0,2 3-460 0 0,43-2-2093 0 0,-27 4-859 0 0,-32 0-273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41.29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135 0 3260 0 0,'0'0'4864'0'0,"-1"6"-4602"0"0,1-3-186 0 0,0-2-55 0 0,0 1 1 0 0,0-1 0 0 0,0 1-1 0 0,0-1 1 0 0,0 0 0 0 0,0 1-1 0 0,-1-1 1 0 0,1 1-1 0 0,0-1 1 0 0,-1 0 0 0 0,1 1-1 0 0,-1-1 1 0 0,1 0 0 0 0,-1 0-1 0 0,0 1 1 0 0,0-1 0 0 0,1 0-1 0 0,-1 0 1 0 0,0 0 0 0 0,-1 1-1 0 0,-3 3 69 0 0,-7 8 239 0 0,0 1 0 0 0,0 1 0 0 0,-12 20 0 0 0,20-28-295 0 0,-6 9 196 0 0,2-1 1 0 0,-1 1-1 0 0,-8 26 1 0 0,7 10 260 0 0,9-47-380 0 0,2 1-8 0 0,0-3-79 0 0,-1 1 0 0 0,1-1 0 0 0,-1 0-1 0 0,1 1 1 0 0,0-1 0 0 0,0 0 0 0 0,1 1 0 0 0,-1-1 0 0 0,1 0 0 0 0,-1 0-1 0 0,1 0 1 0 0,0 0 0 0 0,0-1 0 0 0,1 1 0 0 0,-1 0 0 0 0,0-1 0 0 0,1 0-1 0 0,0 1 1 0 0,-1-1 0 0 0,1 0 0 0 0,0 0 0 0 0,0-1 0 0 0,0 1-1 0 0,0 0 1 0 0,6 1 0 0 0,-5-2 40 0 0,4-1-10 0 0,4 0 48 0 0,1-1 0 0 0,-1-1 0 0 0,1 0 0 0 0,-1 0 0 0 0,0-2-1 0 0,1 1 1 0 0,-2-2 0 0 0,1 1 0 0 0,0-2 0 0 0,-1 1 0 0 0,0-2 0 0 0,0 1 0 0 0,-1-1 0 0 0,0-1-1 0 0,18-17 1 0 0,-24 20-27 0 0,0 0-1 0 0,-1 0 0 0 0,1 0 0 0 0,-1 0 0 0 0,0-1 1 0 0,0 1-1 0 0,-1-1 0 0 0,3-6 0 0 0,-2 5-15 0 0,-2 3-48 0 0,0 0 0 0 0,0 0 0 0 0,0 0 0 0 0,-1 0 0 0 0,1 0 0 0 0,-1 0 0 0 0,0 0 0 0 0,0 0 0 0 0,0 0 0 0 0,-1 0 0 0 0,0 0 0 0 0,1 1 0 0 0,-3-6 0 0 0,2 5-38 0 0,0-1-77 0 0,-1 0 0 0 0,1-1 0 0 0,-2 1 0 0 0,1 1 0 0 0,0-1 0 0 0,-1 0 0 0 0,0 0 0 0 0,0 1 0 0 0,0-1 1 0 0,0 1-1 0 0,-1 0 0 0 0,0 0 0 0 0,0 1 0 0 0,0-1 0 0 0,0 1 0 0 0,-1 0 0 0 0,-4-3 0 0 0,-1 0-391 0 0,1 2 0 0 0,-1-1-1 0 0,0 1 1 0 0,0 1 0 0 0,0 0 0 0 0,-17-3 0 0 0,18 5-23 0 0,0 0 0 0 0,0 0 0 0 0,0 1 0 0 0,0 0 0 0 0,1 1 1 0 0,-1 0-1 0 0,0 0 0 0 0,-9 3 0 0 0,10-2-351 0 0,-24 4-3429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43.96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307 51 2836 0 0,'-6'-7'794'0'0,"-1"0"0"0"0,-1 1 0 0 0,1 0 0 0 0,-9-5 0 0 0,13 9-657 0 0,0 0 0 0 0,0 0 0 0 0,0 1 0 0 0,0 0 0 0 0,-1-1 0 0 0,1 1 0 0 0,0 0 0 0 0,-1 1 0 0 0,1-1 0 0 0,0 1 0 0 0,-1-1 1 0 0,1 1-1 0 0,-1 0 0 0 0,1 0 0 0 0,-6 1 0 0 0,2 1-51 0 0,0 0 0 0 0,0 1 1 0 0,0 0-1 0 0,0 0 0 0 0,0 0 1 0 0,1 1-1 0 0,0 0 0 0 0,-1 0 0 0 0,2 1 1 0 0,-1-1-1 0 0,0 1 0 0 0,-5 7 1 0 0,2-1 2 0 0,0 0 1 0 0,1 1-1 0 0,0 0 1 0 0,1 0-1 0 0,-11 27 1 0 0,6-6-9 0 0,2 0 1 0 0,1 1 0 0 0,1 0-1 0 0,-4 57 1 0 0,8-34-34 0 0,2-1 1 0 0,3 1-1 0 0,2 0 0 0 0,19 97 1 0 0,-14-116-126 0 0,2 1 0 0 0,2-1 0 0 0,1-1 0 0 0,2 0 1 0 0,2-1-1 0 0,1-1 0 0 0,37 54 0 0 0,-39-67-180 0 0,2-1 0 0 0,1 0 0 0 0,0-2-1 0 0,1 0 1 0 0,1-1 0 0 0,1-1 0 0 0,27 15 0 0 0,-18-14-574 0 0,0-2 0 0 0,2-1 0 0 0,0-2 0 0 0,0-1 0 0 0,39 8 0 0 0,6-3-2779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44.6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245 1 2324 0 0,'0'0'2794'0'0,"5"0"-1713"0"0,0 0-845 0 0,1 1 0 0 0,-1 0 0 0 0,1 0 0 0 0,-1 0 0 0 0,0 1-1 0 0,1 0 1 0 0,-1 0 0 0 0,0 0 0 0 0,0 1 0 0 0,0-1 0 0 0,-1 1 0 0 0,7 5 0 0 0,3 3-73 0 0,-1 1 1 0 0,-1 0 0 0 0,1 0 0 0 0,-2 1 0 0 0,0 1 0 0 0,-1 0 0 0 0,0 0 0 0 0,-1 1 0 0 0,-1 0-1 0 0,0 1 1 0 0,-1 0 0 0 0,0 0 0 0 0,-2 1 0 0 0,0-1 0 0 0,3 21 0 0 0,-5-15-172 0 0,0 1 1 0 0,-2-1-1 0 0,-1 1 1 0 0,0-1 0 0 0,-2 1-1 0 0,-1-1 1 0 0,0 0-1 0 0,-2 0 1 0 0,-1 0-1 0 0,0-1 1 0 0,-13 30-1 0 0,1-13-436 0 0,-1-1-1 0 0,-2 0 1 0 0,-1-2-1 0 0,-51 62 0 0 0,42-63-707 0 0,0-2 0 0 0,-2-1-1 0 0,-2-2 1 0 0,-54 37 0 0 0,24-26-2622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45.59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538 153 3592 0 0,'-2'-9'440'0'0,"-1"1"0"0"0,0-1 0 0 0,0 1 0 0 0,-1 0 0 0 0,0 0-1 0 0,0 0 1 0 0,-1 1 0 0 0,-7-10 0 0 0,8 13-352 0 0,1 1 0 0 0,-1-1 0 0 0,0 1 0 0 0,0 0 0 0 0,0 0 1 0 0,0 0-1 0 0,0 1 0 0 0,-1-1 0 0 0,1 1 0 0 0,-1 0 0 0 0,1 1 0 0 0,-1-1 0 0 0,0 1 0 0 0,0 0 0 0 0,0 0 1 0 0,0 0-1 0 0,0 1 0 0 0,-7-1 0 0 0,-4 2 18 0 0,0 1 0 0 0,0 0 0 0 0,0 2 0 0 0,0-1 0 0 0,1 2 0 0 0,-1 0 0 0 0,1 1 0 0 0,0 0 0 0 0,1 1 0 0 0,-1 1-1 0 0,1 0 1 0 0,-18 15 0 0 0,10-6 24 0 0,1 1-1 0 0,1 1 0 0 0,1 1 1 0 0,0 1-1 0 0,1 0 0 0 0,-25 42 1 0 0,39-56-108 0 0,0 0 0 0 0,0 0 0 0 0,1 1 1 0 0,0 0-1 0 0,0-1 0 0 0,1 1 0 0 0,0 0 0 0 0,1 0 1 0 0,0 0-1 0 0,0 0 0 0 0,0 0 0 0 0,1 0 0 0 0,0 0 1 0 0,1 1-1 0 0,2 12 0 0 0,-2-18-19 0 0,1 0 0 0 0,-1 0 0 0 0,1 0 0 0 0,0 1 0 0 0,0-2 0 0 0,0 1 0 0 0,0 0 0 0 0,0 0 0 0 0,0-1 0 0 0,1 1 0 0 0,-1-1 0 0 0,1 0 0 0 0,0 1 0 0 0,0-1 0 0 0,4 2 0 0 0,-4-2-3 0 0,2 1-9 0 0,-1-1 0 0 0,1 1 0 0 0,0-1 0 0 0,0 0 0 0 0,0 0 0 0 0,0-1 1 0 0,0 1-1 0 0,1-1 0 0 0,-1 0 0 0 0,9 0 0 0 0,-9-1 0 0 0,3 1-15 0 0,1-1-1 0 0,0 0 0 0 0,0-1 0 0 0,-1 0 0 0 0,1 0 0 0 0,-1-1 0 0 0,15-4 1 0 0,-12 3 15 0 0,2-1-13 0 0,0 1 1 0 0,0-2-1 0 0,0 0 0 0 0,-1 0 1 0 0,0-1-1 0 0,0-1 0 0 0,-1 0 1 0 0,0 0-1 0 0,0-1 1 0 0,0-1-1 0 0,-1 0 0 0 0,-1 0 1 0 0,1-1-1 0 0,-2 0 0 0 0,1-1 1 0 0,-1 0-1 0 0,-1 0 0 0 0,0 0 1 0 0,-1-1-1 0 0,0 0 0 0 0,0-1 1 0 0,-2 1-1 0 0,1-1 0 0 0,3-22 1 0 0,-7 29 9 0 0,0 0 0 0 0,0 0 0 0 0,-1-1 1 0 0,0 1-1 0 0,0 0 0 0 0,-1-1 0 0 0,1 1 1 0 0,-1 0-1 0 0,-1 0 0 0 0,1-1 0 0 0,-3-5 1 0 0,1 3 11 0 0,-11-36 12 0 0,9 36-2 0 0,1 3-3 0 0,3 3-9 0 0,0 1-1 0 0,0 0 0 0 0,0 0 0 0 0,0 0 1 0 0,0-1-1 0 0,0 1 0 0 0,-1 1 0 0 0,1-1 1 0 0,-1 0-1 0 0,1 0 0 0 0,-1 0 0 0 0,0 1 1 0 0,-2-2-1 0 0,-11-10-8 0 0,3 5 60 0 0,0-1 1 0 0,-1 1-1 0 0,-24-10 0 0 0,32 16-41 0 0,-1 3 16 0 0,3-1-24 0 0,0 0 11 0 0,0 0-1 0 0,0 0 1 0 0,0 0 0 0 0,0 0-1 0 0,0 1 1 0 0,0-1 0 0 0,0 1 0 0 0,0 0-1 0 0,0 0 1 0 0,0 0 0 0 0,0 0-1 0 0,0 1 1 0 0,1-1 0 0 0,-1 1-1 0 0,1-1 1 0 0,-1 1 0 0 0,-4 4-1 0 0,0 5 51 0 0,1 0-1 0 0,-10 22 0 0 0,15-31-53 0 0,0 1 0 0 0,0-1 0 0 0,0 1 0 0 0,1 0-1 0 0,-1-1 1 0 0,1 1 0 0 0,-1 0 0 0 0,1 0 0 0 0,0-1 0 0 0,0 1 0 0 0,0 4 0 0 0,1 1-1 0 0,-1 8-5 0 0,0-1 0 0 0,1 1 0 0 0,0-1 0 0 0,2 0 0 0 0,4 19 0 0 0,26 69-32 0 0,-28-87 19 0 0,42 98-445 0 0,-4-10-1958 0 0,-20-28-2860 0 0,-16-47 1913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45.87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15 2596 0 0,'0'0'1510'0'0,"2"-4"-299"0"0,4-7 1094 0 0,-2 13-892 0 0,1 25-456 0 0,-4 30-881 0 0,-3 83-1320 0 0,5-38-3556 0 0,-1-65 816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46.97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362 207 3432 0 0,'-1'-6'1136'0'0,"1"-4"-773"0"0,-1 0 1 0 0,0 0-1 0 0,-1 0 1 0 0,0 0-1 0 0,0 1 1 0 0,-1-1-1 0 0,0 1 1 0 0,-1 0-1 0 0,0 0 1 0 0,-1 0-1 0 0,0 0 1 0 0,0 1-1 0 0,-1 0 1 0 0,0 0-1 0 0,0 0 1 0 0,-11-10-1 0 0,16 17-339 0 0,-3-3 90 0 0,0 1 1 0 0,0-1-1 0 0,0 1 0 0 0,0 0 1 0 0,0 0-1 0 0,-1 0 0 0 0,1 1 1 0 0,-1 0-1 0 0,0-1 0 0 0,0 2 1 0 0,-8-3-1 0 0,8 3-93 0 0,-1 2 0 0 0,0-1 1 0 0,1 0-1 0 0,-1 1 0 0 0,1 0 0 0 0,-1 0 0 0 0,1 1 0 0 0,0 0 0 0 0,-1 0 1 0 0,1 0-1 0 0,0 0 0 0 0,0 1 0 0 0,-6 4 0 0 0,2 0 9 0 0,1 0 0 0 0,1 0 0 0 0,-1 0 0 0 0,1 1 1 0 0,1 0-1 0 0,-1 0 0 0 0,-7 13 0 0 0,4-4 22 0 0,0 0 0 0 0,1 0 0 0 0,1 1 0 0 0,0 0 0 0 0,1 0 0 0 0,1 1 0 0 0,-6 37 0 0 0,3 18-14 0 0,9-60-19 0 0,3 36 23 0 0,-1-41-44 0 0,5 11 47 0 0,19 34 100 0 0,-19-43-162 0 0,-6-9 14 0 0,0 0 0 0 0,0-1 1 0 0,0 1-1 0 0,1 0 0 0 0,-1-1 0 0 0,1 1 0 0 0,-1-1 1 0 0,1 0-1 0 0,-1 1 0 0 0,1-1 0 0 0,0 0 1 0 0,-1 0-1 0 0,1 0 0 0 0,0 0 0 0 0,0 0 0 0 0,2 0 1 0 0,4 3-30 0 0,-1-1 0 0 0,1 0 1 0 0,0 0-1 0 0,1-1 1 0 0,-1 0-1 0 0,0 0 0 0 0,1-1 1 0 0,11 0-1 0 0,-4-1 0 0 0,-1-2 0 0 0,0 1 0 0 0,0-2-1 0 0,21-6 1 0 0,-24 6 22 0 0,0-2 0 0 0,-1 1 0 0 0,1-1 0 0 0,-1-1-1 0 0,0 0 1 0 0,-1-1 0 0 0,1 0 0 0 0,-1 0 0 0 0,-1-1 0 0 0,1 0-1 0 0,13-17 1 0 0,-16 16-7 0 0,14-28-35 0 0,-19 29 39 0 0,-2 2-2 0 0,2 1 7 0 0,-1-1-1 0 0,0 1 1 0 0,0-1-1 0 0,-1 0 1 0 0,1 1-1 0 0,-1-1 0 0 0,-1 1 1 0 0,1-1-1 0 0,-1 1 1 0 0,0-1-1 0 0,0 1 0 0 0,0-1 1 0 0,-1 1-1 0 0,0-1 1 0 0,-4-6-1 0 0,0 0-5 0 0,-1 0-1 0 0,-1 1 1 0 0,0 0 0 0 0,-15-16-1 0 0,14 18 8 0 0,8 7 6 0 0,0 1 1 0 0,0-1 0 0 0,-1 1-1 0 0,1 0 1 0 0,0-1 0 0 0,-1 1-1 0 0,1 0 1 0 0,-1 0 0 0 0,0 0 0 0 0,1 0-1 0 0,-1 0 1 0 0,0 0 0 0 0,-2 0-1 0 0,-6-4-5 0 0,-41-15-25 0 0,46 18 35 0 0,-1 2-2 0 0,-38 3-10 0 0,37 0 13 0 0,2 1 1 0 0,2-2 1 0 0,0-1-1 0 0,0 1 1 0 0,0 1-1 0 0,0-1 1 0 0,0 0-1 0 0,0 1 1 0 0,1-1-1 0 0,-1 1 1 0 0,1 0-1 0 0,0-1 1 0 0,-1 1-1 0 0,1 1 1 0 0,1-1 0 0 0,-3 4-1 0 0,3-5 3 0 0,-2 4 3 0 0,0-1 0 0 0,1 1 0 0 0,0-1 0 0 0,0 1-1 0 0,1 0 1 0 0,0 0 0 0 0,0 0 0 0 0,0 0 0 0 0,1 0 0 0 0,-1 8 0 0 0,1-9 2 0 0,0 8 13 0 0,0 0 0 0 0,1 0 0 0 0,0 0 0 0 0,1 0 0 0 0,1 0 0 0 0,0 0 0 0 0,5 13 0 0 0,4 6 30 0 0,20 39 0 0 0,34 51-234 0 0,-57-108-558 0 0,1 1 1 0 0,1-2 0 0 0,0 1-1 0 0,0-2 1 0 0,23 20-1 0 0,-30-29-501 0 0,0-1-42 0 0,14 7-891 0 0,-14-7-1511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06:47.3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52 2140 0 0,'2'-3'1324'0'0,"0"-1"-1084"0"0,1 0 0 0 0,0 1 1 0 0,0-1-1 0 0,0 1 0 0 0,0 0 1 0 0,1 0-1 0 0,-1 0 0 0 0,1 0 1 0 0,0 1-1 0 0,0-1 0 0 0,0 1 1 0 0,0 0-1 0 0,0 0 0 0 0,0 1 1 0 0,1-1-1 0 0,-1 1 0 0 0,1 0 1 0 0,-1 0-1 0 0,1 0 0 0 0,-1 1 1 0 0,1-1-1 0 0,-1 1 0 0 0,1 0 1 0 0,0 1-1 0 0,7 0 0 0 0,-7 0-88 0 0,-1 2-12 0 0,2 1-81 0 0,0 0 0 0 0,0 1 1 0 0,-1 0-1 0 0,0 0 0 0 0,0 0 0 0 0,0 0 0 0 0,5 10 0 0 0,-8-12-2 0 0,-1 3-9 0 0,2 15-1 0 0,-2-15-25 0 0,-2 0-30 0 0,0 3 68 0 0,-1-1 0 0 0,0 1 0 0 0,0-1 0 0 0,-1 1 0 0 0,0-1 0 0 0,0 0 0 0 0,-1 0 0 0 0,0 0 1 0 0,0-1-1 0 0,-1 1 0 0 0,-9 10 0 0 0,-11 12 652 0 0,23-27-64 0 0,14-5-845 0 0,0-1 34 0 0,-1 0 0 0 0,1-1-1 0 0,-1 0 1 0 0,0-1 0 0 0,0 0 0 0 0,15-10-1 0 0,-4 4-280 0 0,135-67-5815 0 0,-114 56 1618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0:27.43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3764 0 0,'0'0'984'0'0,"26"8"-1060"0"0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0:49.02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0 146 3792 0 0,'1'-5'1181'0'0,"16"-70"3034"0"0,-16 71-3675 0 0,0 0-164 0 0,4-12 3 0 0,-4 12 703 0 0,0 8-979 0 0,1 37 46 0 0,-1-1 1 0 0,-6 53-1 0 0,1-44 43 0 0,4 67 0 0 0,2-87-138 0 0,2-1 0 0 0,0 1 0 0 0,11 34 0 0 0,-12-54-41 0 0,0-1 0 0 0,0 1 0 0 0,1-1 0 0 0,0 1 0 0 0,1-1 0 0 0,-1 0 0 0 0,2-1 0 0 0,-1 1 0 0 0,1-1 0 0 0,0 0 0 0 0,0 0 0 0 0,1-1 0 0 0,0 0 0 0 0,14 10 0 0 0,41 10 7 0 0,-56-25-9 0 0,0 1 0 0 0,1-1-1 0 0,-1-1 1 0 0,1 1 0 0 0,0-1-1 0 0,-1-1 1 0 0,1 1 0 0 0,-1-1 0 0 0,8-1-1 0 0,-8 0-13 0 0,7 0 25 0 0,-1 0 0 0 0,0-1 1 0 0,0-1-1 0 0,0 0 0 0 0,0-1 0 0 0,-1 0 0 0 0,0-1 0 0 0,0 0 0 0 0,0-1 0 0 0,-1 0 0 0 0,17-15 1 0 0,-12 8 18 0 0,0-1 0 0 0,-1-1 0 0 0,0 0 0 0 0,-2-1 0 0 0,20-34 0 0 0,-22 31 4 0 0,-2 0 0 0 0,0 0-1 0 0,-1-1 1 0 0,-1 0 0 0 0,-1 0 0 0 0,0 0-1 0 0,-2-1 1 0 0,1-34 0 0 0,-4 41-29 0 0,0 0 0 0 0,-1-1 0 0 0,-4-16-1 0 0,3 22-19 0 0,0-12 7 0 0,-1 5 10 0 0,-1 4 1 0 0,-23-85-157 0 0,26 94 157 0 0,-8-2-2 0 0,9 6-15 0 0,0-1 0 0 0,-1 1 0 0 0,1 0 0 0 0,0-1-1 0 0,-1 1 1 0 0,1 0 0 0 0,-1-1 0 0 0,1 1 0 0 0,0 0 0 0 0,-1-1 0 0 0,1 1-1 0 0,-1 0 1 0 0,1 0 0 0 0,-1-1 0 0 0,1 1 0 0 0,-1 0 0 0 0,1 0-1 0 0,-1 0 1 0 0,1 0 0 0 0,-1 0 0 0 0,1 0 0 0 0,-1 0 0 0 0,1 0-1 0 0,-1 0 1 0 0,1 0 0 0 0,-1 0 0 0 0,1 0 0 0 0,-1 0 0 0 0,1 0-1 0 0,-1 0 1 0 0,1 0 0 0 0,-2 1 0 0 0,-12 7 23 0 0,11-6 19 0 0,0 0-58 0 0,-7 8 25 0 0,7-8 37 0 0,1 1-42 0 0,-26 23-22 0 0,25-24 67 0 0,10-2-333 0 0,28-4-1025 0 0,0-1 0 0 0,-1-2 0 0 0,52-17-1 0 0,-63 14-1725 0 0,-18 7 2043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0:49.23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68 2060 0 0,'0'0'3757'0'0,"31"-17"-3037"0"0,23 7-620 0 0,-20 6-260 0 0,1-1 36 0 0,3 0-72 0 0,7 0-244 0 0,1-2-249 0 0,1 2-115 0 0,-2-1-556 0 0,1 3-1464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0:49.73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63 22 3660 0 0,'0'0'3845'0'0,"0"-5"-2809"0"0,0 3-1269 0 0,-1-12 2093 0 0,1 14-1802 0 0,-1 0 0 0 0,1 0 0 0 0,0 0-1 0 0,-1 0 1 0 0,1 0 0 0 0,0 0 0 0 0,-1 0-1 0 0,1 0 1 0 0,0 0 0 0 0,-1 1 0 0 0,1-1 0 0 0,-1 0-1 0 0,1 0 1 0 0,0 0 0 0 0,0 1 0 0 0,-1-1-1 0 0,1 0 1 0 0,0 0 0 0 0,-1 1 0 0 0,1-1-1 0 0,0 0 1 0 0,0 1 0 0 0,0-1 0 0 0,-1 0 0 0 0,1 1-1 0 0,0-1 1 0 0,0 0 0 0 0,0 1 0 0 0,0-1-1 0 0,0 0 1 0 0,-1 1 0 0 0,1-1 0 0 0,0 1-1 0 0,0 0-46 0 0,-1 0 0 0 0,0-1-1 0 0,1 1 1 0 0,-1 0-1 0 0,1 0 1 0 0,0 0-1 0 0,-1-1 1 0 0,1 1-1 0 0,-1 0 1 0 0,1 0-1 0 0,0 0 1 0 0,0 0-1 0 0,0 0 1 0 0,-1 0-1 0 0,1 0 1 0 0,0 0-1 0 0,0 0 1 0 0,0-1 0 0 0,0 1-1 0 0,1 0 1 0 0,-1 1-1 0 0,0 25 168 0 0,-43 402 261 0 0,41-406-494 0 0,0 48-1674 0 0,2-67 1006 0 0,0 2-269 0 0,0 10 233 0 0,0-5-3644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0:50.0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1 208 2436 0 0,'0'-10'367'0'0,"0"-1"0"0"0,1 0 0 0 0,0 0 0 0 0,1 0 0 0 0,0 0 0 0 0,1 1 0 0 0,0-1 0 0 0,0 1 0 0 0,1 0 0 0 0,1 0 0 0 0,0 0-1 0 0,0 0 1 0 0,12-14 0 0 0,-13 19-251 0 0,1 0-1 0 0,0 1 1 0 0,0 0-1 0 0,0 0 1 0 0,0 1-1 0 0,1-1 1 0 0,-1 1-1 0 0,1 0 1 0 0,0 1-1 0 0,0-1 1 0 0,0 1-1 0 0,1 1 1 0 0,6-2-1 0 0,4 2 85 0 0,-1 0-1 0 0,1 2 1 0 0,17 3-1 0 0,-30-3-40 0 0,1 1 4 0 0,2 2-99 0 0,-1 1 0 0 0,1 0 1 0 0,-1 1-1 0 0,0-1 1 0 0,-1 1-1 0 0,10 12 0 0 0,-12-14 42 0 0,-3 2-12 0 0,1 0-72 0 0,-1-1 1 0 0,0 1-1 0 0,0-1 0 0 0,-1 1 0 0 0,1 0 0 0 0,-1-1 0 0 0,0 1 0 0 0,-1-1 0 0 0,0 0 0 0 0,1 1 0 0 0,-2-1 0 0 0,1 0 1 0 0,0 0-1 0 0,-6 7 0 0 0,-3 1-25 0 0,0 0 0 0 0,-1 0 0 0 0,0-2 0 0 0,-27 20 1 0 0,-65 36-3743 0 0,103-67 3671 0 0,-2 2-954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0:51.40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254 330 3356 0 0,'0'0'1378'0'0,"1"-4"-194"0"0,6-13-228 0 0,-5 13 550 0 0,-13-13-326 0 0,8 13-710 0 0,-14-7 250 0 0,13 9-456 0 0,-20-2 176 0 0,19 3-262 0 0,-3 2-113 0 0,1 0 0 0 0,-1 1 0 0 0,1-1 0 0 0,-1 1 0 0 0,1 1 0 0 0,0 0 0 0 0,0 0 0 0 0,0 0-1 0 0,1 1 1 0 0,-1 0 0 0 0,1 0 0 0 0,0 0 0 0 0,-11 11 0 0 0,4-4 9 0 0,1 1 0 0 0,1 1 0 0 0,0 0 0 0 0,1 1 0 0 0,-12 18 0 0 0,20-28-63 0 0,0 1-41 0 0,-5 15 49 0 0,6-16 20 0 0,1 2-33 0 0,1 16-14 0 0,-1-17 4 0 0,19 5-63 0 0,-15-8 17 0 0,2-3-153 0 0,2 0 145 0 0,1 0-1 0 0,-1 0 0 0 0,1-1 0 0 0,-1-1 0 0 0,0 1 1 0 0,0-1-1 0 0,0-1 0 0 0,9-4 0 0 0,-6 0 42 0 0,1-1 1 0 0,-1 0-1 0 0,0-1 0 0 0,-1 0 0 0 0,0-1 1 0 0,-1 0-1 0 0,0 0 0 0 0,0-1 0 0 0,-2 0 1 0 0,1 0-1 0 0,-1-1 0 0 0,-1 0 0 0 0,-1 0 0 0 0,7-21 1 0 0,1-13 273 0 0,-1-1 0 0 0,9-93 0 0 0,-21 136-152 0 0,0-1-14 0 0,0-21 221 0 0,-4 30-298 0 0,0 1-13 0 0,0 1 0 0 0,-1-1 0 0 0,2 1 0 0 0,-1 0 0 0 0,0 0 0 0 0,1 0 0 0 0,0 1 1 0 0,0-1-1 0 0,1 1 0 0 0,0 0 0 0 0,-3 8 0 0 0,-16 75 9 0 0,18-70-9 0 0,-1 0 1 0 0,2 5-4 0 0,2-8-6 0 0,-1-7-8 0 0,3 27-137 0 0,-2-28 100 0 0,0-5 20 0 0,0 0 0 0 0,0 0 0 0 0,1 0 0 0 0,-1-1 0 0 0,1 1 0 0 0,-1 0-1 0 0,1 0 1 0 0,0-1 0 0 0,0 1 0 0 0,2 3 0 0 0,-1-1-61 0 0,0 1-59 0 0,1-1 0 0 0,-1 1 0 0 0,1-1 1 0 0,0 1-1 0 0,0-1 0 0 0,1 0 0 0 0,-1 0 0 0 0,1 0 1 0 0,0-1-1 0 0,1 1 0 0 0,-1-1 0 0 0,1 0 0 0 0,7 5 1 0 0,-6-4-60 0 0,-4-3 104 0 0,0-1 1 0 0,0 1-1 0 0,0-1 1 0 0,1 1-1 0 0,-1-1 1 0 0,0 0-1 0 0,1 0 1 0 0,-1 0-1 0 0,1 0 1 0 0,4 1-1 0 0,1 1-143 0 0,27 6-1060 0 0,-21-7 792 0 0,0-1 1 0 0,1 0 0 0 0,-1-1-1 0 0,1 0 1 0 0,-1-2-1 0 0,0 1 1 0 0,17-5 0 0 0,-24 4 457 0 0,3-1 143 0 0,-1 0 0 0 0,1 0 1 0 0,-1-1-1 0 0,0 0 0 0 0,0-1 1 0 0,0 1-1 0 0,-1-2 0 0 0,1 1 1 0 0,-1-1-1 0 0,-1-1 0 0 0,1 1 1 0 0,11-14-1 0 0,3-17 1326 0 0,-21 33-951 0 0,1-1-36 0 0,-2 0-210 0 0,1 0 0 0 0,-1-1 1 0 0,0 1-1 0 0,0 0 1 0 0,0 0-1 0 0,-1-1 1 0 0,-1-6-1 0 0,1 7 46 0 0,0 5-248 0 0,1 0 1 0 0,0 0-1 0 0,0 0 1 0 0,-1 0-1 0 0,1 0 0 0 0,0 0 1 0 0,0 0-1 0 0,-1 0 1 0 0,1 0-1 0 0,0 0 1 0 0,0 0-1 0 0,0 0 1 0 0,-1 0-1 0 0,1 0 1 0 0,0-1-1 0 0,0 1 0 0 0,-1 0 1 0 0,1 0-1 0 0,0 0 1 0 0,0 0-1 0 0,0-1 1 0 0,0 1-1 0 0,-1 0 1 0 0,1 0-1 0 0,0 0 1 0 0,0 0-1 0 0,0-1 0 0 0,0 1 1 0 0,0 0-1 0 0,0 0 1 0 0,-1-1-1 0 0,1 1 1 0 0,0-1-1 0 0,0 1 20 0 0,0-1-1 0 0,-1 1 1 0 0,1-1 0 0 0,0 0-1 0 0,-1 1 1 0 0,1-1 0 0 0,-1 1-1 0 0,1-1 1 0 0,-1 1 0 0 0,1-1-1 0 0,-1 1 1 0 0,1-1 0 0 0,-1 1-1 0 0,1-1 1 0 0,-1 1 0 0 0,0 0 0 0 0,1-1-1 0 0,-1 1 1 0 0,0 0 0 0 0,1 0-1 0 0,-1-1 1 0 0,0 1 0 0 0,-1 0-1 0 0,-16-2 115 0 0,13 1-12 0 0,1 3-5 0 0,-4 0-86 0 0,1 2 0 0 0,0-1 0 0 0,0 1 0 0 0,0 0 0 0 0,1 0 0 0 0,-1 1 0 0 0,1 0 0 0 0,0 0 0 0 0,1 0 0 0 0,-1 1 0 0 0,1 0 0 0 0,0 0 0 0 0,0 0 0 0 0,1 1 0 0 0,0-1 0 0 0,0 1 0 0 0,0 0 0 0 0,1 1 0 0 0,-3 9 0 0 0,1 1-26 0 0,2 5 7 0 0,3-17-18 0 0,0-2-5 0 0,6 17 5 0 0,-5-20-5 0 0,-1 1-1 0 0,1-1 1 0 0,0 1 0 0 0,0-1 0 0 0,0 0-1 0 0,0 1 1 0 0,0-1 0 0 0,0 0-1 0 0,1 0 1 0 0,-1 0 0 0 0,0 0-1 0 0,0 0 1 0 0,1 0 0 0 0,-1 0 0 0 0,1 0-1 0 0,-1-1 1 0 0,1 1 0 0 0,-1 0-1 0 0,1-1 1 0 0,-1 0 0 0 0,1 1 0 0 0,0-1-1 0 0,-1 0 1 0 0,3 1 0 0 0,7 1 4 0 0,-6-2-16 0 0,18-4-4 0 0,1-5 1 0 0,-15 4 57 0 0,0 0 0 0 0,-1-1-1 0 0,0 0 1 0 0,0 0 0 0 0,0-1 0 0 0,-1 1-1 0 0,0-2 1 0 0,0 1 0 0 0,-1-1 0 0 0,8-12-1 0 0,-12 17 80 0 0,10-16 274 0 0,-12 18-388 0 0,0 0 0 0 0,1 0 1 0 0,-1 0-1 0 0,0 1 0 0 0,1-1 0 0 0,-1 0 1 0 0,1 0-1 0 0,-1 0 0 0 0,1 1 0 0 0,-1-1 1 0 0,1 0-1 0 0,-1 1 0 0 0,1-1 0 0 0,0 1 1 0 0,-1-1-1 0 0,1 0 0 0 0,0 1 0 0 0,1-1 1 0 0,-1 0 175 0 0,-8 19-160 0 0,5-13 1 0 0,-3 14 2 0 0,3-15-21 0 0,1 1 7 0 0,0 0-12 0 0,3 52 49 0 0,0-55-63 0 0,-1 0 1 0 0,0 1-1 0 0,1-1 1 0 0,-1 0-1 0 0,1-1 1 0 0,0 1-1 0 0,0 0 1 0 0,0 0-1 0 0,0-1 0 0 0,0 1 1 0 0,0-1-1 0 0,0 1 1 0 0,0-1-1 0 0,1 0 1 0 0,-1 0-1 0 0,5 1 1 0 0,22 0-172 0 0,-23-2 116 0 0,-1-2 37 0 0,2 0 8 0 0,0-1 1 0 0,-1 0-1 0 0,1 0 0 0 0,-1 0 0 0 0,0-1 0 0 0,0 0 0 0 0,0 0 0 0 0,-1 0 0 0 0,1-1 0 0 0,5-7 0 0 0,23-35-7 0 0,-27 34 83 0 0,0 1 1 0 0,0-1-1 0 0,-2-1 0 0 0,1 1 0 0 0,-2-1 0 0 0,0 0 0 0 0,0 0 0 0 0,-1 0 0 0 0,1-20 0 0 0,-4 29-22 0 0,1 1 71 0 0,0-23 93 0 0,0 21 118 0 0,-2 2-236 0 0,-2-10 19 0 0,-2 15 160 0 0,-10 36 26 0 0,5-3-179 0 0,1 0 0 0 0,2 1-1 0 0,-2 39 1 0 0,8-58-84 0 0,3 5-18 0 0,1-7-26 0 0,-3-13 27 0 0,3 10-6 0 0,0 1 1 0 0,1-1 0 0 0,0 0-1 0 0,6 13 1 0 0,-8-21-120 0 0,0 1 0 0 0,1-1 1 0 0,-1 1-1 0 0,1-1 0 0 0,0 0 0 0 0,-1 0 1 0 0,1 0-1 0 0,1 0 0 0 0,-1-1 0 0 0,0 1 0 0 0,1-1 1 0 0,-1 0-1 0 0,1 0 0 0 0,0 0 0 0 0,0 0 1 0 0,0 0-1 0 0,4 0 0 0 0,41 5-3826 0 0,-43-7 2678 0 0,-1-2-887 0 0,22-7-1501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0:51.61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49 68 2040 0 0,'-5'-2'1169'0'0,"-15"-3"-188"0"0,15 3 1323 0 0,1 1-1671 0 0,3 1-575 0 0,1 0 0 0 0,-1 0 1 0 0,0 0-1 0 0,1 0 0 0 0,-1 0 0 0 0,0-1 0 0 0,1 1 0 0 0,-1 0 0 0 0,0 0 0 0 0,1-1 0 0 0,-1 1 0 0 0,1 0 0 0 0,-1-1 0 0 0,1 1 1 0 0,-1 0-1 0 0,1-1 0 0 0,-1 1 0 0 0,1-1 0 0 0,-1 1 0 0 0,1-1 0 0 0,-1 1 0 0 0,1-1 0 0 0,0 1 0 0 0,-1-1 0 0 0,1 0 0 0 0,13-7 559 0 0,48-2-625 0 0,-45 8 26 0 0,61-9-822 0 0,-20 2-1695 0 0,-18 3-362 0 0,-13 4-199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0:52.5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76 413 1324 0 0,'-4'1'982'0'0,"-57"33"2997"0"0,58-32-2896 0 0,-3 17-766 0 0,5-15 90 0 0,12-1-159 0 0,-10-2-238 0 0,0-1 0 0 0,0 1 0 0 0,0-1 0 0 0,0 1-1 0 0,0-1 1 0 0,0 0 0 0 0,0 1 0 0 0,0-1 0 0 0,0 0 0 0 0,0 0 0 0 0,0 0 0 0 0,0 0 0 0 0,0 0 0 0 0,0 0-1 0 0,0 0 1 0 0,0 0 0 0 0,0 0 0 0 0,1-1 0 0 0,49-8 20 0 0,-46 7-43 0 0,-4 2 11 0 0,1 0 0 0 0,0-1 0 0 0,-1 1 0 0 0,1-1 0 0 0,-1 1 0 0 0,0-1 1 0 0,1 0-1 0 0,-1 1 0 0 0,1-1 0 0 0,-1 0 0 0 0,0 0 0 0 0,3-2 0 0 0,-2 1 0 0 0,3-1 7 0 0,-1 0-23 0 0,12-10-16 0 0,-12 10 34 0 0,-3 1 16 0 0,0 0 1 0 0,0 1-1 0 0,0-1 0 0 0,0 1 1 0 0,1-1-1 0 0,-1 1 1 0 0,0 0-1 0 0,1-1 1 0 0,-1 1-1 0 0,3-2 0 0 0,-1 0 116 0 0,11-15 206 0 0,-12 14-165 0 0,2-7 38 0 0,4-5 266 0 0,-5-3-444 0 0,-2 15 156 0 0,-7 5-157 0 0,1 0-28 0 0,0 1-1 0 0,-1 0 0 0 0,1 1 0 0 0,0-1 1 0 0,0 1-1 0 0,0 0 0 0 0,1 0 1 0 0,-1 1-1 0 0,1-1 0 0 0,-1 1 0 0 0,1 0 1 0 0,0 0-1 0 0,1 0 0 0 0,-5 6 1 0 0,-35 65 298 0 0,41-71-326 0 0,2 2-180 0 0,2 24 134 0 0,-1-26-9 0 0,1 0 0 0 0,0 0-1 0 0,0 0 1 0 0,0 0 0 0 0,0-1 0 0 0,1 1-1 0 0,-1 0 1 0 0,1-1 0 0 0,0 0 0 0 0,0 1-1 0 0,0-1 1 0 0,1 0 0 0 0,-1-1 0 0 0,1 1-1 0 0,-1-1 1 0 0,1 1 0 0 0,0-1-1 0 0,0 0 1 0 0,0-1 0 0 0,0 1 0 0 0,8 1-1 0 0,1 1-340 0 0,0 0-1 0 0,0-1 1 0 0,0 0-1 0 0,0-1 1 0 0,26 0-1 0 0,-7-3-566 0 0,1-2 0 0 0,59-12 0 0 0,-76 10 1106 0 0,0 0 0 0 0,1 0-1 0 0,-2-1 1 0 0,1-2 0 0 0,-1 1 0 0 0,0-2-1 0 0,0 0 1 0 0,17-14 0 0 0,-24 17 218 0 0,0-2 0 0 0,0 1 0 0 0,0-1-1 0 0,-1 0 1 0 0,8-12 0 0 0,-12 15-170 0 0,0 0 0 0 0,0-1-1 0 0,-1 0 1 0 0,0 1 0 0 0,0-1-1 0 0,0 0 1 0 0,-1 0 0 0 0,0 0 0 0 0,0 0-1 0 0,0 0 1 0 0,-1-9 0 0 0,-5-3 24 0 0,3 13-164 0 0,0 1 57 0 0,1 3-70 0 0,-1 0 0 0 0,1 0 0 0 0,-1 0 0 0 0,1 0 0 0 0,0-1 0 0 0,-1 1 0 0 0,1 0 0 0 0,0 0 0 0 0,0-1 0 0 0,0 1 0 0 0,-2-4 0 0 0,3 5 0 0 0,-4-4 59 0 0,0 3 7 0 0,-14-6 1 0 0,14 6-16 0 0,-2 2 4 0 0,-3 1-19 0 0,0 0 0 0 0,1 0-1 0 0,-1 1 1 0 0,1 0 0 0 0,0 0-1 0 0,0 1 1 0 0,0 1-1 0 0,1-1 1 0 0,-15 12 0 0 0,15-10-16 0 0,1 1 0 0 0,-1 1 1 0 0,1-1-1 0 0,0 1 0 0 0,1 0 1 0 0,0 0-1 0 0,0 1 1 0 0,1 0-1 0 0,0-1 0 0 0,0 1 1 0 0,1 1-1 0 0,0-1 1 0 0,-2 15-1 0 0,4-18 25 0 0,3-1-51 0 0,4 16-25 0 0,-6-20 16 0 0,0 0 0 0 0,0 0-1 0 0,1 0 1 0 0,-1 0 0 0 0,1 0 0 0 0,-1 0 0 0 0,0 0-1 0 0,1 0 1 0 0,0 0 0 0 0,-1-1 0 0 0,1 1 0 0 0,0 0-1 0 0,-1 0 1 0 0,1 0 0 0 0,0-1 0 0 0,0 1 0 0 0,0-1-1 0 0,-1 1 1 0 0,3 1 0 0 0,-2-2-1 0 0,-1 0 0 0 0,0 0-1 0 0,1 0 1 0 0,-1 0 0 0 0,1 1 0 0 0,-1-1-1 0 0,0 0 1 0 0,1 0 0 0 0,-1 1 0 0 0,0-1 0 0 0,1 0-1 0 0,-1 1 1 0 0,0-1 0 0 0,0 0 0 0 0,1 1-1 0 0,-1-1 1 0 0,0 1 0 0 0,0-1 0 0 0,1 0 0 0 0,-1 1-1 0 0,0-1 1 0 0,0 1 0 0 0,0-1 0 0 0,0 0-1 0 0,0 1 1 0 0,0-1 0 0 0,0 1 0 0 0,0-1-1 0 0,0 1 1 0 0,5 1-69 0 0,12 7-14 0 0,-13-7-16 0 0,1-2-10 0 0,1 1 62 0 0,0-2 0 0 0,0 1 1 0 0,0-1-1 0 0,0 0 1 0 0,-1 0-1 0 0,1 0 1 0 0,0-1-1 0 0,-1 0 0 0 0,1 0 1 0 0,-1 0-1 0 0,0-1 1 0 0,6-3-1 0 0,34-31-117 0 0,-38 29 169 0 0,0 0-1 0 0,0 0 1 0 0,0-1 0 0 0,-1 1-1 0 0,-1-2 1 0 0,1 1 0 0 0,-1-1-1 0 0,-1 1 1 0 0,0-1 0 0 0,4-14-1 0 0,-1-6 213 0 0,-1-1 0 0 0,2-30-1 0 0,-6 40-50 0 0,1-2 102 0 0,-2-1-122 0 0,-1 3 136 0 0,0-30 280 0 0,-1-24 222 0 0,0 68-586 0 0,1 1 7 0 0,-1-20-18 0 0,1 20 677 0 0,-4 10-740 0 0,-13 13-14 0 0,12-5-9 0 0,-14 128-205 0 0,6 0 1 0 0,8 246-1 0 0,12-273-2039 0 0,-1-41-3389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0:53.19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373 58 2412 0 0,'0'0'1313'0'0,"0"-6"-230"0"0,2-21 516 0 0,-2 26-1523 0 0,-1 0 0 0 0,1 0 1 0 0,-1 0-1 0 0,1 0 0 0 0,-1 0 0 0 0,1 0 0 0 0,-1 0 0 0 0,0 0 0 0 0,1 0 0 0 0,-1 1 0 0 0,0-1 1 0 0,0 0-1 0 0,0 0 0 0 0,0 1 0 0 0,1-1 0 0 0,-1 0 0 0 0,0 1 0 0 0,0-1 0 0 0,0 1 1 0 0,0-1-1 0 0,0 1 0 0 0,-1 0 0 0 0,0-1 0 0 0,-18-4 409 0 0,15 4-171 0 0,-3 2-15 0 0,-1-1-206 0 0,6 0-47 0 0,0 0 0 0 0,-1 0 1 0 0,1 1-1 0 0,-1-1 0 0 0,1 1 0 0 0,0 0 1 0 0,-1 0-1 0 0,1 0 0 0 0,-3 2 1 0 0,-15 5 126 0 0,1 1 1 0 0,0 1-1 0 0,1 1 1 0 0,0 1 0 0 0,0 0-1 0 0,1 1 1 0 0,1 1-1 0 0,1 1 1 0 0,0 1-1 0 0,1 0 1 0 0,0 1 0 0 0,1 0-1 0 0,-17 30 1 0 0,28-41-145 0 0,1-1 0 0 0,-1 1 1 0 0,1 0-1 0 0,0 0 1 0 0,1 1-1 0 0,0-1 0 0 0,-1 10 1 0 0,1-11 5 0 0,1-1-23 0 0,0 0 0 0 0,0 0 1 0 0,1 0-1 0 0,-1-1 0 0 0,1 1 1 0 0,0 0-1 0 0,0 0 0 0 0,0-1 1 0 0,0 1-1 0 0,1-1 0 0 0,0 1 1 0 0,-1-1-1 0 0,3 4 0 0 0,-2-5 1 0 0,-1 0-5 0 0,0 0 0 0 0,0 1 0 0 0,1-1 0 0 0,-1 0 0 0 0,1 0 0 0 0,-1 0 0 0 0,1 0 0 0 0,0 0 0 0 0,0-1 0 0 0,3 3 0 0 0,0 0 5 0 0,-4-2-11 0 0,0-1 0 0 0,1 1 0 0 0,-1-1 0 0 0,0 0 0 0 0,1 0 0 0 0,-1 1 0 0 0,1-1 0 0 0,-1 0 0 0 0,1 0 0 0 0,0 0 0 0 0,-1-1 0 0 0,1 1 0 0 0,0 0 0 0 0,0-1 0 0 0,2 1 0 0 0,1 1-13 0 0,4 2-8 0 0,-1-1 1 0 0,1 0-1 0 0,0-1 0 0 0,0 0 1 0 0,0 0-1 0 0,15 1 0 0 0,-17-3-33 0 0,9 2-242 0 0,-1 0-1 0 0,1-2 0 0 0,23-1 0 0 0,-33 0 246 0 0,25-2-1489 0 0,0-2-1 0 0,0-1 1 0 0,0-1-1 0 0,46-19 1 0 0,-48 15-2214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0:53.58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320 24 2576 0 0,'0'0'1138'0'0,"-3"-3"-199"0"0,-13-9 1057 0 0,15 11-1932 0 0,-1 0 1 0 0,1 0-1 0 0,0 1 1 0 0,-1-1-1 0 0,1 0 1 0 0,-1 1 0 0 0,1-1-1 0 0,-1 1 1 0 0,1 0-1 0 0,-1 0 1 0 0,1-1-1 0 0,-4 1 1 0 0,2 0 65 0 0,-2-1 281 0 0,-3 1-246 0 0,-1 1-1 0 0,1 1 0 0 0,0 0 1 0 0,0 0-1 0 0,0 0 1 0 0,0 1-1 0 0,0 0 0 0 0,0 1 1 0 0,1 0-1 0 0,-1 0 0 0 0,-6 5 1 0 0,-5 4 122 0 0,1 1-1 0 0,-31 32 1 0 0,39-36-158 0 0,2 0-1 0 0,-1 1 1 0 0,1 0 0 0 0,1 1-1 0 0,0-1 1 0 0,-9 22-1 0 0,0 20 113 0 0,15-48-133 0 0,1 2-21 0 0,0-4-98 0 0,0 1 38 0 0,0 0 1 0 0,0 0 0 0 0,1 0 0 0 0,-1 0 0 0 0,1 0-1 0 0,0-1 1 0 0,0 1 0 0 0,0 0 0 0 0,0 0 0 0 0,1-1-1 0 0,-1 1 1 0 0,1-1 0 0 0,4 7 0 0 0,-1-5 6 0 0,0 1 0 0 0,1-1 0 0 0,0 0 0 0 0,0-1 0 0 0,0 1 0 0 0,1-1 0 0 0,-1-1 1 0 0,1 1-1 0 0,8 2 0 0 0,-3-2-23 0 0,0-1 1 0 0,0 0-1 0 0,0 0 1 0 0,1-2-1 0 0,-1 1 1 0 0,18-2-1 0 0,-21 1-15 0 0,28-3-47 0 0,-20 0-314 0 0,6 0-106 0 0,36-8-1 0 0,-52 8-648 0 0,1 0 0 0 0,-1-1 0 0 0,0 1-1 0 0,0-2 1 0 0,12-6 0 0 0,-3-1-3753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0:57.47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536 75 2300 0 0,'0'0'1436'0'0,"1"-5"-184"0"0,1-12-159 0 0,-1 12 1345 0 0,-7-18-1293 0 0,5 19-221 0 0,-3 1-562 0 0,-9-8-18 0 0,9 8-26 0 0,-2 2-44 0 0,-12-1-93 0 0,0 2-1 0 0,1 0 0 0 0,-1 0 0 0 0,0 2 0 0 0,0 0 0 0 0,0 1 0 0 0,1 1 1 0 0,0 1-1 0 0,-30 12 0 0 0,16-5-43 0 0,0 2 0 0 0,1 1 0 0 0,0 1 0 0 0,-39 31 0 0 0,57-38-10 0 0,-1 2-59 0 0,0 2 64 0 0,6-6-41 0 0,0 0 0 0 0,0 0 0 0 0,1 1-1 0 0,0 0 1 0 0,0 1 0 0 0,1 0 0 0 0,0-1 0 0 0,1 2 0 0 0,-1-1-1 0 0,2 0 1 0 0,-5 19 0 0 0,7-24 21 0 0,1 2-29 0 0,1 0-56 0 0,-1-1 0 0 0,1 1 1 0 0,0 0-1 0 0,1 0 0 0 0,-1-1 1 0 0,1 1-1 0 0,0-1 0 0 0,1 1 1 0 0,-1-1-1 0 0,1 0 0 0 0,0 0 1 0 0,0 0-1 0 0,1 0 1 0 0,-1 0-1 0 0,5 3 0 0 0,9 4 8 0 0,-1-1 0 0 0,31 15 1 0 0,-30-19 16 0 0,0 0 1 0 0,25 5 0 0 0,-33-9-35 0 0,26 5 80 0 0,1-5 86 0 0,0-2 0 0 0,1-1-1 0 0,64-9 1 0 0,-97 8-104 0 0,21-3 13 0 0,-20 3-55 0 0,17-3-194 0 0,-18 3-70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0:58.05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 16 3188 0 0,'0'0'9217'0'0,"-1"-4"-8603"0"0,-5-7 2096 0 0,3 25-1669 0 0,2-10-801 0 0,1 2-6 0 0,-12 217 1947 0 0,12-218-2054 0 0,0 2-24 0 0,3 47 182 0 0,-2-49-165 0 0,-1 0-85 0 0,0 1-192 0 0,1 2 175 0 0,-1 2-8255 0 0,21-26-3442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0:59.18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45 2512 0 0,'0'0'11191'0'0,"5"-1"-11051"0"0,230-28 1727 0 0,-146 17-1832 0 0,-83 11-249 0 0,-1 1-1166 0 0,1 0 987 0 0,4-1 100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0:59.54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77 1 2668 0 0,'-25'8'972'0'0,"20"-6"1200"0"0,1-1-1656 0 0,-12 6-43 0 0,12-6 1088 0 0,0 2-1251 0 0,2-2 15 0 0,-7 6-518 0 0,1-5 3689 0 0,8-2-3483 0 0,1 0 1 0 0,-1 1 0 0 0,0-1-1 0 0,1 0 1 0 0,-1 0-1 0 0,0 0 1 0 0,1 0 0 0 0,-1 0-1 0 0,0 0 1 0 0,1 0 0 0 0,-1 0-1 0 0,0 0 1 0 0,0 1-1 0 0,1-1 1 0 0,-1 0 0 0 0,0 0-1 0 0,0 0 1 0 0,1 1-1 0 0,-1-1 1 0 0,0 0 0 0 0,0 0-1 0 0,0 1 1 0 0,1-1-1 0 0,-1 0 1 0 0,0 0 0 0 0,0 1-1 0 0,0-1 1 0 0,0 0-1 0 0,0 1 1 0 0,1-1 0 0 0,-1 0-1 0 0,0 1 1 0 0,0-1 0 0 0,0 1-1 0 0,0-1 14 0 0,0 1 0 0 0,0 0 0 0 0,0-1 0 0 0,1 1 0 0 0,-1 0 0 0 0,0-1-1 0 0,1 1 1 0 0,-1 0 0 0 0,0-1 0 0 0,1 1 0 0 0,-1-1 0 0 0,1 1 0 0 0,-1-1 0 0 0,1 1 0 0 0,-1-1-1 0 0,1 1 1 0 0,-1-1 0 0 0,1 0 0 0 0,-1 1 0 0 0,1-1 0 0 0,-1 0 0 0 0,1 1 0 0 0,0-1 0 0 0,-1 0 0 0 0,1 0-1 0 0,0 1 1 0 0,-1-1 0 0 0,1 0 0 0 0,0 0 0 0 0,0 0 0 0 0,52 5 646 0 0,-1-2 1 0 0,0-3-1 0 0,1-2 0 0 0,54-9 1 0 0,-101 10-630 0 0,0 1-5 0 0,49-6 113 0 0,-50 6-140 0 0,0-1-482 0 0,1-1 54 0 0,4 0 293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02.23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220 188 3712 0 0,'0'0'7003'0'0,"-3"3"-6598"0"0,-10 6-13 0 0,10-6 865 0 0,-2-2-1004 0 0,-46 1 1053 0 0,46-2-923 0 0,2-2-195 0 0,0 0-129 0 0,1 0-1 0 0,-1-1 0 0 0,1 1 1 0 0,0 0-1 0 0,-1-1 0 0 0,1 0 1 0 0,1 1-1 0 0,-1-1 0 0 0,-2-4 1 0 0,3 4 27 0 0,2-2-22 0 0,1-4-53 0 0,0 0 0 0 0,0 0 0 0 0,1 0 1 0 0,0 0-1 0 0,1 0 0 0 0,0 1 0 0 0,0 0 0 0 0,1 0 0 0 0,0 0 0 0 0,0 0 0 0 0,1 1 0 0 0,0 0 0 0 0,0 0 0 0 0,1 0 0 0 0,0 1 0 0 0,9-6 0 0 0,23-10 17 0 0,-35 20-24 0 0,1 2-28 0 0,0-1 12 0 0,-4 1 11 0 0,1 0 0 0 0,-1-1 0 0 0,1 1 0 0 0,0 0 0 0 0,-1 0 0 0 0,1 0 0 0 0,-1 0 0 0 0,1 0 0 0 0,-1 0 0 0 0,1 0 0 0 0,-1 1 0 0 0,1-1 0 0 0,-1 1 0 0 0,1-1 0 0 0,2 2 0 0 0,24 12 4 0 0,-23-8 1 0 0,-3-2-1 0 0,1 0 4 0 0,-1 0 0 0 0,1-1 1 0 0,-1 1-1 0 0,0 0 0 0 0,0 0 0 0 0,0 0 1 0 0,0 1-1 0 0,-1-1 0 0 0,0 0 0 0 0,1 1 1 0 0,-1 6-1 0 0,0-7 9 0 0,1 5-1 0 0,-1 0 0 0 0,0 0 1 0 0,-1 1-1 0 0,0-1 0 0 0,0 0 0 0 0,-1 0 0 0 0,-3 15 1 0 0,3-16-26 0 0,-3 11 20 0 0,0 0-1 0 0,-1 0 1 0 0,-2-1-1 0 0,1 0 1 0 0,-2 0-1 0 0,-14 24 1 0 0,6-16-11 0 0,-1-1 0 0 0,-1 0 0 0 0,-25 25 0 0 0,6-13 6 0 0,-4-1 2 0 0,34-33-8 0 0,3 0 27 0 0,0 0 0 0 0,-1-1 0 0 0,1 0 0 0 0,-1 0 0 0 0,1 0 0 0 0,-1 0 0 0 0,0-1-1 0 0,-5 1 1 0 0,6-1-68 0 0,-1 0 37 0 0,1-2-50 0 0,-15-5 79 0 0,14 5 148 0 0,1-7-247 0 0,1-1 0 0 0,0 1 1 0 0,-5-19-1 0 0,7 22 42 0 0,2-2 21 0 0,0-1 11 0 0,0 1-1 0 0,0-1 0 0 0,1 0 0 0 0,0 0 0 0 0,0 1 0 0 0,1-1 1 0 0,0 1-1 0 0,1-1 0 0 0,0 1 0 0 0,0 0 0 0 0,7-9 0 0 0,-8 12-28 0 0,2 2 32 0 0,-3 0 0 0 0,-1 1-1 0 0,0 0 0 0 0,0 0 0 0 0,0 1 0 0 0,0-1 0 0 0,0 0 0 0 0,0 1 0 0 0,0-1 0 0 0,0 1 0 0 0,0-1 0 0 0,0 1 0 0 0,1-1 0 0 0,-1 1 0 0 0,0 0 0 0 0,0-1 0 0 0,1 1 0 0 0,-1 0 0 0 0,0 0 0 0 0,0 0 0 0 0,2 0 0 0 0,17 1 3 0 0,-13 0 3 0 0,-1 1 0 0 0,1-1 0 0 0,-1 1 0 0 0,0 0-1 0 0,0 1 1 0 0,0-1 0 0 0,7 5 0 0 0,-4-3 11 0 0,19 11 80 0 0,49 32-1 0 0,-21-11-34 0 0,-43-28-160 0 0,1 0 1 0 0,0-2-1 0 0,22 9 1 0 0,-29-13-259 0 0,1-1 0 0 0,-1 0 0 0 0,1 0 0 0 0,-1-1 1 0 0,0 1-1 0 0,1-2 0 0 0,-1 1 0 0 0,1-1 0 0 0,9-2 0 0 0,41-11-2216 0 0,-51 12 2045 0 0,-1 0-1 0 0,1-1 1 0 0,-1 0-1 0 0,1-1 1 0 0,-1 0-1 0 0,0 1 1 0 0,10-10-1 0 0,-10 9 247 0 0,4-5-1704 0 0,17-16-1384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02.65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207 99 2088 0 0,'1'-3'1256'0'0,"14"-40"2385"0"0,-14 39-1859 0 0,0-2-1347 0 0,0-21 877 0 0,-1 26-1246 0 0,-1 0 1 0 0,1 0-1 0 0,-1 0 1 0 0,0 0-1 0 0,1 0 1 0 0,-1 0-1 0 0,0 1 0 0 0,1-1 1 0 0,-1 0-1 0 0,0 0 1 0 0,0 1-1 0 0,0-1 1 0 0,0 0-1 0 0,0 1 1 0 0,1-1-1 0 0,-1 1 1 0 0,0-1-1 0 0,0 1 1 0 0,0 0-1 0 0,-2-1 1 0 0,-15 6 169 0 0,14-3-4 0 0,4-2-219 0 0,0 1 1 0 0,-1-1 0 0 0,1 1 0 0 0,0-1-1 0 0,0 1 1 0 0,-1-1 0 0 0,1 1-1 0 0,0-1 1 0 0,-1 1 0 0 0,1-1-1 0 0,0 1 1 0 0,-1-1 0 0 0,1 0-1 0 0,-1 1 1 0 0,1-1 0 0 0,0 0-1 0 0,-1 1 1 0 0,1-1 0 0 0,-1 0-1 0 0,1 1 1 0 0,-1-1 0 0 0,1 0-1 0 0,-2 0 1 0 0,-13 12 275 0 0,6 0-76 0 0,0 2 1 0 0,2-1 0 0 0,-13 29-1 0 0,18-38-140 0 0,2 2-27 0 0,-1-1-33 0 0,0 0 0 0 0,1 0 0 0 0,-1 0 0 0 0,1-1 0 0 0,0 1 1 0 0,1 0-1 0 0,-1 0 0 0 0,1 0 0 0 0,0 0 0 0 0,0 0 0 0 0,1-1 0 0 0,-1 1 0 0 0,1-1 0 0 0,0 1 1 0 0,0-1-1 0 0,1 1 0 0 0,-1-1 0 0 0,1 0 0 0 0,0 0 0 0 0,0-1 0 0 0,1 1 0 0 0,-1 0 0 0 0,1-1 0 0 0,-1 0 1 0 0,1 0-1 0 0,0 0 0 0 0,0 0 0 0 0,8 3 0 0 0,32 9 60 0 0,-40-14 29 0 0,2 0 46 0 0,19 0 13 0 0,-19-1 14 0 0,0-1 10 0 0,-2 0-170 0 0,2 1 64 0 0,-1-1-1 0 0,0 0 1 0 0,0 0-1 0 0,0-1 1 0 0,0 1-1 0 0,0-1 1 0 0,0 0-1 0 0,0-1 1 0 0,0 1-1 0 0,-1-1 1 0 0,1 0-1 0 0,-1 0 1 0 0,0 0-1 0 0,0 0 1 0 0,0-1-1 0 0,6-7 1 0 0,8-32 175 0 0,-17 38-227 0 0,-2-1-5 0 0,1 1-85 0 0,-1 0 0 0 0,1 0 0 0 0,-2 0 0 0 0,1 0 0 0 0,0 0 0 0 0,-1 0 0 0 0,0 0 0 0 0,0 0 0 0 0,-1 1 0 0 0,1-1 0 0 0,-1 1 0 0 0,0-1 0 0 0,0 1 0 0 0,-1 0 0 0 0,-3-4 0 0 0,1 4-211 0 0,-1 0 0 0 0,1 0-1 0 0,0 0 1 0 0,-1 1 0 0 0,0 0 0 0 0,0 1 0 0 0,0-1 0 0 0,0 1 0 0 0,0 1-1 0 0,0-1 1 0 0,0 1 0 0 0,-1 0 0 0 0,1 1 0 0 0,0 0 0 0 0,-1 0 0 0 0,1 0 0 0 0,0 1-1 0 0,-10 3 1 0 0,-21 6-2037 0 0,1 1 1 0 0,-59 28-1 0 0,71-26-1345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03.06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610 75 2300 0 0,'-12'-10'629'0'0,"0"1"-1"0"0,0 1 0 0 0,-1 0 0 0 0,0 1 1 0 0,-1 0-1 0 0,0 1 0 0 0,-20-6 1 0 0,25 10-448 0 0,0 0 0 0 0,-1 1 0 0 0,1 0 0 0 0,0 0 0 0 0,-1 1 0 0 0,1 0 0 0 0,-1 1-1 0 0,1 0 1 0 0,0 0 0 0 0,-1 1 0 0 0,1 0 0 0 0,0 1 0 0 0,-11 4 0 0 0,2 2 2 0 0,0 0 0 0 0,1 1 0 0 0,0 1 0 0 0,0 1-1 0 0,1 0 1 0 0,0 1 0 0 0,1 1 0 0 0,1 0 0 0 0,1 1 0 0 0,0 1 0 0 0,0 0-1 0 0,2 1 1 0 0,0 0 0 0 0,-17 36 0 0 0,9-7 25 0 0,1 0 0 0 0,2 2 0 0 0,2 0 0 0 0,-14 96 0 0 0,23-106-162 0 0,1 0 0 0 0,1 0 0 0 0,3 0 0 0 0,1 0 1 0 0,2 0-1 0 0,1 0 0 0 0,10 38 0 0 0,-9-57-51 0 0,0-1 1 0 0,1 1-1 0 0,2-1 0 0 0,-1-1 0 0 0,2 1 0 0 0,0-1 1 0 0,1-1-1 0 0,1 0 0 0 0,1 0 0 0 0,0-1 0 0 0,1-1 0 0 0,0 0 1 0 0,1 0-1 0 0,1-2 0 0 0,26 19 0 0 0,-18-17-302 0 0,2-1-1 0 0,0-1 0 0 0,0-1 1 0 0,1-2-1 0 0,0 0 0 0 0,51 9 1 0 0,-35-11-1511 0 0,0-3 1 0 0,0-1-1 0 0,77-6 1 0 0,-63-1-2655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03.62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26 14 3104 0 0,'-8'-14'2359'0'0,"11"27"1579"0"0,8 27-2722 0 0,-9-11-1462 0 0,-2 1 1 0 0,0 0-1 0 0,-9 47 1 0 0,8-63-461 0 0,-4 6 131 0 0,-2-1-1126 0 0,-3 6-741 0 0,8-19-1729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04.44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138 135 3060 0 0,'0'0'1224'0'0,"-4"-2"-172"0"0,-2-1-292 0 0,1 0 0 0 0,-1-1 0 0 0,1 0 0 0 0,-9-8 830 0 0,13 11-1543 0 0,0-1 0 0 0,1 1-1 0 0,-1 0 1 0 0,1-1 0 0 0,-1 1 0 0 0,1 0-1 0 0,0-1 1 0 0,0 1 0 0 0,-1-1 0 0 0,1 1-1 0 0,0 0 1 0 0,0-3 0 0 0,0 2 35 0 0,0-2 493 0 0,1-1-344 0 0,1-1-142 0 0,0 0 0 0 0,1 1 1 0 0,-1 0-1 0 0,1-1 0 0 0,0 1 1 0 0,1 0-1 0 0,0 0 0 0 0,-1 1 1 0 0,8-8-1 0 0,-8 10 10 0 0,3 0-11 0 0,15-7-15 0 0,-16 7-14 0 0,0 2-8 0 0,1-1-37 0 0,-1 1 0 0 0,1 0 0 0 0,-1 0 1 0 0,1 0-1 0 0,-1 1 0 0 0,0 0 0 0 0,1 0 0 0 0,-1 0 0 0 0,0 1 0 0 0,0 0 0 0 0,0 0 0 0 0,0 0 0 0 0,0 0 0 0 0,6 5 1 0 0,-5-4-9 0 0,2 1-3 0 0,16 28 22 0 0,9 23-8 0 0,-30-48-7 0 0,0 0 0 0 0,0 0 0 0 0,-1 1 0 0 0,0-1 0 0 0,0 1 0 0 0,-1-1 1 0 0,0 1-1 0 0,-1-1 0 0 0,1 1 0 0 0,-1 0 0 0 0,-1-1 0 0 0,1 1 0 0 0,-1 0 0 0 0,-1-1 0 0 0,0 1 0 0 0,0-1 0 0 0,0 0 1 0 0,-1 0-1 0 0,0 0 0 0 0,-7 13 0 0 0,6-13-9 0 0,1 0 1 0 0,-1-1-1 0 0,0 1 1 0 0,-1-1-1 0 0,1 0 1 0 0,-1-1-1 0 0,-1 1 1 0 0,1-1-1 0 0,-1 0 1 0 0,0 0-1 0 0,0-1 1 0 0,-11 7-1 0 0,-23 11 6 0 0,28-16-9 0 0,-10 0-5 0 0,16-3 6 0 0,-22 5 3 0 0,-15-3-12 0 0,33-7 8 0 0,2 0-1 0 0,4 2 1 0 0,1-1-1 0 0,-1 1 1 0 0,1-1-1 0 0,-1 0 1 0 0,1 0-1 0 0,0-1 1 0 0,-1 1-1 0 0,1-1 1 0 0,0 1-1 0 0,0-1 1 0 0,0 0-1 0 0,0 0 1 0 0,1 0-1 0 0,-1-1 1 0 0,0 1-1 0 0,1-1 1 0 0,-1 1-1 0 0,1-1 1 0 0,0 0-1 0 0,0 0 1 0 0,0 0-1 0 0,1 0 1 0 0,-1 0-1 0 0,0 0 1 0 0,1 0-1 0 0,0-1 1 0 0,-2-6-1 0 0,2 5-13 0 0,2 0-13 0 0,1-16 7 0 0,-1 16 7 0 0,1 1 9 0 0,9-11-2 0 0,-9 11-4 0 0,0 4 13 0 0,-1-1-1 0 0,1 1 1 0 0,-1-1-1 0 0,1 0 0 0 0,-1 1 1 0 0,0-1-1 0 0,1 0 1 0 0,-1 0-1 0 0,0 0 1 0 0,0 0-1 0 0,0 0 0 0 0,2-2 1 0 0,-1 2 2 0 0,2-2 32 0 0,1 2 45 0 0,16-1-9 0 0,-16 2-8 0 0,1 1 5 0 0,5 2-41 0 0,-1 0 0 0 0,0 0 0 0 0,0 1 0 0 0,0 1-1 0 0,0 0 1 0 0,-1 0 0 0 0,14 10 0 0 0,24 25-25 0 0,-39-32 25 0 0,26 24-6 0 0,-19-20-11 0 0,21 15-506 0 0,-32-25 164 0 0,1-1-65 0 0,17 3-97 0 0,-16-3-99 0 0,1-1-66 0 0,2 0-130 0 0,1-1 0 0 0,0 0 1 0 0,0-1-1 0 0,-1 0 0 0 0,1 0 1 0 0,-1-1-1 0 0,1 0 0 0 0,16-9 0 0 0,3-7-2727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04.89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67 15 2512 0 0,'0'0'1938'0'0,"-2"-2"-1207"0"0,-9-8-123 0 0,8 8 947 0 0,-1 3-1256 0 0,-15 3-36 0 0,15-3 251 0 0,1 2-251 0 0,-9 6-16 0 0,9-6 242 0 0,2 0-258 0 0,0 1-114 0 0,0-1-1 0 0,0 1 0 0 0,0-1 1 0 0,1 1-1 0 0,0 0 0 0 0,0-1 1 0 0,0 1-1 0 0,0-1 0 0 0,1 5 1 0 0,0-4 52 0 0,2-1-1 0 0,8 6-30 0 0,0-1-1 0 0,1 0 0 0 0,0-1 1 0 0,0 0-1 0 0,1-1 1 0 0,0 0-1 0 0,14 3 1 0 0,49 25 645 0 0,-73-32-652 0 0,1 0 23 0 0,11 9 27 0 0,-11-8 6 0 0,8 17 673 0 0,-12-20-857 0 0,-1 0 1 0 0,1 1 0 0 0,0-1 0 0 0,-1 1-1 0 0,1-1 1 0 0,0 1 0 0 0,-1-1-1 0 0,1 1 1 0 0,0-1 0 0 0,0 1 0 0 0,-1-1-1 0 0,1 1 1 0 0,0-1 0 0 0,0 1-1 0 0,0-1 1 0 0,0 1 0 0 0,0-1-1 0 0,0 1 1 0 0,-1 0 0 0 0,2-1 0 0 0,-1 1-1 0 0,0-1 1 0 0,0 1 0 0 0,0-1-1 0 0,0 1 1 0 0,0 0 0 0 0,1 0-1 0 0,-1 0 1 0 0,0 0-1 0 0,0 0 1 0 0,0 0-1 0 0,0 0 1 0 0,0-1-1 0 0,0 1 0 0 0,0 0 1 0 0,0 0-1 0 0,0 0 1 0 0,0 0-1 0 0,0-1 1 0 0,-1 1-1 0 0,1 0 0 0 0,0 0 1 0 0,0 0-1 0 0,-1-1 1 0 0,1 1-1 0 0,-1 0 1 0 0,1 0-1 0 0,-1-1 0 0 0,1 1 1 0 0,-1 0-1 0 0,0 0 1 0 0,-7 7 33 0 0,-1-1 1 0 0,0 0 0 0 0,0 0 0 0 0,-1-1-1 0 0,1-1 1 0 0,-13 6 0 0 0,18-9-28 0 0,-1 0-36 0 0,-43 13 18 0 0,44-14 16 0 0,-1-1-263 0 0,-15-1-34 0 0,15 0-129 0 0,5 0-244 0 0,0 1 638 0 0,0 0-1 0 0,0-1 1 0 0,0 1 0 0 0,-1-1 0 0 0,1 1 0 0 0,0 0 0 0 0,0 0 0 0 0,0-1-1 0 0,0 1 1 0 0,-1 0 0 0 0,1-1 0 0 0,0 1 0 0 0,0 0 0 0 0,0 0 0 0 0,-1-1-1 0 0,1 1 1 0 0,0 0 0 0 0,-1 0 0 0 0,1-1 0 0 0,0 1 0 0 0,0 0 0 0 0,-1 0-1 0 0,1 0 1 0 0,0 0 0 0 0,-1 0 0 0 0,1-1 0 0 0,0 1 0 0 0,-1 0 0 0 0,0 0-1 0 0,0 0-115 0 0,1 0-1 0 0,-1-1 0 0 0,0 1 1 0 0,0 0-1 0 0,1-1 0 0 0,-1 1 0 0 0,0-1 1 0 0,0 1-1 0 0,1-1 0 0 0,-1 1 1 0 0,0-1-1 0 0,1 1 0 0 0,-1-1 1 0 0,1 0-1 0 0,-1 1 0 0 0,1-1 0 0 0,-1 0 1 0 0,1 1-1 0 0,-1-1 0 0 0,1 0 1 0 0,-1 0-1 0 0,1 1 0 0 0,0-3 1 0 0,-6-16-1163 0 0,4 14-115 0 0,3 0-982 0 0,0-21-1695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05.0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2 161 2560 0 0,'0'0'2494'0'0,"-1"-5"-1485"0"0,1 0-543 0 0,-1 0 1 0 0,1 0 0 0 0,0 0 0 0 0,1 1 0 0 0,-1-1-1 0 0,1 0 1 0 0,3-9 0 0 0,-3 10-104 0 0,4 0-69 0 0,8-4-120 0 0,0-1 0 0 0,1 1 0 0 0,0 1 1 0 0,0 1-1 0 0,16-6 0 0 0,84-20-2063 0 0,-72 22-597 0 0,-21 4-126 0 0,-16 5-1860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05.45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109 1 3948 0 0,'0'0'1398'0'0,"5"1"-159"0"0,15 4-590 0 0,0 2 0 0 0,0 0 1 0 0,-1 1-1 0 0,0 1 1 0 0,0 1-1 0 0,-1 1 1 0 0,0 0-1 0 0,-1 2 0 0 0,-1-1 1 0 0,0 2-1 0 0,-1 0 1 0 0,22 26-1 0 0,-21-21-463 0 0,0 1 0 0 0,-2 1 1 0 0,0 0-1 0 0,-1 1 0 0 0,-1 0 0 0 0,-1 1 0 0 0,-1 0 0 0 0,-2 1 1 0 0,0 0-1 0 0,6 32 0 0 0,-11-29-126 0 0,-1-1 1 0 0,-1 1-1 0 0,-2-1 1 0 0,0 1-1 0 0,-2-1 1 0 0,-1 1-1 0 0,-1-1 0 0 0,-17 50 1 0 0,6-31-376 0 0,-2-2-1 0 0,-2 0 1 0 0,-2-2 0 0 0,-32 48 0 0 0,15-34-1234 0 0,-57 65 1 0 0,70-93-380 0 0,0-1 0 0 0,-1-1 1 0 0,-60 41-1 0 0,45-41-3267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10.66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377 70 2496 0 0,'0'0'1222'0'0,"1"-5"-179"0"0,3-12-183 0 0,-3 13 1181 0 0,-2-1-1728 0 0,-1-14-25 0 0,1 15 425 0 0,-2 1-483 0 0,1 2-167 0 0,0-1 0 0 0,-1 1 0 0 0,1 0 1 0 0,0-1-1 0 0,-1 1 0 0 0,1 0 1 0 0,0 1-1 0 0,-1-1 0 0 0,0 0 1 0 0,1 1-1 0 0,-1-1 0 0 0,1 1 1 0 0,-1 0-1 0 0,1-1 0 0 0,-1 2 0 0 0,0-1 1 0 0,1 0-1 0 0,-1 0 0 0 0,0 1 1 0 0,1-1-1 0 0,-5 2 0 0 0,-15 9 51 0 0,0 0 0 0 0,1 1 0 0 0,0 2 0 0 0,1 0 0 0 0,-32 29 0 0 0,22-15 132 0 0,2 1 0 0 0,-41 55 0 0 0,64-78-162 0 0,1 1-1 0 0,0 0 0 0 0,0 0 1 0 0,1 0-1 0 0,-5 15 0 0 0,8-20-69 0 0,-2 2 136 0 0,2 2 19 0 0,-1-3-147 0 0,1 1 13 0 0,0-1 0 0 0,-1 0 0 0 0,1 0 0 0 0,0 0 0 0 0,1 0 1 0 0,-1 0-1 0 0,0 0 0 0 0,1 0 0 0 0,0 0 0 0 0,-1 0 0 0 0,1 0 0 0 0,0 0 0 0 0,1 0 1 0 0,-1 0-1 0 0,1 0 0 0 0,2 3 0 0 0,2 1 19 0 0,0 0 0 0 0,1-1 0 0 0,0 0 0 0 0,0 0 0 0 0,0 0-1 0 0,1-1 1 0 0,0 0 0 0 0,0-1 0 0 0,0 1 0 0 0,1-2 0 0 0,-1 1 0 0 0,1-1 0 0 0,0-1 0 0 0,0 1 0 0 0,0-1 0 0 0,0-1 0 0 0,18 1 0 0 0,-25-2-47 0 0,27 1 26 0 0,-1-1 1 0 0,31-4 0 0 0,13-7-182 0 0,-22 0-699 0 0,-46 10 426 0 0,1 0-46 0 0,46-9-2437 0 0,-46 9 2248 0 0,0 1-1515 0 0,14-3 1775 0 0,-15 3 57 0 0,-1-2-1117 0 0,-1 1 1422 0 0,0 0 0 0 0,-1 0 0 0 0,1 0 0 0 0,0 1 1 0 0,0-1-1 0 0,-1 1 0 0 0,1-1 0 0 0,3 1 0 0 0,-1-2 514 0 0,6-2-452 0 0,0 2 6959 0 0,-11 4-6892 0 0,-1 1 0 0 0,1-1 0 0 0,0 0 0 0 0,-1 1 0 0 0,0-1 0 0 0,0 0 0 0 0,0 0 0 0 0,0 0 0 0 0,0 0 0 0 0,0 0 0 0 0,-2 1 1 0 0,0-1 1769 0 0,-14 5-1344 0 0,14-6 384 0 0,6-5-869 0 0,5-14-6 0 0,-6 14 0 0 0,8 0 7 0 0,6-5 4 0 0,31 1 51 0 0,-41 8-118 0 0,1 1 6 0 0,-1 0 20 0 0,0 0-1 0 0,-1 0 1 0 0,1 0-1 0 0,-1 1 1 0 0,1-1-1 0 0,-1 1 0 0 0,1 1 1 0 0,-1-1-1 0 0,0 0 1 0 0,0 1-1 0 0,0 0 1 0 0,0 0-1 0 0,-1 0 1 0 0,1 0-1 0 0,-1 1 1 0 0,0 0-1 0 0,0-1 1 0 0,0 1-1 0 0,0 0 1 0 0,-1 0-1 0 0,1 1 0 0 0,-1-1 1 0 0,0 0-1 0 0,-1 1 1 0 0,1-1-1 0 0,-1 1 1 0 0,0 0-1 0 0,0-1 1 0 0,1 9-1 0 0,-3 4-1 0 0,0 1 0 0 0,-2-1 0 0 0,1 1 0 0 0,-2-1 0 0 0,-1 0 0 0 0,0 0 1 0 0,-1-1-1 0 0,0 0 0 0 0,-2 0 0 0 0,0 0 0 0 0,-1-1 0 0 0,0 0 0 0 0,-1 0 0 0 0,-16 17 0 0 0,16-19-29 0 0,-31 30-42 0 0,20-26 48 0 0,-34 21 0 0 0,51-36 33 0 0,-2 0-21 0 0,-16 4 11 0 0,16-4-18 0 0,0-3 18 0 0,-18-1-8 0 0,18 2 11 0 0,1-3-3 0 0,1 1-3 0 0,-1-1 0 0 0,1 0 0 0 0,0-1 0 0 0,-1 1-1 0 0,1-1 1 0 0,1 1 0 0 0,-1-1 0 0 0,0 0-1 0 0,1-1 1 0 0,0 1 0 0 0,0 0 0 0 0,0-1-1 0 0,1 0 1 0 0,-1 0 0 0 0,1 0 0 0 0,0 0-1 0 0,1 0 1 0 0,-1 0 0 0 0,1 0 0 0 0,-1-10-1 0 0,1 9 18 0 0,1 1 4 0 0,7-48-54 0 0,-5 47 43 0 0,1 2-20 0 0,10-12-42 0 0,-10 12 52 0 0,-3 4 5 0 0,1 0 1 0 0,-1 0-1 0 0,1 0 0 0 0,-1 0 1 0 0,1 0-1 0 0,-1 0 0 0 0,1 0 1 0 0,-1 0-1 0 0,1 0 1 0 0,-1-1-1 0 0,1 1 0 0 0,-1 0 1 0 0,1 0-1 0 0,-1 0 0 0 0,1-1 1 0 0,-1 1-1 0 0,0 0 1 0 0,1 0-1 0 0,-1-1 0 0 0,1 1 1 0 0,-1 0-1 0 0,0-1 0 0 0,1 1 1 0 0,-1-1-1 0 0,0 1 1 0 0,0 0-1 0 0,1-1 0 0 0,-1 0 1 0 0,1 0-1 0 0,0 0 0 0 0,-1 0 0 0 0,1 1 1 0 0,0-1-1 0 0,-1 0 0 0 0,1 1 0 0 0,0-1 0 0 0,0 1 1 0 0,0-1-1 0 0,-1 1 0 0 0,1-1 0 0 0,0 1 1 0 0,0-1-1 0 0,0 1 0 0 0,0 0 0 0 0,0-1 1 0 0,0 1-1 0 0,0 0 0 0 0,0 0 0 0 0,0 0 1 0 0,1 0-1 0 0,6-1 2 0 0,1 0-1 0 0,-1 1 1 0 0,0 0 0 0 0,1 1 0 0 0,-1 0-1 0 0,0 0 1 0 0,0 1 0 0 0,16 4 0 0 0,-1 3-49 0 0,-1 1 0 0 0,27 16 0 0 0,57 46 54 0 0,-22-13 15 0 0,-74-54-177 0 0,0 0-1 0 0,0-1 0 0 0,0 0 0 0 0,1-1 1 0 0,-1 0-1 0 0,1-1 0 0 0,0 0 0 0 0,0 0 0 0 0,0-1 1 0 0,-1-1-1 0 0,13 0 0 0 0,-5-2-1278 0 0,0 0 0 0 0,0-1 0 0 0,0 0-1 0 0,0-1 1 0 0,30-13 0 0 0,-21 6-4129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11.4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44 2780 0 0,'0'0'9122'0'0,"3"-1"-8797"0"0,29-8 236 0 0,0 1 0 0 0,64-6 0 0 0,-82 13-498 0 0,83-8-869 0 0,-92 9 53 0 0,1 0-38 0 0,0-1 345 0 0,6 0 206 0 0,4 4-5776 0 0,8 2 1135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11.72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34 74 3160 0 0,'-3'2'1151'0'0,"-2"1"-1213"0"0,-19 12 5598 0 0,24-15-5490 0 0,0 0 0 0 0,-1 0 0 0 0,1 0 0 0 0,0 0 0 0 0,0 0 0 0 0,0 0 0 0 0,0 0 0 0 0,0 0 0 0 0,0 0 0 0 0,0 1 0 0 0,0-1 0 0 0,0 0 0 0 0,0 0 0 0 0,0 0 0 0 0,0 0 0 0 0,0 0 0 0 0,0 0 0 0 0,0 0 0 0 0,-1 1 0 0 0,1-1 0 0 0,0 0 0 0 0,0 0 0 0 0,0 0 0 0 0,0 0 0 0 0,0 0 0 0 0,0 0 0 0 0,1 0 0 0 0,-1 1 0 0 0,0-1 0 0 0,0 0 0 0 0,0 0 0 0 0,0 0 0 0 0,0 0 0 0 0,0 0 0 0 0,0 0 0 0 0,0 0 0 0 0,0 1 0 0 0,0-1 0 0 0,0 0 0 0 0,0 0 0 0 0,0 0 0 0 0,0 0 0 0 0,1 0 0 0 0,-1 0 0 0 0,0 0 0 0 0,0 0 1 0 0,0 0-1 0 0,0 0 0 0 0,0 0 0 0 0,0 0 0 0 0,0 1 0 0 0,0-1 0 0 0,1 0 0 0 0,-1 0 0 0 0,0 0 0 0 0,0 0 0 0 0,0 0 0 0 0,0 0 0 0 0,0 0 0 0 0,1 0 0 0 0,22-1 214 0 0,176-35 848 0 0,-73 4-3254 0 0,-103 27 554 0 0,-5-2 338 0 0,-6 2-151 0 0,10-5-1364 0 0,-17 8-1985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12.47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194 1 2828 0 0,'0'0'2086'0'0,"-5"0"-1236"0"0,-13 2-145 0 0,13-1-97 0 0,0 1-50 0 0,-13 4-37 0 0,13-4-49 0 0,0 0-44 0 0,-5 4-146 0 0,0 0 0 0 0,0 0 0 0 0,1 1 0 0 0,0 0 0 0 0,0 0 0 0 0,0 1-1 0 0,1 0 1 0 0,1 1 0 0 0,-9 11 0 0 0,13-16-146 0 0,-5 17 448 0 0,5 2-216 0 0,2-18-182 0 0,10 13 168 0 0,-7-15-192 0 0,1 0 4 0 0,6 5-42 0 0,1 0 0 0 0,0-1 0 0 0,1-1-1 0 0,-1 0 1 0 0,1 0 0 0 0,0-1 0 0 0,1 0 0 0 0,15 4-1 0 0,45 14 196 0 0,-50-16-227 0 0,-8-1-56 0 0,2 1 52 0 0,1 2 50 0 0,1 1 0 0 0,-1 0 0 0 0,25 21-1 0 0,-39-28-65 0 0,-1 1 6 0 0,7 13 4 0 0,-6-12 151 0 0,-3 0-101 0 0,0-1-95 0 0,0 1 0 0 0,-1-1 0 0 0,1 0 0 0 0,-1 0-1 0 0,0 0 1 0 0,0 0 0 0 0,0 0 0 0 0,-1 0 0 0 0,1 0 0 0 0,-1 0 0 0 0,0-1 0 0 0,0 1-1 0 0,-4 6 1 0 0,1-5-13 0 0,0 0 0 0 0,0 0 0 0 0,-1-1 1 0 0,1 1-1 0 0,-1-1 0 0 0,0 0 0 0 0,0-1 0 0 0,-1 1 0 0 0,-6 2 0 0 0,-21 8-12 0 0,1-1-18 0 0,18-8 13 0 0,-5-2-52 0 0,2-1-537 0 0,-1-1-1 0 0,1 0 1 0 0,-24-2-1 0 0,35 0 114 0 0,1 1 0 0 0,0-1 0 0 0,-1-1-1 0 0,1 1 1 0 0,0-1 0 0 0,0 0-1 0 0,-11-6 1 0 0,14 6-48 0 0,0 0 0 0 0,0 0 0 0 0,0-1 0 0 0,0 1 0 0 0,0-1 0 0 0,1 0 0 0 0,-1 0 0 0 0,1 0 1 0 0,0 0-1 0 0,0 0 0 0 0,0 0 0 0 0,0-1 0 0 0,-2-5 0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12.65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1 235 2632 0 0,'2'-5'1078'0'0,"6"-12"-128"0"0,-6 12-119 0 0,1 1-93 0 0,2-5-399 0 0,2 1 0 0 0,-1 0-1 0 0,1 0 1 0 0,0 0-1 0 0,1 1 1 0 0,0 0 0 0 0,0 1-1 0 0,0-1 1 0 0,1 2 0 0 0,0-1-1 0 0,17-7 1 0 0,20-8-17 0 0,0 2-1 0 0,2 3 1 0 0,51-12 0 0 0,13 5-7196 0 0,-89 19 2208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13.10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63 0 2608 0 0,'0'0'5535'0'0,"-1"4"-5029"0"0,-23 31 1259 0 0,21-31-1415 0 0,3-3-307 0 0,0 1-1 0 0,-1-1 0 0 0,0 1 1 0 0,1-1-1 0 0,-1 0 0 0 0,0 1 1 0 0,1-1-1 0 0,-1 0 0 0 0,0 0 1 0 0,0 1-1 0 0,0-1 0 0 0,-2 2 1 0 0,1-2 40 0 0,0 3 213 0 0,-9 18 172 0 0,9-18-246 0 0,1 1-18 0 0,-3 14-6 0 0,2-15 18 0 0,3 1 5 0 0,-1 1-77 0 0,1 0 0 0 0,0 1 0 0 0,1-1 0 0 0,0 0 0 0 0,-1 0 0 0 0,2 0 0 0 0,-1 0 0 0 0,1-1 0 0 0,0 1 0 0 0,6 8 0 0 0,10 5 130 0 0,1 0 1 0 0,1-2 0 0 0,0 0-1 0 0,1-2 1 0 0,29 16 0 0 0,47 33 582 0 0,-95-61-740 0 0,13 15 237 0 0,-15-14-295 0 0,5 12 9 0 0,-4-12-18 0 0,-4 0 12 0 0,-3 2-52 0 0,0 0 0 0 0,0-1 0 0 0,-1 1 0 0 0,0-1 0 0 0,0 0 0 0 0,0-1 0 0 0,0 1 0 0 0,-1-1 1 0 0,1 0-1 0 0,-1-1 0 0 0,0 1 0 0 0,0-2 0 0 0,-13 5 0 0 0,-78 14-947 0 0,92-20 449 0 0,0-1-21 0 0,-21-1-240 0 0,20 0-125 0 0,2 0-15 0 0,-14-6-73 0 0,14 5-79 0 0,1 0-123 0 0,2-1 566 0 0,-1 1 0 0 0,1-1 0 0 0,0 0 1 0 0,0 0-1 0 0,0 0 0 0 0,0 0 0 0 0,0 0 0 0 0,1 0 0 0 0,-1-1 0 0 0,-1-6 0 0 0,2 5-3335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13.31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0 238 3524 0 0,'0'0'1120'0'0,"1"-5"-117"0"0,2-17-185 0 0,-2 17-95 0 0,0 0-53 0 0,0-2-434 0 0,0 0 0 0 0,0 0 0 0 0,1 0 1 0 0,0 0-1 0 0,0 0 0 0 0,0 0 0 0 0,1 1 0 0 0,0-1 0 0 0,1 1 1 0 0,-1 0-1 0 0,1 0 0 0 0,1 0 0 0 0,-1 0 0 0 0,1 1 0 0 0,8-9 0 0 0,6 1-199 0 0,0 1 0 0 0,0 1 0 0 0,1 1 0 0 0,1 0 0 0 0,0 2 0 0 0,0 0 0 0 0,36-7 0 0 0,-47 13-915 0 0,1 2 0 0 0,-1-1 0 0 0,0 2-1 0 0,1-1 1 0 0,-1 1 0 0 0,0 1 0 0 0,21 5-1 0 0,-31-7 746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13.88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410 16 3044 0 0,'-6'-3'209'0'0,"-1"1"-1"0"0,0-1 0 0 0,0 1 0 0 0,-1 0 1 0 0,1 1-1 0 0,0 0 0 0 0,-1 0 1 0 0,1 0-1 0 0,0 1 0 0 0,-1 0 1 0 0,1 1-1 0 0,-1 0 0 0 0,1 0 0 0 0,0 0 1 0 0,-1 1-1 0 0,1 0 0 0 0,0 0 1 0 0,0 1-1 0 0,0 0 0 0 0,1 0 1 0 0,-1 1-1 0 0,1 0 0 0 0,-7 5 0 0 0,-4 3 99 0 0,0 0 0 0 0,1 1 0 0 0,1 1 0 0 0,0 1 0 0 0,1 0 0 0 0,0 1 0 0 0,2 0 0 0 0,-21 35 0 0 0,20-27-98 0 0,1 1 1 0 0,2 0-1 0 0,0 0 0 0 0,2 1 0 0 0,1 0 0 0 0,-6 39 0 0 0,9-32-121 0 0,1 1 1 0 0,2-1 0 0 0,1 1-1 0 0,2 0 1 0 0,1-1-1 0 0,2 1 1 0 0,1-1-1 0 0,1 0 1 0 0,2-1-1 0 0,1 0 1 0 0,24 49 0 0 0,-21-54-106 0 0,1-1 1 0 0,1-1 0 0 0,1 0 0 0 0,2-1 0 0 0,0 0 0 0 0,2-2-1 0 0,0 0 1 0 0,2-2 0 0 0,0 0 0 0 0,1-1 0 0 0,1-1 0 0 0,0-2-1 0 0,2 0 1 0 0,0-1 0 0 0,32 12 0 0 0,-9-9-873 0 0,96 23 0 0 0,-121-36-179 0 0,0-2 0 0 0,0 0 1 0 0,1-2-1 0 0,-1-1 0 0 0,1 0 0 0 0,31-6 0 0 0,-26 1-2713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14.20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99 0 3804 0 0,'0'0'3792'0'0,"4"3"-2835"0"0,13 5-129 0 0,-12-5-127 0 0,-5-3-671 0 0,0 0 0 0 0,0 1 0 0 0,0-1 0 0 0,0 1 0 0 0,0-1 0 0 0,0 0 0 0 0,0 1 0 0 0,0-1 0 0 0,0 1 0 0 0,0-1 0 0 0,0 0 0 0 0,0 1 0 0 0,0-1 0 0 0,1 0 0 0 0,-1 1 0 0 0,0-1 0 0 0,0 0 0 0 0,1 1 0 0 0,-1-1 0 0 0,0 0 0 0 0,0 1 0 0 0,1-1 0 0 0,-1 0 0 0 0,0 0 0 0 0,1 1 0 0 0,0-1 0 0 0,-1 1 20 0 0,1 0-1 0 0,0-1 0 0 0,0 1 1 0 0,0 0-1 0 0,-1-1 1 0 0,1 1-1 0 0,0 0 1 0 0,-1 0-1 0 0,1 0 0 0 0,-1 0 1 0 0,1 0-1 0 0,-1 0 1 0 0,1 0-1 0 0,-1 0 0 0 0,0 0 1 0 0,1 0-1 0 0,-1 2 1 0 0,2 11 89 0 0,-1 0 0 0 0,0 0-1 0 0,-1 0 1 0 0,0 1 0 0 0,-4 15 0 0 0,-1-5-451 0 0,-2 0 1 0 0,-1-1-1 0 0,-1 1 0 0 0,-23 42 0 0 0,-30 31-6092 0 0,46-75 1792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15.1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6 158 2588 0 0,'-1'-6'1437'0'0,"-3"-15"-248"0"0,3 15-140 0 0,3 0-190 0 0,-1 0-654 0 0,1 0 1 0 0,0 0-1 0 0,1 0 1 0 0,0 1-1 0 0,-1-1 1 0 0,2 0-1 0 0,-1 1 1 0 0,1 0-1 0 0,0 0 1 0 0,0 0-1 0 0,0 0 1 0 0,0 1-1 0 0,1-1 1 0 0,0 1-1 0 0,0 0 1 0 0,0 1-1 0 0,1-1 1 0 0,-1 1-1 0 0,1 0 1 0 0,-1 0-1 0 0,1 1 1 0 0,12-4-1 0 0,35-5 522 0 0,-48 11-553 0 0,3 0-27 0 0,1 1-90 0 0,1 0 1 0 0,-1 1-1 0 0,0 0 0 0 0,0 0 1 0 0,1 1-1 0 0,-1 0 0 0 0,-1 1 1 0 0,1 0-1 0 0,-1 0 0 0 0,11 8 1 0 0,-17-10-47 0 0,0 0 1 0 0,0 0-1 0 0,-1 1 1 0 0,1-1-1 0 0,-1 0 1 0 0,1 1-1 0 0,-1-1 1 0 0,0 1-1 0 0,0 0 1 0 0,0-1-1 0 0,0 1 1 0 0,-1 0-1 0 0,1-1 0 0 0,-1 1 1 0 0,1 0-1 0 0,-1 0 1 0 0,0 4-1 0 0,0-4-22 0 0,0 1 10 0 0,0 0 0 0 0,-1 0 1 0 0,1 0-1 0 0,-1 0 0 0 0,0 0 0 0 0,0 0 0 0 0,0 0 1 0 0,0 0-1 0 0,-1 0 0 0 0,1 0 0 0 0,-1-1 0 0 0,-3 6 1 0 0,3-6 8 0 0,-4 10 10 0 0,-3 1-11 0 0,-1 0 15 0 0,-43 50 116 0 0,50-61-114 0 0,0 1-3 0 0,-10 10 9 0 0,10-10 49 0 0,0-1-44 0 0,-6 10 102 0 0,7-10 567 0 0,5 0-677 0 0,0 0-1 0 0,0 0 0 0 0,0 0 0 0 0,1 0 0 0 0,-1-1 1 0 0,1 1-1 0 0,0-1 0 0 0,6 3 0 0 0,-5-4-4 0 0,0 1-16 0 0,25 7 98 0 0,0 1 1 0 0,31 16 0 0 0,-49-20 2 0 0,-1 0 1 0 0,0 1-1 0 0,-1 0 0 0 0,1 1 1 0 0,-1 0-1 0 0,-1 1 1 0 0,17 17-1 0 0,-24-22-11 0 0,1-1-6 0 0,9 14 31 0 0,-11-15-115 0 0,0-1 0 0 0,0 0 0 0 0,-1 1 0 0 0,1-1 0 0 0,0 1 0 0 0,-1-1 0 0 0,1 1 0 0 0,-1-1 0 0 0,1 1 0 0 0,-1-1 1 0 0,0 1-1 0 0,0-1 0 0 0,0 1 0 0 0,0-1 0 0 0,0 1 0 0 0,0-1 0 0 0,0 1 0 0 0,0-1 0 0 0,-1 1 0 0 0,1 1 0 0 0,-10 15 33 0 0,8-14-4 0 0,-2-1-13 0 0,-4 4-35 0 0,0-1 0 0 0,-1 0 1 0 0,0 0-1 0 0,-1-1 1 0 0,1 0-1 0 0,-1-1 1 0 0,0 0-1 0 0,0-1 0 0 0,0 0 1 0 0,0 0-1 0 0,-1-1 1 0 0,-16 1-1 0 0,-24 3-333 0 0,-3-5-244 0 0,44 0 457 0 0,-31-3-652 0 0,38 2 730 0 0,-51-10-1533 0 0,51 9 1287 0 0,0 0 1 0 0,0 0 0 0 0,0 0 0 0 0,0-1-1 0 0,0 1 1 0 0,1-1 0 0 0,-1 0-1 0 0,0 1 1 0 0,1-1 0 0 0,-1 0 0 0 0,1-1-1 0 0,0 1 1 0 0,0 0 0 0 0,0-1 0 0 0,0 1-1 0 0,-2-5 1 0 0,2-1-2676 0 0,4-18-2144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15.93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81 26 2832 0 0,'0'0'3743'0'0,"-1"-4"-2925"0"0,-1-14-106 0 0,1 14 2639 0 0,-2 6-2963 0 0,0 0-262 0 0,0 1 1 0 0,0 0-1 0 0,0 0 1 0 0,0 0-1 0 0,0 0 1 0 0,1 0-1 0 0,0 0 1 0 0,-1 1-1 0 0,1-1 0 0 0,1 1 1 0 0,-1-1-1 0 0,-2 7 1 0 0,-15 56 708 0 0,12-38-474 0 0,4-17-196 0 0,0 0-1 0 0,0 0 1 0 0,1 0-1 0 0,1 0 1 0 0,0 1 0 0 0,0-1-1 0 0,2 21 1 0 0,-1-28-140 0 0,1 0 0 0 0,-1 0 0 0 0,1 1 1 0 0,0-1-1 0 0,0 0 0 0 0,1-1 0 0 0,-1 1 0 0 0,1 0 1 0 0,-1 0-1 0 0,1 0 0 0 0,0-1 0 0 0,1 1 0 0 0,-1-1 1 0 0,1 0-1 0 0,-1 0 0 0 0,1 0 0 0 0,0 0 0 0 0,0 0 1 0 0,0 0-1 0 0,1-1 0 0 0,-1 0 0 0 0,1 1 0 0 0,-1-1 1 0 0,8 3-1 0 0,34 7 182 0 0,-40-11-159 0 0,2-1-20 0 0,8 0-14 0 0,-1-1-1 0 0,1 0 1 0 0,-1-1 0 0 0,1 0-1 0 0,-1-1 1 0 0,0-1 0 0 0,0 0-1 0 0,0-1 1 0 0,0-1 0 0 0,21-12-1 0 0,16-16 80 0 0,-37 23-103 0 0,-3 2-5 0 0,1-3 5 0 0,-6 8 12 0 0,0-1 1 0 0,19-28-17 0 0,-2-7 166 0 0,-21 36-46 0 0,-1-1 9 0 0,3-12-90 0 0,-4 13 6 0 0,-4-3-15 0 0,4 7-13 0 0,0 0 0 0 0,0-1 0 0 0,0 1 0 0 0,0-1 0 0 0,-1 1 0 0 0,1-1 0 0 0,0 1 0 0 0,0 0-1 0 0,0-1 1 0 0,0 1 0 0 0,0 0 0 0 0,-1-1 0 0 0,1 1 0 0 0,0-1 0 0 0,0 1 0 0 0,-1 0 0 0 0,1-1 0 0 0,0 1 0 0 0,-1 0-1 0 0,1 0 1 0 0,0-1 0 0 0,-1 1 0 0 0,1 0 0 0 0,0 0 0 0 0,-1-1 0 0 0,1 1 0 0 0,-1 0 0 0 0,1 0 0 0 0,0 0 0 0 0,-1 0-1 0 0,1 0 1 0 0,-1 0 0 0 0,1 0 0 0 0,0 0 0 0 0,-1 0 0 0 0,1 0 0 0 0,-1 0 0 0 0,1 0 0 0 0,-1 0 0 0 0,1 0 0 0 0,-4 2 13 0 0,0 0 1 0 0,0 0 0 0 0,1 1 0 0 0,-1-1-1 0 0,1 1 1 0 0,0 0 0 0 0,0 0-1 0 0,0 0 1 0 0,0 1 0 0 0,1-1 0 0 0,-1 1-1 0 0,1-1 1 0 0,-4 9 0 0 0,-1 4 44 0 0,1 0 0 0 0,-5 23 0 0 0,9-32-40 0 0,0 2 5 0 0,-3 16 14 0 0,5-2 13 0 0,0 2-64 0 0,1-1 0 0 0,0 1 0 0 0,2-1-1 0 0,1 0 1 0 0,1 0 0 0 0,11 32 0 0 0,-14-52-190 0 0,0 0-73 0 0,7 13-60 0 0,-6-13-83 0 0,2 6 462 0 0,-3-3-2797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16.27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499 13 2960 0 0,'4'-2'1740'0'0,"-2"0"-1450"0"0,0 1 0 0 0,0 0 0 0 0,1 0 0 0 0,-1 0 0 0 0,0 0 0 0 0,1 0 0 0 0,-1 0 0 0 0,1 0 0 0 0,-1 1 0 0 0,1 0 0 0 0,0-1 0 0 0,-1 1 0 0 0,1 0 0 0 0,-1 0 1 0 0,4 1-1 0 0,2 0 94 0 0,0 0 0 0 0,-1 1 1 0 0,1 0-1 0 0,-1 1 0 0 0,9 3 0 0 0,1 3 261 0 0,1 0-1 0 0,-1 2 0 0 0,27 20 0 0 0,-24-13-318 0 0,0-1-1 0 0,-2 2 0 0 0,0 1 1 0 0,-2 0-1 0 0,0 1 0 0 0,-1 1 1 0 0,-1 0-1 0 0,-1 1 0 0 0,-1 0 1 0 0,-1 1-1 0 0,-2 1 0 0 0,0-1 0 0 0,-1 1 1 0 0,-2 1-1 0 0,4 27 0 0 0,-6-24-161 0 0,-2 0 0 0 0,-1 1 0 0 0,-1 0 0 0 0,-1-1 0 0 0,-2 1 0 0 0,-1-1 0 0 0,-1 0-1 0 0,-2 0 1 0 0,-1-1 0 0 0,-1 1 0 0 0,-1-2 0 0 0,-2 1 0 0 0,-16 28 0 0 0,7-23-376 0 0,-1 0 1 0 0,-2-2-1 0 0,-1 0 1 0 0,-1-2 0 0 0,-2 0-1 0 0,-1-2 1 0 0,-1-2-1 0 0,-1 0 1 0 0,-65 37 0 0 0,43-32-2164 0 0,-109 43 0 0 0,95-49-1858 0 0,-87 19 0 0 0,92-31-2120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18.45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339 100 3852 0 0,'1'-4'1302'0'0,"6"-12"-179"0"0,-5 12 490 0 0,-1-1-995 0 0,3-15-115 0 0,-4 15-104 0 0,-1 2-74 0 0,-5-11-59 0 0,5 10-47 0 0,-3 1-35 0 0,-11-8-25 0 0,11 9 2 0 0,-1 0 7 0 0,-18-3 30 0 0,18 3 28 0 0,-2 2 13 0 0,-4 1-74 0 0,-1-1 0 0 0,1 2 0 0 0,0-1 0 0 0,-1 2-1 0 0,1-1 1 0 0,-19 9 0 0 0,18-6-91 0 0,0 1-1 0 0,1 0 0 0 0,0 1 1 0 0,1 1-1 0 0,-1 0 1 0 0,1 0-1 0 0,-12 13 1 0 0,13-10 27 0 0,0 1 1 0 0,0 0 0 0 0,1 0 0 0 0,0 0 0 0 0,1 1 0 0 0,-10 26 0 0 0,1 32 351 0 0,15-59-364 0 0,0 0 0 0 0,0-1 0 0 0,1 1 0 0 0,1 0 0 0 0,0-1 0 0 0,1 1 0 0 0,3 13 0 0 0,-3-13-16 0 0,1-1-17 0 0,0-1 0 0 0,0 0 0 0 0,1 0 0 0 0,0 0 1 0 0,1 0-1 0 0,0-1 0 0 0,0 0 0 0 0,1 0 0 0 0,1 0 0 0 0,-1 0 0 0 0,1-1 0 0 0,1-1 0 0 0,-1 1 0 0 0,12 8 0 0 0,-13-12-19 0 0,0 0-1 0 0,0-1 1 0 0,1 1-1 0 0,-1-1 1 0 0,1 0-1 0 0,0-1 1 0 0,0 0-1 0 0,13 3 1 0 0,-14-4-32 0 0,6 2 40 0 0,0-1 1 0 0,1 0-1 0 0,-1-1 1 0 0,20 0-1 0 0,-22-1 19 0 0,1 0-77 0 0,14-1 2 0 0,0-2-187 0 0,-9 1-353 0 0,0-1 0 0 0,20-6 1 0 0,-24 5-1609 0 0,-1-1-1 0 0,23-11 1 0 0,-19 7-899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19.13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125 63 2496 0 0,'0'0'8944'0'0,"1"-4"-8592"0"0,5-20 262 0 0,-1 22-289 0 0,12-6 19 0 0,-13 5-29 0 0,1 2-38 0 0,7-4-128 0 0,-1 2-1 0 0,0-1 1 0 0,1 2-1 0 0,0-1 1 0 0,0 2-1 0 0,-1-1 1 0 0,1 2-1 0 0,0-1 1 0 0,0 2-1 0 0,23 3 1 0 0,-29-3-86 0 0,-6-1-60 0 0,1 0 0 0 0,0 0-1 0 0,-1 0 1 0 0,1 0 0 0 0,-1 0 0 0 0,1 1-1 0 0,-1-1 1 0 0,1 0 0 0 0,-1 0 0 0 0,1 0 0 0 0,-1 1-1 0 0,1-1 1 0 0,-1 0 0 0 0,1 1 0 0 0,-1-1-1 0 0,1 0 1 0 0,-1 1 0 0 0,1-1 0 0 0,-1 1-1 0 0,0-1 1 0 0,1 0 0 0 0,-1 1 0 0 0,0-1-1 0 0,1 2 1 0 0,-1-2-1 0 0,1 1-1 0 0,-1 0 1 0 0,1-1-1 0 0,-1 1 1 0 0,0-1-1 0 0,1 1 1 0 0,-1-1-1 0 0,1 1 1 0 0,-1-1-1 0 0,1 0 1 0 0,-1 1-1 0 0,1-1 1 0 0,0 1-1 0 0,-1-1 1 0 0,1 0-1 0 0,0 0 1 0 0,-1 1-1 0 0,1-1 1 0 0,-1 0-1 0 0,2 0 1 0 0,0 2 3 0 0,-1-1 1 0 0,1 0 0 0 0,-1 1-1 0 0,0-1 1 0 0,1 1 0 0 0,-1-1-1 0 0,0 1 1 0 0,0 0-1 0 0,0-1 1 0 0,1 3 0 0 0,1 0 81 0 0,-2 1-76 0 0,0 2-6 0 0,0-1-1 0 0,-1 0 1 0 0,0 1 0 0 0,0-1 0 0 0,0 0-1 0 0,-1 1 1 0 0,1-1 0 0 0,-2 0 0 0 0,1 0 0 0 0,-1 0-1 0 0,-3 8 1 0 0,-4 4 15 0 0,-1-1 1 0 0,-1 0-1 0 0,0 0 0 0 0,-21 21 0 0 0,29-35-45 0 0,-1 0 11 0 0,-31 26 357 0 0,32-26 1138 0 0,9-4-1447 0 0,20 0-47 0 0,-20 1-15 0 0,1-1 8 0 0,3-1 10 0 0,7-1-1 0 0,0 1-1 0 0,1 0 1 0 0,-1 2 0 0 0,0 0-1 0 0,24 3 1 0 0,-1 2-12 0 0,-34-4 20 0 0,10 5-19 0 0,-16-6 20 0 0,34 15 29 0 0,-32-14-26 0 0,-1-1-1 0 0,1 1 0 0 0,-1 0 1 0 0,1 0-1 0 0,-1 0 0 0 0,0 0 1 0 0,1 0-1 0 0,-1 0 0 0 0,0 1 1 0 0,0-1-1 0 0,0 0 0 0 0,0 1 1 0 0,0-1-1 0 0,0 1 0 0 0,0-1 1 0 0,0 1-1 0 0,0-1 1 0 0,-1 1-1 0 0,1 0 0 0 0,-1-1 1 0 0,1 1-1 0 0,-1 0 0 0 0,0-1 1 0 0,0 1-1 0 0,1 0 0 0 0,-1 1 1 0 0,-1 1 1 0 0,0 0 3 0 0,1-1-1 0 0,-1 0 1 0 0,0 1 0 0 0,0-1-1 0 0,0 0 1 0 0,0 0 0 0 0,0 0-1 0 0,-1 0 1 0 0,0 0-1 0 0,1 0 1 0 0,-1 0 0 0 0,0-1-1 0 0,0 1 1 0 0,-1-1 0 0 0,-3 5-1 0 0,-11 6-1 0 0,-1-1 1 0 0,1 0-1 0 0,-2-1 0 0 0,0-1 0 0 0,0-1 0 0 0,-1 0 0 0 0,0-2 1 0 0,0 0-1 0 0,-1-1 0 0 0,1-1 0 0 0,-2-1 0 0 0,1-1 0 0 0,0-1 0 0 0,-42-2 1 0 0,54 0-167 0 0,0-1 1 0 0,0 0 0 0 0,0-1 0 0 0,0 0 0 0 0,1-1 0 0 0,-16-6-1 0 0,18 7 42 0 0,-24-13-870 0 0,24 11 774 0 0,4 3 136 0 0,0 0-1 0 0,1 0 0 0 0,-1 0 1 0 0,0 0-1 0 0,0 0 0 0 0,1 0 1 0 0,-1-1-1 0 0,1 1 0 0 0,-1-1 1 0 0,1 1-1 0 0,0-1 0 0 0,-1 0 1 0 0,1 1-1 0 0,-1-3 0 0 0,-2-2-166 0 0,3 4 124 0 0,-1 1 0 0 0,0-1 0 0 0,1 0 0 0 0,-1 0 0 0 0,1 0 0 0 0,0 0-1 0 0,0 0 1 0 0,-1 0 0 0 0,1 0 0 0 0,1 0 0 0 0,-2-4 0 0 0,0 0-220 0 0,0 1-219 0 0,0 0 0 0 0,1 1 0 0 0,-1-1 0 0 0,1 0-1 0 0,1 0 1 0 0,-1 0 0 0 0,1 0 0 0 0,-1 0 0 0 0,2-8 0 0 0,-1 4-869 0 0,0 3-3268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19.9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649 67 3048 0 0,'0'-5'1240'0'0,"-3"-17"-102"0"0,3 17-351 0 0,-2 1-166 0 0,-5-10-104 0 0,5 10 295 0 0,-2 2-506 0 0,-13-6-53 0 0,12 5-37 0 0,-1 5-26 0 0,-1-1-136 0 0,4-1-28 0 0,1 0 1 0 0,-1 1-1 0 0,1-1 0 0 0,-1 1 1 0 0,1-1-1 0 0,0 1 0 0 0,-1 0 1 0 0,1 0-1 0 0,0 0 0 0 0,0 0 1 0 0,-4 3-1 0 0,-22 14 262 0 0,0 1 0 0 0,1 2 0 0 0,1 0 0 0 0,1 2 0 0 0,1 1 0 0 0,1 1 0 0 0,-35 50 0 0 0,9-3 321 0 0,-75 150 1 0 0,92-157-216 0 0,4 1 1 0 0,-39 131-1 0 0,60-170-264 0 0,1 1 0 0 0,1-1-1 0 0,2 1 1 0 0,0-1 0 0 0,2 1 0 0 0,2 0-1 0 0,0 0 1 0 0,2 0 0 0 0,0-1 0 0 0,13 44-1 0 0,-11-56-80 0 0,1-1 0 0 0,0 1 0 0 0,1-1-1 0 0,0 0 1 0 0,1-1 0 0 0,1 0 0 0 0,0 0-1 0 0,1-1 1 0 0,0 0 0 0 0,1-1 0 0 0,0 0-1 0 0,1-1 1 0 0,0 0 0 0 0,1-1 0 0 0,0 0-1 0 0,19 9 1 0 0,-14-9-271 0 0,1-1 0 0 0,0-1-1 0 0,0-1 1 0 0,0-1 0 0 0,1-1-1 0 0,-1 0 1 0 0,1-1 0 0 0,0-1 0 0 0,0-2-1 0 0,0 1 1 0 0,1-2 0 0 0,25-4 0 0 0,-26 1-820 0 0,0 0 0 0 0,0-1 0 0 0,-1 0 0 0 0,0-2 0 0 0,0-1 0 0 0,-1 0 0 0 0,23-14 0 0 0,-12 3-4153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20.57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127 25 2780 0 0,'0'0'3657'0'0,"-1"-4"-2774"0"0,-5-17 4095 0 0,4 22-4898 0 0,1 1 0 0 0,-1-1 1 0 0,1 1-1 0 0,-1-1 0 0 0,1 1 1 0 0,0-1-1 0 0,0 1 1 0 0,-1 0-1 0 0,0 2 0 0 0,1-3-40 0 0,0 0 0 0 0,0 0 0 0 0,0 0 0 0 0,1 0 0 0 0,-1 0 0 0 0,0 0 0 0 0,0 1 0 0 0,1-1 0 0 0,-1 0 0 0 0,1 1 0 0 0,-1-1 0 0 0,1 0 0 0 0,-1 1 0 0 0,1-1 0 0 0,0 0 0 0 0,0 1 0 0 0,0 2 0 0 0,-2 14 563 0 0,-69 371 2264 0 0,51-282-2617 0 0,19-103-245 0 0,1 1-104 0 0,1 39-3314 0 0,0-40 2406 0 0,30-12-11980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21.21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0 159 2336 0 0,'15'-49'4723'0'0,"-14"44"-3953"0"0,2 1-125 0 0,0-2-415 0 0,0 1-1 0 0,0-1 1 0 0,1 1-1 0 0,0 0 1 0 0,0 0-1 0 0,0 1 1 0 0,0-1-1 0 0,1 1 1 0 0,0 0-1 0 0,8-6 1 0 0,7 2 44 0 0,0 1-1 0 0,1 0 1 0 0,0 2 0 0 0,0 0-1 0 0,0 1 1 0 0,1 1 0 0 0,30 0 0 0 0,-46 3-238 0 0,20 3 80 0 0,-7 2-35 0 0,-14-4-70 0 0,0 1 0 0 0,1-1 0 0 0,-1 1 0 0 0,0 0 0 0 0,0 0 0 0 0,0 1-1 0 0,0 0 1 0 0,-1-1 0 0 0,1 1 0 0 0,-1 1 0 0 0,0-1 0 0 0,1 1 0 0 0,-2 0 0 0 0,1 0 0 0 0,0 0 0 0 0,4 6 0 0 0,-6-6 15 0 0,-2 1 3 0 0,0 1 0 0 0,-1 1 0 0 0,1-1 0 0 0,-1 1-1 0 0,-1-1 1 0 0,1 0 0 0 0,-1 0 0 0 0,0 0 0 0 0,0 0 0 0 0,-1 0 0 0 0,1 0 0 0 0,-2-1 0 0 0,1 1 0 0 0,0-1 0 0 0,-1 0 0 0 0,0 0 0 0 0,0 0 0 0 0,-1 0 0 0 0,1-1 0 0 0,-1 0 0 0 0,0 0 0 0 0,0 0 0 0 0,0 0 0 0 0,-10 4 0 0 0,-52 34 132 0 0,64-39-129 0 0,-1-1 17 0 0,-11 6 9 0 0,11-5 149 0 0,-2 2-60 0 0,-3 3 949 0 0,40-6-1027 0 0,82 6 60 0 0,-101-7-86 0 0,0 0 1 0 0,0 1-1 0 0,0 0 1 0 0,0 1-1 0 0,0 1 0 0 0,0 0 1 0 0,-1 0-1 0 0,1 1 0 0 0,16 11 1 0 0,-25-14 55 0 0,0 2 21 0 0,19 39 298 0 0,-21-38-358 0 0,-1 0-77 0 0,-2 4 62 0 0,0 0-1 0 0,-1 0 1 0 0,0-1-1 0 0,0 1 1 0 0,-1-1-1 0 0,0 0 1 0 0,0 0 0 0 0,-1 0-1 0 0,0 0 1 0 0,0-1-1 0 0,-1 0 1 0 0,0 0-1 0 0,0 0 1 0 0,0-1-1 0 0,-1 0 1 0 0,0 0-1 0 0,-1-1 1 0 0,-10 7-1 0 0,-58 23-210 0 0,71-34 20 0 0,-1 0-75 0 0,5 0 223 0 0,-3 0-252 0 0,0 0 0 0 0,1 0 0 0 0,-1 0 0 0 0,0 0 1 0 0,0-1-1 0 0,0 1 0 0 0,0-1 0 0 0,0 0 1 0 0,0 0-1 0 0,0-1 0 0 0,1 1 0 0 0,-1-1 0 0 0,0 0 1 0 0,-5-1-1 0 0,8 0-111 0 0,0 1 138 0 0,0 0 1 0 0,0 0-1 0 0,0 0 0 0 0,0 0 0 0 0,0 1 0 0 0,-1-1 1 0 0,1 0-1 0 0,0 0 0 0 0,0 1 0 0 0,-1-1 1 0 0,1 1-1 0 0,-3-2 0 0 0,3-3-1248 0 0,0 2 938 0 0,-3-10 74 0 0,6-1-2991 0 0,6-6-1328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21.70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0 119 3924 0 0,'0'0'1340'0'0,"3"-3"-208"0"0,11-10 3443 0 0,-11 10-4143 0 0,2 0-26 0 0,-1 1 1 0 0,1-1-1 0 0,0 1 1 0 0,0 0-1 0 0,9-3 0 0 0,-9 3-142 0 0,0 2-13 0 0,241-52 2290 0 0,-241 50-2406 0 0,28-11 510 0 0,-25 8-506 0 0,-5 4 216 0 0,0-1-336 0 0,-3 1-10 0 0,0 1 0 0 0,1 0 1 0 0,-1-1-1 0 0,0 1 0 0 0,0 0 0 0 0,1-1 1 0 0,-1 1-1 0 0,0 0 0 0 0,1 0 0 0 0,-1-1 1 0 0,0 1-1 0 0,1 0 0 0 0,-1 0 1 0 0,1 0-1 0 0,-1-1 0 0 0,0 1 0 0 0,1 0 1 0 0,-1 0-1 0 0,1 0 0 0 0,-1 0 1 0 0,0 0-1 0 0,1 0 0 0 0,-1 0 0 0 0,1 0 1 0 0,-1 0-1 0 0,1 0 0 0 0,-1 0 1 0 0,0 0-1 0 0,1 0 0 0 0,-1 0 0 0 0,1 1 1 0 0,-1-1-1 0 0,1 0 0 0 0,-1 2 24 0 0,0 0 0 0 0,0 0-1 0 0,1 0 1 0 0,-1 0 0 0 0,-1 0-1 0 0,1 0 1 0 0,0 0-1 0 0,0 0 1 0 0,-1 0 0 0 0,1-1-1 0 0,-2 5 1 0 0,-9 43 168 0 0,-7 84 1 0 0,17-116-176 0 0,-8 146 259 0 0,9-152-276 0 0,-2 44-15 0 0,-1 41-1532 0 0,3-91 722 0 0,-1 0-128 0 0,0-3 24 0 0,-1 11 1466 0 0,3-7-3771 0 0,10 18-9452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21.93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16 138 4144 0 0,'0'0'2855'0'0,"-3"-2"-1681"0"0,2 1-1050 0 0,0 1 0 0 0,0-1-1 0 0,1 1 1 0 0,-1-1-1 0 0,0 1 1 0 0,0-1-1 0 0,1 0 1 0 0,-1 0-1 0 0,0 1 1 0 0,1-1 0 0 0,-1 0-1 0 0,1 0 1 0 0,-1 1-1 0 0,1-1 1 0 0,-1 0-1 0 0,1 0 1 0 0,0 0-1 0 0,-1 0 1 0 0,1 0-1 0 0,0 0 1 0 0,0 0 0 0 0,-1 0-1 0 0,1 0 1 0 0,0 1-1 0 0,0-1 1 0 0,0 0-1 0 0,0 0 1 0 0,1 0-1 0 0,-1 0 1 0 0,0 0 0 0 0,0 0-1 0 0,0 0 1 0 0,1 0-1 0 0,0-1 1 0 0,-1 1-96 0 0,1 0 1 0 0,-1 0 0 0 0,1 0-1 0 0,0 0 1 0 0,-1 1-1 0 0,1-1 1 0 0,0 0-1 0 0,0 1 1 0 0,0-1 0 0 0,0 0-1 0 0,-1 1 1 0 0,1-1-1 0 0,0 1 1 0 0,0-1-1 0 0,0 1 1 0 0,0 0 0 0 0,0-1-1 0 0,0 1 1 0 0,0 0-1 0 0,0 0 1 0 0,2 0 0 0 0,33-13 253 0 0,1 2 1 0 0,0 2-1 0 0,50-7 1 0 0,-13 3-733 0 0,8-3-1979 0 0,-68 13 2035 0 0,53-7-5909 0 0,-42 7 1662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22.32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46 36 2300 0 0,'0'0'1196'0'0,"-3"3"-174"0"0,-7 9-161 0 0,7-9 451 0 0,1 0-825 0 0,-26 30 4419 0 0,59-37-4632 0 0,-25 3-154 0 0,-2-2 16 0 0,11-9 10 0 0,-11 9 9 0 0,0 0-5 0 0,12-11-1 0 0,-12 10 20 0 0,-1 1 17 0 0,10-12 29 0 0,-10 12 190 0 0,-1 0-255 0 0,-1 3-138 0 0,-1-1 0 0 0,1 1 0 0 0,-1-1 0 0 0,0 1 1 0 0,1 0-1 0 0,-1-1 0 0 0,0 1 0 0 0,0-1 0 0 0,1 1 0 0 0,-1-1 0 0 0,0 1 0 0 0,0-1 0 0 0,0 1 0 0 0,0-1 0 0 0,1 1 0 0 0,-1-1 0 0 0,0 1 0 0 0,0-1 0 0 0,0 1 0 0 0,0-1 0 0 0,0 1 0 0 0,0-1 0 0 0,0 1 0 0 0,-1-1 0 0 0,1 1 0 0 0,0-1 0 0 0,0 1 0 0 0,0-2 0 0 0,-14-3 72 0 0,13 4-107 0 0,-4 0-144 0 0,1 3-664 0 0,-15 5 129 0 0,14-6-11 0 0,2 1-1243 0 0,-10 4 993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22.79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76 43 2836 0 0,'0'0'1523'0'0,"1"-4"-216"0"0,4-12-271 0 0,-4 12 1231 0 0,-1 4-2245 0 0,-1 0 0 0 0,1 0 0 0 0,0 0 0 0 0,0 0 0 0 0,-1-1 0 0 0,1 1 0 0 0,0 0 1 0 0,0 0-1 0 0,-1 0 0 0 0,1 0 0 0 0,0 0 0 0 0,0 0 0 0 0,-1-1 0 0 0,1 1 0 0 0,0 0 0 0 0,0 0 0 0 0,0 0 0 0 0,-1-1 1 0 0,1 1-1 0 0,0 0 0 0 0,0 0 0 0 0,0-1 0 0 0,0 1 0 0 0,-1 0 0 0 0,1 0 0 0 0,0-1 0 0 0,0 1 0 0 0,0 0 1 0 0,0 0-1 0 0,0-1 0 0 0,0 1 0 0 0,0 0 0 0 0,0-1 0 0 0,0 1 0 0 0,0-1 35 0 0,0 1 1 0 0,0-1-1 0 0,0 1 0 0 0,0-1 0 0 0,-1 1 1 0 0,1-1-1 0 0,0 1 0 0 0,0-1 0 0 0,0 1 1 0 0,-1 0-1 0 0,1-1 0 0 0,0 1 0 0 0,0-1 1 0 0,-1 1-1 0 0,1 0 0 0 0,0-1 0 0 0,-1 1 1 0 0,1-1-1 0 0,-1 1 0 0 0,1 0 0 0 0,0 0 1 0 0,-1-1-1 0 0,1 1 0 0 0,-1 0 0 0 0,1 0 1 0 0,-1-1-1 0 0,1 1 0 0 0,-1 0 0 0 0,1 0 1 0 0,0 0-1 0 0,-1 0 0 0 0,1 0 0 0 0,-1 0 1 0 0,1 0-1 0 0,-1 0 0 0 0,0 0 0 0 0,-25 0 876 0 0,22 3-656 0 0,-11 9-9 0 0,11-9-29 0 0,2 1-55 0 0,0-2-123 0 0,1-1-29 0 0,0 0-1 0 0,1 0 1 0 0,-1 0-1 0 0,0 0 1 0 0,0 0-1 0 0,1 0 1 0 0,-1 0-1 0 0,1 0 1 0 0,-1 1-1 0 0,1-1 1 0 0,-1 0-1 0 0,1 3 241 0 0,-1 1-31 0 0,0 14-16 0 0,1-14-17 0 0,1 0 1 0 0,2 2-88 0 0,0 0-1 0 0,-1-1 1 0 0,2 1-1 0 0,-1-1 0 0 0,1 0 1 0 0,0 0-1 0 0,1 0 1 0 0,-1-1-1 0 0,9 9 1 0 0,12 6 304 0 0,1-1-1 0 0,37 22 1 0 0,38 25 145 0 0,-87-55-479 0 0,4 2 134 0 0,1 2 0 0 0,-2 0 0 0 0,16 18 0 0 0,-30-30-114 0 0,-1 1 13 0 0,0-1-82 0 0,-1 1 0 0 0,0-1 0 0 0,1 0 0 0 0,-1 1 0 0 0,-1 0 0 0 0,1-1 0 0 0,0 1 0 0 0,-1-1 0 0 0,0 1 0 0 0,0 0 0 0 0,0 3 1 0 0,-1-1-17 0 0,-2-3-24 0 0,-4 1-105 0 0,0 1 1 0 0,0-1 0 0 0,-1-1 0 0 0,1 1 0 0 0,-1-1 0 0 0,0-1 0 0 0,1 1 0 0 0,-1-1 0 0 0,0-1 0 0 0,-1 1 0 0 0,1-2 0 0 0,0 1 0 0 0,0-1 0 0 0,0 0 0 0 0,-15-2 0 0 0,9 0-545 0 0,1 0 0 0 0,-1 0 0 0 0,1-2 0 0 0,-1 0 0 0 0,1 0 0 0 0,0-1 0 0 0,1-1 0 0 0,-1 0 0 0 0,-21-14 0 0 0,-7-18-1876 0 0,37 33 1498 0 0,-1-1-1 0 0,1 0 1 0 0,0 0-1 0 0,-5-11 1 0 0,-4-11-3345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22.96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1 148 2520 0 0,'0'0'1304'0'0,"3"-4"-148"0"0,10-9-482 0 0,0 1 0 0 0,1 1 0 0 0,0 0-1 0 0,0 1 1 0 0,1 0 0 0 0,1 2 0 0 0,0-1 0 0 0,0 2 0 0 0,27-9 0 0 0,-10 6-705 0 0,1 2 1 0 0,0 1 0 0 0,65-4-1 0 0,-82 10-982 0 0,0 1 0 0 0,0 1-1 0 0,17 3 1 0 0,-24-3 607 0 0,4 1-2210 0 0,20 5-1866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23.43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162 0 4996 0 0,'0'0'3042'0'0,"5"2"-2096"0"0,14 7-6 0 0,-15-7-148 0 0,-1 1-175 0 0,7 9-139 0 0,-7-9-92 0 0,-1 2-74 0 0,-1 1-245 0 0,0-1-1 0 0,0 1 1 0 0,-1-1 0 0 0,1 1-1 0 0,-1-1 1 0 0,0 1-1 0 0,-1 0 1 0 0,1-1 0 0 0,-1 1-1 0 0,-3 10 1 0 0,0-5-145 0 0,0 1 1 0 0,-1-1-1 0 0,0 0 0 0 0,-12 18 1 0 0,2-9-953 0 0,0 0 0 0 0,-1-1 1 0 0,0-1-1 0 0,-32 27 0 0 0,17-22-1788 0 0,1-1-2029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24.1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 11 2632 0 0,'0'0'5986'0'0,"-1"-3"-5316"0"0,-4-5 1385 0 0,4 12-815 0 0,7 23-370 0 0,6 29-363 0 0,-3 17-202 0 0,-2-3-154 0 0,8 79-1211 0 0,-15-142 570 0 0,1-3-9 0 0,0 1 1 0 0,0 0-1 0 0,0-1 1 0 0,1 1-1 0 0,-1-1 0 0 0,1 0 1 0 0,0 1-1 0 0,1-1 1 0 0,4 6-1 0 0,-5-6-2382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24.73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39 25 2888 0 0,'1'-4'1417'0'0,"3"-17"5266"0"0,-16 38-6182 0 0,10-14-226 0 0,0 2-40 0 0,-19 68 954 0 0,20-69-987 0 0,-1 1-21 0 0,-2 49 685 0 0,4-49-676 0 0,3 0-153 0 0,-1 0 0 0 0,1-1 0 0 0,0 1-1 0 0,1-1 1 0 0,-1 1 0 0 0,1-1 0 0 0,-1 0 0 0 0,1 0-1 0 0,1-1 1 0 0,-1 1 0 0 0,0-1 0 0 0,1 0-1 0 0,0 0 1 0 0,-1-1 0 0 0,1 1 0 0 0,0-1-1 0 0,1 0 1 0 0,-1 0 0 0 0,6 1 0 0 0,-8-2-37 0 0,7 2 3 0 0,0 0-1 0 0,0-1 1 0 0,0 0-1 0 0,0 0 1 0 0,20 0 0 0 0,-14-2-64 0 0,6 0 75 0 0,-14 0-26 0 0,-1-1 1 0 0,0 1-1 0 0,0-1 0 0 0,0 0 0 0 0,0-1 0 0 0,0 0 1 0 0,0 0-1 0 0,0-1 0 0 0,0 1 0 0 0,-1-1 1 0 0,0-1-1 0 0,1 1 0 0 0,-1-1 0 0 0,0 0 0 0 0,-1-1 1 0 0,1 1-1 0 0,9-11 0 0 0,-13 12 17 0 0,-2 1-6 0 0,0 0 1 0 0,0 1-1 0 0,1-1 0 0 0,-1 0 0 0 0,1 1 0 0 0,-1-1 0 0 0,1 1 0 0 0,0-1 0 0 0,-1 0 0 0 0,1 1 0 0 0,2-3 0 0 0,-1 0-4 0 0,0-1-12 0 0,-1 0-22 0 0,2-16 49 0 0,-2 16-8 0 0,-1-1-52 0 0,-1-17 44 0 0,1 17 16 0 0,-2 2-20 0 0,-4-15 52 0 0,6 18-33 0 0,-1 0 0 0 0,1 0 0 0 0,0 0 0 0 0,-1 0 1 0 0,1 0-1 0 0,-1 0 0 0 0,0 0 0 0 0,1 0 0 0 0,-1 0 1 0 0,0 0-1 0 0,1 0 0 0 0,-1 0 0 0 0,0 0 1 0 0,0 0-1 0 0,0 1 0 0 0,0-1 0 0 0,0 0 0 0 0,0 1 1 0 0,0-1-1 0 0,-2 0 0 0 0,2 1-3 0 0,0 1 0 0 0,0-1-1 0 0,0 1 1 0 0,0 0 0 0 0,0-1 0 0 0,0 1-1 0 0,0 0 1 0 0,0-1 0 0 0,0 1 0 0 0,0 0-1 0 0,0 0 1 0 0,0 0 0 0 0,1 0 0 0 0,-1 0-1 0 0,0 0 1 0 0,1 0 0 0 0,-1 0 0 0 0,1 0 0 0 0,-1 2-1 0 0,-7 14 28 0 0,5-4-24 0 0,-1-1-1 0 0,1 1 0 0 0,1-1 1 0 0,-1 26-1 0 0,1-15-7 0 0,-24 215-375 0 0,28-210-374 0 0,-2-23 198 0 0,1 1-120 0 0,1-1-19 0 0,0 0-1 0 0,0 0 1 0 0,0 0 0 0 0,1-1-1 0 0,-1 1 1 0 0,7 8-1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25.79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58 132 3680 0 0,'1'-5'1358'0'0,"5"-12"-188"0"0,-5 13 603 0 0,1-1-1092 0 0,2-12-97 0 0,-3 12 1056 0 0,0 1-1429 0 0,9-37 3041 0 0,-8 37-2490 0 0,1 1-682 0 0,31-21 171 0 0,-30 22-200 0 0,2 2-23 0 0,18 0 11 0 0,-19 0-16 0 0,1 2-2 0 0,-1-1-4 0 0,1 1 0 0 0,-1 0-1 0 0,1 1 1 0 0,-1-1 0 0 0,0 1-1 0 0,0 0 1 0 0,0 0 0 0 0,-1 1 0 0 0,1 0-1 0 0,-1-1 1 0 0,0 2 0 0 0,0-1-1 0 0,5 7 1 0 0,-4-5 6 0 0,-1 1-1 0 0,-1-1 1 0 0,1 1 0 0 0,-1 0-1 0 0,0 0 1 0 0,-1 0 0 0 0,1 0-1 0 0,-1 1 1 0 0,-1-1 0 0 0,0 1-1 0 0,0-1 1 0 0,0 1 0 0 0,-1-1-1 0 0,0 1 1 0 0,0 0 0 0 0,-1-1-1 0 0,0 1 1 0 0,0-1 0 0 0,-1 1-1 0 0,0-1 1 0 0,-4 11 0 0 0,1-7-19 0 0,0 0 0 0 0,0 0 0 0 0,-1-1 0 0 0,-1 0 0 0 0,1 0 0 0 0,-2 0 0 0 0,1-1 0 0 0,-1 0 0 0 0,-1-1 0 0 0,0 0 0 0 0,0 0 0 0 0,0-1 0 0 0,-1 0 0 0 0,0 0 0 0 0,0-1 0 0 0,-16 7 0 0 0,-15 3 17 0 0,37-15-21 0 0,0 0 10 0 0,1 0-12 0 0,2-1 1 0 0,0 1-1 0 0,0-1 1 0 0,0 1-1 0 0,-1-1 1 0 0,1 0-1 0 0,0 0 1 0 0,0 1-1 0 0,0-1 0 0 0,-1 0 1 0 0,1 0-1 0 0,0 0 1 0 0,0 0-1 0 0,0-1 1 0 0,0 1-1 0 0,-1 0 1 0 0,1 0-1 0 0,0-1 1 0 0,0 1-1 0 0,-2-1 1 0 0,-14-7-5 0 0,16 7 7 0 0,-1 1-1 0 0,1-1 0 0 0,0 0 1 0 0,0 0-1 0 0,0 1 1 0 0,0-1-1 0 0,1 0 1 0 0,-1 0-1 0 0,0 0 0 0 0,0 0 1 0 0,0 0-1 0 0,1 0 1 0 0,-1 0-1 0 0,1-1 1 0 0,-1 1-1 0 0,1 0 1 0 0,-1 0-1 0 0,1 0 0 0 0,-1-1 1 0 0,1 1-1 0 0,0 0 1 0 0,0 0-1 0 0,0-3 1 0 0,2-20 8 0 0,-2 22-21 0 0,0-2 7 0 0,1-1 0 0 0,0 1 0 0 0,0-1 0 0 0,0 1 1 0 0,1 0-1 0 0,-1-1 0 0 0,1 1 0 0 0,0 0 1 0 0,2-4-1 0 0,-1 4 15 0 0,-1 0 89 0 0,1 0-105 0 0,-1 0-8 0 0,1 1 1 0 0,-1 0-1 0 0,1 0 1 0 0,0 0-1 0 0,0 0 0 0 0,0 1 1 0 0,0-1-1 0 0,1 1 1 0 0,-1 0-1 0 0,1 0 1 0 0,-1 0-1 0 0,1 0 0 0 0,0 0 1 0 0,0 1-1 0 0,0 0 1 0 0,4-1-1 0 0,-3 2 27 0 0,-4 1-9 0 0,1 0-1 0 0,-1 0 1 0 0,1 0-1 0 0,0 0 0 0 0,0 0 1 0 0,-1 0-1 0 0,1 0 1 0 0,0 0-1 0 0,3 0 0 0 0,2 4 20 0 0,0 0-1 0 0,-1 0 1 0 0,0 0-1 0 0,0 1 0 0 0,0 0 1 0 0,-1 0-1 0 0,0 1 1 0 0,0-1-1 0 0,0 1 0 0 0,-1 0 1 0 0,6 13-1 0 0,5 6 10 0 0,-5-10 23 0 0,1 0 0 0 0,1-1 1 0 0,20 20-1 0 0,-30-32-112 0 0,0-3 26 0 0,-1 0 1 0 0,1 1-1 0 0,-1-1 0 0 0,0 1 1 0 0,1 0-1 0 0,-1-1 1 0 0,0 1-1 0 0,0 0 1 0 0,1 0-1 0 0,-1-1 1 0 0,0 1-1 0 0,2 2 1 0 0,-1-1-50 0 0,2 0-307 0 0,1 0-88 0 0,1 0 115 0 0,0 0 1 0 0,0-1 0 0 0,0 0 0 0 0,0 0-1 0 0,0-1 1 0 0,7 0 0 0 0,-8 0-362 0 0,1-2-34 0 0,4 0 107 0 0,-1-1-1 0 0,0 0 0 0 0,0 0 1 0 0,0-1-1 0 0,-1 0 1 0 0,1-1-1 0 0,12-9 0 0 0,27-34-1948 0 0,-7-2 3287 0 0,-38 47-241 0 0,-2 1-273 0 0,0 1 0 0 0,1-1 1 0 0,-1 1-1 0 0,0-1 0 0 0,0 0 0 0 0,0 1 0 0 0,0-1 0 0 0,0 0 1 0 0,0 0-1 0 0,-1 0 0 0 0,1 0 0 0 0,0-2 0 0 0,5-15 2397 0 0,-34 20-2191 0 0,23-1 31 0 0,5 1-410 0 0,-1-1-1 0 0,1 1 1 0 0,0-1 0 0 0,0 1-1 0 0,-1-1 1 0 0,1 0 0 0 0,0 1-1 0 0,-1-1 1 0 0,1 0 0 0 0,0 1-1 0 0,-1-1 1 0 0,1 0 0 0 0,0 1 0 0 0,-1-1-1 0 0,1 0 1 0 0,-1 0 0 0 0,1 1-1 0 0,-1-1 1 0 0,1 0 0 0 0,-1 0-1 0 0,1 0 1 0 0,0 0 0 0 0,-1 1-1 0 0,1-1 1 0 0,-2 0 0 0 0,2 0 41 0 0,-1 0-1 0 0,1 0 1 0 0,-1 0 0 0 0,1 0 0 0 0,-1 0 0 0 0,1 0-1 0 0,-1 0 1 0 0,1 1 0 0 0,-1-1 0 0 0,1 0 0 0 0,0 0-1 0 0,-1 1 1 0 0,1-1 0 0 0,-1 0 0 0 0,1 0 0 0 0,0 1-1 0 0,-1-1 1 0 0,1 0 0 0 0,0 1 0 0 0,-1-1 0 0 0,1 1-1 0 0,0-1 1 0 0,0 0 0 0 0,-1 1 0 0 0,1 0 0 0 0,0 0-33 0 0,0-1-1 0 0,0 1 1 0 0,0-1 0 0 0,0 1 0 0 0,0-1 0 0 0,0 1 0 0 0,0-1-1 0 0,0 1 1 0 0,1-1 0 0 0,-1 1 0 0 0,0-1 0 0 0,0 1 0 0 0,1-1-1 0 0,-1 1 1 0 0,0-1 0 0 0,1 1 0 0 0,-1-1 0 0 0,0 0 0 0 0,1 1-1 0 0,-1-1 1 0 0,0 0 0 0 0,1 1 0 0 0,-1-1 0 0 0,1 0 0 0 0,-1 1-1 0 0,1-1 1 0 0,-1 0 0 0 0,1 0 0 0 0,-1 0 0 0 0,1 1 0 0 0,-1-1-1 0 0,1 0 1 0 0,-1 0 0 0 0,1 0 0 0 0,-1 0 0 0 0,1 0 0 0 0,-1 0-1 0 0,1 0 1 0 0,0 0 0 0 0,-1 0 0 0 0,1 0 0 0 0,-1 0 0 0 0,1-1-1 0 0,17-4 239 0 0,-18 5-264 0 0,4-2 163 0 0,1 0-21 0 0,-1 0 0 0 0,0 0 0 0 0,0-1 0 0 0,1 1 0 0 0,-2-1 0 0 0,7-5 0 0 0,-6 5 69 0 0,-2 1-134 0 0,7-8 117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26.29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86 22 2904 0 0,'0'0'4763'0'0,"-2"-3"-4263"0"0,-9-15 1189 0 0,8 19-1327 0 0,-32 21 1171 0 0,31-19-1288 0 0,2 0-29 0 0,2-2-255 0 0,-17 29 1092 0 0,17-29-992 0 0,-1 1 1 0 0,0-1 0 0 0,1 1-1 0 0,-1 0 1 0 0,1-1-1 0 0,0 1 1 0 0,-1 0 0 0 0,1-1-1 0 0,0 1 1 0 0,0 0-1 0 0,0-1 1 0 0,0 1 0 0 0,0 0-1 0 0,1-1 1 0 0,-1 1-1 0 0,0-1 1 0 0,1 1-1 0 0,-1 0 1 0 0,1-1 0 0 0,0 1-1 0 0,-1-1 1 0 0,1 1-1 0 0,1 1 1 0 0,11 10 309 0 0,0-1 0 0 0,1 0 1 0 0,0 0-1 0 0,30 16 0 0 0,79 37 1042 0 0,-89-48-1089 0 0,4 5-247 0 0,-35-20-10 0 0,0 1 8 0 0,15 10 169 0 0,-17 10-168 0 0,-1-18-20 0 0,-4-1-20 0 0,-3 3-22 0 0,-8 5 27 0 0,-48 13 18 0 0,-31-2-83 0 0,89-22-8 0 0,-2 0-89 0 0,-20 1-97 0 0,21-2-102 0 0,0-1-142 0 0,-19-4-137 0 0,19 3-152 0 0,1 0-138 0 0,-16-7-122 0 0,16 7-135 0 0,1-1-191 0 0,-28-27-5353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26.51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0 143 2708 0 0,'9'-12'2504'0'0,"1"0"-1"0"0,22-19 0 0 0,-23 24-2103 0 0,0 0 0 0 0,0 1 0 0 0,1 0 1 0 0,0 0-1 0 0,0 1 0 0 0,0 0 0 0 0,0 1 0 0 0,18-5 0 0 0,72-15-2216 0 0,-96 23 808 0 0,2 0-408 0 0,17-4-299 0 0,-17 3-1161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26.86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231 1 2032 0 0,'5'0'1794'0'0,"13"1"-699"0"0,0 2 1 0 0,0 0-1 0 0,-1 0 0 0 0,1 2 1 0 0,-1 0-1 0 0,33 15 1 0 0,-32-10-430 0 0,1 0 0 0 0,-2 1 0 0 0,1 1 0 0 0,-1 1 1 0 0,26 25-1 0 0,-29-23-445 0 0,0 0 1 0 0,-1 0 0 0 0,-1 1-1 0 0,-1 1 1 0 0,0 0 0 0 0,-1 0-1 0 0,-1 1 1 0 0,-1 1 0 0 0,0-1-1 0 0,-2 1 1 0 0,0 1 0 0 0,-1-1-1 0 0,-1 1 1 0 0,3 26 0 0 0,-7-16-78 0 0,0 0 0 0 0,-2-1 1 0 0,-2 1-1 0 0,0-1 1 0 0,-2 0-1 0 0,-1 0 0 0 0,-2-1 1 0 0,-20 47-1 0 0,-1-10-288 0 0,-4-1 1 0 0,-58 83-1 0 0,56-94-998 0 0,-3-2-1 0 0,-63 63 0 0 0,70-83-885 0 0,-2-1-1 0 0,0-2 1 0 0,-2-1 0 0 0,-50 27 0 0 0,41-29-4047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32.90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32 1 2580 0 0,'0'0'11892'0'0,"0"6"-11721"0"0,-2 62 233 0 0,-8 114-36 0 0,-3 111-30 0 0,17-60-142 0 0,-4-227-199 0 0,0 1 19 0 0,0 19 7 0 0,0 10 67 0 0,0-30-8 0 0,0 1-10 0 0,0 18-6 0 0,0-19-13 0 0,0 0-23 0 0,-2 15-4 0 0,2-15-2 0 0,0-2 12 0 0,-1 15-28 0 0,0-14 53 0 0,1 0-80 0 0,-5 45 177 0 0,5-45-17 0 0,0 0-111 0 0,-1 13-9 0 0,0-13 55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33.20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2352 0 0,'0'0'7746'0'0,"2"3"-7324"0"0,7 15 77 0 0,1-2 0 0 0,14 18 0 0 0,25 37-136 0 0,-31-48-635 0 0,-15-20-46 0 0,0 0-92 0 0,9 9-71 0 0,-9-9-170 0 0,1 0-1144 0 0,13 7 903 0 0,-12-8-92 0 0,0-2-2161 0 0,21 2-247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33.46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241 25 3420 0 0,'9'-24'9028'0'0,"-11"24"-9007"0"0,1 1 0 0 0,-1 0-1 0 0,1-1 1 0 0,-1 1 0 0 0,1 0-1 0 0,0 0 1 0 0,0 0 0 0 0,-1 0-1 0 0,1 0 1 0 0,0 0 0 0 0,0 0-1 0 0,-1 2 1 0 0,1-2 11 0 0,0-1-22 0 0,-1 1 1 0 0,1-1-1 0 0,0 1 0 0 0,0 0 0 0 0,0 0 1 0 0,0-1-1 0 0,1 1 0 0 0,-1 0 0 0 0,0 0 0 0 0,0 0 1 0 0,0 0-1 0 0,1 0 0 0 0,-1 0 0 0 0,0 0 1 0 0,1 1-1 0 0,-1 0 0 0 0,-9 17 100 0 0,-93 123-904 0 0,22-42-7103 0 0,59-74 3595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10:21.2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662 1 3960 0 0,'12'13'1394'0'0,"-10"-10"601"0"0,-5 0-1254 0 0,-141 102 2699 0 0,9-6-2258 0 0,57-33-778 0 0,2 3 1 0 0,4 3-1 0 0,-63 82 1 0 0,105-106-1552 0 0,28-44 576 0 0,4-6-1145 0 0,-2 2 1669 0 0,1-1-1 0 0,-1 1 1 0 0,0 0-1 0 0,1 0 1 0 0,-1 0-1 0 0,0-1 1 0 0,1 1-1 0 0,-1 0 1 0 0,1 0-1 0 0,-1 0 1 0 0,1 0-1 0 0,-1 0 1 0 0,1 0-1 0 0,-1 0 1 0 0,0 0-1 0 0,1 0 1 0 0,-1 0-1 0 0,1 0 1 0 0,-1 0-1 0 0,1 0 1 0 0,-1 0 0 0 0,1 0-1 0 0,0 1 1 0 0,0-1-36 0 0,0 0 1 0 0,0 0 0 0 0,0 0 0 0 0,0 1 0 0 0,0-1-1 0 0,1 0 1 0 0,-1 0 0 0 0,0 0 0 0 0,0-1 0 0 0,0 1-1 0 0,0 0 1 0 0,0 0 0 0 0,0-1 0 0 0,0 1 0 0 0,0 0-1 0 0,1-1 1 0 0,-1 1 0 0 0,0-1 0 0 0,-1 1 0 0 0,1-1-1 0 0,0 0 1 0 0,1 0 0 0 0,60-43-3689 0 0,-33 18-284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10:21.6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126 57 3228 0 0,'1'-2'354'0'0,"0"-1"1"0"0,-1 0-1 0 0,1 1 0 0 0,-1-1 0 0 0,0 0 0 0 0,0 1 1 0 0,0-1-1 0 0,0 0 0 0 0,-1-4 0 0 0,-1-7 1249 0 0,-2 12-1083 0 0,-14-6-47 0 0,14 6-45 0 0,-2 3-41 0 0,-5 1-109 0 0,-1 1 0 0 0,1 0 0 0 0,0 1 1 0 0,-19 10-1 0 0,26-11-80 0 0,4-3-188 0 0,-1 0 0 0 0,1 1 0 0 0,0-1 0 0 0,0 1 0 0 0,0-1 0 0 0,0 1-1 0 0,0-1 1 0 0,0 0 0 0 0,-1 1 0 0 0,1-1 0 0 0,0 0 0 0 0,0 1 0 0 0,-1-1-1 0 0,1 0 1 0 0,0 1 0 0 0,0-1 0 0 0,-1 0 0 0 0,1 1 0 0 0,0-1 0 0 0,-1 0-1 0 0,1 0 1 0 0,-1 1 0 0 0,1-1 0 0 0,0 0 0 0 0,-1 1 0 0 0,0-1 19 0 0,1 0 0 0 0,-1 0 0 0 0,1 0 0 0 0,0 0 0 0 0,-1 1 0 0 0,1-1 0 0 0,-1 0-1 0 0,1 0 1 0 0,0 1 0 0 0,-1-1 0 0 0,1 0 0 0 0,0 1 0 0 0,0-1 0 0 0,-1 0 0 0 0,1 1 0 0 0,0-1 0 0 0,0 0 0 0 0,0 1 0 0 0,-1-1 0 0 0,1 1 0 0 0,0-1 0 0 0,0 0 0 0 0,0 1 0 0 0,0-1 0 0 0,0 2 0 0 0,0-1 2 0 0,1 1 0 0 0,0-1 0 0 0,0 1 0 0 0,1-1 0 0 0,-1 1 0 0 0,0-1 0 0 0,0 1 1 0 0,1-1-1 0 0,-1 0 0 0 0,4 2 0 0 0,-5-2-19 0 0,1 0 0 0 0,0 0 0 0 0,0-1 1 0 0,0 1-1 0 0,0 0 0 0 0,0-1 0 0 0,0 1 0 0 0,0-1 1 0 0,0 1-1 0 0,0-1 0 0 0,0 1 0 0 0,1-1 0 0 0,-1 0 1 0 0,0 0-1 0 0,0 0 0 0 0,0 1 0 0 0,0-1 0 0 0,0 0 1 0 0,1 0-1 0 0,-1-1 0 0 0,2 1 0 0 0,-2 0 25 0 0,19 1 110 0 0,0 0 0 0 0,0-2 0 0 0,0 0 0 0 0,32-7 0 0 0,-31 5-48 0 0,147-27 859 0 0,-163 29-912 0 0,1 2-5 0 0,20 2-10 0 0,-17 1 3 0 0,16 24-16 0 0,-22-18-16 0 0,-1-4 1 0 0,-1-4-5 0 0,0 0-1 0 0,0 1 1 0 0,0-1-1 0 0,0 1 1 0 0,-1-1-1 0 0,1 0 1 0 0,0 1-1 0 0,-1-1 1 0 0,0 1 0 0 0,0-1-1 0 0,0 1 1 0 0,0 0-1 0 0,0 2 1 0 0,0 5-26 0 0,0 8-246 0 0,0 0 0 0 0,-1-1 0 0 0,-1 1 1 0 0,0-1-1 0 0,-7 24 0 0 0,-31 81-4879 0 0,29-94 2793 0 0,-6 15-3776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2:17.75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2648 0 0,'0'0'4013'0'0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2:32.04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95 89 3144 0 0,'0'0'5974'0'0,"1"-5"-5394"0"0,-1 2-482 0 0,1 0 0 0 0,0-1 0 0 0,0 1 0 0 0,0 0 1 0 0,0 0-1 0 0,1 0 0 0 0,-1 0 0 0 0,1 0 1 0 0,0 0-1 0 0,-1 0 0 0 0,1 1 0 0 0,1-1 0 0 0,-1 1 1 0 0,0-1-1 0 0,1 1 0 0 0,-1 0 0 0 0,1 0 1 0 0,0 0-1 0 0,-1 0 0 0 0,1 0 0 0 0,4-1 0 0 0,37-15 248 0 0,-40 17-271 0 0,2 0-16 0 0,50-3 64 0 0,-51 4-107 0 0,-1 2 1 0 0,-2-1-21 0 0,1 0 1 0 0,-1 1-1 0 0,1-1 0 0 0,-1 1 1 0 0,0 0-1 0 0,0-1 1 0 0,0 1-1 0 0,0 0 0 0 0,0 0 1 0 0,0 0-1 0 0,0 1 0 0 0,-1-1 1 0 0,1 0-1 0 0,-1 0 1 0 0,0 1-1 0 0,0-1 0 0 0,0 1 1 0 0,0 0-1 0 0,0-1 1 0 0,0 1-1 0 0,-1 0 0 0 0,1-1 1 0 0,-1 1-1 0 0,1 0 1 0 0,-1 0-1 0 0,0-1 0 0 0,0 1 1 0 0,-1 4-1 0 0,-3 6 29 0 0,0-1 0 0 0,0 1 1 0 0,-1-1-1 0 0,-1-1 0 0 0,0 1 0 0 0,-1-1 0 0 0,-11 17 0 0 0,15-25-29 0 0,0 1 0 0 0,-10 13 7 0 0,-2 2 20 0 0,13-16 48 0 0,0 0-69 0 0,2-2-4 0 0,-1-1 1 0 0,1 1-1 0 0,-1-1 0 0 0,1 1 1 0 0,0-1-1 0 0,-1 1 0 0 0,1 0 1 0 0,0-1-1 0 0,-1 1 0 0 0,1-1 1 0 0,0 1-1 0 0,0 0 0 0 0,0-1 1 0 0,0 1-1 0 0,0 0 0 0 0,0-1 0 0 0,0 1 1 0 0,0 0-1 0 0,0-1 0 0 0,0 1 1 0 0,0 0-1 0 0,0-1 0 0 0,0 1 1 0 0,0 0-1 0 0,1-1 0 0 0,-1 1 1 0 0,0 0-1 0 0,0-1 0 0 0,1 1 1 0 0,-1-1-1 0 0,0 1 0 0 0,1 0 0 0 0,-1-1 1 0 0,1 1-1 0 0,-1-1 0 0 0,1 1 1 0 0,-1-1-1 0 0,1 0 0 0 0,-1 1 1 0 0,1-1-1 0 0,-1 1 0 0 0,1-1 1 0 0,0 0-1 0 0,-1 0 0 0 0,1 1 0 0 0,0-1 1 0 0,2 2-225 0 0,2-2 275 0 0,15 3-1 0 0,-15-3 0 0 0,1 2 2 0 0,16 3 4 0 0,-17-4-19 0 0,1 1-21 0 0,13 4 16 0 0,35 18 0 0 0,-51-21-36 0 0,-1-2 6 0 0,0 0 1 0 0,0 0 0 0 0,-1 0-1 0 0,1 0 1 0 0,-1 0-1 0 0,1 0 1 0 0,-1 1 0 0 0,0-1-1 0 0,1 0 1 0 0,1 4 0 0 0,1-2-5 0 0,-2 1 8 0 0,6 11 5 0 0,-6-11 13 0 0,-2 1 7 0 0,-1-1-24 0 0,1 0 1 0 0,-1 0 0 0 0,0-1 0 0 0,0 1 0 0 0,0-1 0 0 0,-1 1-1 0 0,1-1 1 0 0,-1 1 0 0 0,0-1 0 0 0,0 0 0 0 0,0 0 0 0 0,0 0-1 0 0,0 0 1 0 0,-1 0 0 0 0,1-1 0 0 0,-1 1 0 0 0,0-1 0 0 0,0 1-1 0 0,0-1 1 0 0,-3 2 0 0 0,-27 13 20 0 0,20-10-19 0 0,-1-2 0 0 0,0 0 0 0 0,0-1 1 0 0,0 0-1 0 0,-1-1 0 0 0,0-1 0 0 0,-21 1 1 0 0,27-2-42 0 0,-8 0-94 0 0,15-1 111 0 0,-1 0 0 0 0,1 0 0 0 0,0 0 0 0 0,-1 0 1 0 0,1 0-1 0 0,0-1 0 0 0,-1 1 0 0 0,1-1 0 0 0,-4-1 0 0 0,-9-2-233 0 0,5 1-45 0 0,0 0 0 0 0,0-1 0 0 0,0 0 0 0 0,0-1 0 0 0,-12-8 0 0 0,17 9-434 0 0,-1 0 0 0 0,1 0 0 0 0,1 0 0 0 0,-1-1 0 0 0,1 1 0 0 0,-1-1 0 0 0,-4-9 0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2:32.8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263 46 2860 0 0,'0'0'2343'0'0,"1"-5"-1458"0"0,2-12-141 0 0,-2 13 901 0 0,-3 1-1229 0 0,-8-12 458 0 0,5 14-648 0 0,-4 0-97 0 0,1 1 1 0 0,-1 0-1 0 0,1 1 0 0 0,-1 0 1 0 0,1 0-1 0 0,-1 1 0 0 0,1 0 1 0 0,-13 5-1 0 0,7-1 9 0 0,1 2 1 0 0,-1 0-1 0 0,2 0 1 0 0,-20 17-1 0 0,25-19-54 0 0,1 1 0 0 0,-1 0 1 0 0,1 0-1 0 0,0 0 0 0 0,1 1 0 0 0,0 0 0 0 0,0 0 0 0 0,0 0 0 0 0,-5 16 0 0 0,-3 28 221 0 0,12-47-210 0 0,1 2-20 0 0,1-2-70 0 0,-1-1 11 0 0,0 1 0 0 0,0 0-1 0 0,1-1 1 0 0,0 1 0 0 0,0 0-1 0 0,0-1 1 0 0,1 1 0 0 0,-1-1-1 0 0,1 1 1 0 0,0-1 0 0 0,5 7 0 0 0,-4-6-9 0 0,1 0 1 0 0,0-1 0 0 0,0 1 0 0 0,1-1-1 0 0,-1 1 1 0 0,1-1 0 0 0,0-1 0 0 0,0 1-1 0 0,1-1 1 0 0,9 5 0 0 0,-4-3-12 0 0,1-2 0 0 0,-1 0 0 0 0,1 0 0 0 0,0-1 0 0 0,0 0 0 0 0,18-1 0 0 0,37-3-373 0 0,-48 0-402 0 0,0-1 0 0 0,34-11 1 0 0,-39 9-1418 0 0,0-1-1 0 0,21-11 1 0 0,-16 6-1878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2:33.32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229 23 2404 0 0,'0'0'2333'0'0,"-2"-3"-1427"0"0,-6-9-163 0 0,6 9 455 0 0,-3 2-679 0 0,-12-2-99 0 0,12 2-53 0 0,0 2-48 0 0,-3 0-179 0 0,1 1 1 0 0,-1 0-1 0 0,0 1 0 0 0,1-1 1 0 0,-1 1-1 0 0,1 1 1 0 0,0 0-1 0 0,0 0 1 0 0,0 0-1 0 0,0 1 0 0 0,-10 9 1 0 0,5-3 48 0 0,1 0 1 0 0,1 1-1 0 0,0 0 1 0 0,0 1-1 0 0,-7 13 0 0 0,14-21-119 0 0,1 0 0 0 0,0 0-1 0 0,0 1 1 0 0,1-1 0 0 0,-1 0 0 0 0,1 1-1 0 0,-1 6 1 0 0,1-3 11 0 0,1-6-52 0 0,-1 0-1 0 0,1 1 1 0 0,0-1-1 0 0,0 0 1 0 0,0 1-1 0 0,1-1 0 0 0,-1 0 1 0 0,1 1-1 0 0,0-1 1 0 0,0 0-1 0 0,0 0 1 0 0,0 0-1 0 0,1 0 1 0 0,-1 0-1 0 0,1 0 1 0 0,0 0-1 0 0,0 0 1 0 0,0-1-1 0 0,2 3 1 0 0,23 28 197 0 0,-20-28-234 0 0,0-2 16 0 0,-1 2-3 0 0,0-1 0 0 0,0 0 1 0 0,1-1-1 0 0,-1 0 1 0 0,1 0-1 0 0,0 0 1 0 0,0-1-1 0 0,8 2 0 0 0,-9-2-5 0 0,8 2 14 0 0,0 0-1 0 0,1-1 1 0 0,24 2 0 0 0,-32-5-11 0 0,16 3 11 0 0,-6-3-13 0 0,2-1-6 0 0,77-8-2572 0 0,-91 7 708 0 0,14-13-7226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2:27.83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95 87 3060 0 0,'3'-5'1552'0'0,"26"-37"1272"0"0,-26 38-2199 0 0,2-5 145 0 0,0 4 1088 0 0,-10 42-1440 0 0,-2-1 1 0 0,-18 59-1 0 0,1-6-194 0 0,3-5-82 0 0,-23 119 9 0 0,32-148-122 0 0,11-51 831 0 0,3-9-723 0 0,13-37 181 0 0,-1 0 0 0 0,14-80 0 0 0,-5 15 25 0 0,-10 58-101 0 0,2 0-1 0 0,2 1 0 0 0,3 1 1 0 0,25-47-1 0 0,-42 89-165 0 0,-2 5-72 0 0,-1 0 0 0 0,1 0 0 0 0,-1 0 0 0 0,1 0 0 0 0,0 0 0 0 0,-1-1 0 0 0,1 1 0 0 0,-1 0 0 0 0,1 0 0 0 0,-1 0 0 0 0,1-1 0 0 0,-1 1 0 0 0,0 0 0 0 0,1-1 0 0 0,-1 1 0 0 0,1 0 0 0 0,-1-1 0 0 0,0 1 0 0 0,1 0 0 0 0,-1-1 0 0 0,0 1 0 0 0,1-1 0 0 0,-1 1 0 0 0,1-1 0 0 0,-1 0-1 0 0,0 1 0 0 0,0-1-1 0 0,1 1 1 0 0,-1-1 0 0 0,0 1-1 0 0,1 0 1 0 0,-1-1-1 0 0,0 1 1 0 0,1-1 0 0 0,-1 1-1 0 0,1 0 1 0 0,-1-1 0 0 0,1 1-1 0 0,-1 0 1 0 0,1 0 0 0 0,-1-1-1 0 0,1 1 1 0 0,-1 0 0 0 0,1 0-1 0 0,-1 0 1 0 0,1 0 0 0 0,-1-1-1 0 0,1 1 1 0 0,0 0-1 0 0,3 4 32 0 0,3 2-32 0 0,-1 0-1 0 0,0 1 0 0 0,-1 0 0 0 0,0 0 0 0 0,0 1 1 0 0,0-1-1 0 0,-1 1 0 0 0,0 0 0 0 0,3 9 0 0 0,12 41-45 0 0,-3 1 0 0 0,-1 1 0 0 0,-4 1 0 0 0,6 91 0 0 0,-16-117-1326 0 0,-3 49 0 0 0,-5-9-4653 0 0,5-61 4081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2:28.31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36 243 2520 0 0,'-4'-3'1248'0'0,"-25"-32"1864"0"0,27 31-2335 0 0,3-2-537 0 0,5-16-46 0 0,0 14-28 0 0,9-2-108 0 0,1 0-1 0 0,1 1 0 0 0,0 1 0 0 0,0 1 0 0 0,0 1 0 0 0,21-5 0 0 0,119-23 12 0 0,-104 24-45 0 0,205-41 99 0 0,-253 49-41 0 0,15-3-93 0 0,-16 4 206 0 0,-7 3-103 0 0,-56 35 469 0 0,55-34-465 0 0,1 1-28 0 0,-2 2-49 0 0,3-5 4 0 0,0 1 0 0 0,0 0 0 0 0,1 1 1 0 0,-1-1-1 0 0,1 0 0 0 0,-1 0 0 0 0,1 1 1 0 0,0-1-1 0 0,0 1 0 0 0,-1 2 1 0 0,1 0-18 0 0,0 0 1 0 0,1 0-1 0 0,-1-1 1 0 0,1 1-1 0 0,0 0 1 0 0,1 0 0 0 0,-1 0-1 0 0,1 0 1 0 0,0-1-1 0 0,3 10 1 0 0,16 32-9 0 0,-17-42 11 0 0,-2 0 13 0 0,6 14-31 0 0,-5-15 11 0 0,0 2 15 0 0,-2 0 19 0 0,0 14 2 0 0,0-14-16 0 0,-6 2 11 0 0,6-6-31 0 0,0 0 0 0 0,-1 0 0 0 0,1 0 0 0 0,-1 0 0 0 0,1 0 0 0 0,-1 0 0 0 0,1 0 0 0 0,-1 0 0 0 0,1 0 0 0 0,-1 0 0 0 0,0 0 0 0 0,0-1 0 0 0,1 1 1 0 0,-3 1-1 0 0,-35 17-1181 0 0,34-17 565 0 0,16-17-4470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2:28.63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75 0 2888 0 0,'0'0'5901'0'0,"-1"4"-5756"0"0,-1 5-30 0 0,1 1 0 0 0,0-1-1 0 0,0 1 1 0 0,1-1 0 0 0,2 17-1 0 0,-1-21-110 0 0,0-1 13 0 0,5 15 96 0 0,-4-14-75 0 0,-1-1-50 0 0,12 42-30 0 0,-13-42 63 0 0,1-1 0 0 0,-1 1 0 0 0,0 0 0 0 0,0-1 0 0 0,0 1 0 0 0,-1-1-1 0 0,1 1 1 0 0,-1-1 0 0 0,0 1 0 0 0,0-1 0 0 0,0 1 0 0 0,0-1-1 0 0,-3 5 1 0 0,2-4 29 0 0,-2-1-49 0 0,-12 10-33 0 0,12-10-167 0 0,-2-1 213 0 0,-43 15-502 0 0,44-16 89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2:28.8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2604 0 0,'0'0'5571'0'0,"2"3"-5221"0"0,-1-2-296 0 0,0 0 0 0 0,1 1 0 0 0,-1-1 0 0 0,0 0 0 0 0,-1 1 0 0 0,1-1 0 0 0,0 1 0 0 0,0-1 0 0 0,-1 1 0 0 0,1 0-1 0 0,-1-1 1 0 0,1 1 0 0 0,-1-1 0 0 0,0 1 0 0 0,1 0 0 0 0,-1 0 0 0 0,0 2 0 0 0,2 15 212 0 0,12 69 78 0 0,-10-65-323 0 0,-4-17-9 0 0,2-2-51 0 0,4 15-73 0 0,-5-14-102 0 0,-1-5 200 0 0,1 0 0 0 0,-1 0 0 0 0,0 0 1 0 0,1 0-1 0 0,-1 0 0 0 0,0 0 0 0 0,1 0 0 0 0,-1 0 0 0 0,0 0 0 0 0,0 0 0 0 0,1 0 0 0 0,-1 1 0 0 0,0-1 0 0 0,0 0 0 0 0,1 0 1 0 0,-1 0-1 0 0,0 1 0 0 0,0-1 0 0 0,1 0 0 0 0,-1 0 0 0 0,0 1 0 0 0,0-1 0 0 0,0 0 0 0 0,0 0 0 0 0,1 1 0 0 0,-1-1 0 0 0,0 0 1 0 0,0 0-1 0 0,0 1 0 0 0,0-1 0 0 0,0 0 0 0 0,0 1 0 0 0,0-1 0 0 0,0 1-102 0 0,0 0 1 0 0,1-1-1 0 0,-1 1 1 0 0,0-1-1 0 0,0 1 0 0 0,1 0 1 0 0,-1-1-1 0 0,0 1 1 0 0,1-1-1 0 0,-1 1 0 0 0,0-1 1 0 0,1 1-1 0 0,-1-1 1 0 0,1 1-1 0 0,-1-1 0 0 0,1 0 1 0 0,-1 1-1 0 0,1-1 1 0 0,-1 0-1 0 0,1 1 0 0 0,-1-1 1 0 0,1 0-1 0 0,0 1 1 0 0,-1-1-1 0 0,1 0 0 0 0,-1 0 1 0 0,1 0-1 0 0,0 0 1 0 0,17 4-2075 0 0,-14-4-1529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2:29.22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156 25 2100 0 0,'0'0'926'0'0,"-4"-1"-110"0"0,-42-12 1539 0 0,40 13-1977 0 0,1 0-39 0 0,-52 7 430 0 0,51-6-495 0 0,1 0-167 0 0,-16 5-25 0 0,16-5 248 0 0,6 3-315 0 0,2 14-6 0 0,-2-14-13 0 0,4-3 25 0 0,17 1-27 0 0,-16-2 28 0 0,-1 0 18 0 0,16-1 40 0 0,-16 1 36 0 0,1-2 48 0 0,18-3 18 0 0,-19 4-65 0 0,0-1 55 0 0,-4 2-190 0 0,3-1 97 0 0,-1 0-1 0 0,1-1 1 0 0,0 1-1 0 0,-1-1 1 0 0,1 0-1 0 0,-1 1 1 0 0,0-1 0 0 0,1-1-1 0 0,-1 1 1 0 0,0 0-1 0 0,4-5 348 0 0,-9 4-410 0 0,-6-9-34 0 0,6 9-40 0 0,-3 5-176 0 0,-18 5-47 0 0,22-7 190 0 0,-1 1-1 0 0,1-1 0 0 0,-1 1 1 0 0,1-1-1 0 0,-1 1 1 0 0,1 0-1 0 0,0-1 1 0 0,-1 1-1 0 0,1 0 1 0 0,0 0-1 0 0,0 0 1 0 0,0 0-1 0 0,-1 0 1 0 0,1 0-1 0 0,0 0 1 0 0,0 1-1 0 0,1-1 1 0 0,-3 3-1 0 0,3 1-4384 0 0,0 21 630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2:29.8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225 38 3064 0 0,'3'-2'1380'0'0,"-2"1"-1263"0"0,-1 1 0 0 0,1 0 0 0 0,0 0 0 0 0,-1-1 0 0 0,1 1 0 0 0,-1 0 0 0 0,1-1 0 0 0,-1 1 0 0 0,1-1 0 0 0,-1 1 0 0 0,1-1-1 0 0,-1 1 1 0 0,1-1 0 0 0,-1 1 0 0 0,1-1 0 0 0,-1 0 0 0 0,0 1 0 0 0,1-1 0 0 0,-1 1 0 0 0,0-1 0 0 0,0 0 0 0 0,1 1 0 0 0,-1-1-1 0 0,0 0 1 0 0,0 0 0 0 0,0 1 0 0 0,0-1 0 0 0,0 0 0 0 0,0 1 0 0 0,0-1 0 0 0,0 0 0 0 0,0 1 0 0 0,0-1 0 0 0,0 0 0 0 0,-1 1-1 0 0,1-1 1 0 0,0 0 0 0 0,0 1 0 0 0,-1-1 0 0 0,1 0 0 0 0,0 1 0 0 0,-1-1 0 0 0,1 1 0 0 0,-1-1 0 0 0,1 1 0 0 0,-1-2 0 0 0,-1-1 592 0 0,-3 2-380 0 0,-14-2-129 0 0,15 2-28 0 0,-1 2 46 0 0,-5 2-208 0 0,0 0 1 0 0,0 1 0 0 0,0 0 0 0 0,1 0-1 0 0,0 1 1 0 0,0 1 0 0 0,0-1-1 0 0,0 1 1 0 0,1 1 0 0 0,0 0 0 0 0,0 0-1 0 0,1 0 1 0 0,0 1 0 0 0,0 0-1 0 0,1 0 1 0 0,-7 12 0 0 0,11-17-1 0 0,1 2-38 0 0,-5 14 10 0 0,5-15 34 0 0,0 1-3 0 0,1-3-10 0 0,-1 0 0 0 0,1 0 0 0 0,0 0 1 0 0,-1 0-1 0 0,1 0 0 0 0,0 0 0 0 0,0 0 0 0 0,0 0 0 0 0,1 3 0 0 0,15 6-1 0 0,-13-9 7 0 0,2-3-54 0 0,4-2 61 0 0,-1 0 0 0 0,1 0 0 0 0,-1-1 0 0 0,0 0 0 0 0,-1 0 0 0 0,1-1 0 0 0,7-5 0 0 0,37-38 813 0 0,-48 45-568 0 0,15-10 53 0 0,-19 13-313 0 0,0 0 0 0 0,0 1 0 0 0,0-1 0 0 0,0 0 0 0 0,0 1 0 0 0,0-1 0 0 0,0 0 0 0 0,0 1 1 0 0,1-1-1 0 0,-1 0 0 0 0,0 1 0 0 0,0-1 0 0 0,0 0 0 0 0,0 1 0 0 0,1-1 0 0 0,-1 0 0 0 0,0 0 0 0 0,0 1 0 0 0,1-1 0 0 0,-1 0 0 0 0,0 0 0 0 0,0 1 1 0 0,1-1-1 0 0,-1 0 0 0 0,0 0 0 0 0,1 0 0 0 0,-1 0 0 0 0,0 1 0 0 0,0-1 0 0 0,1 0 0 0 0,-1 0 0 0 0,1 0 1 0 0,0 0 1 0 0,0 1-1 0 0,-1-1 0 0 0,1 1 0 0 0,0-1 1 0 0,-1 0-1 0 0,1 1 0 0 0,0-1 0 0 0,-1 1 0 0 0,1 0 1 0 0,-1-1-1 0 0,1 1 0 0 0,-1-1 0 0 0,1 1 0 0 0,-1 0 1 0 0,1-1-1 0 0,-1 1 0 0 0,0 0 0 0 0,1-1 1 0 0,-1 1-1 0 0,0 0 0 0 0,1 1 0 0 0,6 31 38 0 0,-2 0 0 0 0,-1 0 0 0 0,-1 1 1 0 0,-3 54-1 0 0,-23 138-649 0 0,21-209 494 0 0,-2 1 1 0 0,0-1 0 0 0,-1 0-1 0 0,-1 0 1 0 0,0 0 0 0 0,-1-1 0 0 0,-18 29-1 0 0,24-43 116 0 0,0-1-1 0 0,1 0 1 0 0,-1 0-1 0 0,0 1 0 0 0,0-1 1 0 0,0 0-1 0 0,0 0 1 0 0,0 0-1 0 0,0 0 0 0 0,0 0 1 0 0,0-1-1 0 0,0 1 1 0 0,-1 0-1 0 0,-1 0 0 0 0,-1 1 10 0 0,1 1 54 0 0,-2-1 27 0 0,1-1-83 0 0,2 0 10 0 0,0 0-1 0 0,-1 0 1 0 0,1-1 0 0 0,0 1-1 0 0,-1-1 1 0 0,1 1 0 0 0,-1-1-1 0 0,1 0 1 0 0,-1 0 0 0 0,1 0-1 0 0,-1 0 1 0 0,1 0 0 0 0,-1-1-1 0 0,1 1 1 0 0,-1-1 0 0 0,1 0-1 0 0,0 1 1 0 0,-1-1 0 0 0,-3-2-1 0 0,-43-37 270 0 0,47 39-276 0 0,0-1 0 0 0,0 0-1 0 0,1 0 1 0 0,-1 1 0 0 0,1-1-1 0 0,-1 0 1 0 0,1 0 0 0 0,0-1-1 0 0,0 1 1 0 0,0 0 0 0 0,0 0 0 0 0,-1-3-1 0 0,0-2 15 0 0,1 5-21 0 0,0 1 1 0 0,0-1-1 0 0,0 0 1 0 0,0 0-1 0 0,0 0 1 0 0,0 0-1 0 0,1 0 1 0 0,-1 0-1 0 0,1 0 1 0 0,0 0-1 0 0,-1 0 1 0 0,1 0-1 0 0,0 0 1 0 0,0 0-1 0 0,1-3 1 0 0,-1-1 3 0 0,0 3-8 0 0,-1 0 0 0 0,1 0 1 0 0,0 0-1 0 0,0 0 0 0 0,0 0 0 0 0,0 0 1 0 0,0 1-1 0 0,1-1 0 0 0,-1 0 1 0 0,1 0-1 0 0,0 0 0 0 0,2-4 1 0 0,0-3-12 0 0,1-3-63 0 0,1 0 0 0 0,0 1 1 0 0,0 0-1 0 0,1 0 0 0 0,1 0 0 0 0,0 1 0 0 0,1 0 1 0 0,14-17-1 0 0,3 2-564 0 0,52-44 0 0 0,132-76-4725 0 0,-168 120 2868 0 0,-19 11-757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2:30.2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1528 0 0,'0'0'4071'0'0,"5"1"-3739"0"0,13 2-34 0 0,-13-2 190 0 0,-5 0-453 0 0,0 1 1 0 0,1 0-1 0 0,-1-1 1 0 0,0 1 0 0 0,1-1-1 0 0,-1 1 1 0 0,1-1 0 0 0,0 1-1 0 0,-1-1 1 0 0,1 1-1 0 0,2 2 1 0 0,-1-1 40 0 0,0 2 144 0 0,0 0-124 0 0,1 0 0 0 0,-2-1 0 0 0,1 1 0 0 0,-1 0 1 0 0,1 0-1 0 0,-1 0 0 0 0,-1 1 0 0 0,1 7 0 0 0,-1-12-136 0 0,1 4 110 0 0,-1 0 17 0 0,2 13-4 0 0,-2-13 40 0 0,-1 1 1 0 0,-1 17 33 0 0,1-18 224 0 0,0 0-129 0 0,-6 12 54 0 0,5-13 875 0 0,-14 13 1825 0 0,12-20-2689 0 0,-11-6-30 0 0,12 6 509 0 0,2-4-735 0 0,1-1 0 0 0,0 0-1 0 0,1 1 1 0 0,-1-1 0 0 0,2 1 0 0 0,-1-1 0 0 0,1 1 0 0 0,0-1 0 0 0,1 1 0 0 0,-1 0-1 0 0,1 0 1 0 0,1 0 0 0 0,-1 1 0 0 0,1-1 0 0 0,7-8 0 0 0,-9 12-57 0 0,1 1-1 0 0,-1 0 1 0 0,1-1 0 0 0,-1 1 0 0 0,1 0 0 0 0,0 0 0 0 0,0 0-1 0 0,0 1 1 0 0,0-1 0 0 0,0 1 0 0 0,0-1 0 0 0,0 1-1 0 0,6-1 1 0 0,-6 1-4 0 0,8-1-19 0 0,40 1-9 0 0,-37 4 33 0 0,-1 0-1 0 0,-5-1-83 0 0,0-1-1 0 0,1 1 0 0 0,-1 1 1 0 0,0 0-1 0 0,0 0 0 0 0,-1 0 1 0 0,1 1-1 0 0,-1 0 1 0 0,0 0-1 0 0,1 1 0 0 0,-2 0 1 0 0,1 0-1 0 0,-1 1 0 0 0,0 0 1 0 0,0 0-1 0 0,0 0 1 0 0,-1 1-1 0 0,0 0 0 0 0,0 0 1 0 0,4 8-1 0 0,-8-12-8 0 0,0-1 0 0 0,0 0 0 0 0,-1 1 0 0 0,1-1 0 0 0,0 0 0 0 0,-1 1 0 0 0,0-1 0 0 0,1 1 0 0 0,-1-1 0 0 0,0 1 0 0 0,0-1 0 0 0,-1 1 0 0 0,0 4 0 0 0,0 1-149 0 0,0 0 9 0 0,0-1 0 0 0,0 0-1 0 0,-1 0 1 0 0,0 0 0 0 0,0 0 0 0 0,-1 0-1 0 0,0-1 1 0 0,0 1 0 0 0,0-1 0 0 0,-1 0-1 0 0,-6 8 1 0 0,-5 5-2001 0 0,-34 33 0 0 0,41-45 1393 0 0,-26 25-4374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2:23.25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37 19 4208 0 0,'0'-5'1429'0'0,"-1"-8"5154"0"0,3 39-5399 0 0,2 52-1462 0 0,-26 266 739 0 0,6-177-418 0 0,13-34-1280 0 0,7-55-6598 0 0,-3-72 3317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2:23.76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469 95 2140 0 0,'9'-10'511'0'0,"1"0"0"0"0,0 0 0 0 0,1 1 0 0 0,0 0 0 0 0,0 1 0 0 0,1 1 0 0 0,0-1 0 0 0,19-7 0 0 0,-8 9-138 0 0,-18 6-314 0 0,0-1 123 0 0,-4 1-160 0 0,1-1-1 0 0,0 1 1 0 0,-1 0-1 0 0,1-1 1 0 0,0 1-1 0 0,-1 0 1 0 0,1 0-1 0 0,0 1 1 0 0,-1-1-1 0 0,1 0 1 0 0,0 0-1 0 0,2 2 1 0 0,-1-2 16 0 0,-1 1-18 0 0,0-1 0 0 0,0 1 0 0 0,0 0-1 0 0,0-1 1 0 0,-1 1 0 0 0,1 0-1 0 0,0 0 1 0 0,-1 0 0 0 0,1 0 0 0 0,-1 0-1 0 0,1 1 1 0 0,-1-1 0 0 0,1 0-1 0 0,-1 1 1 0 0,0-1 0 0 0,0 1-1 0 0,1-1 1 0 0,-1 1 0 0 0,0-1 0 0 0,-1 1-1 0 0,1 0 1 0 0,0 0 0 0 0,1 3-1 0 0,-2-4-18 0 0,1 1 6 0 0,0-1 0 0 0,-1 1 0 0 0,1-1 0 0 0,0 1 0 0 0,-1-1 0 0 0,1 1 0 0 0,-1 0 0 0 0,0-1 0 0 0,0 1 0 0 0,1 0-1 0 0,-1-1 1 0 0,0 1 0 0 0,0 0 0 0 0,-1-1 0 0 0,1 1 0 0 0,-1 1 0 0 0,1 2 9 0 0,0 6 2 0 0,-1-1 1 0 0,0 1-1 0 0,-1-1 1 0 0,0 0-1 0 0,0 0 1 0 0,-1 1-1 0 0,-1-2 1 0 0,-5 13-1 0 0,-2 2 43 0 0,-28 43 0 0 0,23-43-25 0 0,-2 0 0 0 0,-1 0-1 0 0,0-2 1 0 0,-2 0-1 0 0,0-1 1 0 0,-1-2 0 0 0,-2 0-1 0 0,0-1 1 0 0,0-1-1 0 0,-2-2 1 0 0,0 0 0 0 0,-1-2-1 0 0,0-1 1 0 0,-54 16 0 0 0,69-26 18 0 0,-53 5-16 0 0,56-7-32 0 0,2 0 0 0 0,0 0 1 0 0,0-1 0 0 0,0 0 0 0 0,0 0 0 0 0,1-1 0 0 0,-1 1 0 0 0,-10-6-1 0 0,12 6-2 0 0,-3-2 3 0 0,6 2-7 0 0,0 1 0 0 0,1-1 0 0 0,-1 1 0 0 0,1-1 0 0 0,-1 0 0 0 0,1 0 0 0 0,-1 1 0 0 0,1-1 0 0 0,0 0 0 0 0,-1 0 0 0 0,1-1 0 0 0,0 1 0 0 0,0 0 0 0 0,-2-2 0 0 0,0-1 7 0 0,-9-8 10 0 0,-1-10 79 0 0,13 22-94 0 0,1 0 0 0 0,-1 0 0 0 0,1-1-1 0 0,-1 1 1 0 0,1 0 0 0 0,-1 0 0 0 0,1 0 0 0 0,-1 0 0 0 0,0-1 0 0 0,1 1 0 0 0,-1 0 0 0 0,1-1 0 0 0,-1 1-1 0 0,0 0 1 0 0,1-1 0 0 0,-1 1 0 0 0,0 0 0 0 0,1-1 0 0 0,-1 1 0 0 0,0 0 0 0 0,0-1 0 0 0,1 1 0 0 0,-1-2-1 0 0,0 2-2 0 0,0-1-1 0 0,1 1 0 0 0,-1-1 1 0 0,0 1-1 0 0,0-1 0 0 0,1 1 0 0 0,-1 0 1 0 0,0-1-1 0 0,1 1 0 0 0,-1-1 0 0 0,1 1 1 0 0,-1 0-1 0 0,0-1 0 0 0,1 1 1 0 0,-1 0-1 0 0,1-1 0 0 0,-1 1 0 0 0,1 0 1 0 0,-1 0-1 0 0,1 0 0 0 0,-1-1 1 0 0,1 1-1 0 0,-1 0 0 0 0,1 0 0 0 0,-1 0 1 0 0,1 0-1 0 0,-1 0 0 0 0,1 0 1 0 0,-1 0-1 0 0,1 0 0 0 0,-1 0 0 0 0,1 0 1 0 0,-1 0-1 0 0,2 1 0 0 0,50 18 51 0 0,-1 3-1 0 0,52 30 1 0 0,-29-14-22 0 0,98 35 0 0 0,-131-59-676 0 0,48 9-1 0 0,-57-17-881 0 0,1-1-1 0 0,37 0 1 0 0,-32-5-2106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2:24.19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273 30 1772 0 0,'-9'-4'405'0'0,"1"-1"0"0"0,-1 1 0 0 0,0 0 1 0 0,0 1-1 0 0,-1 0 0 0 0,-13-2 0 0 0,17 4-277 0 0,0 1 0 0 0,0 0 0 0 0,-1 0 0 0 0,1 0 0 0 0,0 1 0 0 0,0 0 0 0 0,0 0 0 0 0,0 1 0 0 0,1-1 0 0 0,-1 1 0 0 0,0 1 0 0 0,-8 3 0 0 0,-35 27 157 0 0,43-27-222 0 0,-1 1 0 0 0,2-1 0 0 0,-1 1 1 0 0,1 0-1 0 0,0 0 0 0 0,0 1 0 0 0,1 0 0 0 0,0-1 0 0 0,1 1 0 0 0,-1 1 0 0 0,-1 9 0 0 0,3-14 71 0 0,2 1 59 0 0,0 16-145 0 0,0-16-32 0 0,2 0-4 0 0,0-2-4 0 0,0 1-1 0 0,0-1 1 0 0,0 1-1 0 0,0-1 1 0 0,1 0 0 0 0,-1 0-1 0 0,1 0 1 0 0,0 0-1 0 0,0-1 1 0 0,0 1-1 0 0,0-1 1 0 0,0 1-1 0 0,1-1 1 0 0,-1 0-1 0 0,1 0 1 0 0,3 1-1 0 0,-2-2-30 0 0,0 0 42 0 0,16 1 20 0 0,-16-2 43 0 0,1-1 5 0 0,16-4 17 0 0,-16 3 23 0 0,-2 0 20 0 0,15-9 4 0 0,-15 8 0 0 0,0 0 71 0 0,11-10-46 0 0,-11 9-4 0 0,-1 1 27 0 0,13-13 337 0 0,-15 15-493 0 0,0 0 1 0 0,-1 0 0 0 0,1 0 0 0 0,0 0-1 0 0,0 0 1 0 0,0 0 0 0 0,0 0 0 0 0,0 0 0 0 0,0 1-1 0 0,0-1 1 0 0,0 0 0 0 0,0 1 0 0 0,0-1-1 0 0,0 1 1 0 0,0-1 0 0 0,2 0 0 0 0,0 6-32 0 0,0 0-1 0 0,-1-1 1 0 0,0 1 0 0 0,0 0 0 0 0,-1 0 0 0 0,2 9 0 0 0,-2-9-2 0 0,1 0-6 0 0,4 13-5 0 0,-5-13 11 0 0,1-1-16 0 0,20 31-675 0 0,-20-32 161 0 0,3-1-1042 0 0,13 5 566 0 0,-13-6-84 0 0,-1-2-27 0 0,14-3-698 0 0,-14 3-1282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2:25.13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10 582 1896 0 0,'0'0'4152'0'0,"-1"5"-3901"0"0,-3 26 895 0 0,0 59-1 0 0,4-84-1054 0 0,2-1-68 0 0,3 12 25 0 0,-3-13 63 0 0,1-2-41 0 0,0-1-11 0 0,0 1 1 0 0,0-2-1 0 0,0 1 1 0 0,0 0 0 0 0,0-1-1 0 0,0 1 1 0 0,1-1-1 0 0,-1 0 1 0 0,0 0-1 0 0,0 0 1 0 0,0 0-1 0 0,5-2 1 0 0,-2 1 119 0 0,-2-2 11 0 0,29-23 346 0 0,-30 24-344 0 0,0-1-10 0 0,10-12-36 0 0,-10 12 171 0 0,5-3-102 0 0,-8 5-202 0 0,0 1 1 0 0,0-1 0 0 0,0 1-1 0 0,1 0 1 0 0,-1-1 0 0 0,0 1 0 0 0,0-1-1 0 0,1 1 1 0 0,-1 0 0 0 0,0-1 0 0 0,0 1-1 0 0,1 0 1 0 0,-1-1 0 0 0,1 1 0 0 0,-1 0-1 0 0,0 0 1 0 0,1 0 0 0 0,-1-1 0 0 0,1 1-1 0 0,-1 0 1 0 0,0 0 0 0 0,1 0-1 0 0,-1 0 1 0 0,1-1 0 0 0,-1 1 0 0 0,1 0-1 0 0,-1 0 1 0 0,0 0 0 0 0,1 0 0 0 0,-1 0-1 0 0,1 0 1 0 0,-1 0 0 0 0,1 1 0 0 0,-1-1-1 0 0,1 0 1 0 0,0 0 0 0 0,1 1-14 0 0,0 1 0 0 0,0-1 0 0 0,0 0-1 0 0,0 1 1 0 0,-1-1 0 0 0,1 1 0 0 0,0 0 0 0 0,-1 0 0 0 0,1-1 0 0 0,-1 1 0 0 0,1 0 0 0 0,-1 0 0 0 0,0 1 0 0 0,2 3-1 0 0,-2-2-70 0 0,0 0 81 0 0,14 39-44 0 0,-13-39-65 0 0,-2-3 53 0 0,1 0-1 0 0,0 0 1 0 0,-1 0-1 0 0,1 0 1 0 0,0 0-1 0 0,0 0 1 0 0,0 0-1 0 0,0 0 1 0 0,0 0-1 0 0,0 0 1 0 0,0 0-1 0 0,0-1 1 0 0,0 1-1 0 0,0 0 1 0 0,0-1-1 0 0,1 1 1 0 0,-1-1-1 0 0,1 1 1 0 0,16 6-567 0 0,-13-6-59 0 0,1-1-78 0 0,7 0 437 0 0,0 0 0 0 0,-1-1 1 0 0,1-1-1 0 0,0 0 0 0 0,-1-1 0 0 0,1-1 0 0 0,-1 0 0 0 0,0 0 1 0 0,0-1-1 0 0,0 0 0 0 0,-1-1 0 0 0,12-8 0 0 0,-15 8 280 0 0,1 0 1 0 0,-1 0-1 0 0,-1 0 0 0 0,15-16 0 0 0,26-39 1795 0 0,-46 58-1374 0 0,-1-1 1 0 0,0 0-99 0 0,0 1 0 0 0,-1-1 1 0 0,1 1-1 0 0,-1-1 0 0 0,0 0 0 0 0,0 0 1 0 0,0-4-1 0 0,-1-6 56 0 0,-3 16-188 0 0,-14 7 30 0 0,14-7-74 0 0,0 2-21 0 0,-7 10-8 0 0,-1 0-1 0 0,2 1 1 0 0,0 1 0 0 0,0 0-1 0 0,-7 17 1 0 0,16-29-58 0 0,-5 21-1 0 0,5-21-12 0 0,2 1 11 0 0,5 14-30 0 0,-4-15 4 0 0,-2-4-32 0 0,0 0 30 0 0,1 0 1 0 0,-1 0-1 0 0,1 0 0 0 0,-1 0 0 0 0,1 1 0 0 0,-1-1 0 0 0,0 0 1 0 0,1 0-1 0 0,-1 0 0 0 0,1 0 0 0 0,-1 0 0 0 0,0 1 0 0 0,1-1 1 0 0,-1 0-1 0 0,1 0 0 0 0,-1 1 0 0 0,0-1 0 0 0,1 0 1 0 0,-1 1-1 0 0,0-1 0 0 0,0 0 0 0 0,1 1 0 0 0,-1-1 0 0 0,0 0 1 0 0,1 1-1 0 0,-1 0-7 0 0,0-1 0 0 0,1 1 0 0 0,-1-1 0 0 0,0 1 0 0 0,1-1 1 0 0,-1 1-1 0 0,1-1 0 0 0,-1 1 0 0 0,1-1 0 0 0,-1 0 0 0 0,1 1 0 0 0,-1-1 0 0 0,1 0 1 0 0,0 1-1 0 0,-1-1 0 0 0,1 0 0 0 0,-1 0 0 0 0,1 0 0 0 0,0 0 0 0 0,-1 1 0 0 0,1-1 1 0 0,0 0-1 0 0,-1 0 0 0 0,1 0 0 0 0,-1 0 0 0 0,1 0 0 0 0,0 0 0 0 0,-1-1 0 0 0,1 1 1 0 0,0 0-1 0 0,-1 0 0 0 0,2-1 0 0 0,2 1 5 0 0,0-1-10 0 0,0 1-1 0 0,0-1 1 0 0,1 0 0 0 0,-1 0 0 0 0,0 0 0 0 0,-1-1-1 0 0,1 1 1 0 0,0-1 0 0 0,0 0 0 0 0,-1 0 0 0 0,1 0 0 0 0,3-4-1 0 0,27-24 25 0 0,-27 20 5 0 0,-2 0-8 0 0,6-7-17 0 0,-2 0 1 0 0,1 0-1 0 0,-2-2 0 0 0,11-33 0 0 0,14-79 63 0 0,-23 84-23 0 0,52-312 1478 0 0,-62 356-1473 0 0,1-3 109 0 0,0 0-10 0 0,3-16-51 0 0,-3 16 458 0 0,-6 11-440 0 0,-1 3-77 0 0,1 0 1 0 0,-1 0 0 0 0,1 1 0 0 0,1 0-1 0 0,0 0 1 0 0,0 0 0 0 0,-5 19 0 0 0,-13 81 111 0 0,15-72-101 0 0,-2 10-231 0 0,2 1 0 0 0,2 0-1 0 0,2 1 1 0 0,2-1 0 0 0,2 0 0 0 0,9 54 0 0 0,-7-80-595 0 0,-2-20 694 0 0,-1 1 0 0 0,1-1 0 0 0,-1 0 0 0 0,1 0 0 0 0,0 0-1 0 0,-1 1 1 0 0,1-1 0 0 0,0 0 0 0 0,1 0 0 0 0,-1 0 0 0 0,2 2 0 0 0,26 32-2728 0 0,-26-33 1784 0 0,2-2-85 0 0,13 5-767 0 0,-13-5-1328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2:25.50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52 27 2152 0 0,'0'0'946'0'0,"1"-5"-239"0"0,4-12-134 0 0,-4 13 1620 0 0,-5 5-2227 0 0,-12 6 131 0 0,11-6-18 0 0,3 3-194 0 0,-6 13 228 0 0,6-13 77 0 0,1 1-32 0 0,-6 13-18 0 0,5-13-12 0 0,0 0-24 0 0,-3 16-18 0 0,3-16 9 0 0,2-5-91 0 0,1 1-1 0 0,-1-1 1 0 0,0 1 0 0 0,0-1 0 0 0,1 1-1 0 0,-1 0 1 0 0,0-1 0 0 0,0 1-1 0 0,0-1 1 0 0,0 1 0 0 0,0-1 0 0 0,0 1-1 0 0,0 0 1 0 0,0-1 0 0 0,0 1 0 0 0,0-1-1 0 0,0 1 1 0 0,0 0 0 0 0,0-1-1 0 0,0 1 1 0 0,-1-1 0 0 0,1 1 0 0 0,0-1-1 0 0,0 1 1 0 0,-1 0 0 0 0,1 0 1 0 0,-1 0-1 0 0,1-1 1 0 0,-1 1 0 0 0,1 0 0 0 0,0 0 0 0 0,0 0-1 0 0,-1 0 1 0 0,1 0 0 0 0,0 0 0 0 0,0 0 0 0 0,0 0 0 0 0,0 0-1 0 0,0 0 1 0 0,0 0 0 0 0,0 0 0 0 0,1 0 0 0 0,-1-1-1 0 0,0 1 1 0 0,0 0 0 0 0,1 0 0 0 0,0 1 0 0 0,0 1 9 0 0,0-1 1 0 0,0 1 0 0 0,1-1-1 0 0,-1 0 1 0 0,1 1-1 0 0,-1-1 1 0 0,1 0 0 0 0,0 0-1 0 0,0 0 1 0 0,0 0-1 0 0,4 2 1 0 0,-3-2 504 0 0,2-3-237 0 0,16-1 33 0 0,-15 2 431 0 0,-6-1-727 0 0,0 1-1 0 0,0 0 0 0 0,0-1 0 0 0,0 1 1 0 0,0 0-1 0 0,0-1 0 0 0,0 1 1 0 0,0 0-1 0 0,1-1 0 0 0,-1 1 1 0 0,0 0-1 0 0,0-1 0 0 0,0 1 1 0 0,1 0-1 0 0,-1-1 0 0 0,0 1 1 0 0,0 0-1 0 0,1 0 0 0 0,-1-1 1 0 0,0 1-1 0 0,0 0 0 0 0,1 0 0 0 0,-1 0 1 0 0,0 0-1 0 0,1-1 0 0 0,-1 1 1 0 0,0 0-1 0 0,1 0 0 0 0,0 0 31 0 0,0-1 0 0 0,0 1 0 0 0,0-1 0 0 0,0 1 0 0 0,-1-1 0 0 0,1 0 0 0 0,0 1 0 0 0,0-1 0 0 0,-1 0 0 0 0,1 0 0 0 0,0 1 0 0 0,-1-1 0 0 0,1 0 0 0 0,0 0 0 0 0,0-2 0 0 0,13-37 866 0 0,-12 35-760 0 0,-3 0-115 0 0,1 0-44 0 0,-1 0-1 0 0,0 0 1 0 0,0 0 0 0 0,-1 0-1 0 0,1 0 1 0 0,-4-7-1 0 0,3 8-145 0 0,-21-5-1891 0 0,18 9 1379 0 0,-1 1 290 0 0,-4 1 29 0 0,-1-2-5081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2:26.17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 2052 0 0,'0'0'1525'0'0,"5"0"-965"0"0,15-2-55 0 0,-15 2 711 0 0,-1 2-857 0 0,14 7-46 0 0,-14-7-34 0 0,1 6 96 0 0,6 4 164 0 0,-3 4-280 0 0,-6-12-118 0 0,0-1-47 0 0,4 11-26 0 0,-5-10 82 0 0,0 1-80 0 0,1 16 33 0 0,-1-16 330 0 0,-2 0-291 0 0,-1 16-71 0 0,1-16 617 0 0,-1-1-381 0 0,-5 10 22 0 0,6-11 1206 0 0,-2-5-1448 0 0,2 0-77 0 0,0 1-1 0 0,0-1 1 0 0,0 0-1 0 0,0 1 0 0 0,0-1 1 0 0,1 0-1 0 0,-1 0 1 0 0,0 1-1 0 0,1-1 0 0 0,-1 0 1 0 0,1 0-1 0 0,0 0 1 0 0,0 0-1 0 0,0 0 0 0 0,0 1 1 0 0,0-1-1 0 0,0 0 1 0 0,0 0-1 0 0,0 0 0 0 0,2-3 1 0 0,-1-1 14 0 0,2 1 24 0 0,39-58 31 0 0,-38 59-58 0 0,-4 3-22 0 0,1 1 0 0 0,-1-1 0 0 0,1 0 0 0 0,-1 1-1 0 0,1-1 1 0 0,0 0 0 0 0,-1 1 0 0 0,1-1 0 0 0,0 1 0 0 0,-1-1 0 0 0,1 1 0 0 0,0-1 0 0 0,0 1 0 0 0,0 0 0 0 0,-1-1 0 0 0,1 1 0 0 0,0 0 0 0 0,0-1 0 0 0,0 1-1 0 0,0 0 1 0 0,-1 0 0 0 0,1 0 0 0 0,0 0 0 0 0,0 0 0 0 0,0 0 0 0 0,0 0 0 0 0,0 0 0 0 0,1 1 0 0 0,17-1 2 0 0,-14 1 15 0 0,-4 0-15 0 0,0-1 0 0 0,1 1 0 0 0,-1-1-1 0 0,0 1 1 0 0,0 0 0 0 0,0 0 0 0 0,0 0 0 0 0,0 0 0 0 0,0 0 0 0 0,0 0 0 0 0,0 0 0 0 0,-1 0 0 0 0,1 0-1 0 0,0 0 1 0 0,-1 0 0 0 0,2 2 0 0 0,7 14-12 0 0,-7-13 3 0 0,-1 0 10 0 0,5 13-7 0 0,-4-12-6 0 0,-2 0-27 0 0,3 16 26 0 0,-3-16 8 0 0,-1-1-48 0 0,-3 9 452 0 0,4-29-61 0 0,0 14-393 0 0,1-4 102 0 0,1 0 0 0 0,0 0 0 0 0,0 0 0 0 0,0 0 0 0 0,1 0 0 0 0,0 0 0 0 0,0 1 0 0 0,1 0 1 0 0,-1-1-1 0 0,1 1 0 0 0,8-8 0 0 0,0 0 21 0 0,-9 10-16 0 0,1 0-1 0 0,12-9-19 0 0,-12 9-3 0 0,1 2-2 0 0,-2 0-26 0 0,0 0 0 0 0,1 0 0 0 0,-1 1 0 0 0,0 0 0 0 0,1 0 1 0 0,-1 0-1 0 0,1 0 0 0 0,-1 0 0 0 0,0 1 0 0 0,1-1 0 0 0,-1 1 0 0 0,0 0 1 0 0,1 0-1 0 0,-1 0 0 0 0,0 1 0 0 0,0-1 0 0 0,0 1 0 0 0,0 0 0 0 0,0 0 1 0 0,0 0-1 0 0,2 2 0 0 0,33 55-55 0 0,-37-56 21 0 0,0 4 9 0 0,2 48-1346 0 0,-2-17-4765 0 0,2-35 3784 0 0,8 12-1655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2:27.11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39 515 2404 0 0,'0'0'2922'0'0,"-2"2"-2138"0"0,-7 7 302 0 0,12-14 1084 0 0,17-32-366 0 0,-9-5-1499 0 0,-1 0 1 0 0,-3 0 0 0 0,-1-1-1 0 0,-2 1 1 0 0,-2-1 0 0 0,-2 0-1 0 0,-1 0 1 0 0,-9-46 0 0 0,8 69-178 0 0,1 15-31 0 0,0 0-24 0 0,-1 1-54 0 0,-3-16 137 0 0,0 21-32 0 0,-12 6-78 0 0,16-7-46 0 0,1 0 0 0 0,0 0 0 0 0,-1 0 0 0 0,1 1 0 0 0,0-1 0 0 0,-1 0 0 0 0,1 0 0 0 0,0 0 0 0 0,-1 1 0 0 0,1-1-1 0 0,0 0 1 0 0,-1 0 0 0 0,1 1 0 0 0,0-1 0 0 0,0 0 0 0 0,0 1 0 0 0,-1-1 0 0 0,1 0 0 0 0,0 1 0 0 0,0-1 0 0 0,0 0 0 0 0,-1 1 0 0 0,1-1 0 0 0,0 0 0 0 0,0 1 0 0 0,0-1 0 0 0,0 1 0 0 0,0 0 0 0 0,-10 33 24 0 0,1 2 0 0 0,2-1 0 0 0,1 1 0 0 0,0 43 0 0 0,5-52-157 0 0,1 0 0 0 0,1-1-1 0 0,2 1 1 0 0,0-1 0 0 0,2 1 0 0 0,12 38 0 0 0,-13-57-171 0 0,0 0 0 0 0,0 0 0 0 0,0 0 0 0 0,1-1 1 0 0,9 13-1 0 0,-13-19 253 0 0,0 0 0 0 0,-1 0 0 0 0,1 0 0 0 0,0 1 0 0 0,0-1 0 0 0,0 0 0 0 0,1 0 0 0 0,-1-1 0 0 0,0 1 0 0 0,0 0 0 0 0,0 0 0 0 0,1 0 0 0 0,-1-1 0 0 0,2 2 0 0 0,1-1-87 0 0,0 2-251 0 0,2-2 37 0 0,-1 0 278 0 0,0 0 0 0 0,1-1 0 0 0,-1 1-1 0 0,0-1 1 0 0,0 0 0 0 0,1 0-1 0 0,-1-1 1 0 0,0 0 0 0 0,0 0 0 0 0,0 0-1 0 0,0 0 1 0 0,0-1 0 0 0,0 0 0 0 0,0 0-1 0 0,8-5 1 0 0,4-8 154 0 0,0-1 1 0 0,29-34-1 0 0,-44 47 95 0 0,10-15 155 0 0,-10 14 587 0 0,-6 32-866 0 0,3-23 62 0 0,2 0-89 0 0,2 30-25 0 0,-1-26-2 0 0,4 3-9 0 0,-4-8 10 0 0,0 1 1 0 0,0-1-1 0 0,1 0 0 0 0,-1 0 1 0 0,1 0-1 0 0,0-1 0 0 0,0 1 1 0 0,0-1-1 0 0,1 1 1 0 0,-1-1-1 0 0,1 0 0 0 0,0-1 1 0 0,0 1-1 0 0,0 0 0 0 0,0-1 1 0 0,0 0-1 0 0,0 0 0 0 0,5 1 1 0 0,-4-2-9 0 0,0-2 6 0 0,2-1 15 0 0,-1 0 1 0 0,1-1-1 0 0,-1 1 0 0 0,1-1 1 0 0,-1-1-1 0 0,0 1 1 0 0,0-1-1 0 0,-1 0 1 0 0,1-1-1 0 0,9-9 1 0 0,6-14 415 0 0,21-37 0 0 0,-41 61-185 0 0,7-15 150 0 0,-19 59-354 0 0,2 1 0 0 0,1-1-1 0 0,2 1 1 0 0,0 52 0 0 0,2-29-88 0 0,-1-10-153 0 0,-14 136-337 0 0,13-154 493 0 0,-1 0-1 0 0,-2 0 1 0 0,-15 38 0 0 0,21-68 67 0 0,2 0 40 0 0,-1 0-1 0 0,-1 0 1 0 0,1 0 0 0 0,-1 0 0 0 0,0 0-1 0 0,0-1 1 0 0,-1 0 0 0 0,0 1-1 0 0,0-1 1 0 0,0-1 0 0 0,0 1 0 0 0,-1 0-1 0 0,0-1 1 0 0,0 0 0 0 0,-5 3-1 0 0,8-5-28 0 0,-1 0 13 0 0,0 0 1 0 0,-1 0-1 0 0,1 0 0 0 0,0-1 1 0 0,0 1-1 0 0,-1-1 0 0 0,1 0 1 0 0,-1 0-1 0 0,1 0 0 0 0,-1 0 1 0 0,1 0-1 0 0,-1-1 1 0 0,0 0-1 0 0,1 1 0 0 0,-1-2 1 0 0,0 1-1 0 0,-7-1 0 0 0,2-3 14 0 0,0 1 0 0 0,0-1 0 0 0,0-1-1 0 0,1 0 1 0 0,-1 0 0 0 0,1-1 0 0 0,0 1 0 0 0,1-2 0 0 0,-13-12-1 0 0,16 15-39 0 0,0-2-1 0 0,0 1 1 0 0,0 0-1 0 0,1-1 1 0 0,0 0-1 0 0,0 0 1 0 0,0 0-1 0 0,1 0 1 0 0,0 0-1 0 0,0 0 1 0 0,0-1-1 0 0,1 1 1 0 0,0-1-1 0 0,0 1 1 0 0,1-1-1 0 0,0 1 1 0 0,1-8-1 0 0,1 0-120 0 0,0 0 0 0 0,2 0 0 0 0,0 1 0 0 0,0-1 0 0 0,2 1 0 0 0,-1-1 0 0 0,2 2 0 0 0,-1-1 0 0 0,2 1 0 0 0,0 0 0 0 0,16-19 0 0 0,10-7-1337 0 0,73-62-1 0 0,-106 99 1417 0 0,127-95-4381 0 0,-104 78 3004 0 0,27-18-3016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2:43.42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1183 0 1336 0 0,'0'0'3982'0'0,"-3"4"-3540"0"0,-202 211 2485 0 0,88-98-2384 0 0,76-80-402 0 0,35-30-138 0 0,-119 123 263 0 0,99-99-141 0 0,1 1 0 0 0,-36 61 1 0 0,-64 114 613 0 0,-70 130 964 0 0,162-267-1226 0 0,6-6-281 0 0,8-10-10 0 0,-2 14 13 0 0,-4 15-50 0 0,-41 170 469 0 0,46-170-314 0 0,-15 135-353 0 0,31-192 76 0 0,2 0-1 0 0,0 37 1 0 0,4-25 30 0 0,-2 15 5 0 0,4 70 15 0 0,30 182-1 0 0,48 118 105 0 0,-70-373-170 0 0,24 66 0 0 0,-26-86 10 0 0,2 0 0 0 0,1-1 1 0 0,28 47-1 0 0,-35-67 11 0 0,-1 1-12 0 0,3 4-33 0 0,-1-2 1 0 0,2 1-1 0 0,10 12 0 0 0,14 19-57 0 0,-9-16 83 0 0,1-1 0 0 0,46 39 0 0 0,80 47-25 0 0,-113-85-27 0 0,6 0 118 0 0,13 5-136 0 0,-11-8 92 0 0,58 32 106 0 0,91 43 431 0 0,-78-56-21 0 0,-24-10-79 0 0,-89-33-409 0 0,2 1-30 0 0,0 0 0 0 0,0 0 0 0 0,0 0 0 0 0,0 1 0 0 0,8 4 0 0 0,-5-2-14 0 0,-5-3 13 0 0,0 0 23 0 0,11 8 2 0 0,-11-7-1 0 0,0-1 32 0 0,11 9 138 0 0,-11-8-107 0 0,-4-2-115 0 0,0-1 1 0 0,0 1-1 0 0,0-1 1 0 0,1 1-1 0 0,-1 0 0 0 0,0-1 1 0 0,0 1-1 0 0,1-1 1 0 0,-1 1-1 0 0,0-1 1 0 0,1 1-1 0 0,-1-1 0 0 0,1 1 1 0 0,-1-1-1 0 0,0 0 1 0 0,1 1-1 0 0,-1-1 0 0 0,1 0 1 0 0,-1 1-1 0 0,1-1 1 0 0,0 0-1 0 0,-1 1 1 0 0,1-1-1 0 0,-1 0 0 0 0,2 0 1 0 0,-2 1-1 0 0,1-1 0 0 0,-1 0 0 0 0,1 0 0 0 0,-1 0 0 0 0,1 1 0 0 0,-1-1 0 0 0,1 0 0 0 0,-1 0 1 0 0,1 1-1 0 0,-1-1 0 0 0,1 0 0 0 0,-1 1 0 0 0,0-1 0 0 0,1 1 0 0 0,-1-1 0 0 0,0 1 0 0 0,1-1 0 0 0,-1 1 0 0 0,0-1 1 0 0,1 1-1 0 0,-1-1 0 0 0,0 1 0 0 0,0-1 0 0 0,0 1 0 0 0,0-1 0 0 0,1 1 0 0 0,-1 0 0 0 0,0 1 3 0 0,1-1 1 0 0,0 1-1 0 0,0 0 0 0 0,0-1 0 0 0,0 1 0 0 0,0-1 1 0 0,0 1-1 0 0,0-1 0 0 0,1 0 0 0 0,-1 1 0 0 0,3 1 0 0 0,-3-3 0 0 0,50 69 540 0 0,-12 0-479 0 0,-37-65-48 0 0,2 6 166 0 0,0-3-1137 0 0,-4 3-3815 0 0,-2-6 4145 0 0,0 4 64 0 0,1 0-5421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2:43.68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2904 0 0,'0'0'6106'0'0,"2"3"-5584"0"0,4 2-349 0 0,-1 0 0 0 0,1-1 0 0 0,0 1 0 0 0,0-1 1 0 0,1 0-1 0 0,-1 0 0 0 0,1-1 0 0 0,0 0 1 0 0,0 0-1 0 0,0-1 0 0 0,9 2 0 0 0,-6-1-103 0 0,3 2-450 0 0,-1-2 0 0 0,1 1 0 0 0,0-2 1 0 0,22 2-1 0 0,14-8-3745 0 0,-43 3 2040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2:44.01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136 0 2664 0 0,'0'0'8570'0'0,"-3"2"-8042"0"0,2 0-418 0 0,-1-1-1 0 0,1 1 1 0 0,0-1 0 0 0,0 1-1 0 0,-1-1 1 0 0,1 1-1 0 0,1-1 1 0 0,-1 1-1 0 0,0 0 1 0 0,0 0-1 0 0,0-1 1 0 0,1 1-1 0 0,-1 0 1 0 0,1 0 0 0 0,0 0-1 0 0,-1 0 1 0 0,1 0-1 0 0,0-1 1 0 0,0 4-1 0 0,0 0 236 0 0,0-4-322 0 0,-1 0 0 0 0,1 0 0 0 0,0 0-1 0 0,-1 0 1 0 0,1 0 0 0 0,0 0 0 0 0,0 0 0 0 0,-1 0 0 0 0,1 0 0 0 0,0 0-1 0 0,0 0 1 0 0,0-1 0 0 0,0 1 0 0 0,0 0 0 0 0,0 0 0 0 0,1 2-1 0 0,-1 18 379 0 0,-3 5-273 0 0,-1 9 340 0 0,-12 50 0 0 0,12-72-1019 0 0,0-1 0 0 0,-1 1 0 0 0,0-1-1 0 0,-1 0 1 0 0,0 0 0 0 0,-1-1 0 0 0,-14 19 0 0 0,-14 4-6405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2:56.60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409 108 2780 0 0,'0'0'1099'0'0,"0"-5"-126"0"0,0-16-34 0 0,0 16 85 0 0,-1 0-647 0 0,-2-2-171 0 0,1 1 0 0 0,-1-1 1 0 0,-1 1-1 0 0,1-1 0 0 0,-1 1 0 0 0,0 0 0 0 0,-7-7 0 0 0,8 11-1 0 0,-20-7 311 0 0,19 9-352 0 0,-15-2-6 0 0,14 1 0 0 0,-1 2 16 0 0,-5 1-102 0 0,-1 0 0 0 0,0 1 0 0 0,0 0-1 0 0,1 1 1 0 0,-19 9 0 0 0,-24 18 63 0 0,32-15-78 0 0,4 0 32 0 0,4-3-3 0 0,0 0 0 0 0,1 1 0 0 0,0 1 0 0 0,1 0 1 0 0,1 1-1 0 0,-16 30 0 0 0,21-32-37 0 0,1 0 0 0 0,0 1 0 0 0,2 0 0 0 0,-4 19 0 0 0,7-32-49 0 0,-1 3 32 0 0,1 2 0 0 0,0 2-15 0 0,1-1 0 0 0,0 0-1 0 0,0 0 1 0 0,1 0 0 0 0,0 0 0 0 0,1 0 0 0 0,-1 0 0 0 0,1 0 0 0 0,1-1 0 0 0,0 1 0 0 0,0-1-1 0 0,0 0 1 0 0,1 0 0 0 0,0-1 0 0 0,0 0 0 0 0,0 1 0 0 0,8 5 0 0 0,-8-8-5 0 0,0 0 0 0 0,0 0 0 0 0,0 0-1 0 0,1-1 1 0 0,-1 0 0 0 0,1 0 0 0 0,0 0 0 0 0,10 3 0 0 0,-11-4-1 0 0,12 4 128 0 0,0 0 0 0 0,0-1 0 0 0,1-1 0 0 0,-1-1 0 0 0,1-1-1 0 0,0 0 1 0 0,0-1 0 0 0,0-1 0 0 0,31-3 0 0 0,-42 2-61 0 0,24-3 86 0 0,-25 3 14 0 0,-2 0-140 0 0,18-4-67 0 0,-18 4-184 0 0,12-4-57 0 0,-12 4-104 0 0,0 0-1963 0 0,13-3 1453 0 0,-13 3-246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2:56.97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1 3188 0 0,'0'0'8860'0'0,"1"4"-8514"0"0,1 15-16 0 0,-1-14-29 0 0,-2 0-38 0 0,0 18-24 0 0,1-17-37 0 0,0 1 16 0 0,-3 160 1386 0 0,2-161-1520 0 0,1 0-10 0 0,-2 21-67 0 0,-2 21 21 0 0,3-23-6194 0 0,19-15 1577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2:57.50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 1 2664 0 0,'0'0'6640'0'0,"-4"1"-6200"0"0,-13 3-18 0 0,12-3 2295 0 0,9 1-2481 0 0,-1 0-166 0 0,13 4 493 0 0,-9-6-374 0 0,59 3 351 0 0,-23-2-311 0 0,50-6 0 0 0,-87 4-212 0 0,1 1-8 0 0,20-2-1 0 0,-20 1-6 0 0,-1 1-12 0 0,16-3-56 0 0,-16 3-170 0 0,-1-1-587 0 0,0 0 420 0 0,4-1 247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2:57.79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 1 2696 0 0,'0'0'2978'0'0,"-2"3"-2229"0"0,-10 12 3457 0 0,14-12-3729 0 0,-1-1-376 0 0,0 0 1 0 0,0-1 0 0 0,1 1-1 0 0,-1-1 1 0 0,0 1 0 0 0,1-1-1 0 0,-1 0 1 0 0,1 1 0 0 0,-1-1-1 0 0,1 0 1 0 0,-1 0 0 0 0,1 0-1 0 0,0 0 1 0 0,0-1 0 0 0,0 1-1 0 0,-1 0 1 0 0,1-1 0 0 0,3 1-1 0 0,-1 0 370 0 0,3-1-21 0 0,18 1-39 0 0,-18 0-41 0 0,1-2-25 0 0,137-7 1445 0 0,-125 7-1693 0 0,-15 1 20 0 0,1-1-52 0 0,48-5-39 0 0,-50 5-156 0 0,1 0-741 0 0,12-2-23 0 0,-12 2-318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3:14.95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46 128 2788 0 0,'0'0'4134'0'0,"-2"-2"-3148"0"0,-9-9-128 0 0,9 8 1294 0 0,2-1-1856 0 0,4-14-54 0 0,-3 14-34 0 0,1 3-178 0 0,-1 0 0 0 0,1 1 0 0 0,0-1 0 0 0,-1 0 0 0 0,1-1 0 0 0,-1 1 0 0 0,1 0 0 0 0,-1 0 0 0 0,0-1 0 0 0,1 1 0 0 0,1-3 0 0 0,-3 4-4 0 0,13-9 56 0 0,0 1-1 0 0,0 0 0 0 0,0 1 0 0 0,1 1 0 0 0,0 0 1 0 0,1 1-1 0 0,-1 0 0 0 0,1 1 0 0 0,22-3 1 0 0,-7 3-10 0 0,-25 4-49 0 0,1 0-11 0 0,46 11-94 0 0,-47-9 152 0 0,-3 2-34 0 0,-1-1-32 0 0,0 1 0 0 0,0 0 0 0 0,0-1 0 0 0,-1 1 0 0 0,1-1 0 0 0,-1 1 0 0 0,0 0 0 0 0,0-1 0 0 0,-1 7 0 0 0,0-5 37 0 0,-1 0-15 0 0,-30 54 25 0 0,30-56-39 0 0,-1 1-5 0 0,-9 11 3 0 0,9-11-9 0 0,-16 35 122 0 0,17-36-173 0 0,7 18-103 0 0,-5-17 179 0 0,4-2-173 0 0,34 23 279 0 0,-34-23-100 0 0,0 0-19 0 0,14 6-5 0 0,33 18 43 0 0,-47-24-61 0 0,-1 1-38 0 0,0-1 78 0 0,1 1 0 0 0,-1 1 0 0 0,-1-1 0 0 0,1 0 0 0 0,0 1 0 0 0,-1 0 0 0 0,3 4 0 0 0,-4-5 69 0 0,-1-2-96 0 0,0-1 0 0 0,-1 0 0 0 0,1 0 0 0 0,0 0-1 0 0,0 0 1 0 0,-1 1 0 0 0,1-1 0 0 0,0 0 0 0 0,0 0 0 0 0,-1 1 0 0 0,1-1 0 0 0,0 0 0 0 0,0 0 0 0 0,0 1 0 0 0,-1-1-1 0 0,1 0 1 0 0,0 0 0 0 0,0 1 0 0 0,0-1 0 0 0,0 0 0 0 0,0 1 0 0 0,0-1 0 0 0,0 0 0 0 0,0 1 0 0 0,0-1 0 0 0,0 0-1 0 0,0 1 1 0 0,0-1 0 0 0,0 0 0 0 0,0 1 0 0 0,0 0 5 0 0,0 0 0 0 0,0-1 1 0 0,0 1-1 0 0,0 0 0 0 0,0-1 0 0 0,-1 1 0 0 0,1 0 1 0 0,0 0-1 0 0,0-1 0 0 0,-1 1 0 0 0,1 0 0 0 0,0-1 1 0 0,-1 1-1 0 0,1 0 0 0 0,0-1 0 0 0,-1 1 0 0 0,1-1 1 0 0,-1 1-1 0 0,1 0 0 0 0,-1-1 0 0 0,1 1 0 0 0,-2-1 1 0 0,-8 8 31 0 0,-1 0-1 0 0,0-1 1 0 0,-1-1 0 0 0,1 0 0 0 0,-1-1 0 0 0,-1 0 0 0 0,1-1 0 0 0,-17 4 0 0 0,-15 3 119 0 0,0-4-123 0 0,-7 0-28 0 0,44-6-5 0 0,-12-3-39 0 0,-56-11-1095 0 0,71 11 623 0 0,1-1-94 0 0,-11-11-77 0 0,10 10-241 0 0,3-8-921 0 0,0 11 1668 0 0,1 1 0 0 0,0-1 0 0 0,-1 0 0 0 0,1 0 0 0 0,0 0 0 0 0,0 0 0 0 0,0 0 0 0 0,0 0 0 0 0,0 1 0 0 0,0-1 0 0 0,0 0 0 0 0,0 0 0 0 0,0 0 0 0 0,0 0 0 0 0,1 0 0 0 0,-1 1 0 0 0,0-1-1 0 0,1 0 1 0 0,-1 0 0 0 0,0 0 0 0 0,1 0 0 0 0,8-19-4605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3:15.42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39 1 2780 0 0,'0'0'5787'0'0,"3"2"-5485"0"0,10 6-31 0 0,-10-5-4 0 0,-5 0-24 0 0,-13 32 437 0 0,-12 45 0 0 0,25-76-573 0 0,-1 32 104 0 0,3-29-123 0 0,0-1-18 0 0,1 17 10 0 0,0-18-14 0 0,0 0-22 0 0,3 15 5 0 0,-2-15 0 0 0,1-1-17 0 0,4 3-22 0 0,0 1 0 0 0,1-1 0 0 0,-1-1 1 0 0,1 0-1 0 0,10 6 0 0 0,-14-10 5 0 0,2-1 25 0 0,-1 0 75 0 0,0 0-1 0 0,0 0 1 0 0,0 0-1 0 0,0-1 0 0 0,0 0 1 0 0,0 0-1 0 0,1 0 0 0 0,-1-1 1 0 0,0 1-1 0 0,0-1 0 0 0,0-1 1 0 0,0 1-1 0 0,0-1 0 0 0,-1 1 1 0 0,1-1-1 0 0,0-1 1 0 0,-1 1-1 0 0,1-1 0 0 0,-1 0 1 0 0,8-6-1 0 0,-7 4 41 0 0,-1 0 1 0 0,0 0-1 0 0,0-1 1 0 0,0 1-1 0 0,-1-1 1 0 0,1 0-1 0 0,-1 0 0 0 0,-1 0 1 0 0,1 0-1 0 0,-1-1 1 0 0,0 1-1 0 0,-1-1 1 0 0,0 1-1 0 0,1-11 1 0 0,-1 12-65 0 0,-1-2-8 0 0,1 2-72 0 0,-1 1 3 0 0,0 0 1 0 0,1-1-1 0 0,-1 1 0 0 0,-1-1 0 0 0,1 1 1 0 0,-1-1-1 0 0,0 1 0 0 0,0 0 1 0 0,0 0-1 0 0,0-1 0 0 0,-1 1 1 0 0,-3-7-1 0 0,2 6-203 0 0,-1 0-1 0 0,1 0 1 0 0,-1 1 0 0 0,0-1 0 0 0,0 1 0 0 0,0 0-1 0 0,-1 0 1 0 0,1 0 0 0 0,-1 1 0 0 0,0-1 0 0 0,0 1-1 0 0,0 0 1 0 0,-1 1 0 0 0,1-1 0 0 0,0 1-1 0 0,-1 0 1 0 0,0 1 0 0 0,0-1 0 0 0,1 1 0 0 0,-1 0-1 0 0,0 0 1 0 0,0 1 0 0 0,0 0 0 0 0,-6 0-1 0 0,5 1-424 0 0,1 0 0 0 0,0 0-1 0 0,0 0 1 0 0,0 0-1 0 0,0 1 1 0 0,0 0 0 0 0,0 0-1 0 0,0 1 1 0 0,-8 4-1 0 0,7-3-269 0 0,-17 9-4344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3:16.07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432 1 2052 0 0,'-7'2'1130'0'0,"-13"5"-676"0"0,1 1 0 0 0,0 1 0 0 0,1 0 0 0 0,0 2 1 0 0,0 0-1 0 0,1 1 0 0 0,1 0 0 0 0,0 2 1 0 0,0 0-1 0 0,-14 18 0 0 0,3-2-23 0 0,1 1 0 0 0,2 2 0 0 0,1 1 0 0 0,-27 52 1 0 0,38-62-321 0 0,2 0 1 0 0,0 1-1 0 0,2 0 0 0 0,1 0 1 0 0,0 1-1 0 0,2 0 1 0 0,2 0-1 0 0,0 0 1 0 0,1 1-1 0 0,2-1 1 0 0,4 43-1 0 0,0-46-99 0 0,0 1 0 0 0,2-1-1 0 0,0 0 1 0 0,2 0 0 0 0,1-1 0 0 0,0 0-1 0 0,2-1 1 0 0,0 0 0 0 0,2 0 0 0 0,0-1-1 0 0,1-1 1 0 0,1 0 0 0 0,17 16 0 0 0,-15-19-374 0 0,0 0 0 0 0,1-2 1 0 0,1 0-1 0 0,0-1 0 0 0,35 18 1 0 0,-28-19-1381 0 0,1-1 0 0 0,30 8 0 0 0,-18-7-2658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3:16.36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142 1 2520 0 0,'0'0'4485'0'0,"2"4"-3839"0"0,3 12-115 0 0,-3-12-92 0 0,-4 3-81 0 0,-7 26-182 0 0,-1-1 0 0 0,-2 0 0 0 0,-21 40 0 0 0,-29 37-5344 0 0,40-76 693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3:20.89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17 1904 0 0,'0'0'7732'0'0,"7"0"-7648"0"0,19 1-528 0 0,41-3 1 0 0,36-9-3885 0 0,-93 10 3727 0 0,25-3-3263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3:23.1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84 3128 0 0,'0'0'4100'0'0,"5"1"-3734"0"0,16 2-29 0 0,-16-2-22 0 0,1 0-7 0 0,53-2 493 0 0,-1-2 0 0 0,59-11 1 0 0,-58 0-214 0 0,-54 13-478 0 0,-1-2-87 0 0,14-5 86 0 0,-14 5 85 0 0,-1 0-108 0 0,-2 3-72 0 0,1-2 34 0 0,-1 1 0 0 0,1-1 0 0 0,0 0 0 0 0,-1 0 0 0 0,1 0 0 0 0,-1 0 0 0 0,0 0 0 0 0,1 0 0 0 0,-1 0 0 0 0,0 0 0 0 0,0 0 0 0 0,0-1 0 0 0,-1 1 0 0 0,1 0 0 0 0,-1-1 0 0 0,1-3 0 0 0,-1 6-42 0 0,0 1-1 0 0,0-1 1 0 0,0 0 0 0 0,0 1 0 0 0,0-1-1 0 0,0 0 1 0 0,0 1 0 0 0,0-1-1 0 0,0 1 1 0 0,0-1 0 0 0,0 0 0 0 0,-1 0-1 0 0,1 1 1 0 0,0-1 0 0 0,0 0 0 0 0,0 1-1 0 0,-1-1 1 0 0,1 0 0 0 0,0 1-1 0 0,0-1 1 0 0,-1 0 0 0 0,1 0 0 0 0,0 0-1 0 0,-1 1 1 0 0,1-1 0 0 0,0 0 0 0 0,0 0-1 0 0,-1 0 1 0 0,1 0 0 0 0,-1 1 0 0 0,1-1-1 0 0,-1 0 1 0 0,0 0 1 0 0,1 0 0 0 0,-1 1 1 0 0,0-1-1 0 0,1 0 0 0 0,-1 1 0 0 0,0-1 0 0 0,0 1 0 0 0,1-1 1 0 0,-1 1-1 0 0,1-1 0 0 0,-1 1 0 0 0,0-1 0 0 0,1 1 1 0 0,-1 0-1 0 0,1-1 0 0 0,0 1 0 0 0,-1 0 0 0 0,1-1 1 0 0,-1 1-1 0 0,1 0 0 0 0,0 0 0 0 0,0-1 0 0 0,-1 1 1 0 0,1 0-1 0 0,0 1 0 0 0,-7 46 170 0 0,2 0 0 0 0,2 0 0 0 0,6 74 0 0 0,-1-62-898 0 0,-2-1-1 0 0,-11 85 1 0 0,9-136 370 0 0,-5 18-1710 0 0,5-9-2388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3:23.36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1 146 3364 0 0,'0'0'2948'0'0,"0"-5"-2303"0"0,0-20 279 0 0,17 13-306 0 0,-1 4-489 0 0,-1 1 1 0 0,1 0 0 0 0,0 1 0 0 0,1 0-1 0 0,20-3 1 0 0,-35 8-133 0 0,200-49-4866 0 0,-187 47 3261 0 0,21-4-1149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3:23.7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84 18 1952 0 0,'0'0'4036'0'0,"2"-4"-3535"0"0,0-9 194 0 0,-11 18 736 0 0,-20 30-362 0 0,25-28-1010 0 0,-3 2 36 0 0,1 0 0 0 0,1 1 0 0 0,0 0 0 0 0,0 0 0 0 0,-6 21 0 0 0,10-27-30 0 0,0 1-11 0 0,-3 18-2 0 0,3-17-28 0 0,2-1 0 0 0,3 15 8 0 0,-3-16 20 0 0,1 1-34 0 0,7 11-18 0 0,-6-12 14 0 0,0-2 0 0 0,12 8 7 0 0,-11-7 8 0 0,1-2 3 0 0,12 3 31 0 0,-13-3 173 0 0,2-1-47 0 0,16-1 41 0 0,-16 1 36 0 0,-2-2 39 0 0,15-6-16 0 0,-14 6 11 0 0,-2-1 8 0 0,31-31 685 0 0,-31 30-809 0 0,-2-1-8 0 0,10-46 267 0 0,-11 45-448 0 0,-2 1 44 0 0,0 0-124 0 0,1 0 0 0 0,-1 0 1 0 0,-1 1-1 0 0,1-1 0 0 0,-1 1 0 0 0,1-1 0 0 0,-1 1 1 0 0,0 0-1 0 0,-1 0 0 0 0,1 0 0 0 0,-1 1 0 0 0,1-1 1 0 0,-1 1-1 0 0,0 0 0 0 0,-7-4 0 0 0,-38-12-1634 0 0,-11-1-3474 0 0,56 19 2806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3:24.07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2564 0 0,'6'-1'1182'0'0,"5"1"-764"0"0,1 0 1 0 0,-1 1-1 0 0,1 0 0 0 0,-1 1 0 0 0,0 0 0 0 0,1 1 0 0 0,-1 0 0 0 0,0 1 0 0 0,-1 0 0 0 0,1 1 0 0 0,-1 0 0 0 0,0 1 0 0 0,0 0 1 0 0,18 14-1 0 0,-11-7-298 0 0,0 0 0 0 0,-1 2 1 0 0,-1 0-1 0 0,0 1 0 0 0,-1 0 1 0 0,-1 1-1 0 0,0 1 0 0 0,-1 0 1 0 0,-1 0-1 0 0,-1 1 0 0 0,-1 1 1 0 0,9 23-1 0 0,-13-26-139 0 0,0 0-1 0 0,-2 1 1 0 0,0-1 0 0 0,0 1 0 0 0,-2-1-1 0 0,0 1 1 0 0,-1 0 0 0 0,-1-1 0 0 0,0 1-1 0 0,-2-1 1 0 0,0 1 0 0 0,-1-1-1 0 0,0 0 1 0 0,-2 0 0 0 0,-8 20 0 0 0,4-17-313 0 0,0-1 1 0 0,-1-1-1 0 0,-1 0 1 0 0,-1 0-1 0 0,0-1 1 0 0,-2-1-1 0 0,-30 29 1 0 0,20-25-1254 0 0,-1 0 0 0 0,-41 23 1 0 0,23-18-2244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2:36.30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2835 1 1108 0 0,'0'0'1230'0'0,"0"5"-779"0"0,-4 16-66 0 0,3-16-45 0 0,2 1 0 0 0,15 196 2135 0 0,-10-138-2212 0 0,-3 1 1 0 0,-4-1-1 0 0,-2 1 1 0 0,-2-1-1 0 0,-4 0 1 0 0,-29 111-1 0 0,3-72-103 0 0,-4-1 0 0 0,-5-2 0 0 0,-4-2 1 0 0,-4-2-1 0 0,-100 137 0 0 0,35-80 185 0 0,-6-6 1 0 0,-183 170-1 0 0,-180 116-49 0 0,-49 48 311 0 0,378-326-457 0 0,-266 341 1 0 0,392-449-138 0 0,2 1-1 0 0,2 2 1 0 0,-23 58 0 0 0,-44 159 101 0 0,80-210-126 0 0,10-39 5 0 0,-2 7 3 0 0,2-1 0 0 0,0 1 1 0 0,1 26-1 0 0,-2 45-96 0 0,4-91 122 0 0,1 3-7 0 0,0 64-59 0 0,-1 54 113 0 0,-7 57 221 0 0,7 69 480 0 0,4-222-585 0 0,-3-25-104 0 0,1 1-2 0 0,3 20 48 0 0,-3-20 111 0 0,4 18-93 0 0,-5-18-120 0 0,2 0 54 0 0,-1-1-8 0 0,17 48 238 0 0,-16-47-213 0 0,0-1 69 0 0,7 14-97 0 0,-6-14-34 0 0,-1-1 14 0 0,34 56 606 0 0,-34-57-406 0 0,0 1-120 0 0,35 48 1185 0 0,-34-49-1051 0 0,8 9 242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2:36.58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2748 0 0,'0'0'5279'0'0,"2"3"-4828"0"0,3 3-176 0 0,1-1 0 0 0,-1 0-1 0 0,1-1 1 0 0,0 1 0 0 0,0-1 0 0 0,0 0-1 0 0,0-1 1 0 0,13 6 0 0 0,3 1-95 0 0,11 6 9 0 0,1-2-1 0 0,50 15 0 0 0,-10-8-3273 0 0,-69-20 2172 0 0,1-2-3303 0 0,21-2 774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2:36.83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208 0 2224 0 0,'0'0'4880'0'0,"-4"2"-4356"0"0,0 0-362 0 0,1 0-1 0 0,-1 1 1 0 0,0-1 0 0 0,1 1 0 0 0,-1 0-1 0 0,1 1 1 0 0,0-1 0 0 0,0 0-1 0 0,0 1 1 0 0,0 0 0 0 0,-3 6 0 0 0,-31 59 462 0 0,20-36-565 0 0,-22 32-53 0 0,-14 30-2330 0 0,51-91 973 0 0,0 0-1065 0 0,-8 15-1711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2:38.79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1818 0 1888 0 0,'-15'7'644'0'0,"1"0"0"0"0,0 1 1 0 0,1 1-1 0 0,0 0 0 0 0,0 1 0 0 0,1 0 0 0 0,-15 17 0 0 0,8-6-312 0 0,1 1 0 0 0,1 1-1 0 0,1 0 1 0 0,1 1 0 0 0,1 1 0 0 0,-19 46-1 0 0,13-14-57 0 0,1 1 0 0 0,-11 66-1 0 0,-170 1023 3311 0 0,105-75-2697 0 0,53-631-1123 0 0,19-298 199 0 0,-43 145 0 0 0,-206 483 182 0 0,0-195-197 0 0,221-475 79 0 0,-53 99-29 0 0,-51 105-70 0 0,118-214 141 0 0,5-3-52 0 0,-18 67-82 0 0,-10 117 1159 0 0,56-251-1066 0 0,-4 7 81 0 0,6-23-62 0 0,3-3-41 0 0,-1 0 0 0 0,0 0 0 0 0,0 0-1 0 0,1-1 1 0 0,-1 1 0 0 0,-1 0 0 0 0,1 0 0 0 0,0 0 0 0 0,0 0-1 0 0,-1 0 1 0 0,1-1 0 0 0,-2 5 0 0 0,1-4 6 0 0,1 4 2 0 0,-1 0-83 0 0,-1 15 65 0 0,1-15 40 0 0,1-2-7 0 0,-3 83 451 0 0,3-82-347 0 0,0 0-54 0 0,2 50 352 0 0,-2-49-213 0 0,0-4-170 0 0,1 1-1 0 0,-1-1 1 0 0,1 0 0 0 0,-1 1-1 0 0,0-1 1 0 0,0 1 0 0 0,0-1 0 0 0,0 1-1 0 0,0-1 1 0 0,0 1 0 0 0,-1-1-1 0 0,0 3 1 0 0,0-3-25 0 0,1 0 0 0 0,0 0 0 0 0,-1 0 0 0 0,1 0 0 0 0,0 0 0 0 0,0 0 0 0 0,0 0 0 0 0,0 0 0 0 0,0 0-1 0 0,1 0 1 0 0,0 2 0 0 0,-1-2-18 0 0,0-1 0 0 0,1 1 0 0 0,-1-1 0 0 0,0 0 0 0 0,0 1 0 0 0,1-1 0 0 0,-1 1 0 0 0,0-1 0 0 0,-1 1 0 0 0,1-1 0 0 0,0 1 0 0 0,-1 2 0 0 0,1-1 0 0 0,0 2 215 0 0,-15-18-7202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2:39.08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4080 0 0,'0'0'7245'0'0,"2"5"-6860"0"0,5 13-48 0 0,-5-13-52 0 0,0-1-42 0 0,31 48-329 0 0,55 64 0 0 0,-86-113-394 0 0,16 9-697 0 0,-15-9 425 0 0,1-1-1330 0 0,0-1 1638 0 0,13 6-2892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2:39.32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189 14 3512 0 0,'-2'-3'1292'0'0,"2"2"-1188"0"0,0 0 1 0 0,-1 1-1 0 0,1-1 1 0 0,-1 0-1 0 0,1 1 1 0 0,-1-1-1 0 0,1 1 1 0 0,-1-1-1 0 0,1 1 1 0 0,-1-1 0 0 0,0 1-1 0 0,1-1 1 0 0,-1 1-1 0 0,0 0 1 0 0,1-1-1 0 0,-1 1 1 0 0,0 0-1 0 0,0-1 1 0 0,1 1-1 0 0,-1 0 1 0 0,0 0-1 0 0,0 0 1 0 0,1 0-1 0 0,-1 0 1 0 0,0 0-1 0 0,0 0 1 0 0,1 0-1 0 0,-1 0 1 0 0,0 0-1 0 0,0 0 1 0 0,1 0-1 0 0,-1 1 1 0 0,0-1-1 0 0,0 0 1 0 0,1 0 0 0 0,-1 1-1 0 0,0-1 1 0 0,1 1-1 0 0,-1-1 1 0 0,0 0-1 0 0,1 1 1 0 0,-2 1-1 0 0,-2 0 367 0 0,0 2-76 0 0,-23 26-516 0 0,1 1-1 0 0,1 1 1 0 0,-35 63-1 0 0,58-91-985 0 0,-5 12-2082 0 0,5-13 2292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3:39.41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206 58 3388 0 0,'-2'-4'1344'0'0,"-5"-12"-185"0"0,5 11-225 0 0,1 4-802 0 0,-1 0 0 0 0,0 0-1 0 0,1 0 1 0 0,0 0 0 0 0,-1-1 0 0 0,1 1-1 0 0,0 0 1 0 0,-1-1 0 0 0,1 1-1 0 0,-1-3 1 0 0,-1 1 477 0 0,-1 1-68 0 0,-12-7-47 0 0,12 7 350 0 0,-2 2-464 0 0,-18 1-25 0 0,23-1-327 0 0,0 0 0 0 0,0 0 0 0 0,0 0 0 0 0,0 1 0 0 0,0-1 0 0 0,0 0-1 0 0,0 0 1 0 0,0 1 0 0 0,0-1 0 0 0,0 1 0 0 0,0-1 0 0 0,0 1 0 0 0,0-1 0 0 0,0 1 0 0 0,0-1 0 0 0,1 1 0 0 0,-1 0-1 0 0,0 0 1 0 0,0-1 0 0 0,1 1 0 0 0,-1 0 0 0 0,-1 1 0 0 0,1 0 70 0 0,-4 3 19 0 0,0 0 0 0 0,0 0-1 0 0,1 0 1 0 0,0 1 0 0 0,0-1-1 0 0,0 1 1 0 0,1 0 0 0 0,0 0-1 0 0,-5 13 1 0 0,-15 57 441 0 0,22-71-529 0 0,-9 49 94 0 0,1 0 0 0 0,4 0 0 0 0,1 0 0 0 0,3 1 0 0 0,10 95 0 0 0,-7-131-124 0 0,2 1 0 0 0,0-1-1 0 0,1 1 1 0 0,0-1-1 0 0,2-1 1 0 0,16 34 0 0 0,-17-42-218 0 0,0 0 1 0 0,0 0 0 0 0,1-1 0 0 0,1 0-1 0 0,0 0 1 0 0,0-1 0 0 0,0 0 0 0 0,1 0-1 0 0,0-1 1 0 0,1 0 0 0 0,-1-1 0 0 0,22 11-1 0 0,-25-14-503 0 0,0-1 0 0 0,0 1 0 0 0,0-1-1 0 0,1-1 1 0 0,-1 1 0 0 0,1-1 0 0 0,-1 0-1 0 0,1 0 1 0 0,12-1 0 0 0,11-1-3898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3:40.0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56 79 3004 0 0,'0'0'1933'0'0,"0"-5"-1205"0"0,0 2-583 0 0,0 0 0 0 0,1 0-1 0 0,-1 0 1 0 0,1 0 0 0 0,-1 0-1 0 0,1 0 1 0 0,0 0 0 0 0,0 0-1 0 0,0 1 1 0 0,1-1 0 0 0,-1 0-1 0 0,1 1 1 0 0,0-1 0 0 0,-1 1-1 0 0,1-1 1 0 0,0 1 0 0 0,0 0-1 0 0,5-4 1 0 0,-4 4 29 0 0,-3 1-165 0 0,1 1-1 0 0,-1-1 1 0 0,0 1-1 0 0,1-1 1 0 0,-1 1 0 0 0,0 0-1 0 0,1-1 1 0 0,-1 1-1 0 0,1 0 1 0 0,-1 0 0 0 0,1-1-1 0 0,-1 1 1 0 0,1 0-1 0 0,-1 0 1 0 0,1-1 0 0 0,-1 1-1 0 0,1 0 1 0 0,-1 0-1 0 0,1 0 1 0 0,-1 0 0 0 0,1 0-1 0 0,0 0 1 0 0,0 0 3 0 0,-1 0 0 0 0,1 0 0 0 0,-1 0-1 0 0,1 0 1 0 0,0 0 0 0 0,-1 0 0 0 0,1-1 0 0 0,-1 1 0 0 0,1 0 0 0 0,-1 0 0 0 0,1 0 0 0 0,-1-1 0 0 0,1 1 0 0 0,-1 0 0 0 0,0 0 0 0 0,1-1 0 0 0,-1 1 0 0 0,1-1-1 0 0,-1 1 1 0 0,0 0 0 0 0,1-1 0 0 0,0 0 0 0 0,4 0 64 0 0,17-2-12 0 0,-16 2 28 0 0,-1 1-54 0 0,16 0-27 0 0,-16 0 56 0 0,14 8 19 0 0,-15-6 144 0 0,-5 4-152 0 0,-2 15 5 0 0,2-15-13 0 0,-3-2 3 0 0,-40 59 241 0 0,41-60-270 0 0,3-1-36 0 0,-1-1 0 0 0,0 1 1 0 0,1-1-1 0 0,-1 1 0 0 0,0-1 1 0 0,0 1-1 0 0,0-1 0 0 0,0 0 0 0 0,0 1 1 0 0,0-1-1 0 0,0 0 0 0 0,-2 2 1 0 0,2-2 3 0 0,-2 3 18 0 0,-10 15 69 0 0,13-14-79 0 0,-3 12 4 0 0,3-13 8 0 0,17 5-39 0 0,-13-8 15 0 0,18 6-22 0 0,-18-6 20 0 0,1 1 2 0 0,2-1-7 0 0,34 13 0 0 0,-33-10-3 0 0,6 4-6 0 0,-13-7 12 0 0,0-1-1 0 0,0 1 1 0 0,0 0 0 0 0,0-1-1 0 0,0 1 1 0 0,0 0-1 0 0,0 0 1 0 0,-1-1-1 0 0,1 1 1 0 0,0 0 0 0 0,0 0-1 0 0,-1 0 1 0 0,1 0-1 0 0,-1 0 1 0 0,2 1-1 0 0,-1 2 10 0 0,2-1 31 0 0,-2 1-20 0 0,5 15 8 0 0,-5-15 82 0 0,-1 2-44 0 0,-3 14 4 0 0,3-15 8 0 0,-3 0-7 0 0,-6 12-9 0 0,7-12-22 0 0,-2-1 0 0 0,0 2-31 0 0,-8 10 36 0 0,-35 11 123 0 0,30-21-288 0 0,0-1 0 0 0,-31 5 1 0 0,43-9-80 0 0,-1-1-67 0 0,-49-7-1760 0 0,50 6 1059 0 0,5 0 902 0 0,0 1 0 0 0,0-1-1 0 0,-1 1 1 0 0,1-1 0 0 0,0 1 0 0 0,0-1 0 0 0,0 1-1 0 0,-1-1 1 0 0,1 1 0 0 0,0-1 0 0 0,-1 1 0 0 0,1 0-1 0 0,0-1 1 0 0,-1 1 0 0 0,1-1 0 0 0,0 1-1 0 0,-1 0 1 0 0,1-1 0 0 0,-1 1 0 0 0,1 0 0 0 0,-1 0-1 0 0,1-1 1 0 0,-1 1 0 0 0,1 0 0 0 0,-1 0 0 0 0,0-1-1 0 0,1 1-39 0 0,-1 0-1 0 0,1 0 1 0 0,0 0-1 0 0,-1 0 1 0 0,1-1-1 0 0,-1 1 1 0 0,1 0-1 0 0,0 0 1 0 0,-1-1-1 0 0,1 1 1 0 0,0 0-1 0 0,-1-1 1 0 0,1 1-1 0 0,0 0 1 0 0,-1-1-1 0 0,1 1 1 0 0,0 0-1 0 0,0-1 1 0 0,-1 1-1 0 0,1-1 1 0 0,0 1-1 0 0,0 0 1 0 0,0-1-1 0 0,0 1 1 0 0,0-1-1 0 0,-1 0 1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3:40.52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33 6 2920 0 0,'0'0'1307'0'0,"4"-2"-206"0"0,-4 1-956 0 0,1 1 0 0 0,-1 0-1 0 0,1-1 1 0 0,-1 1 0 0 0,1 0-1 0 0,-1-1 1 0 0,1 1-1 0 0,-1 0 1 0 0,1 0 0 0 0,-1 0-1 0 0,1-1 1 0 0,0 1 0 0 0,-1 0-1 0 0,1 0 1 0 0,-1 0-1 0 0,1 0 1 0 0,0 0 0 0 0,-1 0-1 0 0,1 0 1 0 0,-1 0 0 0 0,1 0-1 0 0,0 0 1 0 0,-1 1-1 0 0,1-1 1 0 0,0 0 0 0 0,-1 2-74 0 0,1-1-1 0 0,-1 0 1 0 0,0 1 0 0 0,0-1 0 0 0,0 0 0 0 0,0 1 0 0 0,0-1 0 0 0,0 0-1 0 0,0 1 1 0 0,-1-1 0 0 0,1 0 0 0 0,0 1 0 0 0,-1-1 0 0 0,1 0 0 0 0,-1 0-1 0 0,1 1 1 0 0,-1-1 0 0 0,0 1 0 0 0,-10 24 41 0 0,1 1 1 0 0,2-1-1 0 0,1 1 0 0 0,-4 31 0 0 0,10-52-98 0 0,1 0-13 0 0,11 46 37 0 0,-10-48-34 0 0,2 0-13 0 0,8 9 11 0 0,-10-12-5 0 0,1 1 1 0 0,-1-1-1 0 0,1 0 1 0 0,0 0-1 0 0,0 0 1 0 0,0 0-1 0 0,-1 0 0 0 0,1 0 1 0 0,0 0-1 0 0,0 0 1 0 0,0-1-1 0 0,1 1 1 0 0,-1-1-1 0 0,0 0 1 0 0,0 0-1 0 0,0 1 1 0 0,0-1-1 0 0,0 0 1 0 0,0-1-1 0 0,0 1 1 0 0,5-1-1 0 0,2 0 36 0 0,-3 0 20 0 0,-1 0 0 0 0,1-1 0 0 0,-1 0 0 0 0,1 0-1 0 0,-1 0 1 0 0,0-1 0 0 0,0 0 0 0 0,0 0 0 0 0,0 0 0 0 0,0 0 0 0 0,-1-1 0 0 0,0 0-1 0 0,1 0 1 0 0,-1 0 0 0 0,-1 0 0 0 0,1-1 0 0 0,-1 0 0 0 0,6-8 0 0 0,-2-4 169 0 0,0 1 0 0 0,5-22 0 0 0,-11 33-147 0 0,-2-1-21 0 0,0-17-12 0 0,1 18-8 0 0,-3 1-8 0 0,2 2-31 0 0,-1-1-1 0 0,1 1 1 0 0,-1 0 0 0 0,1 0 0 0 0,-1 1 0 0 0,0-1 0 0 0,1 0 0 0 0,-1 0 0 0 0,0 1 0 0 0,0-1 0 0 0,0 1 0 0 0,-1 0 0 0 0,1 0 0 0 0,0 0 0 0 0,0 0 0 0 0,-1 0 0 0 0,1 0 0 0 0,-1 0 0 0 0,1 1 0 0 0,-1-1 0 0 0,1 1 0 0 0,-5 0 0 0 0,-1 0-323 0 0,0 2-1 0 0,0-1 0 0 0,0 1 1 0 0,1 0-1 0 0,-1 0 0 0 0,1 1 1 0 0,-1 0-1 0 0,1 1 0 0 0,0-1 1 0 0,-12 10-1 0 0,16-11-1083 0 0,-13 14-2346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3:40.76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27 1 3948 0 0,'0'0'4878'0'0,"4"1"-4599"0"0,-3 0-234 0 0,1 0-1 0 0,0 0 0 0 0,-1 0 0 0 0,1-1 0 0 0,-1 1 0 0 0,1-1 0 0 0,0 1 0 0 0,0-1 0 0 0,-1 1 0 0 0,3-1 0 0 0,-4 6 65 0 0,0 16-37 0 0,-1-1 0 0 0,-6 36 1 0 0,-15 7-1322 0 0,2-18-3681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3:41.29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0 107 2452 0 0,'0'0'5966'0'0,"1"-4"-5742"0"0,4-14-15 0 0,-4 14 172 0 0,4 3-285 0 0,99-26 585 0 0,-100 26-616 0 0,2-1 2 0 0,47-14 359 0 0,-49 14-229 0 0,0-1-62 0 0,0 1 178 0 0,-1 0 0 0 0,1-1 0 0 0,-1 1 0 0 0,0-1 0 0 0,0 0 0 0 0,0 0 0 0 0,5-7 0 0 0,-10 53-246 0 0,3 1-1 0 0,6 43 1 0 0,-3-40-199 0 0,1 13-336 0 0,2 30-1794 0 0,-6-85 1515 0 0,0-3 574 0 0,-1-1 0 0 0,1 1 0 0 0,-1 0 0 0 0,1 0 0 0 0,-1-1 0 0 0,0 1 1 0 0,0 0-1 0 0,1 0 0 0 0,-1-1 0 0 0,-1 1 0 0 0,1 3 0 0 0,0-4-20 0 0,0 4-1188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3:41.84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14 249 2900 0 0,'0'0'1208'0'0,"-3"-2"-229"0"0,2 1-921 0 0,0 1-1 0 0,1-1 1 0 0,-1 1 0 0 0,0-1-1 0 0,1 1 1 0 0,-1-1 0 0 0,0 0-1 0 0,1 1 1 0 0,-1-1 0 0 0,1 0-1 0 0,-1 0 1 0 0,1 1 0 0 0,0-1-1 0 0,-1 0 1 0 0,1 0 0 0 0,0 0-1 0 0,0 0 1 0 0,-1 1 0 0 0,1-1-1 0 0,0 0 1 0 0,0 0 0 0 0,0 0-1 0 0,0 0 1 0 0,0 0 0 0 0,0 0-1 0 0,0 1 1 0 0,0-1 0 0 0,0 0-1 0 0,1 0 1 0 0,-1 0 0 0 0,0 0-1 0 0,1 1 1 0 0,-1-1 0 0 0,0 0-1 0 0,1 0 1 0 0,-1 0 0 0 0,1 1-1 0 0,-1-1 1 0 0,1 0 0 0 0,-1 1-1 0 0,1-1 1 0 0,0 1 0 0 0,-1-1-1 0 0,1 0 1 0 0,0 1-1 0 0,-1-1 1 0 0,1 1 0 0 0,0 0-1 0 0,0-1 1 0 0,0 1 0 0 0,-1 0-1 0 0,1-1 1 0 0,2 1 0 0 0,153-58 495 0 0,-96 39-540 0 0,59-28-1 0 0,-46 3-211 0 0,-70 42 264 0 0,1-1 59 0 0,23-30 357 0 0,-25 30 375 0 0,-4 3-849 0 0,1 0 0 0 0,-1 1 0 0 0,0-1 0 0 0,0 1 0 0 0,1 0 0 0 0,-1-1 0 0 0,0 1 0 0 0,1 0 1 0 0,-1 0-1 0 0,1 0 0 0 0,-1 0 0 0 0,1 1 0 0 0,0-1 0 0 0,-1 0 0 0 0,1 1 0 0 0,0-1 0 0 0,0 0 1 0 0,0 1-1 0 0,0-1 0 0 0,-1 3 0 0 0,-19 38 150 0 0,21-41-156 0 0,-23 72 244 0 0,21-67-212 0 0,2-1-8 0 0,-1 15-7 0 0,1-15 2 0 0,1-1 5 0 0,3 13-12 0 0,-2-12-13 0 0,1-2 6 0 0,8 12 2 0 0,-8-12 26 0 0,2-2-10 0 0,13 3 10 0 0,-13-2 87 0 0,0-4 8 0 0,16-2 59 0 0,-16 3 24 0 0,0-1 21 0 0,12-7 29 0 0,-12 7-20 0 0,-5 0-211 0 0,1 1 0 0 0,0-1 0 0 0,0 1 0 0 0,0-1 1 0 0,0 1-1 0 0,0 0 0 0 0,0-1 0 0 0,0 1 0 0 0,0 0 0 0 0,1 0 0 0 0,1-2 0 0 0,-3 3-14 0 0,3-3 135 0 0,-1-2-30 0 0,3-12-15 0 0,-3 13-23 0 0,-3-2-18 0 0,-1-2-309 0 0,0 0 0 0 0,-1 0 0 0 0,1 0 0 0 0,-2 1 0 0 0,1-1 0 0 0,-1 1-1 0 0,0 0 1 0 0,-9-12 0 0 0,10 15-86 0 0,-20-21-1614 0 0,2 7-2085 0 0,-2 0-650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3:42.08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5 3320 0 0,'5'-1'1265'0'0,"17"-2"-133"0"0,-16 2-188 0 0,1 2-86 0 0,9 2-539 0 0,-1 1-1 0 0,0 1 0 0 0,0 0 0 0 0,-1 1 1 0 0,1 0-1 0 0,-1 1 0 0 0,-1 1 0 0 0,1 0 0 0 0,-1 1 1 0 0,-1 0-1 0 0,1 1 0 0 0,-2 1 0 0 0,1 0 1 0 0,-2 0-1 0 0,11 15 0 0 0,-12-14-270 0 0,0 1 0 0 0,-1 0-1 0 0,-1 0 1 0 0,0 1 0 0 0,-1 0 0 0 0,-1 0-1 0 0,0 1 1 0 0,-1-1 0 0 0,0 1 0 0 0,-1 0-1 0 0,-1 0 1 0 0,0 0 0 0 0,-1 1 0 0 0,-1-1-1 0 0,-2 17 1 0 0,0-6-681 0 0,-2 1 0 0 0,-13 49-1 0 0,-29 49-5034 0 0,19-68-99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3:49.51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462 27 3196 0 0,'-13'-5'536'0'0,"1"0"0"0"0,-1 1 1 0 0,0 1-1 0 0,0 0 0 0 0,-1 0 0 0 0,1 1 0 0 0,-1 1 0 0 0,1 1 0 0 0,-18 1 0 0 0,17 0-358 0 0,0 1 1 0 0,0 1-1 0 0,0 0 0 0 0,1 1 0 0 0,-1 0 1 0 0,1 1-1 0 0,0 1 0 0 0,0 0 0 0 0,1 1 1 0 0,0 0-1 0 0,0 1 0 0 0,0 0 1 0 0,1 1-1 0 0,-15 15 0 0 0,15-12-113 0 0,0 1-1 0 0,1 0 1 0 0,1 0 0 0 0,0 1-1 0 0,1 0 1 0 0,0 1-1 0 0,1 0 1 0 0,1 0 0 0 0,0 0-1 0 0,1 1 1 0 0,1 0 0 0 0,0 0-1 0 0,1 0 1 0 0,1 1 0 0 0,0-1-1 0 0,2 21 1 0 0,0-31-57 0 0,0 0-1 0 0,1 0 1 0 0,0 0 0 0 0,0 0 0 0 0,0 0 0 0 0,1 0 0 0 0,-1-1-1 0 0,1 1 1 0 0,1-1 0 0 0,3 8 0 0 0,-1-4 4 0 0,-1-1-1 0 0,0-1 1 0 0,1 1-1 0 0,-1-1 1 0 0,2-1-1 0 0,-1 1 1 0 0,1-1-1 0 0,0 0 1 0 0,0 0-1 0 0,0 0 1 0 0,1-1-1 0 0,14 8 1 0 0,-11-7-76 0 0,1-1 1 0 0,0-1-1 0 0,0 0 1 0 0,1 0-1 0 0,-1-1 1 0 0,1-1-1 0 0,21 3 1 0 0,-6-5-452 0 0,-1 0 0 0 0,1-1 0 0 0,0-2-1 0 0,0-1 1 0 0,-1-1 0 0 0,52-16 0 0 0,-48 9 8 0 0,-1-1 0 0 0,0-1 0 0 0,-1-1 0 0 0,50-37 0 0 0,-75 50 776 0 0,0-1-8 0 0,9-9 28 0 0,-9 9 642 0 0,-1-1-633 0 0,-1 1-131 0 0,6-13 1498 0 0,-7 15-1601 0 0,0 0 1 0 0,0 0 0 0 0,-1 0-1 0 0,1 0 1 0 0,0 0-1 0 0,-1 1 1 0 0,1-1-1 0 0,-1 0 1 0 0,1 0-1 0 0,-1 0 1 0 0,1 1-1 0 0,-1-1 1 0 0,1 0 0 0 0,-1 1-1 0 0,0-1 1 0 0,0 0-1 0 0,1 1 1 0 0,-1-1-1 0 0,0 1 1 0 0,0-1-1 0 0,0 1 1 0 0,1-1-1 0 0,-2 1 1 0 0,-16-6 748 0 0,18 5-960 0 0,-4 0 1548 0 0,3-7-1362 0 0,1 6-37 0 0,0 1 0 0 0,0-1 0 0 0,0 0 0 0 0,0 0 0 0 0,0 1 0 0 0,1-1 0 0 0,-1 0 0 0 0,0 1 0 0 0,1-1 0 0 0,-1 0 0 0 0,2-2 1 0 0,-1 3-4 0 0,1 0 1 0 0,-1 0-1 0 0,0 0 1 0 0,1 0 0 0 0,-1 1-1 0 0,0-1 1 0 0,1 0-1 0 0,-1 1 1 0 0,1-1-1 0 0,0 1 1 0 0,2-1 0 0 0,-4 1-3 0 0,5-2-47 0 0,-4 3 51 0 0,0 0 0 0 0,0-1 1 0 0,0 1-1 0 0,0 0 0 0 0,1-1 1 0 0,-1 1-1 0 0,0-1 1 0 0,1 1-1 0 0,-1-1 0 0 0,0 1 1 0 0,1-1-1 0 0,1 0 0 0 0,0 1 2 0 0,2 1-1 0 0,-2 1 10 0 0,2 1-2 0 0,-4-4-9 0 0,0 1 1 0 0,0 0 0 0 0,0-1 0 0 0,0 1 0 0 0,0 0-1 0 0,0 0 1 0 0,0 0 0 0 0,0-1 0 0 0,-1 1 0 0 0,1 0-1 0 0,0 0 1 0 0,0 0 0 0 0,-1 0 0 0 0,1 1 0 0 0,0 0-1 0 0,1 5 2 0 0,0-1-1 0 0,0 1 1 0 0,0 0-1 0 0,-1 0 0 0 0,0 1 1 0 0,-1 8-1 0 0,1-2 0 0 0,-2 0-1 0 0,0 0 1 0 0,0 0-1 0 0,-1 0 1 0 0,-1 0 0 0 0,0 0-1 0 0,-1-1 1 0 0,-1 1 0 0 0,0-1-1 0 0,0 0 1 0 0,-2-1 0 0 0,-7 14-1 0 0,8-17 6 0 0,0 1 0 0 0,-1-1-1 0 0,1 0 1 0 0,-13 12 0 0 0,-48 35 53 0 0,63-53-46 0 0,-1-1-14 0 0,-13 7 14 0 0,13-7-4 0 0,-1-3-200 0 0,-17-2 122 0 0,17 2 3 0 0,4-3 18 0 0,-6-10 15 0 0,6 11 6 0 0,2-2-16 0 0,-1-2 25 0 0,1 1 0 0 0,0 0 0 0 0,1-1 0 0 0,0 1 0 0 0,0 0 1 0 0,0 0-1 0 0,0 0 0 0 0,1-1 0 0 0,0 1 0 0 0,0 1 1 0 0,1-1-1 0 0,0 0 0 0 0,6-9 0 0 0,8-8 29 0 0,-12 20-25 0 0,-1 2-7 0 0,-1-2-91 0 0,2 2 122 0 0,12-6 22 0 0,-13 6-11 0 0,1 1 0 0 0,1-2-14 0 0,1 2-3 0 0,28 14 26 0 0,-1 6-97 0 0,22 34 82 0 0,4-7-1281 0 0,-57-45 815 0 0,3 0-70 0 0,16 6-122 0 0,-17-6-170 0 0,1-2-135 0 0,45-4-3546 0 0,-46 3 757 0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3:49.7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 93 2760 0 0,'0'0'5040'0'0,"-2"-3"-4427"0"0,-7-9-86 0 0,6 9 821 0 0,7 0-1149 0 0,4-3-92 0 0,1 0-1 0 0,0 0 1 0 0,0 1-1 0 0,1 0 1 0 0,-1 1-1 0 0,20-7 1 0 0,64-15-3149 0 0,-87 24 2354 0 0,-1 1-2061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3:49.9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 62 2392 0 0,'0'1'285'0'0,"-1"0"-1"0"0,0-1 1 0 0,0 1-1 0 0,0 0 0 0 0,0-1 1 0 0,1 1-1 0 0,-1 0 1 0 0,0 0-1 0 0,1 0 1 0 0,-1 0-1 0 0,1 0 1 0 0,-1 0-1 0 0,1 0 0 0 0,-1-1 1 0 0,1 1-1 0 0,0 1 1 0 0,-1 0-1 0 0,12 6 2694 0 0,-9-7-3591 0 0,2 1 964 0 0,2-3-75 0 0,195-39 343 0 0,-70 2-7190 0 0,-101 27 2059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3:50.4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31 74 3444 0 0,'0'0'5139'0'0,"-5"0"-4421"0"0,-15-1-63 0 0,15 1 1417 0 0,9-3-1900 0 0,19-7 69 0 0,1 1-1 0 0,0 1 0 0 0,42-9 0 0 0,0 0-813 0 0,-62 15 129 0 0,16-3-2185 0 0,-15 4 1253 0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3:50.9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178 1 2280 0 0,'0'0'1772'0'0,"-4"1"-1064"0"0,-14 5-81 0 0,14-5-89 0 0,-3 5 153 0 0,-8 5 504 0 0,-3 15-747 0 0,1 0 0 0 0,1 1 0 0 0,2 1 0 0 0,0 1 0 0 0,-10 35 0 0 0,14-37-430 0 0,9-22 128 0 0,-1 0 7 0 0,1 0-113 0 0,-2 2 318 0 0,0 0 1 0 0,1 1 0 0 0,0-1-1 0 0,-1 13 1 0 0,19-4 158 0 0,-8-18-430 0 0,0-1 0 0 0,0 0 1 0 0,-1 0-1 0 0,1-1 0 0 0,-1 0 0 0 0,0-1 0 0 0,0 1 1 0 0,7-7-1 0 0,17-10 175 0 0,-14 13-149 0 0,-1 0 1 0 0,1 1-1 0 0,25-7 0 0 0,-37 13-86 0 0,1 1-23 0 0,-2 0 3 0 0,1 0 1 0 0,0 1-1 0 0,-1-1 0 0 0,1 1 1 0 0,0 1-1 0 0,-1-1 1 0 0,1 0-1 0 0,-1 1 1 0 0,0 0-1 0 0,1 0 1 0 0,-1 0-1 0 0,0 1 0 0 0,0-1 1 0 0,0 1-1 0 0,-1 0 1 0 0,1 0-1 0 0,4 5 1 0 0,-4-3 17 0 0,-1 0 0 0 0,1 0 1 0 0,-1 1-1 0 0,0-1 0 0 0,0 1 1 0 0,-1-1-1 0 0,1 1 0 0 0,-1 0 1 0 0,-1 0-1 0 0,1 0 0 0 0,-1 0 1 0 0,0 0-1 0 0,0 0 0 0 0,-1 0 1 0 0,0 1-1 0 0,0-1 0 0 0,0 0 1 0 0,-1 0-1 0 0,0 0 0 0 0,0 0 1 0 0,0 0-1 0 0,-4 8 0 0 0,2-5-6 0 0,-1 1-1 0 0,-1-1 0 0 0,1 0 1 0 0,-2 0-1 0 0,1-1 0 0 0,-1 0 1 0 0,-14 16-1 0 0,9-13-13 0 0,-2 0-1 0 0,1 0 1 0 0,-2-1-1 0 0,-18 11 1 0 0,-14 1-398 0 0,41-20 97 0 0,-1-2-90 0 0,-17 2-86 0 0,17-1-79 0 0,2-3-23 0 0,0 0 270 0 0,1 0 0 0 0,-1 0 0 0 0,1-1 0 0 0,0 1 1 0 0,0-1-1 0 0,0 1 0 0 0,-4-5 0 0 0,6 5 9 0 0,0 1 0 0 0,-1-1 0 0 0,1 0 0 0 0,0 0-1 0 0,0 0 1 0 0,0 0 0 0 0,0 0 0 0 0,0 0 0 0 0,1 0-1 0 0,-1 0 1 0 0,0 0 0 0 0,1-1 0 0 0,0 1 0 0 0,-1 0-1 0 0,1 0 1 0 0,0 0 0 0 0,0-1 0 0 0,0 1-1 0 0,1 0 1 0 0,0-3 0 0 0,6-24-3946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3:51.34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32 22 3240 0 0,'45'-21'7182'0'0,"-44"21"-7123"0"0,0 0 0 0 0,0 1 0 0 0,0-1 0 0 0,0 0 0 0 0,0 1-1 0 0,0-1 1 0 0,0 1 0 0 0,0-1 0 0 0,-1 1 0 0 0,1 0 0 0 0,0-1 0 0 0,0 1 0 0 0,-1 0-1 0 0,1-1 1 0 0,0 1 0 0 0,-1 0 0 0 0,1 0 0 0 0,-1-1 0 0 0,1 1 0 0 0,-1 0-1 0 0,1 0 1 0 0,-1 0 0 0 0,1 2 0 0 0,-28 81 835 0 0,16-51-771 0 0,0 1 0 0 0,-9 62 1 0 0,19-92-84 0 0,2 1 10 0 0,0 1-30 0 0,1 0-1 0 0,0-1 1 0 0,0 1-1 0 0,0-1 1 0 0,1 1-1 0 0,4 5 1 0 0,-4-7-59 0 0,2-2 51 0 0,0-1 23 0 0,1 1-1 0 0,0-1 1 0 0,0-1 0 0 0,0 1-1 0 0,0-1 1 0 0,0 0-1 0 0,-1-1 1 0 0,1 1-1 0 0,0-1 1 0 0,0 0 0 0 0,0 0-1 0 0,-1-1 1 0 0,1 0-1 0 0,5-2 1 0 0,-4 1 48 0 0,-1-1 0 0 0,0 1 0 0 0,0-1 0 0 0,0 0 0 0 0,0 0 0 0 0,-1 0 0 0 0,0-1 1 0 0,0 0-1 0 0,0 0 0 0 0,0-1 0 0 0,-1 1 0 0 0,0-1 0 0 0,0 0 0 0 0,-1 0 0 0 0,1 0 0 0 0,-1 0 0 0 0,0-1 0 0 0,-1 1 0 0 0,2-8 0 0 0,-3 9-138 0 0,0 1 0 0 0,-1-1 0 0 0,0 0 0 0 0,0 1 0 0 0,0-1 0 0 0,0 0 0 0 0,-1 1 0 0 0,0-1 0 0 0,0 1 0 0 0,0-1 0 0 0,-3-7-1 0 0,3 8 1 0 0,-1-3-276 0 0,1 5 269 0 0,1 0-1 0 0,0 0 1 0 0,-1 0 0 0 0,0 0 0 0 0,1 0-1 0 0,-1 0 1 0 0,0 0 0 0 0,0 0 0 0 0,0 0 0 0 0,-1 0-1 0 0,1 1 1 0 0,0-1 0 0 0,-1 0 0 0 0,1 1 0 0 0,-3-3-1 0 0,1 1-168 0 0,-7-6-184 0 0,1 2 0 0 0,-1-1 0 0 0,-11-5-1 0 0,16 11 211 0 0,0 0-1 0 0,-1 0 1 0 0,1 0-1 0 0,0 1 1 0 0,-1 0-1 0 0,1 0 1 0 0,-1 1-1 0 0,0-1 1 0 0,-8 2-1 0 0,7-1-54 0 0,-4 0-673 0 0,0 1 1 0 0,0 1 0 0 0,0-1-1 0 0,-18 7 1 0 0,22-6 261 0 0,0 0-3185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3:51.7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550 56 2752 0 0,'-4'-6'532'0'0,"-1"0"-1"0"0,0 0 0 0 0,0 1 1 0 0,-11-10-1 0 0,14 13-394 0 0,-1 0 0 0 0,0 0 0 0 0,0 1 0 0 0,1-1 0 0 0,-1 1 0 0 0,0-1 0 0 0,0 1 0 0 0,0 0 0 0 0,-1 0 0 0 0,1 1 0 0 0,0-1 0 0 0,0 1 0 0 0,0-1 0 0 0,-1 1 0 0 0,1 0 0 0 0,-4 0 0 0 0,-7 3 29 0 0,-1 0 0 0 0,1 0 0 0 0,-1 1 1 0 0,1 1-1 0 0,0 1 0 0 0,1 0 0 0 0,0 0 0 0 0,0 2 0 0 0,-17 11 0 0 0,11-4-25 0 0,1 0-1 0 0,0 1 1 0 0,2 1-1 0 0,0 1 1 0 0,-20 27 0 0 0,12-8-57 0 0,1 1 0 0 0,2 1 0 0 0,1 1 1 0 0,2 1-1 0 0,2 0 0 0 0,-10 44 0 0 0,16-46-23 0 0,2 0-1 0 0,1 1 1 0 0,3 0-1 0 0,0 0 1 0 0,3 0-1 0 0,2 0 1 0 0,7 58-1 0 0,-4-73-295 0 0,2-1-1 0 0,0 1 0 0 0,2-1 1 0 0,0 0-1 0 0,17 32 0 0 0,-16-39-515 0 0,1-1 1 0 0,1 0-1 0 0,0 0 0 0 0,1-1 1 0 0,1-1-1 0 0,0 0 0 0 0,28 22 0 0 0,-10-12-3105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3:52.17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104 0 2592 0 0,'0'0'908'0'0,"-9"23"568"0"0,0 7-879 0 0,-5 12-589 0 0,4-17-64 0 0,-1 1-269 0 0,1 0-399 0 0,-4 0 24 0 0,2 0-524 0 0,-2 1-1288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3:56.3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201 184 2992 0 0,'0'0'2813'0'0,"-3"-3"-2279"0"0,1 1-413 0 0,0 1 0 0 0,0-1 1 0 0,0 1-1 0 0,0-1 1 0 0,-1 1-1 0 0,1 0 0 0 0,0 0 1 0 0,-1 0-1 0 0,1 0 0 0 0,-1 1 1 0 0,1-1-1 0 0,-1 1 1 0 0,0-1-1 0 0,1 1 0 0 0,-5 0 1 0 0,1 0 235 0 0,-21 4 334 0 0,21-3-364 0 0,1-1-22 0 0,-16 3-12 0 0,16-3-12 0 0,1 1 28 0 0,-53 0 1315 0 0,56-2-1608 0 0,0 1 0 0 0,1 0-1 0 0,-1-1 1 0 0,0 1-1 0 0,1 0 1 0 0,-1-1-1 0 0,0 1 1 0 0,1-1-1 0 0,-1 1 1 0 0,1-1 0 0 0,-1 1-1 0 0,0-1 1 0 0,1 0-1 0 0,0 1 1 0 0,-1-1-1 0 0,1 0 1 0 0,-1 1-1 0 0,1-1 1 0 0,0 0 0 0 0,-1 0-1 0 0,1 1 1 0 0,0-1-1 0 0,0 0 1 0 0,0 0-1 0 0,-1 1 1 0 0,1-1-1 0 0,0 0 1 0 0,0 0-1 0 0,0 0 1 0 0,0 1 0 0 0,1-3-1 0 0,0-16 109 0 0,-1 14-71 0 0,3 0 5 0 0,2-6-9 0 0,0 1 0 0 0,1 1 0 0 0,0-1 0 0 0,0 1 0 0 0,1 0 0 0 0,12-12 0 0 0,-6 11-12 0 0,0 1-1 0 0,1 1 1 0 0,18-9 0 0 0,-28 16-73 0 0,2 1 63 0 0,20 0 7 0 0,-25 0-33 0 0,1-1 1 0 0,-1 1-1 0 0,0 0 1 0 0,0 1-1 0 0,1-1 1 0 0,-1 0-1 0 0,0 0 1 0 0,0 1-1 0 0,1-1 1 0 0,-1 0-1 0 0,0 1 1 0 0,0-1-1 0 0,0 1 1 0 0,1 0-1 0 0,-1-1 1 0 0,0 1-1 0 0,0 0 1 0 0,0 0-1 0 0,0-1 1 0 0,1 3-1 0 0,0-1 5 0 0,7 5 15 0 0,21 27-4 0 0,-26-24-15 0 0,-2-2 1 0 0,1-2 0 0 0,-1 0 0 0 0,1 1 0 0 0,-2-1-1 0 0,1 1 1 0 0,0 0 0 0 0,-1-1 0 0 0,-1 1 0 0 0,1 0 0 0 0,-1 9 0 0 0,0-9-1 0 0,0-4-1 0 0,1 0 1 0 0,-1 0-1 0 0,0 0 0 0 0,0 0 1 0 0,0 0-1 0 0,0 0 1 0 0,-1 0-1 0 0,1 0 1 0 0,-1 0-1 0 0,-1 4 1 0 0,0 1-11 0 0,-1 6 8 0 0,0-1-1 0 0,-1 0 1 0 0,-1 0 0 0 0,0-1 0 0 0,0 1-1 0 0,-1-1 1 0 0,-1 0 0 0 0,0 0-1 0 0,-1-1 1 0 0,-16 19 0 0 0,22-27 1 0 0,0 0 0 0 0,0 0 0 0 0,-1 0 0 0 0,1 0 0 0 0,-1 0 0 0 0,0 0 0 0 0,0-1 0 0 0,0 1 0 0 0,0-1-1 0 0,-5 3 1 0 0,1-1 0 0 0,-42 26-108 0 0,39-24 47 0 0,6-4-128 0 0,-2 0 137 0 0,-15 5 16 0 0,16-6-36 0 0,0-1-55 0 0,-16-3 170 0 0,16 3-120 0 0,5 0 73 0 0,0-1 0 0 0,0 1 0 0 0,0 0 0 0 0,0-1 0 0 0,0 1 0 0 0,0 0 0 0 0,0 0 0 0 0,0-1 0 0 0,0 1 0 0 0,-1 0 0 0 0,1-1 0 0 0,0 1 0 0 0,0 0 0 0 0,0 0 0 0 0,0-1 0 0 0,0 1 0 0 0,-1 0 0 0 0,1 0 0 0 0,0 0 0 0 0,0-1 0 0 0,0 1 0 0 0,-1 0 0 0 0,1 0 1 0 0,0 0-1 0 0,0-1 0 0 0,-1 1 0 0 0,1 0 0 0 0,0 0 0 0 0,0 0 0 0 0,-1 0 0 0 0,1 0 0 0 0,0 0 0 0 0,-1-1-2 0 0,0 1 0 0 0,1 0 0 0 0,-1 0 0 0 0,1-1 1 0 0,-1 1-1 0 0,1 0 0 0 0,-1-1 0 0 0,1 1 0 0 0,-1 0 1 0 0,1-1-1 0 0,0 1 0 0 0,-1-1 0 0 0,1 1 0 0 0,0-1 0 0 0,-1 1 1 0 0,1-1-1 0 0,0 1 0 0 0,-1-1 0 0 0,1 1 0 0 0,0-1 1 0 0,0 1-1 0 0,0-1 0 0 0,0 0 0 0 0,-1 1 0 0 0,1-1 0 0 0,0 1 1 0 0,0-2-1 0 0,-2-17-37 0 0,1 15 11 0 0,2-3 8 0 0,0 2 11 0 0,0 0 1 0 0,0 1-1 0 0,0-1 1 0 0,0 0 0 0 0,1 0-1 0 0,0 0 1 0 0,0 1 0 0 0,0-1-1 0 0,0 1 1 0 0,1-1 0 0 0,0 1-1 0 0,-1 0 1 0 0,2 0 0 0 0,-1 1-1 0 0,0-1 1 0 0,1 0 0 0 0,0 1-1 0 0,6-5 1 0 0,-6 6 55 0 0,2 2-36 0 0,-1 0 0 0 0,0 1-1 0 0,1-1 1 0 0,-1 1 0 0 0,0 1-1 0 0,1-1 1 0 0,-1 1 0 0 0,9 4-1 0 0,-5-2-2 0 0,-1 2-1 0 0,0-1 0 0 0,0 1 0 0 0,0 0 0 0 0,10 12 0 0 0,27 27 17 0 0,-9-18-74 0 0,-32-25-36 0 0,1 1-108 0 0,15 5-79 0 0,-15-6-74 0 0,0-1-6 0 0,17 1-42 0 0,-16-1 0 0 0,0-3-54 0 0,-4 2 441 0 0,5-1-236 0 0,0-1 1 0 0,1 0-1 0 0,-1 0 1 0 0,0-1 0 0 0,0 0-1 0 0,0 0 1 0 0,0-1-1 0 0,-1 1 1 0 0,1-2-1 0 0,10-8 1 0 0,-2-3-143 0 0,0-1-1 0 0,-2-1 0 0 0,0 0 1 0 0,-1-1-1 0 0,-1 0 1 0 0,0-1-1 0 0,-2 0 1 0 0,0 0-1 0 0,7-30 1 0 0,-2 1 1246 0 0,-13 45-529 0 0,-1-1-42 0 0,3-14-56 0 0,-3 14 320 0 0,0 0-327 0 0,-3-12 166 0 0,3 13 829 0 0,-27 8-627 0 0,26-3-564 0 0,0 1 0 0 0,0-1 0 0 0,0 0 0 0 0,0 0 0 0 0,0 0 0 0 0,0 0 0 0 0,0 1 1 0 0,0-1-1 0 0,1 0 0 0 0,-1 1 0 0 0,0 1 0 0 0,-1 0 200 0 0,0 1-110 0 0,-4 11 25 0 0,5-11 349 0 0,1 1-375 0 0,1 13-1 0 0,0-13 90 0 0,2-3-98 0 0,10 8 9 0 0,-10-7 142 0 0,1-2-141 0 0,70 21 497 0 0,-68-21-537 0 0,-2 1 6 0 0,15 4-7 0 0,-15-4-10 0 0,1 0-9 0 0,15 7 3 0 0,-15-7 30 0 0,-1 1 45 0 0,12 9 45 0 0,-11-9-36 0 0,-3 1-17 0 0,9 11 2 0 0,-9-11 2 0 0,-1 0-20 0 0,0 1-129 0 0,0 0 0 0 0,-1-1 0 0 0,0 1-1 0 0,0 0 1 0 0,0 0 0 0 0,0 0 0 0 0,-1 0-1 0 0,0 0 1 0 0,0-1 0 0 0,0 1 0 0 0,-1 0-1 0 0,1-1 1 0 0,-1 1 0 0 0,0-1 0 0 0,0 0-1 0 0,-1 1 1 0 0,1-1 0 0 0,-1 0 0 0 0,0 0-1 0 0,0-1 1 0 0,-1 1 0 0 0,1-1 0 0 0,-1 1-1 0 0,1-1 1 0 0,-1 0 0 0 0,0-1 0 0 0,0 1-1 0 0,-1-1 1 0 0,1 1 0 0 0,0-1 0 0 0,-1 0-1 0 0,-8 2 1 0 0,-41 8-2700 0 0,48-11 1436 0 0,0-2-125 0 0,-19-3-958 0 0,19 3-1661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3:56.5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0 151 2616 0 0,'4'-6'415'0'0,"1"0"-1"0"0,0 0 0 0 0,0 0 1 0 0,0 0-1 0 0,1 1 0 0 0,0 0 1 0 0,0 0-1 0 0,0 0 1 0 0,1 1-1 0 0,0 0 0 0 0,12-6 1 0 0,43-16 143 0 0,63-11-694 0 0,-60 19-4304 0 0,-61 17 909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3:56.83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2376 0 0,'0'0'2696'0'0,"5"0"-1983"0"0,4 1-362 0 0,-1 0 0 0 0,1 1 0 0 0,0 0 0 0 0,-1 1 0 0 0,0-1-1 0 0,0 2 1 0 0,1-1 0 0 0,11 8 0 0 0,-4-1 50 0 0,-1 0-1 0 0,0 2 0 0 0,23 22 1 0 0,-16-11-155 0 0,-1 1 0 0 0,-2 0 1 0 0,0 2-1 0 0,24 44 0 0 0,-32-46-244 0 0,0-1-1 0 0,-2 2 1 0 0,-2-1 0 0 0,0 1-1 0 0,-1 0 1 0 0,-1 1-1 0 0,-2-1 1 0 0,0 1-1 0 0,-2 0 1 0 0,-1 0-1 0 0,-1 0 1 0 0,-7 41-1 0 0,2-29-914 0 0,-3 0-1 0 0,-1-1 0 0 0,-2 0 0 0 0,-1-1 1 0 0,-2 0-1 0 0,-1-1 0 0 0,-39 59 0 0 0,16-36-3532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03.13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22 1536 0 0,'0'0'7477'0'0,"3"-2"-7571"0"0,3 0 177 0 0,-1-1-1 0 0,0 1 1 0 0,1 0 0 0 0,-1 0 0 0 0,1 1-1 0 0,-1 0 1 0 0,8-1 0 0 0,7-1-50 0 0,-15 2-1 0 0,22 1-60 0 0,-21 0 132 0 0,-1 0-146 0 0,101 20-88 0 0,-100-19 156 0 0,0 0-16 0 0,17 2-8 0 0,-17-2-3 0 0,-1 0 10 0 0,15 1 13 0 0,67 8 142 0 0,-82-10-164 0 0,0 1 0 0 0,16 1-7 0 0,-16-2-1 0 0,0 1-66 0 0,15 3 48 0 0,-15-4 37 0 0,0 1-3 0 0,17 2-4 0 0,-16-2-18 0 0,0 1 25 0 0,19 3 14 0 0,-19-4-7 0 0,-1 1-21 0 0,52 13 29 0 0,-51-14-33 0 0,-1 1 45 0 0,17 6 58 0 0,-16-6-84 0 0,-1 0-25 0 0,44 16-166 0 0,-44-17 249 0 0,0 1 3 0 0,39 13 75 0 0,-40-14-128 0 0,1 1-7 0 0,38 16 85 0 0,-39-17-80 0 0,1 2 2 0 0,204 86 66 0 0,-205-87-78 0 0,0 1-23 0 0,14 9 14 0 0,-14-9-36 0 0,0 0-87 0 0,48 51 435 0 0,-50-51-279 0 0,-2-2-30 0 0,1-1-1 0 0,-1 0 1 0 0,1 1 0 0 0,-1-1-1 0 0,1 1 1 0 0,-1-1-1 0 0,0 1 1 0 0,1-1-1 0 0,-1 1 1 0 0,0-1 0 0 0,1 1-1 0 0,-1-1 1 0 0,0 1-1 0 0,0 0 1 0 0,1-1-1 0 0,-1 1 1 0 0,0-1 0 0 0,0 1-1 0 0,0 0 1 0 0,0 0-1 0 0,0 0 0 0 0,0-1 0 0 0,0 1 0 0 0,0-1 0 0 0,0 1-1 0 0,0-1 1 0 0,0 1 0 0 0,0-1 0 0 0,0 0 0 0 0,1 1 0 0 0,-1-1-1 0 0,0 1 1 0 0,0-1 0 0 0,0 1 0 0 0,1-1 0 0 0,-1 0 0 0 0,0 1-1 0 0,0-1 1 0 0,1 1 0 0 0,-1-1 0 0 0,0 0 0 0 0,1 1 0 0 0,-1-1-1 0 0,0 0 1 0 0,1 0 0 0 0,0 1 0 0 0,1 3 24 0 0,6 11-34 0 0,-6-11 44 0 0,1 0 17 0 0,23 37 118 0 0,-23-37-126 0 0,-2-2-35 0 0,-1 0 0 0 0,1-1 0 0 0,0 1 0 0 0,1-1-1 0 0,-1 1 1 0 0,0-1 0 0 0,0 1 0 0 0,1-1 0 0 0,-1 1 0 0 0,0-1-1 0 0,3 1 1 0 0,6 9 40 0 0,1-1 1 0 0,0 0-1 0 0,0 0 0 0 0,1-1 0 0 0,1-1 0 0 0,-1 0 0 0 0,1-1 0 0 0,21 9 1 0 0,-15-7 15 0 0,-13-6-62 0 0,16 8 175 0 0,37 13-1 0 0,34 9 249 0 0,-88-31-389 0 0,14 5-206 0 0,-15-6 265 0 0,-4-1-93 0 0,1 0 0 0 0,0 0 0 0 0,-1 0 0 0 0,1 0 0 0 0,-1 0 1 0 0,1 0-1 0 0,-1 0 0 0 0,1 0 0 0 0,0 0 0 0 0,-1 0 0 0 0,1 0 1 0 0,-1 0-1 0 0,1 1 0 0 0,0-1 0 0 0,-1 0 0 0 0,1 0 0 0 0,-1 1 0 0 0,1-1 1 0 0,-1 0-1 0 0,1 1 0 0 0,-1-1 0 0 0,1 0 0 0 0,-1 1 0 0 0,13 5 103 0 0,-2-2-11 0 0,-11-3-147 0 0,1 0 1 0 0,0-1 0 0 0,-1 1 0 0 0,1 0 0 0 0,0-1 0 0 0,0 1 0 0 0,0-1 0 0 0,0 1 0 0 0,0-1 0 0 0,0 1 0 0 0,0-1 0 0 0,0 0-1 0 0,0 1 1 0 0,0-1 0 0 0,0 0 0 0 0,1 0 0 0 0,17 3-374 0 0,-14-2-135 0 0,15-12-4555 0 0,-16 9 3103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03.51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49 0 2392 0 0,'0'0'1874'0'0,"-4"1"-1168"0"0,-14 4-129 0 0,14-4 280 0 0,1 1-526 0 0,1 0-237 0 0,0-1-1 0 0,1 1 1 0 0,-1 0-1 0 0,0 0 0 0 0,1 0 1 0 0,0 0-1 0 0,-1 0 1 0 0,1 0-1 0 0,0 0 1 0 0,0 1-1 0 0,0-1 1 0 0,0 0-1 0 0,0 3 0 0 0,0 0 132 0 0,6 4-89 0 0,-5-8-124 0 0,0 0-1 0 0,0-1 1 0 0,0 1 0 0 0,0 0-1 0 0,0 0 1 0 0,1-1 0 0 0,-1 1-1 0 0,0 0 1 0 0,0-1 0 0 0,1 1-1 0 0,-1 0 1 0 0,1-1 0 0 0,-1 1-1 0 0,1-1 1 0 0,-1 1 0 0 0,1-1-1 0 0,-1 1 1 0 0,1-1-1 0 0,-1 1 1 0 0,1-1 0 0 0,-1 1-1 0 0,2 0 1 0 0,13 11 65 0 0,-11-9 8 0 0,1-1-1 0 0,12 7-4 0 0,-13-7-6 0 0,1 0-8 0 0,15 5 13 0 0,-15-5 9 0 0,-1 0-14 0 0,12 3-28 0 0,-11-3 69 0 0,-2-1-56 0 0,-2 0 19 0 0,1-1-18 0 0,-1 0 1 0 0,0 1-1 0 0,1-1 1 0 0,-1 1-1 0 0,0-1 1 0 0,1 1-1 0 0,-1 0 1 0 0,0-1-1 0 0,0 1 1 0 0,1 0 0 0 0,-1 0-1 0 0,1 1 1 0 0,-1-1-42 0 0,-1 1-1 0 0,0-1 1 0 0,0 1 0 0 0,0-1 0 0 0,1 0 0 0 0,-1 1 0 0 0,-1-1 0 0 0,1 1 0 0 0,0-1 0 0 0,0 0-1 0 0,0 1 1 0 0,-2 2 0 0 0,2-2 22 0 0,0 3 115 0 0,-4-1 16 0 0,-23 30 79 0 0,4-7-340 0 0,-30 45 0 0 0,51-68-172 0 0,-1 5-294 0 0,-1 1-7 0 0,6-1-4585 0 0,9 12 559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04.89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105 48 3140 0 0,'0'0'7712'0'0,"1"-5"-7396"0"0,3-12-10 0 0,-3 12 446 0 0,4 4-580 0 0,39-6 548 0 0,10-2-1446 0 0,-36 5-7672 0 0,-46 10 7766 0 0,-57 6 0 0 0,80-12 2449 0 0,0 0-1494 0 0,1 0 30 0 0,0 0 0 0 0,-1 0-1 0 0,1 1 1 0 0,0 0 0 0 0,0-1-1 0 0,0 1 1 0 0,0 1-1 0 0,-5 1 1 0 0,5-1-37 0 0,2 1-163 0 0,-1 0 0 0 0,0 1 0 0 0,1-1 0 0 0,0 1 0 0 0,-1 0 0 0 0,1 0 0 0 0,1 0 0 0 0,-3 5 0 0 0,4-9-180 0 0,-2 4 229 0 0,0 1-22 0 0,-8 15-12 0 0,8-15-26 0 0,0 0-48 0 0,-14 48 186 0 0,15-47-199 0 0,0-1-2 0 0,-2 14-5 0 0,2-14 72 0 0,1 0-43 0 0,1 18 62 0 0,-1-21-122 0 0,0 0 0 0 0,0-1 0 0 0,0 1-1 0 0,0-1 1 0 0,1 1 0 0 0,-1-1-1 0 0,0 1 1 0 0,1-1 0 0 0,-1 1-1 0 0,1-1 1 0 0,0 0 0 0 0,0 1 0 0 0,-1-1-1 0 0,1 0 1 0 0,0 0 0 0 0,0 1-1 0 0,0-1 1 0 0,0 0 0 0 0,0 0-1 0 0,3 2 1 0 0,3-2 13 0 0,0 0-1 0 0,0-1 1 0 0,0 0 0 0 0,0 0-1 0 0,1 0 1 0 0,-1-1-1 0 0,0 0 1 0 0,0-1 0 0 0,0 1-1 0 0,-1-1 1 0 0,1-1-1 0 0,0 1 1 0 0,9-6 0 0 0,5 0 45 0 0,-17 6-59 0 0,1 1 4 0 0,16-3-2 0 0,-16 3-48 0 0,1 0-128 0 0,15-1 124 0 0,-16 1 10 0 0,0 2 39 0 0,15 3-28 0 0,-15-4 73 0 0,-1 3-66 0 0,12 9 12 0 0,-12-9-6 0 0,-2 1-8 0 0,11 43 26 0 0,-12-42-39 0 0,-2 2-4 0 0,0 1 1 0 0,-1 1 1 0 0,0-1 0 0 0,0 0 0 0 0,0 1 0 0 0,-1-1 0 0 0,-1 0 0 0 0,1 0-1 0 0,-1-1 1 0 0,0 1 0 0 0,-8 8 0 0 0,-36 28-395 0 0,40-37 69 0 0,-2-1-1 0 0,1 0 1 0 0,-1-1 0 0 0,0 0 0 0 0,0 0-1 0 0,0-1 1 0 0,0 0 0 0 0,-1-1 0 0 0,-15 3 0 0 0,22-5-485 0 0,-2-2-73 0 0,-14-1-53 0 0,14 1-108 0 0,2-1-75 0 0,-12-9-753 0 0,12 8-1322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05.31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44 51 3252 0 0,'0'0'1058'0'0,"3"-2"-154"0"0,-2 1-802 0 0,-1 1-1 0 0,1-1 0 0 0,-1 1 0 0 0,1-1 0 0 0,0 1 0 0 0,-1 0 0 0 0,1-1 0 0 0,0 1 0 0 0,-1 0 0 0 0,1-1 0 0 0,0 1 0 0 0,0 0 0 0 0,-1 0 0 0 0,1 0 0 0 0,0 0 0 0 0,0 0 0 0 0,-1 0 0 0 0,1 0 0 0 0,0 0 0 0 0,0 0 0 0 0,-1 0 0 0 0,1 0 0 0 0,0 0 0 0 0,0 1 0 0 0,-1-1 0 0 0,1 0 0 0 0,0 0 0 0 0,0 1 0 0 0,-1-1 0 0 0,1 1 1 0 0,-1-1-1 0 0,1 0 0 0 0,0 1 0 0 0,-1-1 0 0 0,1 1 0 0 0,-1 0 0 0 0,1-1 0 0 0,-1 1 0 0 0,1-1 0 0 0,0 2 0 0 0,1 1 118 0 0,-11 18 349 0 0,8-16-418 0 0,-18 71 416 0 0,18-70-514 0 0,1-1 0 0 0,-3 15-15 0 0,3-14 7 0 0,0-2-13 0 0,11 36 22 0 0,-10-37-52 0 0,-1-2 0 0 0,1 0 0 0 0,-1 0-1 0 0,1 0 1 0 0,-1 0-1 0 0,1 0 1 0 0,-1 0 0 0 0,1 0-1 0 0,-1 0 1 0 0,1-1-1 0 0,0 1 1 0 0,0 0 0 0 0,-1 0-1 0 0,1-1 1 0 0,0 1-1 0 0,0 0 1 0 0,0-1 0 0 0,0 1-1 0 0,0-1 1 0 0,0 1-1 0 0,-1-1 1 0 0,3 1 0 0 0,13 5-7 0 0,-12-4 3 0 0,1-3 35 0 0,1 1 39 0 0,-1 0-1 0 0,0 0 1 0 0,0-1 0 0 0,1 1 0 0 0,-1-1-1 0 0,0-1 1 0 0,0 1 0 0 0,0-1-1 0 0,0 0 1 0 0,0 0 0 0 0,0 0-1 0 0,-1-1 1 0 0,1 1 0 0 0,-1-1-1 0 0,1-1 1 0 0,-1 1 0 0 0,0 0 0 0 0,0-1-1 0 0,-1 0 1 0 0,1 0 0 0 0,-1 0-1 0 0,0 0 1 0 0,0-1 0 0 0,0 1-1 0 0,-1-1 1 0 0,4-7 0 0 0,-4 7-108 0 0,1-1-1 0 0,-1 0 1 0 0,0 0 0 0 0,-1 0-1 0 0,1 0 1 0 0,-1 0 0 0 0,-1 0-1 0 0,1 0 1 0 0,-1 0 0 0 0,0 0-1 0 0,0 0 1 0 0,-1 0 0 0 0,0 0 0 0 0,0-1-1 0 0,0 2 1 0 0,-1-1 0 0 0,0 0-1 0 0,0 0 1 0 0,0 0 0 0 0,-1 1-1 0 0,0-1 1 0 0,0 1 0 0 0,0 0-1 0 0,-5-5 1 0 0,7 8-21 0 0,0 1 1 0 0,0-1-1 0 0,0 1 0 0 0,-1-1 1 0 0,1 1-1 0 0,0 0 0 0 0,-1-1 1 0 0,0 1-1 0 0,1 0 0 0 0,-1 0 1 0 0,0 0-1 0 0,1 0 0 0 0,-1 1 0 0 0,-2-2 1 0 0,-1 0-134 0 0,3 0 84 0 0,0 1 0 0 0,-1 0-1 0 0,1 0 1 0 0,0-1 0 0 0,0 1 0 0 0,0 1 0 0 0,-1-1 0 0 0,1 0-1 0 0,0 0 1 0 0,-1 1 0 0 0,1-1 0 0 0,-4 1 0 0 0,-2-1-236 0 0,5 0 144 0 0,0 0 1 0 0,-1 0-1 0 0,1 1 1 0 0,0-1 0 0 0,-1 1-1 0 0,1-1 1 0 0,-1 1-1 0 0,1 0 1 0 0,0 1-1 0 0,-7 0 1 0 0,-3 0-325 0 0,-24 1-1918 0 0,1 3-1723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06.53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0 292 0 0,'6'56'-52'0'0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07.81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312 55 2524 0 0,'-2'-5'1540'0'0,"-2"-2"-782"0"0,0 0-1 0 0,-1 1 0 0 0,1 0 0 0 0,-10-9 0 0 0,11 12-122 0 0,-2 1-98 0 0,-5 1-225 0 0,0 0 0 0 0,1 0 0 0 0,-1 1 0 0 0,-10 1 0 0 0,19-1-287 0 0,-1 0 0 0 0,0 0 0 0 0,0 0-1 0 0,0 1 1 0 0,0-1 0 0 0,0 1 0 0 0,0 0-1 0 0,0-1 1 0 0,1 1 0 0 0,-1 0-1 0 0,0 0 1 0 0,1 0 0 0 0,-1 0 0 0 0,0 1-1 0 0,1-1 1 0 0,-2 2 0 0 0,-3 2 44 0 0,-7 6 8 0 0,1-1 0 0 0,0 1 0 0 0,1 1 0 0 0,0 0 0 0 0,0 1-1 0 0,2 0 1 0 0,0 0 0 0 0,0 1 0 0 0,1 1 0 0 0,1-1 0 0 0,0 1-1 0 0,1 0 1 0 0,-6 23 0 0 0,2 3-18 0 0,1 0 0 0 0,2 1-1 0 0,-3 80 1 0 0,8-76-74 0 0,3 1 0 0 0,8 63 0 0 0,-6-90-197 0 0,1 0-1 0 0,1 0 1 0 0,1-1 0 0 0,1 1-1 0 0,0-1 1 0 0,2-1-1 0 0,20 34 1 0 0,-23-44-237 0 0,0 0 1 0 0,1-1-1 0 0,1 0 0 0 0,-1 0 0 0 0,1-1 1 0 0,0 0-1 0 0,1 0 0 0 0,-1-1 1 0 0,1 0-1 0 0,0 0 0 0 0,1-1 0 0 0,-1-1 1 0 0,1 1-1 0 0,-1-1 0 0 0,17 2 1 0 0,5 2-2972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08.23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 0 1496 0 0,'0'0'2508'0'0,"5"35"-2000"0"0,-6 4-392 0 0,-1-6-268 0 0,-2-2-904 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08.91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18 115 3324 0 0,'6'-25'7587'0'0,"-6"21"-7347"0"0,4-12-67 0 0,-3 12 319 0 0,1 0-385 0 0,7-11-9 0 0,-6 11-5 0 0,25-25 206 0 0,-25 27-217 0 0,2 0-55 0 0,12-6-41 0 0,-13 6-140 0 0,1 4 134 0 0,-1-1 43 0 0,0 0-1 0 0,-1 1 1 0 0,1 0-1 0 0,-1-1 1 0 0,1 1-1 0 0,-1 1 1 0 0,0-1-1 0 0,1 0 1 0 0,-1 1-1 0 0,-1-1 1 0 0,1 1-1 0 0,0 0 1 0 0,-1 0-1 0 0,1 0 1 0 0,-1 1-1 0 0,0-1 1 0 0,0 0-1 0 0,0 1 1 0 0,0-1-1 0 0,1 8 1 0 0,2 4 0 0 0,-2 1 1 0 0,0 0 0 0 0,-1 0 0 0 0,0 0 0 0 0,-1 22 0 0 0,-2-29-115 0 0,1 1-1 0 0,-2-1 1 0 0,1 0-1 0 0,-1 1 1 0 0,0-1-1 0 0,-1 0 1 0 0,0 0-1 0 0,-1 0 0 0 0,1-1 1 0 0,-2 1-1 0 0,-7 11 1 0 0,5-13-48 0 0,1 0 0 0 0,-1-1 0 0 0,-1 0 0 0 0,1 0-1 0 0,-1 0 1 0 0,-16 7 0 0 0,23-12 129 0 0,-3 1-93 0 0,-1-1 36 0 0,1 0 30 0 0,-1 0-1 0 0,1 0 1 0 0,-1-1-1 0 0,0 0 1 0 0,0 0-1 0 0,1 0 1 0 0,-1-1-1 0 0,-6-1 1 0 0,7 1-102 0 0,4 0 144 0 0,0 1-1 0 0,0-1 0 0 0,0 1 0 0 0,0-1 0 0 0,0 1 1 0 0,0-1-1 0 0,0 1 0 0 0,0-1 0 0 0,0 1 1 0 0,-1-1-1 0 0,1 1 0 0 0,0-1 0 0 0,0 1 1 0 0,0-1-1 0 0,-1 1 0 0 0,1-1 0 0 0,0 1 0 0 0,-1 0 1 0 0,1-1-1 0 0,0 1 0 0 0,-1-1 0 0 0,1 1 1 0 0,0 0-1 0 0,-1-1 0 0 0,0 1 0 0 0,0-1 6 0 0,0 0 0 0 0,1 1 0 0 0,-1-1 0 0 0,1 1 0 0 0,-1-1 0 0 0,0 0 1 0 0,1 1-1 0 0,-1-1 0 0 0,1 0 0 0 0,0 0 0 0 0,-1 0 0 0 0,1 1 0 0 0,-1-1 0 0 0,1 0 0 0 0,0 0 0 0 0,0 0 0 0 0,0 0 0 0 0,-1 0 0 0 0,1 1 0 0 0,0-1 0 0 0,0 0 0 0 0,0 0 0 0 0,0 0 0 0 0,0 0 0 0 0,1 0 0 0 0,-1-1 0 0 0,1-26 67 0 0,0 21-10 0 0,0 2 0 0 0,5-15-8 0 0,-5 15 0 0 0,2 2 9 0 0,6-10-9 0 0,-7 9-30 0 0,2 3 5 0 0,10-7 3 0 0,-11 6 91 0 0,1 4-30 0 0,13 4-1 0 0,-13-4-71 0 0,-1 1 49 0 0,25 22 34 0 0,51 41 61 0 0,-76-64-170 0 0,-2-2-3 0 0,0 0 0 0 0,-1 0 0 0 0,1 0 1 0 0,0 0-1 0 0,0 0 0 0 0,-1 0 0 0 0,1 1 1 0 0,0-1-1 0 0,0 0 0 0 0,-1 0 0 0 0,1 0 1 0 0,0 1-1 0 0,-1-1 0 0 0,1 0 0 0 0,0 1 0 0 0,-1-1 1 0 0,1 1-1 0 0,0-1 0 0 0,0 1 0 0 0,0 0-34 0 0,0 0-1 0 0,0-1 0 0 0,0 1 0 0 0,0 0 1 0 0,0-1-1 0 0,0 1 0 0 0,0-1 0 0 0,0 1 0 0 0,1-1 1 0 0,-1 0-1 0 0,0 1 0 0 0,0-1 0 0 0,1 0 1 0 0,-1 0-1 0 0,0 0 0 0 0,3 0 0 0 0,17 1-390 0 0,-16-1-200 0 0,0-1-238 0 0,-3 1 814 0 0,4-2-652 0 0,1 0 1 0 0,0 0 0 0 0,-1-1-1 0 0,0 0 1 0 0,0 0 0 0 0,0 0-1 0 0,7-5 1 0 0,8-7-2820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09.36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143 1 3156 0 0,'0'0'2632'0'0,"-4"1"-2041"0"0,-14 3-113 0 0,14-3 314 0 0,1 2-494 0 0,-28 27 794 0 0,28-27-559 0 0,3 1-411 0 0,-3 18 342 0 0,7-18-313 0 0,0-1 1 0 0,0 0 0 0 0,0 0 0 0 0,0-1 0 0 0,1 1 0 0 0,6 2-1 0 0,-7-3 21 0 0,0-1-9 0 0,40 8 366 0 0,-40-8-419 0 0,1 0-6 0 0,34 12 310 0 0,-35-12-271 0 0,-1 1-23 0 0,10 8-26 0 0,-10-7 19 0 0,-1 0 42 0 0,1 1-96 0 0,0 0 0 0 0,0 0 0 0 0,-1 0 1 0 0,1 1-1 0 0,-1-1 0 0 0,0 1 0 0 0,0 0 0 0 0,-1 0 0 0 0,1-1 0 0 0,-1 1 0 0 0,0 0 0 0 0,-1 0 0 0 0,1 0 0 0 0,-1 0 0 0 0,0 0 0 0 0,0 0 1 0 0,0 0-1 0 0,-1 0 0 0 0,0 0 0 0 0,0 0 0 0 0,0 0 0 0 0,-4 9 0 0 0,3-9-12 0 0,-1-1-32 0 0,-1 0-137 0 0,1 1-1 0 0,-1-1 1 0 0,0 0 0 0 0,-1 0-1 0 0,1 0 1 0 0,-1-1-1 0 0,0 1 1 0 0,0-1 0 0 0,0-1-1 0 0,0 1 1 0 0,0 0 0 0 0,-9 2-1 0 0,5-3-360 0 0,-1 0 0 0 0,1 0 0 0 0,-1-1-1 0 0,1 0 1 0 0,-1-1 0 0 0,0 0 0 0 0,1-1 0 0 0,-1 0-1 0 0,1 0 1 0 0,-1-1 0 0 0,-14-4 0 0 0,12 3-844 0 0,11 2 1192 0 0,-1 1 0 0 0,1-1 1 0 0,-1 1-1 0 0,1-1 1 0 0,-1 1-1 0 0,1-1 0 0 0,0 0 1 0 0,0 1-1 0 0,-1-1 1 0 0,1 0-1 0 0,0 0 0 0 0,0 0 1 0 0,-2-2-1 0 0,0 0-776 0 0,-15-12-2295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09.53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1 151 2292 0 0,'2'-3'798'0'0,"8"-8"-12"0"0,0 0 0 0 0,0 1 0 0 0,0 0 0 0 0,17-11 0 0 0,-10 10-544 0 0,1 0 1 0 0,0 1 0 0 0,1 1-1 0 0,35-12 1 0 0,-50 20-538 0 0,-3 1 203 0 0,1 0 0 0 0,0-1 0 0 0,-1 1 0 0 0,1 0 0 0 0,-1-1 0 0 0,1 1 0 0 0,0-1 0 0 0,-1 0 0 0 0,1 1 0 0 0,-1-1 0 0 0,2-1 0 0 0,2-1-177 0 0,-1 1-857 0 0,0 1-876 0 0,13-7-1395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09.76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15 3400 0 0,'4'-2'1072'0'0,"41"-10"2050"0"0,-40 11-2509 0 0,2 3-32 0 0,2 1-369 0 0,0 1 1 0 0,0 0-1 0 0,0 0 0 0 0,-1 0 1 0 0,1 1-1 0 0,-1 1 0 0 0,0-1 1 0 0,-1 2-1 0 0,0-1 0 0 0,8 9 1 0 0,-4-1-101 0 0,-1 0 0 0 0,0 1 0 0 0,-2 1 0 0 0,1-1 0 0 0,-2 1 0 0 0,0 1 0 0 0,-1 0 1 0 0,-1-1-1 0 0,0 2 0 0 0,-2-1 0 0 0,1 0 0 0 0,-2 1 0 0 0,-1 0 0 0 0,0 21 0 0 0,-2-16-480 0 0,-1 1 0 0 0,-1-1 0 0 0,-2 0-1 0 0,-7 25 1 0 0,4-21-1079 0 0,-2 1 0 0 0,-2-2 0 0 0,-14 27 0 0 0,0-10-3689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17.2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 49 1552 0 0,'0'0'3052'0'0,"-4"2"-2537"0"0,-9 4 2250 0 0,26-4-2020 0 0,38-6-1299 0 0,-41 3 780 0 0,191-22-1081 0 0,-69 3-2882 0 0,-72 9 68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11.1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243 61 2580 0 0,'-8'-7'686'0'0,"1"0"0"0"0,-2 1 0 0 0,1 0-1 0 0,0 1 1 0 0,-1-1 0 0 0,0 2 0 0 0,-13-6 0 0 0,-33 1 1043 0 0,48 8-1393 0 0,1 2-48 0 0,3 0-263 0 0,0-1 26 0 0,-1 1 1 0 0,1-1-1 0 0,-1 1 0 0 0,1 0 0 0 0,-1 0 0 0 0,1 0 0 0 0,0 0 0 0 0,-1 1 1 0 0,1-1-1 0 0,0 1 0 0 0,0 0 0 0 0,0 0 0 0 0,0 0 0 0 0,-4 5 0 0 0,2-1-7 0 0,1 1 1 0 0,-1 0-1 0 0,2 1 0 0 0,-1-1 0 0 0,1 1 0 0 0,0-1 0 0 0,1 1 0 0 0,0 0 0 0 0,-2 10 0 0 0,2-1-42 0 0,1-1 0 0 0,1 1-1 0 0,0 0 1 0 0,1 0 0 0 0,1-1 0 0 0,0 1-1 0 0,2-1 1 0 0,-1 1 0 0 0,2-1 0 0 0,0 0-1 0 0,1-1 1 0 0,1 1 0 0 0,14 22 0 0 0,-14-27-255 0 0,1 0 1 0 0,0 0 0 0 0,1-1 0 0 0,0 0 0 0 0,1 0 0 0 0,0-1 0 0 0,1-1 0 0 0,-1 0 0 0 0,2 0 0 0 0,-1-1 0 0 0,1 0 0 0 0,0-1 0 0 0,0-1 0 0 0,1 0 0 0 0,0 0 0 0 0,-1-1 0 0 0,18 2 0 0 0,-17-3-355 0 0,-3-1-244 0 0,0 0 0 0 0,0-1 0 0 0,18 0 0 0 0,17-1-2239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11.67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19 172 2164 0 0,'0'0'1128'0'0,"0"-5"-150"0"0,-5-47 2397 0 0,3 47-2600 0 0,7-24-234 0 0,-4 24-351 0 0,1 0-5 0 0,1 0-139 0 0,-1 1-1 0 0,2-1 0 0 0,-1 0 1 0 0,0 1-1 0 0,1 0 1 0 0,0 0-1 0 0,0 0 0 0 0,0 0 1 0 0,0 1-1 0 0,1-1 0 0 0,0 1 1 0 0,8-4-1 0 0,29-7 65 0 0,-38 13-70 0 0,1 1-7 0 0,16 0-16 0 0,-16 0-47 0 0,12 9-123 0 0,-13-8 160 0 0,0 1 29 0 0,5 15 34 0 0,-8-13-13 0 0,-1-2-54 0 0,-1-1 0 0 0,0 1 0 0 0,1 0-1 0 0,-1 0 1 0 0,1-1 0 0 0,-1 1 0 0 0,1 0 0 0 0,0 0 0 0 0,0 0 0 0 0,0 0 0 0 0,0-1 0 0 0,0 4-1 0 0,0-4 3 0 0,-2 6 2 0 0,1-1 1 0 0,-1 0-1 0 0,-1 0 1 0 0,1 0-1 0 0,-1-1 1 0 0,0 1-1 0 0,0-1 0 0 0,-5 7 1 0 0,4-7-4 0 0,-8 15 63 0 0,-1 0 1 0 0,-17 20-1 0 0,19-27-5 0 0,-1 3-6 0 0,8-11-15 0 0,1-1-1 0 0,-10 15-11 0 0,10-15 141 0 0,-10 13-34 0 0,11-14-14 0 0,18 5-63 0 0,-14-6-50 0 0,2-1 11 0 0,1-1-5 0 0,16 0-9 0 0,-15 0-7 0 0,1 0-9 0 0,29-1 32 0 0,40 3 1 0 0,-63 0-9 0 0,0 0 0 0 0,-1 0 0 0 0,1 1-1 0 0,-1 0 1 0 0,0 1 0 0 0,0 1 0 0 0,11 6 0 0 0,-19-9-1 0 0,0 0 0 0 0,0 1 1 0 0,0 0-1 0 0,-1 0 1 0 0,1 0-1 0 0,-1 0 0 0 0,4 6 1 0 0,-5-7-20 0 0,1 1 73 0 0,3 15 95 0 0,-4-14-132 0 0,0 0 64 0 0,-3 1-6 0 0,0 1-72 0 0,0 0 0 0 0,-1 0 0 0 0,0 0 0 0 0,0-1 1 0 0,0 1-1 0 0,-1 0 0 0 0,0-1 0 0 0,0 0 0 0 0,0 0 1 0 0,-5 6-1 0 0,0-2-7 0 0,0-1 0 0 0,-1 0-1 0 0,0-1 1 0 0,0 0 0 0 0,-13 8 0 0 0,10-8-171 0 0,-1-1 0 0 0,0 0-1 0 0,0 0 1 0 0,-1-1 0 0 0,1-1-1 0 0,-1-1 1 0 0,0 0 0 0 0,0 0 0 0 0,-1-1-1 0 0,1-1 1 0 0,0-1 0 0 0,-23-1 0 0 0,34 1-43 0 0,0 0 1 0 0,0 0 0 0 0,1-1 0 0 0,-1 1 0 0 0,0-1-1 0 0,1 1 1 0 0,-1-1 0 0 0,0 0 0 0 0,1 0 0 0 0,-5-2 0 0 0,0-1-352 0 0,-4-2-2082 0 0,-11-13-1884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11.92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71 3076 0 0,'0'0'5464'0'0,"5"-1"-4510"0"0,14-5-99 0 0,-15 5 1113 0 0,1-1-1464 0 0,55-14 828 0 0,63-11-704 0 0,-118 26-720 0 0,104-15-1305 0 0,-97 16-594 0 0,1 0-1 0 0,-1 0 1 0 0,18 4-1 0 0,-24-3-3294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12.13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56 110 3648 0 0,'-51'30'4459'0'0,"47"-27"-1508"0"0,4-2-2934 0 0,0 0 1 0 0,1-1 0 0 0,-1 1-1 0 0,0 0 1 0 0,1 0-1 0 0,-1-1 1 0 0,1 1 0 0 0,-1 0-1 0 0,1-1 1 0 0,0 1 0 0 0,-1 0-1 0 0,1-1 1 0 0,0 1-1 0 0,-1-1 1 0 0,1 1 0 0 0,0-1-1 0 0,0 0 1 0 0,-1 1 0 0 0,1-1-1 0 0,0 0 1 0 0,0 1-1 0 0,0-1 1 0 0,-1 0 0 0 0,1 0-1 0 0,0 0 1 0 0,0 0 0 0 0,0 0-1 0 0,0 0 1 0 0,0 0-1 0 0,0 0 1 0 0,-1 0 0 0 0,3 0-1 0 0,27-3 108 0 0,-29 3-118 0 0,282-62-747 0 0,-98 8-3504 0 0,-120 34 1571 0 0,-15 4-1401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21.7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31 3852 0 0,'3'-3'1762'0'0,"10"-11"193"0"0,-12 13-1449 0 0,0 0 1 0 0,0-1 0 0 0,0 1 0 0 0,0 0 0 0 0,0 0 0 0 0,0 0 0 0 0,0 0 0 0 0,0 0-1 0 0,1 1 1 0 0,-1-1 0 0 0,0 0 0 0 0,1 0 0 0 0,1 0 0 0 0,0 8-368 0 0,-1-1 1 0 0,0 1-1 0 0,-1 0 1 0 0,1 0 0 0 0,0 12-1 0 0,-4 122 450 0 0,4 106-2608 0 0,2-216 76 0 0,-3-27 553 0 0,1 1-488 0 0,6 11-1373 0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22.31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4 134 3860 0 0,'0'0'1369'0'0,"0"-4"-237"0"0,-2-14-204 0 0,1 14 506 0 0,1-1-892 0 0,7-39 709 0 0,-5 41-1103 0 0,-1 1-129 0 0,-1 0 0 0 0,1 1 1 0 0,0-1-1 0 0,1 1 1 0 0,-1-1-1 0 0,0 1 0 0 0,0-1 1 0 0,1 1-1 0 0,-1 0 0 0 0,1 0 1 0 0,2-2-1 0 0,-4 3-3 0 0,3-3 12 0 0,0 0-1 0 0,0 0 1 0 0,1 1-1 0 0,-1-1 1 0 0,1 1 0 0 0,0 0-1 0 0,-1 0 1 0 0,1 0-1 0 0,4-1 1 0 0,-4 1-40 0 0,0 0-85 0 0,22-3 197 0 0,-20 4-67 0 0,-1 0 7 0 0,16 0-2 0 0,-16 1 4 0 0,-1 2-5 0 0,14 4-17 0 0,-14-4 2 0 0,-4-2-20 0 0,0 1 0 0 0,0-1 0 0 0,0 0 0 0 0,0 1 0 0 0,0-1 0 0 0,0 0 0 0 0,0 1 0 0 0,1-1 0 0 0,-1 1 0 0 0,0-1 0 0 0,0 0 0 0 0,0 1 1 0 0,0-1-1 0 0,0 0 0 0 0,1 1 0 0 0,-1-1 0 0 0,0 0 0 0 0,0 0 0 0 0,1 1 0 0 0,-1-1 0 0 0,0 0 0 0 0,0 0 0 0 0,1 1 0 0 0,-1-1 0 0 0,0 0 0 0 0,1 0 0 0 0,-1 0 0 0 0,1 1 0 0 0,-1-1 0 0 0,1 0 0 0 0,-1 1 0 0 0,0-1 0 0 0,1 0 0 0 0,-1 1 0 0 0,1-1 0 0 0,-1 0-1 0 0,1 1 1 0 0,-1-1 0 0 0,0 1 0 0 0,1-1 0 0 0,-1 1 0 0 0,0-1 0 0 0,0 1 0 0 0,1-1 0 0 0,-1 1 0 0 0,0-1 0 0 0,0 1 0 0 0,0 0 0 0 0,1-1-1 0 0,-1 1 1 0 0,0-1 0 0 0,0 1 0 0 0,0-1 0 0 0,0 1 0 0 0,0 0 0 0 0,0-1 0 0 0,0 1 0 0 0,0-1 0 0 0,-1 1 0 0 0,0 19-6 0 0,1-15 26 0 0,-2 1 5 0 0,-2 8 12 0 0,0-1 0 0 0,-2 1 0 0 0,1-1 0 0 0,-2 0 0 0 0,-14 23-1 0 0,12-24-19 0 0,7-9 23 0 0,0 1 47 0 0,-7 13-61 0 0,6-13-9 0 0,3-3-15 0 0,-1-1 0 0 0,0 1 0 0 0,1 0 0 0 0,-1-1 0 0 0,0 1-1 0 0,1 0 1 0 0,-1 0 0 0 0,1 0 0 0 0,0-1 0 0 0,-1 1 0 0 0,1 0 0 0 0,-1 0 0 0 0,1 0 0 0 0,0 0-1 0 0,0 0 1 0 0,0 0 0 0 0,-1 0 0 0 0,1 0 0 0 0,0 0 0 0 0,0 0 0 0 0,0 0 0 0 0,0 0 0 0 0,1 0-1 0 0,-1 0 1 0 0,0-1 0 0 0,0 1 0 0 0,1 0 0 0 0,-1 0 0 0 0,0 0 0 0 0,1 0 0 0 0,-1 0 0 0 0,1 0-1 0 0,-1-1 1 0 0,2 3 0 0 0,0-1 8 0 0,0 0 0 0 0,0 0 1 0 0,0 0-1 0 0,0 0 0 0 0,0-1 0 0 0,1 1 0 0 0,-1 0 0 0 0,5 1 0 0 0,-2-1-32 0 0,0 0 7 0 0,105 32 20 0 0,-107-33-7 0 0,1-1 1 0 0,-1 1-1 0 0,0 0 1 0 0,0 1-1 0 0,0-1 1 0 0,0 0-1 0 0,0 1 1 0 0,0 0-1 0 0,5 3 1 0 0,-3-1 11 0 0,-1-1 78 0 0,-4-2-84 0 0,0-1-1 0 0,0 0 0 0 0,0 1 1 0 0,0-1-1 0 0,0 1 0 0 0,0-1 1 0 0,1 0-1 0 0,-1 1 1 0 0,0-1-1 0 0,0 0 0 0 0,0 1 1 0 0,0-1-1 0 0,0 0 1 0 0,1 1-1 0 0,-1-1 0 0 0,0 0 1 0 0,0 1-1 0 0,1-1 1 0 0,-1 0-1 0 0,0 0 0 0 0,1 1 1 0 0,-1-1-1 0 0,0 0 0 0 0,0 0 1 0 0,1 1-1 0 0,-1-1 1 0 0,1 0-1 0 0,-1 0 0 0 0,1 0 1 0 0,0 1 8 0 0,-1-1 1 0 0,1 1-1 0 0,0-1 1 0 0,0 0 0 0 0,-1 1-1 0 0,1 0 1 0 0,0-1-1 0 0,-1 1 1 0 0,1-1-1 0 0,-1 1 1 0 0,1 0-1 0 0,0-1 1 0 0,-1 1 0 0 0,0 0-1 0 0,1 0 1 0 0,-1-1-1 0 0,1 1 1 0 0,-1 0-1 0 0,0 0 1 0 0,1 1 0 0 0,0 1 5 0 0,-1 1 1 0 0,1-1 0 0 0,-1 0-1 0 0,0 1 1 0 0,0-1 0 0 0,0 0 0 0 0,0 1-1 0 0,0-1 1 0 0,-1 0 0 0 0,1 1 0 0 0,-1-1-1 0 0,0 0 1 0 0,0 0 0 0 0,0 1-1 0 0,-1-1 1 0 0,1 0 0 0 0,-1 0 0 0 0,0 0-1 0 0,0-1 1 0 0,-3 5 0 0 0,-8 4-56 0 0,0-1 1 0 0,-1 0-1 0 0,-28 14 0 0 0,38-22-171 0 0,-7 2-235 0 0,11-4 346 0 0,-1 0 1 0 0,0 1-1 0 0,0-1 1 0 0,1 0 0 0 0,-1 1-1 0 0,0-1 1 0 0,0 0-1 0 0,0 0 1 0 0,0 0 0 0 0,1 0-1 0 0,-1 0 1 0 0,0 0-1 0 0,0 0 1 0 0,0 0 0 0 0,0 0-1 0 0,0 0 1 0 0,1 0-1 0 0,-1 0 1 0 0,0-1 0 0 0,0 1-1 0 0,0 0 1 0 0,1 0-1 0 0,-1-1 1 0 0,-1 0 0 0 0,1 1-262 0 0,-12-5 184 0 0,5-1-3146 0 0,9-1 1020 0 0,0-27-1606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22.70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 0 3568 0 0,'0'0'6378'0'0,"-1"5"-6052"0"0,-3 12-79 0 0,2-13-76 0 0,1 0 13 0 0,-6 11-23 0 0,5-11 108 0 0,1 1-171 0 0,1 0-71 0 0,-1-1 0 0 0,1 1 0 0 0,0-1 0 0 0,1 1-1 0 0,-1-1 1 0 0,1 1 0 0 0,0-1 0 0 0,1 7 0 0 0,0-7-67 0 0,2-1 88 0 0,10 6 28 0 0,1 0-1 0 0,0-1 1 0 0,0 0 0 0 0,0-1 0 0 0,24 6-1 0 0,-35-11-13 0 0,1-1-30 0 0,1 1-1 0 0,-1-1 1 0 0,1 1-1 0 0,-1 0 1 0 0,10 6-1 0 0,-8-5 30 0 0,-4-1 27 0 0,8 7-86 0 0,-8-8 59 0 0,-1 1-1 0 0,0-1 1 0 0,0 1 0 0 0,0 0 0 0 0,0-1 0 0 0,0 1-1 0 0,-1 0 1 0 0,1 0 0 0 0,0 0 0 0 0,-1 0 0 0 0,0 1-1 0 0,1-1 1 0 0,-1 0 0 0 0,0 1 0 0 0,0-1-1 0 0,1 3 1 0 0,2 11 29 0 0,-3-11 21 0 0,-1-1-20 0 0,-4 13-9 0 0,3-12-6 0 0,-2 0 9 0 0,-1 1-178 0 0,0 0 0 0 0,-1 1 1 0 0,0-2-1 0 0,0 1 0 0 0,0 0 0 0 0,-1-1 0 0 0,1 0 1 0 0,-1-1-1 0 0,-1 1 0 0 0,-12 6 0 0 0,8-5-840 0 0,0-2 0 0 0,0 1 0 0 0,-1-2 0 0 0,-21 5-1 0 0,26-6 436 0 0,-21 2-3047 0 0,2-3-761 0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22.87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73 2888 0 0,'26'-12'1096'0'0,"0"-1"-172"0"0,4 3-195 0 0,0 2-181 0 0,-1 0-132 0 0,3 0-64 0 0,-1 3-84 0 0,-1 2 84 0 0,22-2-380 0 0,-8 5-1360 0 0,-11 5-1265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23.13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2872 0 0,'0'0'3408'0'0,"4"2"-2630"0"0,1 1-606 0 0,-1 0-1 0 0,1 0 1 0 0,-1 0 0 0 0,0 1-1 0 0,0 0 1 0 0,-1-1 0 0 0,1 2-1 0 0,-1-1 1 0 0,0 0-1 0 0,0 1 1 0 0,0-1 0 0 0,0 1-1 0 0,-1 0 1 0 0,0 0 0 0 0,0 0-1 0 0,0 0 1 0 0,-1 0 0 0 0,0 0-1 0 0,1 9 1 0 0,1-5-130 0 0,1 30-4 0 0,-4-18-614 0 0,-1 0-1 0 0,-1 0 1 0 0,-1 0 0 0 0,0 0 0 0 0,-10 28-1 0 0,-2-10-2029 0 0,-3 0-1861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23.6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435 40 2456 0 0,'-2'-4'214'0'0,"-1"1"0"0"0,1 0-1 0 0,-1 0 1 0 0,1 0 0 0 0,-1 0 0 0 0,0 0-1 0 0,0 1 1 0 0,0-1 0 0 0,-1 1 0 0 0,1 0-1 0 0,-1 0 1 0 0,-4-2 0 0 0,5 3-111 0 0,0 1 0 0 0,0-1-1 0 0,0 1 1 0 0,0 0 0 0 0,-1 0 0 0 0,1 0 0 0 0,0 0 0 0 0,0 0 0 0 0,0 1 0 0 0,-1-1-1 0 0,1 1 1 0 0,0 0 0 0 0,0 0 0 0 0,0 0 0 0 0,0 0 0 0 0,0 1 0 0 0,1-1-1 0 0,-6 4 1 0 0,-8 7 72 0 0,-1 0-1 0 0,2 1 1 0 0,0 0-1 0 0,0 1 1 0 0,1 1 0 0 0,1 0-1 0 0,-15 23 1 0 0,2 2 167 0 0,-42 85 0 0 0,50-83-264 0 0,1 1 1 0 0,2 1 0 0 0,1 0 0 0 0,3 1 0 0 0,2 0 0 0 0,2 1 0 0 0,1-1 0 0 0,3 1 0 0 0,2 1 0 0 0,2-1 0 0 0,7 50 0 0 0,-4-66-132 0 0,1 1 0 0 0,2-1 0 0 0,1 0 0 0 0,2-1 0 0 0,0 0 1 0 0,2 0-1 0 0,1-1 0 0 0,2-1 0 0 0,0 0 0 0 0,2-1 0 0 0,1-1 0 0 0,1-1 0 0 0,1 0 0 0 0,1-1 1 0 0,1-2-1 0 0,1 0 0 0 0,36 26 0 0 0,-30-29-561 0 0,0-1 0 0 0,1-1 1 0 0,0-2-1 0 0,1-1 0 0 0,1-1 1 0 0,0-2-1 0 0,1-1 0 0 0,34 5 1 0 0,0-5-3089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25.72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 78 3552 0 0,'-1'-6'1586'0'0,"-17"-66"7713"0"0,31 372-9227 0 0,-9-237-1008 0 0,-3-42 201 0 0,6 13-143 0 0,-6-30 698 0 0,3 6-826 0 0,0-1 0 0 0,0 1 0 0 0,1-1-1 0 0,0 0 1 0 0,0 0 0 0 0,10 10-1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26.62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22 138 2208 0 0,'19'-41'4565'0'0,"-17"37"-3245"0"0,0 0-899 0 0,0 0 0 0 0,0-1 0 0 0,0 1 0 0 0,1 0 1 0 0,0 0-1 0 0,5-7 0 0 0,-6 8 90 0 0,1 1-260 0 0,35-20 627 0 0,-33 20-708 0 0,0 0-13 0 0,70-23 426 0 0,-70 24-546 0 0,0 1-26 0 0,-1 1-1 0 0,0-1 0 0 0,1 1 0 0 0,-1 0-1 0 0,0 0 1 0 0,0 1 0 0 0,0-1 0 0 0,0 1 0 0 0,-1-1 0 0 0,1 1-1 0 0,0 1 1 0 0,-1-1 0 0 0,1 0 0 0 0,-1 1 0 0 0,0 0-1 0 0,0-1 1 0 0,0 1 0 0 0,0 1 0 0 0,0-1 0 0 0,-1 0-1 0 0,1 1 1 0 0,-1-1 0 0 0,0 1 0 0 0,0 0 0 0 0,0-1 0 0 0,-1 1-1 0 0,1 0 1 0 0,1 8 0 0 0,1 6-5 0 0,-1 0 0 0 0,-1 0 0 0 0,0 0 0 0 0,-1 0 0 0 0,-1 1 0 0 0,-1-1 0 0 0,-1 0 0 0 0,0 0 0 0 0,-1 0 0 0 0,-1 0 0 0 0,-1 0 1 0 0,-1-1-1 0 0,-10 24 0 0 0,6-19-30 0 0,-2 0 1 0 0,0 0-1 0 0,-1-1 1 0 0,-1 0 0 0 0,-1-1-1 0 0,-1-1 1 0 0,-1-1-1 0 0,0 0 1 0 0,-28 22 0 0 0,20-24-20 0 0,21-14 29 0 0,-1 0 17 0 0,-18 4-82 0 0,21-6 81 0 0,1 0-1 0 0,-1-1 1 0 0,1 1-1 0 0,-1-1 1 0 0,1 1 0 0 0,-1-1-1 0 0,1 0 1 0 0,-1 1 0 0 0,1-1-1 0 0,0 0 1 0 0,0 0-1 0 0,-3-2 1 0 0,2 1-14 0 0,-3 0-102 0 0,3-4 104 0 0,1-2 19 0 0,-1-1 1 0 0,1 0 0 0 0,0 1 0 0 0,1-1 0 0 0,0 0 0 0 0,0 0-1 0 0,1 0 1 0 0,0 0 0 0 0,0 1 0 0 0,1-1 0 0 0,1 0-1 0 0,-1 1 1 0 0,1 0 0 0 0,1 0 0 0 0,-1 0 0 0 0,9-13 0 0 0,-10 18-2 0 0,-2 1-5 0 0,1 1-1 0 0,0-1 1 0 0,0 1 0 0 0,0-1-1 0 0,0 1 1 0 0,0-1 0 0 0,0 1-1 0 0,0-1 1 0 0,0 1-1 0 0,0 0 1 0 0,1 0 0 0 0,-1 0-1 0 0,1 0 1 0 0,-1 0 0 0 0,1 0-1 0 0,-1 0 1 0 0,1 0 0 0 0,2-1-1 0 0,0 0-5 0 0,-1 0 0 0 0,1 0 0 0 0,-1 0 0 0 0,1 1 0 0 0,0-1 0 0 0,0 1 0 0 0,0 0 1 0 0,0 0-1 0 0,0 0 0 0 0,0 1 0 0 0,0-1 0 0 0,0 1 0 0 0,0 0 0 0 0,0 0 0 0 0,5 1 0 0 0,-2 1 29 0 0,-1-2-19 0 0,-1 1 0 0 0,1 1 1 0 0,-1-1-1 0 0,1 1 0 0 0,-1 0 1 0 0,0 0-1 0 0,0 1 0 0 0,0 0 1 0 0,8 5-1 0 0,-8-5-30 0 0,10 5-97 0 0,1 2 111 0 0,0 3 47 0 0,3 3-151 0 0,0-1 0 0 0,1-1 0 0 0,0-1 0 0 0,41 18 0 0 0,-57-29-280 0 0,3-1-76 0 0,-2-1 397 0 0,0 1-129 0 0,-1 0-1 0 0,1-1 1 0 0,0 1 0 0 0,0-1 0 0 0,0-1-1 0 0,0 1 1 0 0,0-1 0 0 0,0 1-1 0 0,-1-1 1 0 0,1-1 0 0 0,5-1 0 0 0,6-5-547 0 0,-2 0 0 0 0,1-1 0 0 0,14-12 0 0 0,-22 15 532 0 0,-1 0 0 0 0,0-1 0 0 0,0 0 0 0 0,-1 0 0 0 0,0 0 0 0 0,0-1 0 0 0,0 0-1 0 0,4-13 1 0 0,1-3 81 0 0,8-36-1 0 0,-13 42 312 0 0,1-15 389 0 0,-5 28-203 0 0,-1-1-182 0 0,3-18 132 0 0,-3 18 404 0 0,-6-17-198 0 0,5 18 165 0 0,-3 4-444 0 0,-12-4-12 0 0,12 3-6 0 0,0 5-28 0 0,-2 2-74 0 0,0-1 0 0 0,0 1 0 0 0,1 1 0 0 0,0-1 0 0 0,0 1 0 0 0,0 0 0 0 0,1 0 0 0 0,-8 13 0 0 0,-13 53 455 0 0,24-68-494 0 0,2 2-4 0 0,1 17-19 0 0,-1-18-14 0 0,1 0-12 0 0,-1-3-30 0 0,-1 0 8 0 0,1 1-1 0 0,0-1 1 0 0,0 0 0 0 0,1 0-1 0 0,-1 0 1 0 0,0 0 0 0 0,1 0-1 0 0,-1 0 1 0 0,1 0-1 0 0,-1 0 1 0 0,1 0 0 0 0,0-1-1 0 0,0 1 1 0 0,0-1 0 0 0,0 1-1 0 0,0-1 1 0 0,0 0 0 0 0,0 0-1 0 0,0 0 1 0 0,1 0 0 0 0,3 1-1 0 0,1-1 118 0 0,0 0-1 0 0,-1-1 0 0 0,1 0 0 0 0,0 0 0 0 0,-1 0 0 0 0,1-1 1 0 0,-1 0-1 0 0,1 0 0 0 0,-1-1 0 0 0,1 0 0 0 0,-1 0 0 0 0,0-1 1 0 0,0 1-1 0 0,0-1 0 0 0,0-1 0 0 0,-1 1 0 0 0,1-1 1 0 0,-1 0-1 0 0,6-5 0 0 0,-9 7-72 0 0,0 0 1 0 0,0-1-1 0 0,0 0 0 0 0,0 1 1 0 0,0-1-1 0 0,0 0 0 0 0,-1 0 1 0 0,1 0-1 0 0,-1 0 0 0 0,0 0 1 0 0,0 0-1 0 0,0 0 0 0 0,1-6 1 0 0,-2 8-45 0 0,1-3 48 0 0,-2-2-133 0 0,1 0 6 0 0,0 4 33 0 0,1 0 0 0 0,-1 0-1 0 0,0 0 1 0 0,0 0 0 0 0,-1 0 0 0 0,1 0-1 0 0,0 0 1 0 0,-1 1 0 0 0,1-1 0 0 0,-1 0-1 0 0,1 0 1 0 0,-1 0 0 0 0,0 1 0 0 0,0-1-1 0 0,-1-2 1 0 0,-4-5-385 0 0,1 1-1 0 0,-1-1 1 0 0,-1 1-1 0 0,1 1 1 0 0,-1-1 0 0 0,-1 1-1 0 0,-15-12 1 0 0,10 10-1390 0 0,-1 0-1 0 0,-21-9 1 0 0,12 8-2717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26.85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14 2348 0 0,'7'-2'1615'0'0,"1"0"-1144"0"0,-5 0-262 0 0,1 1 1 0 0,-1 0-1 0 0,1 1 0 0 0,-1-1 1 0 0,1 0-1 0 0,0 1 1 0 0,-1 0-1 0 0,5 0 1 0 0,0-1 99 0 0,-6 0-170 0 0,1 0 0 0 0,0 1-1 0 0,0 0 1 0 0,0 0 0 0 0,0 0 0 0 0,0 0-1 0 0,0 0 1 0 0,0 1 0 0 0,0-1-1 0 0,4 2 1 0 0,10 2 190 0 0,0 1-1 0 0,0 0 1 0 0,-1 1 0 0 0,0 1-1 0 0,0 0 1 0 0,-1 1 0 0 0,0 1-1 0 0,0 0 1 0 0,21 18 0 0 0,-19-12-109 0 0,-1 1 0 0 0,0 1 1 0 0,-1 0-1 0 0,-1 1 1 0 0,-1 0-1 0 0,0 1 1 0 0,10 22-1 0 0,-12-20-454 0 0,-2 0-1 0 0,0 1 1 0 0,-1 0 0 0 0,-1 0-1 0 0,-1 1 1 0 0,-1 0-1 0 0,-2 0 1 0 0,0 0 0 0 0,-1 1-1 0 0,-1-1 1 0 0,-1 0 0 0 0,-1 1-1 0 0,-2-1 1 0 0,0 0 0 0 0,-12 44-1 0 0,2-32-2030 0 0,-17 37 0 0 0,4-25-2619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28.5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303 35 2732 0 0,'-27'-32'3358'0'0,"25"30"-2677"0"0,-4 2-207 0 0,0 0-333 0 0,1 0 0 0 0,0 0 0 0 0,-1 1 0 0 0,1 0 1 0 0,0 0-1 0 0,0 1 0 0 0,0 0 0 0 0,0-1 0 0 0,0 2 0 0 0,0-1 0 0 0,0 0 0 0 0,1 1 0 0 0,-1 0 0 0 0,-6 5 0 0 0,-3 6-2 0 0,0 0 0 0 0,1 0 1 0 0,0 1-1 0 0,1 1 0 0 0,1 0 1 0 0,1 0-1 0 0,0 1 0 0 0,1 1 1 0 0,1-1-1 0 0,-9 30 0 0 0,3-3-41 0 0,3 1-1 0 0,1 1 1 0 0,-5 60-1 0 0,12-65-28 0 0,1 0 0 0 0,3 1 0 0 0,10 77 0 0 0,-7-95-116 0 0,1-1 0 0 0,0 1 0 0 0,3-1 0 0 0,0 0 0 0 0,1 0 0 0 0,1-1 0 0 0,25 41 0 0 0,-31-56-156 0 0,2 0 0 0 0,-1 0 0 0 0,1-1-1 0 0,0 0 1 0 0,1 0 0 0 0,-1 0 0 0 0,1-1 0 0 0,8 6 0 0 0,-8-7-844 0 0,1 0 0 0 0,0-1 0 0 0,0 0 0 0 0,15 4 0 0 0,-17-5-3033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28.83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66 81 2580 0 0,'-19'-77'6345'0'0,"18"73"-5258"0"0,-5 13-712 0 0,5-8-363 0 0,1-1 0 0 0,-1 1 0 0 0,1-1 0 0 0,-1 1 0 0 0,1 0 0 0 0,-1-1 1 0 0,1 1-1 0 0,-1 0 0 0 0,1-1 0 0 0,-1 1 0 0 0,1 0 0 0 0,0-1 0 0 0,-1 1 1 0 0,1 0-1 0 0,0 0 0 0 0,0 0 0 0 0,0-1 0 0 0,0 1 0 0 0,-1 0 0 0 0,1 1 1 0 0,-8 71 358 0 0,-13 200-1592 0 0,20-218-1609 0 0,0-50 2416 0 0,0 16-2526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29.33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1 125 3512 0 0,'13'-49'3470'0'0,"-12"44"-2927"0"0,0 1-88 0 0,17-40 1037 0 0,-16 40-1254 0 0,-1 3-239 0 0,1 0 0 0 0,-1 0 0 0 0,0 0 0 0 0,1 1 0 0 0,-1-1 0 0 0,0-1 0 0 0,0 1 0 0 0,1 0 0 0 0,-1 0 0 0 0,0 0 0 0 0,1-2 0 0 0,1 0 199 0 0,3 3-157 0 0,17-1-7 0 0,-17 1 3 0 0,-2 2-17 0 0,1-1-16 0 0,12 9 37 0 0,-16-9-37 0 0,0 1 0 0 0,1 0 0 0 0,-1 0 0 0 0,0 0 1 0 0,0 0-1 0 0,0 0 0 0 0,-1 0 0 0 0,1 0 0 0 0,0 0 0 0 0,-1 0 0 0 0,0 0 0 0 0,1 1 1 0 0,-1-1-1 0 0,0 0 0 0 0,0 0 0 0 0,0 0 0 0 0,0 0 0 0 0,-1 1 0 0 0,1-1 0 0 0,-2 4 0 0 0,0 3 89 0 0,-1 0 0 0 0,0 0 0 0 0,-1-1-1 0 0,-8 16 1 0 0,-10 12 145 0 0,20-33-147 0 0,-1 1 28 0 0,-17 37 210 0 0,18-37-267 0 0,4 1-53 0 0,5 14-7 0 0,-5-15 11 0 0,1-1 11 0 0,11 8 51 0 0,-10-8-50 0 0,0-1-31 0 0,65 38-38 0 0,-65-38 143 0 0,-4-2-94 0 0,0 1 0 0 0,0-1 0 0 0,0 0-1 0 0,0 1 1 0 0,0-1 0 0 0,0 0 0 0 0,0 1 0 0 0,0-1-1 0 0,0 0 1 0 0,1 1 0 0 0,-1-1 0 0 0,0 0 0 0 0,0 1-1 0 0,0-1 1 0 0,1 0 0 0 0,-1 0 0 0 0,0 1 0 0 0,0-1 0 0 0,1 0-1 0 0,-1 0 1 0 0,0 1 0 0 0,1-1 0 0 0,-1 0 0 0 0,0 0-1 0 0,1 0 1 0 0,-1 0 0 0 0,0 0 0 0 0,1 1 0 0 0,-1-1 0 0 0,1 0-1 0 0,-1 0 18 0 0,1 0-1 0 0,-1 0 0 0 0,1 0 0 0 0,-1 1 0 0 0,1-1 0 0 0,-1 0 0 0 0,1 0 1 0 0,-1 1-1 0 0,1-1 0 0 0,-1 0 0 0 0,1 1 0 0 0,-1-1 0 0 0,0 0 0 0 0,1 1 1 0 0,-1-1-1 0 0,0 1 0 0 0,1-1 0 0 0,-1 0 0 0 0,0 1 0 0 0,1-1 0 0 0,-1 1 1 0 0,0-1-1 0 0,0 1 0 0 0,0-1 0 0 0,1 1 0 0 0,-1-1 0 0 0,0 1 0 0 0,0-1 1 0 0,0 1-1 0 0,0-1 0 0 0,0 1 0 0 0,0 0 0 0 0,0-1 0 0 0,0 1 0 0 0,-1 18 99 0 0,0-14-15 0 0,-2-2-31 0 0,-4 4-139 0 0,0 0 0 0 0,-1-1 0 0 0,0 0 0 0 0,0-1 1 0 0,0 1-1 0 0,-1-1 0 0 0,0-1 0 0 0,0 0 0 0 0,0 0 1 0 0,-1-1-1 0 0,-15 4 0 0 0,20-6-352 0 0,-16-6-2618 0 0,17 4 1711 0 0,5-4-2193 0 0,5-18-219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29.6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 1 3392 0 0,'0'0'7418'0'0,"-1"4"-7150"0"0,-1 13-75 0 0,1-12 88 0 0,2 0-157 0 0,0 0-52 0 0,0 1 0 0 0,0-1-1 0 0,1 1 1 0 0,0-1-1 0 0,0 0 1 0 0,0 1 0 0 0,1-1-1 0 0,0 0 1 0 0,0-1-1 0 0,7 10 1 0 0,4 2 203 0 0,29 25 0 0 0,-21-21-118 0 0,-19-16-154 0 0,4 1 134 0 0,-1 1-1 0 0,0 0 0 0 0,-1 1 1 0 0,9 12-1 0 0,-13-18-117 0 0,0 1 1 0 0,0-1-1 0 0,0 1 0 0 0,0-1 0 0 0,-1 1 0 0 0,1 0 1 0 0,-1-1-1 0 0,1 1 0 0 0,-1 0 0 0 0,1-1 1 0 0,-1 1-1 0 0,0 0 0 0 0,0 0 0 0 0,0 0 0 0 0,0-1 1 0 0,0 1-1 0 0,0 0 0 0 0,0 0 0 0 0,-1-1 1 0 0,1 1-1 0 0,-1 0 0 0 0,1-1 0 0 0,-1 1 1 0 0,0 0-1 0 0,0-1 0 0 0,1 1 0 0 0,-1-1 0 0 0,0 1 1 0 0,0-1-1 0 0,0 1 0 0 0,-3 1 0 0 0,-7 7 2 0 0,9-7-66 0 0,-3-1-101 0 0,-52 16-1795 0 0,51-17 1171 0 0,-1-1-182 0 0,-51-10-4856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29.84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78 3904 0 0,'21'-12'1320'0'0,"1"1"-255"0"0,1 1-169 0 0,0 0 516 0 0,19-3-436 0 0,-2 0-364 0 0,-5 8-436 0 0,-4 2-432 0 0,2 6-2728 0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30.03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4280 0 0,'16'23'4933'0'0,"-7"6"-2929"0"0,-4 6-1100 0 0,0 7-900 0 0,-8-6-760 0 0,-9 8-1884 0 0,3-19-160 0 0,0-2-3089 0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30.91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23 3708 0 0,'0'-5'2134'0'0,"2"-12"297"0"0,4 27 1380 0 0,1 22-885 0 0,-4-6-3943 0 0,6 148 205 0 0,-12-45-7362 0 0,2-102 3207 0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31.56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28 2432 0 0,'0'0'6'0'0,"39"-21"2787"0"0,-37 20-2645 0 0,0 0 0 0 0,0 0 0 0 0,0 0 0 0 0,0 0 0 0 0,0 1 0 0 0,0-1 0 0 0,0 1 0 0 0,1 0 0 0 0,-1 0 0 0 0,0 0 0 0 0,0 0 0 0 0,1 0 0 0 0,-1 0 0 0 0,0 0 0 0 0,0 1 0 0 0,0-1 0 0 0,1 1 0 0 0,-1 0 0 0 0,0-1 0 0 0,3 3 0 0 0,-1-1-36 0 0,0 1 0 0 0,-1 0 0 0 0,1 1 0 0 0,0-1 0 0 0,-1 1 1 0 0,0-1-1 0 0,0 1 0 0 0,0 0 0 0 0,0 0 0 0 0,-1 0 0 0 0,1 1 0 0 0,-1-1 0 0 0,0 1 1 0 0,0-1-1 0 0,-1 1 0 0 0,3 8 0 0 0,-6 54 447 0 0,-2-47-357 0 0,-1-1 0 0 0,-1 0-1 0 0,-1-1 1 0 0,0 1 0 0 0,-1-1-1 0 0,-1 0 1 0 0,-20 27 0 0 0,22-32-59 0 0,4-10 42 0 0,1 2 36 0 0,-7 11 49 0 0,6-12 305 0 0,4-4-571 0 0,-1 0 1 0 0,0 0-1 0 0,0 0 1 0 0,1 0-1 0 0,-1 0 1 0 0,0 1-1 0 0,0-1 0 0 0,0 0 1 0 0,1 0-1 0 0,-1 0 1 0 0,0 0-1 0 0,0 0 1 0 0,0 0-1 0 0,1 1 0 0 0,-1-1 1 0 0,0 0-1 0 0,0 0 1 0 0,0 0-1 0 0,0 1 1 0 0,0-1-1 0 0,0 0 0 0 0,1 0 1 0 0,-1 0-1 0 0,0 1 1 0 0,0-1-1 0 0,0 0 1 0 0,0 0-1 0 0,0 1 0 0 0,0-1 1 0 0,0 0-1 0 0,0 0 1 0 0,0 1-1 0 0,0-1 1 0 0,0 0-1 0 0,0 0 0 0 0,0 1 1 0 0,0-1-5 0 0,0 1 0 0 0,0-1 0 0 0,0 1 0 0 0,0-1 0 0 0,0 1 0 0 0,0-1 1 0 0,0 1-1 0 0,0-1 0 0 0,0 1 0 0 0,0-1 0 0 0,1 1 0 0 0,-1-1 0 0 0,0 1 0 0 0,0-1 0 0 0,0 1 0 0 0,1-1 1 0 0,-1 0-1 0 0,0 1 0 0 0,1-1 0 0 0,-1 0 0 0 0,0 1 0 0 0,1-1 0 0 0,-1 0 0 0 0,1 1 0 0 0,-1-1 0 0 0,0 0 1 0 0,1 1-1 0 0,-1-1 0 0 0,1 0 0 0 0,-1 0 0 0 0,1 0 0 0 0,-1 0 0 0 0,1 1 0 0 0,-1-1 0 0 0,1 0 0 0 0,-1 0 0 0 0,1 0 1 0 0,-1 0-1 0 0,1 0 0 0 0,-1 0 0 0 0,1 0 0 0 0,8 0-46 0 0,27-1-334 0 0,10-7-272 0 0,0-1-1 0 0,0-2 1 0 0,-1-2 0 0 0,-1-3-1 0 0,0-1 1 0 0,-2-2 0 0 0,0-1 0 0 0,-1-3-1 0 0,0-1 1 0 0,-3-2 0 0 0,45-39 0 0 0,-80 63 805 0 0,0-1 1 0 0,0 0-1 0 0,-1-1 1 0 0,1 1-1 0 0,-1 0 1 0 0,1-1-1 0 0,2-7 1 0 0,-2 6-36 0 0,-1 2 300 0 0,-2 3-403 0 0,-1 0 0 0 0,1-1 0 0 0,0 1 0 0 0,0 0 0 0 0,-1 0 0 0 0,1 0 0 0 0,0 0 0 0 0,0 0 0 0 0,0-1 0 0 0,-1 1 1 0 0,1 0-1 0 0,0 0 0 0 0,0 0 0 0 0,0-1 0 0 0,0 1 0 0 0,-1 0 0 0 0,1 0 0 0 0,0-1 0 0 0,0 1 0 0 0,0 0 0 0 0,0 0 0 0 0,0-1 1 0 0,0 1-1 0 0,0 0 0 0 0,0 0 0 0 0,0-1 0 0 0,0 1 0 0 0,0 0 0 0 0,0 0 0 0 0,0-1 0 0 0,0 1 0 0 0,0 0 0 0 0,0-1 0 0 0,0 1 22 0 0,0-1-1 0 0,0 1 0 0 0,0-1 1 0 0,0 1-1 0 0,0-1 0 0 0,0 0 0 0 0,0 1 1 0 0,0-1-1 0 0,0 1 0 0 0,0-1 1 0 0,0 1-1 0 0,0-1 0 0 0,-1 1 0 0 0,1-1 1 0 0,0 1-1 0 0,0 0 0 0 0,-1-1 0 0 0,1 1 1 0 0,0-1-1 0 0,-1 1 0 0 0,1-1 1 0 0,0 1-1 0 0,-1 0 0 0 0,1-1 0 0 0,-1 1 1 0 0,1 0-1 0 0,0 0 0 0 0,-1-1 1 0 0,1 1-1 0 0,-1 0 0 0 0,1 0 0 0 0,-1-1 1 0 0,1 1-1 0 0,-1 0 0 0 0,0 0 1 0 0,-5 0 70 0 0,1 0 1 0 0,-1 0 0 0 0,0 1 0 0 0,0 0 0 0 0,1 0 0 0 0,-1 1 0 0 0,1-1 0 0 0,-1 1 0 0 0,1 0 0 0 0,-1 1-1 0 0,1-1 1 0 0,0 1 0 0 0,0 0 0 0 0,-4 4 0 0 0,-4 2-29 0 0,1 1 0 0 0,1 0 0 0 0,0 1 0 0 0,-11 13-1 0 0,17-17-23 0 0,0 0 0 0 0,0 0 0 0 0,1 0 0 0 0,0 1 0 0 0,-3 9 0 0 0,4-9-17 0 0,-3 13 46 0 0,5-16-73 0 0,0 0 12 0 0,2 0 7 0 0,-2-1-18 0 0,1-2-6 0 0,-1-1 1 0 0,1 1-1 0 0,0-1 0 0 0,0 1 0 0 0,0-1 0 0 0,0 1 0 0 0,0-1 0 0 0,0 1 0 0 0,0-1 0 0 0,1 1 0 0 0,-1-1 0 0 0,0 1 0 0 0,1-1 0 0 0,-1 0 1 0 0,1 1-1 0 0,0-1 0 0 0,0 2 0 0 0,9 14-2 0 0,-10-16-4 0 0,1 1-1 0 0,-1-1 1 0 0,1 0 0 0 0,0 0 0 0 0,0 0-1 0 0,-1 0 1 0 0,1 0 0 0 0,0 0 0 0 0,0 0-1 0 0,0-1 1 0 0,0 1 0 0 0,0 0 0 0 0,0 0 0 0 0,0-1-1 0 0,0 1 1 0 0,1-1 0 0 0,-1 1 0 0 0,2 0-1 0 0,0 0 2 0 0,1 2 17 0 0,1-2 29 0 0,4 1 36 0 0,0-1 0 0 0,0 0 0 0 0,0-1 0 0 0,12-1 0 0 0,-14 0 143 0 0,-3-1 27 0 0,2 0-187 0 0,-1 0 0 0 0,0-1-1 0 0,-1 1 1 0 0,1-1 0 0 0,0-1-1 0 0,-1 1 1 0 0,1 0 0 0 0,-1-1-1 0 0,0 0 1 0 0,-1 0 0 0 0,1 0 0 0 0,4-7-1 0 0,-5 3-221 0 0,0 1-1 0 0,0 0 0 0 0,-1-1 0 0 0,0 0 0 0 0,-1 1 1 0 0,0-1-1 0 0,0 0 0 0 0,0 0 0 0 0,-1 0 1 0 0,-1 0-1 0 0,1 0 0 0 0,-1 1 0 0 0,-2-11 1 0 0,-1 3-855 0 0,0 1 0 0 0,-1-1 1 0 0,0 1-1 0 0,-2 0 0 0 0,1 1 0 0 0,-11-16 1 0 0,2 8-3454 0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31.7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3604 0 0,'14'3'505'0'0,"0"1"0"0"0,-1 0-1 0 0,1 0 1 0 0,-1 2-1 0 0,0-1 1 0 0,0 2-1 0 0,-1 0 1 0 0,0 0 0 0 0,0 1-1 0 0,0 0 1 0 0,19 20-1 0 0,-2 1 246 0 0,-1 2-1 0 0,43 61 0 0 0,-56-71-668 0 0,-1 1 0 0 0,-1 0 0 0 0,-1 2 1 0 0,-1-1-1 0 0,-1 1 0 0 0,-1 1 0 0 0,-1-1 0 0 0,5 28 0 0 0,-10-31-193 0 0,-1 1 0 0 0,0-1 0 0 0,-1 0 0 0 0,-2 1 0 0 0,0-1 0 0 0,-1 1 0 0 0,-1-1 0 0 0,-1 0 0 0 0,-1 0-1 0 0,-9 23 1 0 0,-1-5-314 0 0,-2 0-1 0 0,-2-1 0 0 0,-1-2 1 0 0,-32 45-1 0 0,-61 61-3845 0 0,33-53-687 0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50.21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275 103 2536 0 0,'0'0'1300'0'0,"0"-5"-211"0"0,-8-42 2003 0 0,7 42-2581 0 0,0 1-90 0 0,-21-31 1200 0 0,19 31-1075 0 0,-2 4-408 0 0,-23-3 103 0 0,26 3-229 0 0,1 1 0 0 0,-1-1 0 0 0,0 1 0 0 0,1-1 0 0 0,-1 1-1 0 0,1 0 1 0 0,-1 0 0 0 0,1-1 0 0 0,-1 1 0 0 0,1 0 0 0 0,-1 0 0 0 0,-1 3 0 0 0,0-2 12 0 0,-9 6 20 0 0,-1 1 0 0 0,1 1 0 0 0,1 0 0 0 0,0 1 0 0 0,-11 13 0 0 0,20-22-51 0 0,-9 11 23 0 0,1 0-1 0 0,-13 21 1 0 0,-7 19 89 0 0,25-45-134 0 0,1 1 0 0 0,1 0 0 0 0,0 0 0 0 0,-3 12 0 0 0,6-21 27 0 0,-1 5 4 0 0,0 1 36 0 0,0 19 6 0 0,1-18-4 0 0,2-1-9 0 0,-1-1-35 0 0,1 1 0 0 0,0 0 0 0 0,1 0 0 0 0,-1-1 0 0 0,1 1 0 0 0,0-1 0 0 0,1 0 0 0 0,-1 0 1 0 0,1 0-1 0 0,0 0 0 0 0,0-1 0 0 0,0 1 0 0 0,1-1 0 0 0,5 4 0 0 0,-7-6-4 0 0,3 0-58 0 0,0 0 38 0 0,1-1 0 0 0,-1 1 0 0 0,0-1-1 0 0,1-1 1 0 0,0 1 0 0 0,-1-1 0 0 0,1 0 0 0 0,-1-1-1 0 0,1 1 1 0 0,-1-1 0 0 0,1-1 0 0 0,-1 1-1 0 0,7-3 1 0 0,-4 0 7 0 0,1 0 0 0 0,-1-1-1 0 0,-1 1 1 0 0,1-2 0 0 0,-1 1-1 0 0,0-1 1 0 0,0-1 0 0 0,0 1 0 0 0,-1-1-1 0 0,12-15 1 0 0,-15 17 41 0 0,10-15 33 0 0,-6 2 37 0 0,-4 10-70 0 0,0 0 0 0 0,0-1 1 0 0,-1 0-1 0 0,0 0 0 0 0,0 0 1 0 0,-1 0-1 0 0,0 0 0 0 0,-1-1 1 0 0,0 1-1 0 0,0 0 0 0 0,-1-1 1 0 0,-1 1-1 0 0,1-1 0 0 0,-1 1 1 0 0,-5-18-1 0 0,-6-2-24 0 0,7 24 4 0 0,2 2 1 0 0,2 2 0 0 0,0 0 0 0 0,1 0 0 0 0,-1 0 0 0 0,0 0 0 0 0,0 1 0 0 0,1-1 0 0 0,-1 0 0 0 0,0 0 0 0 0,0 1 0 0 0,0-1 0 0 0,0 1 0 0 0,0-1 0 0 0,0 1 0 0 0,0-1 0 0 0,-2 0 0 0 0,0 0 2 0 0,0-1 0 0 0,-2 1-1 0 0,1 0-17 0 0,1 0 0 0 0,-1 1 1 0 0,0-1-1 0 0,1 1 0 0 0,-1 0 1 0 0,0 0-1 0 0,1 0 0 0 0,-1 1 0 0 0,0-1 1 0 0,1 1-1 0 0,-1 0 0 0 0,0 0 1 0 0,1 0-1 0 0,0 0 0 0 0,-1 1 1 0 0,1-1-1 0 0,0 1 0 0 0,-1 0 0 0 0,1 0 1 0 0,0 0-1 0 0,-3 3 0 0 0,-3 9-432 0 0,1-1 0 0 0,-11 27 0 0 0,18-35-117 0 0,1 1-97 0 0,0-3 495 0 0,2 28-1130 0 0,9-7-2409 0 0,4-6-36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50.56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92 48 2380 0 0,'-1'-4'1052'0'0,"-2"-2"-921"0"0,-7-31 4809 0 0,10 37-4934 0 0,0 0 1 0 0,0 0 0 0 0,0 1-1 0 0,0-1 1 0 0,-1 0-1 0 0,1 1 1 0 0,0-1-1 0 0,0 0 1 0 0,0 0 0 0 0,0 1-1 0 0,0-1 1 0 0,0 0-1 0 0,0 0 1 0 0,0 1 0 0 0,-1-1-1 0 0,1 0 1 0 0,0 0-1 0 0,0 1 1 0 0,0-1 0 0 0,-1 0-1 0 0,1 0 1 0 0,0 0-1 0 0,0 0 1 0 0,-1 1-1 0 0,1-1 1 0 0,0 0 0 0 0,0 0-1 0 0,-1 0 1 0 0,1 0-1 0 0,0 0 1 0 0,0 0 0 0 0,-1 0-1 0 0,1 1 1 0 0,0-1-1 0 0,-1 0 1 0 0,1 0 6 0 0,-1 0-1 0 0,0 0 1 0 0,1 0-1 0 0,-1 1 1 0 0,1-1 0 0 0,-1 0-1 0 0,0 1 1 0 0,1-1-1 0 0,-1 0 1 0 0,1 1 0 0 0,-1-1-1 0 0,1 0 1 0 0,-1 1-1 0 0,1-1 1 0 0,-1 1 0 0 0,1-1-1 0 0,0 1 1 0 0,-1 0 0 0 0,1-1-1 0 0,0 1 1 0 0,-1-1-1 0 0,1 1 1 0 0,0-1 0 0 0,0 1-1 0 0,0 0 1 0 0,-1-1-1 0 0,1 1 1 0 0,0 0 0 0 0,0-1-1 0 0,0 2 1 0 0,-26 236 640 0 0,19-179-719 0 0,1-29 64 0 0,-1 1-148 0 0,-4 47 0 0 0,10-59-55 0 0,1-14-138 0 0,1-1-172 0 0,0-3 277 0 0,0 1 0 0 0,0 0 0 0 0,0-1 0 0 0,0 1 0 0 0,1-1-1 0 0,-1 0 1 0 0,0 1 0 0 0,1-1 0 0 0,-1 0 0 0 0,1 0 0 0 0,-1 0 0 0 0,1 0 0 0 0,-1 0 0 0 0,1 0 0 0 0,0 0 0 0 0,-1-1 0 0 0,1 1 0 0 0,0 0 0 0 0,0-1 0 0 0,0 0 0 0 0,2 1 0 0 0,2 0-2838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51.16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117 428 2452 0 0,'1'-3'544'0'0,"0"0"0"0"0,-1 0-1 0 0,1 0 1 0 0,0 0 0 0 0,-1 0 0 0 0,0-1-1 0 0,0 1 1 0 0,0 0 0 0 0,0-6-1 0 0,-1-5 695 0 0,-4 14-1085 0 0,-16 0-21 0 0,16 0-13 0 0,5 1-110 0 0,-1 0-1 0 0,1-1 1 0 0,0 1 0 0 0,0-1-1 0 0,0 1 1 0 0,0-1 0 0 0,-1 1-1 0 0,1-1 1 0 0,0 0 0 0 0,-1 1-1 0 0,1-1 1 0 0,0 1 0 0 0,-1-1-1 0 0,1 0 1 0 0,0 1 0 0 0,-1-1 0 0 0,1 1-1 0 0,-1-1 1 0 0,1 0 0 0 0,0 0-1 0 0,-2 1 1 0 0,-10 10 165 0 0,0 8-41 0 0,1 0 1 0 0,1 1 0 0 0,-9 25-1 0 0,17-41-39 0 0,-3 16 11 0 0,3-15-88 0 0,1 0 47 0 0,0-1-18 0 0,-2 1-33 0 0,1 2-10 0 0,5 29 106 0 0,-2-31-104 0 0,1-2 7 0 0,6 9 0 0 0,-6-9 20 0 0,4-3-162 0 0,16 1 76 0 0,-17-1 11 0 0,0-1 21 0 0,2-3 18 0 0,1-1 0 0 0,-1 1 0 0 0,0-1 0 0 0,0 0-1 0 0,-1-1 1 0 0,1 1 0 0 0,-1-1 0 0 0,-1-1 0 0 0,1 1 0 0 0,-1-1 0 0 0,0 0 0 0 0,0 0 0 0 0,-1-1 0 0 0,0 1-1 0 0,-1-1 1 0 0,5-11 0 0 0,4-17-3 0 0,-2 0-1 0 0,10-56 0 0 0,-9 20 293 0 0,-4-1 1 0 0,-1-83-1 0 0,-6 151-187 0 0,0 0-34 0 0,-1-14 154 0 0,-6 35 243 0 0,5-13-452 0 0,1 1-1 0 0,0 0 1 0 0,0 0 0 0 0,0-1-1 0 0,0 1 1 0 0,1 0 0 0 0,0 0-1 0 0,-1 0 1 0 0,2 6 0 0 0,-1 4-1 0 0,-25 218 186 0 0,-1 13-80 0 0,26-213-275 0 0,2-3-124 0 0,5 38-804 0 0,-5-59-4 0 0,0 1-1 0 0,0-1 1 0 0,7 15 0 0 0,-7-19-1398 0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51.42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51 2356 0 0,'0'0'4558'0'0,"3"-2"-4161"0"0,2-1-211 0 0,0 1 0 0 0,0 0 0 0 0,0 0 0 0 0,1 1 0 0 0,-1-1 0 0 0,0 1 0 0 0,1 0 0 0 0,8 0 0 0 0,54 1 265 0 0,-22 1-243 0 0,145-19-1345 0 0,-185 17 645 0 0,0 0-1 0 0,0-1 0 0 0,0 0 0 0 0,0 0 1 0 0,6-3-1 0 0,-7 2 68 0 0,-1 2-1455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51.79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 0 1932 0 0,'0'0'2993'0'0,"-3"3"-2482"0"0,2-2-421 0 0,-1 1 0 0 0,1-1 0 0 0,0 0 0 0 0,0 1 0 0 0,0-1 0 0 0,0 1 0 0 0,0-1 0 0 0,0 1 0 0 0,0 0 0 0 0,0-1 0 0 0,1 1 0 0 0,-1 0 0 0 0,1-1 0 0 0,-1 1-1 0 0,1 0 1 0 0,0 0 0 0 0,-1-1 0 0 0,1 1 0 0 0,0 0 0 0 0,0 3 0 0 0,1 0 232 0 0,1-1-234 0 0,27 30-81 0 0,-25-31 58 0 0,0-1 41 0 0,12 8-27 0 0,-12-8 22 0 0,-2-1-83 0 0,-1 0 0 0 0,1 0 1 0 0,0 0-1 0 0,0 0 1 0 0,-1-1-1 0 0,1 1 0 0 0,0-1 1 0 0,0 0-1 0 0,0 1 0 0 0,2-1 1 0 0,0 1 257 0 0,2 0-87 0 0,14 3 19 0 0,-14-4 866 0 0,-1 0-761 0 0,17 0-34 0 0,-16 0 1603 0 0,-8 5-1823 0 0,0-1-1 0 0,0 1 0 0 0,-1-1 0 0 0,1 0 1 0 0,-1 0-1 0 0,0 0 0 0 0,0-1 0 0 0,-1 1 1 0 0,-5 5-1 0 0,9-9-56 0 0,-12 12-6 0 0,1 1 1 0 0,1 0 0 0 0,0 1 0 0 0,1 0 0 0 0,0 0-1 0 0,1 1 1 0 0,1 0 0 0 0,-10 31 0 0 0,15-41-859 0 0,1 1-1 0 0,0 0 1 0 0,1-1 0 0 0,-1 1 0 0 0,1 0 0 0 0,0 0-1 0 0,1 7 1 0 0,-1-8 257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53.2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266 25 2760 0 0,'-16'-11'1086'0'0,"12"9"-212"0"0,-1 0-286 0 0,-16-6 61 0 0,16 7-82 0 0,-3 0-422 0 0,1 2 0 0 0,-1-1 0 0 0,1 1 0 0 0,-1 0 0 0 0,1 1 0 0 0,-1 0 0 0 0,1 0 0 0 0,0 0 0 0 0,0 1 0 0 0,0 0 1 0 0,0 1-1 0 0,1-1 0 0 0,-1 1 0 0 0,1 1 0 0 0,0-1 0 0 0,0 1 0 0 0,0 0 0 0 0,1 0 0 0 0,0 1 0 0 0,0 0 0 0 0,0 0 0 0 0,-4 7 0 0 0,-2 1 7 0 0,7-9-96 0 0,-1 1-1 0 0,2 0 1 0 0,-1 0-1 0 0,0 0 0 0 0,1 0 1 0 0,-3 10-1 0 0,2-6-30 0 0,0 1-1 0 0,1-1 1 0 0,0 1 0 0 0,1 0-1 0 0,0 0 1 0 0,1 0-1 0 0,0 0 1 0 0,1 0-1 0 0,0 0 1 0 0,1 0 0 0 0,0 0-1 0 0,0 0 1 0 0,4 11-1 0 0,-1-12-12 0 0,16 20-16 0 0,-15-25-1 0 0,0-2 4 0 0,-3-1 2 0 0,1 1 1 0 0,0-1-1 0 0,0 1 0 0 0,0-1 0 0 0,0 0 0 0 0,1-1 0 0 0,-1 1 0 0 0,1 0 1 0 0,-1-1-1 0 0,1 0 0 0 0,-1 0 0 0 0,1 0 0 0 0,4 0 0 0 0,1-1 10 0 0,0 0-1 0 0,0-1 0 0 0,0-1 0 0 0,0 1 0 0 0,0-1 1 0 0,0-1-1 0 0,0 0 0 0 0,-1 0 0 0 0,1-1 0 0 0,-1 0 1 0 0,0 0-1 0 0,13-9 0 0 0,-12 5 31 0 0,1-1 1 0 0,-1 0-1 0 0,0 0 1 0 0,0 0-1 0 0,-1-1 1 0 0,-1-1-1 0 0,0 1 0 0 0,0-1 1 0 0,-1 0-1 0 0,0-1 1 0 0,-1 1-1 0 0,0-1 1 0 0,-1 0-1 0 0,5-25 0 0 0,-8 31-17 0 0,-1-1-1 0 0,1 0 1 0 0,-1 0-1 0 0,-1 1 1 0 0,1-1-1 0 0,-3-8 1 0 0,2 4 11 0 0,0 7-25 0 0,0 1 0 0 0,0 0 0 0 0,0 0 1 0 0,0 0-1 0 0,0 0 0 0 0,-1 0 0 0 0,1 0 0 0 0,-1 0 1 0 0,0 0-1 0 0,0 1 0 0 0,-4-6 0 0 0,2 4 4 0 0,4 3-11 0 0,-1 0 0 0 0,0 0 1 0 0,0 0-1 0 0,0 0 0 0 0,0 0 0 0 0,-1 0 0 0 0,1 0 0 0 0,0 1 0 0 0,0-1 0 0 0,-1 0 0 0 0,1 1 0 0 0,0-1 0 0 0,0 1 0 0 0,-1-1 0 0 0,1 1 0 0 0,-1-1 0 0 0,-1 1 0 0 0,-1-1 4 0 0,-1-1 7 0 0,0 3-14 0 0,-1 0-11 0 0,0 1 0 0 0,0 0 0 0 0,0 1 0 0 0,0-1 0 0 0,1 1 0 0 0,0 0 0 0 0,-1 0 0 0 0,1 1 0 0 0,0-1 0 0 0,0 1 0 0 0,1 0 0 0 0,-1 1 0 0 0,1-1 0 0 0,0 1 0 0 0,0 0 0 0 0,1 0 0 0 0,-1 0 0 0 0,1 0 0 0 0,-5 10 0 0 0,7-11-225 0 0,-1 22-307 0 0,2-21 23 0 0,2-1 94 0 0,1 0 213 0 0,-1 0 0 0 0,1 0 0 0 0,0-1 0 0 0,0 0 0 0 0,0 1 0 0 0,1-1 0 0 0,3 2 0 0 0,-4-3-479 0 0,3-1-64 0 0,-1 0 631 0 0,1 0-333 0 0,1 0 0 0 0,0-1 1 0 0,-1 0-1 0 0,1 0 0 0 0,-1 0 1 0 0,1-1-1 0 0,0 0 1 0 0,7-2-1 0 0,16-5-2089 0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53.52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1 155 2084 0 0,'7'-19'1015'0'0,"0"1"0"0"0,-1-1 1 0 0,-1-1-1 0 0,3-21 0 0 0,-7 36-816 0 0,-1 1 329 0 0,1-1-58 0 0,1-13-56 0 0,-1 13 1780 0 0,-2 11-2027 0 0,-3 63 171 0 0,3 64-119 0 0,5 266-86 0 0,-4-389-241 0 0,1 0-1 0 0,1-1 1 0 0,0 1 0 0 0,0 0 0 0 0,4 9-1 0 0,-5-13 8 0 0,0-4-38 0 0,0 1 0 0 0,0-1 0 0 0,1 0 0 0 0,-1 1-1 0 0,0-1 1 0 0,1 0 0 0 0,-1 0 0 0 0,1 0 0 0 0,0 0 0 0 0,0 0 0 0 0,-1 0 0 0 0,1-1-1 0 0,0 1 1 0 0,1 0 0 0 0,-1-1 0 0 0,3 2 0 0 0,-4-3 84 0 0,2 2-757 0 0,3-2-89 0 0,51-9-2939 0 0,-52 7 782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54.09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123 604 2520 0 0,'36'-87'4883'0'0,"-34"83"-4243"0"0,-1-2-83 0 0,0-49 1785 0 0,-24 47-1966 0 0,19 10-272 0 0,-5 5-51 0 0,0-1-1 0 0,1 1 1 0 0,0 1-1 0 0,0-1 1 0 0,0 1-1 0 0,-10 16 1 0 0,2 0 62 0 0,-17 32 0 0 0,25-43-30 0 0,6-8-83 0 0,-4 28 71 0 0,5-31-73 0 0,1 0 0 0 0,-1 1 0 0 0,1-1 0 0 0,0 0 0 0 0,0 0 0 0 0,0 0 0 0 0,0 1 0 0 0,0-1 0 0 0,0 0 0 0 0,1 4 0 0 0,1 0-1 0 0,-2 0 2 0 0,2-2 4 0 0,0-1-8 0 0,0 0 1 0 0,0 0-1 0 0,1-1 0 0 0,-1 1 0 0 0,1-1 1 0 0,0 1-1 0 0,0-1 0 0 0,0 0 1 0 0,3 2-1 0 0,-2-2-55 0 0,3-2-82 0 0,-3 1 139 0 0,1-1-15 0 0,-1 0 0 0 0,1 0 1 0 0,0 0-1 0 0,0-1 1 0 0,-1 1-1 0 0,1-1 0 0 0,0 0 1 0 0,-1-1-1 0 0,1 1 1 0 0,8-5-1 0 0,-4 1 7 0 0,0 0 0 0 0,0-1-1 0 0,0 0 1 0 0,-1 0 0 0 0,0-1-1 0 0,0 0 1 0 0,-1-1 0 0 0,0 1 0 0 0,0-2-1 0 0,9-15 1 0 0,-6 8 8 0 0,-2 0 1 0 0,0-1-1 0 0,-1-1 0 0 0,-1 1 1 0 0,6-29-1 0 0,-2-9 115 0 0,-3 0 0 0 0,-2-1 1 0 0,-4-60-1 0 0,-2 67 235 0 0,-12-79 1 0 0,12 123-158 0 0,0 0-153 0 0,1 5-29 0 0,0-1 0 0 0,0 0 0 0 0,0 1 0 0 0,0-1 0 0 0,0 0-1 0 0,0 1 1 0 0,0-1 0 0 0,0 0 0 0 0,0 1 0 0 0,0-1 0 0 0,-1 1 0 0 0,1-1 0 0 0,0 0 0 0 0,0 1 0 0 0,-1-1 0 0 0,1 1 0 0 0,0-1 0 0 0,-1 0 0 0 0,1 1-1 0 0,-1-1 1 0 0,1 1 0 0 0,0-1 0 0 0,-1 1 0 0 0,1 0 0 0 0,-1-1 0 0 0,1 1 0 0 0,-1-1 0 0 0,0 1 0 0 0,1 0 0 0 0,-1-1 0 0 0,-9 18 104 0 0,-4 37 7 0 0,-37 366-181 0 0,41-319 110 0 0,5 190-1788 0 0,5-285 1213 0 0,0-5 480 0 0,0-1 0 0 0,0 1 0 0 0,0 0 0 0 0,0 0 0 0 0,0 0 0 0 0,0-1 0 0 0,0 1 0 0 0,0 0 0 0 0,0 0 0 0 0,1-1 0 0 0,-1 1 0 0 0,0 0-1 0 0,0 0 1 0 0,1-1 0 0 0,-1 1 0 0 0,0 0 0 0 0,2 1 0 0 0,-2-2-28 0 0,1 1 0 0 0,-1 0 1 0 0,0-1-1 0 0,1 1 0 0 0,-1 0 0 0 0,0-1 0 0 0,1 1 0 0 0,-1 0 0 0 0,0 0 0 0 0,0-1 1 0 0,0 1-1 0 0,0 0 0 0 0,1 0 0 0 0,-1 0 0 0 0,0-1 0 0 0,0 1 0 0 0,-1 1 1 0 0,1-1 21 0 0,0-1 0 0 0,0 1 0 0 0,1-1 0 0 0,-1 0 0 0 0,0 1 1 0 0,0-1-1 0 0,0 0 0 0 0,0 1 0 0 0,0-1 0 0 0,1 0 0 0 0,-1 1 1 0 0,0-1-1 0 0,0 0 0 0 0,1 1 0 0 0,-1-1 0 0 0,0 0 0 0 0,1 1 1 0 0,-1-1-1 0 0,0 0 0 0 0,1 0 0 0 0,-1 0 0 0 0,0 1 1 0 0,1-1-1 0 0,-1 0 0 0 0,0 0 0 0 0,1 0 0 0 0,0 0 0 0 0,-1 1-114 0 0,1-1-1 0 0,-1 0 1 0 0,1 0-1 0 0,-1 0 1 0 0,0 0-1 0 0,1 1 1 0 0,-1-1-1 0 0,1 0 1 0 0,-1 0-1 0 0,0 1 1 0 0,1-1-1 0 0,-1 0 1 0 0,0 1-1 0 0,1-1 1 0 0,-1 0-1 0 0,0 1 1 0 0,0-1-1 0 0,1 1 1 0 0,-1-1-1 0 0,0 0 1 0 0,0 1-1 0 0,1-1 1 0 0,-1 1 0 0 0,0 0-1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54.4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52 2900 0 0,'0'0'8110'0'0,"7"0"-7951"0"0,56-1 568 0 0,93-14-1 0 0,-58-6-1951 0 0,-92 19 532 0 0,-3 0-243 0 0,12-7-243 0 0,-11 7-329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54.80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60 1 3544 0 0,'0'0'4871'0'0,"-5"1"-4399"0"0,-12 5-67 0 0,12-5 250 0 0,-2 19-216 0 0,6-15-232 0 0,2-1-122 0 0,3 15-5 0 0,-2-15-18 0 0,0 0-10 0 0,4 4-27 0 0,0-1-1 0 0,1 0 1 0 0,0-1 0 0 0,0 1-1 0 0,12 6 1 0 0,-16-11-12 0 0,3 1 0 0 0,16 5-9 0 0,-17-6-48 0 0,1-1 39 0 0,15 1 17 0 0,-16-1 87 0 0,1-1 22 0 0,17 0 49 0 0,-17 0 1673 0 0,-2 6-1695 0 0,-4-6-144 0 0,0 0 0 0 0,1 1 0 0 0,-1-1 0 0 0,1 0 0 0 0,-1 1 0 0 0,0-1-1 0 0,1 0 1 0 0,-1 1 0 0 0,0-1 0 0 0,1 0 0 0 0,-1 1 0 0 0,0-1 0 0 0,1 1 0 0 0,-1-1-1 0 0,0 1 1 0 0,0-1 0 0 0,0 0 0 0 0,1 1 0 0 0,-1-1 0 0 0,0 1 0 0 0,0-1-1 0 0,0 1 1 0 0,0-1 0 0 0,0 1 0 0 0,0-1 0 0 0,0 1 0 0 0,0-1 0 0 0,0 1-1 0 0,0-1 1 0 0,0 1 0 0 0,0-1 0 0 0,-1 2 0 0 0,-39 47-407 0 0,-34 56-1 0 0,4 4-7267 0 0,56-86 2667 0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56.33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213 187 3104 0 0,'0'0'916'0'0,"-3"-3"8"0"0,1 1-848 0 0,1 1 0 0 0,-1 0 0 0 0,0 0 0 0 0,1 0 0 0 0,-1 0 0 0 0,0 0 1 0 0,0 0-1 0 0,0 0 0 0 0,0 0 0 0 0,0 1 0 0 0,0-1 0 0 0,0 1 0 0 0,0-1 0 0 0,0 1 0 0 0,0 0 0 0 0,0 0 0 0 0,0 0 0 0 0,0 0 0 0 0,-1 0 0 0 0,1 1 0 0 0,0-1 0 0 0,0 0 0 0 0,0 1 0 0 0,0 0 0 0 0,0-1 0 0 0,0 1 0 0 0,-2 2 0 0 0,-9 6 17 0 0,1 1 0 0 0,0 0 0 0 0,1 1 0 0 0,0 0 0 0 0,0 1 1 0 0,1 0-1 0 0,1 0 0 0 0,0 1 0 0 0,1 0 0 0 0,0 1 0 0 0,1 0 0 0 0,1 0 1 0 0,0 1-1 0 0,1 0 0 0 0,1 0 0 0 0,-4 19 0 0 0,7-26-77 0 0,0 0 0 0 0,1-1 0 0 0,0 1 0 0 0,0 0 0 0 0,1 0 0 0 0,0 0-1 0 0,2 9 1 0 0,-1-10-16 0 0,1 5 12 0 0,13 29 4 0 0,-10-33-14 0 0,0-4-1 0 0,-4 0 3 0 0,1 0 0 0 0,0-1 0 0 0,0 0 0 0 0,0 0 0 0 0,0 0 0 0 0,1 0-1 0 0,-1 0 1 0 0,1-1 0 0 0,0 1 0 0 0,0-1 0 0 0,0 0 0 0 0,0 0 0 0 0,0 0 0 0 0,0-1 0 0 0,0 0 0 0 0,1 1-1 0 0,7 0 1 0 0,0-2 8 0 0,-1 1 0 0 0,1-2 0 0 0,-1 0 0 0 0,22-4 0 0 0,-31 5-7 0 0,10-3 74 0 0,0 0-1 0 0,-1-1 1 0 0,1-1 0 0 0,-1 0 0 0 0,1 0-1 0 0,-2-1 1 0 0,1-1 0 0 0,-1 0 0 0 0,0 0 0 0 0,0-1-1 0 0,-1 0 1 0 0,0-1 0 0 0,0 0 0 0 0,-1 0 0 0 0,0-1-1 0 0,-1 0 1 0 0,0 0 0 0 0,6-12 0 0 0,-8 9 2 0 0,1 0 0 0 0,-2-1 0 0 0,0 0 0 0 0,0 0 0 0 0,-1 0 0 0 0,-1 0 0 0 0,-1 0 0 0 0,0-1 0 0 0,0 1 0 0 0,-2-1 0 0 0,-2-21 0 0 0,2 30-14 0 0,2 3-53 0 0,-1 1 1 0 0,0 0-1 0 0,-1-1 1 0 0,1 1-1 0 0,0 0 1 0 0,-1 0-1 0 0,1-1 1 0 0,-1 1-1 0 0,0 0 1 0 0,0 0-1 0 0,1 0 1 0 0,-3-3-1 0 0,-5-9 133 0 0,7 10-113 0 0,-1 0 1 0 0,0 0-1 0 0,-1 1 1 0 0,1-1 0 0 0,-1 1-1 0 0,1 0 1 0 0,-1-1-1 0 0,0 1 1 0 0,0 0 0 0 0,-1 1-1 0 0,1-1 1 0 0,0 0-1 0 0,-7-3 1 0 0,7 6-24 0 0,0-1 0 0 0,0 0 1 0 0,0 1-1 0 0,0 0 0 0 0,0-1 0 0 0,0 1 1 0 0,0 0-1 0 0,0 1 0 0 0,0-1 0 0 0,0 0 1 0 0,0 1-1 0 0,0 0 0 0 0,0 0 0 0 0,0 0 1 0 0,0 0-1 0 0,0 0 0 0 0,0 0 0 0 0,1 1 1 0 0,-1-1-1 0 0,1 1 0 0 0,-1 0 0 0 0,1 0 1 0 0,-1 0-1 0 0,1 0 0 0 0,-2 3 0 0 0,-4 1 0 0 0,3-2-10 0 0,0 0-1 0 0,0 0 1 0 0,0 1-1 0 0,1-1 1 0 0,0 1-1 0 0,-6 8 0 0 0,-19 34-4 0 0,26-40-11 0 0,2-5 3 0 0,0-1-1 0 0,1 1 0 0 0,-1 0 1 0 0,0-1-1 0 0,1 1 1 0 0,-1 0-1 0 0,0-1 0 0 0,1 1 1 0 0,0 0-1 0 0,0 0 1 0 0,-1 0-1 0 0,1 2 0 0 0,0 1-34 0 0,-1 0-139 0 0,2 2-50 0 0,-1-4 211 0 0,0 0-49 0 0,0 0 1 0 0,0 0-1 0 0,0 1 1 0 0,1-1-1 0 0,-1 0 0 0 0,1 0 1 0 0,-1 0-1 0 0,1 0 1 0 0,0 0-1 0 0,1 0 0 0 0,-1 0 1 0 0,0 0-1 0 0,1 0 1 0 0,0 0-1 0 0,0-1 0 0 0,-1 1 1 0 0,4 3-1 0 0,-1-3-99 0 0,1 0 0 0 0,-1 0 0 0 0,1-1 0 0 0,-1 0 0 0 0,1 1 0 0 0,0-1-1 0 0,-1-1 1 0 0,1 1 0 0 0,0-1 0 0 0,0 0 0 0 0,1 0 0 0 0,-1 0 0 0 0,7-1 0 0 0,0 0-133 0 0,1-1 0 0 0,-1-1 0 0 0,0 0 0 0 0,0-1 1 0 0,16-5-1 0 0,-16 3 266 0 0,0 1 0 0 0,0-2 0 0 0,-1 0 0 0 0,1 0 0 0 0,-2-1 0 0 0,1 0 0 0 0,-1-1 0 0 0,0 0 0 0 0,0-1 0 0 0,-1 0 0 0 0,0 0 0 0 0,-1-1 0 0 0,0 0 0 0 0,-1-1 0 0 0,10-17 0 0 0,-5 5 575 0 0,-2-1 0 0 0,0 0 0 0 0,-2 0 0 0 0,0-1 1 0 0,-2 0-1 0 0,5-40 0 0 0,-10 61-123 0 0,-1-2-28 0 0,0-16-38 0 0,0 17 806 0 0,-2 9-1159 0 0,-4 10 64 0 0,2 0-1 0 0,0 1 1 0 0,1 0-1 0 0,0 0 0 0 0,1 0 1 0 0,1 0-1 0 0,1 16 1 0 0,-4 20 8 0 0,0-13-107 0 0,-9 157 240 0 0,13-173-376 0 0,1 1 0 0 0,1 0-1 0 0,0 0 1 0 0,2-1 0 0 0,1 0 0 0 0,9 28-1 0 0,1-25-583 0 0,-11-19 591 0 0,-3-5 103 0 0,0 1 1 0 0,0-1 0 0 0,0 1-1 0 0,0-1 1 0 0,0 1-1 0 0,0-1 1 0 0,0 0-1 0 0,1 0 1 0 0,-1 1-1 0 0,0-1 1 0 0,1 0 0 0 0,-1 0-1 0 0,1 0 1 0 0,-1 0-1 0 0,3 0 1 0 0,1 2-160 0 0,-2-1 14 0 0,0 0 0 0 0,0-1 1 0 0,0 1-1 0 0,0-1 0 0 0,1 0 0 0 0,-1 0 0 0 0,0 0 1 0 0,0 0-1 0 0,1 0 0 0 0,-1-1 0 0 0,1 1 1 0 0,-1-1-1 0 0,1 0 0 0 0,-1 0 0 0 0,4-1 1 0 0,-3 1 101 0 0,-1 0-56 0 0,0 0 0 0 0,0 0 0 0 0,0 0 1 0 0,-1 0-1 0 0,1-1 0 0 0,0 1 0 0 0,0-1 0 0 0,0 0 0 0 0,-1 0 1 0 0,1 0-1 0 0,4-2 0 0 0,2-2-435 0 0,18-6-2168 0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56.85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141 588 2028 0 0,'5'-12'857'0'0,"-1"-1"-1"0"0,6-21 0 0 0,-9 29-585 0 0,0 0-1 0 0,-1 1 1 0 0,1-1-1 0 0,-1 0 1 0 0,0 0 0 0 0,-1 0-1 0 0,1 1 1 0 0,-1-1-1 0 0,0 0 1 0 0,0 0-1 0 0,-2-5 1 0 0,2 6 201 0 0,-2 1-17 0 0,0 0-279 0 0,0 0 1 0 0,0 0-1 0 0,-1 0 1 0 0,1 0-1 0 0,-1 1 0 0 0,1 0 1 0 0,-8-4-1 0 0,7 5 85 0 0,0 2-36 0 0,-2 1-169 0 0,0 1 0 0 0,1 0 1 0 0,-1 0-1 0 0,1 0 0 0 0,-1 1 1 0 0,1 0-1 0 0,0 0 0 0 0,0 0 1 0 0,1 1-1 0 0,0-1 0 0 0,-1 1 1 0 0,1 0-1 0 0,1 0 0 0 0,-1 1 0 0 0,1-1 1 0 0,0 1-1 0 0,0 0 0 0 0,1-1 1 0 0,-1 1-1 0 0,-1 8 0 0 0,0-1-38 0 0,0 0-1 0 0,1 1 0 0 0,0-1 0 0 0,1 1 1 0 0,1 0-1 0 0,0 0 0 0 0,1-1 0 0 0,3 26 1 0 0,-2-35-27 0 0,0 1 0 0 0,0-1 0 0 0,1 0 1 0 0,0 0-1 0 0,0 0 0 0 0,0 0 0 0 0,0 0 0 0 0,0-1 1 0 0,1 1-1 0 0,0-1 0 0 0,0 1 0 0 0,0-1 0 0 0,0 0 1 0 0,0 0-1 0 0,5 3 0 0 0,-5-4-87 0 0,3-1-17 0 0,0 0 76 0 0,0 0 0 0 0,0 0 0 0 0,0-1 0 0 0,0 0 0 0 0,0 0 0 0 0,-1 0 0 0 0,1-1 0 0 0,0 0 0 0 0,0 0 0 0 0,0 0 0 0 0,0-1 0 0 0,-1 0 0 0 0,1 0 0 0 0,6-3 0 0 0,-6 1 18 0 0,1 0 3 0 0,0-1 0 0 0,0 1 0 0 0,-1-1 0 0 0,1-1 0 0 0,-1 1 0 0 0,0-1 0 0 0,-1 0 0 0 0,1 0 0 0 0,6-12 0 0 0,-2-1 38 0 0,-1 1 0 0 0,-1-2 0 0 0,0 1 0 0 0,-2-1 0 0 0,0 0 0 0 0,-2-1 1 0 0,0 1-1 0 0,-1-1 0 0 0,0-30 0 0 0,-2-31 371 0 0,-11-89 0 0 0,3 82-106 0 0,5 66 36 0 0,-10-45 1 0 0,10 64-128 0 0,1 10-119 0 0,-9 36 3 0 0,2 0 0 0 0,-3 72 0 0 0,6 94-19 0 0,5-186-84 0 0,4 157 186 0 0,-1-143-477 0 0,1 0 0 0 0,17 68-1 0 0,-19-94-114 0 0,1-1 0 0 0,0 0 0 0 0,1 0 0 0 0,-1-1-1 0 0,2 1 1 0 0,-1-1 0 0 0,1 0 0 0 0,0 0-1 0 0,12 13 1 0 0,-14-17-707 0 0,-2-4 925 0 0,1 0 0 0 0,-1 1 0 0 0,0-1 0 0 0,1 0 0 0 0,-1 1 0 0 0,0 0 0 0 0,0-1 0 0 0,1 1 0 0 0,-1 0 0 0 0,0-1 0 0 0,0 1 0 0 0,2 2 0 0 0,-1-1-496 0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57.11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43 2944 0 0,'0'0'5387'0'0,"1"-4"-4955"0"0,4-12-84 0 0,-4 11 199 0 0,4 5-325 0 0,55 2 249 0 0,-29-1-394 0 0,47 3-112 0 0,132-11 0 0 0,-146-2-1401 0 0,-58 9 735 0 0,-1-2-104 0 0,2 0 440 0 0,4-1 26 0 0,1 1-3526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14:57.43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65 22 988 0 0,'-22'-12'891'0'0,"18"10"588"0"0,0-1-869 0 0,3 3-478 0 0,1 0-1 0 0,-1-1 0 0 0,1 1 1 0 0,-1-1-1 0 0,1 1 0 0 0,-1 0 1 0 0,1-1-1 0 0,-1 1 0 0 0,0 0 0 0 0,1-1 1 0 0,-1 1-1 0 0,1 0 0 0 0,-1 0 1 0 0,0 0-1 0 0,1 0 0 0 0,-1 0 1 0 0,0 0-1 0 0,1-1 0 0 0,-1 2 1 0 0,0-1-1 0 0,1 0 0 0 0,-1 0 1 0 0,0 0-1 0 0,0 0 0 0 0,5 17 1055 0 0,-2-13-999 0 0,2-1 74 0 0,11 5-70 0 0,-12-6-47 0 0,2 0-24 0 0,14 5-12 0 0,-15-6-2 0 0,1 0 4 0 0,47 5 789 0 0,-46-6 122 0 0,-1 0-782 0 0,22 3 1115 0 0,-29 3-1164 0 0,-6 13-103 0 0,-1 0-1 0 0,0-1 0 0 0,-2 0 1 0 0,0-1-1 0 0,-18 21 1 0 0,-22 36-1943 0 0,12-15-4575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3:57:22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13 1124 0 0,'-58'-5'-200'0'0,"4"1"-140"0"0,-1 1-204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3968 0 0,'0'0'9213'0'0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2772 0 0,'0'0'12733'0'0,"2"5"-12469"0"0,96 321 2341 0 0,-92-306-2601 0 0,5 29 4 0 0,33 212 1093 0 0,-43-256-1016 0 0,17 114 405 0 0,-15-99-361 0 0,13 223 947 0 0,-12-149-676 0 0,-3-29-243 0 0,0-7 63 0 0,1 16-116 0 0,4 74-9 0 0,-4-103-92 0 0,0 1 32 0 0,1 0-16 0 0,16 341 542 0 0,-10-243-283 0 0,-9-139-260 0 0,0 1 0 0 0,5 52 58 0 0,-5-54-33 0 0,0 4 25 0 0,-1 20-21 0 0,0-21-3 0 0,2 0-17 0 0,1 21 8 0 0,-1-21 16 0 0,-1 0 10 0 0,-3 61 73 0 0,2-61-125 0 0,1 27 36 0 0,0-27 38 0 0,0 0-73 0 0,-1 60-28 0 0,3 17 86 0 0,-1 194 319 0 0,-3-138-242 0 0,6-24-106 0 0,1-36 16 0 0,-1 17-127 0 0,-4-90 82 0 0,0-1-12 0 0,0 35-4 0 0,1 25 40 0 0,-1-60-10 0 0,1 1-8 0 0,0 59 33 0 0,-1-54-43 0 0,2 6 22 0 0,-2 20 65 0 0,0-32-108 0 0,0 1-3 0 0,1 19 3 0 0,0-19 5 0 0,-1-1 5 0 0,1 20 10 0 0,-1-19 0 0 0,0-1-14 0 0,6 91 11 0 0,-5-72 6 0 0,-1-21-8 0 0,0 3 0 0 0,2 327 2 0 0,0-181 4 0 0,-2-89-9 0 0,2 198-76 0 0,-2-154 93 0 0,0-48-49 0 0,0-6 40 0 0,1 30 3 0 0,-1-37 2 0 0,8 189 24 0 0,-6-180-53 0 0,8 104 45 0 0,24 166 214 0 0,15 181-248 0 0,-24-173-54 0 0,-10 44 12 0 0,10 126 35 0 0,40 410 24 0 0,-36-309-33 0 0,-23 178-198 0 0,-7-580 143 0 0,40 667-164 0 0,-35-821 222 0 0,-2-39 18 0 0,0 28-19 0 0,-2-4 10 0 0,1-6 0 0 0,7 47 11 0 0,-5-25-1 0 0,2 36-20 0 0,5 69 0 0 0,-2-61 22 0 0,0 31-29 0 0,12 96 88 0 0,-15-157-40 0 0,28 178-80 0 0,-21-195 39 0 0,4 44-48 0 0,-13-71 62 0 0,-2-15-1 0 0,0-1-18 0 0,8 37 104 0 0,-8-37 41 0 0,23-10-509 0 0,-19 5 326 0 0,0-1-133 0 0,13-5 60 0 0,-13 5-16 0 0,1 0-29 0 0,2-1 73 0 0,153-51-1038 0 0,975-151 542 0 0,-983 185 375 0 0,636-69-878 0 0,-299 27 703 0 0,-327 37 388 0 0,999-113-461 0 0,57 57-184 0 0,-502 29 397 0 0,-329 20 224 0 0,-176 15 23 0 0,269-15-30 0 0,-35 10 0 0 0,46 0-45 0 0,104-1-15 0 0,715-28-97 0 0,136-30 187 0 0,-870 55-27 0 0,-230 13 70 0 0,-341 12-77 0 0,1 1 52 0 0,89-3 44 0 0,-91 3-37 0 0,0 0-20 0 0,76-6-6 0 0,-76 6 58 0 0,0-1-30 0 0,49-8-286 0 0,-53 8 241 0 0,0 0 1 0 0,0 0-1 0 0,0 0 0 0 0,-1 0 0 0 0,1-1 0 0 0,0 1 1 0 0,-1 0-1 0 0,1 0 0 0 0,-1 0 0 0 0,0-1 0 0 0,1 1 0 0 0,-1 0 1 0 0,0-1-1 0 0,1 1 0 0 0,-1 0 0 0 0,0-1 0 0 0,0-1 1 0 0,-5-6-41 0 0,-1 1 1 0 0,1-1-1 0 0,-1 1 1 0 0,-1 0 0 0 0,-11-11-1 0 0,3 8 94 0 0,0 1-1 0 0,-1 0 0 0 0,0 1 1 0 0,-1 0-1 0 0,0 1 0 0 0,-23-6 0 0 0,36 13 20 0 0,-2 0 8 0 0,-17-4-26 0 0,17 4-4 0 0,1 1-1 0 0,-16-3 5 0 0,16 3 82 0 0,1 1-76 0 0,3 0-20 0 0,1-1-1 0 0,-1 0 0 0 0,0 0 1 0 0,1 0-1 0 0,-1 1 0 0 0,1-1 1 0 0,-1 0-1 0 0,0 0 1 0 0,1 1-1 0 0,-1-1 0 0 0,1 1 1 0 0,-1-1-1 0 0,1 0 0 0 0,-1 1 1 0 0,1-1-1 0 0,-1 1 1 0 0,1-1-1 0 0,-1 1 0 0 0,1 0 1 0 0,0-1-1 0 0,-1 1 1 0 0,1-1-1 0 0,0 2 0 0 0,9 11 39 0 0,-6-10-25 0 0,2-1 9 0 0,29 11-23 0 0,0-1 0 0 0,65 14 0 0 0,-94-25 32 0 0,0 0-18 0 0,19 6-3 0 0,-18-6 1 0 0,-1 0-1 0 0,42 12 273 0 0,-44-12 70 0 0,-2 12-183 0 0,-1-10-153 0 0,0 0 0 0 0,0 0 0 0 0,0 0-1 0 0,0-1 1 0 0,0 1 0 0 0,-1 0 0 0 0,1 0 0 0 0,-1 0-1 0 0,0-1 1 0 0,0 1 0 0 0,0 0 0 0 0,0-1 0 0 0,0 1-1 0 0,0-1 1 0 0,-3 4 0 0 0,-10 16-233 0 0,-27 31 0 0 0,-11-2-2882 0 0,36-39 1910 0 0,-17 13-5202 0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207 139 3368 0 0,'-3'-2'1261'0'0,"-7"-8"-117"0"0,7 7-193 0 0,-1 0-114 0 0,-11-10-53 0 0,11 10-41 0 0,1 0-35 0 0,-12-8-55 0 0,11 8 387 0 0,0 1-635 0 0,-11-6-46 0 0,11 5 519 0 0,-1 5-656 0 0,-13 3-14 0 0,13-3-20 0 0,2 1-4 0 0,-9 12 38 0 0,1 1 1 0 0,-16 28 0 0 0,7-2-39 0 0,18-38-208 0 0,0 1 51 0 0,-5 14-11 0 0,6-14-17 0 0,-1-1 46 0 0,-4 13-1 0 0,5-13 443 0 0,2-4-487 0 0,1-1 0 0 0,-1 1 0 0 0,1-1 0 0 0,-1 1-1 0 0,1-1 1 0 0,-1 1 0 0 0,0-1 0 0 0,1 0-1 0 0,-1 0 1 0 0,0 0 0 0 0,0 0 0 0 0,3-2 0 0 0,-2 2-8 0 0,1-2 9 0 0,0 1 0 0 0,-1-1 1 0 0,1 0-1 0 0,0 0 1 0 0,-1 0-1 0 0,0 0 0 0 0,1 0 1 0 0,-1 0-1 0 0,-1 0 0 0 0,1-1 1 0 0,0 1-1 0 0,1-5 1 0 0,-3 6-25 0 0,40-74 48 0 0,-11 14-99 0 0,4 5 464 0 0,-31 53 136 0 0,26-1 17 0 0,-24 9-404 0 0,24 24 34 0 0,-1 2 1 0 0,-2 1-1 0 0,24 37 0 0 0,11 14-365 0 0,-42-60-349 0 0,31 41-2436 0 0,-22-23-4494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81 3088 0 0,'-3'-2'1372'0'0,"1"1"-901"0"0,1 1 0 0 0,0-1 0 0 0,-1 0 0 0 0,1 0 0 0 0,0 0 1 0 0,0 0-1 0 0,0-1 0 0 0,-1 1 0 0 0,1 0 0 0 0,1 0 0 0 0,-1-1 0 0 0,0 1 1 0 0,0-1-1 0 0,0 1 0 0 0,1 0 0 0 0,-1-3 0 0 0,-2-6-959 0 0,3 5 3090 0 0,-1 4-2585 0 0,1 0 0 0 0,0 0 0 0 0,0 0 0 0 0,0-1 0 0 0,0 1 0 0 0,0 0 0 0 0,0 0 0 0 0,1 0 0 0 0,-1 0 0 0 0,0 0 0 0 0,1 0 0 0 0,-1 0 0 0 0,0 0 0 0 0,1-2 0 0 0,2-4 507 0 0,0 5-523 0 0,10-5-3 0 0,-10 5-9 0 0,1 1 8 0 0,14-2-16 0 0,-14 2 17 0 0,2 2 21 0 0,14 1-5 0 0,-14-2 2 0 0,-2 3-12 0 0,11 7-28 0 0,-12-8-12 0 0,-3-2 35 0 0,0 1 1 0 0,0 0-1 0 0,0-1 0 0 0,0 1 0 0 0,0-1 0 0 0,0 1 0 0 0,0-1 0 0 0,1 1 0 0 0,-1-1 0 0 0,0 1 0 0 0,0-1 0 0 0,0 1 0 0 0,0-1 0 0 0,1 0 0 0 0,-1 1 0 0 0,0-1 0 0 0,1 1 0 0 0,-1-1 0 0 0,0 1 0 0 0,1-1 0 0 0,-1 0 0 0 0,0 1 1 0 0,1-1-1 0 0,-1 0 0 0 0,1 1 0 0 0,0 0-4 0 0,0 0 1 0 0,0-1-1 0 0,0 1 1 0 0,-1 0-1 0 0,1 0 1 0 0,0 0 0 0 0,0 0-1 0 0,-1 0 1 0 0,1 0-1 0 0,-1 0 1 0 0,1 0-1 0 0,-1 0 1 0 0,1 0-1 0 0,-1 0 1 0 0,0 0-1 0 0,1 0 1 0 0,-1 0 0 0 0,0 2-1 0 0,2 3 2 0 0,-1-4 1 0 0,0 0 1 0 0,0 0 0 0 0,-1 0 0 0 0,1 0 0 0 0,-1 0-1 0 0,0 0 1 0 0,0 0 0 0 0,0 0 0 0 0,0 0-1 0 0,0 0 1 0 0,0 3 0 0 0,0 5-13 0 0,-1 1 1 0 0,0-1-1 0 0,-1 0 0 0 0,0 0 1 0 0,0 0-1 0 0,-1 0 0 0 0,0-1 1 0 0,-10 19-1 0 0,5-9 30 0 0,-16 26-20 0 0,22-42 14 0 0,-1 2-17 0 0,-20 34-43 0 0,21-35 1 0 0,5-6-993 0 0,0 0 971 0 0,0-1 1 0 0,0 1-1 0 0,0-1 1 0 0,0 1-1 0 0,-1-1 1 0 0,0 0-1 0 0,1 0 1 0 0,2-5-1 0 0,-4 6 34 0 0,15-21-321 0 0,-2-1 1 0 0,0 0 0 0 0,-1-1 0 0 0,16-47 0 0 0,-25 63 377 0 0,23-73 199 0 0,-27 78 229 0 0,1 4-445 0 0,-1 0 1 0 0,1 1 0 0 0,-1-1 0 0 0,1 0-1 0 0,-1 0 1 0 0,0 1 0 0 0,1-1-1 0 0,-1 1 1 0 0,0-1 0 0 0,1 0 0 0 0,-1 1-1 0 0,0-1 1 0 0,0 1 0 0 0,1-1-1 0 0,-1 1 1 0 0,0-1 0 0 0,0 0 0 0 0,0 1-1 0 0,0-1 1 0 0,0 1 0 0 0,0-1-1 0 0,1 1 1 0 0,-1 0 0 0 0,0 0 1 0 0,0-1 1 0 0,0 1-1 0 0,0-1 1 0 0,0 1-1 0 0,0-1 1 0 0,0 1-1 0 0,0-1 1 0 0,0 1-1 0 0,0-1 1 0 0,1 1-1 0 0,-1-1 1 0 0,0 1-1 0 0,0-1 1 0 0,1 0-1 0 0,-1 1 1 0 0,0-1-1 0 0,1 1 1 0 0,-1-1-1 0 0,0 0 1 0 0,1 1-1 0 0,-1-1 1 0 0,0 0-1 0 0,2 1 0 0 0,-1 5 110 0 0,1 6-56 0 0,0 1 1 0 0,1-1-1 0 0,0 1 1 0 0,1-1-1 0 0,0 0 0 0 0,1-1 1 0 0,1 1-1 0 0,0-1 0 0 0,0 0 1 0 0,1 0-1 0 0,0-1 0 0 0,12 13 1 0 0,-16-20-70 0 0,19 10-151 0 0,-18-10-1 0 0,1-2-64 0 0,14 4-60 0 0,-15-4-64 0 0,2-1-496 0 0,34-3-956 0 0,-37 2 1355 0 0,1 1 0 0 0,-1-1 0 0 0,0 0 0 0 0,0 0-1 0 0,0 0 1 0 0,0 0 0 0 0,0-1 0 0 0,-1 1 0 0 0,1-1-1 0 0,0 1 1 0 0,-1-1 0 0 0,1 0 0 0 0,4-5 0 0 0,9-13-2689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 1 2084 0 0,'0'0'7995'0'0,"-2"4"-7654"0"0,-7 12-41 0 0,6-12-32 0 0,3 2-46 0 0,-1 42 194 0 0,-6 61-295 0 0,1-57-990 0 0,4-1-996 0 0,0-1-917 0 0,0-16 488 0 0,1-25-1603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90 317 3276 0 0,'0'0'1570'0'0,"-5"-1"-153"0"0,-45-17 3635 0 0,45 16-4361 0 0,0-5 187 0 0,-7-4 223 0 0,0-29 19 0 0,12 36-964 0 0,0 3-145 0 0,1 1 0 0 0,0-1 0 0 0,-1 1 0 0 0,1-1 0 0 0,-1 0-1 0 0,0 0 1 0 0,1 1 0 0 0,-1-1 0 0 0,1 0 0 0 0,-1 0-1 0 0,0 1 1 0 0,0-1 0 0 0,1 0 0 0 0,-1 0 0 0 0,0 0 0 0 0,0 1-1 0 0,0-1 1 0 0,0-1 0 0 0,4-18 145 0 0,-1 13-88 0 0,0 0 0 0 0,1 0 0 0 0,-1 0 0 0 0,1 0 1 0 0,1 0-1 0 0,-1 1 0 0 0,1 0 0 0 0,1 0 0 0 0,6-6 0 0 0,-6 6-140 0 0,1 0 42 0 0,35-15 369 0 0,-38 19-339 0 0,2 1-76 0 0,15-4 21 0 0,-16 4 21 0 0,0 2 13 0 0,1 1 14 0 0,-1-1 0 0 0,1 1-1 0 0,-1 0 1 0 0,0 1-1 0 0,0-1 1 0 0,0 1 0 0 0,0 0-1 0 0,-1 0 1 0 0,1 1-1 0 0,-1-1 1 0 0,0 1-1 0 0,0 0 1 0 0,0 0 0 0 0,4 6-1 0 0,2 7-3 0 0,0 2 0 0 0,12 32 0 0 0,-9-4 18 0 0,-12-42-16 0 0,0 1-24 0 0,6 47 30 0 0,-6-48-1 0 0,0-1 10 0 0,2 15-16 0 0,-2-14-15 0 0,2-9-1064 0 0,10-10 909 0 0,-10 10 8 0 0,-2-2-16 0 0,6-45-200 0 0,-3-1 0 0 0,-3-68 0 0 0,-6 59 408 0 0,4 57 17 0 0,1-1 8 0 0,-7-40 280 0 0,13 63-259 0 0,1 0 0 0 0,18 32 0 0 0,-24-49-65 0 0,8 14 13 0 0,1-1-1 0 0,0 0 1 0 0,1 0 0 0 0,14 14-1 0 0,-17-22-121 0 0,-1 0 0 0 0,1 0 0 0 0,0-1 0 0 0,0 0 0 0 0,0 0 0 0 0,1 0 0 0 0,0-2 0 0 0,11 5 0 0 0,-7-6-827 0 0,1 0 0 0 0,-1-1-1 0 0,1 0 1 0 0,0-2 0 0 0,19-1-1 0 0,-27 1 486 0 0,19-5-2699 0 0,2-1-669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57 3056 0 0,'0'0'10815'0'0,"-1"-3"-10683"0"0,-5-13-27 0 0,5 12 244 0 0,2 0-303 0 0,2-13-16 0 0,-2 12 10 0 0,18-2-85 0 0,-15 6 58 0 0,-2 2-11 0 0,0-1 1 0 0,0 1-1 0 0,1 0 0 0 0,-1 0 1 0 0,0 0-1 0 0,0 0 1 0 0,0 0-1 0 0,0 0 1 0 0,0 1-1 0 0,0-1 0 0 0,-1 1 1 0 0,1-1-1 0 0,0 1 1 0 0,-1 0-1 0 0,3 3 1 0 0,25 38 14 0 0,-1 19 1 0 0,-25-52-23 0 0,1 0 0 0 0,-2 1 0 0 0,1-1 0 0 0,-1 1 0 0 0,0 12 0 0 0,-1-15 3 0 0,3 16 24 0 0,-4 6-2 0 0,-21 87 104 0 0,20-111-142 0 0,0-4 8 0 0,-1 1-1 0 0,1-1 0 0 0,0 1 1 0 0,-1-1-1 0 0,1 0 0 0 0,-1 1 1 0 0,0-1-1 0 0,0 0 0 0 0,0 0 1 0 0,0-1-1 0 0,0 1 0 0 0,0 0 1 0 0,-5 2-1 0 0,4-2-134 0 0,-17-9-397 0 0,16 6 374 0 0,3-1 139 0 0,0 1 1 0 0,0-1 0 0 0,0 1 0 0 0,-1-1-1 0 0,1 1 1 0 0,0 0 0 0 0,-1-1 0 0 0,1 1-1 0 0,0 0 1 0 0,-3-1 0 0 0,-1-5-59 0 0,0 1 1 0 0,1-1-1 0 0,0 0 1 0 0,1 0-1 0 0,-1 0 0 0 0,1 0 1 0 0,-3-12-1 0 0,5 15 53 0 0,3 1-79 0 0,6-11 115 0 0,-6 10 22 0 0,3 5-11 0 0,14 1 3 0 0,-15-2-6 0 0,2 2-3 0 0,15 4-309 0 0,0-2 0 0 0,1 0-1 0 0,0-1 1 0 0,0-1-1 0 0,0 0 1 0 0,0-2-1 0 0,44-6 1 0 0,-6-9-3069 0 0,-49 11 855 0 0,12-5-1786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9 3544 0 0,'0'0'4958'0'0,"-3"-2"-3696"0"0,-12-4 3368 0 0,9 12-2227 0 0,7 12-3038 0 0,71 232-262 0 0,-3-10-4016 0 0,-44-149-31 0 0,-13-45-424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17 4272 0 0,'-1'-4'1476'0'0,"-5"-9"597"0"0,6 14-1938 0 0,-1-1 0 0 0,0 0 1 0 0,1 0-1 0 0,-1 0 0 0 0,1 1 0 0 0,-1-1 0 0 0,1 0 0 0 0,-1 1 1 0 0,1-1-1 0 0,-1 0 0 0 0,1 1 0 0 0,-1-1 0 0 0,1 1 1 0 0,0-1-1 0 0,-1 1 0 0 0,1-1 0 0 0,0 1 0 0 0,-1-1 1 0 0,1 1-1 0 0,0-1 0 0 0,0 1 0 0 0,-1 0 0 0 0,-1 3 306 0 0,1 0-254 0 0,1-2-144 0 0,0-1-21 0 0,0 0 1 0 0,0 1-1 0 0,0-1 0 0 0,0 1 0 0 0,0-1 0 0 0,0 0 1 0 0,-1 1-1 0 0,1-1 0 0 0,0 1 0 0 0,-1-1 0 0 0,1 0 1 0 0,-2 3 135 0 0,2 1-11 0 0,1 17-8 0 0,0-17 9 0 0,0 0-4 0 0,17 43 325 0 0,-16-43-358 0 0,0-2-4 0 0,23 29 175 0 0,-23-30-235 0 0,19 8 72 0 0,-16-9-101 0 0,49 7 34 0 0,-48-7-52 0 0,-1-1-8 0 0,17 1-4 0 0,-16 0 11 0 0,-1-1-16 0 0,15 4 8 0 0,-15-3 26 0 0,12 5 37 0 0,-14-4-43 0 0,1-1 96 0 0,8 14-45 0 0,-10-12-41 0 0,-3 3-7 0 0,1 0 0 0 0,-1 0 0 0 0,-1 0-1 0 0,1 0 1 0 0,-1-1 0 0 0,0 1 0 0 0,0-1 0 0 0,-1 1 0 0 0,0-1 0 0 0,0 0 0 0 0,0 0 0 0 0,0 0-1 0 0,-6 5 1 0 0,-4 5-57 0 0,-1 0 0 0 0,-17 14-1 0 0,30-29 38 0 0,-19 14-539 0 0,17-12 94 0 0,-1 0-152 0 0,-14 3-269 0 0,14-3-353 0 0,-1-3-1952 0 0,-16-1 528 0 0,15 1-1881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1 250 2772 0 0,'0'0'1724'0'0,"0"-5"-405"0"0,1-2-1053 0 0,0 1 1 0 0,0-1-1 0 0,1 1 1 0 0,0-1-1 0 0,0 1 1 0 0,1-1-1 0 0,-1 1 0 0 0,1 0 1 0 0,1 0-1 0 0,-1 1 1 0 0,1-1-1 0 0,0 1 1 0 0,0 0-1 0 0,1-1 1 0 0,-1 2-1 0 0,8-7 1 0 0,9-8-518 0 0,0 2 0 0 0,1 0 0 0 0,0 1 0 0 0,2 2 0 0 0,0 0 0 0 0,31-12-1 0 0,-10 11-4423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110 21 3128 0 0,'0'0'3941'0'0,"-2"-2"-3039"0"0,-7-9-122 0 0,6 8 1463 0 0,-32 8-1675 0 0,34-4-537 0 0,-1 0 0 0 0,1 0-1 0 0,0 0 1 0 0,-1 0 0 0 0,1 0-1 0 0,0 0 1 0 0,-1 0 0 0 0,1 1-1 0 0,0-1 1 0 0,-2 3 0 0 0,-2 2 52 0 0,1 0 1 0 0,-1 1-1 0 0,1-1 1 0 0,0 1-1 0 0,0 0 1 0 0,1 0-1 0 0,0 0 1 0 0,0 1-1 0 0,1-1 1 0 0,0 1 0 0 0,0 0-1 0 0,1-1 1 0 0,0 1-1 0 0,0 0 1 0 0,1 15-1 0 0,0-23-76 0 0,-1 5 40 0 0,3 2-4 0 0,-1-3-37 0 0,-1 0 4 0 0,1 1 0 0 0,0-1 0 0 0,0 0 1 0 0,0 0-1 0 0,1 0 0 0 0,0 0 1 0 0,-1 0-1 0 0,1-1 0 0 0,1 1 0 0 0,-1 0 1 0 0,5 5-1 0 0,-2-5-65 0 0,1 0 0 0 0,-1-1 0 0 0,1 1 0 0 0,-1-1 0 0 0,1-1-1 0 0,0 1 1 0 0,0-1 0 0 0,1 0 0 0 0,8 2 0 0 0,-10-4-57 0 0,1-1 11 0 0,0 0 100 0 0,0 0 0 0 0,0-1 0 0 0,0 0 0 0 0,0 0 0 0 0,0 0 0 0 0,-1-1-1 0 0,1 1 1 0 0,-1-1 0 0 0,0-1 0 0 0,1 1 0 0 0,-2-1 0 0 0,1 0-1 0 0,0 0 1 0 0,-1 0 0 0 0,0-1 0 0 0,0 1 0 0 0,0-1 0 0 0,0 0-1 0 0,-1 0 1 0 0,0-1 0 0 0,0 1 0 0 0,4-11 0 0 0,-5 12 8 0 0,5-19 32 0 0,-4-13-38 0 0,-5 28-12 0 0,0 2-2 0 0,1 2-73 0 0,0 0-1 0 0,0-1 1 0 0,-1 1 0 0 0,1 0-1 0 0,-1 0 1 0 0,0 0 0 0 0,0 0-1 0 0,0 0 1 0 0,-1 0 0 0 0,1 1-1 0 0,-1-1 1 0 0,0 1 0 0 0,0-1-1 0 0,0 1 1 0 0,-1 0 0 0 0,1 0-1 0 0,-1 1 1 0 0,0-1 0 0 0,-6-3-1 0 0,-9-1-437 0 0,14 6-220 0 0,-2 1-320 0 0,-1-1 596 0 0,-8 0-62 0 0,-4 6-2582 0 0,-11 5-1374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13 4480 0 0,'0'0'1595'0'0,"-2"-3"-245"0"0,2 2-1193 0 0,0 1 0 0 0,0-1 0 0 0,-1 1 0 0 0,1-1 0 0 0,0 1 0 0 0,0-1 0 0 0,-1 1-1 0 0,1 0 1 0 0,0-1 0 0 0,0 1 0 0 0,-1-1 0 0 0,1 1 0 0 0,-1 0 0 0 0,1-1 0 0 0,0 1 0 0 0,-1 0-1 0 0,1-1 1 0 0,-1 1 0 0 0,1 0 0 0 0,-1 0 0 0 0,1-1 0 0 0,-1 1 0 0 0,1 0 0 0 0,-1 0-1 0 0,1 0 1 0 0,-1 0 0 0 0,1-1 0 0 0,-1 1 0 0 0,1 0 0 0 0,-2 0 0 0 0,-1 16 731 0 0,7 29-1163 0 0,37 163-410 0 0,18 112-4387 0 0,-50-252 2453 0 0,-1-7-1867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53 3576 0 0,'0'-4'1705'0'0,"-3"-15"-276"0"0,3 14 1570 0 0,-5-15-1916 0 0,5 16 4 0 0,0 9-932 0 0,71 264-672 0 0,-65-246-16 0 0,1-7 154 0 0,-2-5-116 0 0,36 56-4115 0 0,-39-64 2584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50 151 2828 0 0,'-1'-4'1266'0'0,"-4"-12"-172"0"0,4 12 551 0 0,-1 0-959 0 0,2 4-622 0 0,0-1 0 0 0,0 0 0 0 0,0 1 1 0 0,0-1-1 0 0,-1 1 0 0 0,1-1 0 0 0,0 1 0 0 0,0-1 0 0 0,-1 1 0 0 0,1-1 0 0 0,0 1 0 0 0,-1-1 0 0 0,1 1 0 0 0,0 0 0 0 0,-1-1 0 0 0,1 1 0 0 0,-1-1 0 0 0,1 1 0 0 0,-1 0 0 0 0,1-1 0 0 0,-1 1 0 0 0,1 0 0 0 0,-1 0 0 0 0,1-1 0 0 0,-1 1 0 0 0,1 0 0 0 0,-1 0 0 0 0,0 0 0 0 0,-13 8 854 0 0,13-8-1013 0 0,-3 3 307 0 0,-1 17 15 0 0,3-15-173 0 0,1 0 109 0 0,0 1-18 0 0,1 0-108 0 0,-1 2 11 0 0,1 0 0 0 0,0 0 0 0 0,0 0 0 0 0,1 0-1 0 0,0 1 1 0 0,0-2 0 0 0,1 1 0 0 0,0 0 0 0 0,0 0-1 0 0,1 0 1 0 0,6 14 0 0 0,12 9-80 0 0,-17-27 16 0 0,-1-1 21 0 0,1 0 2 0 0,12 9-15 0 0,-12-9-16 0 0,1-1-24 0 0,12 4 4 0 0,-13-4 12 0 0,2-2 1 0 0,16 0 25 0 0,-16 0 21 0 0,-2-2 4 0 0,15-7 14 0 0,-14 7 4 0 0,-3-2 5 0 0,6-11-2 0 0,-7 11-29 0 0,0 1-1 0 0,0-1 0 0 0,-1 1 0 0 0,1-1 0 0 0,-1 1 0 0 0,0-1 1 0 0,0 0-1 0 0,0 1 0 0 0,0-1 0 0 0,0 1 0 0 0,-2-7 1 0 0,1 4 6 0 0,-3-7-1 0 0,0 0-1 0 0,0 0 1 0 0,-2 0-1 0 0,1 1 1 0 0,-1 0-1 0 0,-13-18 0 0 0,17 27-17 0 0,-1-1-22 0 0,-7-11-91 0 0,7 11 36 0 0,1 1-173 0 0,2 2 124 0 0,-1 0 0 0 0,1 0 0 0 0,-1 0 0 0 0,1 0 0 0 0,-1 1-1 0 0,1-1 1 0 0,-1 0 0 0 0,1 0 0 0 0,0 0 0 0 0,-1 0 0 0 0,1 0 0 0 0,0-1-1 0 0,0 1 1 0 0,0-2 0 0 0,0 2 54 0 0,1 1 0 0 0,-1-1 0 0 0,1 0 0 0 0,-1 0 0 0 0,1 0 0 0 0,-1 0 0 0 0,1 1 0 0 0,0-1 0 0 0,-1 0 0 0 0,1 1 0 0 0,0-1 0 0 0,0 0 0 0 0,0 1 0 0 0,-1-1 0 0 0,1 1 0 0 0,0-1 0 0 0,0 1 0 0 0,0 0 0 0 0,0-1 0 0 0,0 1-1 0 0,0 0 1 0 0,0-1 0 0 0,0 1 0 0 0,0 0 0 0 0,1 0 0 0 0,19-4-310 0 0,-15 3 52 0 0,0-1 38 0 0,18-3 541 0 0,1-2 1 0 0,-1 0 0 0 0,0-2 0 0 0,33-17 0 0 0,-53 24 129 0 0,-3 2-328 0 0,0 0 0 0 0,0-1 0 0 0,1 1 0 0 0,-1-1 0 0 0,0 1-1 0 0,0-1 1 0 0,1 1 0 0 0,-1-1 0 0 0,0 0 0 0 0,0 0 0 0 0,0 1-1 0 0,2-3 1 0 0,-1 1 56 0 0,1 0 576 0 0,0 0-391 0 0,10-5-35 0 0,-10 5 784 0 0,-3 7-951 0 0,-1 6 9 0 0,0-1 1 0 0,-1 1-1 0 0,-1-1 1 0 0,-7 19-1 0 0,5-14 22 0 0,0 1 1 0 0,1-1-1 0 0,-3 29 0 0 0,4-23-43 0 0,3-15 74 0 0,0 0-101 0 0,7 37-32 0 0,-4-36-15 0 0,1-2-2 0 0,-3-2-15 0 0,0-1 1 0 0,1 1-1 0 0,0 0 0 0 0,0-1 1 0 0,0 0-1 0 0,0 1 0 0 0,0-1 1 0 0,0 0-1 0 0,0 0 0 0 0,1 0 1 0 0,-1 0-1 0 0,1 0 0 0 0,3 1 1 0 0,-4-1-35 0 0,2 0-158 0 0,1-1-11 0 0,18 5-7 0 0,-18-5 2 0 0,2-2 13 0 0,6 0 68 0 0,1-1 0 0 0,-1-1 0 0 0,21-6 0 0 0,-28 6 134 0 0,-1 1 1 0 0,1-1-1 0 0,-1 0 1 0 0,1 0-1 0 0,-1 0 1 0 0,0-1 0 0 0,-1 0-1 0 0,1 0 1 0 0,0 0-1 0 0,-1-1 1 0 0,7-9 0 0 0,17-29 163 0 0,-27 40-156 0 0,0-1 1 0 0,0 1 0 0 0,0 0 0 0 0,0 0-1 0 0,-1-1 1 0 0,1 1 0 0 0,-1 0 0 0 0,0-1-1 0 0,0 1 1 0 0,0-1 0 0 0,-1 1 0 0 0,1 0-1 0 0,-1-4 1 0 0,0 1-11 0 0,0 1-53 0 0,0 0-1 0 0,-1 0 1 0 0,1 1-1 0 0,-1-1 1 0 0,0 0-1 0 0,-1 1 0 0 0,1 0 1 0 0,-4-6-1 0 0,3 5-22 0 0,1 3-52 0 0,0 0 0 0 0,-1-1 1 0 0,1 1-1 0 0,0 0 0 0 0,-1 0 0 0 0,0 1 0 0 0,1-1 0 0 0,-1 0 0 0 0,0 1 0 0 0,0-1 0 0 0,0 1 0 0 0,0 0 1 0 0,0 0-1 0 0,0 0 0 0 0,-6 0 0 0 0,7 0 9 0 0,1 1 13 0 0,-1-1-28 0 0,0 1 1 0 0,0-1 0 0 0,0 0 0 0 0,0 1 0 0 0,0 0-1 0 0,0-1 1 0 0,0 1 0 0 0,0 0 0 0 0,0 0-1 0 0,0 0 1 0 0,0 0 0 0 0,0 0 0 0 0,0 1-1 0 0,-3 0 1 0 0,-7 1-1820 0 0,-17 4-1392 0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1 3612 0 0,'0'0'5145'0'0,"-7"32"-4341"0"0,16 19-532 0 0,-2-18-84 0 0,3 6-20 0 0,1 4-16 0 0,1 1-56 0 0,0 3-32 0 0,-1 2-176 0 0,1 2-152 0 0,-2 1-304 0 0,3 2-408 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127 162 3368 0 0,'0'0'1126'0'0,"-2"-4"-171"0"0,-5-11-204 0 0,5 11-157 0 0,1 0-73 0 0,-16-68 1476 0 0,16 68-1719 0 0,2 0-37 0 0,13-39 716 0 0,-11 39-696 0 0,19-4 142 0 0,-22 8-395 0 0,1 1 0 0 0,-1-1-1 0 0,0 1 1 0 0,0-1-1 0 0,0 0 1 0 0,0 1-1 0 0,0-1 1 0 0,1 0-1 0 0,-1 1 1 0 0,0-1 0 0 0,0 1-1 0 0,1-1 1 0 0,-1 0-1 0 0,0 0 1 0 0,0 1-1 0 0,1-1 1 0 0,-1 0-1 0 0,0 1 1 0 0,1-1 0 0 0,-1 0-1 0 0,0 0 1 0 0,1 0-1 0 0,-1 0 1 0 0,0 1-1 0 0,2-1 1 0 0,12 12 189 0 0,-9-2-145 0 0,0 0 0 0 0,-1-1 0 0 0,0 1 0 0 0,-1 1 1 0 0,0-1-1 0 0,0 0 0 0 0,-1 1 0 0 0,1 21 0 0 0,-2-14-32 0 0,-1 0 0 0 0,-1 0 0 0 0,0 0 0 0 0,-1 0 0 0 0,-5 18 0 0 0,2-19-39 0 0,-1-1 0 0 0,-1 1 1 0 0,0-1-1 0 0,-1 0 0 0 0,-1-1 0 0 0,0 0 0 0 0,-1 0 0 0 0,0-1 0 0 0,-14 13 0 0 0,21-24 20 0 0,2-2 6 0 0,-1-1 0 0 0,1 0-1 0 0,-1 1 1 0 0,1-1 0 0 0,0 1 0 0 0,-1 0 0 0 0,1-1-1 0 0,0 1 1 0 0,-1 0 0 0 0,1 0 0 0 0,0 0-1 0 0,-2 2 1 0 0,0-1 9 0 0,-1 0 76 0 0,-1-2-120 0 0,-20 2-117 0 0,22-6 198 0 0,-11-11-10 0 0,11 11-15 0 0,1-1-14 0 0,0-7-6 0 0,1 0 1 0 0,0 0-1 0 0,1 0 1 0 0,0-1 0 0 0,3-13-1 0 0,-2 21 11 0 0,-1 4-17 0 0,0 0 0 0 0,1 0 0 0 0,-1 0 0 0 0,0 0 0 0 0,1 0 0 0 0,-1 0 0 0 0,1 0 0 0 0,-1 0 0 0 0,1 0 0 0 0,0 0 0 0 0,-1 1 0 0 0,1-1 0 0 0,0 0 0 0 0,0 0 1 0 0,-1 1-1 0 0,1-1 0 0 0,0 0 0 0 0,0 1 0 0 0,0-1 0 0 0,0 1 0 0 0,0-1 0 0 0,1 0 0 0 0,17-6 50 0 0,-18 7-45 0 0,3-2 49 0 0,1 4-3 0 0,2-1-35 0 0,41 19 89 0 0,13 7-112 0 0,-47-20-366 0 0,0-1 0 0 0,0-1-1 0 0,0 0 1 0 0,0-1 0 0 0,1-1-1 0 0,0 0 1 0 0,-1-1 0 0 0,1-1-1 0 0,0 0 1 0 0,0-1 0 0 0,0 0-1 0 0,0-1 1 0 0,0-1 0 0 0,26-7-1 0 0,-32 9 161 0 0,-6-1 103 0 0,1 1-1 0 0,-1-1 1 0 0,0 1 0 0 0,1-1 0 0 0,-1 0 0 0 0,0 0-1 0 0,0 0 1 0 0,0-1 0 0 0,6-2 0 0 0,-3 1-92 0 0,2 0-288 0 0,-1 0 0 0 0,1-1 0 0 0,-1 0 0 0 0,0 0 0 0 0,-1-1 0 0 0,12-8 0 0 0,6-11-1806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172 158 2184 0 0,'1'-23'934'0'0,"0"18"-235"0"0,-2-1 102 0 0,-12-43 1651 0 0,11 45-2016 0 0,2 4-415 0 0,-1-1 1 0 0,1 1-1 0 0,0-1 0 0 0,0 1 0 0 0,0 0 1 0 0,-1-1-1 0 0,1 1 0 0 0,0-1 0 0 0,-1 1 1 0 0,1 0-1 0 0,-1-1 0 0 0,1 1 0 0 0,0 0 1 0 0,-1-1-1 0 0,1 1 0 0 0,-1 0 0 0 0,1 0 1 0 0,-1-1-1 0 0,1 1 0 0 0,-1 0 0 0 0,1 0 1 0 0,0 0-1 0 0,-1 0 0 0 0,0 0 0 0 0,-10-7 837 0 0,5 8-585 0 0,1 0-193 0 0,0 0 0 0 0,-1 0 1 0 0,1 1-1 0 0,0-1 0 0 0,0 2 0 0 0,0-1 0 0 0,0 0 0 0 0,1 1 0 0 0,-1 0 0 0 0,1 0 1 0 0,-1 0-1 0 0,1 1 0 0 0,0-1 0 0 0,0 1 0 0 0,-5 6 0 0 0,1 4 17 0 0,0 0-1 0 0,1 0 0 0 0,1 0 1 0 0,0 1-1 0 0,0 0 1 0 0,-2 17-1 0 0,7-27-49 0 0,1 1-17 0 0,0 20 10 0 0,0-19-6 0 0,2-2 2 0 0,5 16-29 0 0,-6-16-46 0 0,3-2-15 0 0,10 10-8 0 0,-11-9 8 0 0,2-3 5 0 0,12 6 2 0 0,-13-5 11 0 0,1-3 26 0 0,15 0 30 0 0,-15 1-7 0 0,0-2 18 0 0,1-1 23 0 0,0 1 0 0 0,0-1 0 0 0,-1 0 0 0 0,1 0 0 0 0,-1-1 0 0 0,0 1 0 0 0,0-1 1 0 0,0-1-1 0 0,-1 1 0 0 0,0-1 0 0 0,1 1 0 0 0,3-7 0 0 0,18-43 377 0 0,-23 42-296 0 0,0 0-1 0 0,-1 0 0 0 0,0 0 1 0 0,-1-1-1 0 0,0 1 0 0 0,-2-21 1 0 0,1 26-33 0 0,-3 3-25 0 0,1 0-69 0 0,0 1 1 0 0,0-1-1 0 0,-1 1 0 0 0,1-1 1 0 0,-1 1-1 0 0,0 0 0 0 0,0 0 1 0 0,-7-4-1 0 0,6 4-72 0 0,-1 4-154 0 0,-23 0-185 0 0,27-1 354 0 0,1 0 0 0 0,-1 0 0 0 0,0 1 0 0 0,1-1 0 0 0,-1 0 0 0 0,0 0 1 0 0,1 0-1 0 0,-1 1 0 0 0,0-1 0 0 0,1 0 0 0 0,-1 1 0 0 0,1-1 0 0 0,-1 1 0 0 0,0-1 0 0 0,1 0 0 0 0,-1 1 0 0 0,1-1 1 0 0,-1 1-1 0 0,1 0 0 0 0,0-1 0 0 0,-1 1 0 0 0,1-1 0 0 0,0 1 0 0 0,-1 0 0 0 0,1-1 0 0 0,0 1 0 0 0,0-1 1 0 0,-1 1-1 0 0,1 0 0 0 0,0 0 0 0 0,0-1 0 0 0,0 1 0 0 0,0 1 0 0 0,0 17-911 0 0,0-19 1046 0 0,1 5-607 0 0,3-2-57 0 0,4 1 126 0 0,0-1 1 0 0,0 1-1 0 0,0-2 0 0 0,0 1 0 0 0,0-1 0 0 0,1 0 0 0 0,-1 0 1 0 0,12-1-1 0 0,-7 0 227 0 0,1-2 1 0 0,-1 0 0 0 0,0 0-1 0 0,0-1 1 0 0,-1-1 0 0 0,19-6 0 0 0,-15 3 951 0 0,1-1 0 0 0,-2 0 1 0 0,1-1-1 0 0,22-16 1 0 0,-34 22-180 0 0,-1-1 14 0 0,13-9-14 0 0,-13 9 382 0 0,10-11 880 0 0,-20 23-1730 0 0,0-1 1 0 0,0 2-1 0 0,1-1 0 0 0,0 1 1 0 0,0 0-1 0 0,1 0 0 0 0,1 1 1 0 0,0-1-1 0 0,0 1 0 0 0,1 0 1 0 0,0 0-1 0 0,-1 17 0 0 0,3-23-57 0 0,2 1 27 0 0,1 5-18 0 0,0 0-1 0 0,1-1 0 0 0,1 1 1 0 0,-1-1-1 0 0,8 12 1 0 0,-9-18-35 0 0,3-1 15 0 0,1 0 55 0 0,2 1 1 0 0,-1-2 0 0 0,0 1-1 0 0,1-1 1 0 0,-1 0-1 0 0,1-1 1 0 0,-1 1-1 0 0,15-1 1 0 0,-16-1 243 0 0,-1-3-65 0 0,3 0-106 0 0,0-1 0 0 0,0-1 0 0 0,0 1 0 0 0,-1-1 0 0 0,11-10-1 0 0,-15 12-152 0 0,0 0-1 0 0,-1 0 0 0 0,1 0 0 0 0,-1 0 1 0 0,0 0-1 0 0,0 0 0 0 0,0-1 0 0 0,0 1 1 0 0,-1-1-1 0 0,1 0 0 0 0,-1 1 1 0 0,0-1-1 0 0,0 0 0 0 0,-1 0 0 0 0,1 0 1 0 0,-1 0-1 0 0,1 0 0 0 0,-2-5 0 0 0,1 2-213 0 0,-1-1 0 0 0,0 0 1 0 0,-1 1-1 0 0,0-1 0 0 0,0 1 0 0 0,0 0 0 0 0,-1 0 0 0 0,-1 0 0 0 0,1 0 0 0 0,-1 0 0 0 0,0 0 0 0 0,0 1 0 0 0,-1 0 0 0 0,0 0 1 0 0,-7-7-1 0 0,5 6-420 0 0,0 2 0 0 0,0-1 0 0 0,0 1 1 0 0,-1 0-1 0 0,0 1 0 0 0,0 0 0 0 0,0 0 1 0 0,-15-5-1 0 0,-17-1-4359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29 342 2512 0 0,'-28'8'7127'0'0,"33"-11"-6745"0"0,59-26 57 0 0,98-29 0 0 0,-50 19-307 0 0,172-73-1127 0 0,-101 28-4310 0 0,-136 59 614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 1 3308 0 0,'0'0'2269'0'0,"-4"1"-1440"0"0,1 0-653 0 0,-1 1 1 0 0,1-1-1 0 0,-1 1 1 0 0,1 0-1 0 0,0 0 1 0 0,0 0-1 0 0,0 1 1 0 0,0-1-1 0 0,0 1 1 0 0,0 0-1 0 0,1 0 1 0 0,-1 0-1 0 0,1 0 1 0 0,0 0-1 0 0,0 0 1 0 0,0 0-1 0 0,0 1 1 0 0,0-1-1 0 0,1 1 1 0 0,0-1-1 0 0,0 1 0 0 0,-1 5 1 0 0,0-5 254 0 0,3 2-277 0 0,3 17-56 0 0,-3-17 50 0 0,1-2-2 0 0,3 1-91 0 0,0 1 1 0 0,0-1-1 0 0,0 0 1 0 0,0 0-1 0 0,1 0 1 0 0,0-1-1 0 0,0 0 1 0 0,0 0-1 0 0,13 5 1 0 0,65 25 71 0 0,-75-31-122 0 0,0 0 23 0 0,1 1-1 0 0,-1 0 1 0 0,0 1 0 0 0,0 0-1 0 0,-1 0 1 0 0,1 1-1 0 0,-1 0 1 0 0,0 0 0 0 0,-1 1-1 0 0,0 0 1 0 0,10 12-1 0 0,-15-16 83 0 0,1 2-1 0 0,13 45 359 0 0,-15-44-387 0 0,-3 0-12 0 0,0 1-61 0 0,1 0 0 0 0,-2 0 0 0 0,1 0 0 0 0,-1 0 0 0 0,-1 0 0 0 0,1-1 0 0 0,-1 1 0 0 0,0-1 0 0 0,0 0 0 0 0,-11 11 0 0 0,-2-4-959 0 0,-37 19 1 0 0,49-30 326 0 0,0-1-106 0 0,-19 5-133 0 0,19-5-72 0 0,0-2-102 0 0,-15-2-227 0 0,15 2-959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1 295 1680 0 0,'2'-6'922'0'0,"8"-12"-490"0"0,0 1 1 0 0,1-1 0 0 0,1 2 0 0 0,1-1 0 0 0,0 2 0 0 0,1 0-1 0 0,0 0 1 0 0,21-14 0 0 0,-10 9-96 0 0,0 2 0 0 0,2 1 0 0 0,0 1 0 0 0,49-21-1 0 0,-52 28-173 0 0,-20 7-69 0 0,1 3 21 0 0,17 0 77 0 0,-16-1 75 0 0,-3 3-78 0 0,10 6-48 0 0,-10-6-27 0 0,-1 0-58 0 0,0 0 1 0 0,0 0-1 0 0,0 1 0 0 0,-1-1 0 0 0,1 1 0 0 0,-1-1 0 0 0,0 1 1 0 0,0-1-1 0 0,1 6 0 0 0,6 45 408 0 0,-3-22-433 0 0,-3-22-12 0 0,0 0-1 0 0,0-1 1 0 0,1 1-1 0 0,0 0 1 0 0,0-1 0 0 0,1 0-1 0 0,1 0 1 0 0,0 0-1 0 0,0 0 1 0 0,0-1 0 0 0,8 9-1 0 0,-10-14 12 0 0,9 2-8 0 0,-11-5-23 0 0,0 1 0 0 0,0-1 0 0 0,0 1 0 0 0,-1-1 0 0 0,1 1 0 0 0,0-1 1 0 0,0 1-1 0 0,0-1 0 0 0,0 0 0 0 0,0 1 0 0 0,0-1 0 0 0,0 0 0 0 0,0 0 0 0 0,0 0 0 0 0,0 0 0 0 0,0 0 1 0 0,0 0-1 0 0,0 0 0 0 0,0 0 0 0 0,1-1 0 0 0,3 1 0 0 0,0 0 0 0 0,1-1 0 0 0,-1 0-1 0 0,0 0 1 0 0,-1 0 0 0 0,1-1 0 0 0,0 1 0 0 0,0-1 0 0 0,0 0 0 0 0,-1-1 0 0 0,0 1-1 0 0,1-1 1 0 0,-1 0 0 0 0,0 0 0 0 0,0 0 0 0 0,0-1 0 0 0,-1 1 0 0 0,1-1 0 0 0,-1 0-1 0 0,0 0 1 0 0,0 0 0 0 0,5-9 0 0 0,-6 9-10 0 0,-1-13 20 0 0,0 13-55 0 0,-1-1 0 0 0,0 1 0 0 0,1 0 0 0 0,-2-1 0 0 0,1 1 0 0 0,0 0 0 0 0,-1 0 0 0 0,0-1 0 0 0,0 1 1 0 0,0 0-1 0 0,-3-7 0 0 0,0 2-143 0 0,2 3 2 0 0,0 0 1 0 0,-1-1 0 0 0,0 1 0 0 0,0 0 0 0 0,0 0-1 0 0,-1 1 1 0 0,0-1 0 0 0,0 1 0 0 0,-7-7 0 0 0,4 5-266 0 0,-24-21-453 0 0,1 10-2526 0 0,2 6 120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12 293 3492 0 0,'0'0'2233'0'0,"-3"2"-1405"0"0,-5 3 1912 0 0,29-10-2179 0 0,34-13-605 0 0,25-12-648 0 0,139-77-1 0 0,-39-10-4740 0 0,-151 94 2481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69 3636 0 0,'-31'-50'4122'0'0,"29"46"-3171"0"0,-1 0-172 0 0,3 4-690 0 0,0-1 0 0 0,0 1-1 0 0,-1-1 1 0 0,1 0 0 0 0,0 1-1 0 0,0-1 1 0 0,-1 1 0 0 0,1-1-1 0 0,0 1 1 0 0,-1 0 0 0 0,1-1-1 0 0,0 1 1 0 0,-1-1 0 0 0,1 1-1 0 0,-1 0 1 0 0,1-1 0 0 0,0 1-1 0 0,-1 0 1 0 0,1-1 0 0 0,-1 1-1 0 0,1 0 1 0 0,-1 0 0 0 0,1-1-1 0 0,-1 1 1 0 0,0 0 0 0 0,1 0-1 0 0,-2 0 1 0 0,0 17 825 0 0,1-15-896 0 0,1 0 1 0 0,0 0 0 0 0,0 0 0 0 0,1 0 0 0 0,-1 0 0 0 0,0 0 0 0 0,1 0 0 0 0,-1 0 0 0 0,1 0 0 0 0,-1 0 0 0 0,1 0 0 0 0,0 0 0 0 0,0 0 0 0 0,2 3-1 0 0,2 3 28 0 0,152 361-1233 0 0,-151-358 607 0 0,0-1 0 0 0,1-1 0 0 0,0 1 0 0 0,0-1 0 0 0,12 11 0 0 0,-17-18-335 0 0,4-1-1251 0 0,15 1 155 0 0,-16-1-1404 0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13 334 2484 0 0,'0'-5'1203'0'0,"-3"-48"2118"0"0,2 47-2020 0 0,1 1-954 0 0,-4-9 589 0 0,2 13-291 0 0,-1 24 2 0 0,3 30-297 0 0,1-30-207 0 0,3 5-41 0 0,-2-15-44 0 0,-1-5-44 0 0,0 0-1 0 0,1 0 1 0 0,-1 0 0 0 0,1 0 0 0 0,1 0 0 0 0,0-1 0 0 0,0 1 0 0 0,0-1-1 0 0,1 1 1 0 0,0-1 0 0 0,5 7 0 0 0,2-3-15 0 0,-10-10-13 0 0,0 0 0 0 0,1 1 0 0 0,-1-1 0 0 0,1 0 0 0 0,-1 0 0 0 0,1 1 0 0 0,0-1 0 0 0,-1 0 0 0 0,1-1 1 0 0,0 1-1 0 0,-1 0 0 0 0,1 0 0 0 0,0-1 0 0 0,0 1 0 0 0,3-1 0 0 0,0 0-10 0 0,0 0-1 0 0,0-1 1 0 0,0 1-1 0 0,0-1 1 0 0,0 0-1 0 0,-1-1 1 0 0,1 1-1 0 0,0-1 1 0 0,0 0-1 0 0,-1 0 1 0 0,0-1-1 0 0,1 1 1 0 0,-1-1-1 0 0,0 0 1 0 0,6-6-1 0 0,-7 5-6 0 0,-1 0 8 0 0,2-15 4 0 0,-3 15 7 0 0,-1-2 10 0 0,-3-5 51 0 0,0 1 0 0 0,-1 0 0 0 0,0-1 1 0 0,0 2-1 0 0,-1-1 0 0 0,0 0 1 0 0,-1 1-1 0 0,-7-10 0 0 0,5 8 53 0 0,5 8-98 0 0,1 0-1 0 0,-1-1 1 0 0,1 1-1 0 0,0-1 1 0 0,0 0-1 0 0,0 0 1 0 0,-2-7-1 0 0,4 9-21 0 0,0 0 1 0 0,0 0-1 0 0,0 0 1 0 0,0 0-1 0 0,0-1 0 0 0,0 1 1 0 0,1 0-1 0 0,-1 0 0 0 0,1 0 1 0 0,-1 0-1 0 0,1 0 0 0 0,0 0 1 0 0,0 0-1 0 0,0 0 1 0 0,0 0-1 0 0,0 1 0 0 0,0-1 1 0 0,0 0-1 0 0,1 1 0 0 0,-1-1 1 0 0,3-1-1 0 0,13-14-198 0 0,0 1 1 0 0,2 1-1 0 0,0 1 0 0 0,27-16 1 0 0,90-41-487 0 0,-109 57 621 0 0,-23 12 55 0 0,1 1 26 0 0,12-2 112 0 0,-12 2 264 0 0,-3 5-176 0 0,0-1-146 0 0,0 0-1 0 0,-1 0 0 0 0,1 0 0 0 0,-1 0 1 0 0,0 1-1 0 0,0-1 0 0 0,0 0 1 0 0,0 1-1 0 0,0-1 0 0 0,-1 1 1 0 0,0-1-1 0 0,0 1 0 0 0,0-1 0 0 0,0 1 1 0 0,0-1-1 0 0,-1 1 0 0 0,0 3 1 0 0,-6 50 306 0 0,6-50-341 0 0,0-1 1 0 0,0 0-1 0 0,1 1 1 0 0,0-1 0 0 0,1 1-1 0 0,-1-1 1 0 0,1 1-1 0 0,0-1 1 0 0,1 0 0 0 0,0 0-1 0 0,0 1 1 0 0,0-1-1 0 0,0 0 1 0 0,1-1-1 0 0,0 1 1 0 0,1 0 0 0 0,-1-1-1 0 0,6 7 1 0 0,-6-10-57 0 0,-1 1-1 0 0,1-1 1 0 0,-1 0 0 0 0,1 0 0 0 0,0 0-1 0 0,0 0 1 0 0,0 0 0 0 0,0-1 0 0 0,1 1 0 0 0,-1-1-1 0 0,0 0 1 0 0,0 0 0 0 0,1 0 0 0 0,4 0 0 0 0,-5 0 8 0 0,2 0-63 0 0,0-1 0 0 0,0 1 1 0 0,1-1-1 0 0,-1 0 0 0 0,0 0 0 0 0,1 0 1 0 0,-1-1-1 0 0,0 0 0 0 0,10-2 0 0 0,-11 1 59 0 0,9 0-136 0 0,-11 2 156 0 0,0 0 0 0 0,0 0 0 0 0,0-1 0 0 0,0 1-1 0 0,0-1 1 0 0,0 0 0 0 0,0 0 0 0 0,0 1 0 0 0,0-1 0 0 0,-1 0-1 0 0,4-3 1 0 0,7-3-122 0 0,-4 3 164 0 0,-1-1 0 0 0,1-1-1 0 0,-1 1 1 0 0,0-1 0 0 0,-1 0-1 0 0,1-1 1 0 0,6-8 0 0 0,-11 12 15 0 0,1-1 1 0 0,-1 0-1 0 0,0 0 1 0 0,-1 0-1 0 0,1 0 1 0 0,0 0-1 0 0,-1 0 1 0 0,0 0-1 0 0,0-1 0 0 0,-1 1 1 0 0,1 0-1 0 0,-1 0 1 0 0,0-1-1 0 0,0 1 1 0 0,0-1-1 0 0,0 1 1 0 0,-1 0-1 0 0,0 0 1 0 0,0-1-1 0 0,-2-4 1 0 0,-1-3-116 0 0,-1 0 1 0 0,0 1 0 0 0,-1 0 0 0 0,-1 0 0 0 0,1 1 0 0 0,-2-1-1 0 0,1 1 1 0 0,-2 1 0 0 0,1 0 0 0 0,-1 0 0 0 0,-1 0 0 0 0,1 1-1 0 0,-1 1 1 0 0,-1-1 0 0 0,-20-9 0 0 0,29 15-76 0 0,-1 1 1 0 0,0 0 0 0 0,0 0-1 0 0,1 0 1 0 0,-1 0-1 0 0,0 1 1 0 0,0-1 0 0 0,0 1-1 0 0,-4 0 1 0 0,-1-1-203 0 0,5 0 128 0 0,1 1 1 0 0,-1-1-1 0 0,1 1 1 0 0,0 0-1 0 0,-1-1 1 0 0,1 1-1 0 0,-1 0 1 0 0,1 0-1 0 0,-1 1 1 0 0,1-1-1 0 0,0 0 1 0 0,-3 2-1 0 0,-2-1-695 0 0,0 0-3193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54 454 3304 0 0,'-5'1'1189'0'0,"-7"2"-968"0"0,-20 4 4088 0 0,32-6-4274 0 0,0-1-1 0 0,0 0 1 0 0,0 0-1 0 0,0 0 0 0 0,0 0 1 0 0,-1 0-1 0 0,1 0 1 0 0,0 0-1 0 0,0 0 0 0 0,0 0 1 0 0,0 0-1 0 0,-1-1 1 0 0,1 1-1 0 0,0 0 0 0 0,0 0 1 0 0,0 0-1 0 0,0 0 0 0 0,0 0 1 0 0,0 0-1 0 0,-1 0 1 0 0,1 0-1 0 0,0 0 0 0 0,0 0 1 0 0,0 0-1 0 0,0-1 1 0 0,0 1-1 0 0,0 0 0 0 0,0 0 1 0 0,-1 0-1 0 0,1 0 1 0 0,0 0-1 0 0,0 0 0 0 0,0-1 1 0 0,0 1-1 0 0,0 0 0 0 0,0 0 1 0 0,0 0-1 0 0,0 0 1 0 0,0 0-1 0 0,0-1 0 0 0,0 1 1 0 0,0 0-1 0 0,0 0 1 0 0,0 0-1 0 0,0 0 0 0 0,0 0 1 0 0,0-1-1 0 0,0 1 1 0 0,0 0-1 0 0,0 0 0 0 0,14-16-225 0 0,3 2 243 0 0,0 2 1 0 0,2 0 0 0 0,0 1-1 0 0,0 0 1 0 0,27-9 0 0 0,4-4 4 0 0,292-157-485 0 0,-124 43-5909 0 0,-189 116 2183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48 3544 0 0,'-14'-38'3570'0'0,"12"29"-318"0"0,14 29-2412 0 0,86 209-72 0 0,-27-55-1700 0 0,-59-149 72 0 0,-10-21 193 0 0,1-1-177 0 0,6 8 218 0 0,-3-7-3405 0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31 2368 0 0,'-7'-31'7642'0'0,"8"36"-7441"0"0,3 18 312 0 0,1-21-341 0 0,43 10 151 0 0,-43-11-225 0 0,2-2-2 0 0,155-21 589 0 0,-140 18-583 0 0,-17 3-64 0 0,0 1-4 0 0,19-2-1 0 0,-19 2 3 0 0,1 3 17 0 0,-2-2-48 0 0,-1 1 14 0 0,1-1 1 0 0,0 1-1 0 0,-1 0 0 0 0,1 0 1 0 0,-1 0-1 0 0,0 0 0 0 0,0 1 0 0 0,0-1 1 0 0,0 1-1 0 0,0 0 0 0 0,-1 0 1 0 0,1 0-1 0 0,2 4 0 0 0,21 46 18 0 0,-23-44-13 0 0,0 0 0 0 0,-1 0-1 0 0,0 0 1 0 0,-1 0 0 0 0,0 1-1 0 0,0-1 1 0 0,-1 0 0 0 0,0 0-1 0 0,-1 1 1 0 0,0-1 0 0 0,0 0-1 0 0,-1 0 1 0 0,-1 0 0 0 0,1 0-1 0 0,-1 0 1 0 0,-7 13 0 0 0,6-14-318 0 0,0-1 1 0 0,-1 1 0 0 0,0-1 0 0 0,-1-1 0 0 0,0 1 0 0 0,0-1 0 0 0,0 1 0 0 0,0-2 0 0 0,-1 1-1 0 0,0-1 1 0 0,-1 0 0 0 0,-14 7 0 0 0,18-9-802 0 0,4-3 1028 0 0,-1 0 0 0 0,1 1 0 0 0,-1-1 0 0 0,1 0 0 0 0,-1 1 0 0 0,1-1 1 0 0,-1 0-1 0 0,1 0 0 0 0,-1 1 0 0 0,1-1 0 0 0,-1 0 0 0 0,1 0 0 0 0,-1 0 0 0 0,0 0 0 0 0,1 0 0 0 0,-1 0 0 0 0,1 0 0 0 0,-1 0 0 0 0,1 0 0 0 0,-1 0 0 0 0,0 0 0 0 0,1 0 0 0 0,-1 0 0 0 0,1 0 0 0 0,-1-1 0 0 0,0 1-43 0 0,1 0 0 0 0,-1 0 1 0 0,0-1-1 0 0,1 1 1 0 0,-1 0-1 0 0,1 0 0 0 0,-1 0 1 0 0,0 0-1 0 0,1 0 0 0 0,-1 0 1 0 0,1 0-1 0 0,-1 0 0 0 0,0 0 1 0 0,1 0-1 0 0,-1 0 0 0 0,1 0 1 0 0,-1 1-1 0 0,1-1 1 0 0,-1 0-1 0 0,0 0 0 0 0,1 1 1 0 0,-1-1-1 0 0,1 0 0 0 0,-1 1 1 0 0,0 0-1 0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0 185 1336 0 0,'0'0'844'0'0,"18"-25"252"0"0,6-1-716 0 0,-6 12-156 0 0,1-1-124 0 0,0-2-124 0 0,2 3-156 0 0,0-1-52 0 0,0 0-212 0 0,1 1-60 0 0,1-1-328 0 0,0 0-892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8 2708 0 0,'0'0'1864'0'0,"3"-2"-1140"0"0,-3 1-643 0 0,1 1 0 0 0,-1 0 0 0 0,0-1 0 0 0,1 1 0 0 0,-1 0 0 0 0,0-1 0 0 0,1 1-1 0 0,-1 0 1 0 0,1 0 0 0 0,-1 0 0 0 0,1-1 0 0 0,-1 1 0 0 0,1 0 0 0 0,-1 0-1 0 0,1 0 1 0 0,-1 0 0 0 0,1 0 0 0 0,-1 0 0 0 0,1 0 0 0 0,-1 0 0 0 0,1 0 0 0 0,-1 0-1 0 0,1 0 1 0 0,-1 0 0 0 0,0 0 0 0 0,1 0 0 0 0,-1 0 0 0 0,1 1 0 0 0,-1-1-1 0 0,1 0 1 0 0,2 15 1198 0 0,-3-14-1469 0 0,1 4 434 0 0,-1 2-3 0 0,1 36 184 0 0,2-1 0 0 0,2 1 1 0 0,2-1-1 0 0,18 61 0 0 0,-22-96-386 0 0,0 0 1 0 0,1 0-1 0 0,0 0 0 0 0,0 0 0 0 0,10 11 1 0 0,-10-13-19 0 0,-2-3-14 0 0,0 0 1 0 0,0 0 0 0 0,1 0 0 0 0,-1 0-1 0 0,0-1 1 0 0,1 1 0 0 0,0-1-1 0 0,-1 1 1 0 0,1-1 0 0 0,0 0 0 0 0,0 0-1 0 0,-1 0 1 0 0,1 0 0 0 0,0-1-1 0 0,0 1 1 0 0,0-1 0 0 0,4 0 0 0 0,-3 1-9 0 0,-1-1 7 0 0,1 0 1 0 0,-1-1-1 0 0,1 1 1 0 0,-1-1-1 0 0,1 1 1 0 0,-1-1-1 0 0,0 0 1 0 0,1 0-1 0 0,-1-1 0 0 0,0 1 1 0 0,0-1-1 0 0,0 0 1 0 0,5-3-1 0 0,-5 3-14 0 0,-2 2 7 0 0,1-1 0 0 0,0 0 0 0 0,-1 0 0 0 0,1 0 0 0 0,0 0-1 0 0,-1 0 1 0 0,1 0 0 0 0,-1-1 0 0 0,0 1 0 0 0,1-1-1 0 0,-1 1 1 0 0,0-1 0 0 0,0 1 0 0 0,1-3 0 0 0,2-1 6 0 0,-2 3-2 0 0,0 0 1 0 0,1-1 0 0 0,-1 1-1 0 0,0-1 1 0 0,0 0 0 0 0,-1 1-1 0 0,1-1 1 0 0,2-4 0 0 0,-1-1-9 0 0,-1 6 0 0 0,-1 0 0 0 0,0 0 1 0 0,1 0-1 0 0,-1 0 0 0 0,0 0 1 0 0,0-1-1 0 0,0 1 0 0 0,0-1 1 0 0,-1 1-1 0 0,1-1 0 0 0,-1 1 1 0 0,1-3-1 0 0,0-3 9 0 0,1 0-20 0 0,-1 0-1 0 0,0 0 1 0 0,0 0 0 0 0,0 0-1 0 0,-1 0 1 0 0,0 0-1 0 0,-1-1 1 0 0,0 1 0 0 0,0 0-1 0 0,-5-13 1 0 0,2 7-123 0 0,-1 1 1 0 0,0 1-1 0 0,0-1 0 0 0,-2 1 1 0 0,-8-13-1 0 0,12 20-24 0 0,0 0 1 0 0,0 0-1 0 0,-1 0 0 0 0,1 0 1 0 0,-1 1-1 0 0,0 0 0 0 0,-1-1 1 0 0,1 2-1 0 0,-1-1 1 0 0,0 0-1 0 0,0 1 0 0 0,0 0 1 0 0,0 0-1 0 0,0 0 0 0 0,-1 1 1 0 0,1 0-1 0 0,-12-3 0 0 0,6 3-378 0 0,-1 1 0 0 0,1 0-1 0 0,0 1 1 0 0,0 0-1 0 0,0 1 1 0 0,-1 0 0 0 0,-15 4-1 0 0,-9 8-3086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44 303 3320 0 0,'-40'24'4636'0'0,"36"-22"-3466"0"0,5-2-1150 0 0,-1 0 1 0 0,0-1-1 0 0,1 1 1 0 0,-1-1-1 0 0,1 1 1 0 0,-1 0-1 0 0,0-1 1 0 0,1 1 0 0 0,-1 0-1 0 0,1 0 1 0 0,-1-1-1 0 0,1 1 1 0 0,-1 0-1 0 0,1 0 1 0 0,0 0 0 0 0,-1 0-1 0 0,1 0 1 0 0,-1 0-1 0 0,1-1 1 0 0,-1 1-1 0 0,1 0 1 0 0,0 1 0 0 0,23-6 327 0 0,85-38 28 0 0,29-9-629 0 0,218-118-1 0 0,-345 164-263 0 0,13-9-221 0 0,-9-1-3171 0 0,-2-1-703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0 398 2620 0 0,'0'0'3980'0'0,"2"-3"-3527"0"0,8-9-41 0 0,-8 9 2138 0 0,0-1-2310 0 0,1-3-106 0 0,1 0-1 0 0,0 0 1 0 0,0 0-1 0 0,1 0 1 0 0,0 1 0 0 0,0-1-1 0 0,0 1 1 0 0,1 1-1 0 0,7-7 1 0 0,-10 10-81 0 0,3 1-33 0 0,-1 1-21 0 0,0 0 1 0 0,-1 0 0 0 0,1 0 0 0 0,0 1-1 0 0,0 0 1 0 0,0-1 0 0 0,0 2-1 0 0,-1-1 1 0 0,1 1 0 0 0,0-1-1 0 0,-1 1 1 0 0,1 0 0 0 0,3 4-1 0 0,0-1 5 0 0,0 0-1 0 0,-1 1 0 0 0,0 1 1 0 0,0-1-1 0 0,0 1 0 0 0,8 12 0 0 0,-5-6 9 0 0,-2 1-1 0 0,1 0 0 0 0,-2 1 0 0 0,0 0 0 0 0,0 0 1 0 0,-2 0-1 0 0,0 1 0 0 0,3 15 0 0 0,-5-17-1 0 0,-1-4-2 0 0,0 0 0 0 0,-1 0 0 0 0,0 1 1 0 0,-1-1-1 0 0,-1 12 0 0 0,1-13-5 0 0,-4 29-8 0 0,2-30 7 0 0,0 2-9 0 0,0 0 1 0 0,0-1 0 0 0,-1 1-1 0 0,-1-1 1 0 0,1 0 0 0 0,-2 0-1 0 0,1 0 1 0 0,-8 10-1 0 0,1-7-37 0 0,0-1 0 0 0,-1 0-1 0 0,-14 9 1 0 0,22-18 19 0 0,-1-1 3 0 0,-14 2 11 0 0,15-2 5 0 0,-1-3 7 0 0,2 2 0 0 0,2 0-1 0 0,0 0 0 0 0,0 0 1 0 0,-1 0-1 0 0,1-1 0 0 0,0 1 0 0 0,0 0 1 0 0,0-1-1 0 0,-1 1 0 0 0,1-1 0 0 0,0 1 1 0 0,0-1-1 0 0,0 1 0 0 0,0-1 0 0 0,0 0 1 0 0,0 0-1 0 0,0 1 0 0 0,0-1 0 0 0,0 0 0 0 0,-1-1 1 0 0,-2-2-7 0 0,1 0 1 0 0,0 0-1 0 0,-1-1 1 0 0,1 1-1 0 0,1-1 1 0 0,-1 0-1 0 0,1 1 1 0 0,-1-1 0 0 0,2 0-1 0 0,-1 0 1 0 0,0-1-1 0 0,0-5 1 0 0,0 3-6 0 0,0 1-24 0 0,1-1 1 0 0,-1 0 0 0 0,1 0-1 0 0,1 0 1 0 0,-1-14-1 0 0,1 14-15 0 0,5-9 110 0 0,-5 16-57 0 0,1 0-1 0 0,-1 0 0 0 0,1 0 1 0 0,-1 0-1 0 0,0 0 1 0 0,1 0-1 0 0,-1 0 0 0 0,0 0 1 0 0,0 0-1 0 0,0 0 0 0 0,0 0 1 0 0,0 1-1 0 0,0-1 0 0 0,0 0 1 0 0,0 0-1 0 0,0 0 0 0 0,-1-2 1 0 0,4-2 9 0 0,0 2-10 0 0,0-1 1 0 0,0 0-1 0 0,1 1 0 0 0,-1 0 0 0 0,1 0 0 0 0,0 0 0 0 0,7-5 0 0 0,-7 6 89 0 0,2 3 12 0 0,7 2-42 0 0,-1 1-1 0 0,1 0 1 0 0,-1 1 0 0 0,0 0-1 0 0,15 9 1 0 0,-18-9-53 0 0,4 4-6 0 0,1-1 0 0 0,1-1-1 0 0,-1 0 1 0 0,17 4 0 0 0,-22-8-172 0 0,1-1 0 0 0,0 0 0 0 0,-1 0 0 0 0,1-1 0 0 0,0-1 0 0 0,0 0 0 0 0,0 0 1 0 0,0-1-1 0 0,-1 0 0 0 0,1 0 0 0 0,0-1 0 0 0,-1-1 0 0 0,1 1 0 0 0,-1-2 0 0 0,0 1 0 0 0,0-1 0 0 0,11-7 0 0 0,-8 5-64 0 0,-2-1 0 0 0,1 0-1 0 0,-1 0 1 0 0,18-17-1 0 0,-23 19 196 0 0,-1 0 0 0 0,0 0 0 0 0,0-1 0 0 0,-1 0 0 0 0,1 1 0 0 0,-1-1 0 0 0,-1 0 0 0 0,1-1 0 0 0,-1 1 0 0 0,0 0 0 0 0,0-1 0 0 0,-1 1 0 0 0,1-9 0 0 0,1-1 122 0 0,-2 0 0 0 0,0 0 0 0 0,-1-1 0 0 0,0 1 0 0 0,-2-1 0 0 0,0 1 0 0 0,0 0 0 0 0,-2 0 0 0 0,0 0 0 0 0,-1 0 0 0 0,-7-16 0 0 0,4 14 111 0 0,-2-1-1 0 0,0 1 0 0 0,-16-20 1 0 0,24 34 6 0 0,-1 4-183 0 0,1-1 0 0 0,0 1 0 0 0,-1-1 0 0 0,1 1 0 0 0,-1 0 0 0 0,1 0 0 0 0,0 0 0 0 0,-1 0 0 0 0,1 1 0 0 0,-1-1 0 0 0,-2 1 0 0 0,-11 21 217 0 0,12 5-122 0 0,3-22-74 0 0,1 1 26 0 0,2 18 9 0 0,-2-18-22 0 0,1 0-21 0 0,3 6-1 0 0,0 0 1 0 0,0-1-1 0 0,2 0 1 0 0,6 12-1 0 0,-10-21 28 0 0,2 1-17 0 0,12 9-17 0 0,-12-9-1 0 0,1-2-22 0 0,45-2-2 0 0,-45 0-60 0 0,-3 0 49 0 0,-1 1-1 0 0,1 0 1 0 0,-1-1-1 0 0,1 0 0 0 0,0 1 1 0 0,-1-1-1 0 0,1 0 1 0 0,-1 0-1 0 0,1 0 0 0 0,-1 0 1 0 0,0 0-1 0 0,3-2 1 0 0,-1 1 19 0 0,0 0 21 0 0,0 0 1 0 0,0 0 0 0 0,0-1 0 0 0,0 1 0 0 0,0-1 0 0 0,0 0 0 0 0,-1 1 0 0 0,1-1 0 0 0,-1 0-1 0 0,0-1 1 0 0,2-3 0 0 0,-1 4-26 0 0,-1-2 75 0 0,0 0 7 0 0,4-16-1 0 0,-5 16-1 0 0,-1 0-4 0 0,-10-41 135 0 0,8 42-154 0 0,0 1-52 0 0,1 1 0 0 0,-1 0 0 0 0,0 0 1 0 0,0-1-1 0 0,0 1 0 0 0,0 1 0 0 0,0-1 1 0 0,0 0-1 0 0,-1 0 0 0 0,1 1 0 0 0,0-1 0 0 0,-4 0 1 0 0,3 0-11 0 0,-9 0 8 0 0,0-2-491 0 0,29-9-122 0 0,110-60-714 0 0,-110 61 1320 0 0,0 0-1 0 0,-1-2 0 0 0,-1 1 0 0 0,28-32 0 0 0,-41 41 107 0 0,0 1 39 0 0,8-11-3 0 0,-8 10 909 0 0,-5 8-936 0 0,0 0-85 0 0,1 1 1 0 0,-1 0-1 0 0,1 0 0 0 0,0 0 1 0 0,0 0-1 0 0,0 0 0 0 0,1 0 1 0 0,0 1-1 0 0,0-1 0 0 0,0 0 1 0 0,1 1-1 0 0,0-1 0 0 0,0 1 1 0 0,0-1-1 0 0,1 7 0 0 0,1 3 11 0 0,1 0-1 0 0,0-1 0 0 0,1 1 0 0 0,7 19 1 0 0,-5-20 64 0 0,-6-13-95 0 0,1 1 0 0 0,0 0-1 0 0,-1 0 1 0 0,1-1 0 0 0,0 1 0 0 0,0 0 0 0 0,1-1 0 0 0,-1 1 0 0 0,0-1 0 0 0,0 1 0 0 0,1-1-1 0 0,2 3 1 0 0,0 0 33 0 0,7 5 14 0 0,1-1 0 0 0,-1 1-1 0 0,23 10 1 0 0,-29-18-8 0 0,1 0-3 0 0,18 1 13 0 0,-18-1 8 0 0,0-3 35 0 0,-4 2-110 0 0,3-1 70 0 0,-1 0 0 0 0,0 0 0 0 0,1 0-1 0 0,-1 0 1 0 0,0-1 0 0 0,0 1 0 0 0,0-1 0 0 0,0 0-1 0 0,0-1 1 0 0,-1 1 0 0 0,1 0 0 0 0,-1-1-1 0 0,1 0 1 0 0,-1 0 0 0 0,0 0 0 0 0,0 0 0 0 0,0-1-1 0 0,0 1 1 0 0,-1-1 0 0 0,0 0 0 0 0,1 0-1 0 0,2-7 1 0 0,-3 5-73 0 0,-1 0 0 0 0,0-1 1 0 0,0 1-1 0 0,0-1 0 0 0,-1 1 0 0 0,0-1 0 0 0,0 0 0 0 0,0 1 0 0 0,-1-1 0 0 0,0 1 0 0 0,0-1 1 0 0,-1 1-1 0 0,0 0 0 0 0,0-1 0 0 0,0 1 0 0 0,-1 0 0 0 0,0 0 0 0 0,0 1 0 0 0,-1-1 0 0 0,1 1 0 0 0,-1-1 1 0 0,0 1-1 0 0,-8-7 0 0 0,11 10-47 0 0,-1 1 1 0 0,1-1 0 0 0,-1 1-1 0 0,1 0 1 0 0,-1 0 0 0 0,0-1-1 0 0,0 1 1 0 0,1 0 0 0 0,-1 0-1 0 0,0 1 1 0 0,0-1 0 0 0,0 0-1 0 0,-3 0 1 0 0,-1-1-122 0 0,-8-1-512 0 0,2 3 51 0 0,-1 1 0 0 0,0 0 0 0 0,0 1 0 0 0,1 1 0 0 0,-1 0 0 0 0,1 1 0 0 0,0 0 0 0 0,0 0-1 0 0,-18 11 1 0 0,-7 9-3870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26 2432 0 0,'0'0'6708'0'0,"-1"-4"-6268"0"0,-1-13-32 0 0,1 12 2415 0 0,3 8-2630 0 0,6 13-32 0 0,0 0-1 0 0,-1 1 1 0 0,7 23 0 0 0,8 19-117 0 0,9 14-688 0 0,18 41-1726 0 0,-13-38-3419 0 0,-24-55 941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112 110 3936 0 0,'0'0'3799'0'0,"-2"3"-3233"0"0,-24 23 2149 0 0,23-24-806 0 0,-1 0-1715 0 0,-15 4 402 0 0,13-24-505 0 0,4 15-77 0 0,0-2 23 0 0,2 0-7 0 0,1-14-6 0 0,0 14 4 0 0,0-1-10 0 0,16-47 17 0 0,-8 38 31 0 0,-4 8-37 0 0,-2 3 15 0 0,1 2-6 0 0,13-3 2 0 0,-12 4-10 0 0,-2 3-32 0 0,2 2 9 0 0,-1-1 1 0 0,0 1 0 0 0,0 0 0 0 0,0 0-1 0 0,-1 0 1 0 0,0 1 0 0 0,0-1 0 0 0,0 1 0 0 0,0 0-1 0 0,3 8 1 0 0,0 1 46 0 0,-2 1 0 0 0,6 24-1 0 0,-9-34-47 0 0,-1 3 19 0 0,0-1-30 0 0,1 3 7 0 0,-1 0-1 0 0,-1 0 0 0 0,0 1 1 0 0,0-2-1 0 0,-1 1 1 0 0,0 0-1 0 0,0 0 0 0 0,-1 0 1 0 0,-1-1-1 0 0,-4 11 1 0 0,-31 34-285 0 0,36-52 178 0 0,-1 1-17 0 0,0-1 27 0 0,0-1 0 0 0,0 1 1 0 0,-1-1-1 0 0,1 1 0 0 0,-1-1 0 0 0,1-1 0 0 0,-1 1 0 0 0,1 0 0 0 0,-1-1 0 0 0,-8-1 0 0 0,10-2-29 0 0,-2-1 92 0 0,1 0 0 0 0,0-1 1 0 0,0 0-1 0 0,0 0 1 0 0,0 0-1 0 0,1 0 1 0 0,0-1-1 0 0,0 0 1 0 0,1 1-1 0 0,-1-1 1 0 0,1 0-1 0 0,0 0 1 0 0,1 0-1 0 0,-2-7 1 0 0,3 8 57 0 0,1 4-17 0 0,-1 0 0 0 0,1 0 0 0 0,0 0 0 0 0,0 0 0 0 0,1 0 0 0 0,-1 0 0 0 0,0 0 0 0 0,0 0 0 0 0,0 0 0 0 0,1 0 0 0 0,-1 1 0 0 0,0-1 0 0 0,1 0 0 0 0,-1 1 0 0 0,0 0 0 0 0,1-1-1 0 0,-1 1 1 0 0,1 0 0 0 0,-1-1 0 0 0,1 1 0 0 0,-1 0 0 0 0,1 0 0 0 0,-1 0 0 0 0,1 0 0 0 0,-1 0 0 0 0,1 1 0 0 0,-1-1 0 0 0,1 0 0 0 0,-1 1 0 0 0,0-1 0 0 0,1 1 0 0 0,-1-1 0 0 0,3 3-1 0 0,68 40 257 0 0,-46-26-437 0 0,31 14 1 0 0,-53-29-109 0 0,25 3-455 0 0,-23-4 262 0 0,0-1-87 0 0,6-1-131 0 0,0-1-1 0 0,0 0 0 0 0,0-1 0 0 0,0 0 0 0 0,-1-1 1 0 0,19-8-1 0 0,21-24-2544 0 0,-47 32 776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105 16 2480 0 0,'-3'-2'1181'0'0,"-11"-12"2017"0"0,13 14-3157 0 0,1 0-1 0 0,-1 0 0 0 0,0 0 0 0 0,1 0 0 0 0,-1 0 1 0 0,0 1-1 0 0,1-1 0 0 0,-1 0 0 0 0,1 0 0 0 0,-1 0 1 0 0,1 1-1 0 0,-1-1 0 0 0,0 0 0 0 0,1 1 0 0 0,-1-1 1 0 0,1 0-1 0 0,-1 1 0 0 0,1-1 0 0 0,0 1 0 0 0,-1-1 1 0 0,1 1-1 0 0,-1 0 0 0 0,0 0-8 0 0,1-1-1 0 0,0 1 1 0 0,-1-1-1 0 0,1 1 1 0 0,-1-1-1 0 0,1 1 1 0 0,-1-1-1 0 0,1 1 1 0 0,-1-1-1 0 0,0 1 1 0 0,1-1-1 0 0,-1 0 1 0 0,1 0-1 0 0,-1 1 1 0 0,0-1-1 0 0,1 0 1 0 0,-1 0 0 0 0,0 1-1 0 0,1-1 1 0 0,-2 0-1 0 0,-1 5 348 0 0,-3 5-99 0 0,1 1 1 0 0,0 0-1 0 0,1 1 0 0 0,0-1 1 0 0,-3 21-1 0 0,6-20-158 0 0,0 0 0 0 0,0 0-1 0 0,2 1 1 0 0,2 19 0 0 0,-2-26-100 0 0,0 0 1 0 0,1 0-1 0 0,0 0 1 0 0,0 0-1 0 0,1 0 1 0 0,-1 0-1 0 0,1-1 1 0 0,0 1-1 0 0,1-1 1 0 0,-1 0-1 0 0,1 0 1 0 0,9 9-1 0 0,24 10-222 0 0,-32-22 167 0 0,0-1-7 0 0,16 0 21 0 0,-16-1 15 0 0,18-8 50 0 0,-20 5 22 0 0,0 0-34 0 0,1-1-1 0 0,-1 0 1 0 0,0 0-1 0 0,-1 0 1 0 0,1 0-1 0 0,2-7 0 0 0,-3 7-3 0 0,-2-1-34 0 0,0-3-104 0 0,0 1 0 0 0,0 0-1 0 0,-1-1 1 0 0,0 1-1 0 0,-1 0 1 0 0,1 0 0 0 0,-1 0-1 0 0,-1 0 1 0 0,1 0-1 0 0,-1 0 1 0 0,-1 0-1 0 0,1 1 1 0 0,-1 0 0 0 0,0-1-1 0 0,0 1 1 0 0,-1 1-1 0 0,0-1 1 0 0,0 1 0 0 0,-11-9-1 0 0,11 9-316 0 0,-1 1 0 0 0,0 1 0 0 0,-1-1 1 0 0,1 1-1 0 0,0 0 0 0 0,-1 0 0 0 0,0 1 0 0 0,0 0 0 0 0,1 0 0 0 0,-1 1 0 0 0,0 0 0 0 0,0 0 1 0 0,-9 0-1 0 0,-14 5-2905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23 3120 0 0,'0'0'3725'0'0,"-1"-4"-2907"0"0,-5-11-59 0 0,4 11 1396 0 0,2 10-1627 0 0,3 51 538 0 0,1-27-875 0 0,47 289-819 0 0,-15-71-6522 0 0,-32-199 2606 0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26 4420 0 0,'0'0'2549'0'0,"1"-4"-1636"0"0,1-14-151 0 0,-2 14 911 0 0,3 7-1322 0 0,3 3-227 0 0,-1 0 0 0 0,0 1 0 0 0,0-1 0 0 0,-1 1-1 0 0,0 1 1 0 0,0-1 0 0 0,3 9 0 0 0,22 65 27 0 0,-15-38 9 0 0,6 18-99 0 0,-9-25-1485 0 0,29 64 1 0 0,-35-91 157 0 0,0 0 1043 0 0,5-3-3677 0 0,7 5 145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57 10 3200 0 0,'0'0'4486'0'0,"-3"-2"-3989"0"0,3 1-449 0 0,-1 1-1 0 0,1-1 1 0 0,-1 0-1 0 0,1 1 1 0 0,-1-1 0 0 0,1 1-1 0 0,-1-1 1 0 0,0 1-1 0 0,1 0 1 0 0,-1-1-1 0 0,0 1 1 0 0,1 0-1 0 0,-1-1 1 0 0,0 1-1 0 0,1 0 1 0 0,-1 0-1 0 0,0-1 1 0 0,0 1-1 0 0,1 0 1 0 0,-1 0-1 0 0,0 0 1 0 0,0 0-1 0 0,1 0 1 0 0,-1 0-1 0 0,0 0 1 0 0,0 1-1 0 0,1-1 1 0 0,-1 0-1 0 0,0 0 1 0 0,0 0-1 0 0,1 1 1 0 0,-1-1-1 0 0,0 0 1 0 0,1 1-1 0 0,-1-1 1 0 0,0 1 0 0 0,1-1-1 0 0,-1 1 1 0 0,1-1-1 0 0,-1 1 1 0 0,-2 2 250 0 0,1 0-32 0 0,-1 0-205 0 0,1 0 0 0 0,0 0 0 0 0,-1 1 0 0 0,2-1 0 0 0,-1 1 0 0 0,0-1 0 0 0,1 1 0 0 0,-1-1 0 0 0,1 1 0 0 0,0 0 0 0 0,1 0 0 0 0,-1 0-1 0 0,0 0 1 0 0,1 0 0 0 0,0-1 0 0 0,0 1 0 0 0,0 0 0 0 0,1 0 0 0 0,-1 0 0 0 0,1 0 0 0 0,0 0 0 0 0,2 6 0 0 0,-1-6-11 0 0,19 6 44 0 0,-16-9-44 0 0,49 7 68 0 0,-49-8-86 0 0,1 1 3 0 0,15 1 1 0 0,-16-1 41 0 0,1-1-40 0 0,17 4-10 0 0,-17-3 68 0 0,-2 0 83 0 0,11 4-17 0 0,-12-3 6 0 0,0 0 53 0 0,25 28 516 0 0,-25-26-574 0 0,-3 1-104 0 0,4 16-18 0 0,-3-16-12 0 0,-2 0-8 0 0,-1 3-41 0 0,0 1-1 0 0,0-1 1 0 0,-1 0-1 0 0,0 0 0 0 0,-1 0 1 0 0,0 0-1 0 0,-8 12 1 0 0,4-10-393 0 0,-1-1 0 0 0,0 0 1 0 0,0-1-1 0 0,-1 0 1 0 0,-17 11-1 0 0,24-17-211 0 0,-1 0-139 0 0,3-1 167 0 0,-9 6 843 0 0,-3-6-6089 0 0,-12-5 1601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0 196 3284 0 0,'5'-9'535'0'0,"-1"0"0"0"0,1 1 0 0 0,0 0 0 0 0,1 0 0 0 0,0 1-1 0 0,0-1 1 0 0,1 1 0 0 0,0 1 0 0 0,10-8 0 0 0,29-22 136 0 0,-22 22-545 0 0,-3 4-255 0 0,81-35-4330 0 0,-93 41 3151 0 0,-5 2-2186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84 15 3072 0 0,'0'0'2729'0'0,"2"-3"-1647"0"0,-2 3-974 0 0,1-1 1 0 0,-1 1-1 0 0,0 0 0 0 0,1 0 1 0 0,-1 0-1 0 0,0-1 1 0 0,0 1-1 0 0,1 0 1 0 0,-1-1-1 0 0,0 1 0 0 0,0 0 1 0 0,0 0-1 0 0,1-1 1 0 0,-1 1-1 0 0,0 0 1 0 0,0-1-1 0 0,0 1 0 0 0,0 0 1 0 0,0-1-1 0 0,1 1 1 0 0,-1-1-1 0 0,0 1 1 0 0,0 0-1 0 0,0-1 1 0 0,0 1-1 0 0,0 0 0 0 0,0-1 1 0 0,0 1-1 0 0,0 0 1 0 0,-1-1-1 0 0,1 1 1 0 0,0-1-1 0 0,0 1 0 0 0,0-1 1 0 0,-13 7 2425 0 0,10-4-3199 0 0,0 0 731 0 0,0 1-1 0 0,0 0 1 0 0,0 0-1 0 0,1 1 1 0 0,-1-1-1 0 0,1 0 1 0 0,0 1-1 0 0,0 0 1 0 0,0-1 0 0 0,0 1-1 0 0,-1 4 1 0 0,2-6-51 0 0,-9 15 188 0 0,3-3-128 0 0,2 0 26 0 0,1-7-86 0 0,1 0 1 0 0,0 0-1 0 0,1 0 0 0 0,0 0 1 0 0,0 1-1 0 0,0-1 0 0 0,1 1 1 0 0,0-1-1 0 0,1 1 0 0 0,0-1 1 0 0,0 1-1 0 0,0 0 0 0 0,1-1 1 0 0,0 1-1 0 0,1-1 0 0 0,4 14 1 0 0,-5-18-75 0 0,1 0 0 0 0,-1-1 0 0 0,1 1 1 0 0,0-1-1 0 0,0 1 0 0 0,0-1 1 0 0,1 0-1 0 0,-1 0 0 0 0,0 0 0 0 0,1 0 1 0 0,0 0-1 0 0,5 3 0 0 0,-5-3-33 0 0,1 0-264 0 0,11 2 20 0 0,-13-3 315 0 0,-1 0 0 0 0,0-1 0 0 0,0 1 0 0 0,0-1 0 0 0,1 1 0 0 0,-1-1 0 0 0,0 0 0 0 0,1 1 0 0 0,-1-1 0 0 0,0 0 0 0 0,1 0 0 0 0,-1 0-1 0 0,0 0 1 0 0,1 0 0 0 0,-1 0 0 0 0,0 0 0 0 0,1-1 0 0 0,0 1 0 0 0,4-1 26 0 0,-1 1 0 0 0,0-1 0 0 0,1 1-1 0 0,-1-1 1 0 0,0 0 0 0 0,1-1 0 0 0,-1 1 0 0 0,0-1 0 0 0,0 0 0 0 0,0 0 0 0 0,-1-1 0 0 0,1 1 0 0 0,0-1-1 0 0,-1 0 1 0 0,0-1 0 0 0,0 1 0 0 0,0-1 0 0 0,0 1 0 0 0,0-1 0 0 0,3-5 0 0 0,-3 3 18 0 0,0 0 0 0 0,-1 0 0 0 0,0 0 1 0 0,0-1-1 0 0,0 1 0 0 0,-1-1 0 0 0,0 0 0 0 0,0 0 1 0 0,-1 0-1 0 0,0 0 0 0 0,0 0 0 0 0,0 0 1 0 0,-1 0-1 0 0,0 0 0 0 0,-1 0 0 0 0,1 0 0 0 0,-1 0 1 0 0,-1 0-1 0 0,1 0 0 0 0,-1 0 0 0 0,-3-6 0 0 0,4 10-41 0 0,-16-33-332 0 0,16 34 270 0 0,0 0 1 0 0,0 0-1 0 0,-1 0 1 0 0,1 1-1 0 0,-1-1 0 0 0,1 0 1 0 0,-1 1-1 0 0,0-1 1 0 0,0 1-1 0 0,1 0 1 0 0,-1-1-1 0 0,0 1 1 0 0,0 0-1 0 0,0 0 1 0 0,0 0-1 0 0,0 0 0 0 0,-1 1 1 0 0,-3-2-1 0 0,1 1-67 0 0,3 0 90 0 0,0 0 0 0 0,0 1 0 0 0,1 0 0 0 0,-1-1 0 0 0,0 1 0 0 0,0 0 0 0 0,0 0 0 0 0,1 0 0 0 0,-1 0 0 0 0,0 0 0 0 0,0 0 0 0 0,0 0 0 0 0,1 1 0 0 0,-1-1 0 0 0,0 1 0 0 0,-2 0 0 0 0,-56 24-3232 0 0,49-18 947 0 0,-19 13-1645 0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0 4152 0 0,'0'0'7456'0'0,"-3"4"-7219"0"0,-9 9-29 0 0,9-10-39 0 0,4 4-27 0 0,11 64-393 0 0,30 98 0 0 0,7-7-5992 0 0,-43-142 4821 0 0,3 8-2735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27 2540 0 0,'0'0'7860'0'0,"0"-5"-7567"0"0,-3-12-41 0 0,3 13 1165 0 0,2 6-1129 0 0,5 6-126 0 0,0 0 0 0 0,-1 0 1 0 0,-1 0-1 0 0,1 1 0 0 0,-1 0 1 0 0,6 15-1 0 0,20 61-98 0 0,-28-76-109 0 0,24 81-172 0 0,-25-85-11 0 0,-1 0-57 0 0,1 0 131 0 0,7 24-861 0 0,-6-8-3548 0 0,10-8 1037 0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92 2820 0 0,'0'0'2766'0'0,"-1"-5"-2194"0"0,0-16-122 0 0,1 16 533 0 0,2 1-777 0 0,24-30 466 0 0,-23 31-543 0 0,1 1 6 0 0,11-8-22 0 0,-11 8-7 0 0,1 0-27 0 0,-2 1-42 0 0,1 0 1 0 0,0 0-1 0 0,-1 1 0 0 0,1-1 1 0 0,0 1-1 0 0,0 0 1 0 0,0 0-1 0 0,-1 0 0 0 0,1 1 1 0 0,5 1-1 0 0,-4-1 235 0 0,-3 3-176 0 0,0 2 59 0 0,0 0 0 0 0,0 0 0 0 0,-1 0-1 0 0,0 1 1 0 0,1 10 0 0 0,-2-12 244 0 0,-1 0-262 0 0,-2 16-12 0 0,2-16 71 0 0,0 0-126 0 0,-3 12-4 0 0,3-13 14 0 0,1 1-70 0 0,-4 12 1 0 0,3-12-4 0 0,4-3-104 0 0,-1-1 72 0 0,-2 0 14 0 0,1-1-1 0 0,0 1 0 0 0,-1 0 0 0 0,1-1 1 0 0,0 1-1 0 0,-1-1 0 0 0,1 1 0 0 0,0-1 0 0 0,0 1 1 0 0,0-1-1 0 0,-1 1 0 0 0,1-1 0 0 0,0 0 1 0 0,0 0-1 0 0,0 1 0 0 0,0-1 0 0 0,0 0 1 0 0,0 0-1 0 0,0 0 0 0 0,-1 0 0 0 0,1 0 0 0 0,2 0 1 0 0,18-1 3 0 0,-16 0 53 0 0,0 2-31 0 0,16 3 0 0 0,-16-4 31 0 0,2 7 10 0 0,8 3 257 0 0,5 30 219 0 0,-18-36-363 0 0,-2 1-73 0 0,1 16-10 0 0,0-16 46 0 0,-2 0-69 0 0,-14 34 73 0 0,13-36-130 0 0,0 0-46 0 0,1-2-54 0 0,0 0-1 0 0,0 0 1 0 0,1 0 0 0 0,-1-1 0 0 0,0 1 0 0 0,0 0-1 0 0,0-1 1 0 0,0 1 0 0 0,0-1 0 0 0,-1 1 0 0 0,1-1-1 0 0,0 1 1 0 0,0-1 0 0 0,0 0 0 0 0,0 1 0 0 0,0-1-1 0 0,-1 0 1 0 0,1 0 0 0 0,0 0 0 0 0,0 0 0 0 0,0 0-1 0 0,-1 0 1 0 0,1 0 0 0 0,0-1 0 0 0,0 1 0 0 0,0 0-1 0 0,0-1 1 0 0,-3 0 0 0 0,0 0-674 0 0,2-14-1751 0 0,1 13 2297 0 0,1 1 1 0 0,-1-1 0 0 0,1 0-1 0 0,0 1 1 0 0,0-1 0 0 0,-1 1-1 0 0,1-1 1 0 0,1 1 0 0 0,-1-1-1 0 0,0 0 1 0 0,0 1 0 0 0,0-1-1 0 0,1-1 1 0 0,4-21-3671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0 3596 0 0,'0'0'6639'0'0,"-1"4"-6353"0"0,-2 38 857 0 0,4-37-894 0 0,1-1-200 0 0,6 11 5 0 0,-6-11 40 0 0,1-2-69 0 0,8 9-8 0 0,-8-8 30 0 0,1 0-43 0 0,45 43 525 0 0,-46-43-211 0 0,-1 1-171 0 0,1 4-40 0 0,-1-1 0 0 0,0 1-1 0 0,-1 0 1 0 0,1 0 0 0 0,-2 0-1 0 0,1 12 1 0 0,-2-15-42 0 0,0-1-55 0 0,-5 12-36 0 0,5-12-69 0 0,-1-1-342 0 0,-6 9 91 0 0,6-9-75 0 0,-2-1-2496 0 0,-11 2 2115 0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0 182 3632 0 0,'2'-28'1342'0'0,"-2"23"1189"0"0,1 0-1933 0 0,4-13-41 0 0,-4 13-61 0 0,1 2-78 0 0,10-14-414 0 0,2 1 1 0 0,0 0-1 0 0,0 1 0 0 0,21-17 1 0 0,-32 30-829 0 0,-3 1 766 0 0,0 1 0 0 0,1-1-1 0 0,-1 1 1 0 0,0-1 0 0 0,0 1 0 0 0,0-1 0 0 0,1 1-1 0 0,-1-1 1 0 0,0 1 0 0 0,1-1 0 0 0,-1 1 0 0 0,0 0-1 0 0,1-1 1 0 0,-1 1 0 0 0,0 0 0 0 0,1-1-1 0 0,-1 1 1 0 0,1 0 0 0 0,-1-1 0 0 0,1 1 0 0 0,-1 0-1 0 0,1 0 1 0 0,-1-1 0 0 0,1 1 0 0 0,-1 0-1 0 0,2 0 1 0 0,-2 0-60 0 0,1 0 1 0 0,-1 0-1 0 0,1-1 0 0 0,-1 1 0 0 0,1 0 0 0 0,-1 0 1 0 0,1 0-1 0 0,-1-1 0 0 0,1 1 0 0 0,-1 0 0 0 0,0-1 1 0 0,1 1-1 0 0,-1 0 0 0 0,1-1 0 0 0,-1 1 0 0 0,0 0 1 0 0,1-1-1 0 0,-1 1 0 0 0,0-1 0 0 0,1 1 0 0 0,-1-1 1 0 0,0 1-1 0 0,0-1 0 0 0,1 1 0 0 0,-1-1 1 0 0,0 0-1 0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140 58 3112 0 0,'0'0'2915'0'0,"-1"-3"-1799"0"0,-18-33 2949 0 0,17 33-2866 0 0,-19-9 452 0 0,-3 9-1343 0 0,20 3 241 0 0,0 2-384 0 0,-34 25 208 0 0,34-23-170 0 0,2-1-163 0 0,0 0-44 0 0,0 1 0 0 0,-1-1 0 0 0,1 1 1 0 0,0 0-1 0 0,1-1 0 0 0,-1 1 0 0 0,1 0 0 0 0,-1 0 0 0 0,1 0 0 0 0,0 0 0 0 0,1 0 0 0 0,-1 0 1 0 0,1 0-1 0 0,0 6 0 0 0,0-3 3 0 0,0-2 15 0 0,1 0-97 0 0,5 15 58 0 0,-5-15-11 0 0,12 9-143 0 0,-11-11 156 0 0,1 1-68 0 0,15 4 11 0 0,-16-7 99 0 0,2 1-25 0 0,2-1-69 0 0,16 0 38 0 0,-16-1 225 0 0,-2-2-150 0 0,-3 2-48 0 0,2-1 81 0 0,1-1 0 0 0,-1 1 0 0 0,1-1 1 0 0,-1 1-1 0 0,0-1 0 0 0,0 0 0 0 0,0 0 0 0 0,0-1 1 0 0,0 1-1 0 0,0-1 0 0 0,0 1 0 0 0,-1-1 1 0 0,1 0-1 0 0,-1 0 0 0 0,0 0 0 0 0,3-6 1 0 0,4-41 565 0 0,-9 45-584 0 0,-2 1-53 0 0,-5-10 0 0 0,5 10 10 0 0,-2 3-13 0 0,-13-3 2 0 0,12 3 1 0 0,-16 11-35 0 0,21-10 33 0 0,-1 0 0 0 0,1 0 1 0 0,-1 0-1 0 0,1 0 0 0 0,-1 0 0 0 0,1 0 1 0 0,0 1-1 0 0,-1-1 0 0 0,1 0 0 0 0,-1 0 1 0 0,1 1-1 0 0,-1-1 0 0 0,1 0 0 0 0,0 1 1 0 0,-1-1-1 0 0,1 0 0 0 0,0 1 0 0 0,0-1 1 0 0,-1 1-1 0 0,1-1 0 0 0,0 0 0 0 0,0 1 1 0 0,-1-1-1 0 0,1 1 0 0 0,0-1 0 0 0,0 2 0 0 0,0-2-1 0 0,-1 0 0 0 0,1 1 0 0 0,0-1 0 0 0,0 1 0 0 0,0-1 0 0 0,0 1 0 0 0,-1-1-1 0 0,1 1 1 0 0,0-1 0 0 0,-1 0 0 0 0,1 1 0 0 0,0-1 0 0 0,-1 0 0 0 0,1 1 0 0 0,0-1-1 0 0,-1 0 1 0 0,1 1 0 0 0,-1-1 0 0 0,1 0 0 0 0,0 0 0 0 0,-1 1 0 0 0,1-1-1 0 0,-1 0 1 0 0,1 0 0 0 0,-1 0 0 0 0,0 1 0 0 0,0-1-14 0 0,0 1 0 0 0,0 0 0 0 0,0-1 1 0 0,0 1-1 0 0,1 0 0 0 0,-1 0 0 0 0,0 0 0 0 0,0 0 1 0 0,1 0-1 0 0,-1 0 0 0 0,1 0 0 0 0,-1 0 0 0 0,1 0 0 0 0,-1 0 1 0 0,1 0-1 0 0,-1 1 0 0 0,1-1 0 0 0,0 2 0 0 0,-5 15-132 0 0,5-14 23 0 0,1 0-287 0 0,0 0 346 0 0,0 0 1 0 0,1 0 0 0 0,0-1-1 0 0,0 1 1 0 0,0-1 0 0 0,0 1-1 0 0,0-1 1 0 0,4 4-1 0 0,-3-4 143 0 0,2-5 20 0 0,18-5 397 0 0,-13-12 62 0 0,-9 15-523 0 0,0 0 1 0 0,-1 1 0 0 0,0-1-1 0 0,0 0 1 0 0,0 0 0 0 0,0 1-1 0 0,-1-1 1 0 0,0 0-1 0 0,1 0 1 0 0,-3-5 0 0 0,1 5-6 0 0,-19-7-64 0 0,20 11 34 0 0,0 0 1 0 0,-1 0-1 0 0,1 0 1 0 0,0 0 0 0 0,-1 1-1 0 0,1-1 1 0 0,0 0-1 0 0,-1 1 1 0 0,1-1 0 0 0,0 1-1 0 0,0 0 1 0 0,-3 1 0 0 0,3-2-3 0 0,-3 2-7 0 0,4-2-8 0 0,0 1 20 0 0,0-1-1 0 0,0 0 1 0 0,0 1 0 0 0,0-1-1 0 0,0 0 1 0 0,0 1 0 0 0,-1-1 0 0 0,1 0-1 0 0,0 1 1 0 0,0-1 0 0 0,0 0-1 0 0,0 1 1 0 0,0-1 0 0 0,-1 0 0 0 0,1 1-1 0 0,0-1 1 0 0,0 0 0 0 0,-1 0-1 0 0,1 1 1 0 0,0-1 0 0 0,0 0 0 0 0,-1 0-1 0 0,1 1 1 0 0,0-1 0 0 0,-1 0-1 0 0,1 0 1 0 0,0 0 0 0 0,-1 0-1 0 0,1 1 1 0 0,-1-1 0 0 0,0 0-10 0 0,1 0 0 0 0,-1 1 1 0 0,0-1-1 0 0,1 0 0 0 0,-1 1 1 0 0,1-1-1 0 0,-1 1 0 0 0,0-1 0 0 0,1 1 1 0 0,-1-1-1 0 0,1 1 0 0 0,-1-1 1 0 0,1 1-1 0 0,-1 0 0 0 0,1-1 0 0 0,0 1 1 0 0,-1 0-1 0 0,1-1 0 0 0,0 1 1 0 0,-1 0-1 0 0,1-1 0 0 0,0 1 0 0 0,0 0 1 0 0,0 0-1 0 0,0 0 0 0 0,-4 18-59 0 0,3-15-18 0 0,7 3-236 0 0,-6-6 299 0 0,0 0 0 0 0,0 0 0 0 0,1 0 0 0 0,-1 0 0 0 0,1 0 0 0 0,-1 0 0 0 0,0-1 0 0 0,1 1 0 0 0,-1 0 0 0 0,1 0 0 0 0,0-1 0 0 0,-1 1 0 0 0,1 0 0 0 0,0-1 0 0 0,-1 1 0 0 0,1 0 0 0 0,1 0 0 0 0,1 0 27 0 0,0 0 0 0 0,1 0-1 0 0,-1 0 1 0 0,0 0-1 0 0,1 0 1 0 0,-1-1-1 0 0,1 1 1 0 0,-1-1-1 0 0,1 0 1 0 0,3 0-1 0 0,-3-1 200 0 0,4-5-31 0 0,-7 6-149 0 0,-1 0 0 0 0,1-1 0 0 0,-1 1 0 0 0,1 0 0 0 0,0 0 0 0 0,-1-1 0 0 0,1 1 0 0 0,-1 0 1 0 0,1-1-1 0 0,-1 1 0 0 0,1 0 0 0 0,-1-1 0 0 0,1 1 0 0 0,-1-1 0 0 0,1 1 0 0 0,-1-1 0 0 0,0 1 1 0 0,1-1-1 0 0,-1 1 0 0 0,0-1 0 0 0,1 1 0 0 0,-1-1 0 0 0,0 0 0 0 0,12-40 580 0 0,-11 36-532 0 0,-2 5-70 0 0,1 0 0 0 0,-1 0 0 0 0,1-1 0 0 0,-1 1 0 0 0,1 0 0 0 0,0 0 0 0 0,-1 0 0 0 0,1-1 0 0 0,-1 1 0 0 0,1 0 0 0 0,0 0 0 0 0,-1-1-1 0 0,1 1 1 0 0,0 0 0 0 0,-1-1 0 0 0,1 1 0 0 0,0-1 0 0 0,-1 1 0 0 0,1 0 0 0 0,0-1 0 0 0,0 1 0 0 0,0-1 0 0 0,-1 1 0 0 0,1 0 0 0 0,0-1 0 0 0,0 0 0 0 0,0 0-1 0 0,0 1 1 0 0,0 0 0 0 0,-1-1 0 0 0,1 1 0 0 0,0-1 0 0 0,0 1 0 0 0,0-1 0 0 0,0 1-1 0 0,-1 0 1 0 0,1-1 0 0 0,0 1 0 0 0,-1-1 0 0 0,1 1 0 0 0,0 0 0 0 0,-1-1-1 0 0,1 1 1 0 0,0 0 0 0 0,-1 0 0 0 0,1-1 0 0 0,0 1 0 0 0,-1 0 0 0 0,1 0-1 0 0,-1-1 1 0 0,1 1 0 0 0,-1 0 0 0 0,0 0 51 0 0,0 1-53 0 0,-1-1 1 0 0,0 1 0 0 0,1 0 0 0 0,-1-1 0 0 0,0 1 0 0 0,0-1-1 0 0,1 0 1 0 0,-1 0 0 0 0,0 0 0 0 0,0 0 0 0 0,0 0 0 0 0,-2 0 0 0 0,3 0-2 0 0,-4 1-8 0 0,5-1 9 0 0,-1 1 2 0 0,1-1 0 0 0,0 1 0 0 0,0-1-1 0 0,-1 0 1 0 0,1 1 0 0 0,0-1 0 0 0,-1 1 0 0 0,1-1-1 0 0,0 0 1 0 0,-1 1 0 0 0,1-1 0 0 0,0 0-1 0 0,-1 0 1 0 0,1 1 0 0 0,-1-1 0 0 0,1 0 0 0 0,-1 0-1 0 0,1 1 1 0 0,0-1 0 0 0,-1 0 0 0 0,1 0-1 0 0,-1 0 1 0 0,1 0 0 0 0,-2 0 0 0 0,2 0-1 0 0,-1 0 1 0 0,1 0 0 0 0,-1 0 0 0 0,1 0-1 0 0,-1 1 1 0 0,1-1 0 0 0,-1 0-1 0 0,1 0 1 0 0,0 0 0 0 0,-1 0-1 0 0,1 1 1 0 0,-1-1 0 0 0,1 0-1 0 0,-1 1 1 0 0,1-1 0 0 0,0 0-1 0 0,-1 1 1 0 0,1-1 0 0 0,0 0-1 0 0,-1 1 1 0 0,1-1 0 0 0,0 0 0 0 0,0 1-1 0 0,-1-1 1 0 0,1 2 0 0 0,-5 6-10 0 0,4-8 7 0 0,1 1 1 0 0,0-1 0 0 0,-1 0 0 0 0,1 1-1 0 0,-1-1 1 0 0,1 0 0 0 0,0 1 0 0 0,-1-1-1 0 0,1 1 1 0 0,0-1 0 0 0,0 1-1 0 0,-1-1 1 0 0,1 1 0 0 0,0-1 0 0 0,0 1-1 0 0,0-1 1 0 0,-1 1 0 0 0,1-1 0 0 0,0 1-1 0 0,0-1 1 0 0,0 1 0 0 0,0-1 0 0 0,0 1-1 0 0,0-1 1 0 0,0 1 0 0 0,0-1 0 0 0,0 1-1 0 0,1-1 1 0 0,-1 1 0 0 0,0-1-1 0 0,0 1 1 0 0,1 0 0 0 0,4 24-147 0 0,-4-25 147 0 0,-1 1 0 0 0,0-1 0 0 0,0 0 0 0 0,0 1 0 0 0,1-1 0 0 0,-1 1 1 0 0,0-1-1 0 0,1 0 0 0 0,-1 1 0 0 0,0-1 0 0 0,1 0 0 0 0,-1 1 0 0 0,1-1 0 0 0,-1 0 1 0 0,0 0-1 0 0,1 1 0 0 0,-1-1 0 0 0,1 0 0 0 0,-1 0 0 0 0,1 0 0 0 0,-1 1 1 0 0,1-1-1 0 0,-1 0 0 0 0,1 0 0 0 0,0 0 0 0 0,-1 0 1 0 0,1 0-1 0 0,-1 0 1 0 0,1 0-1 0 0,-1 0 1 0 0,1 0 0 0 0,-1 1-1 0 0,1-1 1 0 0,-1 0-1 0 0,1 0 1 0 0,-1 0-1 0 0,0 1 1 0 0,1-1 0 0 0,-1 0-1 0 0,1 0 1 0 0,-1 1-1 0 0,0-1 1 0 0,1 0 0 0 0,-1 1-1 0 0,0-1 1 0 0,1 0-1 0 0,-1 1 1 0 0,0-1-1 0 0,1 1 1 0 0,-1-1 0 0 0,0 1-1 0 0,19 8-26 0 0,-15-8 64 0 0,2-1 6 0 0,21-1 467 0 0,-24-2-406 0 0,-2 3-110 0 0,0-1-3 0 0,0 1 0 0 0,1-1 0 0 0,-1 0 0 0 0,0 1 1 0 0,0-1-1 0 0,1 0 0 0 0,-1 0 0 0 0,0 0 0 0 0,0 0 1 0 0,0 0-1 0 0,1-2 0 0 0,-2 1-38 0 0,0 1-1 0 0,0 0 1 0 0,0-1-1 0 0,0 1 1 0 0,-1 0 0 0 0,1-1-1 0 0,-1 1 1 0 0,1 0 0 0 0,-1-1-1 0 0,1 1 1 0 0,-1 0-1 0 0,-1-2 1 0 0,1 1-61 0 0,0-2-465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30 2640 0 0,'0'0'5257'0'0,"1"-5"-4359"0"0,2-20 4688 0 0,0 27-5094 0 0,-1 0-417 0 0,0-1 0 0 0,0 0-1 0 0,-1 1 1 0 0,1-1 0 0 0,0 1 0 0 0,-1 0 0 0 0,1-1 0 0 0,-1 1 0 0 0,0 0 0 0 0,1 0 0 0 0,-1 0 0 0 0,0 0-1 0 0,0 0 1 0 0,0 0 0 0 0,-1 0 0 0 0,1 0 0 0 0,0 0 0 0 0,-1 1 0 0 0,0-1 0 0 0,1 0 0 0 0,-1 0 0 0 0,0 4 0 0 0,4 33 102 0 0,-2 1 1 0 0,-4 42 0 0 0,-7 23-3319 0 0,8-99 2293 0 0,2 0-48 0 0,0 18-99 0 0,-1-18-234 0 0,2-2-246 0 0,6 11-73 0 0,-6-11-1017 0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1 108 3012 0 0,'0'0'2594'0'0,"0"-4"-1603"0"0,4-41 2174 0 0,-2 40-2734 0 0,1 1-244 0 0,11-12-7 0 0,-11 12-29 0 0,2 2-42 0 0,12-7 5 0 0,-12 7 21 0 0,0 0-18 0 0,-5 2-120 0 0,46-13 361 0 0,-44 12-298 0 0,1 1 0 0 0,0 0 0 0 0,-1 0 0 0 0,1 0 0 0 0,0 0-1 0 0,-1 0 1 0 0,1 1 0 0 0,0-1 0 0 0,-1 1 0 0 0,1 0-1 0 0,-1-1 1 0 0,1 1 0 0 0,-1 0 0 0 0,0 1 0 0 0,1-1-1 0 0,-1 0 1 0 0,0 1 0 0 0,3 2 0 0 0,-2-2 415 0 0,-2 4-317 0 0,0 17-23 0 0,-1-17-10 0 0,-2-2-13 0 0,-5 14 18 0 0,6-14-43 0 0,-1 0-18 0 0,-19 41 58 0 0,19-40-108 0 0,-8 16-27 0 0,1 2-8 0 0,11-19-2 0 0,-1-2 10 0 0,1 0 0 0 0,-1 0 0 0 0,0 0 0 0 0,1 0 1 0 0,0 0-1 0 0,-1-1 0 0 0,1 1 0 0 0,0 0 0 0 0,0-1 0 0 0,0 1 0 0 0,0-1 0 0 0,0 0 0 0 0,0 0 0 0 0,5 2 0 0 0,-3-2-5 0 0,1 1-32 0 0,40 13 24 0 0,-41-14 29 0 0,17 11 61 0 0,-18-10-37 0 0,0 0-1 0 0,1 0 1 0 0,-1 0 0 0 0,0 1-1 0 0,-1-1 1 0 0,1 1 0 0 0,0 0-1 0 0,-1 0 1 0 0,4 4 0 0 0,-3-4 265 0 0,0 21-144 0 0,-3-20-103 0 0,-2 0 6 0 0,-4 2-161 0 0,1 0 0 0 0,-1 0 0 0 0,0-1 0 0 0,0 0 0 0 0,-1 0 0 0 0,0 0 0 0 0,0-1 0 0 0,0 0 0 0 0,0-1-1 0 0,0 1 1 0 0,-1-1 0 0 0,-12 3 0 0 0,16-5-330 0 0,0 0-100 0 0,-15 4-84 0 0,14-4-117 0 0,3-7-3981 0 0,1 5 4477 0 0,0-1 0 0 0,1 1 0 0 0,-1 0 1 0 0,0 0-1 0 0,0 0 0 0 0,0 0 0 0 0,-1-1 0 0 0,1 2-321 0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 2828 0 0,'0'0'3561'0'0,"3"-3"-2761"0"0,-3 3-587 0 0,1-1 0 0 0,-1 1 1 0 0,1-1-1 0 0,0 1 0 0 0,-1-1 1 0 0,1 1-1 0 0,0-1 0 0 0,-1 1 0 0 0,1-1 1 0 0,0 1-1 0 0,-1 0 0 0 0,1-1 1 0 0,0 1-1 0 0,0 0 0 0 0,-1 0 1 0 0,1 0-1 0 0,0-1 0 0 0,0 1 1 0 0,0 0-1 0 0,-1 0 0 0 0,1 0 1 0 0,0 0-1 0 0,0 0 0 0 0,0 1 0 0 0,-1-1 1 0 0,1 0-1 0 0,1 1 0 0 0,2 12-246 0 0,-1-9 211 0 0,6 11-21 0 0,-7-11-22 0 0,11 14 84 0 0,-10-15-107 0 0,-3-2-107 0 0,0-1 1 0 0,0 1-1 0 0,0-1 0 0 0,0 1 1 0 0,1-1-1 0 0,-1 1 1 0 0,0-1-1 0 0,0 1 1 0 0,1-1-1 0 0,-1 1 1 0 0,0-1-1 0 0,1 1 0 0 0,-1-1 1 0 0,0 0-1 0 0,1 1 1 0 0,-1-1-1 0 0,0 0 1 0 0,1 1-1 0 0,-1-1 1 0 0,1 0-1 0 0,-1 1 0 0 0,1-1 1 0 0,-1 0-1 0 0,1 0 1 0 0,-1 1-1 0 0,1-1 1 0 0,0 0-1 0 0,0 0 0 0 0,-1 0 0 0 0,1 1 0 0 0,-1-1 0 0 0,1 0 1 0 0,-1 0-1 0 0,0 1 0 0 0,1-1 0 0 0,-1 0 0 0 0,1 0 0 0 0,-1 1 0 0 0,1-1 1 0 0,-1 1-1 0 0,0-1 0 0 0,1 0 0 0 0,-1 1 0 0 0,0-1 0 0 0,0 1 0 0 0,1-1 1 0 0,-1 1-1 0 0,0-1 0 0 0,0 1 0 0 0,1-1 0 0 0,-1 1 0 0 0,0-1 1 0 0,0 2-1 0 0,1-1 11 0 0,0 1 1 0 0,-1 0-1 0 0,1-1 0 0 0,0 1 1 0 0,0-1-1 0 0,0 1 1 0 0,0-1-1 0 0,1 1 1 0 0,-1-1-1 0 0,0 0 1 0 0,4 3-1 0 0,-5-4 3 0 0,3 4 105 0 0,0 0 21 0 0,7 14-2 0 0,-7-14-11 0 0,-1 0 12 0 0,2 7 154 0 0,-1 0 0 0 0,0 0 0 0 0,2 23 0 0 0,-5-29-150 0 0,-1-1-101 0 0,-6 13-19 0 0,5-12-14 0 0,-1-2 18 0 0,-2 2-413 0 0,0-1 1 0 0,-1 0 0 0 0,0 0-1 0 0,0 0 1 0 0,0-1 0 0 0,0 1 0 0 0,-11 3-1 0 0,12-6-524 0 0,-16-11-4211 0 0,19 7 2364 0 0,-11-13-1972 0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64 2760 0 0,'3'-3'1269'0'0,"-3"3"-1208"0"0,4-6 301 0 0,0 1 1 0 0,1 1-1 0 0,-1-1 0 0 0,1 0 0 0 0,0 1 0 0 0,0 0 1 0 0,0 0-1 0 0,0 1 0 0 0,1-1 0 0 0,-1 1 0 0 0,1 0 0 0 0,0 1 1 0 0,7-3-1 0 0,-4 4-463 0 0,-1 0 0 0 0,0 0-1 0 0,1 1 1 0 0,-1 0 0 0 0,15 2 0 0 0,-16-1-643 0 0,0 0-1 0 0,0 1 1 0 0,-1 0 0 0 0,1 1-1 0 0,-1-1 1 0 0,9 6 0 0 0,4 3-2560 0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1 3680 0 0,'0'0'10591'0'0,"1"4"-10261"0"0,2 7-381 0 0,0 1 0 0 0,-1 0 0 0 0,-1-1 0 0 0,0 1 0 0 0,-1 0 0 0 0,0 0 0 0 0,-2 13 0 0 0,2-18-209 0 0,-2 7-1523 0 0,-1 0-1 0 0,0 0 0 0 0,-1 0 0 0 0,-11 25 0 0 0,12-33-3190 0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17 3928 0 0,'0'-5'1754'0'0,"2"-7"6988"0"0,-1 39-6652 0 0,-1 36-2391 0 0,0-62 648 0 0,-2 58-69 0 0,6 125-2849 0 0,2-160 1016 0 0,-5-20 649 0 0,1-1-92 0 0,7 5 268 0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2696 0 0,'0'0'7346'0'0,"0"6"-7076"0"0,0 45 822 0 0,0-46-756 0 0,0 0-198 0 0,16 39 448 0 0,-13-40-508 0 0,6 0 5 0 0,6 6 284 0 0,72 10 260 0 0,-81-20-528 0 0,0 1 0 0 0,17 5 3 0 0,-17-5 21 0 0,-1 1 11 0 0,41 20 514 0 0,-41-20-512 0 0,-5 0-101 0 0,1 0 0 0 0,0-1 0 0 0,0 1-1 0 0,1-1 1 0 0,-1 1 0 0 0,0-1 0 0 0,0 1 0 0 0,1-1 0 0 0,-1 0 0 0 0,4 2-1 0 0,-2 1 154 0 0,-1 0-48 0 0,6 15 45 0 0,-6-14 0 0 0,-2 0 3 0 0,-3 48 358 0 0,2-48-472 0 0,-1 1-22 0 0,-1 1-149 0 0,0-1-1 0 0,0 1 1 0 0,-1 0 0 0 0,0-1 0 0 0,0 0 0 0 0,-1 0-1 0 0,0 0 1 0 0,0 0 0 0 0,0-1 0 0 0,-11 9-1 0 0,13-12-462 0 0,-2-1-120 0 0,-15 6-75 0 0,15-5-54 0 0,-1-3-754 0 0,-19-2 593 0 0,19 2-260 0 0,2-2-140 0 0,-1 1 900 0 0,-15-13-2859 0 0,4-1-726 0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1 102 2816 0 0,'0'0'1232'0'0,"2"-3"-127"0"0,4-4-682 0 0,1 1 1 0 0,-1 0-1 0 0,1 0 0 0 0,0 0 1 0 0,1 1-1 0 0,-1 0 0 0 0,1 0 1 0 0,0 1-1 0 0,0 0 0 0 0,1 0 1 0 0,-1 1-1 0 0,16-4 0 0 0,7-1-679 0 0,1 1-1 0 0,43-3 0 0 0,-8 5-5834 0 0,-61 5 2336 0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89 0 2720 0 0,'0'0'3133'0'0,"-2"5"-2412"0"0,-6 11-112 0 0,6-12-40 0 0,-1 0-68 0 0,-7 9-134 0 0,0 1 1 0 0,1 0-1 0 0,1 1 1 0 0,0 0-1 0 0,1 0 0 0 0,1 1 1 0 0,-7 24-1 0 0,12-35-253 0 0,2-4-101 0 0,-1 1 0 0 0,0 0 0 0 0,1 0-1 0 0,-1 0 1 0 0,0 0 0 0 0,0 0 0 0 0,0 0 0 0 0,0-1-1 0 0,0 1 1 0 0,-1 0 0 0 0,1 0 0 0 0,-2 3-1 0 0,2-1 15 0 0,-1 2 56 0 0,4-1-19 0 0,-2-2-54 0 0,0 1 1 0 0,0-1 0 0 0,1 1 0 0 0,0 0 0 0 0,0-1 0 0 0,0 1 0 0 0,0-1 0 0 0,0 1 0 0 0,1-1 0 0 0,0 0-1 0 0,-1 0 1 0 0,1 0 0 0 0,0-1 0 0 0,1 1 0 0 0,-1 0 0 0 0,0-1 0 0 0,1 0 0 0 0,-1 0 0 0 0,1 0 0 0 0,-1-1 0 0 0,1 1 0 0 0,0-1 0 0 0,0 1 0 0 0,0-1 0 0 0,0-1-1 0 0,7 2 1 0 0,-2-2 12 0 0,-3 1 134 0 0,1-1 0 0 0,-1 0 1 0 0,0 0-1 0 0,1-1 0 0 0,-1 1 0 0 0,0-1 0 0 0,0-1 0 0 0,1 1 0 0 0,-1-1 1 0 0,0 0-1 0 0,0 0 0 0 0,-1-1 0 0 0,1 0 0 0 0,0 0 0 0 0,7-5 0 0 0,11-21 686 0 0,-22 26-645 0 0,0-2-32 0 0,4-16-47 0 0,-5 16-35 0 0,-2-1-20 0 0,0 1-73 0 0,1 1-75 0 0,0-1 1 0 0,-1 1-1 0 0,1 0 0 0 0,-1-1 0 0 0,0 1 0 0 0,-1 0 1 0 0,1 0-1 0 0,-1 0 0 0 0,0 0 0 0 0,0 0 1 0 0,0 0-1 0 0,0 0 0 0 0,-1 0 0 0 0,0 1 1 0 0,1 0-1 0 0,-1-1 0 0 0,0 1 0 0 0,-1 0 1 0 0,1 0-1 0 0,-1 1 0 0 0,-5-5 0 0 0,-9 3-2251 0 0,0 0 0 0 0,-25-2-1 0 0,38 6-264 0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68 1 4356 0 0,'8'0'1523'0'0,"38"3"987"0"0,-35-2-2283 0 0,-1 1-1 0 0,1 1 0 0 0,0 0 0 0 0,-1 0 0 0 0,0 1 0 0 0,0 0 1 0 0,0 1-1 0 0,0 0 0 0 0,-1 1 0 0 0,1-1 0 0 0,-2 2 0 0 0,1 0 1 0 0,-1 0-1 0 0,0 0 0 0 0,0 1 0 0 0,-1 0 0 0 0,0 1 1 0 0,0-1-1 0 0,-1 1 0 0 0,0 1 0 0 0,8 18 0 0 0,-6-6-159 0 0,-1-1-1 0 0,-2 1 0 0 0,0 0 1 0 0,-1 1-1 0 0,-1-1 0 0 0,-2 1 0 0 0,0-1 1 0 0,-1 1-1 0 0,-1 0 0 0 0,-1-1 1 0 0,-1 1-1 0 0,-8 25 0 0 0,-4 10-498 0 0,-2-2-1 0 0,-4 0 0 0 0,-38 76 0 0 0,33-80-1503 0 0,-3-2 0 0 0,-1 0-1 0 0,-69 81 1 0 0,56-83-2775 0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329 0 3176 0 0,'-6'2'1284'0'0,"-4"0"-915"0"0,0 1 1 0 0,-1 0 0 0 0,1 0-1 0 0,0 1 1 0 0,1 1 0 0 0,-1 0 0 0 0,1 0-1 0 0,0 1 1 0 0,-9 7 0 0 0,4-1-17 0 0,0 0 1 0 0,0 2 0 0 0,2-1-1 0 0,-20 28 1 0 0,13-13-126 0 0,2 1 0 0 0,1 1 0 0 0,1 0 0 0 0,2 1 1 0 0,-15 51-1 0 0,22-59-157 0 0,1 0 0 0 0,0 0 0 0 0,2 0 1 0 0,1 0-1 0 0,0 1 0 0 0,2-1 0 0 0,4 38 1 0 0,-1-44-60 0 0,0-1 1 0 0,2 0-1 0 0,-1 0 1 0 0,2 0-1 0 0,0-1 1 0 0,1 0 0 0 0,0 0-1 0 0,2 0 1 0 0,-1-1-1 0 0,2-1 1 0 0,16 20-1 0 0,-7-13-216 0 0,0-2-1 0 0,1 0 0 0 0,1-1 0 0 0,1-1 0 0 0,0-1 0 0 0,1-1 0 0 0,36 16 1 0 0,-30-18-1337 0 0,0-1 0 0 0,0-1 0 0 0,45 8 0 0 0,-41-12-2631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3612 0 0,'0'0'10119'0'0,"0"5"-9976"0"0,3 52 92 0 0,12 204-3216 0 0,-10-162-2862 0 0,-3-65 598 0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25 101 4872 0 0,'0'0'5540'0'0,"-4"-2"-5149"0"0,-12-3-135 0 0,12 4 238 0 0,7-3-389 0 0,70-56 729 0 0,-71 58-718 0 0,3-1 4 0 0,11-8-1 0 0,-12 9 127 0 0,-1 0-140 0 0,19-6 1027 0 0,-21 7-1103 0 0,0 1 1 0 0,0 0 0 0 0,0 0-1 0 0,0 0 1 0 0,0 0 0 0 0,0 0-1 0 0,0 0 1 0 0,0 0 0 0 0,0 1-1 0 0,0-1 1 0 0,0 0 0 0 0,0 0-1 0 0,0 1 1 0 0,0-1 0 0 0,0 1-1 0 0,0-1 1 0 0,-1 1 0 0 0,1-1-1 0 0,0 1 1 0 0,0-1-1 0 0,0 1 1 0 0,-1 0 0 0 0,1 0-1 0 0,0-1 1 0 0,-1 1 0 0 0,1 0-1 0 0,1 1 1 0 0,6 18 153 0 0,0 1-1 0 0,-2-1 1 0 0,0 1 0 0 0,-1 0-1 0 0,3 29 1 0 0,-6-41-175 0 0,22 107-3299 0 0,-23-112 2389 0 0,-1-4 848 0 0,0 1 0 0 0,1-1 0 0 0,-1 1 0 0 0,1-1 0 0 0,-1 1 0 0 0,0-1 0 0 0,0 1 0 0 0,1 0 0 0 0,-1-1-1 0 0,0 1 1 0 0,0-1 0 0 0,0 1 0 0 0,1 0 0 0 0,-1-1 0 0 0,0 1 0 0 0,0 0 0 0 0,0-1 0 0 0,0 1 0 0 0,0-1-1 0 0,0 1 1 0 0,-1 1 0 0 0,1 4-1184 0 0,2 2-4075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0 175 2932 0 0,'0'0'3637'0'0,"4"-31"-2553"0"0,17 7-1032 0 0,3 1-440 0 0,4-2-456 0 0,-10 12 220 0 0,1-1-193 0 0,0-1 13 0 0,0 0-552 0 0,-1 0-1476 0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37 1572 0 0,'3'-3'1154'0'0,"-1"0"-1527"0"0,17-21 6010 0 0,-17 18-2518 0 0,-13 12-3112 0 0,8-4 360 0 0,4 4-322 0 0,3 6-17 0 0,1-1 1 0 0,0 1 0 0 0,1-1-1 0 0,0 0 1 0 0,1-1 0 0 0,0 1 0 0 0,1-1-1 0 0,11 12 1 0 0,9 13 60 0 0,-26-32-2 0 0,-1 2-16 0 0,8 33 55 0 0,-8-35-141 0 0,-1 0 0 0 0,0-1-1 0 0,0 1 1 0 0,0 0 0 0 0,0 0 0 0 0,0 0 0 0 0,-1-1 0 0 0,1 1-1 0 0,-1 0 1 0 0,0-1 0 0 0,0 1 0 0 0,0 0 0 0 0,0-1 0 0 0,0 1-1 0 0,0-1 1 0 0,-3 3 0 0 0,-24 24-984 0 0,25-26 507 0 0,-1-1-177 0 0,-15 8-160 0 0,14-7-214 0 0,0-4-2709 0 0,-21-3-325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1 178 3000 0 0,'14'-25'2032'0'0,"5"-1"-743"0"0,0 0-569 0 0,7 1-560 0 0,1-1-452 0 0,-1 1-1269 0 0,0 1-739 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20 268 3700 0 0,'0'0'2687'0'0,"-4"-2"-1731"0"0,1 1-1069 0 0,-9-6 1629 0 0,12 6-1450 0 0,0 0-1 0 0,1 0 0 0 0,-1 0 0 0 0,1 0 0 0 0,-1 0 0 0 0,1 0 0 0 0,0 0 0 0 0,-1 0 0 0 0,1 0 0 0 0,0 0 0 0 0,0 1 0 0 0,-1-1 0 0 0,1 0 1 0 0,0 0-1 0 0,0 1 0 0 0,0-1 0 0 0,0 1 0 0 0,0-1 0 0 0,0 1 0 0 0,0-1 0 0 0,0 1 0 0 0,0-1 0 0 0,2 1 0 0 0,276-113-531 0 0,-145 64-1075 0 0,13-10-2970 0 0,-101 41 761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141 53 2620 0 0,'0'0'2573'0'0,"0"-4"-1631"0"0,-4-13-182 0 0,3 13 777 0 0,-1 1-1232 0 0,-1 1-155 0 0,0 0 0 0 0,1-1-1 0 0,-1 1 1 0 0,0 0 0 0 0,0 1 0 0 0,0-1 0 0 0,0 0 0 0 0,0 1 0 0 0,-5-2 0 0 0,4 2 316 0 0,4 1-451 0 0,-1 0-1 0 0,1 0 1 0 0,-1 0-1 0 0,1 0 0 0 0,-1 0 1 0 0,1 0-1 0 0,-1 0 1 0 0,1 0-1 0 0,0 0 0 0 0,-1 0 1 0 0,1 0-1 0 0,-1 0 1 0 0,1 0-1 0 0,-1 0 1 0 0,1 0-1 0 0,0 1 0 0 0,-1-1 1 0 0,1 0-1 0 0,-1 0 1 0 0,1 1-1 0 0,0-1 0 0 0,-1 0 1 0 0,1 1-1 0 0,-1 0 1 0 0,-11 3 316 0 0,-7 9 215 0 0,19-12-538 0 0,0-1 0 0 0,0 1 0 0 0,0-1 1 0 0,-1 1-1 0 0,1-1 0 0 0,0 1 0 0 0,0-1 0 0 0,-1 1 0 0 0,1-1 1 0 0,0 0-1 0 0,-1 1 0 0 0,1-1 0 0 0,0 1 0 0 0,-1-1 1 0 0,1 0-1 0 0,-1 1 0 0 0,1-1 0 0 0,0 0 0 0 0,-1 1 1 0 0,1-1-1 0 0,-1 0 0 0 0,1 0 0 0 0,-1 0 0 0 0,1 1 1 0 0,-1-1-1 0 0,0 0 0 0 0,0 0-1 0 0,1 0 0 0 0,-1 0-1 0 0,1 0 1 0 0,-1 1 0 0 0,1-1 0 0 0,-1 0 0 0 0,1 0-1 0 0,-1 0 1 0 0,1 1 0 0 0,-1-1 0 0 0,1 0 0 0 0,-1 1-1 0 0,1-1 1 0 0,0 0 0 0 0,-1 1 0 0 0,1-1 0 0 0,0 1-1 0 0,-1-1 1 0 0,1 0 0 0 0,0 1 0 0 0,-1-1-1 0 0,1 1 1 0 0,0-1 0 0 0,0 1 0 0 0,0-1 0 0 0,-1 2-1 0 0,1-2 1 0 0,0 1-1 0 0,0-1 0 0 0,0 1 1 0 0,0-1-1 0 0,0 1 0 0 0,0 0 0 0 0,0-1 1 0 0,-1 1-1 0 0,1-1 0 0 0,0 1 0 0 0,0-1 1 0 0,-1 1-1 0 0,1-1 0 0 0,0 0 0 0 0,-1 1 1 0 0,1-1-1 0 0,0 1 0 0 0,-1-1 0 0 0,1 1 1 0 0,0-1-1 0 0,-1 0 0 0 0,1 1 1 0 0,-1-1-1 0 0,-12 16 93 0 0,5 1-68 0 0,6-12-6 0 0,1-1-27 0 0,-1 14-12 0 0,1-14-23 0 0,3 0-155 0 0,6 12 59 0 0,-6-11 5 0 0,-1-5-13 0 0,-1 0 135 0 0,1 0 1 0 0,-1 0-1 0 0,0 0 1 0 0,1 0-1 0 0,-1 0 1 0 0,1 0-1 0 0,-1 0 1 0 0,0 0-1 0 0,1 0 0 0 0,-1 0 1 0 0,1 0-1 0 0,-1 1 1 0 0,0-1-1 0 0,1 0 1 0 0,-1 0-1 0 0,0 1 1 0 0,1-1-1 0 0,-1 0 0 0 0,0 0 1 0 0,1 1-1 0 0,-1-1 1 0 0,0 0-1 0 0,0 1 1 0 0,1-1-1 0 0,-1 0 1 0 0,0 1-1 0 0,0-1 1 0 0,1 1-1 0 0,-1 0-11 0 0,0 0 0 0 0,1-1 0 0 0,-1 1 0 0 0,0-1 0 0 0,1 1 0 0 0,-1 0 0 0 0,1-1 1 0 0,-1 1-1 0 0,1-1 0 0 0,-1 1 0 0 0,1-1 0 0 0,-1 0 0 0 0,1 1 0 0 0,0-1 0 0 0,-1 1 0 0 0,1-1 0 0 0,0 0 0 0 0,-1 0 0 0 0,1 1 0 0 0,0-1 0 0 0,-1 0 0 0 0,1 0 0 0 0,0 0 0 0 0,-1 0 1 0 0,1 0-1 0 0,0 0 0 0 0,1 0 0 0 0,18 1-74 0 0,-15 0 28 0 0,0-3-23 0 0,14-5 52 0 0,-14 6 10 0 0,-2-1 3 0 0,20-16 16 0 0,-19 11 17 0 0,-3 3-4 0 0,1 0 73 0 0,0 0-31 0 0,0-5 28 0 0,0 1-1 0 0,-1-1 1 0 0,0 0-1 0 0,0-12 41 0 0,-2 16-74 0 0,-17-37 169 0 0,16 38-184 0 0,-2 3-25 0 0,-14-3-2 0 0,14 3-7 0 0,-4 8 12 0 0,-5 3 8 0 0,5 2-15 0 0,7-11 0 0 0,0 1-1 0 0,0-1 1 0 0,0 0-1 0 0,1 0 1 0 0,-1 0-1 0 0,1 1 1 0 0,-1-1-1 0 0,1 0 0 0 0,-1 1 1 0 0,1-1-1 0 0,0 0 1 0 0,-1 1-1 0 0,1 2 1 0 0,0 0-1 0 0,-1 0 5 0 0,0 2-12 0 0,0 14 3 0 0,1-14-10 0 0,2-2-5 0 0,19 31-324 0 0,-18-32 214 0 0,1-1-10 0 0,42 13-482 0 0,-40-14 522 0 0,-1-2-39 0 0,40-14 60 0 0,-41 13 102 0 0,3-4 10 0 0,-6 5-22 0 0,-1 1 0 0 0,1 0-1 0 0,0 0 1 0 0,-1-1 0 0 0,1 1-1 0 0,-1-1 1 0 0,1 1 0 0 0,-1 0-1 0 0,1-1 1 0 0,-1 1-1 0 0,1-1 1 0 0,-1 1 0 0 0,1-1-1 0 0,-1 0 1 0 0,0 1 0 0 0,1-1-1 0 0,-1 1 1 0 0,0-1-1 0 0,1 0 1 0 0,-1 1 0 0 0,0-1-1 0 0,0 1 1 0 0,0-2 0 0 0,2-3 47 0 0,-1 0-1 0 0,0 0 1 0 0,0 0 0 0 0,-1 0 0 0 0,1 0 0 0 0,-1 0 0 0 0,-1-9 0 0 0,0 8 33 0 0,-1 3-41 0 0,-6-9-9 0 0,6 9 30 0 0,-2 1-28 0 0,-10-6 10 0 0,11 5 102 0 0,-3 4-122 0 0,-16 0-12 0 0,17-1 3 0 0,-17 15 86 0 0,18-12-107 0 0,-15 29 21 0 0,17-28-26 0 0,1 1-4 0 0,1 0-17 0 0,1 0 0 0 0,-1 0 0 0 0,1 0 1 0 0,0-1-1 0 0,0 1 0 0 0,0 0 0 0 0,1-1 0 0 0,-1 1 0 0 0,1-1 0 0 0,1 1 0 0 0,-1-1 0 0 0,5 8 0 0 0,-4-10-97 0 0,-2-2-33 0 0,1 1 135 0 0,0-1-1 0 0,-1 0 1 0 0,1 1-1 0 0,-1-1 1 0 0,0 1-1 0 0,1-1 1 0 0,-1 1-1 0 0,1-1 1 0 0,-1 1-1 0 0,3 2 1 0 0,-1-1-23 0 0,2 0-74 0 0,0-2-103 0 0,18 0 185 0 0,-18 0 37 0 0,14-10-23 0 0,-15 8 45 0 0,-2 0 27 0 0,0 0-19 0 0,-1-1 1 0 0,1 1-1 0 0,-1 0 1 0 0,0 0-1 0 0,0-1 1 0 0,0 1-1 0 0,0-1 1 0 0,0 1-1 0 0,0-1 1 0 0,-1 1-1 0 0,1-1 1 0 0,-1 1-1 0 0,0-1 1 0 0,0-3-1 0 0,0 1 107 0 0,-11-13-32 0 0,8 15-34 0 0,0 1-37 0 0,-1 1-22 0 0,-1-1 1 0 0,1 1-1 0 0,-1 0 1 0 0,1 1-1 0 0,-1-1 1 0 0,1 1-1 0 0,-9 0 0 0 0,8 1 46 0 0,1 1-14 0 0,-2 3-43 0 0,-1 0 1 0 0,2 0 0 0 0,-1 1 0 0 0,0 0-1 0 0,1 0 1 0 0,-6 9 0 0 0,9-11 46 0 0,2 1-50 0 0,0 16-9 0 0,0-16-20 0 0,0-4-6 0 0,1 0 24 0 0,-1 0 1 0 0,1 0-1 0 0,-1-1 0 0 0,1 1 1 0 0,-1 0-1 0 0,1 0 0 0 0,0-1 0 0 0,-1 1 1 0 0,1 0-1 0 0,0-1 0 0 0,0 1 1 0 0,-1-1-1 0 0,1 1 0 0 0,0-1 0 0 0,0 1 1 0 0,0-1-1 0 0,0 0 0 0 0,0 1 1 0 0,0-1-1 0 0,0 0 0 0 0,-1 0 0 0 0,1 1 1 0 0,2-1-1 0 0,24 1-140 0 0,-22-1 171 0 0,-1-2 9 0 0,11-6-23 0 0,-11 6 74 0 0,-2 0-17 0 0,0 0-10 0 0,0 1 0 0 0,-1-1-1 0 0,1 0 1 0 0,-1 0 0 0 0,1 0 0 0 0,-1 0-1 0 0,0 0 1 0 0,0 0 0 0 0,0 0 0 0 0,0 0-1 0 0,0-1 1 0 0,0 1 0 0 0,-1 0 0 0 0,1-1-1 0 0,0-3 1 0 0,-1 5-48 0 0,-1 1-1 0 0,1-1 1 0 0,0 0-1 0 0,-1 0 1 0 0,1 0-1 0 0,0 1 1 0 0,-1-1-1 0 0,1 0 1 0 0,-1 1-1 0 0,1-1 1 0 0,-1 0-1 0 0,1 1 1 0 0,-1-1-1 0 0,0 1 1 0 0,1-1-1 0 0,-1 1 1 0 0,0-1-1 0 0,1 1 1 0 0,-1-1-1 0 0,0 1 1 0 0,0 0 0 0 0,1-1-1 0 0,-1 1 1 0 0,0 0-1 0 0,0 0 1 0 0,0 0-1 0 0,1 0 1 0 0,-1-1-1 0 0,0 1 1 0 0,0 0-1 0 0,-1 0 1 0 0,-18 0 44 0 0,15 0-69 0 0,2 2-839 0 0,0-1 334 0 0,-5 3 558 0 0,1 4-6599 0 0,-7 10 1702 0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59 87 3276 0 0,'0'0'5382'0'0,"-2"4"-5006"0"0,-4 13-3 0 0,5-13 1431 0 0,-4-5-1597 0 0,-16-5 390 0 0,14-17-314 0 0,8 18-278 0 0,-1-1-6 0 0,0-1-1 0 0,16-22 8 0 0,-14 26-3 0 0,0 0 0 0 0,0 0 0 0 0,1 0-1 0 0,-1 0 1 0 0,1 1 0 0 0,0-1-1 0 0,0 1 1 0 0,-1 0 0 0 0,2 0 0 0 0,-1 0-1 0 0,4-2 1 0 0,-6 3-3 0 0,2-1-15 0 0,2 3-30 0 0,-2-1 55 0 0,0 0 0 0 0,0 1-1 0 0,0-1 1 0 0,0 1 0 0 0,0 0 0 0 0,0-1-1 0 0,0 1 1 0 0,0 1 0 0 0,-1-1-1 0 0,1 0 1 0 0,0 1 0 0 0,-1-1 0 0 0,1 1-1 0 0,-1 0 1 0 0,0 0 0 0 0,1 0 0 0 0,-1 0-1 0 0,0 0 1 0 0,0 1 0 0 0,0-1 0 0 0,-1 0-1 0 0,1 1 1 0 0,-1 0 0 0 0,3 4-1 0 0,19 53 54 0 0,-17-41-44 0 0,-4 1-15 0 0,-1-5 6 0 0,-1-12-9 0 0,1 16 17 0 0,-1 0-1 0 0,0 0 1 0 0,-2 0-1 0 0,-4 26 1 0 0,-6 0 22 0 0,9-38-38 0 0,-5 9 24 0 0,0-3 5 0 0,0 0 1 0 0,-16 17 0 0 0,20-26-12 0 0,-1-4-9 0 0,-19 4-13 0 0,22-4-2 0 0,1 0 0 0 0,-1-1 1 0 0,1 1-1 0 0,-1-1 0 0 0,1 0 1 0 0,-1 0-1 0 0,1 1 0 0 0,0-1 1 0 0,-1 0-1 0 0,1 0 0 0 0,0 0 1 0 0,-2-3-1 0 0,1 3-4 0 0,-2-2-28 0 0,1-2-5 0 0,-31-59-37 0 0,32 59 80 0 0,1 1-26 0 0,-3-16-20 0 0,4 20 46 0 0,0-1-1 0 0,0 1 1 0 0,1-1-1 0 0,-1 1 0 0 0,0 0 1 0 0,0-1-1 0 0,0 1 0 0 0,1 0 1 0 0,-1-1-1 0 0,0 1 0 0 0,1 0 1 0 0,-1 0-1 0 0,0-1 0 0 0,0 1 1 0 0,1 0-1 0 0,-1 0 0 0 0,1-1 1 0 0,-1 1-1 0 0,0 0 1 0 0,1 0-1 0 0,-1 0 0 0 0,0 0 1 0 0,1 0-1 0 0,-1-1 0 0 0,1 1 1 0 0,-1 0-1 0 0,1 0 0 0 0,9-6-30 0 0,-5 7 30 0 0,16 6 6 0 0,11 4 26 0 0,-27-9-81 0 0,0 0-68 0 0,16 6-62 0 0,-16-6-71 0 0,1-1-39 0 0,2 2-102 0 0,0-1 0 0 0,0 0 0 0 0,0-1 0 0 0,1 1 1 0 0,-1-2-1 0 0,1 1 0 0 0,-1-1 0 0 0,17-2 0 0 0,-18 0-283 0 0,1 0 0 0 0,-1 0 0 0 0,1-1 1 0 0,-1 1-1 0 0,0-2 0 0 0,0 1 0 0 0,9-7 1 0 0,9-7-2190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73 57 2632 0 0,'0'0'991'0'0,"0"-5"-232"0"0,-1-17 82 0 0,1 16 919 0 0,-2 2-1342 0 0,-7-15 1266 0 0,4 20-1470 0 0,-20 0 287 0 0,11 19 139 0 0,14-19-616 0 0,0 1 1 0 0,0-1 0 0 0,-1 1 0 0 0,1-1 0 0 0,0 1 0 0 0,-1-1 0 0 0,0 0-1 0 0,1 1 1 0 0,-1-1 0 0 0,0 0 0 0 0,1 1 0 0 0,-3 0 0 0 0,1 2 30 0 0,0 0 97 0 0,1 2-23 0 0,-2 17-20 0 0,2-17-53 0 0,1-1-57 0 0,0 17 54 0 0,0-16 9 0 0,1-2-23 0 0,4 16-44 0 0,-4-15-53 0 0,2-1-45 0 0,0 0 10 0 0,1-1 0 0 0,0 1 0 0 0,0 0 0 0 0,0-1-1 0 0,9 6 1 0 0,-10-7-47 0 0,3-2-193 0 0,16 1 210 0 0,-16-1 55 0 0,-2-1 18 0 0,12-3 22 0 0,-12 3 19 0 0,-3 0 20 0 0,1 1-1 0 0,-1-1 1 0 0,0 1 0 0 0,0-1 0 0 0,1 0-1 0 0,-1 1 1 0 0,0-1 0 0 0,0 0 0 0 0,0 0 0 0 0,0 0-1 0 0,0 0 1 0 0,2-2 0 0 0,-3 3 16 0 0,4-3 155 0 0,-3 1-143 0 0,-1 0 0 0 0,1 1-1 0 0,0-1 1 0 0,0 0 0 0 0,0 0 0 0 0,1 1-1 0 0,-1-1 1 0 0,0 1 0 0 0,3-3 0 0 0,-1 0 178 0 0,-2 0-4 0 0,0-47 600 0 0,-2 46-654 0 0,0-1-23 0 0,-6-16-10 0 0,5 17-20 0 0,0 1-24 0 0,-6-16 39 0 0,7 19-142 0 0,1 0-1 0 0,-1 0 0 0 0,1 0 0 0 0,-1 0 0 0 0,1 0 1 0 0,-1 0-1 0 0,0 0 0 0 0,0 0 0 0 0,1 0 0 0 0,-1 0 0 0 0,0 0 1 0 0,0 0-1 0 0,0 1 0 0 0,0-1 0 0 0,0 0 0 0 0,0 0 1 0 0,0 1-1 0 0,0-1 0 0 0,0 1 0 0 0,0-1 0 0 0,-1 1 0 0 0,1 0 1 0 0,-2-1-1 0 0,-17 5-190 0 0,15-3-72 0 0,5 0 259 0 0,0 0 0 0 0,0-1-1 0 0,0 1 1 0 0,0 0 0 0 0,0-1-1 0 0,0 1 1 0 0,0-1 0 0 0,0 1-1 0 0,0 0 1 0 0,-1-1 0 0 0,1 1-1 0 0,0 0 1 0 0,0-1 0 0 0,-1 1-1 0 0,1-1 1 0 0,0 1 0 0 0,-1-1-1 0 0,1 1 1 0 0,-1-1 0 0 0,0 1-1 0 0,-9 16-614 0 0,6-1 132 0 0,2-13-75 0 0,2 4-105 0 0,4 51-4431 0 0,-2-52 1597 0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3040 0 0,'0'0'6694'0'0,"0"5"-6446"0"0,23 77 398 0 0,-22-78-618 0 0,1 3-83 0 0,32 107-4514 0 0,-33-109 2345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 91 2240 0 0,'0'0'8506'0'0,"-4"-1"-8259"0"0,3 0-189 0 0,-1 1 0 0 0,0-1-1 0 0,0 0 1 0 0,1 1 0 0 0,-1-1 0 0 0,0 0 0 0 0,1 0-1 0 0,-1 0 1 0 0,1 0 0 0 0,-1 0 0 0 0,1-1 0 0 0,0 1-1 0 0,-1 0 1 0 0,1-1 0 0 0,0 1 0 0 0,0-1 0 0 0,0 1-1 0 0,0-1 1 0 0,-1-2 0 0 0,0 0 208 0 0,3-1-217 0 0,3-14-18 0 0,-3 14 16 0 0,1 1-33 0 0,0 1-24 0 0,1 1-1 0 0,-1-1 0 0 0,0 1 0 0 0,1 0 0 0 0,-1-1 0 0 0,1 1 0 0 0,0 0 0 0 0,0 0 0 0 0,-1 1 0 0 0,5-3 0 0 0,-3 3 30 0 0,1 2 9 0 0,0 2-30 0 0,0-1 1 0 0,-1 0-1 0 0,1 1 0 0 0,0 0 0 0 0,-1 0 1 0 0,0 1-1 0 0,1-1 0 0 0,-1 1 1 0 0,-1 0-1 0 0,1 0 0 0 0,0 0 0 0 0,-1 0 1 0 0,0 1-1 0 0,3 4 0 0 0,-2 0 16 0 0,0-1 0 0 0,-1 1 0 0 0,0 0-1 0 0,0 1 1 0 0,-1-1 0 0 0,0 0 0 0 0,0 1 0 0 0,-1-1-1 0 0,0 1 1 0 0,-1-1 0 0 0,0 1 0 0 0,-1-1 0 0 0,0 1 0 0 0,0-1-1 0 0,-1 0 1 0 0,0 1 0 0 0,-6 14 0 0 0,-25 36 53 0 0,31-56-3 0 0,1-3-64 0 0,1-1 1 0 0,0 1-1 0 0,-1-1 1 0 0,1 0-1 0 0,0 1 1 0 0,-1-1-1 0 0,1 1 1 0 0,0-1-1 0 0,-1 0 1 0 0,1 1 0 0 0,-1-1-1 0 0,1 0 1 0 0,-1 1-1 0 0,1-1 1 0 0,-1 0-1 0 0,1 0 1 0 0,-1 0-1 0 0,1 0 1 0 0,-1 1 0 0 0,0-1-1 0 0,0 0 1 0 0,0 0 0 0 0,1 0 1 0 0,0 0 0 0 0,-1 0-1 0 0,1 0 1 0 0,-1 0 0 0 0,1 0 0 0 0,-1 1-1 0 0,1-1 1 0 0,-1 0 0 0 0,1 0-1 0 0,-1 0 1 0 0,1 1 0 0 0,0-1-1 0 0,-1 0 1 0 0,1 0 0 0 0,-1 1-1 0 0,1-1 1 0 0,0 0 0 0 0,-1 1-1 0 0,1-1 1 0 0,0 1 0 0 0,-1-1-1 0 0,1 1 1 0 0,0-1-1 0 0,0 0 0 0 0,0-1 0 0 0,-1 1-1 0 0,1 0 1 0 0,0 0 0 0 0,0-1 0 0 0,0 1 0 0 0,0 0 0 0 0,-1 0-1 0 0,1-1 1 0 0,0 1 0 0 0,0 0 0 0 0,0 0 0 0 0,-1 0 0 0 0,1-1-1 0 0,0 1 1 0 0,0 0 0 0 0,-1 0 0 0 0,1 0 0 0 0,0 0-1 0 0,0-1 1 0 0,-1 1 0 0 0,1 0 0 0 0,0 0 0 0 0,-1 0 0 0 0,1 0-1 0 0,0 0 1 0 0,0 0 0 0 0,-1 0 0 0 0,1 0 0 0 0,0 0 0 0 0,-1 0-1 0 0,1 0 1 0 0,-1 0-4 0 0,0 0-1 0 0,1 0 1 0 0,-1 0-1 0 0,1 0 1 0 0,-1 0-1 0 0,1 0 1 0 0,-1 0-1 0 0,1 0 1 0 0,-1 0 0 0 0,1-1-1 0 0,-1 1 1 0 0,1 0-1 0 0,-1 0 1 0 0,1-1-1 0 0,-1 1 1 0 0,1 0-1 0 0,-1-1 1 0 0,1 1-1 0 0,0 0 1 0 0,-1-1-1 0 0,1 1 1 0 0,0 0-1 0 0,-1-1 1 0 0,1 1-1 0 0,0-1 1 0 0,-1 1-1 0 0,1-1 1 0 0,0 1 0 0 0,0-1-1 0 0,0 1 1 0 0,-1-1-1 0 0,1 1 1 0 0,0-2-1 0 0,-4-15 8 0 0,4 13 20 0 0,0-1-30 0 0,7-43-16 0 0,-6 43-5 0 0,9 1 28 0 0,-10 3 10 0 0,0 1 0 0 0,1-1 0 0 0,-1 1-1 0 0,1 0 1 0 0,-1-1 0 0 0,1 1 0 0 0,-1-1 0 0 0,1 1 0 0 0,-1 0 0 0 0,1 0-1 0 0,-1-1 1 0 0,1 1 0 0 0,-1 0 0 0 0,1 0 0 0 0,0 0 0 0 0,-1-1 0 0 0,1 1-1 0 0,0 0 1 0 0,-1 0 0 0 0,1 0 0 0 0,-1 0 0 0 0,1 0 0 0 0,0 0 0 0 0,-1 0-1 0 0,1 0 1 0 0,-1 1 0 0 0,1-1 0 0 0,1 0 0 0 0,20 4 89 0 0,-17-4-16 0 0,0 2 1 0 0,11 5 32 0 0,-12-6-36 0 0,0 1-27 0 0,12 6-22 0 0,-12-6-3 0 0,1 0-5 0 0,12 5-38 0 0,-12-5-37 0 0,-1 0 7 0 0,13 3-52 0 0,-12-4-74 0 0,1 0-390 0 0,17 1 133 0 0,-17-1-91 0 0,-2-2-110 0 0,8-3-1210 0 0,1-1 1 0 0,-1 0-1 0 0,13-7 1 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0 2520 0 0,'0'0'4878'0'0,"-4"2"-4362"0"0,-13 4-69 0 0,13-4 551 0 0,4-1-964 0 0,0 1-1 0 0,0-1 1 0 0,-1 0 0 0 0,1 0 0 0 0,-1 1-1 0 0,1-1 1 0 0,-1 0 0 0 0,1 0-1 0 0,-1 0 1 0 0,0 0 0 0 0,0 0 0 0 0,-1 2-1 0 0,0-1 46 0 0,0 2 530 0 0,2 1-454 0 0,0 15-11 0 0,0-16 100 0 0,2 0-134 0 0,28 26 246 0 0,-27-28-312 0 0,-3-1-41 0 0,0-1-1 0 0,1 1 0 0 0,-1-1 0 0 0,0 0 0 0 0,1 1 0 0 0,-1-1 0 0 0,0 0 0 0 0,1 1 1 0 0,-1-1-1 0 0,0 0 0 0 0,1 0 0 0 0,-1 1 0 0 0,0-1 0 0 0,1 0 0 0 0,-1 0 0 0 0,1 1 1 0 0,-1-1-1 0 0,0 0 0 0 0,1 0 0 0 0,-1 0 0 0 0,1 0 0 0 0,-1 0 0 0 0,1 0 0 0 0,-1 0 1 0 0,1 0-1 0 0,0 0 1 0 0,-1 0 1 0 0,1 0 0 0 0,-1 0 0 0 0,1 0 0 0 0,-1 0-1 0 0,1 1 1 0 0,-1-1 0 0 0,1 0 0 0 0,-1 0 0 0 0,1 0-1 0 0,-1 0 1 0 0,1 1 0 0 0,-1-1 0 0 0,1 0 0 0 0,-1 1-1 0 0,0-1 1 0 0,1 0 0 0 0,-1 1 0 0 0,1-1 0 0 0,-1 0-1 0 0,0 1 1 0 0,1 0 0 0 0,3 1 65 0 0,70 31 1543 0 0,-57-24-1459 0 0,-13-7 182 0 0,-3-2-329 0 0,-1 0 0 0 0,0 1 0 0 0,0-1 1 0 0,0 0-1 0 0,0 1 0 0 0,0-1 0 0 0,0 0 0 0 0,0 0 1 0 0,0 1-1 0 0,0-1 0 0 0,0 0 0 0 0,1 0 0 0 0,-1 1 1 0 0,0-1-1 0 0,0 0 0 0 0,0 0 0 0 0,1 1 0 0 0,-1-1 0 0 0,0 0 1 0 0,0 0-1 0 0,1 0 0 0 0,-1 0 0 0 0,0 1 0 0 0,0-1 1 0 0,1 0-1 0 0,-1 0 0 0 0,0 0 0 0 0,0 0 0 0 0,1 0 1 0 0,-1 0-1 0 0,1 0 0 0 0,0 1 22 0 0,-1-1 1 0 0,1 0-1 0 0,0 0 1 0 0,-1 1-1 0 0,1-1 1 0 0,0 1-1 0 0,-1-1 1 0 0,1 0-1 0 0,0 1 1 0 0,-1-1-1 0 0,1 1 0 0 0,-1 0 1 0 0,1-1-1 0 0,-1 1 1 0 0,1-1-1 0 0,-1 1 1 0 0,1 0-1 0 0,-1-1 1 0 0,0 1-1 0 0,1 0 1 0 0,-1 1-1 0 0,1 0 1 0 0,0 1 0 0 0,0 0 0 0 0,-1 0 0 0 0,0 0 0 0 0,1 0 0 0 0,-1-1 1 0 0,0 1-1 0 0,-1 0 0 0 0,1 0 0 0 0,0 0 0 0 0,-1 0 0 0 0,-1 3 0 0 0,1-1 19 0 0,-2-2-1 0 0,-10 13-26 0 0,10-13-36 0 0,-1 1-52 0 0,-15 8 236 0 0,16-10-652 0 0,-1 0-1 0 0,0 0 0 0 0,1-1 1 0 0,-1 1-1 0 0,0-1 0 0 0,0 0 1 0 0,0 0-1 0 0,0 0 0 0 0,-1 0 1 0 0,-7-1-1 0 0,7 0-880 0 0,-9-18-7167 0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88 3492 0 0,'0'0'3863'0'0,"1"-5"-3334"0"0,5-12-103 0 0,-4 12 210 0 0,2 3-404 0 0,12-8-60 0 0,-12 8-44 0 0,1-1-49 0 0,96-39-4078 0 0,-97 41 1952 0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93 3432 0 0,'0'0'8817'0'0,"2"-3"-8702"0"0,1-1 63 0 0,-1-1-1 0 0,1 0 1 0 0,-1 0 0 0 0,0-1 0 0 0,-1 1 0 0 0,1 0 0 0 0,-1-1-1 0 0,0 1 1 0 0,0-8 0 0 0,-2 8-70 0 0,-4 11-157 0 0,5-5 48 0 0,-1-1 0 0 0,0 0 0 0 0,0 1 0 0 0,1-1 0 0 0,-1 1 0 0 0,0-1 0 0 0,0 1 0 0 0,1 0 0 0 0,-1-1 0 0 0,1 1 0 0 0,-1 0 0 0 0,0-1 0 0 0,1 1 0 0 0,0 0 0 0 0,-1-1 1 0 0,1 1-1 0 0,-1 0 0 0 0,1 1 0 0 0,-5 16 1 0 0,4-14-18 0 0,1 1-26 0 0,0 20 66 0 0,1-22 3 0 0,6 11-4 0 0,-5-10 5 0 0,1-2-47 0 0,10 8-96 0 0,-10-7 257 0 0,3-3-262 0 0,15 0 158 0 0,-16 0 136 0 0,-3-3-153 0 0,0 0-17 0 0,-1 1 1 0 0,1 0-1 0 0,-1 0 1 0 0,0-1-1 0 0,0 1 0 0 0,0-1 1 0 0,0 1-1 0 0,0-1 1 0 0,-1 1-1 0 0,1-1 0 0 0,-1 1 1 0 0,0-1-1 0 0,0 0 1 0 0,1 1-1 0 0,-2-1 0 0 0,1-3 1 0 0,0 2-11 0 0,-1 0 0 0 0,-3-18 14 0 0,3 20-6 0 0,0 1-1 0 0,0-1 1 0 0,0 0 0 0 0,0 1-1 0 0,1-1 1 0 0,-1 0-1 0 0,0 0 1 0 0,1 0 0 0 0,0 1-1 0 0,-1-4 1 0 0,0 1 4 0 0,0 2-18 0 0,0 0 15 0 0,0 0 0 0 0,0 1 1 0 0,0-1-1 0 0,-1 0 0 0 0,1 1 0 0 0,0-1 1 0 0,-1 1-1 0 0,1-1 0 0 0,-1 1 1 0 0,1 0-1 0 0,-1 0 0 0 0,0 0 1 0 0,0 0-1 0 0,1 0 0 0 0,-1 0 0 0 0,-4-1 1 0 0,6 2 8 0 0,-3-2-4 0 0,3 2-126 0 0,-1 1 119 0 0,1-1 0 0 0,0 0-1 0 0,0 0 1 0 0,0 1 0 0 0,0-1 0 0 0,0 0 0 0 0,0 1 0 0 0,-1-1 0 0 0,1 0 0 0 0,0 0 0 0 0,0 1-1 0 0,-1-1 1 0 0,1 0 0 0 0,0 0 0 0 0,0 0 0 0 0,-1 1 0 0 0,1-1 0 0 0,0 0 0 0 0,0 0-1 0 0,-1 0 1 0 0,1 0 0 0 0,0 0 0 0 0,-1 0 0 0 0,1 0 0 0 0,0 1 0 0 0,0-1 0 0 0,-1 0 0 0 0,1 0-1 0 0,0 0 1 0 0,-1 0 0 0 0,1 0 0 0 0,-1 0 0 0 0,0 0 0 0 0,0 0 0 0 0,1 0 1 0 0,-1 0-1 0 0,0 0 0 0 0,1 0 0 0 0,-1 1 0 0 0,0-1 0 0 0,1 0 0 0 0,-1 0 0 0 0,0 1 1 0 0,1-1-1 0 0,-1 0 0 0 0,1 1 0 0 0,-1-1 0 0 0,1 1 0 0 0,-1-1 0 0 0,1 1 1 0 0,-1-1-1 0 0,1 1 0 0 0,-1-1 0 0 0,1 1 0 0 0,0 0 0 0 0,-1 0 0 0 0,-7 15-9 0 0,5-13 8 0 0,3 2-35 0 0,-4 15 28 0 0,3-15 11 0 0,1 1-8 0 0,1 0 1 0 0,0-1-1 0 0,0 1 1 0 0,0 0-1 0 0,0 0 1 0 0,5 9 0 0 0,-5-11-33 0 0,2-2-130 0 0,32 17-525 0 0,-31-17 588 0 0,1-3-165 0 0,0 0 284 0 0,0-1 1 0 0,0 1-1 0 0,0-1 1 0 0,0 0-1 0 0,8-5 1 0 0,-10 5-44 0 0,7-18-37 0 0,-10 14 76 0 0,-1-17 6 0 0,0 18-10 0 0,0 1 1 0 0,-6-13-14 0 0,5 13-18 0 0,0 1-10 0 0,-8-12 30 0 0,8 12-5 0 0,1 2 8 0 0,-1-1-1 0 0,1 1 1 0 0,-1 0 0 0 0,1 0-1 0 0,-1-1 1 0 0,1 1 0 0 0,-1 0-1 0 0,0 1 1 0 0,0-1 0 0 0,1 0-1 0 0,-1 0 1 0 0,0 1 0 0 0,0-1-1 0 0,0 1 1 0 0,0 0 0 0 0,0 0-1 0 0,0-1 1 0 0,1 1 0 0 0,-1 0-1 0 0,0 0 1 0 0,-4 1 0 0 0,6-1 4 0 0,-5 1 13 0 0,2 1-101 0 0,-23 27 165 0 0,23-26-17 0 0,3 1-40 0 0,-4 13 5 0 0,3-13 15 0 0,2 0-18 0 0,1 15-15 0 0,-1-14 1 0 0,4 2 2 0 0,-4-6-11 0 0,-1 0 1 0 0,0 0-1 0 0,1 0 1 0 0,-1 0-1 0 0,0-1 1 0 0,1 1-1 0 0,-1 0 1 0 0,1 0-1 0 0,0 0 1 0 0,-1 0-1 0 0,1-1 1 0 0,0 1-1 0 0,-1 0 1 0 0,1 0-1 0 0,1 0 1 0 0,0 3 1 0 0,3 0-4 0 0,29-1 37 0 0,-33-3-36 0 0,0 0 1 0 0,0 0-1 0 0,1 0 0 0 0,-1 0 1 0 0,0 0-1 0 0,0 0 0 0 0,0 0 0 0 0,0-1 1 0 0,0 1-1 0 0,1 0 0 0 0,-1-1 0 0 0,0 1 1 0 0,0-1-1 0 0,0 0 0 0 0,0 1 1 0 0,0-1-1 0 0,0 1 0 0 0,0-1 0 0 0,-1 0 1 0 0,2-1-1 0 0,0 0 1 0 0,2 0 3 0 0,-4 2-10 0 0,0-1 7 0 0,0 1 0 0 0,0 0 0 0 0,0-1 1 0 0,0 1-1 0 0,0 0 0 0 0,0-1 0 0 0,1 1 0 0 0,-1-1 0 0 0,0 1 0 0 0,0 0 0 0 0,0-1 0 0 0,0 1 0 0 0,0 0 0 0 0,1-1 0 0 0,-1 1 0 0 0,0 0 0 0 0,0-1 1 0 0,1 1-1 0 0,-1 0 0 0 0,0 0 0 0 0,0-1 0 0 0,1 1 0 0 0,-1 0 0 0 0,0 0 0 0 0,1 0 0 0 0,0-1 0 0 0,-1 1 0 0 0,1-1-1 0 0,0 1 1 0 0,-1-1 0 0 0,1 1-1 0 0,-1-1 1 0 0,1 1 0 0 0,0-1-1 0 0,-1 0 1 0 0,1 1 0 0 0,-1-1-1 0 0,0 0 1 0 0,1 1-1 0 0,-1-1 1 0 0,1 0 0 0 0,-1 1-1 0 0,0-1 1 0 0,0 0 0 0 0,1 0-1 0 0,-1 0 1 0 0,0-1 0 0 0,4-18 29 0 0,-4 15-10 0 0,-10-41-14 0 0,8 41-18 0 0,-15-9-270 0 0,16 14 285 0 0,-1 1 0 0 0,1 0 0 0 0,0-1-1 0 0,-1 1 1 0 0,1-1 0 0 0,-1 1 0 0 0,1-1 0 0 0,-1 1 0 0 0,1-1-1 0 0,-1 0 1 0 0,1 0 0 0 0,-3 0 0 0 0,2 0 2 0 0,-3 1 49 0 0,5 0-72 0 0,0-1 19 0 0,0 0-1 0 0,0 1 0 0 0,0-1 0 0 0,0 0 0 0 0,0 1 0 0 0,0-1 1 0 0,0 0-1 0 0,-1 0 0 0 0,1 1 0 0 0,0-1 0 0 0,0 0 1 0 0,0 1-1 0 0,0-1 0 0 0,0 0 0 0 0,-1 1 0 0 0,1-1 0 0 0,0 0 1 0 0,0 0-1 0 0,-1 1 0 0 0,1-1 0 0 0,0 0 0 0 0,0 0 1 0 0,-1 0-1 0 0,1 1 0 0 0,0-1 0 0 0,0 0 0 0 0,-1 0 0 0 0,0 0 4 0 0,1 1 0 0 0,-1-1 0 0 0,1 0-1 0 0,-1 1 1 0 0,1-1 0 0 0,0 0 0 0 0,-1 1-1 0 0,1-1 1 0 0,-1 0 0 0 0,1 1 0 0 0,0-1-1 0 0,-1 1 1 0 0,1-1 0 0 0,0 0 0 0 0,0 1-1 0 0,-1-1 1 0 0,1 1 0 0 0,0-1 0 0 0,0 1-1 0 0,0-1 1 0 0,0 1 0 0 0,0-1 0 0 0,-1 1 0 0 0,1-1-1 0 0,0 1 1 0 0,0-1 0 0 0,0 1 0 0 0,0 0-1 0 0,1-1 1 0 0,-1 1 0 0 0,0 0 0 0 0,0 2 15 0 0,1 0 1 0 0,-1 0-1 0 0,1 0 1 0 0,0 0-1 0 0,0 0 1 0 0,0 0 0 0 0,0 0-1 0 0,0 0 1 0 0,1 0-1 0 0,2 4 1 0 0,-2-5 443 0 0,16-5-240 0 0,-14 1-3326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48 61 2640 0 0,'0'0'3900'0'0,"0"-5"-3211"0"0,0-16-56 0 0,0 16 1619 0 0,-1 0-1948 0 0,0-15-54 0 0,1 16 717 0 0,-5 5-949 0 0,-12 4 1 0 0,13-3 12 0 0,2 2-25 0 0,-2 11-2 0 0,3-11 7 0 0,0 0 3 0 0,-3 15-9 0 0,3-15 52 0 0,3 1-78 0 0,2 14-38 0 0,-3-15-104 0 0,2-2 0 0 0,17 8-179 0 0,-19-10 338 0 0,-1 1 1 0 0,1-1-1 0 0,0 0 0 0 0,0 0 0 0 0,0 0 0 0 0,0 0 0 0 0,0 0 0 0 0,0 0 1 0 0,0 0-1 0 0,0 0 0 0 0,0 0 0 0 0,0 0 0 0 0,0 0 0 0 0,0 0 0 0 0,0-1 1 0 0,-1 1-1 0 0,1 0 0 0 0,0-1 0 0 0,0 1 0 0 0,0 0 0 0 0,0-1 0 0 0,0 0 1 0 0,-1 1-1 0 0,1-1 0 0 0,0 1 0 0 0,-1-1 0 0 0,2-1 0 0 0,7-11 54 0 0,-6 10 174 0 0,1-19-98 0 0,-3 18 2 0 0,-2 0-114 0 0,0 2-18 0 0,0 1 1 0 0,0-1 0 0 0,1 1-1 0 0,-1-1 1 0 0,1 0-1 0 0,-1 1 1 0 0,1-1 0 0 0,-1 0-1 0 0,1 1 1 0 0,0-4-1 0 0,-4 4-60 0 0,-15-6 52 0 0,16 9 1 0 0,-23 24 26 0 0,24-23-7 0 0,1 1-55 0 0,-4 12 30 0 0,4-11 17 0 0,15 14-98 0 0,-9-19 92 0 0,16 0-13 0 0,-16 0 19 0 0,13-12 14 0 0,-15 9-18 0 0,-2-1-35 0 0,4-12 67 0 0,-4 12 62 0 0,-2 0-96 0 0,-4-13-6 0 0,4 13 18 0 0,-2 2-12 0 0,-11-8 6 0 0,10 8 8 0 0,-1 3-24 0 0,-14 3 12 0 0,14-3-14 0 0,-11 17 44 0 0,14-14-24 0 0,-7 15 28 0 0,9-14-26 0 0,0 15-19 0 0,0-15 31 0 0,4 3-11 0 0,-4-7-7 0 0,0-1 0 0 0,0 1 1 0 0,0-1-1 0 0,0 1 0 0 0,1-1 0 0 0,-1 1 0 0 0,0 0 0 0 0,0-1 0 0 0,1 1 0 0 0,-1-1 1 0 0,0 1-1 0 0,0-1 0 0 0,1 1 0 0 0,-1-1 0 0 0,1 1 0 0 0,-1-1 0 0 0,0 0 0 0 0,1 1 0 0 0,-1-1 1 0 0,1 0-1 0 0,-1 1 0 0 0,1-1 0 0 0,-1 0 0 0 0,1 1 0 0 0,-1-1 0 0 0,1 0 0 0 0,-1 0 1 0 0,2 1-1 0 0,1-1-3 0 0,-1 1-1 0 0,1-1 1 0 0,0 1 0 0 0,-1-1 0 0 0,1 0 0 0 0,0 0 0 0 0,-1 0 0 0 0,1 0-1 0 0,0-1 1 0 0,-1 1 0 0 0,1-1 0 0 0,0 1 0 0 0,4-3 0 0 0,-3 1 41 0 0,1-6 40 0 0,-4 8-67 0 0,0-1 0 0 0,0 1 0 0 0,-1-1 1 0 0,1 1-1 0 0,0-1 0 0 0,-1 1 0 0 0,1-1 0 0 0,0 0 0 0 0,-1 1 0 0 0,1-1 0 0 0,-1 0 0 0 0,1 0 0 0 0,-1 1 0 0 0,1-1 0 0 0,-1 0 1 0 0,0 0-1 0 0,1-1 0 0 0,5-14 30 0 0,-5 12 57 0 0,-2 0-76 0 0,-4-14-4 0 0,4 14-9 0 0,-3 2-35 0 0,-11-7-100 0 0,11 7 159 0 0,-16 12-75 0 0,18-7 103 0 0,0 1-35 0 0,0 1 1 0 0,0 0-1 0 0,1 0 1 0 0,0-1-1 0 0,0 1 0 0 0,0 0 1 0 0,0 0-1 0 0,1 0 1 0 0,0 0-1 0 0,0 0 1 0 0,1 6-1 0 0,0-6 50 0 0,8 2-53 0 0,-8-7-21 0 0,-1 0 0 0 0,1 0 0 0 0,-1 1 0 0 0,1-1 0 0 0,-1 0 0 0 0,0 0 0 0 0,1 1 0 0 0,-1-1 1 0 0,1 0-1 0 0,-1 1 0 0 0,0-1 0 0 0,1 0 0 0 0,-1 1 0 0 0,0-1 0 0 0,1 1 0 0 0,-1-1 0 0 0,0 1 0 0 0,0-1 0 0 0,1 0 0 0 0,-1 1 0 0 0,0-1 0 0 0,0 1 0 0 0,1 0 0 0 0,4-2-9 0 0,21-1 103 0 0,-25 1-65 0 0,0 1 1 0 0,0-1 0 0 0,0 0-1 0 0,0 1 1 0 0,0-1-1 0 0,0 0 1 0 0,-1 0-1 0 0,1 0 1 0 0,0 0 0 0 0,0 1-1 0 0,-1-1 1 0 0,1 0-1 0 0,-1 0 1 0 0,1 0 0 0 0,0 0-1 0 0,-1-1 1 0 0,0 1-1 0 0,1 0 1 0 0,-1-1 0 0 0,6-15 195 0 0,-5 13 55 0 0,-2 0-241 0 0,-1-15-7 0 0,1 15 48 0 0,-5-1-515 0 0,6 4 343 0 0,0 1-1 0 0,-1 0 1 0 0,1-1-1 0 0,0 1 1 0 0,0-1-1 0 0,-1 1 1 0 0,1 0-1 0 0,0-1 1 0 0,-1 1-1 0 0,1 0 1 0 0,-1 0-1 0 0,1-1 1 0 0,0 1-1 0 0,-1 0 1 0 0,1 0-1 0 0,-1-1 1 0 0,1 1-1 0 0,-1 0 1 0 0,1 0-1 0 0,-1 0 1 0 0,1 0-1 0 0,0 0 1 0 0,-1 0-1 0 0,1 0 1 0 0,-1 0-1 0 0,1 0 0 0 0,-1 0 1 0 0,1 0-1 0 0,-1 0 1 0 0,1 0-1 0 0,-1 0 1 0 0,-7 11-686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 77 2576 0 0,'0'0'11371'0'0,"-3"-2"-11299"0"0,2 0-59 0 0,-1 1 1 0 0,1-1 0 0 0,0 0 0 0 0,-1 1 0 0 0,1-1-1 0 0,0 0 1 0 0,0 0 0 0 0,0 0 0 0 0,0 0-1 0 0,1 0 1 0 0,-1 0 0 0 0,0 0 0 0 0,1 0 0 0 0,0 0-1 0 0,-1 0 1 0 0,1 0 0 0 0,0 0 0 0 0,0 0-1 0 0,0-1 1 0 0,1-1 112 0 0,-2 3-124 0 0,1 0-1 0 0,0 1 1 0 0,0-1 0 0 0,0 0-1 0 0,0 1 1 0 0,0-1 0 0 0,0 0-1 0 0,0 1 1 0 0,0-1 0 0 0,1 0-1 0 0,-1 1 1 0 0,0-1 0 0 0,0 0-1 0 0,0 1 1 0 0,1-1 0 0 0,-1 1-1 0 0,0-1 1 0 0,1 1 0 0 0,0-2-1 0 0,3-7-209 0 0,0 7 242 0 0,12-3-10 0 0,-12 4 5 0 0,1 2-48 0 0,0 2 17 0 0,0 0 1 0 0,0 0 0 0 0,0 0 0 0 0,0 1-1 0 0,-1-1 1 0 0,1 1 0 0 0,-1 0-1 0 0,0 0 1 0 0,0 1 0 0 0,0-1 0 0 0,-1 1-1 0 0,6 9 1 0 0,-4-3-19 0 0,0 1 0 0 0,-1 0 0 0 0,0 0-1 0 0,0 1 1 0 0,-2-1 0 0 0,1 0 0 0 0,-2 1 0 0 0,0 0 0 0 0,0-1 0 0 0,-1 1-1 0 0,-1 0 1 0 0,0 0 0 0 0,-4 20 0 0 0,0-14-56 0 0,0 0 0 0 0,-2-1 0 0 0,-10 24 0 0 0,15-38-20 0 0,-1 0 2 0 0,-10 11 13 0 0,10-11-11 0 0,1-3 71 0 0,1 0 0 0 0,-1 0 0 0 0,1 0 0 0 0,0 0 0 0 0,-1 0 0 0 0,1 0 0 0 0,0 1 0 0 0,0-1 0 0 0,-1 0 0 0 0,0 3 0 0 0,-1-1-16 0 0,-1-2-29 0 0,1 0 55 0 0,1-1 1 0 0,-1 1-1 0 0,1-1 1 0 0,0 0 0 0 0,-1 0-1 0 0,1 0 1 0 0,-1 0 0 0 0,1 0-1 0 0,-1-1 1 0 0,1 1-1 0 0,0-1 1 0 0,-1 1 0 0 0,1-1-1 0 0,0 0 1 0 0,-1 0 0 0 0,1 0-1 0 0,0 0 1 0 0,0 0 0 0 0,0-1-1 0 0,0 1 1 0 0,0-1-1 0 0,0 1 1 0 0,0-1 0 0 0,1 0-1 0 0,-1 1 1 0 0,1-1 0 0 0,-1 0-1 0 0,-1-4 1 0 0,-21-63-199 0 0,23 64 189 0 0,2 0-27 0 0,1-14 26 0 0,-1 14 6 0 0,1 2-5 0 0,10-14 278 0 0,-6 18-135 0 0,-3-1-133 0 0,2 0 58 0 0,0 0-1 0 0,-1 0 1 0 0,1 1-1 0 0,0 0 0 0 0,-1 0 1 0 0,1 1-1 0 0,0-1 1 0 0,-1 1-1 0 0,0 0 1 0 0,9 4-1 0 0,62 41 280 0 0,-72-45-298 0 0,-2-2-28 0 0,0 0 0 0 0,0 0 1 0 0,-1 0-1 0 0,1 0 1 0 0,0 0-1 0 0,0 0 1 0 0,0 0-1 0 0,-1 0 1 0 0,1 0-1 0 0,0 1 1 0 0,0-1-1 0 0,-1 0 0 0 0,1 1 1 0 0,0-1-1 0 0,0 0 1 0 0,-1 1-1 0 0,1-1 1 0 0,0 2-1 0 0,1-1-32 0 0,-1 0-1 0 0,1 0 0 0 0,-1 0 1 0 0,1-1-1 0 0,-1 1 0 0 0,1 0 1 0 0,-1 0-1 0 0,1-1 0 0 0,0 1 1 0 0,-1-1-1 0 0,4 1 1 0 0,16 3-327 0 0,-16-3-121 0 0,0-1-139 0 0,16-1-167 0 0,-16 1-286 0 0,1-2-313 0 0,15-4-160 0 0,-16 4-1037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66 3368 0 0,'0'0'4805'0'0,"-2"-3"-4234"0"0,-7-8-119 0 0,6 9 782 0 0,4-2-1123 0 0,0 1-94 0 0,0 1 0 0 0,0 0 0 0 0,0 0 0 0 0,1-1 0 0 0,-1 1 0 0 0,0 0 0 0 0,1 0 0 0 0,0 0 0 0 0,-1 1 0 0 0,1-1-1 0 0,0 0 1 0 0,0 0 0 0 0,3-1 0 0 0,-2 1 25 0 0,1-1-32 0 0,13-5 13 0 0,-13 6 138 0 0,1 2-50 0 0,19 4 260 0 0,-23 1-264 0 0,1 12-10 0 0,-1-12 74 0 0,-1 0-100 0 0,0 18-12 0 0,0-17-5 0 0,-1-2-11 0 0,-1 14-10 0 0,1-14 32 0 0,1 1-45 0 0,-1 15-14 0 0,1-15 106 0 0,0 0-36 0 0,0 16 6 0 0,0-16 613 0 0,3-3-677 0 0,10 5-13 0 0,-10-5 11 0 0,1-3-9 0 0,14-3-25 0 0,-14 3-53 0 0,1 0 101 0 0,13 1 9 0 0,0 0 1 0 0,22 4 0 0 0,-35-2 73 0 0,-4-2-103 0 0,0 1 1 0 0,1-1-1 0 0,-1 1 1 0 0,1 0-1 0 0,-1 0 1 0 0,0 0-1 0 0,0 0 1 0 0,1 0-1 0 0,-1 0 1 0 0,0 0-1 0 0,2 3 1 0 0,-3-4 2 0 0,3 3 172 0 0,-3-2-180 0 0,0-1-1 0 0,0 1 1 0 0,0-1 0 0 0,0 1 0 0 0,0-1-1 0 0,0 1 1 0 0,1 0 0 0 0,-1-1 0 0 0,0 1-1 0 0,0-1 1 0 0,0 1 0 0 0,0-1 0 0 0,1 1-1 0 0,-1-1 1 0 0,0 1 0 0 0,0-1-1 0 0,1 1 1 0 0,-1-1 0 0 0,1 1 0 0 0,-1-1-1 0 0,0 1 1 0 0,1 0 0 0 0,0-1 8 0 0,0 1 0 0 0,0 0-1 0 0,-1 0 1 0 0,1 0 0 0 0,-1-1 0 0 0,1 1 0 0 0,-1 0 0 0 0,1 0-1 0 0,-1 0 1 0 0,1 0 0 0 0,-1 0 0 0 0,0 0 0 0 0,1 0 0 0 0,-1 0 0 0 0,0 0-1 0 0,0 0 1 0 0,0 0 0 0 0,0 0 0 0 0,0 0 0 0 0,0 1 0 0 0,-4 46 131 0 0,2-44-114 0 0,0 0-17 0 0,-7 14-16 0 0,6-14 23 0 0,3-4-19 0 0,0 1 0 0 0,-1-1 0 0 0,1 0 0 0 0,-1 0 0 0 0,1 1 0 0 0,-1-1 0 0 0,1 0 0 0 0,0 0 0 0 0,-1 1 0 0 0,1-1 0 0 0,-1 1 0 0 0,1-1 0 0 0,0 0 0 0 0,0 1 0 0 0,-1-1 0 0 0,1 1 0 0 0,0-1 0 0 0,0 0 0 0 0,-1 1 1 0 0,1-1-1 0 0,0 1 0 0 0,0-1 0 0 0,0 1 0 0 0,0-1 0 0 0,0 2 0 0 0,0-2-8 0 0,0 1 1 0 0,-1-1 0 0 0,1 1 0 0 0,0-1 0 0 0,0 1 0 0 0,0-1 0 0 0,0 1 0 0 0,0-1 0 0 0,-1 1-1 0 0,1-1 1 0 0,0 1 0 0 0,0-1 0 0 0,-1 0 0 0 0,1 1 0 0 0,0-1 0 0 0,-1 1 0 0 0,1-1 0 0 0,0 0-1 0 0,-1 1 1 0 0,1-1 0 0 0,-1 0 0 0 0,1 0 0 0 0,0 1 0 0 0,-1-1 0 0 0,0 0 0 0 0,0 0 1 0 0,1 0 1 0 0,-1 0-1 0 0,1 0 1 0 0,0 1-1 0 0,-1-1 1 0 0,1 0-1 0 0,-1 0 1 0 0,1 0-1 0 0,-1 0 1 0 0,1 0-1 0 0,0 0 1 0 0,-1 1-1 0 0,1-1 1 0 0,0 0-1 0 0,-1 0 1 0 0,1 0 0 0 0,-1 1-1 0 0,1-1 1 0 0,0 0-1 0 0,0 1 1 0 0,-1-1-1 0 0,1 0 1 0 0,0 1-1 0 0,-1-1 1 0 0,1 0-1 0 0,0 1 1 0 0,0 0-1 0 0,-1-1-57 0 0,1 1 0 0 0,0 0-1 0 0,-1-1 1 0 0,1 1-1 0 0,-1-1 1 0 0,1 1 0 0 0,0-1-1 0 0,-1 1 1 0 0,1-1 0 0 0,-1 0-1 0 0,1 1 1 0 0,-1-1-1 0 0,0 0 1 0 0,1 1 0 0 0,-1-1-1 0 0,1 0 1 0 0,-1 1 0 0 0,1-1-1 0 0,-1 0 1 0 0,0 0-1 0 0,1 0 1 0 0,-1 0 0 0 0,0 0-1 0 0,1 0 1 0 0,-1 0 0 0 0,0 0-1 0 0,1 0 1 0 0,-1 0 0 0 0,0 0-1 0 0,0 0 1 0 0,-3-1-532 0 0,0 1 0 0 0,-1-1 0 0 0,1 0 0 0 0,0 0 0 0 0,0-1 0 0 0,0 1 0 0 0,0-1 0 0 0,-5-3 0 0 0,5 3-1894 0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3356 0 0,'0'0'5490'0'0,"3"2"-4530"0"0,6 5-549 0 0,-2 0 0 0 0,1 0 0 0 0,-1 1 1 0 0,0 0-1 0 0,-1 0 0 0 0,1 1 1 0 0,-2 0-1 0 0,10 18 0 0 0,-8-13-439 0 0,4 6 100 0 0,-2 0 0 0 0,13 39 0 0 0,-18-44-775 0 0,-1 1 0 0 0,0-1 0 0 0,0 25 1 0 0,-2-31 261 0 0,-1 30-2209 0 0,-2-8-201 0 0,1-23-2051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150 17 3196 0 0,'-4'-2'1010'0'0,"-1"0"-610"0"0,1-1 0 0 0,-1 1 0 0 0,0 1 0 0 0,0-1 0 0 0,0 1 0 0 0,0 0-1 0 0,-7-1 1 0 0,6 2 38 0 0,1 2-34 0 0,-1 3-220 0 0,0-1 1 0 0,0 1-1 0 0,0-1 1 0 0,1 1-1 0 0,0 1 0 0 0,0-1 1 0 0,0 1-1 0 0,1 0 1 0 0,0 0-1 0 0,-7 13 1 0 0,6-3 17 0 0,0-1 0 0 0,0 1 1 0 0,2-1-1 0 0,0 1 0 0 0,1 0 0 0 0,0 1 1 0 0,2 28-1 0 0,1-15-40 0 0,2 1-1 0 0,2-1 0 0 0,8 33 1 0 0,-6-40-123 0 0,0 1 0 0 0,2-1 0 0 0,0-1 0 0 0,2 0 0 0 0,0 0 0 0 0,1-1 1 0 0,26 33-1 0 0,-27-41-200 0 0,0-1 1 0 0,0 0-1 0 0,2 0 0 0 0,-1-1 1 0 0,1-1-1 0 0,1 0 1 0 0,0-1-1 0 0,0 0 1 0 0,1-1-1 0 0,0-1 1 0 0,1 0-1 0 0,26 7 1 0 0,-28-10-435 0 0,0-1 1 0 0,0-1 0 0 0,0 0 0 0 0,0-1-1 0 0,0-1 1 0 0,26-2 0 0 0,-32 1 244 0 0,26-7-1364 0 0,1-4 56 0 0,-7 2-1186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51 139 3568 0 0,'0'0'9257'0'0,"-5"0"-9067"0"0,-15 2-32 0 0,15-2 565 0 0,4 0-710 0 0,0 0 0 0 0,0-1 0 0 0,0 1 0 0 0,0 0 0 0 0,0-1 0 0 0,0 1 0 0 0,0-1 1 0 0,0 1-1 0 0,0-1 0 0 0,1 1 0 0 0,-1-1 0 0 0,0 1 0 0 0,0-1 0 0 0,0 0 0 0 0,1 1 0 0 0,-1-1 0 0 0,0 0 0 0 0,1 0 0 0 0,-1 0 1 0 0,1 0-1 0 0,-1 0 0 0 0,1 1 0 0 0,-1-1 0 0 0,1 0 0 0 0,-1 0 0 0 0,1 0 0 0 0,0 0 0 0 0,0 0 0 0 0,-1 0 0 0 0,1 0 0 0 0,0 0 0 0 0,0 0 1 0 0,0-1-1 0 0,0 1 0 0 0,1-1 0 0 0,2-33 217 0 0,-2 31-278 0 0,11-14-62 0 0,-10 14 271 0 0,3 3-250 0 0,11-6 89 0 0,-12 6-40 0 0,0 3-49 0 0,1 2 84 0 0,0-1-1 0 0,-1 1 1 0 0,0 0-1 0 0,1 0 1 0 0,-1 1 0 0 0,0-1-1 0 0,-1 1 1 0 0,1-1 0 0 0,-1 1-1 0 0,4 8 1 0 0,-3-3 14 0 0,0 1 0 0 0,-1-1 0 0 0,0 1 0 0 0,0 0 0 0 0,-1 0 0 0 0,1 15 0 0 0,-2-15-25 0 0,0 3 62 0 0,0 1 0 0 0,-1-1 0 0 0,0 0-1 0 0,-1 0 1 0 0,-1 0 0 0 0,-6 25 0 0 0,6-27-41 0 0,1-5 2 0 0,0-1 0 0 0,-1 0 0 0 0,0 0-1 0 0,0 0 1 0 0,0 0 0 0 0,-1-1 0 0 0,-6 11 0 0 0,9-15-8 0 0,-1 1 0 0 0,1-1 1 0 0,-1 0-1 0 0,1 0 1 0 0,-1 0-1 0 0,0 0 1 0 0,0 0-1 0 0,1 0 0 0 0,-1 0 1 0 0,0-1-1 0 0,0 1 1 0 0,0 0-1 0 0,0 0 0 0 0,0-1 1 0 0,-1 2-1 0 0,-2 0-5 0 0,2 1-32 0 0,-3-5-75 0 0,1 0 102 0 0,3 1 5 0 0,0 0 0 0 0,-1 0-1 0 0,1 0 1 0 0,0 1 0 0 0,-1-1-1 0 0,1 0 1 0 0,-1 1 0 0 0,1-1-1 0 0,0 1 1 0 0,-1 0 0 0 0,-2-1-1 0 0,2-3-51 0 0,-7-11 18 0 0,7 11 14 0 0,1 0 8 0 0,-8-47-80 0 0,9 50 98 0 0,0 1 0 0 0,0-1 0 0 0,0 1 0 0 0,0 0 0 0 0,0-1 0 0 0,0 1 0 0 0,0-1-1 0 0,0 1 1 0 0,0-1 0 0 0,0 1 0 0 0,0-1 0 0 0,0 1 0 0 0,1 0 0 0 0,-1-1 0 0 0,0 1 0 0 0,0-1-1 0 0,0 1 1 0 0,1 0 0 0 0,-1-1 0 0 0,0 1 0 0 0,1 0 0 0 0,-1-1 0 0 0,0 1 0 0 0,1 0 0 0 0,0-1-1 0 0,4-10 194 0 0,1 12-152 0 0,74 13 25 0 0,-75-12-168 0 0,0-1-79 0 0,15 2-77 0 0,-15-2-118 0 0,0-2-87 0 0,4 1 111 0 0,0 0-1 0 0,-1-1 1 0 0,1 0 0 0 0,-1-1-1 0 0,1 0 1 0 0,-1 0 0 0 0,0-1-1 0 0,1 0 1 0 0,-2-1 0 0 0,1 1 0 0 0,0-1-1 0 0,-1-1 1 0 0,1 0 0 0 0,-1 0-1 0 0,-1 0 1 0 0,1-1 0 0 0,-1 0-1 0 0,0 0 1 0 0,9-11 0 0 0,-12 12 236 0 0,0 0-7 0 0,1 0 0 0 0,-1 0-1 0 0,0-1 1 0 0,0 1 0 0 0,0-1 0 0 0,-1 0 0 0 0,2-7 0 0 0,8-34 34 0 0,-11 42 170 0 0,1-13 191 0 0,0-5 49 0 0,-1 17 79 0 0,-1 0 41 0 0,2-50 1165 0 0,-2 51-1031 0 0,-2 1-400 0 0,0 2-49 0 0,-5-15 1209 0 0,1 18-977 0 0,-25 1 228 0 0,28 2-311 0 0,-11 10-22 0 0,10-10-17 0 0,2 0 0 0 0,-10 15-22 0 0,9-15-35 0 0,2 2 7 0 0,-4 14-34 0 0,4-14-32 0 0,4 19 46 0 0,-2-19-123 0 0,1-2 7 0 0,6 15-3 0 0,-6-15-9 0 0,1 0 4 0 0,10 12 19 0 0,-10-13-24 0 0,2 0-33 0 0,13 7 8 0 0,-13-8 12 0 0,-1-1 0 0 0,12 4 39 0 0,-12-4-34 0 0,2-2-23 0 0,0 1 59 0 0,-1-1 0 0 0,1 0 0 0 0,0-1 0 0 0,0 1 0 0 0,-1-1 0 0 0,9-4 0 0 0,-10 3 89 0 0,-3 3-137 0 0,0 0 1 0 0,0-1-1 0 0,0 1 1 0 0,0-1-1 0 0,-1 0 0 0 0,1 1 1 0 0,0-1-1 0 0,0 0 1 0 0,0 1-1 0 0,-1-1 1 0 0,1 0-1 0 0,0 0 0 0 0,-1 1 1 0 0,1-1-1 0 0,-1 0 1 0 0,1 0-1 0 0,-1 0 0 0 0,1 0 1 0 0,-1 0-1 0 0,0 0 1 0 0,1 0-1 0 0,-1 0 1 0 0,0 0-1 0 0,0 0 0 0 0,0-1 1 0 0,4-19 69 0 0,-4 16-58 0 0,-1 0-19 0 0,-3-9-303 0 0,-2 0 0 0 0,-12-25 0 0 0,16 36-160 0 0,-2-1-101 0 0,-34-22-3321 0 0,34 24 2230 0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 3792 0 0,'0'0'1195'0'0,"6"-2"66"0"0,16-5-142 0 0,-17 6-81 0 0,2 1-77 0 0,5 1-582 0 0,0 1-1 0 0,-1 1 1 0 0,1-1 0 0 0,-1 2-1 0 0,0 0 1 0 0,0 0 0 0 0,0 1-1 0 0,13 8 1 0 0,-11-5-245 0 0,0 2 0 0 0,-1-1 0 0 0,0 1 0 0 0,-1 1 0 0 0,0 0 0 0 0,-1 1 0 0 0,0 0 0 0 0,-1 1 0 0 0,0 0 0 0 0,-1 0 0 0 0,-1 1 1 0 0,0 0-1 0 0,0 0 0 0 0,-2 0 0 0 0,0 1 0 0 0,6 29 0 0 0,-8-27-373 0 0,-1 0 0 0 0,-1 1 0 0 0,0-1 0 0 0,-1 1 1 0 0,-1-1-1 0 0,-1 1 0 0 0,-1-1 0 0 0,0 0 0 0 0,-7 22 0 0 0,0-12-828 0 0,-1 1 0 0 0,-1-1 0 0 0,-2-1 0 0 0,0-1 0 0 0,-2 0 0 0 0,-1 0 0 0 0,-23 25 0 0 0,9-15-3021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118 4 1736 0 0,'-28'-3'984'0'0,"23"2"-89"0"0,0 3-128 0 0,1 0-568 0 0,0-1-1 0 0,1 1 1 0 0,-1 0 0 0 0,0 1 0 0 0,1-1 0 0 0,-1 1-1 0 0,1-1 1 0 0,0 1 0 0 0,0 0 0 0 0,0 0 0 0 0,0 0-1 0 0,0 1 1 0 0,1-1 0 0 0,-1 1 0 0 0,-3 7 0 0 0,1 6 33 0 0,-1 1 0 0 0,2 0 0 0 0,1 0 0 0 0,0 1-1 0 0,1-1 1 0 0,1 1 0 0 0,1-1 0 0 0,0 1 0 0 0,2-1 0 0 0,3 23 0 0 0,0-16-152 0 0,1-2-1 0 0,1 1 1 0 0,1-1-1 0 0,1 0 1 0 0,1-1 0 0 0,1 0-1 0 0,1 0 1 0 0,1-1-1 0 0,1-1 1 0 0,27 32-1 0 0,-26-37-216 0 0,0 0 0 0 0,1-2 0 0 0,0 1 0 0 0,1-2 0 0 0,1 0 0 0 0,0-2 0 0 0,0 0 0 0 0,1 0 0 0 0,0-2 0 0 0,1 0 0 0 0,0-2 0 0 0,40 9 0 0 0,-30-11-1035 0 0,0-1 0 0 0,0-1-1 0 0,0-1 1 0 0,33-5 0 0 0,-25 1-2135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29 2180 0 0,'0'0'2595'0'0,"0"-4"-1700"0"0,2-20 1326 0 0,3 24-1734 0 0,-1 0-377 0 0,1-1 0 0 0,-1 2 0 0 0,0-1 1 0 0,0 0-1 0 0,1 1 0 0 0,-1 0 0 0 0,0 0 0 0 0,0 0 0 0 0,0 0 0 0 0,1 1 0 0 0,-2 0 0 0 0,1 0 0 0 0,0 0 1 0 0,6 4-1 0 0,5 6 159 0 0,0 1 1 0 0,17 18-1 0 0,-24-23-220 0 0,28 30 8 0 0,-1 2 1 0 0,-2 1-1 0 0,-3 2 0 0 0,-1 1 0 0 0,-1 1 1 0 0,-3 2-1 0 0,24 62 0 0 0,-42-89-369 0 0,0 0-1 0 0,-2 1 1 0 0,0-1-1 0 0,-1 1 1 0 0,-1 1-1 0 0,-1-1 1 0 0,-1 0-1 0 0,-3 34 1 0 0,0-33-662 0 0,-2 0 1 0 0,0 0-1 0 0,-2 0 0 0 0,-14 36 0 0 0,2-15-2650 0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 5 2964 0 0,'0'0'2086'0'0,"-2"-2"-1241"0"0,-6-1 4736 0 0,9 15-3003 0 0,16 36-2670 0 0,1 7-487 0 0,1 18-425 0 0,17 86-7008 0 0,-35-152 3685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73 6 2568 0 0,'0'0'8986'0'0,"-4"1"-8758"0"0,-13 3-28 0 0,12-3 156 0 0,3 3-224 0 0,-12 37 205 0 0,13-37-241 0 0,0 1-121 0 0,-1 13 48 0 0,1-13 50 0 0,2 0-84 0 0,0 13-26 0 0,-1-13-77 0 0,19 8 227 0 0,-19-13-113 0 0,0-1 1 0 0,0 1-1 0 0,0 0 1 0 0,0 0-1 0 0,1-1 1 0 0,-1 1 0 0 0,0 0-1 0 0,0-1 1 0 0,0 1-1 0 0,0 0 1 0 0,0 0-1 0 0,1 0 1 0 0,-1-1 0 0 0,0 1-1 0 0,0 0 1 0 0,0 0-1 0 0,1 0 1 0 0,-1-1 0 0 0,0 1-1 0 0,0 0 1 0 0,0 0-1 0 0,1 0 1 0 0,-1 0-1 0 0,0-1 1 0 0,1 1 0 0 0,-1 0-1 0 0,0 0 1 0 0,0 0-1 0 0,1 0 1 0 0,-1 0-1 0 0,1 0 1 0 0,-1 0 4 0 0,1 0 1 0 0,0-1-1 0 0,-1 1 1 0 0,1 0-1 0 0,0-1 1 0 0,0 1-1 0 0,-1 0 1 0 0,1-1-1 0 0,-1 1 0 0 0,1-1 1 0 0,0 1-1 0 0,-1-1 1 0 0,1 1-1 0 0,-1-1 1 0 0,1 1-1 0 0,-1-1 0 0 0,1 0 1 0 0,-1 1-1 0 0,0-1 1 0 0,1-1-1 0 0,6-15 153 0 0,-6 12-90 0 0,1-41 256 0 0,-3 41-212 0 0,0 1-76 0 0,-7-17 46 0 0,5 19-198 0 0,-13-10 199 0 0,12 14-74 0 0,0 0 19 0 0,0 0 0 0 0,0 1 0 0 0,1-1 0 0 0,-1 1 0 0 0,1 0 0 0 0,0 0 0 0 0,-4 5 0 0 0,5-5-16 0 0,0 1-51 0 0,-3 12-33 0 0,3-12-7 0 0,3 1-373 0 0,-1-3 417 0 0,0-1 13 0 0,0 1 0 0 0,0-1-1 0 0,0 1 1 0 0,0-1 0 0 0,0 1-1 0 0,0-1 1 0 0,1 1 0 0 0,-1-1 0 0 0,0 1-1 0 0,1-1 1 0 0,-1 1 0 0 0,2 1 0 0 0,0-1-758 0 0,-1-1 748 0 0,0 0 0 0 0,1 0 1 0 0,0 0-1 0 0,-1 0 0 0 0,1 0 0 0 0,-1 0 1 0 0,1 0-1 0 0,0 0 0 0 0,0 0 0 0 0,3 0 1 0 0,17-5-16 0 0,-18 3 206 0 0,-4 1-155 0 0,0 0-1 0 0,0-1 1 0 0,1 1 0 0 0,-1-1-1 0 0,0 1 1 0 0,0 0-1 0 0,0-1 1 0 0,0 1-1 0 0,1 0 1 0 0,-1-1-1 0 0,0 1 1 0 0,0 0-1 0 0,1 0 1 0 0,-1-1-1 0 0,0 1 1 0 0,1 0-1 0 0,-1-1 1 0 0,0 1-1 0 0,1 0 1 0 0,-1 0-1 0 0,0 0 1 0 0,1 0-1 0 0,-1-1 1 0 0,0 1-1 0 0,1 0 1 0 0,0 0 0 0 0,0 0 15 0 0,-1 0 1 0 0,1 0 0 0 0,-1-1 0 0 0,1 1 0 0 0,-1 0-1 0 0,1 0 1 0 0,-1-1 0 0 0,1 1 0 0 0,-1 0 0 0 0,0-1-1 0 0,1 1 1 0 0,-1 0 0 0 0,1-1 0 0 0,-1 1 0 0 0,0 0-1 0 0,1-1 1 0 0,-1 1 0 0 0,0-1 0 0 0,1 1 0 0 0,-1-1-1 0 0,0 1 1 0 0,0-1 0 0 0,1 1 0 0 0,-1-1 0 0 0,0 1-1 0 0,0-1 1 0 0,0 1 0 0 0,0-1 0 0 0,0 1 0 0 0,0-1-1 0 0,0 0 1 0 0,1-2 9 0 0,-1 1 0 0 0,0-1 0 0 0,0 1 0 0 0,0-1 0 0 0,-1 1 0 0 0,1-1 1 0 0,0 1-1 0 0,-1 0 0 0 0,0-1 0 0 0,1 1 0 0 0,-1-1 0 0 0,0 1 0 0 0,-2-3 0 0 0,1 2 144 0 0,-3 4-137 0 0,-13 3-12 0 0,13-3 2 0 0,3 2-13 0 0,-8 9 4 0 0,8-9 2 0 0,1 1-10 0 0,-5 13 0 0 0,4-13-18 0 0,2 1-42 0 0,0-3 54 0 0,0 0 1 0 0,0 0-1 0 0,0 1 1 0 0,0-1-1 0 0,1 0 1 0 0,-1 0-1 0 0,1 0 1 0 0,-1 0-1 0 0,1 1 0 0 0,0-1 1 0 0,0 0-1 0 0,0 0 1 0 0,0 0-1 0 0,0 0 1 0 0,0-1-1 0 0,0 1 1 0 0,1 0-1 0 0,-1 0 1 0 0,1-1-1 0 0,-1 1 0 0 0,1-1 1 0 0,0 1-1 0 0,-1-1 1 0 0,1 0-1 0 0,0 0 1 0 0,3 2-1 0 0,-2-2 329 0 0,0-4-232 0 0,-1 1-52 0 0,-1 0 1 0 0,0 0 0 0 0,0 0-1 0 0,0 0 1 0 0,0 0 0 0 0,0 0-1 0 0,0-1 1 0 0,0 1 0 0 0,0 0-1 0 0,-1 0 1 0 0,0-1 0 0 0,1 1-1 0 0,-1-1 1 0 0,0 1 0 0 0,0 0-1 0 0,0-1 1 0 0,-1-2 0 0 0,-3 7-43 0 0,-12 3 2 0 0,12-4 13 0 0,0 9-2 0 0,3-10-26 0 0,1 0 0 0 0,-1 1 0 0 0,1-1-1 0 0,0 1 1 0 0,-1-1 0 0 0,1 0 0 0 0,0 1 0 0 0,-1-1 0 0 0,1 1 0 0 0,0-1 0 0 0,0 1-1 0 0,0-1 1 0 0,-1 1 0 0 0,1-1 0 0 0,0 1 0 0 0,0-1 0 0 0,0 1 0 0 0,0 0 0 0 0,0-1 0 0 0,0 1-1 0 0,0-1 1 0 0,0 1 0 0 0,0-1 0 0 0,0 1 0 0 0,0-1 0 0 0,1 1 0 0 0,-1-1 0 0 0,0 1-1 0 0,1 0 1 0 0,-1 0-4 0 0,1 0-1 0 0,-1 1 1 0 0,1-1-1 0 0,-1 0 1 0 0,1-1-1 0 0,0 1 1 0 0,0 0-1 0 0,-1 0 1 0 0,1 0-1 0 0,0 0 1 0 0,0 0-1 0 0,0-1 1 0 0,0 1-1 0 0,0 0 1 0 0,0-1-1 0 0,0 1 0 0 0,0-1 1 0 0,0 1-1 0 0,0-1 1 0 0,0 0-1 0 0,0 1 1 0 0,0-1-1 0 0,1 0 1 0 0,-1 0-1 0 0,0 1 1 0 0,0-1-1 0 0,0 0 1 0 0,0 0-1 0 0,1-1 1 0 0,-1 1-1 0 0,2 0 1 0 0,2-1-13 0 0,-5 0-99 0 0,1 0 126 0 0,0-1 0 0 0,0 1 0 0 0,0-1-1 0 0,1 1 1 0 0,-1 0 0 0 0,0 0 0 0 0,0 0 0 0 0,1 0 0 0 0,1-2 0 0 0,0 0 225 0 0,-1 0-150 0 0,-1-2-19 0 0,1 1-1 0 0,-1 0 1 0 0,0-1 0 0 0,0 1 0 0 0,0 0 0 0 0,-1-1 0 0 0,0 1 0 0 0,0-1 0 0 0,0-6-1 0 0,-5 13-129 0 0,-16 2 64 0 0,15-3 36 0 0,4 2-24 0 0,-7 10-3 0 0,6-9-2 0 0,2-1-33 0 0,-5 11 17 0 0,5-10-15 0 0,2-1-395 0 0,6 12 350 0 0,-5-12 2 0 0,2-4-167 0 0,13-3 210 0 0,-13 3 54 0 0,-4-1-20 0 0,1 1 1 0 0,0-1-1 0 0,-1 1 1 0 0,1 0-1 0 0,0 0 1 0 0,0-1-1 0 0,0 1 1 0 0,0 0-1 0 0,0 0 1 0 0,0 0-1 0 0,2-2 1 0 0,-2 3-3 0 0,1-3 58 0 0,0-1 48 0 0,-1-1 2 0 0,1-1 0 0 0,-1 0 0 0 0,0 1 0 0 0,-1-1 0 0 0,1-8 0 0 0,-2 9 202 0 0,1 5-308 0 0,0 0 0 0 0,-1 0 0 0 0,1 0-1 0 0,0 0 1 0 0,0 0 0 0 0,-1-1 0 0 0,1 1 0 0 0,0 0-1 0 0,0 0 1 0 0,-1 0 0 0 0,1 0 0 0 0,0-1 0 0 0,0 1-1 0 0,0 0 1 0 0,-1 0 0 0 0,1-1 0 0 0,0 1 0 0 0,0 0-1 0 0,0 0 1 0 0,0-1 0 0 0,-1 1 0 0 0,1 0 0 0 0,0 0 0 0 0,0-1-1 0 0,0 1 1 0 0,0 0 0 0 0,0-1 0 0 0,0 1 0 0 0,0 0-1 0 0,0-1 1 0 0,0 1 0 0 0,0 0 0 0 0,0-1 0 0 0,0 1 10 0 0,0-1 0 0 0,0 1 0 0 0,0-1 1 0 0,0 0-1 0 0,0 1 0 0 0,0-1 0 0 0,0 1 1 0 0,0-1-1 0 0,-1 1 0 0 0,1-1 0 0 0,0 1 1 0 0,0-1-1 0 0,-1 1 0 0 0,1-1 0 0 0,0 1 1 0 0,0 0-1 0 0,-1-1 0 0 0,1 1 0 0 0,0-1 1 0 0,-1 1-1 0 0,1 0 0 0 0,-1-1 0 0 0,1 1 1 0 0,-1 0-1 0 0,1-1 0 0 0,-1 1 0 0 0,1 0 1 0 0,0 0-1 0 0,-1-1 0 0 0,0 1 1 0 0,1 0-1 0 0,-1 0 0 0 0,1 0 0 0 0,-1 0 1 0 0,0 0-1 0 0,-24-2 147 0 0,23 4-143 0 0,0 0 0 0 0,0 0 0 0 0,0-1 0 0 0,0 2 0 0 0,0-1 0 0 0,0 0 0 0 0,0 0-1 0 0,1 0 1 0 0,-1 1 0 0 0,1-1 0 0 0,-1 1 0 0 0,0 2 0 0 0,0-1 58 0 0,2 0-52 0 0,0 1-23 0 0,-3 13-65 0 0,7-16 28 0 0,12 5-30 0 0,-12-6 56 0 0,0-3-5 0 0,10-7 22 0 0,-11 7-7 0 0,-1-1-40 0 0,8-9-49 0 0,-8 9-110 0 0,-1-1-1410 0 0,1-1 1079 0 0,1-3 397 0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27 2944 0 0,'0'0'9704'0'0,"5"2"-9668"0"0,12 3-8 0 0,-12-4-1 0 0,-1-1 5 0 0,15-4-8 0 0,-14 3-6 0 0,-1 1 10 0 0,41-10 40 0 0,-40 9-55 0 0,14-6 111 0 0,-16 6 311 0 0,16-5-108 0 0,-16 4-263 0 0,2 0 1892 0 0,-2 4-1797 0 0,12 4 5 0 0,-11-4-20 0 0,-4 4 7 0 0,-1 51 189 0 0,-1 32-108 0 0,0 7-297 0 0,0-35-441 0 0,-4 58-4367 0 0,5-114 4122 0 0,1 0-2077 0 0,-3 15 1624 0 0,3-15-7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17 183 2860 0 0,'-2'-3'1216'0'0,"0"0"-927"0"0,0 1 1 0 0,1-1-1 0 0,-1 0 1 0 0,1 0-1 0 0,0 0 1 0 0,-1 0-1 0 0,1 0 1 0 0,1-1-1 0 0,-1 1 1 0 0,0 0-1 0 0,1 0 1 0 0,0 0-1 0 0,-1-1 1 0 0,1 1-1 0 0,1 0 1 0 0,-1 0-1 0 0,1-5 1 0 0,0 4-133 0 0,3 2-33 0 0,18-11-375 0 0,-1 2-1 0 0,2 0 1 0 0,44-15-1 0 0,30-12-5127 0 0,-65 23 2236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1 2944 0 0,'0'0'6862'0'0,"-2"3"-6640"0"0,0-1-161 0 0,1 0 1 0 0,0 0 0 0 0,-1 0 0 0 0,1 0-1 0 0,0 0 1 0 0,0 0 0 0 0,0 0 0 0 0,0 0-1 0 0,0 1 1 0 0,1-1 0 0 0,-1 0 0 0 0,1 1-1 0 0,-1-1 1 0 0,1 0 0 0 0,0 1 0 0 0,0-1-1 0 0,1 4 122 0 0,-2-6-176 0 0,1 1 1 0 0,0 0 0 0 0,0 0-1 0 0,0-1 1 0 0,0 1-1 0 0,-1 0 1 0 0,1-1 0 0 0,0 1-1 0 0,0 0 1 0 0,1 0 0 0 0,-1-1-1 0 0,0 1 1 0 0,0 0-1 0 0,0 0 1 0 0,0-1 0 0 0,1 1-1 0 0,-1 0 1 0 0,0-1 0 0 0,1 2-1 0 0,3 11 115 0 0,-2-10-98 0 0,0 1-1 0 0,0-1 1 0 0,0 1-1 0 0,1-1 1 0 0,-1 0-1 0 0,1 0 1 0 0,0 0-1 0 0,6 5 1 0 0,-6-5 8 0 0,-1-3-36 0 0,-1 1 0 0 0,0-1 0 0 0,1 0 0 0 0,-1 1 0 0 0,1-1 0 0 0,-1 1-1 0 0,0 0 1 0 0,1-1 0 0 0,-1 1 0 0 0,0 0 0 0 0,0 0 0 0 0,2 1-1 0 0,0 0-9 0 0,1 0 22 0 0,1 1 26 0 0,40 20 191 0 0,-41-21-135 0 0,0 1 9 0 0,11 6 10 0 0,-11-6 160 0 0,-4-3-263 0 0,0 1 0 0 0,0-1 0 0 0,0 0 0 0 0,0 1 0 0 0,0-1 0 0 0,0 0 0 0 0,0 1 0 0 0,1-1 0 0 0,-1 0 0 0 0,0 1 0 0 0,0-1 0 0 0,0 0 0 0 0,0 1 0 0 0,0-1 0 0 0,1 0 0 0 0,-1 1 0 0 0,0-1 0 0 0,0 0 0 0 0,1 1 0 0 0,-1-1 0 0 0,0 0 0 0 0,0 0-1 0 0,1 0 1 0 0,-1 1 0 0 0,0-1 0 0 0,1 0 0 0 0,-1 0 0 0 0,0 0 0 0 0,1 0 0 0 0,-1 1 0 0 0,1-1 0 0 0,0 0 18 0 0,-1 0 0 0 0,1 1 0 0 0,0-1 0 0 0,-1 0 0 0 0,1 1 0 0 0,-1-1 0 0 0,1 1 0 0 0,0-1 0 0 0,-1 1 0 0 0,1-1 0 0 0,-1 1 0 0 0,1-1 0 0 0,-1 1 0 0 0,1 0 0 0 0,-1-1 0 0 0,0 1 0 0 0,1 0 0 0 0,-1-1 0 0 0,0 1 0 0 0,1 0 0 0 0,-1-1 0 0 0,0 1 0 0 0,0 0 0 0 0,0 0 0 0 0,0 0 0 0 0,1 2-6 0 0,-1 1-1 0 0,1-1 0 0 0,-1 0 1 0 0,0 0-1 0 0,-1 1 1 0 0,1-1-1 0 0,-1 0 0 0 0,1 0 1 0 0,-1 0-1 0 0,-2 6 1 0 0,1-5 1 0 0,-1-1-19 0 0,-35 28-579 0 0,34-28 206 0 0,-14 3-394 0 0,14-4 603 0 0,0 0-439 0 0,-1-1-1019 0 0,-16 1 540 0 0,15-2-140 0 0,2-1-2214 0 0,-20-8-246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67 2720 0 0,'0'0'1344'0'0,"14"-27"1429"0"0,7 7-1381 0 0,6 7-860 0 0,6 6-544 0 0,5 11-1736 0 0,1 2-5213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1 2492 0 0,'0'0'4443'0'0,"0"5"-3725"0"0,-1 14-161 0 0,1-1-1 0 0,0 1 1 0 0,2-1 0 0 0,3 21 0 0 0,3 1-1089 0 0,14 39 1 0 0,-3-36-5107 0 0,-17-39 5361 0 0,1 0-3142 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 0 2604 0 0,'0'0'4083'0'0,"-3"3"-3155"0"0,-1 1-572 0 0,0 1 0 0 0,0 0-1 0 0,0 1 1 0 0,1-1-1 0 0,0 1 1 0 0,0-1 0 0 0,0 1-1 0 0,1 0 1 0 0,0 0 0 0 0,0 0-1 0 0,0 1 1 0 0,0 8-1 0 0,1-10 6 0 0,10 18 272 0 0,-6-20-498 0 0,11 10-17 0 0,-10-9-14 0 0,0-3 9 0 0,13 6 2 0 0,-12-6-19 0 0,1 1-16 0 0,53 12 318 0 0,-53-13-274 0 0,0 0-4 0 0,19 2-6 0 0,-19-2 13 0 0,0 0 14 0 0,17 3-6 0 0,-17-3-29 0 0,-6 0-98 0 0,1-1 0 0 0,-1 0-1 0 0,0 1 1 0 0,1-1 0 0 0,-1 1 0 0 0,1-1 0 0 0,-1 0-1 0 0,0 0 1 0 0,1 1 0 0 0,-1-1 0 0 0,1 0 0 0 0,-1 0-1 0 0,1 1 1 0 0,-1-1 0 0 0,1 0 0 0 0,0 0 0 0 0,-1 0-1 0 0,1 0 1 0 0,-1 0 0 0 0,1 0 0 0 0,-1 0-1 0 0,1 0 1 0 0,0 0 0 0 0,0 0 14 0 0,0 0-1 0 0,0 0 1 0 0,0 0-1 0 0,0 0 1 0 0,0 0-1 0 0,1 0 1 0 0,-1 0-1 0 0,0 1 1 0 0,0-1-1 0 0,0 0 1 0 0,-1 1-1 0 0,1-1 1 0 0,0 0-1 0 0,0 1 1 0 0,0-1-1 0 0,0 1 1 0 0,1 1-1 0 0,29 28 463 0 0,-29-27-320 0 0,-1 3-98 0 0,-1 0-54 0 0,0 0-1 0 0,0-1 0 0 0,-1 1 1 0 0,0-1-1 0 0,0 1 0 0 0,0-1 1 0 0,0 1-1 0 0,-1-1 0 0 0,0 1 1 0 0,0-1-1 0 0,-1 0 0 0 0,1 0 1 0 0,-7 8-1 0 0,4-5-285 0 0,-1-1 0 0 0,-1 1 0 0 0,1-1 0 0 0,-1 0 0 0 0,-1-1 0 0 0,1 0 0 0 0,-1 0 0 0 0,0 0 0 0 0,0-1 0 0 0,-1 0 0 0 0,0-1 0 0 0,-12 5 0 0 0,17-8-753 0 0,-2 0-200 0 0,-16 0-242 0 0,16-1-222 0 0,2-2-1139 0 0,-18-7-2029 0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0 174 2252 0 0,'3'-4'1346'0'0,"8"-5"-654"0"0,0 0 0 0 0,1 1 0 0 0,0 0 0 0 0,0 1 0 0 0,14-6 0 0 0,67-28 716 0 0,-40 21-774 0 0,37-16 412 0 0,-85 33-841 0 0,17-2 126 0 0,-18 2-272 0 0,2 2 244 0 0,-2 0-118 0 0,15-4 24 0 0,-14 4 528 0 0,-5 1-727 0 0,0 1-1 0 0,0-1 0 0 0,0 0 1 0 0,0 0-1 0 0,0 1 0 0 0,0-1 1 0 0,1 0-1 0 0,-1 0 1 0 0,0 1-1 0 0,0-1 0 0 0,0 0 1 0 0,0 0-1 0 0,1 0 1 0 0,-1 1-1 0 0,0-1 0 0 0,0 0 1 0 0,1 0-1 0 0,-1 0 0 0 0,0 0 1 0 0,0 1-1 0 0,1-1 1 0 0,-1 0-1 0 0,0 0 0 0 0,0 0 1 0 0,1 0-1 0 0,-1 0 0 0 0,0 0 1 0 0,1 0-1 0 0,-1 0 1 0 0,0 0-1 0 0,0 0 0 0 0,1 0 1 0 0,-1 0-1 0 0,1 0 8 0 0,-1 0 0 0 0,1 0-1 0 0,0 0 1 0 0,-1 0 0 0 0,1 0-1 0 0,-1 0 1 0 0,1 0 0 0 0,-1 0-1 0 0,1 0 1 0 0,-1 1 0 0 0,0-1-1 0 0,1 0 1 0 0,-1 0 0 0 0,1 0 0 0 0,-1 1-1 0 0,1-1 1 0 0,-1 0 0 0 0,0 1-1 0 0,1-1 1 0 0,-1 0 0 0 0,1 1-1 0 0,-1-1 1 0 0,0 0 0 0 0,1 1 0 0 0,-1-1-1 0 0,0 1 1 0 0,0-1 0 0 0,1 1-1 0 0,-1-1 1 0 0,0 1 0 0 0,0-1-1 0 0,0 1 1 0 0,0-1 0 0 0,0 1-1 0 0,1-1 1 0 0,-1 1 0 0 0,0-1 0 0 0,0 1-1 0 0,0 22 116 0 0,0-17 12 0 0,-2 0-40 0 0,-10 84 158 0 0,12-85-246 0 0,0 2 2 0 0,0 20 0 0 0,0-20 0 0 0,1-1-18 0 0,8 29-12 0 0,-4-30 10 0 0,-3 3-61 0 0,-1-6 47 0 0,0-1-1 0 0,0 1 1 0 0,0-1-1 0 0,0 1 1 0 0,1-1-1 0 0,-1 1 1 0 0,0-1-1 0 0,1 0 1 0 0,-1 0-1 0 0,3 2 1 0 0,-1 0-68 0 0,19 4-64 0 0,-18-6 86 0 0,2-1-20 0 0,16-3 7 0 0,-16 3 81 0 0,-2-3 41 0 0,1 0 18 0 0,0 0 1 0 0,0 0-1 0 0,0-1 0 0 0,0 0 1 0 0,0 0-1 0 0,-1 0 1 0 0,0-1-1 0 0,0 1 1 0 0,0-1-1 0 0,5-10 1 0 0,-4 1 76 0 0,0-1 0 0 0,-1 1 0 0 0,3-27 0 0 0,-5-8-400 0 0,-2 44-92 0 0,-3 1-151 0 0,-1-1 132 0 0,0 1 0 0 0,0 0 0 0 0,0 0 0 0 0,-1 0 0 0 0,-6-5 0 0 0,7 7-691 0 0,-2 1-340 0 0,-1-1 861 0 0,-4-1-113 0 0,-1 3-2667 0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 4332 0 0,'11'-2'500'0'0,"-1"0"-1"0"0,1 1 0 0 0,0 0 0 0 0,0 1 1 0 0,0 1-1 0 0,0-1 0 0 0,0 1 1 0 0,0 1-1 0 0,-1 0 0 0 0,1 1 0 0 0,0 0 1 0 0,-1 0-1 0 0,0 1 0 0 0,0 1 0 0 0,0 0 1 0 0,-1 0-1 0 0,14 10 0 0 0,-8-5-296 0 0,0 2 0 0 0,-1 0 0 0 0,-1 0 1 0 0,0 1-1 0 0,-1 1 0 0 0,0 0 0 0 0,-1 0 0 0 0,0 2 0 0 0,-2-1 0 0 0,0 1 0 0 0,0 0 0 0 0,-2 1 0 0 0,8 23 0 0 0,-9-22-339 0 0,-2 1-1 0 0,0-1 0 0 0,-1 1 0 0 0,0 1 1 0 0,-2-1-1 0 0,-1 0 0 0 0,0 0 0 0 0,-1 0 1 0 0,-1 0-1 0 0,-1 0 0 0 0,0 0 0 0 0,-10 29 1 0 0,1-17-1353 0 0,-1 0 1 0 0,-1-1 0 0 0,-2 0-1 0 0,-1-1 1 0 0,-23 30 0 0 0,9-22-3927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82 1 3320 0 0,'-29'3'1383'0'0,"28"-3"-1297"0"0,0 0 0 0 0,0 0 0 0 0,0 0 0 0 0,-1 0 0 0 0,1 1 0 0 0,0-1 0 0 0,0 0 0 0 0,0 1 0 0 0,0-1-1 0 0,0 1 1 0 0,0-1 0 0 0,0 1 0 0 0,0 0 0 0 0,1-1 0 0 0,-1 1 0 0 0,0 0 0 0 0,0 0 0 0 0,0-1 0 0 0,1 1 0 0 0,-1 0 0 0 0,0 0 0 0 0,0 1 0 0 0,0 0 189 0 0,-5 7 595 0 0,0 13-578 0 0,0 0-1 0 0,2 0 1 0 0,1 1-1 0 0,0-1 0 0 0,2 1 1 0 0,0 0-1 0 0,2-1 1 0 0,0 1-1 0 0,2-1 0 0 0,0 1 1 0 0,14 42-1 0 0,-5-23-270 0 0,3 0-1 0 0,1-1 1 0 0,3-1 0 0 0,1-1-1 0 0,34 52 1 0 0,-36-66-417 0 0,1 0-1 0 0,32 32 1 0 0,-39-46-517 0 0,0 0 1 0 0,1-1-1 0 0,-1 0 0 0 0,2-1 0 0 0,0 0 0 0 0,18 8 1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7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59 1660 0 0,'0'0'10978'0'0,"1"5"-10957"0"0,-1-2-20 0 0,1 0 1 0 0,0 0-1 0 0,1 0 0 0 0,-1 0 0 0 0,0 0 0 0 0,1 0 1 0 0,0 0-1 0 0,-1-1 0 0 0,1 1 0 0 0,0-1 0 0 0,0 1 0 0 0,1-1 1 0 0,-1 0-1 0 0,0 0 0 0 0,1 0 0 0 0,-1 0 0 0 0,1 0 1 0 0,3 2-1 0 0,-2-3-27 0 0,1-2-92 0 0,-3 0 107 0 0,1 0-1 0 0,-1 0 1 0 0,0-1 0 0 0,1 1 0 0 0,-1 0-1 0 0,0-1 1 0 0,1 1 0 0 0,-1-1 0 0 0,0 0-1 0 0,0 0 1 0 0,-1 1 0 0 0,5-6 0 0 0,-4 4-3 0 0,-3-5-12 0 0,0 1 18 0 0,0-1-1 0 0,0 1 0 0 0,-4-13 0 0 0,3 16 12 0 0,2 4-3 0 0,-1 0 0 0 0,1 0 0 0 0,0 0 0 0 0,-1 0 0 0 0,1-1 0 0 0,0 1-1 0 0,-1 0 1 0 0,1 0 0 0 0,0 0 0 0 0,-1 0 0 0 0,1-1 0 0 0,0 1-1 0 0,-1 0 1 0 0,1 0 0 0 0,0-1 0 0 0,0 1 0 0 0,-1 0 0 0 0,1-1-1 0 0,0 1 1 0 0,0 0 0 0 0,-1-1 0 0 0,1 1 0 0 0,0 0 0 0 0,0-1-1 0 0,0 1 1 0 0,0 0 0 0 0,0-1 0 0 0,-1 0 1 0 0,1 0 1 0 0,-1 0-1 0 0,1 0 0 0 0,-1 0 1 0 0,1 0-1 0 0,-1 0 0 0 0,0 0 1 0 0,0 0-1 0 0,1 0 0 0 0,-1 0 1 0 0,0 0-1 0 0,0 1 0 0 0,0-1 0 0 0,-1 0 1 0 0,-2-1 2 0 0,-1 0 0 0 0,1 0-1 0 0,-1 1 1 0 0,1-1 0 0 0,-1 1 0 0 0,0 1 0 0 0,0-1 0 0 0,-7 0 79 0 0,8 3-19 0 0,3-1-54 0 0,0-1-5 0 0,0 0 0 0 0,-1 1-1 0 0,1-1 1 0 0,-1 0 0 0 0,1 1 0 0 0,0 0 0 0 0,0-1-1 0 0,-1 1 1 0 0,1 0 0 0 0,0 0 0 0 0,0 0 0 0 0,-2 1 55 0 0,-5 17 5 0 0,6-15 49 0 0,2 0-73 0 0,3 20-2 0 0,-1-21-31 0 0,7 11-2 0 0,-7-10 111 0 0,1-2-156 0 0,1 1-9 0 0,-1-1 0 0 0,1 0 0 0 0,0-1 0 0 0,1 1-1 0 0,-1 0 1 0 0,0-1 0 0 0,8 1 0 0 0,-7-1 2 0 0,-1-3-268 0 0,10-4 320 0 0,-11 4-1 0 0,-1-2 8 0 0,7-10-3 0 0,-7 11 5 0 0,-3-2 20 0 0,-3-13 89 0 0,3 13-84 0 0,-1 2-54 0 0,1 2 11 0 0,0-1 0 0 0,0 1-1 0 0,0 0 1 0 0,0 0-1 0 0,0-1 1 0 0,0 1-1 0 0,0 0 1 0 0,0 0-1 0 0,-1 0 1 0 0,1 0 0 0 0,0 1-1 0 0,-1-1 1 0 0,1 0-1 0 0,0 1 1 0 0,-1-1-1 0 0,1 0 1 0 0,-1 1-1 0 0,1 0 1 0 0,-1-1 0 0 0,0 1-1 0 0,1 0 1 0 0,-1 0-1 0 0,1 0 1 0 0,-1 0-1 0 0,1 0 1 0 0,-1 0-1 0 0,0 0 1 0 0,1 1 0 0 0,-3 0-1 0 0,2 0 4 0 0,1 0 1 0 0,0 0 0 0 0,0 0-1 0 0,0 0 1 0 0,0 0-1 0 0,0-1 1 0 0,0 1 0 0 0,-1 0-1 0 0,1-1 1 0 0,0 1-1 0 0,0-1 1 0 0,0 1 0 0 0,-3 0 55 0 0,2 2-11 0 0,0-1-40 0 0,-6 14-48 0 0,8-11 69 0 0,2 13 10 0 0,-1-13 6 0 0,-1-5-46 0 0,1 0-1 0 0,-1 0 0 0 0,1 0 0 0 0,-1 0 0 0 0,0 0 0 0 0,1 0 0 0 0,-1 0 0 0 0,0 0 0 0 0,1 0 0 0 0,-1 0 0 0 0,0 1 0 0 0,1-1 0 0 0,-1 0 0 0 0,0 0 0 0 0,1 0 0 0 0,-1 1 0 0 0,0-1 0 0 0,1 0 0 0 0,-1 0 0 0 0,0 1 0 0 0,0-1 0 0 0,1 0 0 0 0,-1 1 0 0 0,0-1 0 0 0,0 0 0 0 0,0 0 0 0 0,1 1 0 0 0,-1-1 0 0 0,0 1 0 0 0,0 0-7 0 0,1-1 0 0 0,-1 1 1 0 0,1 0-1 0 0,-1 0 0 0 0,1-1 0 0 0,-1 1 0 0 0,1 0 0 0 0,-1-1 1 0 0,1 1-1 0 0,0-1 0 0 0,-1 1 0 0 0,1-1 0 0 0,0 1 0 0 0,-1-1 1 0 0,1 1-1 0 0,0-1 0 0 0,0 0 0 0 0,-1 1 0 0 0,1-1 0 0 0,1 0 0 0 0,15 5-124 0 0,-13-4 1 0 0,1-2-126 0 0,14 0 173 0 0,-14 1 35 0 0,-1-1-108 0 0,31-17-10 0 0,-32 16 199 0 0,-2-3-37 0 0,3-12 35 0 0,-4 13 50 0 0,-1 0-28 0 0,-6-13-10 0 0,5 13 62 0 0,2 4-98 0 0,-1 0 0 0 0,1 0 0 0 0,-1 0 1 0 0,1 0-1 0 0,0 0 0 0 0,-1 0 0 0 0,1 0 1 0 0,-1 0-1 0 0,1-1 0 0 0,0 1 0 0 0,-1 0 0 0 0,1 0 1 0 0,-1 0-1 0 0,1-1 0 0 0,0 1 0 0 0,-1 0 1 0 0,1 0-1 0 0,0-1 0 0 0,0 1 0 0 0,-1 0 0 0 0,1-1 1 0 0,0 1-1 0 0,0 0 0 0 0,-1-1 0 0 0,1 1 1 0 0,0-1-1 0 0,-1 1 2 0 0,1-1 0 0 0,0 1 1 0 0,0-1-1 0 0,-1 1 0 0 0,1-1 1 0 0,-1 1-1 0 0,1-1 0 0 0,0 1 1 0 0,-1 0-1 0 0,1-1 1 0 0,-1 1-1 0 0,1 0 0 0 0,-1-1 1 0 0,1 1-1 0 0,-1 0 0 0 0,1 0 1 0 0,-1 0-1 0 0,1-1 0 0 0,-1 1 1 0 0,1 0-1 0 0,-1 0 0 0 0,1 0 1 0 0,-1 0-1 0 0,0 0 0 0 0,1 0 1 0 0,-1 0-1 0 0,1 0 0 0 0,-1 0 1 0 0,1 0-1 0 0,-1 0 0 0 0,0 0 1 0 0,0 1-1 0 0,-19 2 11 0 0,15-2 77 0 0,4 0-84 0 0,-1 0 0 0 0,1 0-1 0 0,-1 1 1 0 0,1-1-1 0 0,0 0 1 0 0,0 1 0 0 0,-1-1-1 0 0,1 1 1 0 0,-1 2-1 0 0,-1 0 166 0 0,3 0-179 0 0,0 1-1 0 0,1 0 1 0 0,-1 0-1 0 0,1 0 1 0 0,0-1-1 0 0,0 1 1 0 0,1 0-1 0 0,0-1 1 0 0,2 6-1 0 0,-2-7-63 0 0,1 0 55 0 0,8 9 16 0 0,-8-9 7 0 0,3-3-88 0 0,15-3-54 0 0,-16 3 210 0 0,1-22-68 0 0,-5 18-10 0 0,-2-1-11 0 0,-3-13 6 0 0,4 13-7 0 0,-20-7-62 0 0,18 15 110 0 0,-6 9 0 0 0,6-9 3 0 0,2 2-24 0 0,-3 15 14 0 0,3-15-59 0 0,1-1-135 0 0,3 12 127 0 0,-2-12-11 0 0,8 1-550 0 0,-10-5 588 0 0,1 1 1 0 0,-1-1-1 0 0,1 0 1 0 0,-1 1 0 0 0,1-1-1 0 0,-1 0 1 0 0,1 1-1 0 0,0-1 1 0 0,-1 0-1 0 0,1 0 1 0 0,-1 1-1 0 0,1-1 1 0 0,0 0 0 0 0,-1 0-1 0 0,1 0 1 0 0,0 0-1 0 0,-1 0 1 0 0,1 0-1 0 0,-1 0 1 0 0,1 0-1 0 0,0 0 1 0 0,-1 0 0 0 0,1 0-1 0 0,0-1 1 0 0,-1 1-1 0 0,1 0 1 0 0,-1 0-1 0 0,2-1 1 0 0,-1 0 6 0 0,1 0 0 0 0,0 0-1 0 0,0 0 1 0 0,-1 0 0 0 0,1-1 0 0 0,-1 1 0 0 0,1-1 0 0 0,-1 1 0 0 0,0-1-1 0 0,1 1 1 0 0,-1-1 0 0 0,0 0 0 0 0,0 1 0 0 0,0-1 0 0 0,0 0-1 0 0,0 0 1 0 0,-1 0 0 0 0,1 0 0 0 0,0 0 0 0 0,-1 0 0 0 0,0 0-1 0 0,1 0 1 0 0,-1 0 0 0 0,0 0 0 0 0,0 0 0 0 0,0 0 0 0 0,0 0-1 0 0,-1-4 1 0 0,0 2 161 0 0,-2 1-114 0 0,-12-9-20 0 0,11 13 14 0 0,-13 3 11 0 0,12-2 164 0 0,3 0-146 0 0,1 1-44 0 0,-1-1 0 0 0,1 0 0 0 0,0 1 1 0 0,0-1-1 0 0,0 1 0 0 0,0-1 0 0 0,1 1 0 0 0,-1 0 1 0 0,1-1-1 0 0,0 1 0 0 0,-1 0 0 0 0,1-1 0 0 0,0 1 1 0 0,1 0-1 0 0,-1-1 0 0 0,0 1 0 0 0,1 0 1 0 0,-1-1-1 0 0,1 1 0 0 0,0 0 0 0 0,2 3 0 0 0,-1-2 16 0 0,7 1-18 0 0,-9-5-19 0 0,1 0 1 0 0,-1 1 0 0 0,0-1-1 0 0,1 0 1 0 0,-1 1-1 0 0,0-1 1 0 0,1 0-1 0 0,-1 1 1 0 0,1-1 0 0 0,-1 0-1 0 0,1 0 1 0 0,-1 1-1 0 0,1-1 1 0 0,-1 0 0 0 0,1 0-1 0 0,-1 0 1 0 0,1 0-1 0 0,-1 0 1 0 0,1 1-1 0 0,-1-1 1 0 0,1 0 0 0 0,-1 0-1 0 0,1 0 1 0 0,-1-1-1 0 0,1 1 1 0 0,0 0-1 0 0,-1 0 1 0 0,1 0 0 0 0,-1 0-1 0 0,1 0 1 0 0,0-1-1 0 0,14-4 3 0 0,-12 3 3 0 0,-2-2-64 0 0,3-12 41 0 0,-3 12 2 0 0,-2 0-20 0 0,1 3 48 0 0,0-1-12 0 0,-1 1 1 0 0,1 0-1 0 0,0-1 1 0 0,0 1 0 0 0,-1 0-1 0 0,1-1 1 0 0,-1 1 0 0 0,1 0-1 0 0,-1 0 1 0 0,1 0-1 0 0,-1-1 1 0 0,0 1 0 0 0,0 0-1 0 0,1 0 1 0 0,-1 0 0 0 0,0 0-1 0 0,0 0 1 0 0,0 0-1 0 0,0 0 1 0 0,0 1 0 0 0,0-1-1 0 0,-1 0 1 0 0,1 0 0 0 0,0 1-1 0 0,0-1 1 0 0,0 1-1 0 0,-1-1 1 0 0,-1 0 0 0 0,1 2 13 0 0,1 0 0 0 0,0-1 0 0 0,0 1 0 0 0,0 0 0 0 0,0 0 0 0 0,0 0 0 0 0,0 0 0 0 0,0 0 0 0 0,0 0 0 0 0,0 0 0 0 0,1 0 0 0 0,-1 0 0 0 0,0 0 0 0 0,1 0 0 0 0,-1 1 0 0 0,0-1 0 0 0,0 3 0 0 0,-5 14 108 0 0,4-14 147 0 0,2 1-246 0 0,2 16 1 0 0,-2-16 81 0 0,19 3-75 0 0,-15-6-37 0 0,-4-2-11 0 0,1 0 16 0 0,0-1 0 0 0,0 1 0 0 0,0 0-1 0 0,-1-1 1 0 0,1 1 0 0 0,0 0 0 0 0,0-1 0 0 0,-1 1 0 0 0,1-1 0 0 0,0 1 0 0 0,-1-1 0 0 0,1 1 0 0 0,-1-1 0 0 0,1 1 0 0 0,0-1 0 0 0,-1 0 0 0 0,1 1 0 0 0,-1-1 0 0 0,0 0 0 0 0,1 0-1 0 0,-1 1 1 0 0,0-1 0 0 0,1 0 0 0 0,-1 0 0 0 0,0 1 0 0 0,0-1 0 0 0,1-1 0 0 0,1-18-52 0 0,-2 19 57 0 0,1-4-52 0 0,-7-5-304 0 0,1-1-4187 0 0,2 9 1951 0 0,-15-7-1843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28 2496 0 0,'0'0'5024'0'0,"4"3"-4762"0"0,1 0-124 0 0,1 0 0 0 0,-1 0-1 0 0,1 0 1 0 0,0-1 0 0 0,8 3 0 0 0,-9-4-20 0 0,0 0-28 0 0,13 1-23 0 0,-13-2-14 0 0,0 0-29 0 0,16 0 8 0 0,-16 0 6 0 0,1 0 3 0 0,0 1-34 0 0,36-7 56 0 0,-38 5-3 0 0,1-1 18 0 0,15-5 88 0 0,-18 7-140 0 0,-1 0-1 0 0,0-1 1 0 0,0 1-1 0 0,1-1 1 0 0,-1 0-1 0 0,0 1 1 0 0,0-1-1 0 0,1 0 1 0 0,-1 0 0 0 0,0 1-1 0 0,0-1 1 0 0,0 0-1 0 0,0 0 1 0 0,0 0-1 0 0,-1 0 1 0 0,1 0-1 0 0,0-1 1 0 0,0 1-1 0 0,0-1 596 0 0,-1-3-543 0 0,1 4-45 0 0,-1 1 0 0 0,0-1 0 0 0,0 0-1 0 0,0 1 1 0 0,0-1 0 0 0,1 0 0 0 0,-1 0 0 0 0,0 1-1 0 0,0-1 1 0 0,-1 0 0 0 0,1 1 0 0 0,0-1 0 0 0,0 0-1 0 0,0 0 1 0 0,0 1 0 0 0,-1-1 0 0 0,1 0 0 0 0,0 1-1 0 0,0-1 1 0 0,-1 1 0 0 0,1-1 0 0 0,-1-1 0 0 0,-14 11 323 0 0,11-6-239 0 0,3 3-13 0 0,-5 126 335 0 0,16 15-1483 0 0,-9-141 527 0 0,-1-5 473 0 0,1 0 0 0 0,-1 0-1 0 0,0-1 1 0 0,1 1 0 0 0,-1 0-1 0 0,0 0 1 0 0,0 0 0 0 0,0 0-1 0 0,0 0 1 0 0,1 0 0 0 0,-1 0-1 0 0,0 0 1 0 0,-1-1 0 0 0,1 1-1 0 0,0 0 1 0 0,0 0 0 0 0,0 0-1 0 0,0 0 1 0 0,-1 0 0 0 0,1 1 0 0 0,-1-1-93 0 0,1-1 1 0 0,0 1 0 0 0,-1 0-1 0 0,1 0 1 0 0,0 0 0 0 0,0 0-1 0 0,0 0 1 0 0,0 0 0 0 0,0 0-1 0 0,0 0 1 0 0,0-1 0 0 0,0 1-1 0 0,0 0 1 0 0,0 0 0 0 0,0 0-1 0 0,1 0 1 0 0,-1 0 0 0 0,0 0-1 0 0,1 0 1 0 0,-1 0 0 0 0,0 1-67 0 0,-1 0 1 0 0,1-1-1 0 0,-1 1 1 0 0,1 0-1 0 0,0-1 0 0 0,0 1 1 0 0,-1 0-1 0 0,1 0 1 0 0,0-1-1 0 0,1 1 1 0 0,-1 0-1 0 0,0 1 1 0 0,1 2-548 0 0,-1 1-2874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1 154 1788 0 0,'3'-4'231'0'0,"0"0"0"0"0,1 0 0 0 0,0 1 0 0 0,0 0 1 0 0,0 0-1 0 0,0 0 0 0 0,0 0 0 0 0,0 0 0 0 0,1 1 0 0 0,-1 0 0 0 0,7-2 0 0 0,57-17 257 0 0,-46 16-337 0 0,29-9 31 0 0,82-34 0 0 0,-130 46-97 0 0,-2 2-80 0 0,-1 0 1 0 0,1 0 0 0 0,-1 0 0 0 0,1 0 0 0 0,-1 0 0 0 0,1 0 0 0 0,-1-1 0 0 0,1 1 0 0 0,-1 0 0 0 0,0 0 0 0 0,1 0 0 0 0,-1-1-1 0 0,1 1 1 0 0,-1 0 0 0 0,1 0 0 0 0,-1-1 0 0 0,0 1 0 0 0,1 0 0 0 0,-1-1 0 0 0,0 1 0 0 0,1 0 0 0 0,-1-1 0 0 0,0 1 0 0 0,1-1-1 0 0,9-6 640 0 0,-8 6-577 0 0,-1 1 1 0 0,0-1-1 0 0,0 1 1 0 0,1-1 0 0 0,-1 0-1 0 0,0 1 1 0 0,0-1 0 0 0,0 0-1 0 0,1 0 1 0 0,-1 0 0 0 0,0 0-1 0 0,2-3 1593 0 0,-5 6-1630 0 0,1 0 0 0 0,-1-1 0 0 0,0 1-1 0 0,1 0 1 0 0,-1 0 0 0 0,1 0 0 0 0,0 0 0 0 0,-1 0 0 0 0,1 1 0 0 0,0-1 0 0 0,0 0 0 0 0,1 0 0 0 0,-2 4 0 0 0,1-2 41 0 0,2 1-10 0 0,0 16-3 0 0,-1-16-4 0 0,1 0-31 0 0,3 16 17 0 0,-4-16-14 0 0,3 0 7 0 0,6 13 21 0 0,-7-13-32 0 0,-1-5-22 0 0,-1 0 0 0 0,1 0 0 0 0,-1 0 0 0 0,1 0 0 0 0,-1 1 0 0 0,1-1 0 0 0,-1 0 0 0 0,1 0 0 0 0,-1 1 0 0 0,0-1 1 0 0,1 0-1 0 0,-1 1 0 0 0,1-1 0 0 0,-1 0 0 0 0,0 1 0 0 0,1-1 0 0 0,-1 0 0 0 0,0 1 0 0 0,1-1 0 0 0,-1 1 0 0 0,0-1 0 0 0,0 1 0 0 0,0-1 0 0 0,1 1 0 0 0,-1-1 0 0 0,0 2 0 0 0,0-2-1 0 0,0 1 0 0 0,0-1 1 0 0,0 1-1 0 0,1-1 0 0 0,-1 0 1 0 0,0 1-1 0 0,0-1 0 0 0,1 1 0 0 0,-1-1 1 0 0,0 1-1 0 0,0-1 0 0 0,1 0 1 0 0,-1 1-1 0 0,0-1 0 0 0,1 1 0 0 0,-1-1 1 0 0,1 0-1 0 0,-1 1 0 0 0,0-1 1 0 0,1 0-1 0 0,-1 0 0 0 0,1 0 0 0 0,-1 1 1 0 0,1-1-1 0 0,-1 0 0 0 0,2 0 1 0 0,1 3-8 0 0,12 5 17 0 0,-11-6-9 0 0,21 1 48 0 0,-20-2-54 0 0,14-8-7 0 0,-15 6 16 0 0,-3 0 1 0 0,1 0 0 0 0,-1 0 0 0 0,1 0 1 0 0,-1 0-1 0 0,1 0 0 0 0,-1 0 1 0 0,0-1-1 0 0,1 1 0 0 0,-1 0 0 0 0,0-1 1 0 0,1 0-1 0 0,2-1 83 0 0,1-16-69 0 0,-3 14-21 0 0,-1 1-23 0 0,-2-2-214 0 0,0-2 11 0 0,-1 0 1 0 0,0 1-1 0 0,-1-1 1 0 0,-6-12-1 0 0,6 16-235 0 0,0 1-71 0 0,0 1 64 0 0,0-1-1 0 0,-1 1 0 0 0,1 0 1 0 0,-1 0-1 0 0,1 0 1 0 0,-1 1-1 0 0,0-1 0 0 0,0 1 1 0 0,-5-1-1 0 0,4 1-2438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1 2080 0 0,'0'0'4806'0'0,"0"5"-4498"0"0,-1 16-65 0 0,0-16-38 0 0,1 1-41 0 0,-2 102-172 0 0,7-36-4993 0 0,-4-67 2244 0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3736 0 0,'0'0'3682'0'0,"1"4"-3121"0"0,3 13-88 0 0,-3-13 297 0 0,0 2-459 0 0,6 51 718 0 0,-6-52-799 0 0,1 1-4 0 0,18 44 400 0 0,-17-45-532 0 0,0-1-18 0 0,10 11-18 0 0,-10-11-8 0 0,1-2-18 0 0,41 19-84 0 0,-40-20-14 0 0,1 0-92 0 0,-2-1 146 0 0,1 0 0 0 0,0 0 1 0 0,0 0-1 0 0,-1 0 0 0 0,1-1 1 0 0,0 0-1 0 0,-1 0 0 0 0,1 0 0 0 0,0 0 1 0 0,-1-1-1 0 0,0 0 0 0 0,1 0 1 0 0,-1 0-1 0 0,0 0 0 0 0,0-1 1 0 0,0 1-1 0 0,0-1 0 0 0,-1 0 0 0 0,5-5 1 0 0,-6 5 48 0 0,2-8-6 0 0,-3 11-27 0 0,0-1 0 0 0,-1 0 0 0 0,0 1 0 0 0,1-1 0 0 0,-1 0 0 0 0,1 1 0 0 0,-1-1 0 0 0,0 0 0 0 0,1 0 0 0 0,-1 0 0 0 0,0 1 0 0 0,0-1 0 0 0,0 0 0 0 0,1 0 0 0 0,-1 0 0 0 0,0 0 0 0 0,0 1 0 0 0,0-1 0 0 0,-1 0 0 0 0,1 0 0 0 0,0-1 0 0 0,-1-18 119 0 0,0 15-52 0 0,0 0-23 0 0,-10-41 422 0 0,9 42-75 0 0,1-1-318 0 0,-5-12-2 0 0,5 13 625 0 0,0 4-677 0 0,0 1 0 0 0,0 0 0 0 0,0 0 0 0 0,0 0 0 0 0,0 0 0 0 0,0 0 0 0 0,1 0 0 0 0,-1 0 0 0 0,0 0-1 0 0,1 0 1 0 0,-1 0 0 0 0,1 0 0 0 0,-1 0 0 0 0,1 1 0 0 0,-1-1 0 0 0,1 0 0 0 0,0 0 0 0 0,0 0 0 0 0,-1 1 0 0 0,1-1 0 0 0,0 2 0 0 0,-1 18 138 0 0,0 8-176 0 0,1 0-1 0 0,1 0 0 0 0,2 0 0 0 0,1-1 0 0 0,9 36 1 0 0,12 7-3197 0 0,-23-67 2163 0 0,1-2-285 0 0,11 9-193 0 0,-10-8-1046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19 2680 0 0,'0'0'947'0'0,"2"-3"-97"0"0,7-9 2 0 0,-6 9 740 0 0,2 3-1207 0 0,2-1-168 0 0,-1 1-1 0 0,1 1 1 0 0,-1-1-1 0 0,1 1 1 0 0,10 3-1 0 0,-13-2 102 0 0,-2-2-266 0 0,0 1 0 0 0,-1 0 0 0 0,1 0 0 0 0,0 1 0 0 0,-1-1-1 0 0,1 0 1 0 0,-1 0 0 0 0,1 1 0 0 0,-1-1 0 0 0,2 3 0 0 0,-1-2 6 0 0,0-1 1 0 0,0 2 0 0 0,0-1 0 0 0,0 0 0 0 0,-1 0 0 0 0,1 0 0 0 0,-1 1 0 0 0,1-1 0 0 0,-1 1 0 0 0,0 0 0 0 0,0-1 0 0 0,0 1 0 0 0,0 0 0 0 0,0-1 0 0 0,-1 1 0 0 0,1 0 0 0 0,-1 0 0 0 0,0 0 0 0 0,0-1 0 0 0,0 6 0 0 0,-3 10 220 0 0,-1-1-1 0 0,0 0 1 0 0,-12 30 0 0 0,15-43-140 0 0,-6 19 181 0 0,5-18 69 0 0,-5 21 175 0 0,28-15-484 0 0,-14-12-172 0 0,14-2-273 0 0,1-2 0 0 0,-1 0 0 0 0,0-2 0 0 0,-1 0-1 0 0,38-19 1 0 0,-36 14-1812 0 0,-1-1 1 0 0,36-28-1 0 0,-37 24-2309 0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1 2944 0 0,'0'0'1256'0'0,"5"0"-158"0"0,13 4-154 0 0,-13-4-114 0 0,0 3-81 0 0,1-1-605 0 0,0 2-1 0 0,0-1 1 0 0,0 0-1 0 0,-1 1 1 0 0,1 0-1 0 0,-1 1 0 0 0,0-1 1 0 0,0 1-1 0 0,-1 0 1 0 0,1 0-1 0 0,-1 0 0 0 0,0 1 1 0 0,0 0-1 0 0,-1 0 1 0 0,0 0-1 0 0,0 0 1 0 0,0 0-1 0 0,-1 0 0 0 0,0 1 1 0 0,0-1-1 0 0,0 1 1 0 0,-1-1-1 0 0,0 1 1 0 0,0 7-1 0 0,1-5-111 0 0,-1-5-21 0 0,-1 0 0 0 0,1 0-1 0 0,-1 0 1 0 0,1 0-1 0 0,-1 1 1 0 0,0-1 0 0 0,-1 7-1 0 0,-2 9-252 0 0,-1 0-1 0 0,-1 0 0 0 0,0-1 0 0 0,-1 1 0 0 0,-2-1 0 0 0,0 0 0 0 0,-18 31 1 0 0,5-18-2335 0 0,-33 41 0 0 0,23-39-1811 0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89 24 1856 0 0,'-3'-3'1111'0'0,"-15"-12"1522"0"0,17 14-2545 0 0,0 1-1 0 0,0-1 0 0 0,0 1 0 0 0,0-1 0 0 0,0 0 0 0 0,0 1 0 0 0,-1 0 0 0 0,1-1 0 0 0,0 1 1 0 0,0 0-1 0 0,0-1 0 0 0,0 1 0 0 0,0 0 0 0 0,-1 0 0 0 0,1 0 0 0 0,0 0 0 0 0,0 0 0 0 0,0 0 1 0 0,-2 1-1 0 0,-1 2 477 0 0,3-2-508 0 0,-2 0 32 0 0,1 1 0 0 0,0 0 0 0 0,-1 0 0 0 0,1 0 0 0 0,0 1 0 0 0,0-1 0 0 0,0 0 0 0 0,1 1 0 0 0,-1-1 0 0 0,1 1 0 0 0,-1 0 0 0 0,1-1 0 0 0,0 1 0 0 0,0 0 0 0 0,0 0 0 0 0,-1 4 0 0 0,0 1 24 0 0,-4 27 423 0 0,5-14-415 0 0,1 1 0 0 0,1 0 0 0 0,1-1 0 0 0,1 1 0 0 0,0-1-1 0 0,2 0 1 0 0,1 0 0 0 0,0 0 0 0 0,1-1 0 0 0,2 0 0 0 0,0 0 0 0 0,13 20 0 0 0,-13-26-412 0 0,0 0 1 0 0,1-1-1 0 0,1 0 1 0 0,0-1-1 0 0,1 0 1 0 0,0-1-1 0 0,0 0 1 0 0,1-1-1 0 0,1-1 1 0 0,0 0-1 0 0,0 0 1 0 0,1-2-1 0 0,0 1 1 0 0,0-2-1 0 0,0 0 1 0 0,32 7-1 0 0,-14-8-2170 0 0,-1 0-1745 0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3716 0 0,'0'0'5324'0'0,"2"5"-5072"0"0,68 151 299 0 0,-4-13-3843 0 0,-50-99 159 0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116 89 916 0 0,'0'0'1855'0'0,"-2"-3"-1358"0"0,-17-29 2667 0 0,18 29-1557 0 0,-8-18 570 0 0,7 18-1873 0 0,1 0-173 0 0,-1 1 0 0 0,1 0 0 0 0,-1 0 0 0 0,0 0-1 0 0,1 0 1 0 0,-1 1 0 0 0,0-1 0 0 0,0 0 0 0 0,0 1-1 0 0,0 0 1 0 0,-1-1 0 0 0,1 1 0 0 0,0 0 0 0 0,-5-2-1 0 0,-10 11 18 0 0,15-6-123 0 0,-2 0 52 0 0,4-1-67 0 0,-1 1 1 0 0,0-1-1 0 0,0 1 1 0 0,0-1 0 0 0,0 0-1 0 0,0 1 1 0 0,-1-1-1 0 0,1 0 1 0 0,0 0-1 0 0,-3 2 1 0 0,1 0 88 0 0,1 2-78 0 0,0 2-4 0 0,0 0 1 0 0,1 0 0 0 0,0 1-1 0 0,0-1 1 0 0,0 0 0 0 0,1 1-1 0 0,0-1 1 0 0,2 9 0 0 0,-1-11-37 0 0,0-4 6 0 0,0-1 6 0 0,0 1 0 0 0,1 0 0 0 0,-1 0 0 0 0,0 0 0 0 0,-1 1 0 0 0,1-1 0 0 0,0 0 0 0 0,0 0-1 0 0,0 0 1 0 0,-1 1 0 0 0,2 0 0 0 0,-2-1-4 0 0,3 2 7 0 0,-3-3 1 0 0,0 0-1 0 0,0 0 1 0 0,1 0-1 0 0,-1 0 1 0 0,0 0-1 0 0,1 0 1 0 0,-1-1-1 0 0,0 1 1 0 0,0 0-1 0 0,1 0 1 0 0,-1 0-1 0 0,0 0 1 0 0,1 0-1 0 0,-1 0 1 0 0,0 0-1 0 0,1 1 1 0 0,-1-1-1 0 0,0 0 1 0 0,0 0-1 0 0,1 0 1 0 0,-1 0-1 0 0,0 0 1 0 0,1 0-1 0 0,-1 0 1 0 0,0 1-1 0 0,0-1 1 0 0,1 0-1 0 0,-1 0 1 0 0,0 0-1 0 0,0 1 1 0 0,0-1-1 0 0,1 0 1 0 0,-1 1-1 0 0,1-1-5 0 0,-1 1-1 0 0,1-1 1 0 0,-1 1-1 0 0,1-1 0 0 0,-1 1 1 0 0,1-1-1 0 0,-1 0 1 0 0,1 1-1 0 0,0-1 0 0 0,-1 0 1 0 0,1 0-1 0 0,0 1 1 0 0,-1-1-1 0 0,1 0 0 0 0,0 0 1 0 0,-1 0-1 0 0,1 0 1 0 0,0 0-1 0 0,0 0 0 0 0,-1 0 1 0 0,1 0-1 0 0,0 0 1 0 0,-1 0-1 0 0,1 0 0 0 0,0 0 1 0 0,1-1-1 0 0,19-4-11 0 0,-16 3 18 0 0,-1-1 95 0 0,0-1-1 0 0,0 0 1 0 0,-1-1-1 0 0,1 1 1 0 0,-1 0-1 0 0,0-1 1 0 0,0 0-1 0 0,0 0 1 0 0,2-7-1 0 0,-3 1 153 0 0,0 1 0 0 0,-1 0 0 0 0,0 0 0 0 0,-1-17 0 0 0,0 25-227 0 0,-1 1-10 0 0,-1 1 0 0 0,1-1-1 0 0,0 0 1 0 0,0 0-1 0 0,0 1 1 0 0,-1-1 0 0 0,1 1-1 0 0,0-1 1 0 0,-1 1 0 0 0,1-1-1 0 0,0 1 1 0 0,-1 0 0 0 0,1 0-1 0 0,0 0 1 0 0,-1 0-1 0 0,-1 0 1 0 0,-28 30 54 0 0,28-27-50 0 0,1 1-13 0 0,-5 10-7 0 0,6-10-3 0 0,0 1-25 0 0,-3 16-23 0 0,3-16-21 0 0,3-1-94 0 0,2 15 107 0 0,-3-14 3 0 0,11 12-108 0 0,-10-13 120 0 0,-2-3 9 0 0,1-1 48 0 0,-1 1 0 0 0,0-1 0 0 0,1 1 0 0 0,-1 0 0 0 0,0-1 0 0 0,1 1 0 0 0,-1-1 0 0 0,1 1 0 0 0,-1-1 0 0 0,1 1 0 0 0,-1-1 0 0 0,1 1 0 0 0,-1-1 0 0 0,1 0 0 0 0,-1 1-1 0 0,1-1 1 0 0,-1 0 0 0 0,1 1 0 0 0,0-1 0 0 0,-1 0 0 0 0,1 0 0 0 0,0 1 0 0 0,-1-1 0 0 0,1 0 0 0 0,0 0 0 0 0,-1 0 0 0 0,1 0 0 0 0,0 0 0 0 0,-1 0 0 0 0,1 0 0 0 0,0 0 0 0 0,-1 0 0 0 0,1-1 0 0 0,0 1 0 0 0,0 0 0 0 0,21-4 185 0 0,-22 4-202 0 0,4-1 498 0 0,-1-2-366 0 0,6-11 26 0 0,-7 11 267 0 0,0-1-307 0 0,2-12 2 0 0,-3 12 243 0 0,-2 0-345 0 0,-8-12 17 0 0,6 19-68 0 0,-17 30-43 0 0,18-30 29 0 0,2 2-159 0 0,-2 12 120 0 0,1-13-9 0 0,1-3-146 0 0,1-1 252 0 0,-1 0-1 0 0,0 0 1 0 0,0 0-1 0 0,1 0 0 0 0,-1 1 1 0 0,0-1-1 0 0,0 0 1 0 0,0 0-1 0 0,1 0 0 0 0,-1 0 1 0 0,0 1-1 0 0,0-1 0 0 0,0 0 1 0 0,0 0-1 0 0,0 1 1 0 0,1-1-1 0 0,-1 0 0 0 0,0 0 1 0 0,0 1-1 0 0,0-1 0 0 0,0 0 1 0 0,0 0-1 0 0,0 1 1 0 0,0-1-1 0 0,0 0 0 0 0,0 1 1 0 0,0-1-1 0 0,0 0 0 0 0,0 0 1 0 0,0 1-1 0 0,0 0-4 0 0,-1-1 0 0 0,1 1 0 0 0,0-1 1 0 0,0 1-1 0 0,0-1 0 0 0,1 1 0 0 0,-1-1 0 0 0,0 1 0 0 0,0-1 0 0 0,0 1 0 0 0,0-1 0 0 0,0 1 0 0 0,0-1 0 0 0,1 1 0 0 0,-1-1 1 0 0,0 1-1 0 0,0-1 0 0 0,1 1 0 0 0,-1-1 0 0 0,0 0 0 0 0,1 1 0 0 0,-1-1 0 0 0,1 0 0 0 0,-1 1 0 0 0,0-1 0 0 0,1 0 0 0 0,-1 1 0 0 0,1-1 1 0 0,-1 0-1 0 0,1 0 0 0 0,-1 1 0 0 0,1-1 0 0 0,-1 0 0 0 0,1 0 0 0 0,18 2-6 0 0,-14-1-3 0 0,14-16 346 0 0,-17 12-308 0 0,3-8-119 0 0,-10 11-109 0 0,-11 3-499 0 0,22 4 655 0 0,-6-6 50 0 0,0-1 0 0 0,0 0 0 0 0,0 1 0 0 0,0-1 0 0 0,0 1 0 0 0,0-1 0 0 0,1 0 0 0 0,-1 1 0 0 0,0-1 0 0 0,0 1 0 0 0,0-1 0 0 0,1 0 0 0 0,-1 1 0 0 0,0-1 0 0 0,0 0 0 0 0,1 1 0 0 0,-1-1 0 0 0,0 0 0 0 0,1 0 0 0 0,-1 1 1 0 0,0-1-1 0 0,1 0 0 0 0,-1 0 0 0 0,1 0 0 0 0,-1 1 0 0 0,0-1 0 0 0,1 0 0 0 0,-1 0 0 0 0,1 0 0 0 0,-1 0 0 0 0,1 0 0 0 0,-1 0 0 0 0,0 0 0 0 0,1 0 0 0 0,-1 0 0 0 0,1 0 0 0 0,30-23-2009 0 0,-29 20 1285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156 48 3440 0 0,'-2'-4'1150'0'0,"-3"-14"-148"0"0,3 14 465 0 0,0 0-891 0 0,-10-13 839 0 0,12 17-1396 0 0,0 0 1 0 0,0 0-1 0 0,0 1 0 0 0,-1-1 1 0 0,1 0-1 0 0,0 1 0 0 0,0-1 1 0 0,-1 0-1 0 0,1 0 0 0 0,0 0 1 0 0,0 1-1 0 0,-1-1 0 0 0,1 0 1 0 0,0 0-1 0 0,0 0 0 0 0,-1 0 1 0 0,1 0-1 0 0,0 1 0 0 0,-1-1 0 0 0,1 0 1 0 0,0 0-1 0 0,-1 0 0 0 0,1 0 1 0 0,0 0-1 0 0,-1 0 0 0 0,1 0 1 0 0,0 0-1 0 0,-1 0 0 0 0,1 0 1 0 0,0 0-1 0 0,-1-1 0 0 0,0 1 7 0 0,0 0 1 0 0,0 0-1 0 0,0 0 0 0 0,1 0 0 0 0,-1 0 1 0 0,0 0-1 0 0,0 0 0 0 0,0 0 0 0 0,0 1 0 0 0,1-1 1 0 0,-1 0-1 0 0,0 0 0 0 0,0 1 0 0 0,0-1 0 0 0,1 0 1 0 0,-1 1-1 0 0,0-1 0 0 0,1 1 0 0 0,-1-1 0 0 0,0 1 1 0 0,1-1-1 0 0,-2 2 0 0 0,-8 10 154 0 0,0 2-1 0 0,1-1 1 0 0,0 1-1 0 0,1 1 1 0 0,0-1-1 0 0,1 1 1 0 0,1 1 0 0 0,1-1-1 0 0,0 1 1 0 0,1 0-1 0 0,-2 17 1 0 0,-2 14 47 0 0,3 0-1 0 0,1 81 1 0 0,5-84-128 0 0,3 1 1 0 0,1-1-1 0 0,15 60 1 0 0,-14-82-246 0 0,1 1-1 0 0,1-1 1 0 0,1-1 0 0 0,0 1 0 0 0,2-2 0 0 0,0 1 0 0 0,2-2 0 0 0,18 24-1 0 0,-25-37-224 0 0,0 1 0 0 0,0-1 0 0 0,1 0 0 0 0,14 9 0 0 0,-15-11-303 0 0,-1-1 0 0 0,1 0 0 0 0,-1-1 0 0 0,1 0-1 0 0,0 0 1 0 0,0 0 0 0 0,0 0 0 0 0,12 1 0 0 0,16-1-3552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2808 0 0,'0'0'9108'0'0,"0"5"-8898"0"0,4 54 247 0 0,24 162-802 0 0,-17-167-1019 0 0,6-3-2035 0 0,-15-47 660 0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123 1 3032 0 0,'0'0'6066'0'0,"-3"4"-5648"0"0,-11 17 319 0 0,1 2 1 0 0,-20 46 0 0 0,-3 5-85 0 0,34-70-557 0 0,0 0-5 0 0,-16 38 293 0 0,17-38-243 0 0,3-1-87 0 0,0-1-44 0 0,1 0-1 0 0,-1 0 1 0 0,1-1 0 0 0,-1 1-1 0 0,1-1 1 0 0,-1 1 0 0 0,1-1-1 0 0,0 0 1 0 0,-1 0 0 0 0,1 0-1 0 0,0 0 1 0 0,4 0 0 0 0,-2 0-11 0 0,3-2-5 0 0,124-13-146 0 0,-79 3-738 0 0,59-23 1 0 0,-108 33 563 0 0,-2 1 279 0 0,-1 0-1 0 0,1-1 1 0 0,-1 1 0 0 0,0-1-1 0 0,1 1 1 0 0,-1-1-1 0 0,0 1 1 0 0,1-1-1 0 0,-1 0 1 0 0,0 0 0 0 0,0 1-1 0 0,2-3 1 0 0,0 1-77 0 0,1 0-414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2660 0 0,'0'0'8624'0'0,"1"4"-8314"0"0,7 21 135 0 0,-2 0-1 0 0,-1 0 1 0 0,4 36-1 0 0,16 175 205 0 0,-17-186-515 0 0,-7-44-109 0 0,-1-1 8 0 0,3 16-3 0 0,-3-16 45 0 0,1-1-43 0 0,11 34 77 0 0,-11-34-83 0 0,12-14-6702 0 0,-10 5 3451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106 41 3732 0 0,'-1'-4'1440'0'0,"-6"-13"-252"0"0,5 12 1113 0 0,2 5-2273 0 0,0-1 0 0 0,-1 1 0 0 0,1-1 0 0 0,0 1 0 0 0,0 0-1 0 0,-1-1 1 0 0,1 1 0 0 0,0 0 0 0 0,-1-1 0 0 0,1 1-1 0 0,0 0 1 0 0,-1-1 0 0 0,1 1 0 0 0,0 0 0 0 0,-1-1-1 0 0,1 1 1 0 0,-1 0 0 0 0,1 0 0 0 0,0 0 0 0 0,-1-1 0 0 0,1 1-1 0 0,-1 0 1 0 0,1 0 0 0 0,-1 0 0 0 0,-9-8 1105 0 0,5 10-904 0 0,-15 3-28 0 0,15-3-15 0 0,2 1-13 0 0,-2 3-75 0 0,1 0 0 0 0,0 1 0 0 0,0-1 0 0 0,0 1-1 0 0,1 0 1 0 0,0 0 0 0 0,0 0 0 0 0,1 0 0 0 0,-2 9 0 0 0,1-5-64 0 0,2-1 0 0 0,-1 1 0 0 0,1 0-1 0 0,1 1 1 0 0,0-1 0 0 0,0 0 0 0 0,1 0 0 0 0,1 0 0 0 0,0 0 0 0 0,0-1 0 0 0,1 1 0 0 0,0 0 0 0 0,1-1 0 0 0,1 0 0 0 0,-1 0 0 0 0,8 12 0 0 0,-9-19-12 0 0,1 0 0 0 0,12 6-6 0 0,-15-8-15 0 0,0 0 1 0 0,0 0 0 0 0,1-1 0 0 0,-1 1-1 0 0,0 0 1 0 0,0-1 0 0 0,0 0 0 0 0,1 1-1 0 0,-1-1 1 0 0,0 1 0 0 0,1-1 0 0 0,-1 0-1 0 0,0 0 1 0 0,1 0 0 0 0,1 0 0 0 0,1 0 2 0 0,0 1-12 0 0,1-2 21 0 0,12-2 19 0 0,-12 2 23 0 0,0-1 37 0 0,-5 1-92 0 0,4 0 53 0 0,1-1 1 0 0,-1 0 0 0 0,1 0-1 0 0,-1-1 1 0 0,0 1 0 0 0,0-1-1 0 0,0 0 1 0 0,-1 0 0 0 0,1-1-1 0 0,-1 1 1 0 0,0-1 0 0 0,1 1-1 0 0,-2-1 1 0 0,1 0 0 0 0,0 0-1 0 0,-1 0 1 0 0,0-1 0 0 0,0 1-1 0 0,2-6 1 0 0,-2 5-131 0 0,-1 0-1 0 0,0-1 1 0 0,0 1 0 0 0,0 0-1 0 0,-1-1 1 0 0,0 1 0 0 0,0-1 0 0 0,0 1-1 0 0,-1-1 1 0 0,0 1 0 0 0,0 0-1 0 0,0-1 1 0 0,0 1 0 0 0,-1 0-1 0 0,0 0 1 0 0,0 0 0 0 0,-1 0-1 0 0,-5-9 1 0 0,6 10-188 0 0,-1 0 0 0 0,0 1 0 0 0,0-1 0 0 0,0 1 0 0 0,0 0 0 0 0,-1 0 0 0 0,1 0 0 0 0,-1 0 0 0 0,0 1 0 0 0,0 0 0 0 0,-6-4 0 0 0,6 5-372 0 0,0-1-1 0 0,0 1 1 0 0,-1-1 0 0 0,1 1-1 0 0,0 1 1 0 0,-1-1 0 0 0,-6 0-1 0 0,-20 1-3758 0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97 14 4172 0 0,'0'0'4215'0'0,"1"-3"-3282"0"0,-1 2-855 0 0,1 0 1 0 0,-1 1 0 0 0,0 0 0 0 0,0-1 0 0 0,0 1 0 0 0,0-1-1 0 0,1 1 1 0 0,-1-1 0 0 0,0 1 0 0 0,1-1 0 0 0,-1 1 0 0 0,0 0-1 0 0,1-1 1 0 0,-1 1 0 0 0,0-1 0 0 0,1 1 0 0 0,-1 0 0 0 0,1 0-1 0 0,-1-1 1 0 0,0 1 0 0 0,1 0 0 0 0,-1 0 0 0 0,1-1 0 0 0,-1 1-1 0 0,1 0 1 0 0,-1 0 0 0 0,1 0 0 0 0,0 0 0 0 0,9 11 659 0 0,-8-8-613 0 0,-2 4-24 0 0,-1 10-194 0 0,-1 0-1 0 0,0 0 0 0 0,-1-1 0 0 0,-1 1 0 0 0,-1-1 0 0 0,-10 25 0 0 0,2-10-2311 0 0,-1-2-1 0 0,-32 48 0 0 0,31-56-2250 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47 3552 0 0,'0'0'1606'0'0,"2"-5"-201"0"0,9-12-173 0 0,-9 12-110 0 0,7-10 342 0 0,-7 11 1708 0 0,2 6-2809 0 0,14 5-38 0 0,-12 0-77 0 0,11 50 399 0 0,-5-4-591 0 0,7 69 0 0 0,-10-12-2948 0 0,-4-49-963 0 0,-3-50 744 0 0,4 15-2239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1 143 2800 0 0,'1'-5'1262'0'0,"4"-16"-205"0"0,-4 16-211 0 0,1 0-136 0 0,0 1-615 0 0,0-2 147 0 0,1 0-1 0 0,0-1 1 0 0,0 2 0 0 0,1-1-1 0 0,-1 0 1 0 0,1 1 0 0 0,1 0-1 0 0,-1 0 1 0 0,1 0 0 0 0,0 0 0 0 0,0 1-1 0 0,0-1 1 0 0,10-5 0 0 0,-1 3 25 0 0,-11 5-46 0 0,3 0-23 0 0,16-3-14 0 0,-17 4-40 0 0,0 0-24 0 0,14-2-6 0 0,-15 2 30 0 0,1 2-54 0 0,1 1-24 0 0,-1-1 1 0 0,0 1-1 0 0,-1 1 1 0 0,1-1-1 0 0,0 1 1 0 0,6 5-1 0 0,-8-6 43 0 0,-2 2 9 0 0,4 44 284 0 0,-6-42-297 0 0,0-1-16 0 0,-24 68 263 0 0,23-70-307 0 0,0 2-21 0 0,-7 15-4 0 0,6-15 0 0 0,1-1-2 0 0,1-2-11 0 0,-1 1 0 0 0,0-1 0 0 0,1 1 1 0 0,0 0-1 0 0,-1 0 0 0 0,1 0 0 0 0,0 0 0 0 0,1 0 0 0 0,-1 0 0 0 0,0 0 0 0 0,1 0 0 0 0,0 0 0 0 0,0 0 0 0 0,0 0 0 0 0,0 0 0 0 0,0 0 1 0 0,1 6-1 0 0,1-6 5 0 0,3-2-12 0 0,12 4 8 0 0,-13-4 68 0 0,1 0-42 0 0,14 5-8 0 0,-15-5 8 0 0,1 1 4 0 0,14 6 11 0 0,-15-7 30 0 0,-3 1-61 0 0,1 0 0 0 0,-1-1 0 0 0,0 1 1 0 0,1-1-1 0 0,-1 0 0 0 0,1 1 0 0 0,0-1 1 0 0,-1 0-1 0 0,4 1 0 0 0,-2 1 81 0 0,-1 0-8 0 0,1 3-10 0 0,0-1 0 0 0,-1 1 1 0 0,0-1-1 0 0,0 1 1 0 0,0 0-1 0 0,-1 0 1 0 0,0 0-1 0 0,1 11 0 0 0,-3-12-31 0 0,-1-1 6 0 0,-4 3-34 0 0,0 1 0 0 0,0-1-1 0 0,-1 0 1 0 0,-13 10-1 0 0,17-15-51 0 0,-2 0-24 0 0,-8 2-436 0 0,1-1 0 0 0,-1-1 0 0 0,0 0 1 0 0,-17 0-1 0 0,25-2-109 0 0,1-2-67 0 0,-14-6-101 0 0,14 6-183 0 0,2-1-207 0 0,-1-1 684 0 0,-6-11-3124 0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2236 0 0,'0'0'6583'0'0,"3"3"-6084"0"0,-1 0-314 0 0,-1 0 1 0 0,1 0-1 0 0,-1 1 1 0 0,0-1-1 0 0,0 0 1 0 0,0 0-1 0 0,0 1 1 0 0,-1-1-1 0 0,1 0 1 0 0,-1 8-1 0 0,0-6 338 0 0,0 24-246 0 0,0-24-118 0 0,6 19 71 0 0,-5-20-109 0 0,13 19 346 0 0,27 1-13 0 0,-36-22-315 0 0,0 0 28 0 0,52 16 310 0 0,-51-16-388 0 0,-1-1-23 0 0,41 20 225 0 0,-41-19-220 0 0,-2 0-2 0 0,26 27 190 0 0,-26-26-158 0 0,-3 3-134 0 0,1 14 47 0 0,-1-14 22 0 0,-2-2-6 0 0,-7 12-7 0 0,6-13-72 0 0,1 0-1 0 0,-1 0 1 0 0,1 0-1 0 0,-1-1 1 0 0,0 1-1 0 0,0-1 1 0 0,0 0 0 0 0,-1 0-1 0 0,1 0 1 0 0,0 0-1 0 0,-6 2 1 0 0,4-2-85 0 0,-2 2-382 0 0,1-1-1 0 0,-1 0 1 0 0,0 0-1 0 0,0-1 0 0 0,0 0 1 0 0,0 0-1 0 0,-1-1 1 0 0,1 0-1 0 0,-1 0 1 0 0,1 0-1 0 0,0-1 0 0 0,-1-1 1 0 0,1 1-1 0 0,-10-3 1 0 0,13 3 178 0 0,-6-2-2079 0 0,-13-6-1701 0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1 104 2128 0 0,'21'-18'2260'0'0,"3"2"-687"0"0,1 3-573 0 0,3 1-364 0 0,-1 1-244 0 0,5 3-340 0 0,-1-1-428 0 0,-3 1-1136 0 0,0 0-1137 0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12 3160 0 0,'3'-2'329'0'0,"0"0"0"0"0,0 1-1 0 0,0 0 1 0 0,1-1 0 0 0,-1 1-1 0 0,0 0 1 0 0,1 1 0 0 0,-1-1-1 0 0,1 1 1 0 0,-1-1 0 0 0,0 1-1 0 0,1 0 1 0 0,-1 0 0 0 0,1 1-1 0 0,-1-1 1 0 0,1 1 0 0 0,-1-1-1 0 0,0 1 1 0 0,1 0 0 0 0,-1 0 0 0 0,5 3-1 0 0,5 3 188 0 0,0 0-1 0 0,0 0 1 0 0,22 19 0 0 0,-16-10-267 0 0,0 0 0 0 0,-1 1 0 0 0,-1 1 0 0 0,0 1 0 0 0,-1 1 0 0 0,-2 0 0 0 0,0 0 0 0 0,-1 2 0 0 0,-1 0 0 0 0,10 25 0 0 0,-14-28-234 0 0,-2 0 0 0 0,-1 1 0 0 0,0-1 0 0 0,-2 1 0 0 0,0 1 0 0 0,-1-1 1 0 0,-1 0-1 0 0,-1 0 0 0 0,0 1 0 0 0,-2-1 0 0 0,-1 0 0 0 0,-9 38 0 0 0,-1-17-595 0 0,-1 1 0 0 0,-3-2 0 0 0,-1 0-1 0 0,-41 65 1 0 0,20-47-1899 0 0,-1-3 0 0 0,-64 66-1 0 0,50-64-2530 0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3076 0 0,'0'0'6377'0'0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2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27 25 2632 0 0,'0'0'4089'0'0,"-1"-4"-3689"0"0,-4-16 3645 0 0,3 23-4033 0 0,-17 28-7266 0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3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3764 0 0,'0'0'984'0'0,"26"8"-1060"0"0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3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0 146 3792 0 0,'1'-5'1181'0'0,"16"-70"3034"0"0,-16 71-3675 0 0,0 0-164 0 0,4-12 3 0 0,-4 12 703 0 0,0 8-979 0 0,1 37 46 0 0,-1-1 1 0 0,-6 53-1 0 0,1-44 43 0 0,4 67 0 0 0,2-87-138 0 0,2-1 0 0 0,0 1 0 0 0,11 34 0 0 0,-12-54-41 0 0,0-1 0 0 0,0 1 0 0 0,1-1 0 0 0,0 1 0 0 0,1-1 0 0 0,-1 0 0 0 0,2-1 0 0 0,-1 1 0 0 0,1-1 0 0 0,0 0 0 0 0,0 0 0 0 0,1-1 0 0 0,0 0 0 0 0,14 10 0 0 0,41 10 7 0 0,-56-25-9 0 0,0 1 0 0 0,1-1-1 0 0,-1-1 1 0 0,1 1 0 0 0,0-1-1 0 0,-1-1 1 0 0,1 1 0 0 0,-1-1 0 0 0,8-1-1 0 0,-8 0-13 0 0,7 0 25 0 0,-1 0 0 0 0,0-1 1 0 0,0-1-1 0 0,0 0 0 0 0,0-1 0 0 0,-1 0 0 0 0,0-1 0 0 0,0 0 0 0 0,0-1 0 0 0,-1 0 0 0 0,17-15 1 0 0,-12 8 18 0 0,0-1 0 0 0,-1-1 0 0 0,0 0 0 0 0,-2-1 0 0 0,20-34 0 0 0,-22 31 4 0 0,-2 0 0 0 0,0 0-1 0 0,-1-1 1 0 0,-1 0 0 0 0,-1 0 0 0 0,0 0-1 0 0,-2-1 1 0 0,1-34 0 0 0,-4 41-29 0 0,0 0 0 0 0,-1-1 0 0 0,-4-16-1 0 0,3 22-19 0 0,0-12 7 0 0,-1 5 10 0 0,-1 4 1 0 0,-23-85-157 0 0,26 94 157 0 0,-8-2-2 0 0,9 6-15 0 0,0-1 0 0 0,-1 1 0 0 0,1 0 0 0 0,0-1-1 0 0,-1 1 1 0 0,1 0 0 0 0,-1-1 0 0 0,1 1 0 0 0,0 0 0 0 0,-1-1 0 0 0,1 1-1 0 0,-1 0 1 0 0,1 0 0 0 0,-1-1 0 0 0,1 1 0 0 0,-1 0 0 0 0,1 0-1 0 0,-1 0 1 0 0,1 0 0 0 0,-1 0 0 0 0,1 0 0 0 0,-1 0 0 0 0,1 0-1 0 0,-1 0 1 0 0,1 0 0 0 0,-1 0 0 0 0,1 0 0 0 0,-1 0 0 0 0,1 0-1 0 0,-1 0 1 0 0,1 0 0 0 0,-2 1 0 0 0,-12 7 23 0 0,11-6 19 0 0,0 0-58 0 0,-7 8 25 0 0,7-8 37 0 0,1 1-42 0 0,-26 23-22 0 0,25-24 67 0 0,10-2-333 0 0,28-4-1025 0 0,0-1 0 0 0,-1-2 0 0 0,52-17-1 0 0,-63 14-1725 0 0,-18 7 2043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3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68 2060 0 0,'0'0'3757'0'0,"31"-17"-3037"0"0,23 7-620 0 0,-20 6-260 0 0,1-1 36 0 0,3 0-72 0 0,7 0-244 0 0,1-2-249 0 0,1 2-115 0 0,-2-1-556 0 0,1 3-1464 0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3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63 22 3660 0 0,'0'0'3845'0'0,"0"-5"-2809"0"0,0 3-1269 0 0,-1-12 2093 0 0,1 14-1802 0 0,-1 0 0 0 0,1 0 0 0 0,0 0-1 0 0,-1 0 1 0 0,1 0 0 0 0,0 0 0 0 0,-1 0-1 0 0,1 0 1 0 0,0 0 0 0 0,-1 1 0 0 0,1-1 0 0 0,-1 0-1 0 0,1 0 1 0 0,0 0 0 0 0,0 1 0 0 0,-1-1-1 0 0,1 0 1 0 0,0 0 0 0 0,-1 1 0 0 0,1-1-1 0 0,0 0 1 0 0,0 1 0 0 0,0-1 0 0 0,-1 0 0 0 0,1 1-1 0 0,0-1 1 0 0,0 0 0 0 0,0 1 0 0 0,0-1-1 0 0,0 0 1 0 0,-1 1 0 0 0,1-1 0 0 0,0 1-1 0 0,0 0-46 0 0,-1 0 0 0 0,0-1-1 0 0,1 1 1 0 0,-1 0-1 0 0,1 0 1 0 0,0 0-1 0 0,-1-1 1 0 0,1 1-1 0 0,-1 0 1 0 0,1 0-1 0 0,0 0 1 0 0,0 0-1 0 0,0 0 1 0 0,-1 0-1 0 0,1 0 1 0 0,0 0-1 0 0,0 0 1 0 0,0-1 0 0 0,0 1-1 0 0,1 0 1 0 0,-1 1-1 0 0,0 25 168 0 0,-43 402 261 0 0,41-406-494 0 0,0 48-1674 0 0,2-67 1006 0 0,0 2-269 0 0,0 10 233 0 0,0-5-3644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3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1 208 2436 0 0,'0'-10'367'0'0,"0"-1"0"0"0,1 0 0 0 0,0 0 0 0 0,1 0 0 0 0,0 0 0 0 0,1 1 0 0 0,0-1 0 0 0,0 1 0 0 0,1 0 0 0 0,1 0 0 0 0,0 0-1 0 0,0 0 1 0 0,12-14 0 0 0,-13 19-251 0 0,1 0-1 0 0,0 1 1 0 0,0 0-1 0 0,0 0 1 0 0,0 1-1 0 0,1-1 1 0 0,-1 1-1 0 0,1 0 1 0 0,0 1-1 0 0,0-1 1 0 0,0 1-1 0 0,1 1 1 0 0,6-2-1 0 0,4 2 85 0 0,-1 0-1 0 0,1 2 1 0 0,17 3-1 0 0,-30-3-40 0 0,1 1 4 0 0,2 2-99 0 0,-1 1 0 0 0,1 0 1 0 0,-1 1-1 0 0,0-1 1 0 0,-1 1-1 0 0,10 12 0 0 0,-12-14 42 0 0,-3 2-12 0 0,1 0-72 0 0,-1-1 1 0 0,0 1-1 0 0,0-1 0 0 0,-1 1 0 0 0,1 0 0 0 0,-1-1 0 0 0,0 1 0 0 0,-1-1 0 0 0,0 0 0 0 0,1 1 0 0 0,-2-1 0 0 0,1 0 1 0 0,0 0-1 0 0,-6 7 0 0 0,-3 1-25 0 0,0 0 0 0 0,-1 0 0 0 0,0-2 0 0 0,-27 20 1 0 0,-65 36-3743 0 0,103-67 3671 0 0,-2 2-954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3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254 330 3356 0 0,'0'0'1378'0'0,"1"-4"-194"0"0,6-13-228 0 0,-5 13 550 0 0,-13-13-326 0 0,8 13-710 0 0,-14-7 250 0 0,13 9-456 0 0,-20-2 176 0 0,19 3-262 0 0,-3 2-113 0 0,1 0 0 0 0,-1 1 0 0 0,1-1 0 0 0,-1 1 0 0 0,1 1 0 0 0,0 0 0 0 0,0 0 0 0 0,0 0-1 0 0,1 1 1 0 0,-1 0 0 0 0,1 0 0 0 0,0 0 0 0 0,-11 11 0 0 0,4-4 9 0 0,1 1 0 0 0,1 1 0 0 0,0 0 0 0 0,1 1 0 0 0,-12 18 0 0 0,20-28-63 0 0,0 1-41 0 0,-5 15 49 0 0,6-16 20 0 0,1 2-33 0 0,1 16-14 0 0,-1-17 4 0 0,19 5-63 0 0,-15-8 17 0 0,2-3-153 0 0,2 0 145 0 0,1 0-1 0 0,-1 0 0 0 0,1-1 0 0 0,-1-1 0 0 0,0 1 1 0 0,0-1-1 0 0,0-1 0 0 0,9-4 0 0 0,-6 0 42 0 0,1-1 1 0 0,-1 0-1 0 0,0-1 0 0 0,-1 0 0 0 0,0-1 1 0 0,-1 0-1 0 0,0 0 0 0 0,0-1 0 0 0,-2 0 1 0 0,1 0-1 0 0,-1-1 0 0 0,-1 0 0 0 0,-1 0 0 0 0,7-21 1 0 0,1-13 273 0 0,-1-1 0 0 0,9-93 0 0 0,-21 136-152 0 0,0-1-14 0 0,0-21 221 0 0,-4 30-298 0 0,0 1-13 0 0,0 1 0 0 0,-1-1 0 0 0,2 1 0 0 0,-1 0 0 0 0,0 0 0 0 0,1 0 0 0 0,0 1 1 0 0,0-1-1 0 0,1 1 0 0 0,0 0 0 0 0,-3 8 0 0 0,-16 75 9 0 0,18-70-9 0 0,-1 0 1 0 0,2 5-4 0 0,2-8-6 0 0,-1-7-8 0 0,3 27-137 0 0,-2-28 100 0 0,0-5 20 0 0,0 0 0 0 0,0 0 0 0 0,1 0 0 0 0,-1-1 0 0 0,1 1 0 0 0,-1 0-1 0 0,1 0 1 0 0,0-1 0 0 0,0 1 0 0 0,2 3 0 0 0,-1-1-61 0 0,0 1-59 0 0,1-1 0 0 0,-1 1 0 0 0,1-1 1 0 0,0 1-1 0 0,0-1 0 0 0,1 0 0 0 0,-1 0 0 0 0,1 0 1 0 0,0-1-1 0 0,1 1 0 0 0,-1-1 0 0 0,1 0 0 0 0,7 5 1 0 0,-6-4-60 0 0,-4-3 104 0 0,0-1 1 0 0,0 1-1 0 0,0-1 1 0 0,1 1-1 0 0,-1-1 1 0 0,0 0-1 0 0,1 0 1 0 0,-1 0-1 0 0,1 0 1 0 0,4 1-1 0 0,1 1-143 0 0,27 6-1060 0 0,-21-7 792 0 0,0-1 1 0 0,1 0 0 0 0,-1-1-1 0 0,1 0 1 0 0,-1-2-1 0 0,0 1 1 0 0,17-5 0 0 0,-24 4 457 0 0,3-1 143 0 0,-1 0 0 0 0,1 0 1 0 0,-1-1-1 0 0,0 0 0 0 0,0-1 1 0 0,0 1-1 0 0,-1-2 0 0 0,1 1 1 0 0,-1-1-1 0 0,-1-1 0 0 0,1 1 1 0 0,11-14-1 0 0,3-17 1326 0 0,-21 33-951 0 0,1-1-36 0 0,-2 0-210 0 0,1 0 0 0 0,-1-1 1 0 0,0 1-1 0 0,0 0 1 0 0,0 0-1 0 0,-1-1 1 0 0,-1-6-1 0 0,1 7 46 0 0,0 5-248 0 0,1 0 1 0 0,0 0-1 0 0,0 0 1 0 0,-1 0-1 0 0,1 0 0 0 0,0 0 1 0 0,0 0-1 0 0,-1 0 1 0 0,1 0-1 0 0,0 0 1 0 0,0 0-1 0 0,0 0 1 0 0,-1 0-1 0 0,1 0 1 0 0,0-1-1 0 0,0 1 0 0 0,-1 0 1 0 0,1 0-1 0 0,0 0 1 0 0,0 0-1 0 0,0-1 1 0 0,0 1-1 0 0,-1 0 1 0 0,1 0-1 0 0,0 0 1 0 0,0 0-1 0 0,0-1 0 0 0,0 1 1 0 0,0 0-1 0 0,0 0 1 0 0,-1-1-1 0 0,1 1 1 0 0,0-1-1 0 0,0 1 20 0 0,0-1-1 0 0,-1 1 1 0 0,1-1 0 0 0,0 0-1 0 0,-1 1 1 0 0,1-1 0 0 0,-1 1-1 0 0,1-1 1 0 0,-1 1 0 0 0,1-1-1 0 0,-1 1 1 0 0,1-1 0 0 0,-1 1-1 0 0,1-1 1 0 0,-1 1 0 0 0,0 0 0 0 0,1-1-1 0 0,-1 1 1 0 0,0 0 0 0 0,1 0-1 0 0,-1-1 1 0 0,0 1 0 0 0,-1 0-1 0 0,-16-2 115 0 0,13 1-12 0 0,1 3-5 0 0,-4 0-86 0 0,1 2 0 0 0,0-1 0 0 0,0 1 0 0 0,0 0 0 0 0,1 0 0 0 0,-1 1 0 0 0,1 0 0 0 0,0 0 0 0 0,1 0 0 0 0,-1 1 0 0 0,1 0 0 0 0,0 0 0 0 0,0 0 0 0 0,1 1 0 0 0,0-1 0 0 0,0 1 0 0 0,0 0 0 0 0,1 1 0 0 0,-3 9 0 0 0,1 1-26 0 0,2 5 7 0 0,3-17-18 0 0,0-2-5 0 0,6 17 5 0 0,-5-20-5 0 0,-1 1-1 0 0,1-1 1 0 0,0 1 0 0 0,0-1 0 0 0,0 0-1 0 0,0 1 1 0 0,0-1 0 0 0,0 0-1 0 0,1 0 1 0 0,-1 0 0 0 0,0 0-1 0 0,0 0 1 0 0,1 0 0 0 0,-1 0 0 0 0,1 0-1 0 0,-1-1 1 0 0,1 1 0 0 0,-1 0-1 0 0,1-1 1 0 0,-1 0 0 0 0,1 1 0 0 0,0-1-1 0 0,-1 0 1 0 0,3 1 0 0 0,7 1 4 0 0,-6-2-16 0 0,18-4-4 0 0,1-5 1 0 0,-15 4 57 0 0,0 0 0 0 0,-1-1-1 0 0,0 0 1 0 0,0 0 0 0 0,0-1 0 0 0,-1 1-1 0 0,0-2 1 0 0,0 1 0 0 0,-1-1 0 0 0,8-12-1 0 0,-12 17 80 0 0,10-16 274 0 0,-12 18-388 0 0,0 0 0 0 0,1 0 1 0 0,-1 0-1 0 0,0 1 0 0 0,1-1 0 0 0,-1 0 1 0 0,1 0-1 0 0,-1 0 0 0 0,1 1 0 0 0,-1-1 1 0 0,1 0-1 0 0,-1 1 0 0 0,1-1 0 0 0,0 1 1 0 0,-1-1-1 0 0,1 0 0 0 0,0 1 0 0 0,1-1 1 0 0,-1 0 175 0 0,-8 19-160 0 0,5-13 1 0 0,-3 14 2 0 0,3-15-21 0 0,1 1 7 0 0,0 0-12 0 0,3 52 49 0 0,0-55-63 0 0,-1 0 1 0 0,0 1-1 0 0,1-1 1 0 0,-1 0-1 0 0,1-1 1 0 0,0 1-1 0 0,0 0 1 0 0,0 0-1 0 0,0-1 0 0 0,0 1 1 0 0,0-1-1 0 0,0 1 1 0 0,0-1-1 0 0,1 0 1 0 0,-1 0-1 0 0,5 1 1 0 0,22 0-172 0 0,-23-2 116 0 0,-1-2 37 0 0,2 0 8 0 0,0-1 1 0 0,-1 0-1 0 0,1 0 0 0 0,-1 0 0 0 0,0-1 0 0 0,0 0 0 0 0,0 0 0 0 0,-1 0 0 0 0,1-1 0 0 0,5-7 0 0 0,23-35-7 0 0,-27 34 83 0 0,0 1 1 0 0,0-1-1 0 0,-2-1 0 0 0,1 1 0 0 0,-2-1 0 0 0,0 0 0 0 0,0 0 0 0 0,-1 0 0 0 0,1-20 0 0 0,-4 29-22 0 0,1 1 71 0 0,0-23 93 0 0,0 21 118 0 0,-2 2-236 0 0,-2-10 19 0 0,-2 15 160 0 0,-10 36 26 0 0,5-3-179 0 0,1 0 0 0 0,2 1-1 0 0,-2 39 1 0 0,8-58-84 0 0,3 5-18 0 0,1-7-26 0 0,-3-13 27 0 0,3 10-6 0 0,0 1 1 0 0,1-1 0 0 0,0 0-1 0 0,6 13 1 0 0,-8-21-120 0 0,0 1 0 0 0,1-1 1 0 0,-1 1-1 0 0,1-1 0 0 0,0 0 0 0 0,-1 0 1 0 0,1 0-1 0 0,1 0 0 0 0,-1-1 0 0 0,0 1 0 0 0,1-1 1 0 0,-1 0-1 0 0,1 0 0 0 0,0 0 0 0 0,0 0 1 0 0,0 0-1 0 0,4 0 0 0 0,41 5-3826 0 0,-43-7 2678 0 0,-1-2-887 0 0,22-7-1501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3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49 68 2040 0 0,'-5'-2'1169'0'0,"-15"-3"-188"0"0,15 3 1323 0 0,1 1-1671 0 0,3 1-575 0 0,1 0 0 0 0,-1 0 1 0 0,0 0-1 0 0,1 0 0 0 0,-1 0 0 0 0,0-1 0 0 0,1 1 0 0 0,-1 0 0 0 0,0 0 0 0 0,1-1 0 0 0,-1 1 0 0 0,1 0 0 0 0,-1-1 0 0 0,1 1 1 0 0,-1 0-1 0 0,1-1 0 0 0,-1 1 0 0 0,1-1 0 0 0,-1 1 0 0 0,1-1 0 0 0,-1 1 0 0 0,1-1 0 0 0,0 1 0 0 0,-1-1 0 0 0,1 0 0 0 0,13-7 559 0 0,48-2-625 0 0,-45 8 26 0 0,61-9-822 0 0,-20 2-1695 0 0,-18 3-362 0 0,-13 4-199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3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76 413 1324 0 0,'-4'1'982'0'0,"-57"33"2997"0"0,58-32-2896 0 0,-3 17-766 0 0,5-15 90 0 0,12-1-159 0 0,-10-2-238 0 0,0-1 0 0 0,0 1 0 0 0,0-1 0 0 0,0 1-1 0 0,0-1 1 0 0,0 0 0 0 0,0 1 0 0 0,0-1 0 0 0,0 0 0 0 0,0 0 0 0 0,0 0 0 0 0,0 0 0 0 0,0 0 0 0 0,0 0-1 0 0,0 0 1 0 0,0 0 0 0 0,0 0 0 0 0,1-1 0 0 0,49-8 20 0 0,-46 7-43 0 0,-4 2 11 0 0,1 0 0 0 0,0-1 0 0 0,-1 1 0 0 0,1-1 0 0 0,-1 1 0 0 0,0-1 1 0 0,1 0-1 0 0,-1 1 0 0 0,1-1 0 0 0,-1 0 0 0 0,0 0 0 0 0,3-2 0 0 0,-2 1 0 0 0,3-1 7 0 0,-1 0-23 0 0,12-10-16 0 0,-12 10 34 0 0,-3 1 16 0 0,0 0 1 0 0,0 1-1 0 0,0-1 0 0 0,0 1 1 0 0,1-1-1 0 0,-1 1 1 0 0,0 0-1 0 0,1-1 1 0 0,-1 1-1 0 0,3-2 0 0 0,-1 0 116 0 0,11-15 206 0 0,-12 14-165 0 0,2-7 38 0 0,4-5 266 0 0,-5-3-444 0 0,-2 15 156 0 0,-7 5-157 0 0,1 0-28 0 0,0 1-1 0 0,-1 0 0 0 0,1 1 0 0 0,0-1 1 0 0,0 1-1 0 0,0 0 0 0 0,1 0 1 0 0,-1 1-1 0 0,1-1 0 0 0,-1 1 0 0 0,1 0 1 0 0,0 0-1 0 0,1 0 0 0 0,-5 6 1 0 0,-35 65 298 0 0,41-71-326 0 0,2 2-180 0 0,2 24 134 0 0,-1-26-9 0 0,1 0 0 0 0,0 0-1 0 0,0 0 1 0 0,0 0 0 0 0,0-1 0 0 0,1 1-1 0 0,-1 0 1 0 0,1-1 0 0 0,0 0 0 0 0,0 1-1 0 0,0-1 1 0 0,1 0 0 0 0,-1-1 0 0 0,1 1-1 0 0,-1-1 1 0 0,1 1 0 0 0,0-1-1 0 0,0 0 1 0 0,0-1 0 0 0,0 1 0 0 0,8 1-1 0 0,1 1-340 0 0,0 0-1 0 0,0-1 1 0 0,0 0-1 0 0,0-1 1 0 0,26 0-1 0 0,-7-3-566 0 0,1-2 0 0 0,59-12 0 0 0,-76 10 1106 0 0,0 0 0 0 0,1 0-1 0 0,-2-1 1 0 0,1-2 0 0 0,-1 1 0 0 0,0-2-1 0 0,0 0 1 0 0,17-14 0 0 0,-24 17 218 0 0,0-2 0 0 0,0 1 0 0 0,0-1-1 0 0,-1 0 1 0 0,8-12 0 0 0,-12 15-170 0 0,0 0 0 0 0,0-1-1 0 0,-1 0 1 0 0,0 1 0 0 0,0-1-1 0 0,0 0 1 0 0,-1 0 0 0 0,0 0 0 0 0,0 0-1 0 0,0 0 1 0 0,-1-9 0 0 0,-5-3 24 0 0,3 13-164 0 0,0 1 57 0 0,1 3-70 0 0,-1 0 0 0 0,1 0 0 0 0,-1 0 0 0 0,1 0 0 0 0,0-1 0 0 0,-1 1 0 0 0,1 0 0 0 0,0 0 0 0 0,0-1 0 0 0,0 1 0 0 0,-2-4 0 0 0,3 5 0 0 0,-4-4 59 0 0,0 3 7 0 0,-14-6 1 0 0,14 6-16 0 0,-2 2 4 0 0,-3 1-19 0 0,0 0 0 0 0,1 0-1 0 0,-1 1 1 0 0,1 0 0 0 0,0 0-1 0 0,0 1 1 0 0,0 1-1 0 0,1-1 1 0 0,-15 12 0 0 0,15-10-16 0 0,1 1 0 0 0,-1 1 1 0 0,1-1-1 0 0,0 1 0 0 0,1 0 1 0 0,0 0-1 0 0,0 1 1 0 0,1 0-1 0 0,0-1 0 0 0,0 1 1 0 0,1 1-1 0 0,0-1 1 0 0,-2 15-1 0 0,4-18 25 0 0,3-1-51 0 0,4 16-25 0 0,-6-20 16 0 0,0 0 0 0 0,0 0-1 0 0,1 0 1 0 0,-1 0 0 0 0,1 0 0 0 0,-1 0 0 0 0,0 0-1 0 0,1 0 1 0 0,0 0 0 0 0,-1-1 0 0 0,1 1 0 0 0,0 0-1 0 0,-1 0 1 0 0,1 0 0 0 0,0-1 0 0 0,0 1 0 0 0,0-1-1 0 0,-1 1 1 0 0,3 1 0 0 0,-2-2-1 0 0,-1 0 0 0 0,0 0-1 0 0,1 0 1 0 0,-1 0 0 0 0,1 1 0 0 0,-1-1-1 0 0,0 0 1 0 0,1 0 0 0 0,-1 1 0 0 0,0-1 0 0 0,1 0-1 0 0,-1 1 1 0 0,0-1 0 0 0,0 0 0 0 0,1 1-1 0 0,-1-1 1 0 0,0 1 0 0 0,0-1 0 0 0,1 0 0 0 0,-1 1-1 0 0,0-1 1 0 0,0 1 0 0 0,0-1 0 0 0,0 0-1 0 0,0 1 1 0 0,0-1 0 0 0,0 1 0 0 0,0-1-1 0 0,0 1 1 0 0,5 1-69 0 0,12 7-14 0 0,-13-7-16 0 0,1-2-10 0 0,1 1 62 0 0,0-2 0 0 0,0 1 1 0 0,0-1-1 0 0,0 0 1 0 0,-1 0-1 0 0,1 0 1 0 0,0-1-1 0 0,-1 0 0 0 0,1 0 1 0 0,-1 0-1 0 0,0-1 1 0 0,6-3-1 0 0,34-31-117 0 0,-38 29 169 0 0,0 0-1 0 0,0 0 1 0 0,0-1 0 0 0,-1 1-1 0 0,-1-2 1 0 0,1 1 0 0 0,-1-1-1 0 0,-1 1 1 0 0,0-1 0 0 0,4-14-1 0 0,-1-6 213 0 0,-1-1 0 0 0,2-30-1 0 0,-6 40-50 0 0,1-2 102 0 0,-2-1-122 0 0,-1 3 136 0 0,0-30 280 0 0,-1-24 222 0 0,0 68-586 0 0,1 1 7 0 0,-1-20-18 0 0,1 20 677 0 0,-4 10-740 0 0,-13 13-14 0 0,12-5-9 0 0,-14 128-205 0 0,6 0 1 0 0,8 246-1 0 0,12-273-2039 0 0,-1-41-3389 0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3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373 58 2412 0 0,'0'0'1313'0'0,"0"-6"-230"0"0,2-21 516 0 0,-2 26-1523 0 0,-1 0 0 0 0,1 0 1 0 0,-1 0-1 0 0,1 0 0 0 0,-1 0 0 0 0,1 0 0 0 0,-1 0 0 0 0,0 0 0 0 0,1 0 0 0 0,-1 1 0 0 0,0-1 1 0 0,0 0-1 0 0,0 0 0 0 0,0 1 0 0 0,1-1 0 0 0,-1 0 0 0 0,0 1 0 0 0,0-1 0 0 0,0 1 1 0 0,0-1-1 0 0,0 1 0 0 0,-1 0 0 0 0,0-1 0 0 0,-18-4 409 0 0,15 4-171 0 0,-3 2-15 0 0,-1-1-206 0 0,6 0-47 0 0,0 0 0 0 0,-1 0 1 0 0,1 1-1 0 0,-1-1 0 0 0,1 1 0 0 0,0 0 1 0 0,-1 0-1 0 0,1 0 0 0 0,-3 2 1 0 0,-15 5 126 0 0,1 1 1 0 0,0 1-1 0 0,1 1 1 0 0,0 1 0 0 0,0 0-1 0 0,1 1 1 0 0,1 1-1 0 0,1 1 1 0 0,0 1-1 0 0,1 0 1 0 0,0 1 0 0 0,1 0-1 0 0,-17 30 1 0 0,28-41-145 0 0,1-1 0 0 0,-1 1 1 0 0,1 0-1 0 0,0 0 1 0 0,1 1-1 0 0,0-1 0 0 0,-1 10 1 0 0,1-11 5 0 0,1-1-23 0 0,0 0 0 0 0,0 0 1 0 0,1 0-1 0 0,-1-1 0 0 0,1 1 1 0 0,0 0-1 0 0,0 0 0 0 0,0-1 1 0 0,0 1-1 0 0,1-1 0 0 0,0 1 1 0 0,-1-1-1 0 0,3 4 0 0 0,-2-5 1 0 0,-1 0-5 0 0,0 0 0 0 0,0 1 0 0 0,1-1 0 0 0,-1 0 0 0 0,1 0 0 0 0,-1 0 0 0 0,1 0 0 0 0,0 0 0 0 0,0-1 0 0 0,3 3 0 0 0,0 0 5 0 0,-4-2-11 0 0,0-1 0 0 0,1 1 0 0 0,-1-1 0 0 0,0 0 0 0 0,1 0 0 0 0,-1 1 0 0 0,1-1 0 0 0,-1 0 0 0 0,1 0 0 0 0,0 0 0 0 0,-1-1 0 0 0,1 1 0 0 0,0 0 0 0 0,0-1 0 0 0,2 1 0 0 0,1 1-13 0 0,4 2-8 0 0,-1-1 1 0 0,1 0-1 0 0,0-1 0 0 0,0 0 1 0 0,0 0-1 0 0,15 1 0 0 0,-17-3-33 0 0,9 2-242 0 0,-1 0-1 0 0,1-2 0 0 0,23-1 0 0 0,-33 0 246 0 0,25-2-1489 0 0,0-2-1 0 0,0-1 1 0 0,0-1-1 0 0,46-19 1 0 0,-48 15-2214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4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320 24 2576 0 0,'0'0'1138'0'0,"-3"-3"-199"0"0,-13-9 1057 0 0,15 11-1932 0 0,-1 0 1 0 0,1 0-1 0 0,0 1 1 0 0,-1-1-1 0 0,1 0 1 0 0,-1 1 0 0 0,1-1-1 0 0,-1 1 1 0 0,1 0-1 0 0,-1 0 1 0 0,1-1-1 0 0,-4 1 1 0 0,2 0 65 0 0,-2-1 281 0 0,-3 1-246 0 0,-1 1-1 0 0,1 1 0 0 0,0 0 1 0 0,0 0-1 0 0,0 0 1 0 0,0 1-1 0 0,0 0 0 0 0,0 1 1 0 0,1 0-1 0 0,-1 0 0 0 0,-6 5 1 0 0,-5 4 122 0 0,1 1-1 0 0,-31 32 1 0 0,39-36-158 0 0,2 0-1 0 0,-1 1 1 0 0,1 0 0 0 0,1 1-1 0 0,0-1 1 0 0,-9 22-1 0 0,0 20 113 0 0,15-48-133 0 0,1 2-21 0 0,0-4-98 0 0,0 1 38 0 0,0 0 1 0 0,0 0 0 0 0,1 0 0 0 0,-1 0 0 0 0,1 0-1 0 0,0-1 1 0 0,0 1 0 0 0,0 0 0 0 0,0 0 0 0 0,1-1-1 0 0,-1 1 1 0 0,1-1 0 0 0,4 7 0 0 0,-1-5 6 0 0,0 1 0 0 0,1-1 0 0 0,0 0 0 0 0,0-1 0 0 0,0 1 0 0 0,1-1 0 0 0,-1-1 1 0 0,1 1-1 0 0,8 2 0 0 0,-3-2-23 0 0,0-1 1 0 0,0 0-1 0 0,0 0 1 0 0,1-2-1 0 0,-1 1 1 0 0,18-2-1 0 0,-21 1-15 0 0,28-3-47 0 0,-20 0-314 0 0,6 0-106 0 0,36-8-1 0 0,-52 8-648 0 0,1 0 0 0 0,-1-1 0 0 0,0 1-1 0 0,0-2 1 0 0,12-6 0 0 0,-3-1-3753 0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4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536 75 2300 0 0,'0'0'1436'0'0,"1"-5"-184"0"0,1-12-159 0 0,-1 12 1345 0 0,-7-18-1293 0 0,5 19-221 0 0,-3 1-562 0 0,-9-8-18 0 0,9 8-26 0 0,-2 2-44 0 0,-12-1-93 0 0,0 2-1 0 0,1 0 0 0 0,-1 0 0 0 0,0 2 0 0 0,0 0 0 0 0,0 1 0 0 0,1 1 1 0 0,0 1-1 0 0,-30 12 0 0 0,16-5-43 0 0,0 2 0 0 0,1 1 0 0 0,0 1 0 0 0,-39 31 0 0 0,57-38-10 0 0,-1 2-59 0 0,0 2 64 0 0,6-6-41 0 0,0 0 0 0 0,0 0 0 0 0,1 1-1 0 0,0 0 1 0 0,0 1 0 0 0,1 0 0 0 0,0-1 0 0 0,1 2 0 0 0,-1-1-1 0 0,2 0 1 0 0,-5 19 0 0 0,7-24 21 0 0,1 2-29 0 0,1 0-56 0 0,-1-1 0 0 0,1 1 1 0 0,0 0-1 0 0,1 0 0 0 0,-1-1 1 0 0,1 1-1 0 0,0-1 0 0 0,1 1 1 0 0,-1-1-1 0 0,1 0 0 0 0,0 0 1 0 0,0 0-1 0 0,1 0 1 0 0,-1 0-1 0 0,5 3 0 0 0,9 4 8 0 0,-1-1 0 0 0,31 15 1 0 0,-30-19 16 0 0,0 0 1 0 0,25 5 0 0 0,-33-9-35 0 0,26 5 80 0 0,1-5 86 0 0,0-2 0 0 0,1-1-1 0 0,64-9 1 0 0,-97 8-104 0 0,21-3 13 0 0,-20 3-55 0 0,17-3-194 0 0,-18 3-70 0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 16 3188 0 0,'0'0'9217'0'0,"-1"-4"-8603"0"0,-5-7 2096 0 0,3 25-1669 0 0,2-10-801 0 0,1 2-6 0 0,-12 217 1947 0 0,12-218-2054 0 0,0 2-24 0 0,3 47 182 0 0,-2-49-165 0 0,-1 0-85 0 0,0 1-192 0 0,1 2 175 0 0,-1 2-8255 0 0,21-26-3442 0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45 2512 0 0,'0'0'11191'0'0,"5"-1"-11051"0"0,230-28 1727 0 0,-146 17-1832 0 0,-83 11-249 0 0,-1 1-1166 0 0,1 0 987 0 0,4-1 100 0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77 1 2668 0 0,'-25'8'972'0'0,"20"-6"1200"0"0,1-1-1656 0 0,-12 6-43 0 0,12-6 1088 0 0,0 2-1251 0 0,2-2 15 0 0,-7 6-518 0 0,1-5 3689 0 0,8-2-3483 0 0,1 0 1 0 0,-1 1 0 0 0,0-1-1 0 0,1 0 1 0 0,-1 0-1 0 0,0 0 1 0 0,1 0 0 0 0,-1 0-1 0 0,0 0 1 0 0,1 0 0 0 0,-1 0-1 0 0,0 0 1 0 0,0 1-1 0 0,1-1 1 0 0,-1 0 0 0 0,0 0-1 0 0,0 0 1 0 0,1 1-1 0 0,-1-1 1 0 0,0 0 0 0 0,0 0-1 0 0,0 1 1 0 0,1-1-1 0 0,-1 0 1 0 0,0 0 0 0 0,0 1-1 0 0,0-1 1 0 0,0 0-1 0 0,0 1 1 0 0,1-1 0 0 0,-1 0-1 0 0,0 1 1 0 0,0-1 0 0 0,0 1-1 0 0,0-1 14 0 0,0 1 0 0 0,0 0 0 0 0,0-1 0 0 0,1 1 0 0 0,-1 0 0 0 0,0-1-1 0 0,1 1 1 0 0,-1 0 0 0 0,0-1 0 0 0,1 1 0 0 0,-1-1 0 0 0,1 1 0 0 0,-1-1 0 0 0,1 1 0 0 0,-1-1-1 0 0,1 1 1 0 0,-1-1 0 0 0,1 0 0 0 0,-1 1 0 0 0,1-1 0 0 0,-1 0 0 0 0,1 1 0 0 0,0-1 0 0 0,-1 0 0 0 0,1 0-1 0 0,0 1 1 0 0,-1-1 0 0 0,1 0 0 0 0,0 0 0 0 0,0 0 0 0 0,52 5 646 0 0,-1-2 1 0 0,0-3-1 0 0,1-2 0 0 0,54-9 1 0 0,-101 10-630 0 0,0 1-5 0 0,49-6 113 0 0,-50 6-140 0 0,0-1-482 0 0,1-1 54 0 0,4 0 293 0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4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220 188 3712 0 0,'0'0'7003'0'0,"-3"3"-6598"0"0,-10 6-13 0 0,10-6 865 0 0,-2-2-1004 0 0,-46 1 1053 0 0,46-2-923 0 0,2-2-195 0 0,0 0-129 0 0,1 0-1 0 0,-1-1 0 0 0,1 1 1 0 0,0 0-1 0 0,-1-1 0 0 0,1 0 1 0 0,1 1-1 0 0,-1-1 0 0 0,-2-4 1 0 0,3 4 27 0 0,2-2-22 0 0,1-4-53 0 0,0 0 0 0 0,0 0 0 0 0,1 0 1 0 0,0 0-1 0 0,1 0 0 0 0,0 1 0 0 0,0 0 0 0 0,1 0 0 0 0,0 0 0 0 0,0 0 0 0 0,1 1 0 0 0,0 0 0 0 0,0 0 0 0 0,1 0 0 0 0,0 1 0 0 0,9-6 0 0 0,23-10 17 0 0,-35 20-24 0 0,1 2-28 0 0,0-1 12 0 0,-4 1 11 0 0,1 0 0 0 0,-1-1 0 0 0,1 1 0 0 0,0 0 0 0 0,-1 0 0 0 0,1 0 0 0 0,-1 0 0 0 0,1 0 0 0 0,-1 0 0 0 0,1 0 0 0 0,-1 1 0 0 0,1-1 0 0 0,-1 1 0 0 0,1-1 0 0 0,2 2 0 0 0,24 12 4 0 0,-23-8 1 0 0,-3-2-1 0 0,1 0 4 0 0,-1 0 0 0 0,1-1 1 0 0,-1 1-1 0 0,0 0 0 0 0,0 0 0 0 0,0 0 1 0 0,0 1-1 0 0,-1-1 0 0 0,0 0 0 0 0,1 1 1 0 0,-1 6-1 0 0,0-7 9 0 0,1 5-1 0 0,-1 0 0 0 0,0 0 1 0 0,-1 1-1 0 0,0-1 0 0 0,0 0 0 0 0,-1 0 0 0 0,-3 15 1 0 0,3-16-26 0 0,-3 11 20 0 0,0 0-1 0 0,-1 0 1 0 0,-2-1-1 0 0,1 0 1 0 0,-2 0-1 0 0,-14 24 1 0 0,6-16-11 0 0,-1-1 0 0 0,-1 0 0 0 0,-25 25 0 0 0,6-13 6 0 0,-4-1 2 0 0,34-33-8 0 0,3 0 27 0 0,0 0 0 0 0,-1-1 0 0 0,1 0 0 0 0,-1 0 0 0 0,1 0 0 0 0,-1 0 0 0 0,0-1-1 0 0,-5 1 1 0 0,6-1-68 0 0,-1 0 37 0 0,1-2-50 0 0,-15-5 79 0 0,14 5 148 0 0,1-7-247 0 0,1-1 0 0 0,0 1 1 0 0,-5-19-1 0 0,7 22 42 0 0,2-2 21 0 0,0-1 11 0 0,0 1-1 0 0,0-1 0 0 0,1 0 0 0 0,0 0 0 0 0,0 1 0 0 0,1-1 1 0 0,0 1-1 0 0,1-1 0 0 0,0 1 0 0 0,0 0 0 0 0,7-9 0 0 0,-8 12-28 0 0,2 2 32 0 0,-3 0 0 0 0,-1 1-1 0 0,0 0 0 0 0,0 0 0 0 0,0 1 0 0 0,0-1 0 0 0,0 0 0 0 0,0 1 0 0 0,0-1 0 0 0,0 1 0 0 0,0-1 0 0 0,0 1 0 0 0,1-1 0 0 0,-1 1 0 0 0,0 0 0 0 0,0-1 0 0 0,1 1 0 0 0,-1 0 0 0 0,0 0 0 0 0,0 0 0 0 0,2 0 0 0 0,17 1 3 0 0,-13 0 3 0 0,-1 1 0 0 0,1-1 0 0 0,-1 1 0 0 0,0 0-1 0 0,0 1 1 0 0,0-1 0 0 0,7 5 0 0 0,-4-3 11 0 0,19 11 80 0 0,49 32-1 0 0,-21-11-34 0 0,-43-28-160 0 0,1 0 1 0 0,0-2-1 0 0,22 9 1 0 0,-29-13-259 0 0,1-1 0 0 0,-1 0 0 0 0,1 0 0 0 0,-1-1 1 0 0,0 1-1 0 0,1-2 0 0 0,-1 1 0 0 0,1-1 0 0 0,9-2 0 0 0,41-11-2216 0 0,-51 12 2045 0 0,-1 0-1 0 0,1-1 1 0 0,-1 0-1 0 0,1-1 1 0 0,-1 0-1 0 0,0 1 1 0 0,10-10-1 0 0,-10 9 247 0 0,4-5-1704 0 0,17-16-1384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4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207 99 2088 0 0,'1'-3'1256'0'0,"14"-40"2385"0"0,-14 39-1859 0 0,0-2-1347 0 0,0-21 877 0 0,-1 26-1246 0 0,-1 0 1 0 0,1 0-1 0 0,-1 0 1 0 0,0 0-1 0 0,1 0 1 0 0,-1 0-1 0 0,0 1 0 0 0,1-1 1 0 0,-1 0-1 0 0,0 0 1 0 0,0 1-1 0 0,0-1 1 0 0,0 0-1 0 0,0 1 1 0 0,1-1-1 0 0,-1 1 1 0 0,0-1-1 0 0,0 1 1 0 0,0 0-1 0 0,-2-1 1 0 0,-15 6 169 0 0,14-3-4 0 0,4-2-219 0 0,0 1 1 0 0,-1-1 0 0 0,1 1 0 0 0,0-1-1 0 0,0 1 1 0 0,-1-1 0 0 0,1 1-1 0 0,0-1 1 0 0,-1 1 0 0 0,1-1-1 0 0,0 1 1 0 0,-1-1 0 0 0,1 0-1 0 0,-1 1 1 0 0,1-1 0 0 0,0 0-1 0 0,-1 1 1 0 0,1-1 0 0 0,-1 0-1 0 0,1 1 1 0 0,-1-1 0 0 0,1 0-1 0 0,-2 0 1 0 0,-13 12 275 0 0,6 0-76 0 0,0 2 1 0 0,2-1 0 0 0,-13 29-1 0 0,18-38-140 0 0,2 2-27 0 0,-1-1-33 0 0,0 0 0 0 0,1 0 0 0 0,-1 0 0 0 0,1-1 0 0 0,0 1 1 0 0,1 0-1 0 0,-1 0 0 0 0,1 0 0 0 0,0 0 0 0 0,0 0 0 0 0,1-1 0 0 0,-1 1 0 0 0,1-1 0 0 0,0 1 1 0 0,0-1-1 0 0,1 1 0 0 0,-1-1 0 0 0,1 0 0 0 0,0 0 0 0 0,0-1 0 0 0,1 1 0 0 0,-1 0 0 0 0,1-1 0 0 0,-1 0 1 0 0,1 0-1 0 0,0 0 0 0 0,0 0 0 0 0,8 3 0 0 0,32 9 60 0 0,-40-14 29 0 0,2 0 46 0 0,19 0 13 0 0,-19-1 14 0 0,0-1 10 0 0,-2 0-170 0 0,2 1 64 0 0,-1-1-1 0 0,0 0 1 0 0,0 0-1 0 0,0-1 1 0 0,0 1-1 0 0,0-1 1 0 0,0 0-1 0 0,0-1 1 0 0,0 1-1 0 0,-1-1 1 0 0,1 0-1 0 0,-1 0 1 0 0,0 0-1 0 0,0 0 1 0 0,0-1-1 0 0,6-7 1 0 0,8-32 175 0 0,-17 38-227 0 0,-2-1-5 0 0,1 1-85 0 0,-1 0 0 0 0,1 0 0 0 0,-2 0 0 0 0,1 0 0 0 0,0 0 0 0 0,-1 0 0 0 0,0 0 0 0 0,0 0 0 0 0,-1 1 0 0 0,1-1 0 0 0,-1 1 0 0 0,0-1 0 0 0,0 1 0 0 0,-1 0 0 0 0,-3-4 0 0 0,1 4-211 0 0,-1 0 0 0 0,1 0-1 0 0,0 0 1 0 0,-1 1 0 0 0,0 0 0 0 0,0 1 0 0 0,0-1 0 0 0,0 1 0 0 0,0 1-1 0 0,0-1 1 0 0,0 1 0 0 0,-1 0 0 0 0,1 1 0 0 0,0 0 0 0 0,-1 0 0 0 0,1 0 0 0 0,0 1-1 0 0,-10 3 1 0 0,-21 6-2037 0 0,1 1 1 0 0,-59 28-1 0 0,71-26-1345 0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4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610 75 2300 0 0,'-12'-10'629'0'0,"0"1"-1"0"0,0 1 0 0 0,-1 0 0 0 0,0 1 1 0 0,-1 0-1 0 0,0 1 0 0 0,-20-6 1 0 0,25 10-448 0 0,0 0 0 0 0,-1 1 0 0 0,1 0 0 0 0,0 0 0 0 0,-1 1 0 0 0,1 0 0 0 0,-1 1-1 0 0,1 0 1 0 0,0 0 0 0 0,-1 1 0 0 0,1 0 0 0 0,0 1 0 0 0,-11 4 0 0 0,2 2 2 0 0,0 0 0 0 0,1 1 0 0 0,0 1 0 0 0,0 1-1 0 0,1 0 1 0 0,0 1 0 0 0,1 1 0 0 0,1 0 0 0 0,1 1 0 0 0,0 1 0 0 0,0 0-1 0 0,2 1 1 0 0,0 0 0 0 0,-17 36 0 0 0,9-7 25 0 0,1 0 0 0 0,2 2 0 0 0,2 0 0 0 0,-14 96 0 0 0,23-106-162 0 0,1 0 0 0 0,1 0 0 0 0,3 0 0 0 0,1 0 1 0 0,2 0-1 0 0,1 0 0 0 0,10 38 0 0 0,-9-57-51 0 0,0-1 1 0 0,1 1-1 0 0,2-1 0 0 0,-1-1 0 0 0,2 1 0 0 0,0-1 1 0 0,1-1-1 0 0,1 0 0 0 0,1 0 0 0 0,0-1 0 0 0,1-1 0 0 0,0 0 1 0 0,1 0-1 0 0,1-2 0 0 0,26 19 0 0 0,-18-17-302 0 0,2-1-1 0 0,0-1 0 0 0,0-1 1 0 0,1-2-1 0 0,0 0 0 0 0,51 9 1 0 0,-35-11-1511 0 0,0-3 1 0 0,0-1-1 0 0,77-6 1 0 0,-63-1-2655 0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4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26 14 3104 0 0,'-8'-14'2359'0'0,"11"27"1579"0"0,8 27-2722 0 0,-9-11-1462 0 0,-2 1 1 0 0,0 0-1 0 0,-9 47 1 0 0,8-63-461 0 0,-4 6 131 0 0,-2-1-1126 0 0,-3 6-741 0 0,8-19-1729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4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138 135 3060 0 0,'0'0'1224'0'0,"-4"-2"-172"0"0,-2-1-292 0 0,1 0 0 0 0,-1-1 0 0 0,1 0 0 0 0,-9-8 830 0 0,13 11-1543 0 0,0-1 0 0 0,1 1-1 0 0,-1 0 1 0 0,1-1 0 0 0,-1 1 0 0 0,1 0-1 0 0,0-1 1 0 0,0 1 0 0 0,-1-1 0 0 0,1 1-1 0 0,0 0 1 0 0,0-3 0 0 0,0 2 35 0 0,0-2 493 0 0,1-1-344 0 0,1-1-142 0 0,0 0 0 0 0,1 1 1 0 0,-1 0-1 0 0,1-1 0 0 0,0 1 1 0 0,1 0-1 0 0,0 0 0 0 0,-1 1 1 0 0,8-8-1 0 0,-8 10 10 0 0,3 0-11 0 0,15-7-15 0 0,-16 7-14 0 0,0 2-8 0 0,1-1-37 0 0,-1 1 0 0 0,1 0 0 0 0,-1 0 1 0 0,1 0-1 0 0,-1 1 0 0 0,0 0 0 0 0,1 0 0 0 0,-1 0 0 0 0,0 1 0 0 0,0 0 0 0 0,0 0 0 0 0,0 0 0 0 0,0 0 0 0 0,6 5 1 0 0,-5-4-9 0 0,2 1-3 0 0,16 28 22 0 0,9 23-8 0 0,-30-48-7 0 0,0 0 0 0 0,0 0 0 0 0,-1 1 0 0 0,0-1 0 0 0,0 1 0 0 0,-1-1 1 0 0,0 1-1 0 0,-1-1 0 0 0,1 1 0 0 0,-1 0 0 0 0,-1-1 0 0 0,1 1 0 0 0,-1 0 0 0 0,-1-1 0 0 0,0 1 0 0 0,0-1 0 0 0,0 0 1 0 0,-1 0-1 0 0,0 0 0 0 0,-7 13 0 0 0,6-13-9 0 0,1 0 1 0 0,-1-1-1 0 0,0 1 1 0 0,-1-1-1 0 0,1 0 1 0 0,-1-1-1 0 0,-1 1 1 0 0,1-1-1 0 0,-1 0 1 0 0,0 0-1 0 0,0-1 1 0 0,-11 7-1 0 0,-23 11 6 0 0,28-16-9 0 0,-10 0-5 0 0,16-3 6 0 0,-22 5 3 0 0,-15-3-12 0 0,33-7 8 0 0,2 0-1 0 0,4 2 1 0 0,1-1-1 0 0,-1 1 1 0 0,1-1-1 0 0,-1 0 1 0 0,1 0-1 0 0,0-1 1 0 0,-1 1-1 0 0,1-1 1 0 0,0 1-1 0 0,0-1 1 0 0,0 0-1 0 0,0 0 1 0 0,1 0-1 0 0,-1-1 1 0 0,0 1-1 0 0,1-1 1 0 0,-1 1-1 0 0,1-1 1 0 0,0 0-1 0 0,0 0 1 0 0,0 0-1 0 0,1 0 1 0 0,-1 0-1 0 0,0 0 1 0 0,1 0-1 0 0,0-1 1 0 0,-2-6-1 0 0,2 5-13 0 0,2 0-13 0 0,1-16 7 0 0,-1 16 7 0 0,1 1 9 0 0,9-11-2 0 0,-9 11-4 0 0,0 4 13 0 0,-1-1-1 0 0,1 1 1 0 0,-1-1-1 0 0,1 0 0 0 0,-1 1 1 0 0,0-1-1 0 0,1 0 1 0 0,-1 0-1 0 0,0 0 1 0 0,0 0-1 0 0,0 0 0 0 0,2-2 1 0 0,-1 2 2 0 0,2-2 32 0 0,1 2 45 0 0,16-1-9 0 0,-16 2-8 0 0,1 1 5 0 0,5 2-41 0 0,-1 0 0 0 0,0 0 0 0 0,0 1 0 0 0,0 1-1 0 0,0 0 1 0 0,-1 0 0 0 0,14 10 0 0 0,24 25-25 0 0,-39-32 25 0 0,26 24-6 0 0,-19-20-11 0 0,21 15-506 0 0,-32-25 164 0 0,1-1-65 0 0,17 3-97 0 0,-16-3-99 0 0,1-1-66 0 0,2 0-130 0 0,1-1 0 0 0,0 0 1 0 0,0-1-1 0 0,-1 0 0 0 0,1 0 1 0 0,-1-1-1 0 0,1 0 0 0 0,16-9 0 0 0,3-7-2727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5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67 15 2512 0 0,'0'0'1938'0'0,"-2"-2"-1207"0"0,-9-8-123 0 0,8 8 947 0 0,-1 3-1256 0 0,-15 3-36 0 0,15-3 251 0 0,1 2-251 0 0,-9 6-16 0 0,9-6 242 0 0,2 0-258 0 0,0 1-114 0 0,0-1-1 0 0,0 1 0 0 0,0-1 1 0 0,1 1-1 0 0,0 0 0 0 0,0-1 1 0 0,0 1-1 0 0,0-1 0 0 0,1 5 1 0 0,0-4 52 0 0,2-1-1 0 0,8 6-30 0 0,0-1-1 0 0,1 0 0 0 0,0-1 1 0 0,0 0-1 0 0,1-1 1 0 0,0 0-1 0 0,14 3 1 0 0,49 25 645 0 0,-73-32-652 0 0,1 0 23 0 0,11 9 27 0 0,-11-8 6 0 0,8 17 673 0 0,-12-20-857 0 0,-1 0 1 0 0,1 1 0 0 0,0-1 0 0 0,-1 1-1 0 0,1-1 1 0 0,0 1 0 0 0,-1-1-1 0 0,1 1 1 0 0,0-1 0 0 0,0 1 0 0 0,-1-1-1 0 0,1 1 1 0 0,0-1 0 0 0,0 1-1 0 0,0-1 1 0 0,0 1 0 0 0,0-1-1 0 0,0 1 1 0 0,-1 0 0 0 0,2-1 0 0 0,-1 1-1 0 0,0-1 1 0 0,0 1 0 0 0,0-1-1 0 0,0 1 1 0 0,0 0 0 0 0,1 0-1 0 0,-1 0 1 0 0,0 0-1 0 0,0 0 1 0 0,0 0-1 0 0,0 0 1 0 0,0-1-1 0 0,0 1 0 0 0,0 0 1 0 0,0 0-1 0 0,0 0 1 0 0,0 0-1 0 0,0-1 1 0 0,-1 1-1 0 0,1 0 0 0 0,0 0 1 0 0,0 0-1 0 0,-1-1 1 0 0,1 1-1 0 0,-1 0 1 0 0,1 0-1 0 0,-1-1 0 0 0,1 1 1 0 0,-1 0-1 0 0,0 0 1 0 0,-7 7 33 0 0,-1-1 1 0 0,0 0 0 0 0,0 0 0 0 0,-1-1-1 0 0,1-1 1 0 0,-13 6 0 0 0,18-9-28 0 0,-1 0-36 0 0,-43 13 18 0 0,44-14 16 0 0,-1-1-263 0 0,-15-1-34 0 0,15 0-129 0 0,5 0-244 0 0,0 1 638 0 0,0 0-1 0 0,0-1 1 0 0,0 1 0 0 0,-1-1 0 0 0,1 1 0 0 0,0 0 0 0 0,0 0 0 0 0,0-1-1 0 0,0 1 1 0 0,-1 0 0 0 0,1-1 0 0 0,0 1 0 0 0,0 0 0 0 0,0 0 0 0 0,-1-1-1 0 0,1 1 1 0 0,0 0 0 0 0,-1 0 0 0 0,1-1 0 0 0,0 1 0 0 0,0 0 0 0 0,-1 0-1 0 0,1 0 1 0 0,0 0 0 0 0,-1 0 0 0 0,1-1 0 0 0,0 1 0 0 0,-1 0 0 0 0,0 0-1 0 0,0 0-115 0 0,1 0-1 0 0,-1-1 0 0 0,0 1 1 0 0,0 0-1 0 0,1-1 0 0 0,-1 1 0 0 0,0-1 1 0 0,0 1-1 0 0,1-1 0 0 0,-1 1 1 0 0,0-1-1 0 0,1 1 0 0 0,-1-1 1 0 0,1 0-1 0 0,-1 1 0 0 0,1-1 0 0 0,-1 0 1 0 0,1 1-1 0 0,-1-1 0 0 0,1 0 1 0 0,-1 0-1 0 0,1 1 0 0 0,0-3 1 0 0,-6-16-1163 0 0,4 14-115 0 0,3 0-982 0 0,0-21-1695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5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2 161 2560 0 0,'0'0'2494'0'0,"-1"-5"-1485"0"0,1 0-543 0 0,-1 0 1 0 0,1 0 0 0 0,0 0 0 0 0,1 1 0 0 0,-1-1-1 0 0,1 0 1 0 0,3-9 0 0 0,-3 10-104 0 0,4 0-69 0 0,8-4-120 0 0,0-1 0 0 0,1 1 0 0 0,0 1 1 0 0,0 1-1 0 0,16-6 0 0 0,84-20-2063 0 0,-72 22-597 0 0,-21 4-126 0 0,-16 5-1860 0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5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109 1 3948 0 0,'0'0'1398'0'0,"5"1"-159"0"0,15 4-590 0 0,0 2 0 0 0,0 0 1 0 0,-1 1-1 0 0,0 1 1 0 0,0 1-1 0 0,-1 1 1 0 0,0 0-1 0 0,-1 2 0 0 0,-1-1 1 0 0,0 2-1 0 0,-1 0 1 0 0,22 26-1 0 0,-21-21-463 0 0,0 1 0 0 0,-2 1 1 0 0,0 0-1 0 0,-1 1 0 0 0,-1 0 0 0 0,-1 1 0 0 0,-1 0 0 0 0,-2 1 1 0 0,0 0-1 0 0,6 32 0 0 0,-11-29-126 0 0,-1-1 1 0 0,-1 1-1 0 0,-2-1 1 0 0,0 1-1 0 0,-2-1 1 0 0,-1 1-1 0 0,-1-1 0 0 0,-17 50 1 0 0,6-31-376 0 0,-2-2-1 0 0,-2 0 1 0 0,-2-2 0 0 0,-32 48 0 0 0,15-34-1234 0 0,-57 65 1 0 0,70-93-380 0 0,0-1 0 0 0,-1-1 1 0 0,-60 41-1 0 0,45-41-3267 0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5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377 70 2496 0 0,'0'0'1222'0'0,"1"-5"-179"0"0,3-12-183 0 0,-3 13 1181 0 0,-2-1-1728 0 0,-1-14-25 0 0,1 15 425 0 0,-2 1-483 0 0,1 2-167 0 0,0-1 0 0 0,-1 1 0 0 0,1 0 1 0 0,0-1-1 0 0,-1 1 0 0 0,1 0 1 0 0,0 1-1 0 0,-1-1 0 0 0,0 0 1 0 0,1 1-1 0 0,-1-1 0 0 0,1 1 1 0 0,-1 0-1 0 0,1-1 0 0 0,-1 2 0 0 0,0-1 1 0 0,1 0-1 0 0,-1 0 0 0 0,0 1 1 0 0,1-1-1 0 0,-5 2 0 0 0,-15 9 51 0 0,0 0 0 0 0,1 1 0 0 0,0 2 0 0 0,1 0 0 0 0,-32 29 0 0 0,22-15 132 0 0,2 1 0 0 0,-41 55 0 0 0,64-78-162 0 0,1 1-1 0 0,0 0 0 0 0,0 0 1 0 0,1 0-1 0 0,-5 15 0 0 0,8-20-69 0 0,-2 2 136 0 0,2 2 19 0 0,-1-3-147 0 0,1 1 13 0 0,0-1 0 0 0,-1 0 0 0 0,1 0 0 0 0,0 0 0 0 0,1 0 1 0 0,-1 0-1 0 0,0 0 0 0 0,1 0 0 0 0,0 0 0 0 0,-1 0 0 0 0,1 0 0 0 0,0 0 0 0 0,1 0 1 0 0,-1 0-1 0 0,1 0 0 0 0,2 3 0 0 0,2 1 19 0 0,0 0 0 0 0,1-1 0 0 0,0 0 0 0 0,0 0 0 0 0,0 0-1 0 0,1-1 1 0 0,0 0 0 0 0,0-1 0 0 0,0 1 0 0 0,1-2 0 0 0,-1 1 0 0 0,1-1 0 0 0,0-1 0 0 0,0 1 0 0 0,0-1 0 0 0,0-1 0 0 0,18 1 0 0 0,-25-2-47 0 0,27 1 26 0 0,-1-1 1 0 0,31-4 0 0 0,13-7-182 0 0,-22 0-699 0 0,-46 10 426 0 0,1 0-46 0 0,46-9-2437 0 0,-46 9 2248 0 0,0 1-1515 0 0,14-3 1775 0 0,-15 3 57 0 0,-1-2-1117 0 0,-1 1 1422 0 0,0 0 0 0 0,-1 0 0 0 0,1 0 0 0 0,0 1 1 0 0,0-1-1 0 0,-1 1 0 0 0,1-1 0 0 0,3 1 0 0 0,-1-2 514 0 0,6-2-452 0 0,0 2 6959 0 0,-11 4-6892 0 0,-1 1 0 0 0,1-1 0 0 0,0 0 0 0 0,-1 1 0 0 0,0-1 0 0 0,0 0 0 0 0,0 0 0 0 0,0 0 0 0 0,0 0 0 0 0,0 0 0 0 0,-2 1 1 0 0,0-1 1769 0 0,-14 5-1344 0 0,14-6 384 0 0,6-5-869 0 0,5-14-6 0 0,-6 14 0 0 0,8 0 7 0 0,6-5 4 0 0,31 1 51 0 0,-41 8-118 0 0,1 1 6 0 0,-1 0 20 0 0,0 0-1 0 0,-1 0 1 0 0,1 0-1 0 0,-1 1 1 0 0,1-1-1 0 0,-1 1 0 0 0,1 1 1 0 0,-1-1-1 0 0,0 0 1 0 0,0 1-1 0 0,0 0 1 0 0,0 0-1 0 0,-1 0 1 0 0,1 0-1 0 0,-1 1 1 0 0,0 0-1 0 0,0-1 1 0 0,0 1-1 0 0,0 0 1 0 0,-1 0-1 0 0,1 1 0 0 0,-1-1 1 0 0,0 0-1 0 0,-1 1 1 0 0,1-1-1 0 0,-1 1 1 0 0,0 0-1 0 0,0-1 1 0 0,1 9-1 0 0,-3 4-1 0 0,0 1 0 0 0,-2-1 0 0 0,1 1 0 0 0,-2-1 0 0 0,-1 0 0 0 0,0 0 1 0 0,-1-1-1 0 0,0 0 0 0 0,-2 0 0 0 0,0 0 0 0 0,-1-1 0 0 0,0 0 0 0 0,-1 0 0 0 0,-16 17 0 0 0,16-19-29 0 0,-31 30-42 0 0,20-26 48 0 0,-34 21 0 0 0,51-36 33 0 0,-2 0-21 0 0,-16 4 11 0 0,16-4-18 0 0,0-3 18 0 0,-18-1-8 0 0,18 2 11 0 0,1-3-3 0 0,1 1-3 0 0,-1-1 0 0 0,1 0 0 0 0,0-1 0 0 0,-1 1-1 0 0,1-1 1 0 0,1 1 0 0 0,-1-1 0 0 0,0 0-1 0 0,1-1 1 0 0,0 1 0 0 0,0 0 0 0 0,0-1-1 0 0,1 0 1 0 0,-1 0 0 0 0,1 0 0 0 0,0 0-1 0 0,1 0 1 0 0,-1 0 0 0 0,1 0 0 0 0,-1-10-1 0 0,1 9 18 0 0,1 1 4 0 0,7-48-54 0 0,-5 47 43 0 0,1 2-20 0 0,10-12-42 0 0,-10 12 52 0 0,-3 4 5 0 0,1 0 1 0 0,-1 0-1 0 0,1 0 0 0 0,-1 0 1 0 0,1 0-1 0 0,-1 0 0 0 0,1 0 1 0 0,-1 0-1 0 0,1 0 1 0 0,-1-1-1 0 0,1 1 0 0 0,-1 0 1 0 0,1 0-1 0 0,-1 0 0 0 0,1-1 1 0 0,-1 1-1 0 0,0 0 1 0 0,1 0-1 0 0,-1-1 0 0 0,1 1 1 0 0,-1 0-1 0 0,0-1 0 0 0,1 1 1 0 0,-1-1-1 0 0,0 1 1 0 0,0 0-1 0 0,1-1 0 0 0,-1 0 1 0 0,1 0-1 0 0,0 0 0 0 0,-1 0 0 0 0,1 1 1 0 0,0-1-1 0 0,-1 0 0 0 0,1 1 0 0 0,0-1 0 0 0,0 1 1 0 0,0-1-1 0 0,-1 1 0 0 0,1-1 0 0 0,0 1 1 0 0,0-1-1 0 0,0 1 0 0 0,0 0 0 0 0,0-1 1 0 0,0 1-1 0 0,0 0 0 0 0,0 0 0 0 0,0 0 1 0 0,1 0-1 0 0,6-1 2 0 0,1 0-1 0 0,-1 1 1 0 0,0 0 0 0 0,1 1 0 0 0,-1 0-1 0 0,0 0 1 0 0,0 1 0 0 0,16 4 0 0 0,-1 3-49 0 0,-1 1 0 0 0,27 16 0 0 0,57 46 54 0 0,-22-13 15 0 0,-74-54-177 0 0,0 0-1 0 0,0-1 0 0 0,0 0 0 0 0,1-1 1 0 0,-1 0-1 0 0,1-1 0 0 0,0 0 0 0 0,0 0 0 0 0,0-1 1 0 0,-1-1-1 0 0,13 0 0 0 0,-5-2-1278 0 0,0 0 0 0 0,0-1 0 0 0,0 0-1 0 0,0-1 1 0 0,30-13 0 0 0,-21 6-4129 0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5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44 2780 0 0,'0'0'9122'0'0,"3"-1"-8797"0"0,29-8 236 0 0,0 1 0 0 0,64-6 0 0 0,-82 13-498 0 0,83-8-869 0 0,-92 9 53 0 0,1 0-38 0 0,0-1 345 0 0,6 0 206 0 0,4 4-5776 0 0,8 2 1135 0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5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34 74 3160 0 0,'-3'2'1151'0'0,"-2"1"-1213"0"0,-19 12 5598 0 0,24-15-5490 0 0,0 0 0 0 0,-1 0 0 0 0,1 0 0 0 0,0 0 0 0 0,0 0 0 0 0,0 0 0 0 0,0 0 0 0 0,0 0 0 0 0,0 0 0 0 0,0 1 0 0 0,0-1 0 0 0,0 0 0 0 0,0 0 0 0 0,0 0 0 0 0,0 0 0 0 0,0 0 0 0 0,0 0 0 0 0,0 0 0 0 0,-1 1 0 0 0,1-1 0 0 0,0 0 0 0 0,0 0 0 0 0,0 0 0 0 0,0 0 0 0 0,0 0 0 0 0,0 0 0 0 0,1 0 0 0 0,-1 1 0 0 0,0-1 0 0 0,0 0 0 0 0,0 0 0 0 0,0 0 0 0 0,0 0 0 0 0,0 0 0 0 0,0 0 0 0 0,0 0 0 0 0,0 1 0 0 0,0-1 0 0 0,0 0 0 0 0,0 0 0 0 0,0 0 0 0 0,0 0 0 0 0,1 0 0 0 0,-1 0 0 0 0,0 0 0 0 0,0 0 1 0 0,0 0-1 0 0,0 0 0 0 0,0 0 0 0 0,0 0 0 0 0,0 1 0 0 0,0-1 0 0 0,1 0 0 0 0,-1 0 0 0 0,0 0 0 0 0,0 0 0 0 0,0 0 0 0 0,0 0 0 0 0,0 0 0 0 0,1 0 0 0 0,22-1 214 0 0,176-35 848 0 0,-73 4-3254 0 0,-103 27 554 0 0,-5-2 338 0 0,-6 2-151 0 0,10-5-1364 0 0,-17 8-1985 0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5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194 1 2828 0 0,'0'0'2086'0'0,"-5"0"-1236"0"0,-13 2-145 0 0,13-1-97 0 0,0 1-50 0 0,-13 4-37 0 0,13-4-49 0 0,0 0-44 0 0,-5 4-146 0 0,0 0 0 0 0,0 0 0 0 0,1 1 0 0 0,0 0 0 0 0,0 0 0 0 0,0 1-1 0 0,1 0 1 0 0,1 1 0 0 0,-9 11 0 0 0,13-16-146 0 0,-5 17 448 0 0,5 2-216 0 0,2-18-182 0 0,10 13 168 0 0,-7-15-192 0 0,1 0 4 0 0,6 5-42 0 0,1 0 0 0 0,0-1 0 0 0,1-1-1 0 0,-1 0 1 0 0,1 0 0 0 0,0-1 0 0 0,1 0 0 0 0,15 4-1 0 0,45 14 196 0 0,-50-16-227 0 0,-8-1-56 0 0,2 1 52 0 0,1 2 50 0 0,1 1 0 0 0,-1 0 0 0 0,25 21-1 0 0,-39-28-65 0 0,-1 1 6 0 0,7 13 4 0 0,-6-12 151 0 0,-3 0-101 0 0,0-1-95 0 0,0 1 0 0 0,-1-1 0 0 0,1 0 0 0 0,-1 0-1 0 0,0 0 1 0 0,0 0 0 0 0,0 0 0 0 0,-1 0 0 0 0,1 0 0 0 0,-1 0 0 0 0,0-1 0 0 0,0 1-1 0 0,-4 6 1 0 0,1-5-13 0 0,0 0 0 0 0,0 0 0 0 0,-1-1 1 0 0,1 1-1 0 0,-1-1 0 0 0,0 0 0 0 0,0-1 0 0 0,-1 1 0 0 0,-6 2 0 0 0,-21 8-12 0 0,1-1-18 0 0,18-8 13 0 0,-5-2-52 0 0,2-1-537 0 0,-1-1-1 0 0,1 0 1 0 0,-24-2-1 0 0,35 0 114 0 0,1 1 0 0 0,0-1 0 0 0,-1-1-1 0 0,1 1 1 0 0,0-1 0 0 0,0 0-1 0 0,-11-6 1 0 0,14 6-48 0 0,0 0 0 0 0,0 0 0 0 0,0-1 0 0 0,0 1 0 0 0,0-1 0 0 0,1 0 0 0 0,-1 0 0 0 0,1 0 1 0 0,0 0-1 0 0,0 0 0 0 0,0 0 0 0 0,0-1 0 0 0,-2-5 0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5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1 235 2632 0 0,'2'-5'1078'0'0,"6"-12"-128"0"0,-6 12-119 0 0,1 1-93 0 0,2-5-399 0 0,2 1 0 0 0,-1 0-1 0 0,1 0 1 0 0,0 0-1 0 0,1 1 1 0 0,0 0 0 0 0,0 1-1 0 0,0-1 1 0 0,1 2 0 0 0,0-1-1 0 0,17-7 1 0 0,20-8-17 0 0,0 2-1 0 0,2 3 1 0 0,51-12 0 0 0,13 5-7196 0 0,-89 19 2208 0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5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63 0 2608 0 0,'0'0'5535'0'0,"-1"4"-5029"0"0,-23 31 1259 0 0,21-31-1415 0 0,3-3-307 0 0,0 1-1 0 0,-1-1 0 0 0,0 1 1 0 0,1-1-1 0 0,-1 0 0 0 0,0 1 1 0 0,1-1-1 0 0,-1 0 0 0 0,0 0 1 0 0,0 1-1 0 0,0-1 0 0 0,-2 2 1 0 0,1-2 40 0 0,0 3 213 0 0,-9 18 172 0 0,9-18-246 0 0,1 1-18 0 0,-3 14-6 0 0,2-15 18 0 0,3 1 5 0 0,-1 1-77 0 0,1 0 0 0 0,0 1 0 0 0,1-1 0 0 0,0 0 0 0 0,-1 0 0 0 0,2 0 0 0 0,-1 0 0 0 0,1-1 0 0 0,0 1 0 0 0,6 8 0 0 0,10 5 130 0 0,1 0 1 0 0,1-2 0 0 0,0 0-1 0 0,1-2 1 0 0,29 16 0 0 0,47 33 582 0 0,-95-61-740 0 0,13 15 237 0 0,-15-14-295 0 0,5 12 9 0 0,-4-12-18 0 0,-4 0 12 0 0,-3 2-52 0 0,0 0 0 0 0,0-1 0 0 0,-1 1 0 0 0,0-1 0 0 0,0 0 0 0 0,0-1 0 0 0,0 1 0 0 0,-1-1 1 0 0,1 0-1 0 0,-1-1 0 0 0,0 1 0 0 0,0-2 0 0 0,-13 5 0 0 0,-78 14-947 0 0,92-20 449 0 0,0-1-21 0 0,-21-1-240 0 0,20 0-125 0 0,2 0-15 0 0,-14-6-73 0 0,14 5-79 0 0,1 0-123 0 0,2-1 566 0 0,-1 1 0 0 0,1-1 0 0 0,0 0 1 0 0,0 0-1 0 0,0 0 0 0 0,0 0 0 0 0,0 0 0 0 0,1 0 0 0 0,-1-1 0 0 0,-1-6 0 0 0,2 5-3335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5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0 238 3524 0 0,'0'0'1120'0'0,"1"-5"-117"0"0,2-17-185 0 0,-2 17-95 0 0,0 0-53 0 0,0-2-434 0 0,0 0 0 0 0,0 0 0 0 0,1 0 1 0 0,0 0-1 0 0,0 0 0 0 0,0 0 0 0 0,1 1 0 0 0,0-1 0 0 0,1 1 1 0 0,-1 0-1 0 0,1 0 0 0 0,1 0 0 0 0,-1 0 0 0 0,1 1 0 0 0,8-9 0 0 0,6 1-199 0 0,0 1 0 0 0,0 1 0 0 0,1 1 0 0 0,1 0 0 0 0,0 2 0 0 0,0 0 0 0 0,36-7 0 0 0,-47 13-915 0 0,1 2 0 0 0,-1-1 0 0 0,0 2-1 0 0,1-1 1 0 0,-1 1 0 0 0,0 1 0 0 0,21 5-1 0 0,-31-7 746 0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6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410 16 3044 0 0,'-6'-3'209'0'0,"-1"1"-1"0"0,0-1 0 0 0,0 1 0 0 0,-1 0 1 0 0,1 1-1 0 0,0 0 0 0 0,-1 0 1 0 0,1 0-1 0 0,0 1 0 0 0,-1 0 1 0 0,1 1-1 0 0,-1 0 0 0 0,1 0 0 0 0,0 0 1 0 0,-1 1-1 0 0,1 0 0 0 0,0 0 1 0 0,0 1-1 0 0,0 0 0 0 0,1 0 1 0 0,-1 1-1 0 0,1 0 0 0 0,-7 5 0 0 0,-4 3 99 0 0,0 0 0 0 0,1 1 0 0 0,1 1 0 0 0,0 1 0 0 0,1 0 0 0 0,0 1 0 0 0,2 0 0 0 0,-21 35 0 0 0,20-27-98 0 0,1 1 1 0 0,2 0-1 0 0,0 0 0 0 0,2 1 0 0 0,1 0 0 0 0,-6 39 0 0 0,9-32-121 0 0,1 1 1 0 0,2-1 0 0 0,1 1-1 0 0,2 0 1 0 0,1-1-1 0 0,2 1 1 0 0,1-1-1 0 0,1 0 1 0 0,2-1-1 0 0,1 0 1 0 0,24 49 0 0 0,-21-54-106 0 0,1-1 1 0 0,1-1 0 0 0,1 0 0 0 0,2-1 0 0 0,0 0 0 0 0,2-2-1 0 0,0 0 1 0 0,2-2 0 0 0,0 0 0 0 0,1-1 0 0 0,1-1 0 0 0,0-2-1 0 0,2 0 1 0 0,0-1 0 0 0,32 12 0 0 0,-9-9-873 0 0,96 23 0 0 0,-121-36-179 0 0,0-2 0 0 0,0 0 1 0 0,1-2-1 0 0,-1-1 0 0 0,1 0 0 0 0,31-6 0 0 0,-26 1-2713 0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6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99 0 3804 0 0,'0'0'3792'0'0,"4"3"-2835"0"0,13 5-129 0 0,-12-5-127 0 0,-5-3-671 0 0,0 0 0 0 0,0 1 0 0 0,0-1 0 0 0,0 1 0 0 0,0-1 0 0 0,0 0 0 0 0,0 1 0 0 0,0-1 0 0 0,0 1 0 0 0,0-1 0 0 0,0 0 0 0 0,0 1 0 0 0,0-1 0 0 0,1 0 0 0 0,-1 1 0 0 0,0-1 0 0 0,0 0 0 0 0,1 1 0 0 0,-1-1 0 0 0,0 0 0 0 0,0 1 0 0 0,1-1 0 0 0,-1 0 0 0 0,0 0 0 0 0,1 1 0 0 0,0-1 0 0 0,-1 1 20 0 0,1 0-1 0 0,0-1 0 0 0,0 1 1 0 0,0 0-1 0 0,-1-1 1 0 0,1 1-1 0 0,0 0 1 0 0,-1 0-1 0 0,1 0 0 0 0,-1 0 1 0 0,1 0-1 0 0,-1 0 1 0 0,1 0-1 0 0,-1 0 0 0 0,0 0 1 0 0,1 0-1 0 0,-1 2 1 0 0,2 11 89 0 0,-1 0 0 0 0,0 0-1 0 0,-1 0 1 0 0,0 1 0 0 0,-4 15 0 0 0,-1-5-451 0 0,-2 0 1 0 0,-1-1-1 0 0,-1 1 0 0 0,-23 42 0 0 0,-30 31-6092 0 0,46-75 1792 0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6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6 158 2588 0 0,'-1'-6'1437'0'0,"-3"-15"-248"0"0,3 15-140 0 0,3 0-190 0 0,-1 0-654 0 0,1 0 1 0 0,0 0-1 0 0,1 0 1 0 0,0 1-1 0 0,-1-1 1 0 0,2 0-1 0 0,-1 1 1 0 0,1 0-1 0 0,0 0 1 0 0,0 0-1 0 0,0 0 1 0 0,0 1-1 0 0,1-1 1 0 0,0 1-1 0 0,0 0 1 0 0,0 1-1 0 0,1-1 1 0 0,-1 1-1 0 0,1 0 1 0 0,-1 0-1 0 0,1 1 1 0 0,12-4-1 0 0,35-5 522 0 0,-48 11-553 0 0,3 0-27 0 0,1 1-90 0 0,1 0 1 0 0,-1 1-1 0 0,0 0 0 0 0,0 0 1 0 0,1 1-1 0 0,-1 0 0 0 0,-1 1 1 0 0,1 0-1 0 0,-1 0 0 0 0,11 8 1 0 0,-17-10-47 0 0,0 0 1 0 0,0 0-1 0 0,-1 1 1 0 0,1-1-1 0 0,-1 0 1 0 0,1 1-1 0 0,-1-1 1 0 0,0 1-1 0 0,0 0 1 0 0,0-1-1 0 0,0 1 1 0 0,-1 0-1 0 0,1-1 0 0 0,-1 1 1 0 0,1 0-1 0 0,-1 0 1 0 0,0 4-1 0 0,0-4-22 0 0,0 1 10 0 0,0 0 0 0 0,-1 0 1 0 0,1 0-1 0 0,-1 0 0 0 0,0 0 0 0 0,0 0 0 0 0,0 0 1 0 0,0 0-1 0 0,-1 0 0 0 0,1 0 0 0 0,-1-1 0 0 0,-3 6 1 0 0,3-6 8 0 0,-4 10 10 0 0,-3 1-11 0 0,-1 0 15 0 0,-43 50 116 0 0,50-61-114 0 0,0 1-3 0 0,-10 10 9 0 0,10-10 49 0 0,0-1-44 0 0,-6 10 102 0 0,7-10 567 0 0,5 0-677 0 0,0 0-1 0 0,0 0 0 0 0,0 0 0 0 0,1 0 0 0 0,-1-1 1 0 0,1 1-1 0 0,0-1 0 0 0,6 3 0 0 0,-5-4-4 0 0,0 1-16 0 0,25 7 98 0 0,0 1 1 0 0,31 16 0 0 0,-49-20 2 0 0,-1 0 1 0 0,0 1-1 0 0,-1 0 0 0 0,1 1 1 0 0,-1 0-1 0 0,-1 1 1 0 0,17 17-1 0 0,-24-22-11 0 0,1-1-6 0 0,9 14 31 0 0,-11-15-115 0 0,0-1 0 0 0,0 0 0 0 0,-1 1 0 0 0,1-1 0 0 0,0 1 0 0 0,-1-1 0 0 0,1 1 0 0 0,-1-1 0 0 0,1 1 0 0 0,-1-1 1 0 0,0 1-1 0 0,0-1 0 0 0,0 1 0 0 0,0-1 0 0 0,0 1 0 0 0,0-1 0 0 0,0 1 0 0 0,0-1 0 0 0,-1 1 0 0 0,1 1 0 0 0,-10 15 33 0 0,8-14-4 0 0,-2-1-13 0 0,-4 4-35 0 0,0-1 0 0 0,-1 0 1 0 0,0 0-1 0 0,-1-1 1 0 0,1 0-1 0 0,-1-1 1 0 0,0 0-1 0 0,0-1 0 0 0,0 0 1 0 0,0 0-1 0 0,-1-1 1 0 0,-16 1-1 0 0,-24 3-333 0 0,-3-5-244 0 0,44 0 457 0 0,-31-3-652 0 0,38 2 730 0 0,-51-10-1533 0 0,51 9 1287 0 0,0 0 1 0 0,0 0 0 0 0,0 0 0 0 0,0-1-1 0 0,0 1 1 0 0,1-1 0 0 0,-1 0-1 0 0,0 1 1 0 0,1-1 0 0 0,-1 0 0 0 0,1-1-1 0 0,0 1 1 0 0,0 0 0 0 0,0-1 0 0 0,0 1-1 0 0,-2-5 1 0 0,2-1-2676 0 0,4-18-2144 0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6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81 26 2832 0 0,'0'0'3743'0'0,"-1"-4"-2925"0"0,-1-14-106 0 0,1 14 2639 0 0,-2 6-2963 0 0,0 0-262 0 0,0 1 1 0 0,0 0-1 0 0,0 0 1 0 0,0 0-1 0 0,0 0 1 0 0,1 0-1 0 0,0 0 1 0 0,-1 1-1 0 0,1-1 0 0 0,1 1 1 0 0,-1-1-1 0 0,-2 7 1 0 0,-15 56 708 0 0,12-38-474 0 0,4-17-196 0 0,0 0-1 0 0,0 0 1 0 0,1 0-1 0 0,1 0 1 0 0,0 1 0 0 0,0-1-1 0 0,2 21 1 0 0,-1-28-140 0 0,1 0 0 0 0,-1 0 0 0 0,1 1 1 0 0,0-1-1 0 0,0 0 0 0 0,1-1 0 0 0,-1 1 0 0 0,1 0 1 0 0,-1 0-1 0 0,1 0 0 0 0,0-1 0 0 0,1 1 0 0 0,-1-1 1 0 0,1 0-1 0 0,-1 0 0 0 0,1 0 0 0 0,0 0 0 0 0,0 0 1 0 0,0 0-1 0 0,1-1 0 0 0,-1 0 0 0 0,1 1 0 0 0,-1-1 1 0 0,8 3-1 0 0,34 7 182 0 0,-40-11-159 0 0,2-1-20 0 0,8 0-14 0 0,-1-1-1 0 0,1 0 1 0 0,-1-1 0 0 0,1 0-1 0 0,-1-1 1 0 0,0-1 0 0 0,0 0-1 0 0,0-1 1 0 0,0-1 0 0 0,21-12-1 0 0,16-16 80 0 0,-37 23-103 0 0,-3 2-5 0 0,1-3 5 0 0,-6 8 12 0 0,0-1 1 0 0,19-28-17 0 0,-2-7 166 0 0,-21 36-46 0 0,-1-1 9 0 0,3-12-90 0 0,-4 13 6 0 0,-4-3-15 0 0,4 7-13 0 0,0 0 0 0 0,0-1 0 0 0,0 1 0 0 0,0-1 0 0 0,-1 1 0 0 0,1-1 0 0 0,0 1 0 0 0,0 0-1 0 0,0-1 1 0 0,0 1 0 0 0,0 0 0 0 0,-1-1 0 0 0,1 1 0 0 0,0-1 0 0 0,0 1 0 0 0,-1 0 0 0 0,1-1 0 0 0,0 1 0 0 0,-1 0-1 0 0,1 0 1 0 0,0-1 0 0 0,-1 1 0 0 0,1 0 0 0 0,0 0 0 0 0,-1-1 0 0 0,1 1 0 0 0,-1 0 0 0 0,1 0 0 0 0,0 0 0 0 0,-1 0-1 0 0,1 0 1 0 0,-1 0 0 0 0,1 0 0 0 0,0 0 0 0 0,-1 0 0 0 0,1 0 0 0 0,-1 0 0 0 0,1 0 0 0 0,-1 0 0 0 0,1 0 0 0 0,-4 2 13 0 0,0 0 1 0 0,0 0 0 0 0,1 1 0 0 0,-1-1-1 0 0,1 1 1 0 0,0 0 0 0 0,0 0-1 0 0,0 0 1 0 0,0 1 0 0 0,1-1 0 0 0,-1 1-1 0 0,1-1 1 0 0,-4 9 0 0 0,-1 4 44 0 0,1 0 0 0 0,-5 23 0 0 0,9-32-40 0 0,0 2 5 0 0,-3 16 14 0 0,5-2 13 0 0,0 2-64 0 0,1-1 0 0 0,0 1 0 0 0,2-1-1 0 0,1 0 1 0 0,1 0 0 0 0,11 32 0 0 0,-14-52-190 0 0,0 0-73 0 0,7 13-60 0 0,-6-13-83 0 0,2 6 462 0 0,-3-3-2797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6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499 13 2960 0 0,'4'-2'1740'0'0,"-2"0"-1450"0"0,0 1 0 0 0,0 0 0 0 0,1 0 0 0 0,-1 0 0 0 0,0 0 0 0 0,1 0 0 0 0,-1 0 0 0 0,1 0 0 0 0,-1 1 0 0 0,1 0 0 0 0,0-1 0 0 0,-1 1 0 0 0,1 0 0 0 0,-1 0 1 0 0,4 1-1 0 0,2 0 94 0 0,0 0 0 0 0,-1 1 1 0 0,1 0-1 0 0,-1 1 0 0 0,9 3 0 0 0,1 3 261 0 0,1 0-1 0 0,-1 2 0 0 0,27 20 0 0 0,-24-13-318 0 0,0-1-1 0 0,-2 2 0 0 0,0 1 1 0 0,-2 0-1 0 0,0 1 0 0 0,-1 1 1 0 0,-1 0-1 0 0,-1 1 0 0 0,-1 0 1 0 0,-1 1-1 0 0,-2 1 0 0 0,0-1 0 0 0,-1 1 1 0 0,-2 1-1 0 0,4 27 0 0 0,-6-24-161 0 0,-2 0 0 0 0,-1 1 0 0 0,-1 0 0 0 0,-1-1 0 0 0,-2 1 0 0 0,-1-1 0 0 0,-1 0-1 0 0,-2 0 1 0 0,-1-1 0 0 0,-1 1 0 0 0,-1-2 0 0 0,-2 1 0 0 0,-16 28 0 0 0,7-23-376 0 0,-1 0 1 0 0,-2-2-1 0 0,-1 0 1 0 0,-1-2 0 0 0,-2 0-1 0 0,-1-2 1 0 0,-1-2-1 0 0,-1 0 1 0 0,-65 37 0 0 0,43-32-2164 0 0,-109 43 0 0 0,95-49-1858 0 0,-87 19 0 0 0,92-31-2120 0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6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339 100 3852 0 0,'1'-4'1302'0'0,"6"-12"-179"0"0,-5 12 490 0 0,-1-1-995 0 0,3-15-115 0 0,-4 15-104 0 0,-1 2-74 0 0,-5-11-59 0 0,5 10-47 0 0,-3 1-35 0 0,-11-8-25 0 0,11 9 2 0 0,-1 0 7 0 0,-18-3 30 0 0,18 3 28 0 0,-2 2 13 0 0,-4 1-74 0 0,-1-1 0 0 0,1 2 0 0 0,0-1 0 0 0,-1 2-1 0 0,1-1 1 0 0,-19 9 0 0 0,18-6-91 0 0,0 1-1 0 0,1 0 0 0 0,0 1 1 0 0,1 1-1 0 0,-1 0 1 0 0,1 0-1 0 0,-12 13 1 0 0,13-10 27 0 0,0 1 1 0 0,0 0 0 0 0,1 0 0 0 0,0 0 0 0 0,1 1 0 0 0,-10 26 0 0 0,1 32 351 0 0,15-59-364 0 0,0 0 0 0 0,0-1 0 0 0,1 1 0 0 0,1 0 0 0 0,0-1 0 0 0,1 1 0 0 0,3 13 0 0 0,-3-13-16 0 0,1-1-17 0 0,0-1 0 0 0,0 0 0 0 0,1 0 0 0 0,0 0 1 0 0,1 0-1 0 0,0-1 0 0 0,0 0 0 0 0,1 0 0 0 0,1 0 0 0 0,-1 0 0 0 0,1-1 0 0 0,1-1 0 0 0,-1 1 0 0 0,12 8 0 0 0,-13-12-19 0 0,0 0-1 0 0,0-1 1 0 0,1 1-1 0 0,-1-1 1 0 0,1 0-1 0 0,0-1 1 0 0,0 0-1 0 0,13 3 1 0 0,-14-4-32 0 0,6 2 40 0 0,0-1 1 0 0,1 0-1 0 0,-1-1 1 0 0,20 0-1 0 0,-22-1 19 0 0,1 0-77 0 0,14-1 2 0 0,0-2-187 0 0,-9 1-353 0 0,0-1 0 0 0,20-6 1 0 0,-24 5-1609 0 0,-1-1-1 0 0,23-11 1 0 0,-19 7-899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6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125 63 2496 0 0,'0'0'8944'0'0,"1"-4"-8592"0"0,5-20 262 0 0,-1 22-289 0 0,12-6 19 0 0,-13 5-29 0 0,1 2-38 0 0,7-4-128 0 0,-1 2-1 0 0,0-1 1 0 0,1 2-1 0 0,0-1 1 0 0,0 2-1 0 0,-1-1 1 0 0,1 2-1 0 0,0-1 1 0 0,0 2-1 0 0,23 3 1 0 0,-29-3-86 0 0,-6-1-60 0 0,1 0 0 0 0,0 0-1 0 0,-1 0 1 0 0,1 0 0 0 0,-1 0 0 0 0,1 1-1 0 0,-1-1 1 0 0,1 0 0 0 0,-1 0 0 0 0,1 0 0 0 0,-1 1-1 0 0,1-1 1 0 0,-1 0 0 0 0,1 1 0 0 0,-1-1-1 0 0,1 0 1 0 0,-1 1 0 0 0,1-1 0 0 0,-1 1-1 0 0,0-1 1 0 0,1 0 0 0 0,-1 1 0 0 0,0-1-1 0 0,1 2 1 0 0,-1-2-1 0 0,1 1-1 0 0,-1 0 1 0 0,1-1-1 0 0,-1 1 1 0 0,0-1-1 0 0,1 1 1 0 0,-1-1-1 0 0,1 1 1 0 0,-1-1-1 0 0,1 0 1 0 0,-1 1-1 0 0,1-1 1 0 0,0 1-1 0 0,-1-1 1 0 0,1 0-1 0 0,0 0 1 0 0,-1 1-1 0 0,1-1 1 0 0,-1 0-1 0 0,2 0 1 0 0,0 2 3 0 0,-1-1 1 0 0,1 0 0 0 0,-1 1-1 0 0,0-1 1 0 0,1 1 0 0 0,-1-1-1 0 0,0 1 1 0 0,0 0-1 0 0,0-1 1 0 0,1 3 0 0 0,1 0 81 0 0,-2 1-76 0 0,0 2-6 0 0,0-1-1 0 0,-1 0 1 0 0,0 1 0 0 0,0-1 0 0 0,0 0-1 0 0,-1 1 1 0 0,1-1 0 0 0,-2 0 0 0 0,1 0 0 0 0,-1 0-1 0 0,-3 8 1 0 0,-4 4 15 0 0,-1-1 1 0 0,-1 0-1 0 0,0 0 0 0 0,-21 21 0 0 0,29-35-45 0 0,-1 0 11 0 0,-31 26 357 0 0,32-26 1138 0 0,9-4-1447 0 0,20 0-47 0 0,-20 1-15 0 0,1-1 8 0 0,3-1 10 0 0,7-1-1 0 0,0 1-1 0 0,1 0 1 0 0,-1 2 0 0 0,0 0-1 0 0,24 3 1 0 0,-1 2-12 0 0,-34-4 20 0 0,10 5-19 0 0,-16-6 20 0 0,34 15 29 0 0,-32-14-26 0 0,-1-1-1 0 0,1 1 0 0 0,-1 0 1 0 0,1 0-1 0 0,-1 0 0 0 0,0 0 1 0 0,1 0-1 0 0,-1 0 0 0 0,0 1 1 0 0,0-1-1 0 0,0 0 0 0 0,0 1 1 0 0,0-1-1 0 0,0 1 0 0 0,0-1 1 0 0,0 1-1 0 0,0-1 1 0 0,-1 1-1 0 0,1 0 0 0 0,-1-1 1 0 0,1 1-1 0 0,-1 0 0 0 0,0-1 1 0 0,0 1-1 0 0,1 0 0 0 0,-1 1 1 0 0,-1 1 1 0 0,0 0 3 0 0,1-1-1 0 0,-1 0 1 0 0,0 1 0 0 0,0-1-1 0 0,0 0 1 0 0,0 0 0 0 0,0 0-1 0 0,-1 0 1 0 0,0 0-1 0 0,1 0 1 0 0,-1 0 0 0 0,0-1-1 0 0,0 1 1 0 0,-1-1 0 0 0,-3 5-1 0 0,-11 6-1 0 0,-1-1 1 0 0,1 0-1 0 0,-2-1 0 0 0,0-1 0 0 0,0-1 0 0 0,-1 0 0 0 0,0-2 1 0 0,0 0-1 0 0,-1-1 0 0 0,1-1 0 0 0,-2-1 0 0 0,1-1 0 0 0,0-1 0 0 0,-42-2 1 0 0,54 0-167 0 0,0-1 1 0 0,0 0 0 0 0,0-1 0 0 0,0 0 0 0 0,1-1 0 0 0,-16-6-1 0 0,18 7 42 0 0,-24-13-870 0 0,24 11 774 0 0,4 3 136 0 0,0 0-1 0 0,1 0 0 0 0,-1 0 1 0 0,0 0-1 0 0,0 0 0 0 0,1 0 1 0 0,-1-1-1 0 0,1 1 0 0 0,-1-1 1 0 0,1 1-1 0 0,0-1 0 0 0,-1 0 1 0 0,1 1-1 0 0,-1-3 0 0 0,-2-2-166 0 0,3 4 124 0 0,-1 1 0 0 0,0-1 0 0 0,1 0 0 0 0,-1 0 0 0 0,1 0 0 0 0,0 0-1 0 0,0 0 1 0 0,-1 0 0 0 0,1 0 0 0 0,1 0 0 0 0,-2-4 0 0 0,0 0-220 0 0,0 1-219 0 0,0 0 0 0 0,1 1 0 0 0,-1-1 0 0 0,1 0-1 0 0,1 0 1 0 0,-1 0 0 0 0,1 0 0 0 0,-1 0 0 0 0,2-8 0 0 0,-1 4-869 0 0,0 3-3268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6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649 67 3048 0 0,'0'-5'1240'0'0,"-3"-17"-102"0"0,3 17-351 0 0,-2 1-166 0 0,-5-10-104 0 0,5 10 295 0 0,-2 2-506 0 0,-13-6-53 0 0,12 5-37 0 0,-1 5-26 0 0,-1-1-136 0 0,4-1-28 0 0,1 0 1 0 0,-1 1-1 0 0,1-1 0 0 0,-1 1 1 0 0,1-1-1 0 0,0 1 0 0 0,-1 0 1 0 0,1 0-1 0 0,0 0 0 0 0,0 0 1 0 0,-4 3-1 0 0,-22 14 262 0 0,0 1 0 0 0,1 2 0 0 0,1 0 0 0 0,1 2 0 0 0,1 1 0 0 0,1 1 0 0 0,-35 50 0 0 0,9-3 321 0 0,-75 150 1 0 0,92-157-216 0 0,4 1 1 0 0,-39 131-1 0 0,60-170-264 0 0,1 1 0 0 0,1-1-1 0 0,2 1 1 0 0,0-1 0 0 0,2 1 0 0 0,2 0-1 0 0,0 0 1 0 0,2 0 0 0 0,0-1 0 0 0,13 44-1 0 0,-11-56-80 0 0,1-1 0 0 0,0 1 0 0 0,1-1-1 0 0,0 0 1 0 0,1-1 0 0 0,1 0 0 0 0,0 0-1 0 0,1-1 1 0 0,0 0 0 0 0,1-1 0 0 0,0 0-1 0 0,1-1 1 0 0,0 0 0 0 0,1-1 0 0 0,0 0-1 0 0,19 9 1 0 0,-14-9-271 0 0,1-1 0 0 0,0-1-1 0 0,0-1 1 0 0,0-1 0 0 0,1-1-1 0 0,-1 0 1 0 0,1-1 0 0 0,0-1 0 0 0,0-2-1 0 0,0 1 1 0 0,1-2 0 0 0,25-4 0 0 0,-26 1-820 0 0,0 0 0 0 0,0-1 0 0 0,-1 0 0 0 0,0-2 0 0 0,0-1 0 0 0,-1 0 0 0 0,23-14 0 0 0,-12 3-4153 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6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127 25 2780 0 0,'0'0'3657'0'0,"-1"-4"-2774"0"0,-5-17 4095 0 0,4 22-4898 0 0,1 1 0 0 0,-1-1 1 0 0,1 1-1 0 0,-1-1 0 0 0,1 1 1 0 0,0-1-1 0 0,0 1 1 0 0,-1 0-1 0 0,0 2 0 0 0,1-3-40 0 0,0 0 0 0 0,0 0 0 0 0,0 0 0 0 0,1 0 0 0 0,-1 0 0 0 0,0 0 0 0 0,0 1 0 0 0,1-1 0 0 0,-1 0 0 0 0,1 1 0 0 0,-1-1 0 0 0,1 0 0 0 0,-1 1 0 0 0,1-1 0 0 0,0 0 0 0 0,0 1 0 0 0,0 2 0 0 0,-2 14 563 0 0,-69 371 2264 0 0,51-282-2617 0 0,19-103-245 0 0,1 1-104 0 0,1 39-3314 0 0,0-40 2406 0 0,30-12-11980 0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0 159 2336 0 0,'15'-49'4723'0'0,"-14"44"-3953"0"0,2 1-125 0 0,0-2-415 0 0,0 1-1 0 0,0-1 1 0 0,1 1-1 0 0,0 0 1 0 0,0 0-1 0 0,0 1 1 0 0,0-1-1 0 0,1 1 1 0 0,0 0-1 0 0,8-6 1 0 0,7 2 44 0 0,0 1-1 0 0,1 0 1 0 0,0 2 0 0 0,0 0-1 0 0,0 1 1 0 0,1 1 0 0 0,30 0 0 0 0,-46 3-238 0 0,20 3 80 0 0,-7 2-35 0 0,-14-4-70 0 0,0 1 0 0 0,1-1 0 0 0,-1 1 0 0 0,0 0 0 0 0,0 0 0 0 0,0 1-1 0 0,0 0 1 0 0,-1-1 0 0 0,1 1 0 0 0,-1 1 0 0 0,0-1 0 0 0,1 1 0 0 0,-2 0 0 0 0,1 0 0 0 0,0 0 0 0 0,4 6 0 0 0,-6-6 15 0 0,-2 1 3 0 0,0 1 0 0 0,-1 1 0 0 0,1-1 0 0 0,-1 1-1 0 0,-1-1 1 0 0,1 0 0 0 0,-1 0 0 0 0,0 0 0 0 0,0 0 0 0 0,-1 0 0 0 0,1 0 0 0 0,-2-1 0 0 0,1 1 0 0 0,0-1 0 0 0,-1 0 0 0 0,0 0 0 0 0,0 0 0 0 0,-1 0 0 0 0,1-1 0 0 0,-1 0 0 0 0,0 0 0 0 0,0 0 0 0 0,0 0 0 0 0,-10 4 0 0 0,-52 34 132 0 0,64-39-129 0 0,-1-1 17 0 0,-11 6 9 0 0,11-5 149 0 0,-2 2-60 0 0,-3 3 949 0 0,40-6-1027 0 0,82 6 60 0 0,-101-7-86 0 0,0 0 1 0 0,0 1-1 0 0,0 0 1 0 0,0 1-1 0 0,0 1 0 0 0,0 0 1 0 0,-1 0-1 0 0,1 1 0 0 0,16 11 1 0 0,-25-14 55 0 0,0 2 21 0 0,19 39 298 0 0,-21-38-358 0 0,-1 0-77 0 0,-2 4 62 0 0,0 0-1 0 0,-1 0 1 0 0,0-1-1 0 0,0 1 1 0 0,-1-1-1 0 0,0 0 1 0 0,0 0 0 0 0,-1 0-1 0 0,0 0 1 0 0,0-1-1 0 0,-1 0 1 0 0,0 0-1 0 0,0 0 1 0 0,0-1-1 0 0,-1 0 1 0 0,0 0-1 0 0,-1-1 1 0 0,-10 7-1 0 0,-58 23-210 0 0,71-34 20 0 0,-1 0-75 0 0,5 0 223 0 0,-3 0-252 0 0,0 0 0 0 0,1 0 0 0 0,-1 0 0 0 0,0 0 1 0 0,0-1-1 0 0,0 1 0 0 0,0-1 0 0 0,0 0 1 0 0,0 0-1 0 0,0-1 0 0 0,1 1 0 0 0,-1-1 0 0 0,0 0 1 0 0,-5-1-1 0 0,8 0-111 0 0,0 1 138 0 0,0 0 1 0 0,0 0-1 0 0,0 0 0 0 0,0 0 0 0 0,0 1 0 0 0,-1-1 1 0 0,1 0-1 0 0,0 0 0 0 0,0 1 0 0 0,-1-1 1 0 0,1 1-1 0 0,-3-2 0 0 0,3-3-1248 0 0,0 2 938 0 0,-3-10 74 0 0,6-1-2991 0 0,6-6-1328 0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7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0 119 3924 0 0,'0'0'1340'0'0,"3"-3"-208"0"0,11-10 3443 0 0,-11 10-4143 0 0,2 0-26 0 0,-1 1 1 0 0,1-1-1 0 0,0 1 1 0 0,0 0-1 0 0,9-3 0 0 0,-9 3-142 0 0,0 2-13 0 0,241-52 2290 0 0,-241 50-2406 0 0,28-11 510 0 0,-25 8-506 0 0,-5 4 216 0 0,0-1-336 0 0,-3 1-10 0 0,0 1 0 0 0,1 0 1 0 0,-1-1-1 0 0,0 1 0 0 0,0 0 0 0 0,1-1 1 0 0,-1 1-1 0 0,0 0 0 0 0,1 0 0 0 0,-1-1 1 0 0,0 1-1 0 0,1 0 0 0 0,-1 0 1 0 0,1 0-1 0 0,-1-1 0 0 0,0 1 0 0 0,1 0 1 0 0,-1 0-1 0 0,1 0 0 0 0,-1 0 1 0 0,0 0-1 0 0,1 0 0 0 0,-1 0 0 0 0,1 0 1 0 0,-1 0-1 0 0,1 0 0 0 0,-1 0 1 0 0,0 0-1 0 0,1 0 0 0 0,-1 0 0 0 0,1 1 1 0 0,-1-1-1 0 0,1 0 0 0 0,-1 2 24 0 0,0 0 0 0 0,0 0-1 0 0,1 0 1 0 0,-1 0 0 0 0,-1 0-1 0 0,1 0 1 0 0,0 0-1 0 0,0 0 1 0 0,-1 0 0 0 0,1-1-1 0 0,-2 5 1 0 0,-9 43 168 0 0,-7 84 1 0 0,17-116-176 0 0,-8 146 259 0 0,9-152-276 0 0,-2 44-15 0 0,-1 41-1532 0 0,3-91 722 0 0,-1 0-128 0 0,0-3 24 0 0,-1 11 1466 0 0,3-7-3771 0 0,10 18-9452 0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7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16 138 4144 0 0,'0'0'2855'0'0,"-3"-2"-1681"0"0,2 1-1050 0 0,0 1 0 0 0,0-1-1 0 0,1 1 1 0 0,-1-1-1 0 0,0 1 1 0 0,0-1-1 0 0,1 0 1 0 0,-1 0-1 0 0,0 1 1 0 0,1-1 0 0 0,-1 0-1 0 0,1 0 1 0 0,-1 1-1 0 0,1-1 1 0 0,-1 0-1 0 0,1 0 1 0 0,0 0-1 0 0,-1 0 1 0 0,1 0-1 0 0,0 0 1 0 0,0 0 0 0 0,-1 0-1 0 0,1 0 1 0 0,0 1-1 0 0,0-1 1 0 0,0 0-1 0 0,0 0 1 0 0,1 0-1 0 0,-1 0 1 0 0,0 0 0 0 0,0 0-1 0 0,0 0 1 0 0,1 0-1 0 0,0-1 1 0 0,-1 1-96 0 0,1 0 1 0 0,-1 0 0 0 0,1 0-1 0 0,0 0 1 0 0,-1 1-1 0 0,1-1 1 0 0,0 0-1 0 0,0 1 1 0 0,0-1 0 0 0,0 0-1 0 0,-1 1 1 0 0,1-1-1 0 0,0 1 1 0 0,0-1-1 0 0,0 1 1 0 0,0 0 0 0 0,0-1-1 0 0,0 1 1 0 0,0 0-1 0 0,0 0 1 0 0,2 0 0 0 0,33-13 253 0 0,1 2 1 0 0,0 2-1 0 0,50-7 1 0 0,-13 3-733 0 0,8-3-1979 0 0,-68 13 2035 0 0,53-7-5909 0 0,-42 7 1662 0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7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46 36 2300 0 0,'0'0'1196'0'0,"-3"3"-174"0"0,-7 9-161 0 0,7-9 451 0 0,1 0-825 0 0,-26 30 4419 0 0,59-37-4632 0 0,-25 3-154 0 0,-2-2 16 0 0,11-9 10 0 0,-11 9 9 0 0,0 0-5 0 0,12-11-1 0 0,-12 10 20 0 0,-1 1 17 0 0,10-12 29 0 0,-10 12 190 0 0,-1 0-255 0 0,-1 3-138 0 0,-1-1 0 0 0,1 1 0 0 0,-1-1 0 0 0,0 1 1 0 0,1 0-1 0 0,-1-1 0 0 0,0 1 0 0 0,0-1 0 0 0,1 1 0 0 0,-1-1 0 0 0,0 1 0 0 0,0-1 0 0 0,0 1 0 0 0,0-1 0 0 0,1 1 0 0 0,-1-1 0 0 0,0 1 0 0 0,0-1 0 0 0,0 1 0 0 0,0-1 0 0 0,0 1 0 0 0,0-1 0 0 0,0 1 0 0 0,-1-1 0 0 0,1 1 0 0 0,0-1 0 0 0,0 1 0 0 0,0-2 0 0 0,-14-3 72 0 0,13 4-107 0 0,-4 0-144 0 0,1 3-664 0 0,-15 5 129 0 0,14-6-11 0 0,2 1-1243 0 0,-10 4 993 0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7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76 43 2836 0 0,'0'0'1523'0'0,"1"-4"-216"0"0,4-12-271 0 0,-4 12 1231 0 0,-1 4-2245 0 0,-1 0 0 0 0,1 0 0 0 0,0 0 0 0 0,0 0 0 0 0,-1-1 0 0 0,1 1 0 0 0,0 0 1 0 0,0 0-1 0 0,-1 0 0 0 0,1 0 0 0 0,0 0 0 0 0,0 0 0 0 0,-1-1 0 0 0,1 1 0 0 0,0 0 0 0 0,0 0 0 0 0,0 0 0 0 0,-1-1 1 0 0,1 1-1 0 0,0 0 0 0 0,0 0 0 0 0,0-1 0 0 0,0 1 0 0 0,-1 0 0 0 0,1 0 0 0 0,0-1 0 0 0,0 1 0 0 0,0 0 1 0 0,0 0-1 0 0,0-1 0 0 0,0 1 0 0 0,0 0 0 0 0,0-1 0 0 0,0 1 0 0 0,0-1 35 0 0,0 1 1 0 0,0-1-1 0 0,0 1 0 0 0,0-1 0 0 0,-1 1 1 0 0,1-1-1 0 0,0 1 0 0 0,0-1 0 0 0,0 1 1 0 0,-1 0-1 0 0,1-1 0 0 0,0 1 0 0 0,0-1 1 0 0,-1 1-1 0 0,1 0 0 0 0,0-1 0 0 0,-1 1 1 0 0,1-1-1 0 0,-1 1 0 0 0,1 0 0 0 0,0 0 1 0 0,-1-1-1 0 0,1 1 0 0 0,-1 0 0 0 0,1 0 1 0 0,-1-1-1 0 0,1 1 0 0 0,-1 0 0 0 0,1 0 1 0 0,0 0-1 0 0,-1 0 0 0 0,1 0 0 0 0,-1 0 1 0 0,1 0-1 0 0,-1 0 0 0 0,0 0 0 0 0,-25 0 876 0 0,22 3-656 0 0,-11 9-9 0 0,11-9-29 0 0,2 1-55 0 0,0-2-123 0 0,1-1-29 0 0,0 0-1 0 0,1 0 1 0 0,-1 0-1 0 0,0 0 1 0 0,0 0-1 0 0,1 0 1 0 0,-1 0-1 0 0,1 0 1 0 0,-1 1-1 0 0,1-1 1 0 0,-1 0-1 0 0,1 3 241 0 0,-1 1-31 0 0,0 14-16 0 0,1-14-17 0 0,1 0 1 0 0,2 2-88 0 0,0 0-1 0 0,-1-1 1 0 0,2 1-1 0 0,-1-1 0 0 0,1 0 1 0 0,0 0-1 0 0,1 0 1 0 0,-1-1-1 0 0,9 9 1 0 0,12 6 304 0 0,1-1-1 0 0,37 22 1 0 0,38 25 145 0 0,-87-55-479 0 0,4 2 134 0 0,1 2 0 0 0,-2 0 0 0 0,16 18 0 0 0,-30-30-114 0 0,-1 1 13 0 0,0-1-82 0 0,-1 1 0 0 0,0-1 0 0 0,1 0 0 0 0,-1 1 0 0 0,-1 0 0 0 0,1-1 0 0 0,0 1 0 0 0,-1-1 0 0 0,0 1 0 0 0,0 0 0 0 0,0 3 1 0 0,-1-1-17 0 0,-2-3-24 0 0,-4 1-105 0 0,0 1 1 0 0,0-1 0 0 0,-1-1 0 0 0,1 1 0 0 0,-1-1 0 0 0,0-1 0 0 0,1 1 0 0 0,-1-1 0 0 0,0-1 0 0 0,-1 1 0 0 0,1-2 0 0 0,0 1 0 0 0,0-1 0 0 0,0 0 0 0 0,-15-2 0 0 0,9 0-545 0 0,1 0 0 0 0,-1 0 0 0 0,1-2 0 0 0,-1 0 0 0 0,1 0 0 0 0,0-1 0 0 0,1-1 0 0 0,-1 0 0 0 0,-21-14 0 0 0,-7-18-1876 0 0,37 33 1498 0 0,-1-1-1 0 0,1 0 1 0 0,0 0-1 0 0,-5-11 1 0 0,-4-11-3345 0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7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1 148 2520 0 0,'0'0'1304'0'0,"3"-4"-148"0"0,10-9-482 0 0,0 1 0 0 0,1 1 0 0 0,0 0-1 0 0,0 1 1 0 0,1 0 0 0 0,1 2 0 0 0,0-1 0 0 0,0 2 0 0 0,27-9 0 0 0,-10 6-705 0 0,1 2 1 0 0,0 1 0 0 0,65-4-1 0 0,-82 10-982 0 0,0 1 0 0 0,0 1-1 0 0,17 3 1 0 0,-24-3 607 0 0,4 1-2210 0 0,20 5-1866 0 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7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162 0 4996 0 0,'0'0'3042'0'0,"5"2"-2096"0"0,14 7-6 0 0,-15-7-148 0 0,-1 1-175 0 0,7 9-139 0 0,-7-9-92 0 0,-1 2-74 0 0,-1 1-245 0 0,0-1-1 0 0,0 1 1 0 0,-1-1 0 0 0,1 1-1 0 0,-1-1 1 0 0,0 1-1 0 0,-1 0 1 0 0,1-1 0 0 0,-1 1-1 0 0,-3 10 1 0 0,0-5-145 0 0,0 1 1 0 0,-1-1-1 0 0,0 0 0 0 0,-12 18 1 0 0,2-9-953 0 0,0 0 0 0 0,-1-1 1 0 0,0-1-1 0 0,-32 27 0 0 0,17-22-1788 0 0,1-1-2029 0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7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 11 2632 0 0,'0'0'5986'0'0,"-1"-3"-5316"0"0,-4-5 1385 0 0,4 12-815 0 0,7 23-370 0 0,6 29-363 0 0,-3 17-202 0 0,-2-3-154 0 0,8 79-1211 0 0,-15-142 570 0 0,1-3-9 0 0,0 1 1 0 0,0 0-1 0 0,0-1 1 0 0,1 1-1 0 0,-1-1 0 0 0,1 0 1 0 0,0 1-1 0 0,1-1 1 0 0,4 6-1 0 0,-5-6-2382 0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7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39 25 2888 0 0,'1'-4'1417'0'0,"3"-17"5266"0"0,-16 38-6182 0 0,10-14-226 0 0,0 2-40 0 0,-19 68 954 0 0,20-69-987 0 0,-1 1-21 0 0,-2 49 685 0 0,4-49-676 0 0,3 0-153 0 0,-1 0 0 0 0,1-1 0 0 0,0 1-1 0 0,1-1 1 0 0,-1 1 0 0 0,1-1 0 0 0,-1 0 0 0 0,1 0-1 0 0,1-1 1 0 0,-1 1 0 0 0,0-1 0 0 0,1 0-1 0 0,0 0 1 0 0,-1-1 0 0 0,1 1 0 0 0,0-1-1 0 0,1 0 1 0 0,-1 0 0 0 0,6 1 0 0 0,-8-2-37 0 0,7 2 3 0 0,0 0-1 0 0,0-1 1 0 0,0 0-1 0 0,0 0 1 0 0,20 0 0 0 0,-14-2-64 0 0,6 0 75 0 0,-14 0-26 0 0,-1-1 1 0 0,0 1-1 0 0,0-1 0 0 0,0 0 0 0 0,0-1 0 0 0,0 0 1 0 0,0 0-1 0 0,0-1 0 0 0,0 1 0 0 0,-1-1 1 0 0,0-1-1 0 0,1 1 0 0 0,-1-1 0 0 0,0 0 0 0 0,-1-1 1 0 0,1 1-1 0 0,9-11 0 0 0,-13 12 17 0 0,-2 1-6 0 0,0 0 1 0 0,0 1-1 0 0,1-1 0 0 0,-1 0 0 0 0,1 1 0 0 0,-1-1 0 0 0,1 1 0 0 0,0-1 0 0 0,-1 0 0 0 0,1 1 0 0 0,2-3 0 0 0,-1 0-4 0 0,0-1-12 0 0,-1 0-22 0 0,2-16 49 0 0,-2 16-8 0 0,-1-1-52 0 0,-1-17 44 0 0,1 17 16 0 0,-2 2-20 0 0,-4-15 52 0 0,6 18-33 0 0,-1 0 0 0 0,1 0 0 0 0,0 0 0 0 0,-1 0 1 0 0,1 0-1 0 0,-1 0 0 0 0,0 0 0 0 0,1 0 0 0 0,-1 0 1 0 0,0 0-1 0 0,1 0 0 0 0,-1 0 0 0 0,0 0 1 0 0,0 0-1 0 0,0 1 0 0 0,0-1 0 0 0,0 0 0 0 0,0 1 1 0 0,0-1-1 0 0,-2 0 0 0 0,2 1-3 0 0,0 1 0 0 0,0-1-1 0 0,0 1 1 0 0,0 0 0 0 0,0-1 0 0 0,0 1-1 0 0,0 0 1 0 0,0-1 0 0 0,0 1 0 0 0,0 0-1 0 0,0 0 1 0 0,0 0 0 0 0,1 0 0 0 0,-1 0-1 0 0,0 0 1 0 0,1 0 0 0 0,-1 0 0 0 0,1 0 0 0 0,-1 2-1 0 0,-7 14 28 0 0,5-4-24 0 0,-1-1-1 0 0,1 1 0 0 0,1-1 1 0 0,-1 26-1 0 0,1-15-7 0 0,-24 215-375 0 0,28-210-374 0 0,-2-23 198 0 0,1 1-120 0 0,1-1-19 0 0,0 0-1 0 0,0 0 1 0 0,0 0 0 0 0,1-1-1 0 0,-1 1 1 0 0,7 8-1 0 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7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58 132 3680 0 0,'1'-5'1358'0'0,"5"-12"-188"0"0,-5 13 603 0 0,1-1-1092 0 0,2-12-97 0 0,-3 12 1056 0 0,0 1-1429 0 0,9-37 3041 0 0,-8 37-2490 0 0,1 1-682 0 0,31-21 171 0 0,-30 22-200 0 0,2 2-23 0 0,18 0 11 0 0,-19 0-16 0 0,1 2-2 0 0,-1-1-4 0 0,1 1 0 0 0,-1 0-1 0 0,1 1 1 0 0,-1-1 0 0 0,0 1-1 0 0,0 0 1 0 0,0 0 0 0 0,-1 1 0 0 0,1 0-1 0 0,-1-1 1 0 0,0 2 0 0 0,0-1-1 0 0,5 7 1 0 0,-4-5 6 0 0,-1 1-1 0 0,-1-1 1 0 0,1 1 0 0 0,-1 0-1 0 0,0 0 1 0 0,-1 0 0 0 0,1 0-1 0 0,-1 1 1 0 0,-1-1 0 0 0,0 1-1 0 0,0-1 1 0 0,0 1 0 0 0,-1-1-1 0 0,0 1 1 0 0,0 0 0 0 0,-1-1-1 0 0,0 1 1 0 0,0-1 0 0 0,-1 1-1 0 0,0-1 1 0 0,-4 11 0 0 0,1-7-19 0 0,0 0 0 0 0,0 0 0 0 0,-1-1 0 0 0,-1 0 0 0 0,1 0 0 0 0,-2 0 0 0 0,1-1 0 0 0,-1 0 0 0 0,-1-1 0 0 0,0 0 0 0 0,0 0 0 0 0,0-1 0 0 0,-1 0 0 0 0,0 0 0 0 0,0-1 0 0 0,-16 7 0 0 0,-15 3 17 0 0,37-15-21 0 0,0 0 10 0 0,1 0-12 0 0,2-1 1 0 0,0 1-1 0 0,0-1 1 0 0,0 1-1 0 0,-1-1 1 0 0,1 0-1 0 0,0 0 1 0 0,0 1-1 0 0,0-1 0 0 0,-1 0 1 0 0,1 0-1 0 0,0 0 1 0 0,0 0-1 0 0,0-1 1 0 0,0 1-1 0 0,-1 0 1 0 0,1 0-1 0 0,0-1 1 0 0,0 1-1 0 0,-2-1 1 0 0,-14-7-5 0 0,16 7 7 0 0,-1 1-1 0 0,1-1 0 0 0,0 0 1 0 0,0 0-1 0 0,0 1 1 0 0,0-1-1 0 0,1 0 1 0 0,-1 0-1 0 0,0 0 0 0 0,0 0 1 0 0,0 0-1 0 0,1 0 1 0 0,-1 0-1 0 0,1-1 1 0 0,-1 1-1 0 0,1 0 1 0 0,-1 0-1 0 0,1 0 0 0 0,-1-1 1 0 0,1 1-1 0 0,0 0 1 0 0,0 0-1 0 0,0-3 1 0 0,2-20 8 0 0,-2 22-21 0 0,0-2 7 0 0,1-1 0 0 0,0 1 0 0 0,0-1 0 0 0,0 1 1 0 0,1 0-1 0 0,-1-1 0 0 0,1 1 0 0 0,0 0 1 0 0,2-4-1 0 0,-1 4 15 0 0,-1 0 89 0 0,1 0-105 0 0,-1 0-8 0 0,1 1 1 0 0,-1 0-1 0 0,1 0 1 0 0,0 0-1 0 0,0 0 0 0 0,0 1 1 0 0,0-1-1 0 0,1 1 1 0 0,-1 0-1 0 0,1 0 1 0 0,-1 0-1 0 0,1 0 0 0 0,0 0 1 0 0,0 1-1 0 0,0 0 1 0 0,4-1-1 0 0,-3 2 27 0 0,-4 1-9 0 0,1 0-1 0 0,-1 0 1 0 0,1 0-1 0 0,0 0 0 0 0,0 0 1 0 0,-1 0-1 0 0,1 0 1 0 0,0 0-1 0 0,3 0 0 0 0,2 4 20 0 0,0 0-1 0 0,-1 0 1 0 0,0 0-1 0 0,0 1 0 0 0,0 0 1 0 0,-1 0-1 0 0,0 1 1 0 0,0-1-1 0 0,0 1 0 0 0,-1 0 1 0 0,6 13-1 0 0,5 6 10 0 0,-5-10 23 0 0,1 0 0 0 0,1-1 1 0 0,20 20-1 0 0,-30-32-112 0 0,0-3 26 0 0,-1 0 1 0 0,1 1-1 0 0,-1-1 0 0 0,0 1 1 0 0,1 0-1 0 0,-1-1 1 0 0,0 1-1 0 0,0 0 1 0 0,1 0-1 0 0,-1-1 1 0 0,0 1-1 0 0,2 2 1 0 0,-1-1-50 0 0,2 0-307 0 0,1 0-88 0 0,1 0 115 0 0,0 0 1 0 0,0-1 0 0 0,0 0 0 0 0,0 0-1 0 0,0-1 1 0 0,7 0 0 0 0,-8 0-362 0 0,1-2-34 0 0,4 0 107 0 0,-1-1-1 0 0,0 0 0 0 0,0 0 1 0 0,0-1-1 0 0,-1 0 1 0 0,1-1-1 0 0,12-9 0 0 0,27-34-1948 0 0,-7-2 3287 0 0,-38 47-241 0 0,-2 1-273 0 0,0 1 0 0 0,1-1 1 0 0,-1 1-1 0 0,0-1 0 0 0,0 0 0 0 0,0 1 0 0 0,0-1 0 0 0,0 0 1 0 0,0 0-1 0 0,-1 0 0 0 0,1 0 0 0 0,0-2 0 0 0,5-15 2397 0 0,-34 20-2191 0 0,23-1 31 0 0,5 1-410 0 0,-1-1-1 0 0,1 1 1 0 0,0-1 0 0 0,0 1-1 0 0,-1-1 1 0 0,1 0 0 0 0,0 1-1 0 0,-1-1 1 0 0,1 0 0 0 0,0 1-1 0 0,-1-1 1 0 0,1 0 0 0 0,0 1 0 0 0,-1-1-1 0 0,1 0 1 0 0,-1 0 0 0 0,1 1-1 0 0,-1-1 1 0 0,1 0 0 0 0,-1 0-1 0 0,1 0 1 0 0,0 0 0 0 0,-1 1-1 0 0,1-1 1 0 0,-2 0 0 0 0,2 0 41 0 0,-1 0-1 0 0,1 0 1 0 0,-1 0 0 0 0,1 0 0 0 0,-1 0 0 0 0,1 0-1 0 0,-1 0 1 0 0,1 1 0 0 0,-1-1 0 0 0,1 0 0 0 0,0 0-1 0 0,-1 1 1 0 0,1-1 0 0 0,-1 0 0 0 0,1 0 0 0 0,0 1-1 0 0,-1-1 1 0 0,1 0 0 0 0,0 1 0 0 0,-1-1 0 0 0,1 1-1 0 0,0-1 1 0 0,0 0 0 0 0,-1 1 0 0 0,1 0 0 0 0,0 0-33 0 0,0-1-1 0 0,0 1 1 0 0,0-1 0 0 0,0 1 0 0 0,0-1 0 0 0,0 1 0 0 0,0-1-1 0 0,0 1 1 0 0,1-1 0 0 0,-1 1 0 0 0,0-1 0 0 0,0 1 0 0 0,1-1-1 0 0,-1 1 1 0 0,0-1 0 0 0,1 1 0 0 0,-1-1 0 0 0,0 0 0 0 0,1 1-1 0 0,-1-1 1 0 0,0 0 0 0 0,1 1 0 0 0,-1-1 0 0 0,1 0 0 0 0,-1 1-1 0 0,1-1 1 0 0,-1 0 0 0 0,1 0 0 0 0,-1 0 0 0 0,1 1 0 0 0,-1-1-1 0 0,1 0 1 0 0,-1 0 0 0 0,1 0 0 0 0,-1 0 0 0 0,1 0 0 0 0,-1 0-1 0 0,1 0 1 0 0,0 0 0 0 0,-1 0 0 0 0,1 0 0 0 0,-1 0 0 0 0,1-1-1 0 0,17-4 239 0 0,-18 5-264 0 0,4-2 163 0 0,1 0-21 0 0,-1 0 0 0 0,0 0 0 0 0,0-1 0 0 0,1 1 0 0 0,-2-1 0 0 0,7-5 0 0 0,-6 5 69 0 0,-2 1-134 0 0,7-8 117 0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7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86 22 2904 0 0,'0'0'4763'0'0,"-2"-3"-4263"0"0,-9-15 1189 0 0,8 19-1327 0 0,-32 21 1171 0 0,31-19-1288 0 0,2 0-29 0 0,2-2-255 0 0,-17 29 1092 0 0,17-29-992 0 0,-1 1 1 0 0,0-1 0 0 0,1 1-1 0 0,-1 0 1 0 0,1-1-1 0 0,0 1 1 0 0,-1 0 0 0 0,1-1-1 0 0,0 1 1 0 0,0 0-1 0 0,0-1 1 0 0,0 1 0 0 0,0 0-1 0 0,1-1 1 0 0,-1 1-1 0 0,0-1 1 0 0,1 1-1 0 0,-1 0 1 0 0,1-1 0 0 0,0 1-1 0 0,-1-1 1 0 0,1 1-1 0 0,1 1 1 0 0,11 10 309 0 0,0-1 0 0 0,1 0 1 0 0,0 0-1 0 0,30 16 0 0 0,79 37 1042 0 0,-89-48-1089 0 0,4 5-247 0 0,-35-20-10 0 0,0 1 8 0 0,15 10 169 0 0,-17 10-168 0 0,-1-18-20 0 0,-4-1-20 0 0,-3 3-22 0 0,-8 5 27 0 0,-48 13 18 0 0,-31-2-83 0 0,89-22-8 0 0,-2 0-89 0 0,-20 1-97 0 0,21-2-102 0 0,0-1-142 0 0,-19-4-137 0 0,19 3-152 0 0,1 0-138 0 0,-16-7-122 0 0,16 7-135 0 0,1-1-191 0 0,-28-27-5353 0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0 143 2708 0 0,'9'-12'2504'0'0,"1"0"-1"0"0,22-19 0 0 0,-23 24-2103 0 0,0 0 0 0 0,0 1 0 0 0,1 0 1 0 0,0 0-1 0 0,0 1 0 0 0,0 0 0 0 0,0 1 0 0 0,18-5 0 0 0,72-15-2216 0 0,-96 23 808 0 0,2 0-408 0 0,17-4-299 0 0,-17 3-1161 0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231 1 2032 0 0,'5'0'1794'0'0,"13"1"-699"0"0,0 2 1 0 0,0 0-1 0 0,-1 0 0 0 0,1 2 1 0 0,-1 0-1 0 0,33 15 1 0 0,-32-10-430 0 0,1 0 0 0 0,-2 1 0 0 0,1 1 0 0 0,-1 1 1 0 0,26 25-1 0 0,-29-23-445 0 0,0 0 1 0 0,-1 0 0 0 0,-1 1-1 0 0,-1 1 1 0 0,0 0 0 0 0,-1 0-1 0 0,-1 1 1 0 0,-1 1 0 0 0,0-1-1 0 0,-2 1 1 0 0,0 1 0 0 0,-1-1-1 0 0,-1 1 1 0 0,3 26 0 0 0,-7-16-78 0 0,0 0 0 0 0,-2-1 1 0 0,-2 1-1 0 0,0-1 1 0 0,-2 0-1 0 0,-1 0 0 0 0,-2-1 1 0 0,-20 47-1 0 0,-1-10-288 0 0,-4-1 1 0 0,-58 83-1 0 0,56-94-998 0 0,-3-2-1 0 0,-63 63 0 0 0,70-83-885 0 0,-2-1-1 0 0,0-2 1 0 0,-2-1 0 0 0,-50 27 0 0 0,41-29-4047 0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8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32 1 2580 0 0,'0'0'11892'0'0,"0"6"-11721"0"0,-2 62 233 0 0,-8 114-36 0 0,-3 111-30 0 0,17-60-142 0 0,-4-227-199 0 0,0 1 19 0 0,0 19 7 0 0,0 10 67 0 0,0-30-8 0 0,0 1-10 0 0,0 18-6 0 0,0-19-13 0 0,0 0-23 0 0,-2 15-4 0 0,2-15-2 0 0,0-2 12 0 0,-1 15-28 0 0,0-14 53 0 0,1 0-80 0 0,-5 45 177 0 0,5-45-17 0 0,0 0-111 0 0,-1 13-9 0 0,0-13 55 0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8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2352 0 0,'0'0'7746'0'0,"2"3"-7324"0"0,7 15 77 0 0,1-2 0 0 0,14 18 0 0 0,25 37-136 0 0,-31-48-635 0 0,-15-20-46 0 0,0 0-92 0 0,9 9-71 0 0,-9-9-170 0 0,1 0-1144 0 0,13 7 903 0 0,-12-8-92 0 0,0-2-2161 0 0,21 2-247 0 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5.88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241 25 3420 0 0,'9'-24'9028'0'0,"-11"24"-9007"0"0,1 1 0 0 0,-1 0-1 0 0,1-1 1 0 0,-1 1 0 0 0,1 0-1 0 0,0 0 1 0 0,0 0 0 0 0,-1 0-1 0 0,1 0 1 0 0,0 0 0 0 0,0 0-1 0 0,-1 2 1 0 0,1-2 11 0 0,0-1-22 0 0,-1 1 1 0 0,1-1-1 0 0,0 1 0 0 0,0 0 0 0 0,0 0 1 0 0,0-1-1 0 0,1 1 0 0 0,-1 0 0 0 0,0 0 0 0 0,0 0 1 0 0,0 0-1 0 0,1 0 0 0 0,-1 0 0 0 0,0 0 1 0 0,1 1-1 0 0,-1 0 0 0 0,-9 17 100 0 0,-93 123-904 0 0,22-42-7103 0 0,59-74 3595 0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1:57.27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4852 0 0,'0'0'7895'0'0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2:19.87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 27 3548 0 0,'-5'-26'10561'0'0,"9"27"-10269"0"0,1 2-170 0 0,-1 1 1 0 0,0 0 0 0 0,0-1-1 0 0,0 1 1 0 0,0 1 0 0 0,0-1-1 0 0,-1 0 1 0 0,0 1-1 0 0,0 0 1 0 0,4 7 0 0 0,-5-7-100 0 0,78 124 773 0 0,-78-126-835 0 0,24 37-1456 0 0,-24-37 976 0 0,0 0-1833 0 0,7 8 1972 0 0,11-22-11364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2:20.13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351 28 3364 0 0,'0'0'4032'0'0,"-1"-4"-3408"0"0,-3-19 1672 0 0,-1 24-2087 0 0,-3 3-104 0 0,0 1 0 0 0,0 0 1 0 0,1 0-1 0 0,0 1 0 0 0,0-1 1 0 0,0 2-1 0 0,-6 6 0 0 0,-121 147 356 0 0,72-85-2425 0 0,-2 0-3963 0 0,48-57 2030 0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2:24.22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215 19 2972 0 0,'0'0'3221'0'0,"-2"-3"-2588"0"0,1 2-549 0 0,0 0 0 0 0,0-1 0 0 0,-1 1 0 0 0,1 0 0 0 0,0 0 0 0 0,0 0 0 0 0,0 0 1 0 0,-1 0-1 0 0,1 0 0 0 0,-1 1 0 0 0,1-1 0 0 0,0 0 0 0 0,-1 1 0 0 0,1-1 0 0 0,-1 1 0 0 0,0-1 0 0 0,1 1 0 0 0,-1 0 0 0 0,1 0 0 0 0,-1 0 0 0 0,0 0 1 0 0,1 0-1 0 0,-1 0 0 0 0,1 0 0 0 0,-1 0 0 0 0,1 0 0 0 0,-1 1 0 0 0,0-1 0 0 0,1 1 0 0 0,-3 1 0 0 0,-61 38 1228 0 0,52-31-1109 0 0,1 1-1 0 0,0 1 1 0 0,1 0 0 0 0,0 0-1 0 0,0 1 1 0 0,-8 14-1 0 0,16-22-34 0 0,1 0 12 0 0,0 4-75 0 0,1 0-1 0 0,-1-1 0 0 0,1 1 0 0 0,1 0 0 0 0,-1 0 0 0 0,1 0 0 0 0,1 0 0 0 0,1 10 0 0 0,-1-13 4 0 0,2-1-10 0 0,3 3 5 0 0,0 1 0 0 0,1-1 0 0 0,-1-1 0 0 0,2 1 0 0 0,12 8 0 0 0,-15-12 33 0 0,0-1-4 0 0,15 5 3 0 0,-15-5-1 0 0,0-1-18 0 0,17 4 0 0 0,-16-4-23 0 0,-1-1-24 0 0,16 1-13 0 0,-16-1 51 0 0,1 0-105 0 0,17-2-91 0 0,-17 1-117 0 0,-1 0-357 0 0,22-3-464 0 0,-23 3-265 0 0,13-5 648 0 0,-12 5-311 0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2:24.55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 0 2948 0 0,'0'0'11182'0'0,"-1"6"-10751"0"0,-1 15-39 0 0,1-15-32 0 0,1-1-29 0 0,-1 13-32 0 0,0-13-40 0 0,1 1-51 0 0,2 91 627 0 0,-2-91-834 0 0,1 0-71 0 0,-1 3-259 0 0,1 20-689 0 0,1-2-9070 0 0,-1-3 4387 0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2:26.72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25 2264 0 0,'0'0'2858'0'0,"1"-4"-2563"0"0,2-12-54 0 0,-2 11-16 0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2:33.8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34 0 1860 0 0,'0'0'10025'0'0,"-2"3"-9968"0"0,-9 8-9 0 0,8-8-7 0 0,3 2-20 0 0,-8 55-35 0 0,0 76-2580 0 0,7-55-2840 0 0,1-74 1464 0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2:56.75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144 116 1528 0 0,'0'0'1072'0'0,"-3"-2"-132"0"0,-18-18 5233 0 0,16 14-6706 0 0,2 3 1321 0 0,-4-20 444 0 0,6 19-1154 0 0,-5-15 390 0 0,-11 25-482 0 0,14-4 14 0 0,-1 0 14 0 0,2 2 19 0 0,-5 12-44 0 0,5-12-5 0 0,1 1-16 0 0,-2 14 40 0 0,2-15 52 0 0,2 0-105 0 0,1 0 18 0 0,0 1 1 0 0,0-1-1 0 0,0 0 0 0 0,1 0 0 0 0,5 8 0 0 0,-5-10 3 0 0,1 0-62 0 0,12 3 73 0 0,-12-3 5 0 0,1-4-12 0 0,0 0 29 0 0,0 0-1 0 0,-1 0 1 0 0,1-1 0 0 0,0 1-1 0 0,6-6 1 0 0,-9 6-12 0 0,0-2-5 0 0,-1 0 2 0 0,1 0 1 0 0,-1 0 0 0 0,0-1-1 0 0,0 1 1 0 0,-1-1-1 0 0,1 1 1 0 0,-1-1 0 0 0,0 1-1 0 0,0-1 1 0 0,0 1 0 0 0,-1-1-1 0 0,0 1 1 0 0,-1-5-1 0 0,1 5-9 0 0,0 3-15 0 0,1 0 28 0 0,0 1 1 0 0,0-1-1 0 0,-1 0 1 0 0,1 0-1 0 0,-1 0 1 0 0,1 1 0 0 0,-1-1-1 0 0,1 0 1 0 0,-1 1-1 0 0,1-1 1 0 0,-1 0-1 0 0,0 1 1 0 0,1-1-1 0 0,-1 1 1 0 0,0-1-1 0 0,1 1 1 0 0,-1-1-1 0 0,0 1 1 0 0,0-1-1 0 0,1 1 1 0 0,-1 0-1 0 0,0-1 1 0 0,0 1-1 0 0,0 0 1 0 0,0 0-1 0 0,0 0 1 0 0,-1 0-1 0 0,-17-3-8 0 0,14 3 41 0 0,5 0-31 0 0,0 0 1 0 0,0 1 0 0 0,0-1-1 0 0,1 0 1 0 0,-1 0 0 0 0,0 0-1 0 0,0 1 1 0 0,0-1 0 0 0,0 0-1 0 0,0 0 1 0 0,0 0-1 0 0,0 1 1 0 0,0-1 0 0 0,0 0-1 0 0,0 0 1 0 0,0 0 0 0 0,0 1-1 0 0,0-1 1 0 0,0 0 0 0 0,0 0-1 0 0,0 0 1 0 0,0 1 0 0 0,0-1-1 0 0,0 0 1 0 0,0 0 0 0 0,-1 0-1 0 0,1 1 1 0 0,0-1 0 0 0,0 0-1 0 0,0 0 1 0 0,0 0-1 0 0,0 0 1 0 0,0 1 0 0 0,-1-1-1 0 0,1 0 1 0 0,0 0 0 0 0,0 0-1 0 0,0 0 1 0 0,-1 0 0 0 0,1 0-1 0 0,0 0 1 0 0,0 1 0 0 0,0-1-1 0 0,0 0 1 0 0,-1 0 0 0 0,-5 4-4 0 0,-3 26 28 0 0,8-26-26 0 0,8 15 9 0 0,-5-15 21 0 0,7 0 21 0 0,-9-3-49 0 0,0-1 0 0 0,1 1 0 0 0,-1-1 0 0 0,1 1 0 0 0,-1-1 0 0 0,1 0 0 0 0,-1 1 0 0 0,1-1-1 0 0,-1 0 1 0 0,1 0 0 0 0,-1 1 0 0 0,1-1 0 0 0,-1 0 0 0 0,1 0 0 0 0,-1 0 0 0 0,1 0 0 0 0,0 0 0 0 0,-1 0 0 0 0,1 0 0 0 0,-1 0 0 0 0,1 0 0 0 0,-1 0 0 0 0,1 0 0 0 0,0 0 0 0 0,-1 0 0 0 0,1 0 0 0 0,-1 0 0 0 0,1 0 0 0 0,-1-1 0 0 0,1 1 0 0 0,0-1 0 0 0,1 0 6 0 0,-1 0-7 0 0,0 0 1 0 0,0 0-1 0 0,0 0 0 0 0,0 1 1 0 0,0-1-1 0 0,0 0 0 0 0,0 0 1 0 0,0 1-1 0 0,1-1 0 0 0,-1 1 1 0 0,0-1-1 0 0,3 1 6 0 0,-3-4 22 0 0,0 2-26 0 0,0 0 1 0 0,0-1-1 0 0,0 1 1 0 0,0-1-1 0 0,0 1 1 0 0,-1-1-1 0 0,1 0 0 0 0,-1 0 1 0 0,0 1-1 0 0,1-1 1 0 0,-1 0-1 0 0,0 1 1 0 0,-1-1-1 0 0,1 0 0 0 0,0 0 1 0 0,-1 1-1 0 0,-1-5 1 0 0,-5-7 9 0 0,5 11 22 0 0,-2 1-52 0 0,-12-3 19 0 0,12 3-5 0 0,0 5 13 0 0,-12 5 4 0 0,12-6 15 0 0,-5 14 11 0 0,7-14-32 0 0,0 2 45 0 0,1 0-38 0 0,-2 15-1 0 0,2-14 13 0 0,2-1-69 0 0,1 13 36 0 0,-1-12-5 0 0,1-3-4 0 0,9 9 2 0 0,-9-8 15 0 0,2-2-5 0 0,13 5 6 0 0,-13-5-1 0 0,0-2-19 0 0,12-6 20 0 0,-14 6-2 0 0,0 0 0 0 0,-1 0 1 0 0,1-1-1 0 0,-1 1 0 0 0,1-1 0 0 0,-1 1 1 0 0,0-1-1 0 0,1 1 0 0 0,-1-1 0 0 0,0 0 1 0 0,0 0-1 0 0,0 0 0 0 0,0 1 0 0 0,0-1 1 0 0,-1 0-1 0 0,1 0 0 0 0,0 0 0 0 0,-1 0 1 0 0,0 0-1 0 0,1 0 0 0 0,-1-1 0 0 0,0 1 1 0 0,0-2-1 0 0,0 2 0 0 0,0-3 8 0 0,0 0-4 0 0,-1-1-10 0 0,-1-1 0 0 0,0 1 0 0 0,0-1 0 0 0,0 1 0 0 0,-4-7 0 0 0,4 9-12 0 0,-1 2 7 0 0,1 0 5 0 0,1 1-1 0 0,-1-1 1 0 0,0 1 0 0 0,1 0-1 0 0,-1-1 1 0 0,0 1 0 0 0,0 0-1 0 0,0 0 1 0 0,0 0 0 0 0,0 1 0 0 0,0-1-1 0 0,0 0 1 0 0,-1 1 0 0 0,1 0-1 0 0,0-1 1 0 0,0 1 0 0 0,0 0-1 0 0,-5 0 1 0 0,5 1-2 0 0,0 0 0 0 0,-1 0 0 0 0,1 0 0 0 0,0 0 0 0 0,0 0 0 0 0,0 1 1 0 0,0-1-1 0 0,0 1 0 0 0,0-1 0 0 0,0 1 0 0 0,0 0 0 0 0,0-1 0 0 0,1 1 0 0 0,-1 0 0 0 0,-1 4 0 0 0,1-3 80 0 0,-7 20-157 0 0,9-18 117 0 0,1 16 14 0 0,0-16-11 0 0,1-2-201 0 0,-1-1 173 0 0,0-2-4 0 0,0 1-1 0 0,0 0 0 0 0,0 0 1 0 0,0 0-1 0 0,0 0 0 0 0,-1 1 1 0 0,1-1-1 0 0,0 0 0 0 0,-1 0 1 0 0,1 0-1 0 0,-1 1 0 0 0,2 1 7 0 0,2-1-176 0 0,-1-1 173 0 0,1 0 0 0 0,-1-1 0 0 0,1 1 1 0 0,-1 0-1 0 0,0-1 0 0 0,1 0 0 0 0,-1 0 0 0 0,1 0 0 0 0,-1 0 0 0 0,5-2 0 0 0,-4 1-116 0 0,-1-1 206 0 0,0 0-93 0 0,-1 0-1 0 0,0 0 0 0 0,1 0 1 0 0,-1-1-1 0 0,0 1 1 0 0,0-1-1 0 0,-1 1 0 0 0,1-1 1 0 0,0 1-1 0 0,-1-1 0 0 0,0 0 1 0 0,1 0-1 0 0,-1 0 1 0 0,0 0-1 0 0,-1 0 0 0 0,1 0 1 0 0,0 0-1 0 0,-1 0 0 0 0,0 0 1 0 0,0 0-1 0 0,0-1 1 0 0,0 1-1 0 0,0 0 0 0 0,0 0 1 0 0,-1 0-1 0 0,-1-4 0 0 0,1 3 32 0 0,-16-9-193 0 0,13 10 272 0 0,-25 4-257 0 0,23 0 258 0 0,3 1-80 0 0,-28 26-146 0 0,29-24 202 0 0,0 0-48 0 0,-4 12-38 0 0,5-12 48 0 0,2 1-44 0 0,-1 0-7 0 0,0 3 2 0 0,18 17-12 0 0,-16-22-22 0 0,2-1 41 0 0,11 3 4 0 0,-11-4 10 0 0,0-2-26 0 0,12-3 6 0 0,-12 3 4 0 0,-1-2-22 0 0,-1 1 13 0 0,0-1-1 0 0,0 1 1 0 0,-1-1-1 0 0,1 0 1 0 0,-1 1-1 0 0,1-1 1 0 0,-1 0-1 0 0,0 0 1 0 0,0 0-1 0 0,0 0 1 0 0,-1 0-1 0 0,1 0 1 0 0,-1 0-1 0 0,1 0 1 0 0,-1 0-1 0 0,0 0 1 0 0,0-1-1 0 0,-1-2 1 0 0,0 1-6 0 0,-3 4-34 0 0,3 0 44 0 0,-1 0-1 0 0,0 0 1 0 0,0 1-1 0 0,0-1 0 0 0,0 0 1 0 0,0 1-1 0 0,0 0 0 0 0,0 0 1 0 0,0-1-1 0 0,0 1 1 0 0,0 1-1 0 0,0-1 0 0 0,0 0 1 0 0,0 0-1 0 0,0 1 1 0 0,0-1-1 0 0,0 1 0 0 0,-2 0 1 0 0,0 1 29 0 0,4-2-32 0 0,0 0 0 0 0,0 0 0 0 0,1 1 0 0 0,-1-1 1 0 0,0 0-1 0 0,0 0 0 0 0,0 0 0 0 0,0 0 0 0 0,0 1 0 0 0,0-1 1 0 0,0 0-1 0 0,0 0 0 0 0,0 1 0 0 0,0-1 0 0 0,0 0 0 0 0,0 0 1 0 0,0 0-1 0 0,0 1 0 0 0,0-1 0 0 0,0 0 0 0 0,0 0 0 0 0,0 0 1 0 0,0 1-1 0 0,0-1 0 0 0,0 0 0 0 0,-1 0 0 0 0,1 0 1 0 0,0 0-1 0 0,0 1 0 0 0,0-1 0 0 0,0 0 0 0 0,0 0 0 0 0,0 0 1 0 0,-1 0-1 0 0,1 1 0 0 0,0-1 0 0 0,0 0 0 0 0,0 0 0 0 0,0 0 1 0 0,-1 0-1 0 0,1 0 0 0 0,0 0 0 0 0,0 0 0 0 0,0 0 0 0 0,-1 0 1 0 0,1 0-1 0 0,0 1 0 0 0,0-1 0 0 0,0 0 0 0 0,-1 0 0 0 0,1 0 1 0 0,0 0-1 0 0,-7 3-4 0 0,4 30 87 0 0,3-28-22 0 0,7-1-68 0 0,-7-4 10 0 0,0 1 0 0 0,0-1-1 0 0,0 0 1 0 0,1 1 0 0 0,-1-1-1 0 0,0 0 1 0 0,0 0 0 0 0,1 1-1 0 0,-1-1 1 0 0,0 0 0 0 0,0 0 0 0 0,1 1-1 0 0,-1-1 1 0 0,0 0 0 0 0,1 0-1 0 0,-1 0 1 0 0,0 0 0 0 0,1 0-1 0 0,-1 1 1 0 0,0-1 0 0 0,1 0-1 0 0,-1 0 1 0 0,0 0 0 0 0,1 0 0 0 0,-1 0-1 0 0,1 0 1 0 0,-1 0 0 0 0,0 0-1 0 0,1 0 1 0 0,-1 0 0 0 0,1-1-1 0 0,-3-17-26 0 0,1 13-1 0 0,-3 7-36 0 0,3-1 85 0 0,0 0 0 0 0,-1 0 0 0 0,1 0 1 0 0,0 0-1 0 0,-1 0 0 0 0,1 0 0 0 0,-1-1 1 0 0,1 1-1 0 0,-1-1 0 0 0,-3 2 0 0 0,5 2-12 0 0,-3 18 44 0 0,6-20-68 0 0,-3-1 10 0 0,1-1 1 0 0,-1 1 0 0 0,1-1-1 0 0,-1 0 1 0 0,1 1 0 0 0,0-1-1 0 0,-1 1 1 0 0,1-1 0 0 0,0 0-1 0 0,-1 1 1 0 0,1-1 0 0 0,0 0-1 0 0,-1 0 1 0 0,1 0 0 0 0,0 1-1 0 0,-1-1 1 0 0,1 0 0 0 0,0 0-1 0 0,0 0 1 0 0,-1 0 0 0 0,1 0-1 0 0,0 0 1 0 0,-1-1 0 0 0,1 1-1 0 0,0 0 1 0 0,0 0 0 0 0,-1 0-1 0 0,1-1 1 0 0,0 1 0 0 0,-1 0-1 0 0,1-1 1 0 0,-1 1 0 0 0,1 0-1 0 0,0-1 1 0 0,-1 1 0 0 0,1-1-1 0 0,-1 1 1 0 0,1-1 0 0 0,-1 1-1 0 0,1-1 1 0 0,-1 0 0 0 0,0 1-1 0 0,1-1 1 0 0,-1 0 0 0 0,3-2 3 0 0,-3-2-91 0 0,0 2 82 0 0,0 0 0 0 0,0-1 0 0 0,0 1 0 0 0,-1 0 1 0 0,1 0-1 0 0,-1-1 0 0 0,0 1 0 0 0,0 0 0 0 0,-1 0 0 0 0,-2-6 0 0 0,2 6 2 0 0,-3 2-1 0 0,-12-2 26 0 0,13 2-7 0 0,0 3-3 0 0,-8 8 4 0 0,8-7-12 0 0,1 6 3 0 0,2-9-4 0 0,0 1 0 0 0,1-1 0 0 0,-1 1 0 0 0,1-1 0 0 0,-1 1 0 0 0,1-1 0 0 0,-1 1 0 0 0,1 0 0 0 0,-1-1 0 0 0,1 1 0 0 0,0 0 0 0 0,-1 0 0 0 0,1-1 0 0 0,0 1 0 0 0,0 0 0 0 0,0 0 0 0 0,0-1 0 0 0,-1 1 0 0 0,1 0 0 0 0,0 1 0 0 0,-3 23 20 0 0,5-21-24 0 0,2 12 8 0 0,-3-12 13 0 0,4-5-54 0 0,12-3 45 0 0,-12 3 1 0 0,-4-3 14 0 0,1-2-73 0 0,-1-1 0 0 0,0 1-1 0 0,0-1 1 0 0,0-11 0 0 0,-1 13 10 0 0,-28 10 15 0 0,15 15 105 0 0,12-16-80 0 0,-3 14 0 0 0,2-14 38 0 0,4 0-35 0 0,2 13-1 0 0,-3-13 2 0 0,4-5-66 0 0,12-4 58 0 0,-12 4 34 0 0,0-8-68 0 0,-5 9 31 0 0,1-1 1 0 0,-1 1-1 0 0,0 0 1 0 0,1-1 0 0 0,-1 1-1 0 0,0-1 1 0 0,1 1-1 0 0,-1 0 1 0 0,0-1-1 0 0,1 1 1 0 0,-1-1-1 0 0,0 1 1 0 0,0-1 0 0 0,0 1-1 0 0,1-1 1 0 0,-1 1-1 0 0,0-1 1 0 0,0 1-1 0 0,0-1 1 0 0,0 1 0 0 0,0-1-1 0 0,0 1 1 0 0,0-1-1 0 0,0 1 1 0 0,0-1-1 0 0,0 1 1 0 0,0-1-1 0 0,0 0 1 0 0,-1 1 0 0 0,1-1-1 0 0,0 0 1 0 0,-7-10 3 0 0,6 11 3 0 0,0 0 0 0 0,1 0 1 0 0,-1 0-1 0 0,1 0 0 0 0,-1 0 1 0 0,1 0-1 0 0,-1 0 0 0 0,1 1 1 0 0,-1-1-1 0 0,1 0 0 0 0,-1 0 0 0 0,1 1 1 0 0,-1-1-1 0 0,1 0 0 0 0,-1 1 1 0 0,1-1-1 0 0,-1 0 0 0 0,1 1 1 0 0,0-1-1 0 0,-1 1 0 0 0,1-1 0 0 0,0 1 1 0 0,-1-1-1 0 0,1 1 0 0 0,-3 2 57 0 0,2 0-13 0 0,-5 12-28 0 0,5-12-3 0 0,-2 44 83 0 0,4-43-102 0 0,1-7-477 0 0,5-10 471 0 0,-6 9 205 0 0,-4 6-359 0 0,-11 1 73 0 0,20-15-118 0 0,-3 9 231 0 0,-8 4-25 0 0,-16 3-64 0 0,26 4 56 0 0,-5-7 9 0 0,0-1 0 0 0,0 0 0 0 0,0 1 0 0 0,0-1 0 0 0,0 1 0 0 0,0-1 0 0 0,0 1 0 0 0,0-1 0 0 0,0 0 0 0 0,1 1 0 0 0,-1-1 0 0 0,0 1 0 0 0,0-1 0 0 0,0 0 0 0 0,1 1 1 0 0,-1-1-1 0 0,0 0 0 0 0,1 1 0 0 0,-1-1 0 0 0,0 0 0 0 0,1 1 0 0 0,-1-1 0 0 0,0 0 0 0 0,1 0 0 0 0,-1 1 0 0 0,0-1 0 0 0,1 0 0 0 0,-1 0 0 0 0,1 0 0 0 0,-1 0 0 0 0,1 0 0 0 0,-1 1 0 0 0,0-1 0 0 0,1 0 1 0 0,-1 0-1 0 0,2 0 0 0 0,34-15-234 0 0,-33 13 362 0 0,-4-2-148 0 0,-3-12 24 0 0,2 11 83 0 0,-2 6-94 0 0,-15 1 16 0 0,14-1-9 0 0,-2 5-13 0 0,7-6 19 0 0,-1 0 0 0 0,1 0 0 0 0,-1 0 0 0 0,1 0 0 0 0,0 1 0 0 0,-1-1 0 0 0,1 0 1 0 0,-1 0-1 0 0,1 0 0 0 0,0 1 0 0 0,-1-1 0 0 0,1 0 0 0 0,0 0 0 0 0,-1 1 0 0 0,1-1 0 0 0,0 0 0 0 0,-1 1 0 0 0,1-1 0 0 0,0 0 0 0 0,-1 1 1 0 0,1-1-1 0 0,0 0 0 0 0,0 1 0 0 0,0-1 0 0 0,0 1 0 0 0,-1-1 0 0 0,1 0 0 0 0,0 1 0 0 0,0-1 0 0 0,0 1 0 0 0,0-1 0 0 0,0 1 1 0 0,0-1-1 0 0,0 0 0 0 0,0 1 0 0 0,0-1 0 0 0,0 1 0 0 0,0 0 0 0 0,5 15-10 0 0,-4-12-13 0 0,4-5-169 0 0,13-1 206 0 0,-13 2 16 0 0,-4-1-65 0 0,-1 1 36 0 0,1-1-1 0 0,0 1 0 0 0,0-1 0 0 0,-1 1 0 0 0,1-1 0 0 0,-1 1 0 0 0,1-1 0 0 0,0 0 0 0 0,-1 0 1 0 0,1 1-1 0 0,-1-1 0 0 0,0 0 0 0 0,1 0 0 0 0,-1 1 0 0 0,1-1 0 0 0,-1 0 0 0 0,0 0 0 0 0,0 0 1 0 0,1-1-1 0 0,-21 4 5 0 0,15-1 1092 0 0,5 3-1860 0 0,0 0 754 0 0,0 0 0 0 0,0 0 0 0 0,0-1 0 0 0,1 1 0 0 0,0 0 0 0 0,0 0 0 0 0,0 0 0 0 0,2 5 0 0 0,-1-6 29 0 0,-2 1-71 0 0,1 1-109 0 0,1 4 211 0 0,-2-1-6652 0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2:59.66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187 9 2196 0 0,'0'0'1022'0'0,"-4"-1"-184"0"0,-15-3-132 0 0,15 3 390 0 0,-1 0-680 0 0,-15 0-39 0 0,15 1 264 0 0,0 1-355 0 0,-15 3-14 0 0,15-3 3 0 0,1 1 1 0 0,-12 6-12 0 0,12-6 14 0 0,0 1-1 0 0,-3 4-89 0 0,1 0 1 0 0,-1 0-1 0 0,1 0 0 0 0,0 1 0 0 0,1 0 1 0 0,0 0-1 0 0,0 1 0 0 0,1-1 0 0 0,0 1 1 0 0,1 0-1 0 0,-4 13 0 0 0,6-18-52 0 0,0 2-9 0 0,-1 2-58 0 0,1 0-1 0 0,0 0 0 0 0,0 1 0 0 0,1-1 0 0 0,1 0 1 0 0,-1 1-1 0 0,4 14 0 0 0,-3-19-53 0 0,0 1 1 0 0,1-1-1 0 0,-1 1 0 0 0,1-1 1 0 0,0 0-1 0 0,1 1 0 0 0,-1-1 1 0 0,1 0-1 0 0,-1-1 0 0 0,1 1 1 0 0,1 0-1 0 0,-1-1 0 0 0,0 0 1 0 0,1 1-1 0 0,-1-2 0 0 0,1 1 0 0 0,5 3 1 0 0,3-1-472 0 0,0 0 0 0 0,0 0 0 0 0,0-1 0 0 0,1 0 0 0 0,25 3 0 0 0,-33-7-688 0 0,2 0-373 0 0,21 0-1110 0 0,-21 0-1873 0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00.10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28 1984 0 0,'0'0'4966'0'0,"4"-3"-4897"0"0,8-8-10 0 0,-8 9 102 0 0,1 1-79 0 0,43-9 404 0 0,-44 9-234 0 0,1 1-167 0 0,16 0-6 0 0,-15 0 177 0 0,-6 1-251 0 0,0-1-1 0 0,0 0 1 0 0,0 0-1 0 0,0 1 1 0 0,0-1-1 0 0,0 0 0 0 0,0 1 1 0 0,0-1-1 0 0,0 0 1 0 0,1 0-1 0 0,-1 1 0 0 0,0-1 1 0 0,0 0-1 0 0,0 0 1 0 0,0 0-1 0 0,1 1 0 0 0,-1-1 1 0 0,0 0-1 0 0,0 0 1 0 0,0 0-1 0 0,1 1 1 0 0,-1-1-1 0 0,0 0 0 0 0,0 0 1 0 0,1 0-1 0 0,-1 0 1 0 0,0 0-1 0 0,0 0 0 0 0,1 0 1 0 0,-1 0-1 0 0,0 1 1 0 0,1-1-1 0 0,0 0-1 0 0,-1 0-1 0 0,0 0 1 0 0,1 0 0 0 0,-1 0-1 0 0,1 0 1 0 0,-1 1-1 0 0,1-1 1 0 0,-1 0 0 0 0,0 0-1 0 0,1 0 1 0 0,-1 1 0 0 0,1-1-1 0 0,-1 0 1 0 0,0 1-1 0 0,1-1 1 0 0,-1 0 0 0 0,0 1-1 0 0,0-1 1 0 0,1 1 0 0 0,-1-1-1 0 0,0 0 1 0 0,0 1-1 0 0,1-1 1 0 0,-1 1 0 0 0,0-1-1 0 0,0 1 1 0 0,0-1 0 0 0,0 0-1 0 0,0 1 1 0 0,0-1-1 0 0,0 1 1 0 0,0-1 0 0 0,0 1-1 0 0,0-1 1 0 0,0 1 0 0 0,0-1-1 0 0,0 1 1 0 0,0 0-1 0 0,-2 9 62 0 0,-1 0 0 0 0,0 0 0 0 0,0 0 0 0 0,-1 0 0 0 0,0 0 0 0 0,-1-1 0 0 0,0 0 0 0 0,-10 13 0 0 0,-6 9 263 0 0,18-27-212 0 0,1-1-16 0 0,2-2-62 0 0,-1 0 0 0 0,1 0-1 0 0,-1 0 1 0 0,1 0 0 0 0,-1 0-1 0 0,1 0 1 0 0,0 0 0 0 0,0 0 0 0 0,-1 0-1 0 0,1 0 1 0 0,0 0 0 0 0,0 0-1 0 0,0 0 1 0 0,1 2 0 0 0,-1-2-31 0 0,0 0 1 0 0,1-1-1 0 0,-1 1 0 0 0,1 0 1 0 0,-1-1-1 0 0,1 1 1 0 0,0-1-1 0 0,-1 1 1 0 0,1-1-1 0 0,0 1 1 0 0,-1-1-1 0 0,1 0 1 0 0,0 1-1 0 0,-1-1 0 0 0,1 0 1 0 0,0 0-1 0 0,0 1 1 0 0,-1-1-1 0 0,1 0 1 0 0,0 0-1 0 0,0 0 1 0 0,0 0-1 0 0,-1 0 0 0 0,1 0 1 0 0,0 0-1 0 0,0 0 1 0 0,0 0-1 0 0,-1 0 1 0 0,1-1-1 0 0,0 1 1 0 0,0 0-1 0 0,-1 0 0 0 0,1-1 1 0 0,1 0-1 0 0,56-15 20 0 0,123-40-1663 0 0,-132 43-3111 0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07.30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63 42 1884 0 0,'0'0'3534'0'0,"-3"-4"-2797"0"0,-17-33 5178 0 0,7 52-5827 0 0,10-12-72 0 0,2 2-64 0 0,-16 128-22 0 0,14-87-422 0 0,2-32 91 0 0,-1 63-666 0 0,6-12-5133 0 0,-1-34 2344 0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14.06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81 27 3388 0 0,'0'0'3024'0'0,"-2"-3"-2260"0"0,-6-9-133 0 0,6 9 1344 0 0,-2 1-1759 0 0,-16-4 515 0 0,18 6-701 0 0,1 0 0 0 0,0 1 0 0 0,0-1 0 0 0,0 1-1 0 0,0-1 1 0 0,-1 1 0 0 0,1-1 0 0 0,0 1 0 0 0,0 0 0 0 0,0 0 0 0 0,0-1 0 0 0,1 1-1 0 0,-1 0 1 0 0,0 0 0 0 0,0 0 0 0 0,0 0 0 0 0,1 0 0 0 0,-1 0 0 0 0,0 1 0 0 0,-9 17 261 0 0,10-19-329 0 0,-2 5 121 0 0,1-1-14 0 0,-10 45 219 0 0,11-43-260 0 0,0-1-16 0 0,7 40 52 0 0,-5-41 13 0 0,-2-3-60 0 0,1 0 1 0 0,-1 0-1 0 0,1 0 0 0 0,-1 0 1 0 0,1 0-1 0 0,0 0 0 0 0,0 0 1 0 0,0 0-1 0 0,-1 0 0 0 0,1 0 0 0 0,0 0 1 0 0,0-1-1 0 0,0 1 0 0 0,0 0 1 0 0,0-1-1 0 0,1 1 0 0 0,-1 0 1 0 0,0-1-1 0 0,2 1 0 0 0,16-4 0 0 0,-14 2-5 0 0,-2-2-150 0 0,6-9 143 0 0,-7 9 67 0 0,0-1-43 0 0,-2 4-29 0 0,2-5 12 0 0,-1 0-1 0 0,1 0 1 0 0,-1 0-1 0 0,0 0 1 0 0,0 0-1 0 0,-1 0 1 0 0,1 0-1 0 0,-1 0 1 0 0,-1-7-1 0 0,-1-7-18 0 0,1 14 35 0 0,0 1 96 0 0,-4-11-131 0 0,4 11-34 0 0,-2 2-75 0 0,2 2 117 0 0,0-1 0 0 0,1 1 0 0 0,-1 0-1 0 0,0-1 1 0 0,0 1 0 0 0,1 0 0 0 0,-1-1-1 0 0,0 1 1 0 0,0 0 0 0 0,0 0-1 0 0,1 0 1 0 0,-1 0 0 0 0,0 0 0 0 0,0 0-1 0 0,0 0 1 0 0,0 0 0 0 0,1 0-1 0 0,-1 0 1 0 0,0 0 0 0 0,0 0 0 0 0,0 1-1 0 0,1-1 1 0 0,-1 0 0 0 0,0 1-1 0 0,0-1 1 0 0,1 1 0 0 0,-1-1 0 0 0,0 0-1 0 0,1 1 1 0 0,-1 0 0 0 0,0-1-1 0 0,1 1 1 0 0,-1-1 0 0 0,1 1 0 0 0,-1 0-1 0 0,1-1 1 0 0,-1 1 0 0 0,1 0-1 0 0,0-1 1 0 0,-1 3 0 0 0,-2 0-15 0 0,2 2 10 0 0,-2 12 14 0 0,2-13 4 0 0,2 1-6 0 0,7 37 2 0 0,-6-38-20 0 0,11 14 12 0 0,-11-15 6 0 0,1 0 2 0 0,7 7-2 0 0,-7-8 104 0 0,2-1-81 0 0,13 1 1 0 0,-13-2-54 0 0,-5 0-95 0 0,0 0 118 0 0,0 0 0 0 0,0-1-1 0 0,0 1 1 0 0,0 0 0 0 0,0 0-1 0 0,0-1 1 0 0,0 1 0 0 0,0 0-1 0 0,0 0 1 0 0,1-1 0 0 0,-1 1-1 0 0,0 0 1 0 0,0 0 0 0 0,0-1-1 0 0,0 1 1 0 0,0 0-1 0 0,1 0 1 0 0,-1 0 0 0 0,0-1-1 0 0,0 1 1 0 0,0 0 0 0 0,1 0-1 0 0,-1 0 1 0 0,0 0 0 0 0,0 0-1 0 0,1-1 1 0 0,-1 1 0 0 0,0 0-1 0 0,0 0 1 0 0,1 0 0 0 0,-1 0-1 0 0,0 0 1 0 0,1 0 4 0 0,0 0 1 0 0,-1-1-1 0 0,1 1 1 0 0,0 0-1 0 0,-1-1 1 0 0,1 1-1 0 0,-1 0 1 0 0,1-1-1 0 0,-1 1 1 0 0,1-1-1 0 0,-1 1 1 0 0,1 0 0 0 0,-1-1-1 0 0,1 1 1 0 0,-1-1-1 0 0,0 0 1 0 0,1 1-1 0 0,-1-1 1 0 0,0 1-1 0 0,1-1 1 0 0,-1 0-1 0 0,0 1 1 0 0,0-1-1 0 0,0 1 1 0 0,1-2-1 0 0,0-5 2 0 0,0-1 0 0 0,-1 1 0 0 0,0-1 0 0 0,-1-11 0 0 0,0 14 23 0 0,1 3-30 0 0,0 1 1 0 0,-1-1-1 0 0,1 1 1 0 0,-1-1-1 0 0,1 0 1 0 0,-1 1 0 0 0,0 0-1 0 0,1-1 1 0 0,-1 1-1 0 0,0-1 1 0 0,0 1-1 0 0,0 0 1 0 0,0 0-1 0 0,0-1 1 0 0,-1 1-1 0 0,1 0 1 0 0,0 0-1 0 0,0 0 1 0 0,-1 0-1 0 0,1 1 1 0 0,-1-1-1 0 0,1 0 1 0 0,-1 0-1 0 0,-1 0 1 0 0,2 1 23 0 0,-3-2 54 0 0,4 3-120 0 0,-1-1 41 0 0,1 0-1 0 0,0 1 0 0 0,0-1 1 0 0,-1 1-1 0 0,1-1 0 0 0,0 0 1 0 0,-1 1-1 0 0,1-1 0 0 0,0 0 1 0 0,-1 1-1 0 0,1-1 0 0 0,0 0 0 0 0,-1 0 1 0 0,1 1-1 0 0,-1-1 0 0 0,1 0 1 0 0,-1 0-1 0 0,1 0 0 0 0,-1 1 1 0 0,1-1-1 0 0,0 0 0 0 0,-1 0 0 0 0,0 0 1 0 0,-10 6-37 0 0,5 15 9 0 0,5-17 16 0 0,2 0 1 0 0,7 38-65 0 0,-7-38 54 0 0,1 0-22 0 0,7 10 36 0 0,-7-10 10 0 0,3-5-24 0 0,14 0-93 0 0,-14 1 149 0 0,-1-11 21 0 0,-4 11-54 0 0,1-1 0 0 0,-1 0 0 0 0,1 1 1 0 0,-1-1-1 0 0,0 0 0 0 0,1 0 0 0 0,-1 1 0 0 0,0-1 1 0 0,0 0-1 0 0,1 0 0 0 0,-1 0 0 0 0,0 1 0 0 0,0-1 1 0 0,0 0-1 0 0,0 0 0 0 0,0 0 0 0 0,0 1 0 0 0,0-1 1 0 0,0 0-1 0 0,-1 0 0 0 0,1 1 0 0 0,-1-2 1 0 0,-13-38 275 0 0,12 37-262 0 0,-3 4-140 0 0,-15 5 117 0 0,15-5 18 0 0,1 9 13 0 0,4-9-23 0 0,-1-1 0 0 0,0 1 1 0 0,1-1-1 0 0,-1 1 1 0 0,1 0-1 0 0,-1 0 1 0 0,1-1-1 0 0,-1 1 1 0 0,1 0-1 0 0,0 0 1 0 0,-1-1-1 0 0,1 1 1 0 0,0 0-1 0 0,0 0 1 0 0,-1 0-1 0 0,1 0 0 0 0,0 0 1 0 0,0-1-1 0 0,0 2 1 0 0,3 42-113 0 0,-2-40 87 0 0,2-1-24 0 0,6 9 23 0 0,-7-9 11 0 0,2-2 10 0 0,13 3 4 0 0,-13-3 72 0 0,-1-2-44 0 0,16-7 117 0 0,1-33-31 0 0,-19 37 60 0 0,0 0-128 0 0,0-15 8 0 0,-1 15 41 0 0,-1 0-78 0 0,-5-11-5 0 0,4 11 61 0 0,-3 5-76 0 0,-14 5 5 0 0,14-5-20 0 0,5-1 23 0 0,-1 1 0 0 0,1-1 1 0 0,0 1-1 0 0,0-1 1 0 0,0 1-1 0 0,0-1 1 0 0,0 1-1 0 0,-1-1 1 0 0,1 1-1 0 0,0-1 1 0 0,0 0-1 0 0,-1 1 0 0 0,1-1 1 0 0,0 1-1 0 0,-1-1 1 0 0,1 0-1 0 0,0 1 1 0 0,-1-1-1 0 0,1 0 1 0 0,-1 0-1 0 0,1 1 1 0 0,-1-1-1 0 0,0 0 0 0 0,0 1-1 0 0,1-1-1 0 0,-1 1 0 0 0,0-1 1 0 0,0 1-1 0 0,1-1 0 0 0,-1 1 0 0 0,0-1 1 0 0,1 1-1 0 0,-1 0 0 0 0,0 0 1 0 0,1-1-1 0 0,-1 1 0 0 0,1 0 0 0 0,-1 0 1 0 0,1-1-1 0 0,0 1 0 0 0,-1 0 1 0 0,1 1-1 0 0,-8 16-28 0 0,8-13-16 0 0,-2 45-138 0 0,3-45 98 0 0,1 0-65 0 0,6 12 91 0 0,-6-12 19 0 0,1-3-40 0 0,-2-1 80 0 0,1 1 0 0 0,0-1 0 0 0,0 0 0 0 0,0 0 1 0 0,0 0-1 0 0,0 0 0 0 0,1 0 0 0 0,-1-1 0 0 0,0 1 1 0 0,0-1-1 0 0,0 1 0 0 0,1-1 0 0 0,-1 0 0 0 0,0 0 1 0 0,4 0-1 0 0,-1 0 153 0 0,-5-1-153 0 0,0 1 1 0 0,0 0-1 0 0,0-1 0 0 0,0 1 1 0 0,0 0-1 0 0,0-1 1 0 0,0 1-1 0 0,1 0 1 0 0,-1-1-1 0 0,0 1 1 0 0,0 0-1 0 0,0 0 1 0 0,0-1-1 0 0,0 1 1 0 0,0 0-1 0 0,1-1 1 0 0,-1 1-1 0 0,0 0 1 0 0,0 0-1 0 0,0-1 1 0 0,1 1-1 0 0,-1 0 1 0 0,0 0-1 0 0,1 0 1 0 0,-1-1-1 0 0,0 1 1 0 0,0 0-1 0 0,1 0 1 0 0,-1 0-1 0 0,0 0 1 0 0,1 0-1 0 0,0-1 11 0 0,-1 1-1 0 0,1 0 0 0 0,0-1 1 0 0,-1 1-1 0 0,1 0 0 0 0,-1-1 1 0 0,1 1-1 0 0,0-1 1 0 0,-1 1-1 0 0,1-1 0 0 0,-1 1 1 0 0,0-1-1 0 0,1 1 0 0 0,-1-1 1 0 0,1 1-1 0 0,-1-1 1 0 0,0 0-1 0 0,1 1 0 0 0,-1-1 1 0 0,0 0-1 0 0,0 1 0 0 0,0-1 1 0 0,1 0-1 0 0,-1 1 1 0 0,0-2-1 0 0,3-18 29 0 0,-2 15 43 0 0,-2 1-136 0 0,-3-18 277 0 0,4 22-223 0 0,-1 1 0 0 0,1-1 1 0 0,0 0-1 0 0,0 1 0 0 0,-1-1 0 0 0,1 0 0 0 0,0 0 1 0 0,-1 1-1 0 0,1-1 0 0 0,-1 0 0 0 0,1 0 0 0 0,0 1 1 0 0,-1-1-1 0 0,1 0 0 0 0,-1 0 0 0 0,1 0 0 0 0,0 0 0 0 0,-1 0 1 0 0,1 0-1 0 0,-1 0 0 0 0,1 0 0 0 0,-1 0 0 0 0,1 0 1 0 0,-1 0-1 0 0,0 0 0 0 0,1 0 0 0 0,-1 0 0 0 0,1 0 0 0 0,-1 0 1 0 0,1 0-1 0 0,-1 0 0 0 0,1 0 0 0 0,0 0 0 0 0,-1 0 0 0 0,1 0 0 0 0,-1 1 1 0 0,1-1-1 0 0,-1 0 0 0 0,1 0 0 0 0,-1 0 0 0 0,1 1 0 0 0,-1-1 0 0 0,1 0 0 0 0,0 1 1 0 0,-1-1-1 0 0,1 0 0 0 0,0 1 0 0 0,-1-1 0 0 0,1 0 0 0 0,0 1 0 0 0,-1-1 1 0 0,1 1-1 0 0,0-1 0 0 0,0 0 0 0 0,-1 1 0 0 0,1-1 0 0 0,0 1 0 0 0,0-1 1 0 0,0 1-1 0 0,0-1 0 0 0,-1 1 0 0 0,1 4-9 0 0,0-1 1 0 0,-1 0 0 0 0,1 0-1 0 0,1 1 1 0 0,-1-1-1 0 0,0 0 1 0 0,1 0-1 0 0,1 5 1 0 0,0-5-17 0 0,2 3-50 0 0,-4-6 81 0 0,0-1 0 0 0,0 0 0 0 0,0 1 0 0 0,0-1 0 0 0,0 1 0 0 0,0-1 0 0 0,0 1 0 0 0,0-1 0 0 0,1 0 0 0 0,-1 1 0 0 0,0-1 0 0 0,0 1 0 0 0,0-1 0 0 0,0 1 1 0 0,1-1-1 0 0,-1 0 0 0 0,0 1 0 0 0,0-1 0 0 0,1 0 0 0 0,-1 1 0 0 0,0-1 0 0 0,1 0 0 0 0,-1 1 0 0 0,0-1 0 0 0,1 0 0 0 0,-1 0 0 0 0,0 0 0 0 0,1 1 0 0 0,-1-1 0 0 0,1 0 0 0 0,-1 0 0 0 0,1 0 1 0 0,-1 0-1 0 0,0 1 0 0 0,1-1 0 0 0,-1 0 0 0 0,1 0 0 0 0,-1 0 0 0 0,1 0 0 0 0,19-3 32 0 0,-15 3 68 0 0,-4-4-71 0 0,11-34 25 0 0,-11 34-90 0 0,-1-1-400 0 0,-1-1 205 0 0,0-4 168 0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14.52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203 40 2664 0 0,'0'0'3077'0'0,"-1"-5"-2457"0"0,-1-13-104 0 0,2 13 604 0 0,-4 3-828 0 0,-1 0-106 0 0,0 0 0 0 0,0 1 0 0 0,0 0 0 0 0,-1 0 0 0 0,1 0 0 0 0,-9 0 0 0 0,8 1 51 0 0,1 1-3 0 0,-5 1-111 0 0,1 1 1 0 0,-1 0-1 0 0,1 1 1 0 0,0 0-1 0 0,0 1 1 0 0,0-1-1 0 0,1 2 0 0 0,0-1 1 0 0,0 1-1 0 0,0 0 1 0 0,0 1-1 0 0,1 0 1 0 0,-10 12-1 0 0,15-16-15 0 0,1 2-9 0 0,-5 16 2 0 0,5-16 14 0 0,1 1-22 0 0,0 0-50 0 0,0 0 0 0 0,0 0 0 0 0,1 0 0 0 0,0 0 0 0 0,0 0 0 0 0,0 0 0 0 0,1 0 0 0 0,0 0 0 0 0,0-1 0 0 0,0 1 0 0 0,1-1-1 0 0,0 1 1 0 0,0-1 0 0 0,0 0 0 0 0,1 0 0 0 0,0 0 0 0 0,0-1 0 0 0,0 1 0 0 0,0-1 0 0 0,1 0 0 0 0,7 6 0 0 0,-2-4-194 0 0,0 0-1 0 0,1-1 1 0 0,-1 0 0 0 0,1-1-1 0 0,0 0 1 0 0,1-1-1 0 0,-1 0 1 0 0,0 0 0 0 0,1-1-1 0 0,0-1 1 0 0,-1 0-1 0 0,21-1 1 0 0,-25 0-684 0 0,-1-1-317 0 0,2 1 621 0 0,5-1 3 0 0,4-4-3629 0 0,5-1 117 0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15.06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106 27 2696 0 0,'1'-2'296'0'0,"1"0"0"0"0,-1 0-1 0 0,1 0 1 0 0,0 0 0 0 0,0 0-1 0 0,0 0 1 0 0,0 1 0 0 0,0-1-1 0 0,1 1 1 0 0,-1-1 0 0 0,0 1 0 0 0,1 0-1 0 0,3-2 1 0 0,-2 2 564 0 0,1 1-569 0 0,73 7 1672 0 0,-73-6-1531 0 0,13 7-133 0 0,-14-6 176 0 0,-3-1-430 0 0,0 0 0 0 0,0 0 0 0 0,0 0 0 0 0,0 0 0 0 0,0 0 0 0 0,-1 0 0 0 0,1 0 1 0 0,0 1-1 0 0,-1-1 0 0 0,1 0 0 0 0,-1 0 0 0 0,1 1 0 0 0,-1-1 0 0 0,0 0 0 0 0,0 1 1 0 0,1-1-1 0 0,-1 3 0 0 0,-7 12 93 0 0,5-12-9 0 0,-13 11 108 0 0,13-12-143 0 0,-1 0-14 0 0,-23 25 304 0 0,23-25-388 0 0,4-1-10 0 0,0-1 21 0 0,0 1 0 0 0,-1-1 0 0 0,1 1-1 0 0,-1 0 1 0 0,1-1 0 0 0,-1 1 0 0 0,0-1 0 0 0,1 1-1 0 0,-1 0 1 0 0,0-1 0 0 0,0 4 0 0 0,0-3-2 0 0,0-1-5 0 0,0-1-1 0 0,0 0 1 0 0,0 1 0 0 0,0-1-1 0 0,0 0 1 0 0,0 0 0 0 0,0 1-1 0 0,0-1 1 0 0,0 0 0 0 0,1 1-1 0 0,-1-1 1 0 0,0 0 0 0 0,0 0-1 0 0,0 1 1 0 0,0-1 0 0 0,0 0-1 0 0,1 0 1 0 0,-1 0-1 0 0,0 1 1 0 0,0-1 0 0 0,0 0-1 0 0,1 0 1 0 0,-1 0 0 0 0,0 1-1 0 0,0-1 1 0 0,1 0 0 0 0,-1 0-1 0 0,0 0 1 0 0,1 0 0 0 0,-1 0-1 0 0,0 0 1 0 0,18 8-4 0 0,-14-6 0 0 0,1 0 11 0 0,37 14 83 0 0,-38-14-30 0 0,-3-2-50 0 0,1 0 0 0 0,-1 0-1 0 0,1 1 1 0 0,-1-1 0 0 0,1 1-1 0 0,-1-1 1 0 0,1 1 0 0 0,-1 0-1 0 0,0-1 1 0 0,1 1 0 0 0,-1 0-1 0 0,2 1 1 0 0,0 1 20 0 0,2-1 89 0 0,-1 0 13 0 0,32 24 649 0 0,-33-23-437 0 0,3 16-72 0 0,-5-15-162 0 0,-10 12 69 0 0,8-14-166 0 0,0 1 1 0 0,-1-1 0 0 0,1 0-1 0 0,0 0 1 0 0,-1 0 0 0 0,1 0-1 0 0,-1 0 1 0 0,0 0 0 0 0,1 0-1 0 0,-1 0 1 0 0,0 0 0 0 0,-4 2-1 0 0,-16 8-760 0 0,-1 0-1 0 0,0-2 1 0 0,-1-1-1 0 0,0 0 1 0 0,0-2-1 0 0,-1-1 0 0 0,-47 6 1 0 0,7-8-3823 0 0,34 1-347 0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27.75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19334 5879 3640 0 0,'0'0'7409'0'0,"-2"-3"-6766"0"0,-7-14 121 0 0,0 0 0 0 0,-9-24 0 0 0,-10-23-78 0 0,-255-466 816 0 0,166 328-1507 0 0,-9 6 0 0 0,-211-251 0 0 0,118 195-209 0 0,-312-278 1 0 0,-404-212 84 0 0,-64 99-262 0 0,-411-81-187 0 0,1090 585 654 0 0,-19 3-31 0 0,-1 9-75 0 0,-1245-351-269 0 0,555 246-171 0 0,619 162 391 0 0,-1180-131-167 0 0,1457 186 238 0 0,-1688-58-1 0 0,1285 96-45 0 0,-726 123 1 0 0,855-66 225 0 0,-483 161 1 0 0,-366 218 64 0 0,246-27-711 0 0,-12 92 515 0 0,758-358 161 0 0,262-164-201 0 0,2-2-1 0 0,0 1 0 0 0,1-1-1 0 0,-1 0 1 0 0,0 0 0 0 0,0 1 0 0 0,1-1 0 0 0,-1 0 0 0 0,0 1 0 0 0,1-1 0 0 0,-1 0 0 0 0,0 1 0 0 0,1-1 0 0 0,-1 1 0 0 0,1-1 0 0 0,-1 1 0 0 0,0 0 0 0 0,1-1 0 0 0,-1 2 0 0 0,-10 8 39 0 0,7-7 681 0 0,-17 10-3235 0 0,20-13 2369 0 0,0 0 0 0 0,0 0 0 0 0,1 1 0 0 0,-1-1 0 0 0,0 0 0 0 0,0 0 0 0 0,0 0 0 0 0,0 0 0 0 0,0 0 0 0 0,0 0 0 0 0,1-1 1 0 0,-1 1-1 0 0,0 0 0 0 0,0 0 0 0 0,0-1 0 0 0,0 1 0 0 0,1 0 0 0 0,-1-1 0 0 0,0 1 0 0 0,0-1 0 0 0,1 1 0 0 0,-1-1 0 0 0,0 1 0 0 0,0-2 0 0 0,-2 0-516 0 0,2-3-741 0 0,-3-43-1295 0 0,3 43 2133 0 0,1 0 50 0 0,-1-18 89 0 0,1 17 25 0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27.97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47 84 2392 0 0,'-2'-34'1434'0'0,"2"29"-928"0"0,-3-15-20 0 0,3 15 962 0 0,-9-14-354 0 0,4 30-831 0 0,0 1-1 0 0,1 0 1 0 0,0 0 0 0 0,-1 14-1 0 0,1-9-145 0 0,3-12 24 0 0,1 1 4 0 0,-3 20 11 0 0,3-19 6 0 0,-1 0 15 0 0,0 19-20 0 0,1-20-10 0 0,1 0 5 0 0,1 16-15 0 0,-1-17-39 0 0,-1 0-13 0 0,2 13-32 0 0,-1-13 91 0 0,1-1-96 0 0,6 14-8 0 0,-6-14 30 0 0,2-2-91 0 0,13 8-99 0 0,-13-7-160 0 0,2-3-198 0 0,18-2-1381 0 0,0-1-1 0 0,25-6 1 0 0,-20 1-2326 0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29.13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187 63 4376 0 0,'4'-28'1505'0'0,"-3"23"-303"0"0,0 0-212 0 0,3-15-132 0 0,-3 15 1926 0 0,-6 12-2641 0 0,-22 43 63 0 0,2 1 0 0 0,-33 95 0 0 0,16-38-150 0 0,3 4 315 0 0,37-108 521 0 0,5-8-854 0 0,18-44 156 0 0,24-77-1 0 0,14-31 602 0 0,-58 152-767 0 0,1 0 15 0 0,5-11-42 0 0,-5 11 62 0 0,19-7-32 0 0,-21 11-31 0 0,0 0-1 0 0,0 1 1 0 0,0-1-1 0 0,0 0 1 0 0,0 1 0 0 0,0-1-1 0 0,0 0 1 0 0,1 1-1 0 0,-1-1 1 0 0,0 0-1 0 0,0 1 1 0 0,0-1-1 0 0,0 0 1 0 0,1 1-1 0 0,-1-1 1 0 0,0 0-1 0 0,0 0 1 0 0,1 1-1 0 0,-1-1 1 0 0,0 0-1 0 0,0 0 1 0 0,1 0-1 0 0,-1 1 1 0 0,0-1 0 0 0,1 0-1 0 0,-1 0 1 0 0,0 0-1 0 0,1 0 1 0 0,0 1 2 0 0,0-1 0 0 0,0 1 0 0 0,0 0 0 0 0,0-1 0 0 0,0 1 0 0 0,0 0 0 0 0,0 0 0 0 0,0-1-1 0 0,-1 1 1 0 0,1 0 0 0 0,0 0 0 0 0,0 0 0 0 0,-1 0 0 0 0,2 2 0 0 0,8 21 29 0 0,-1 1 0 0 0,0 0-1 0 0,-2 1 1 0 0,-1 0 0 0 0,3 27 0 0 0,8 133-352 0 0,-15-123-1072 0 0,-1-53 1200 0 0,0 1-544 0 0,-1 1 1 0 0,0-1 0 0 0,0 0 0 0 0,-3 14 0 0 0,2-20 193 0 0,-2 3-120 0 0,3 1-2812 0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29.66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15 105 2088 0 0,'0'0'1198'0'0,"-2"-4"-257"0"0,-10-13 841 0 0,24 3-1200 0 0,-11 13-568 0 0,-1 0 0 0 0,1 1 1 0 0,0-1-1 0 0,1 0 0 0 0,-1 1 1 0 0,0-1-1 0 0,0 1 0 0 0,0-1 1 0 0,0 1-1 0 0,0-1 0 0 0,0 1 1 0 0,1 0-1 0 0,-1 0 0 0 0,0 0 1 0 0,0-1-1 0 0,1 1 0 0 0,-1 0 1 0 0,0 1-1 0 0,2-1 0 0 0,-2 0 17 0 0,41-4 77 0 0,69 2 1 0 0,-78 2-89 0 0,66-1-117 0 0,-1-4 1 0 0,152-28-1 0 0,-248 32 143 0 0,0 1-1 0 0,0 0 1 0 0,0 0-1 0 0,0-1 0 0 0,0 0 1 0 0,0 1-1 0 0,0-1 1 0 0,0 0-1 0 0,0 0 0 0 0,0 0 1 0 0,2-1-1 0 0,-17-6 613 0 0,9 7-567 0 0,-1 2 10 0 0,-14 2 121 0 0,-37 12-1 0 0,52-13-83 0 0,3 2-104 0 0,0-2-34 0 0,0 0 0 0 0,1 1 0 0 0,0-1 0 0 0,-1 1-1 0 0,1-1 1 0 0,0 0 0 0 0,0 1 0 0 0,0-1 0 0 0,0 0-1 0 0,1 1 1 0 0,-1-1 0 0 0,1 0 0 0 0,-1 1 0 0 0,1-1-1 0 0,2 4 1 0 0,-1-2 26 0 0,1 1 9 0 0,21 31 30 0 0,-22-32-50 0 0,-1-3-12 0 0,-1 1 0 0 0,1-1-1 0 0,-1 1 1 0 0,1-1-1 0 0,-1 1 1 0 0,1-1-1 0 0,0 0 1 0 0,0 1-1 0 0,0-1 1 0 0,0 0 0 0 0,0 0-1 0 0,2 3 1 0 0,-2-3-1 0 0,2 4-9 0 0,-1-1 23 0 0,5 15 3 0 0,-6-14 10 0 0,0 0 9 0 0,1 16 22 0 0,-1-16 0 0 0,-2-1-60 0 0,-5 15-26 0 0,4-14-10 0 0,-1-2 48 0 0,-21 21-144 0 0,16-14-5536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30.01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69 0 2336 0 0,'0'0'5464'0'0,"-3"4"-5289"0"0,1-1-61 0 0,0 0 0 0 0,1 0 0 0 0,-1 0 1 0 0,1 0-1 0 0,0 1 0 0 0,0-1 0 0 0,0 0 1 0 0,0 1-1 0 0,1-1 0 0 0,-1 1 0 0 0,1 5 1 0 0,0-4 97 0 0,1 0-91 0 0,12 39 249 0 0,-11-40-315 0 0,-1 0-1 0 0,3 12-4 0 0,-2-12 69 0 0,-2 1-92 0 0,1 5 9 0 0,0-1-1 0 0,-1 1 0 0 0,0 0 1 0 0,-1-1-1 0 0,0 1 0 0 0,-3 9 1 0 0,2-14-52 0 0,-1-2 19 0 0,-9 6-539 0 0,0-1 1 0 0,-26 13-1 0 0,34-19-289 0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30.26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2748 0 0,'0'0'4495'0'0,"3"2"-3994"0"0,-1-1-416 0 0,0 0 1 0 0,0 1-1 0 0,0 0 0 0 0,0 0 1 0 0,-1-1-1 0 0,1 1 0 0 0,-1 0 1 0 0,1 0-1 0 0,-1 0 0 0 0,0 1 1 0 0,0-1-1 0 0,1 0 0 0 0,-2 0 1 0 0,1 1-1 0 0,0-1 0 0 0,0 0 1 0 0,-1 1-1 0 0,1-1 0 0 0,-1 1 1 0 0,0-1-1 0 0,0 1 0 0 0,0-1 1 0 0,0 1-1 0 0,0-1 0 0 0,-1 1 1 0 0,0 2-1 0 0,1 6 111 0 0,0-5-26 0 0,3 28-237 0 0,7 35 0 0 0,-9-64-330 0 0,1-1-222 0 0,0 0 0 0 0,0 0 1 0 0,0-1-1 0 0,0 1 0 0 0,1-1 1 0 0,-1 1-1 0 0,1-1 0 0 0,0 0 0 0 0,6 5 1 0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30.62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85 0 2100 0 0,'0'0'1886'0'0,"-6"0"-1440"0"0,-40 7 1040 0 0,42-5-1013 0 0,0-1-329 0 0,-9 5 749 0 0,20-16 1309 0 0,-4 8-2043 0 0,-6 2-2210 0 0,3 1 1987 0 0,-1-1 0 0 0,1 0 0 0 0,-1 0 0 0 0,1 1-1 0 0,-1-1 1 0 0,1 1 0 0 0,-1-1 0 0 0,1 0 0 0 0,-1 1 0 0 0,1-1 0 0 0,-1 1-1 0 0,1-1 1 0 0,0 1 0 0 0,-1-1 0 0 0,1 1 0 0 0,-1 0 0 0 0,1 0-41 0 0,0-1-1 0 0,0 1 1 0 0,0-1 0 0 0,-1 1 0 0 0,1-1 0 0 0,0 0 0 0 0,0 1 0 0 0,-1-1 0 0 0,1 0 0 0 0,0 1 0 0 0,-1-1 0 0 0,1 0-1 0 0,0 1 1 0 0,-1-1 0 0 0,1 0 0 0 0,-1 1 0 0 0,1-1 0 0 0,0 0 0 0 0,-1 0 0 0 0,1 0 0 0 0,-1 0 0 0 0,1 1-1 0 0,-1-1 1 0 0,1 0 0 0 0,-1 0 0 0 0,1 0 0 0 0,-1 0 0 0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31.2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187 51 2920 0 0,'4'-2'1348'0'0,"29"-18"2971"0"0,-30 17-2518 0 0,-4-1-1665 0 0,-5-18 132 0 0,1 23-210 0 0,-3-1-37 0 0,0 1 1 0 0,1 1 0 0 0,-1-1 0 0 0,1 1 0 0 0,-1 1-1 0 0,1-1 1 0 0,0 1 0 0 0,0 1 0 0 0,-13 7 0 0 0,18-10-19 0 0,-7 5 4 0 0,-1 1 0 0 0,1 0 1 0 0,0 1-1 0 0,0 0 1 0 0,1 0-1 0 0,0 1 0 0 0,1 0 1 0 0,0 0-1 0 0,0 1 0 0 0,-6 12 1 0 0,-3 12 2 0 0,16-29-6 0 0,-1-1 2 0 0,0 0-50 0 0,-3 14 40 0 0,3-14 13 0 0,1-2-11 0 0,0 0-1 0 0,0 0 1 0 0,0 0-1 0 0,1 0 1 0 0,-1-1-1 0 0,0 1 1 0 0,1 0-1 0 0,-1 0 1 0 0,1 0-1 0 0,-1-1 1 0 0,3 4-1 0 0,14 1-52 0 0,-14-5 44 0 0,1 0 40 0 0,0-2 47 0 0,12-5 8 0 0,-12 5 11 0 0,1-2 36 0 0,54-38 585 0 0,-56 39-594 0 0,1-1 3 0 0,34-23 233 0 0,-35 24-243 0 0,2 3-96 0 0,16 3 3 0 0,-13 0 6 0 0,-1 3-12 0 0,-1 1 0 0 0,-1 0 0 0 0,1 0 0 0 0,-1 0 0 0 0,-1 0 0 0 0,1 1 0 0 0,-1-1 0 0 0,-1 1 0 0 0,0 0 1 0 0,3 14-1 0 0,0-1-9 0 0,-1-9-23 0 0,1 7-13 0 0,0-1 0 0 0,-2 1 0 0 0,0 0 0 0 0,-1 0 0 0 0,1 34 0 0 0,-4-33-18 0 0,-1 0-1 0 0,-1 0 1 0 0,-1 0-1 0 0,-1-1 0 0 0,0 1 1 0 0,-2-1-1 0 0,0 0 1 0 0,-14 28-1 0 0,17-41 45 0 0,-1 0-1 0 0,-1-1 1 0 0,1 0-1 0 0,-1 0 0 0 0,0 0 1 0 0,0 0-1 0 0,-1-1 1 0 0,0 0-1 0 0,0 0 1 0 0,0 0-1 0 0,0-1 1 0 0,-1 0-1 0 0,1 0 1 0 0,-1-1-1 0 0,0 0 0 0 0,-1 0 1 0 0,1 0-1 0 0,-12 1 1 0 0,14-3 76 0 0,-2-2 32 0 0,1 2-72 0 0,4-1-24 0 0,0 0 1 0 0,0 0 0 0 0,0 0 0 0 0,-1 0-1 0 0,1 0 1 0 0,0-1 0 0 0,0 1 0 0 0,0-1-1 0 0,0 1 1 0 0,0-1 0 0 0,1 0 0 0 0,-1 1-1 0 0,0-1 1 0 0,0 0 0 0 0,-2-2 0 0 0,-35-25 181 0 0,36 26-182 0 0,0-1-1 0 0,0 0 0 0 0,0 1 1 0 0,0-1-1 0 0,1 0 0 0 0,0-1 0 0 0,-1 1 1 0 0,1 0-1 0 0,0-1 0 0 0,1 1 1 0 0,-1-1-1 0 0,1 1 0 0 0,-3-8 1 0 0,2 5-56 0 0,2 3 20 0 0,-1 1 0 0 0,0 0 0 0 0,1 0-1 0 0,-1 0 1 0 0,1-1 0 0 0,0 1 0 0 0,0 0-1 0 0,0 0 1 0 0,0-1 0 0 0,0 1 0 0 0,1 0 0 0 0,-1 0-1 0 0,2-4 1 0 0,2-14-192 0 0,1 1 1 0 0,1 0-1 0 0,0 1 0 0 0,2 0 0 0 0,0 0 1 0 0,1 0-1 0 0,1 1 0 0 0,1 0 0 0 0,0 1 1 0 0,1 0-1 0 0,27-26 0 0 0,13-7-1389 0 0,2 2 0 0 0,61-39 0 0 0,-55 42-748 0 0,-39 27-502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31.72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33 1 1932 0 0,'0'0'2656'0'0,"1"4"-1972"0"0,4 12-95 0 0,-4-12 977 0 0,1 22-998 0 0,-2-21-100 0 0,0 0-267 0 0,0 44 639 0 0,0-44-384 0 0,-1 0-282 0 0,-4 13 3 0 0,4-13 554 0 0,-1-2-433 0 0,1-2-235 0 0,1-1 1 0 0,-1 1-1 0 0,1 0 0 0 0,-1-1 0 0 0,1 1 0 0 0,-1 0 0 0 0,1-1 0 0 0,-1 1 0 0 0,0-1 0 0 0,1 1 0 0 0,-1-1 0 0 0,0 1 0 0 0,1-1 1 0 0,-1 1-1 0 0,0-1 0 0 0,0 0 0 0 0,1 1 0 0 0,-1-1 0 0 0,0 0 0 0 0,0 0 0 0 0,0 0 0 0 0,0 1 0 0 0,1-1 0 0 0,-1 0 0 0 0,0 0 1 0 0,0 0-1 0 0,0 0 0 0 0,0-1 0 0 0,0 1 0 0 0,1 0 0 0 0,-1 0 0 0 0,0 0 0 0 0,0-1 0 0 0,0 1 0 0 0,1 0 0 0 0,-1-1 0 0 0,0 1 1 0 0,0-1-1 0 0,-3-1 137 0 0,4-3-312 0 0,0-2 148 0 0,1 0 1 0 0,0 0 0 0 0,0 0 0 0 0,0 0 0 0 0,1 0-1 0 0,0 1 1 0 0,0-1 0 0 0,0 1 0 0 0,1-1-1 0 0,0 1 1 0 0,8-11 0 0 0,-8 13-29 0 0,15-4 167 0 0,-14 6-157 0 0,4 3-35 0 0,0 0-1 0 0,0 0 1 0 0,0 1-1 0 0,0 0 1 0 0,0 0-1 0 0,-1 0 1 0 0,1 1-1 0 0,-1 1 1 0 0,0-1-1 0 0,0 1 1 0 0,0 0-1 0 0,0 1 1 0 0,-1-1-1 0 0,0 1 1 0 0,0 1-1 0 0,0-1 1 0 0,0 1-1 0 0,-1 0 1 0 0,0 0-1 0 0,0 1 1 0 0,-1 0-1 0 0,0-1 1 0 0,0 2-1 0 0,0-1 1 0 0,-1 0-1 0 0,3 9 1 0 0,-3-9-70 0 0,-2-5 46 0 0,0 1 0 0 0,0-1 0 0 0,0 1 0 0 0,-1 0 0 0 0,1-1 0 0 0,-1 1 0 0 0,1-1 0 0 0,-1 1 0 0 0,0 0 0 0 0,0-1 0 0 0,0 4 0 0 0,-1 5-249 0 0,0-1 0 0 0,0 0 1 0 0,-1 1-1 0 0,0-1 0 0 0,-1 0 1 0 0,0 0-1 0 0,0 0 0 0 0,-1-1 0 0 0,-1 1 1 0 0,-6 10-1 0 0,4-10-1106 0 0,-1 0 0 0 0,0-1 0 0 0,-18 15 0 0 0,8-9-3273 0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32.24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30 3524 0 0,'0'0'2386'0'0,"1"-5"-1555"0"0,3-15-145 0 0,-3 15 980 0 0,2 8-1177 0 0,1 0-392 0 0,-1 0 0 0 0,0 0-1 0 0,0 1 1 0 0,0 0 0 0 0,0-1-1 0 0,0 1 1 0 0,-1 0 0 0 0,0 1-1 0 0,0-1 1 0 0,0 0 0 0 0,2 7-1 0 0,11 43 297 0 0,-2 0 0 0 0,12 103 0 0 0,9 47-1588 0 0,-31-195 800 0 0,0 1 0 0 0,1-1 1 0 0,0 0-1 0 0,7 12 1 0 0,-10-18 45 0 0,1 0 0 0 0,0 1 0 0 0,1-1 0 0 0,-1 0 0 0 0,1 0 0 0 0,-1-1 1 0 0,1 1-1 0 0,0-1 0 0 0,0 1 0 0 0,0-1 0 0 0,0 0 0 0 0,0 0 0 0 0,1 0 1 0 0,5 2-1 0 0,15 3-3131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32.49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534 56 2936 0 0,'-1'-24'826'0'0,"1"19"-105"0"0,-2 1-116 0 0,-5-14-127 0 0,5 14 280 0 0,-3 5-393 0 0,-3 1-281 0 0,1 0 0 0 0,0 1 0 0 0,-1 0 0 0 0,1 0 0 0 0,1 1 0 0 0,-1 0 0 0 0,0 0 0 0 0,1 1-1 0 0,0-1 1 0 0,0 1 0 0 0,0 1 0 0 0,1-1 0 0 0,-5 7 0 0 0,-17 20 229 0 0,-25 41 0 0 0,35-49-208 0 0,-60 87 213 0 0,-115 220 0 0 0,181-307-430 0 0,2 1 1 0 0,0-1-1 0 0,1 2 1 0 0,-8 49-1 0 0,15-71 3 0 0,0-1 0 0 0,1 1 0 0 0,0-1 0 0 0,0 1 0 0 0,0-1 0 0 0,0 1-1 0 0,1-1 1 0 0,0 5 0 0 0,1 1-152 0 0,-2-7 150 0 0,0 0 0 0 0,0 1 0 0 0,0-1 1 0 0,1 1-1 0 0,-1-1 0 0 0,1 1 0 0 0,-1-1 0 0 0,1 0 0 0 0,0 0 0 0 0,0 1 1 0 0,0-1-1 0 0,0 0 0 0 0,1 0 0 0 0,0 2 0 0 0,3 3-275 0 0,11 16-1595 0 0,1-6-1379 0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33.27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233 251 2808 0 0,'2'-10'808'0'0,"-1"1"-1"0"0,-1 0 1 0 0,0-17 0 0 0,-1 21-320 0 0,-1 1-71 0 0,-2-1-255 0 0,1 0-1 0 0,-1 1 1 0 0,0 0-1 0 0,0 0 1 0 0,0 0-1 0 0,-7-5 1 0 0,7 7 66 0 0,-1 2-78 0 0,0-1-117 0 0,0 1 0 0 0,0 1-1 0 0,0-1 1 0 0,0 1-1 0 0,0 0 1 0 0,0 0 0 0 0,1 0-1 0 0,-1 0 1 0 0,0 1-1 0 0,1 0 1 0 0,-1 0-1 0 0,1 0 1 0 0,-1 1 0 0 0,1 0-1 0 0,-5 3 1 0 0,-37 42 79 0 0,31-32-92 0 0,3 4-36 0 0,9-12 10 0 0,-20 34 79 0 0,20-32-77 0 0,-3 18-17 0 0,6-26 19 0 0,-1 0 0 0 0,1 0 0 0 0,-1 0 0 0 0,1 0 0 0 0,0 0 0 0 0,0 0 0 0 0,0 0 0 0 0,0 0 0 0 0,0 0 0 0 0,1 0 0 0 0,0 2 0 0 0,0 2 4 0 0,-1-1 7 0 0,0-5-9 0 0,1 0 0 0 0,-1 0 0 0 0,0 1 0 0 0,1-1 0 0 0,-1 0 0 0 0,0 0 0 0 0,1 1 0 0 0,-1-1 0 0 0,0 0 0 0 0,0 0 0 0 0,1 1 0 0 0,-1-1 0 0 0,0 0 0 0 0,0 1 0 0 0,1-1 0 0 0,-1 0 0 0 0,0 1 0 0 0,0-1 0 0 0,0 1 0 0 0,0-1 0 0 0,0 0 0 0 0,0 1 0 0 0,0-1 0 0 0,1 0 0 0 0,-1 1 0 0 0,0-1 0 0 0,0 1 0 0 0,0-1 0 0 0,-1 0 0 0 0,1 1 0 0 0,0 0 0 0 0,0 0 0 0 0,0-1 1 0 0,0 1-1 0 0,0 0 1 0 0,0-1-1 0 0,0 1 0 0 0,0 0 1 0 0,0-1-1 0 0,1 1 1 0 0,-1 0-1 0 0,0-1 0 0 0,0 1 1 0 0,1-1-1 0 0,-1 1 1 0 0,0 0-1 0 0,1-1 0 0 0,-1 1 1 0 0,0-1-1 0 0,1 1 1 0 0,-1-1-1 0 0,1 1 0 0 0,-1-1 1 0 0,1 1-1 0 0,-1-1 1 0 0,1 0-1 0 0,-1 1 0 0 0,2 0 1 0 0,3 1 26 0 0,-1 0 1 0 0,1-1-1 0 0,0 1 1 0 0,-1-1-1 0 0,1 0 1 0 0,0 0-1 0 0,0-1 1 0 0,5 1-1 0 0,-4-1 85 0 0,0-3 23 0 0,3 0-23 0 0,0-1 0 0 0,0-1 0 0 0,0 0 0 0 0,-1 0 0 0 0,0-1 0 0 0,0 0-1 0 0,0 0 1 0 0,-1-1 0 0 0,12-13 0 0 0,7-9 84 0 0,-23 26-72 0 0,-4 66-176 0 0,1-57 41 0 0,8 12-39 0 0,-6-15 43 0 0,-2-2 4 0 0,0-1 0 0 0,1 1 0 0 0,-1-1 0 0 0,0 1 0 0 0,1-1 1 0 0,-1 1-1 0 0,0-1 0 0 0,1 0 0 0 0,-1 1 0 0 0,1-1 0 0 0,-1 1 1 0 0,0-1-1 0 0,1 0 0 0 0,-1 1 0 0 0,1-1 0 0 0,-1 0 0 0 0,1 0 0 0 0,-1 1 1 0 0,1-1-1 0 0,-1 0 0 0 0,1 0 0 0 0,0 0 0 0 0,0 0 0 0 0,-1 0-1 0 0,1 0 1 0 0,-1 0-1 0 0,1 1 0 0 0,-1-1 0 0 0,1 0 0 0 0,-1 0 0 0 0,1 0 0 0 0,-1 0 0 0 0,0 1 0 0 0,1-1 0 0 0,-1 0 0 0 0,1 0 0 0 0,-1 1 1 0 0,0-1-1 0 0,1 0 0 0 0,-1 0 0 0 0,0 1 0 0 0,1-1 0 0 0,-1 0 0 0 0,0 1 0 0 0,1-1 0 0 0,-1 1 0 0 0,0-1 0 0 0,0 0 0 0 0,0 1 0 0 0,1-1 1 0 0,-1 2-1 0 0,5-1-80 0 0,18 6-16 0 0,-18-6-8 0 0,1 0-44 0 0,3-1 57 0 0,0 0 0 0 0,0-1 0 0 0,0 1 0 0 0,-1-2 0 0 0,1 1 0 0 0,0-1 0 0 0,-1-1 0 0 0,0 1 0 0 0,10-5 0 0 0,-1-3 98 0 0,0-1 0 0 0,-1-1 0 0 0,0 0-1 0 0,-1-1 1 0 0,0 0 0 0 0,-1-1 0 0 0,-1-1 0 0 0,0 0-1 0 0,21-34 1 0 0,-16 19 298 0 0,-2-1 0 0 0,-1-1-1 0 0,-1 0 1 0 0,18-65 0 0 0,-31 93-151 0 0,0-1 44 0 0,3-15-88 0 0,-3 15 98 0 0,-5 7-176 0 0,2-1-22 0 0,-1 0 1 0 0,1 0 0 0 0,0 1 0 0 0,0-1-1 0 0,0 1 1 0 0,0 0 0 0 0,0-1 0 0 0,1 1-1 0 0,-1 0 1 0 0,0 0 0 0 0,1 0 0 0 0,0 0-1 0 0,-1 0 1 0 0,1 0 0 0 0,0 1 0 0 0,0-1-1 0 0,0 0 1 0 0,-1 4 0 0 0,-6 18 0 0 0,0 1 0 0 0,2 0 0 0 0,1 0 0 0 0,1 0 0 0 0,1 1 0 0 0,1-1 0 0 0,1 1 0 0 0,2 0-1 0 0,0-1 1 0 0,9 48 0 0 0,-6-56-79 0 0,-4-14 52 0 0,1 0 0 0 0,0 0-1 0 0,0 0 1 0 0,0 0 0 0 0,0 0 0 0 0,0-1 0 0 0,1 1 0 0 0,-1 0 0 0 0,4 4 0 0 0,-1-1-142 0 0,0 1 0 0 0,0-1 0 0 0,1 0 0 0 0,-1 0 1 0 0,1-1-1 0 0,1 0 0 0 0,-1 1 0 0 0,9 5 0 0 0,-10-9-40 0 0,1 1 0 0 0,-1-1 0 0 0,1 0-1 0 0,-1 0 1 0 0,1 0 0 0 0,0-1 0 0 0,0 0 0 0 0,0 0-1 0 0,0 0 1 0 0,0 0 0 0 0,0-1 0 0 0,0 0 0 0 0,0 0 0 0 0,0 0-1 0 0,9-2 1 0 0,-3-1-333 0 0,1 1-1 0 0,-1-2 0 0 0,0 0 0 0 0,0 0 1 0 0,0 0-1 0 0,-1-2 0 0 0,1 1 0 0 0,13-11 1 0 0,5-7-1429 0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34.38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21 164 2432 0 0,'4'-4'634'0'0,"20"-37"1076"0"0,-22 37-1204 0 0,0 0-55 0 0,0-1-140 0 0,-1-1 1 0 0,0 1 0 0 0,0-1 0 0 0,0 1 0 0 0,0-12 0 0 0,-1 13 184 0 0,-4 7-383 0 0,-11 7 19 0 0,11-7-49 0 0,4-2-75 0 0,0 0 0 0 0,0 0 0 0 0,0-1 0 0 0,0 1 0 0 0,0 0 0 0 0,0 0 1 0 0,-1 0-1 0 0,1 0 0 0 0,0-1 0 0 0,0 1 0 0 0,-1 0 0 0 0,1 0 0 0 0,-1-1 0 0 0,1 1 0 0 0,0 0 0 0 0,-1-1 0 0 0,1 1 0 0 0,-2 1 0 0 0,-9 16 126 0 0,-8 53 118 0 0,18-66-246 0 0,1 1-2 0 0,0 19-2 0 0,0-19 40 0 0,2 0-37 0 0,0 1 3 0 0,1 0-1 0 0,0-1 1 0 0,1 1-1 0 0,7 11 0 0 0,-8-15 100 0 0,2 0-103 0 0,0-1-4 0 0,0 0 0 0 0,0-1 0 0 0,1 1 0 0 0,-1-1 0 0 0,0 0 0 0 0,1-1 0 0 0,-1 1-1 0 0,0-1 1 0 0,1 0 0 0 0,-1 0 0 0 0,1-1 0 0 0,-1 1 0 0 0,1-1 0 0 0,8-3 0 0 0,1-3 63 0 0,-1 0 1 0 0,-1-1-1 0 0,0-1 0 0 0,0 0 1 0 0,0 0-1 0 0,-1-1 1 0 0,-1-1-1 0 0,1 0 0 0 0,-2-1 1 0 0,12-15-1 0 0,-19 23 111 0 0,-1-1-95 0 0,9-12-48 0 0,-9 12 5 0 0,1 2 11 0 0,4-8 26 0 0,-11 15 175 0 0,-15 28 156 0 0,4 8-86 0 0,14-36-214 0 0,0 2 7 0 0,-1 18-24 0 0,1-18-23 0 0,2-1-10 0 0,0 17 6 0 0,-1-16-7 0 0,2-1-16 0 0,6 14-9 0 0,-6-14-51 0 0,2-1-60 0 0,-1-2 63 0 0,-1 1-44 0 0,0-1-1 0 0,1 0 1 0 0,-1 0 0 0 0,1 0 0 0 0,0 0-1 0 0,-1 0 1 0 0,1 0 0 0 0,0-1-1 0 0,0 1 1 0 0,0-1 0 0 0,0 0 0 0 0,0 0-1 0 0,0 0 1 0 0,0 0 0 0 0,5 0 0 0 0,2 0-30 0 0,1-1 1 0 0,-1 0 0 0 0,0 0 0 0 0,1-1-1 0 0,-1 0 1 0 0,0-1 0 0 0,18-5 0 0 0,-13 1 61 0 0,-2 0 1 0 0,1-1 0 0 0,-1 0 0 0 0,0-1 0 0 0,0-1 0 0 0,-1 0 0 0 0,21-20 0 0 0,-5-3 53 0 0,-26 27-24 0 0,0 1-20 0 0,0 0-15 0 0,7-11-10 0 0,-7 11-1 0 0,-3 0-101 0 0,-3-13 94 0 0,3 12-6 0 0,4 6-1217 0 0,-2-1 1275 0 0,0 1 0 0 0,0-1 1 0 0,1 1-1 0 0,-1-1 0 0 0,0 1 1 0 0,0 0-1 0 0,0 0 1 0 0,0-1-1 0 0,0 1 0 0 0,1 2 1 0 0,0-2 0 0 0,1 1-2 0 0,2-3 44 0 0,37-17 202 0 0,-38 16-146 0 0,-2 0-60 0 0,1 0-1 0 0,-1 0 0 0 0,1 0 0 0 0,-1-1 0 0 0,0 1 0 0 0,0 0 0 0 0,0-1 0 0 0,-1 0 0 0 0,1 1 1 0 0,-1-1-1 0 0,3-5 0 0 0,-2 4 129 0 0,-11-15-279 0 0,7 15 221 0 0,-2 6 51 0 0,-2 2-124 0 0,-1 0 0 0 0,1 0 1 0 0,0 1-1 0 0,1-1 0 0 0,-1 1 0 0 0,1 0 1 0 0,0 1-1 0 0,0-1 0 0 0,0 1 0 0 0,1 0 1 0 0,0 1-1 0 0,0-1 0 0 0,0 0 0 0 0,1 1 1 0 0,-3 9-1 0 0,5-13-14 0 0,0 1 1 0 0,0 0-1 0 0,0 0 0 0 0,0 1 0 0 0,1-1 1 0 0,0 0-1 0 0,0 0 0 0 0,0 0 1 0 0,0 0-1 0 0,2 5 0 0 0,-1-4-8 0 0,-1-2-4 0 0,2 1 0 0 0,-1 0 1 0 0,0 0-1 0 0,1-1 0 0 0,0 1 1 0 0,0-1-1 0 0,0 1 0 0 0,0-1 1 0 0,0 0-1 0 0,1 0 0 0 0,-1 0 1 0 0,1 0-1 0 0,4 3 0 0 0,-5-4-15 0 0,2 2-43 0 0,0 0 0 0 0,0-1 0 0 0,1 0 0 0 0,-1 0 0 0 0,1 0 0 0 0,0 0 0 0 0,0-1 0 0 0,0 0 0 0 0,0 0 0 0 0,8 2 0 0 0,-8-2-7 0 0,2 0-125 0 0,0 0 1 0 0,1-1 0 0 0,-1 0-1 0 0,0 0 1 0 0,1 0 0 0 0,-1-1-1 0 0,13-1 1 0 0,-13 1 83 0 0,-1 0-29 0 0,0 0 0 0 0,0-1 1 0 0,0 0-1 0 0,0 0 1 0 0,-1 0-1 0 0,1 0 0 0 0,0-1 1 0 0,9-4-1 0 0,3-1-246 0 0,-2 1 230 0 0,-1-1 1 0 0,1 0 0 0 0,-2-1-1 0 0,1-1 1 0 0,-1-1-1 0 0,0 0 1 0 0,-1 0 0 0 0,0-1-1 0 0,-1-1 1 0 0,0 0-1 0 0,-1-1 1 0 0,-1 0-1 0 0,0 0 1 0 0,0-2 0 0 0,-1 1-1 0 0,-1-1 1 0 0,-1 0-1 0 0,8-20 1 0 0,-10 13 524 0 0,-6 17-303 0 0,2 1 117 0 0,-2-1-65 0 0,-2-11 99 0 0,2 12 75 0 0,-2 2 58 0 0,-1 0-253 0 0,1 0-1 0 0,-1 0 1 0 0,1 0-1 0 0,-1 1 1 0 0,0 0-1 0 0,1 0 1 0 0,-1 0-1 0 0,0 0 1 0 0,-6 0-1 0 0,5 1 96 0 0,1 2 16 0 0,2-1-168 0 0,0 0 20 0 0,-1 1-1 0 0,1-1 1 0 0,0 0 0 0 0,0 1-1 0 0,0-1 1 0 0,0 1 0 0 0,0-1 0 0 0,0 1-1 0 0,1 0 1 0 0,-1 0 0 0 0,1 0 0 0 0,-1 0-1 0 0,1 0 1 0 0,-1 0 0 0 0,1 1-1 0 0,0-1 1 0 0,0 0 0 0 0,0 1 0 0 0,1-1-1 0 0,-1 0 1 0 0,0 5 0 0 0,1 7 94 0 0,1 1 1 0 0,0-1-1 0 0,1 1 1 0 0,1-1 0 0 0,0 0-1 0 0,6 17 1 0 0,10 39 418 0 0,-18-59-508 0 0,0 1 0 0 0,-1 0 0 0 0,-1 13 0 0 0,-3-14-36 0 0,-3-5-112 0 0,1 0 0 0 0,-1-1 0 0 0,0 1 0 0 0,0-1 0 0 0,-1-1 0 0 0,0 1 0 0 0,1-1-1 0 0,-1-1 1 0 0,-1 1 0 0 0,1-1 0 0 0,-11 2 0 0 0,-18 3-1837 0 0,-50 6 0 0 0,64-11 613 0 0,-33 3-3172 0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35.37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168 1 2908 0 0,'0'0'4002'0'0,"-3"4"-3307"0"0,-18 36 170 0 0,2 1 1 0 0,2 1-1 0 0,-14 50 1 0 0,12-36-568 0 0,-25 89 241 0 0,39-122-494 0 0,1 0 0 0 0,1 1 0 0 0,2-1 0 0 0,1 44-1 0 0,1-57-182 0 0,-1 5-87 0 0,2 0-1 0 0,6 27 1 0 0,-7-36-201 0 0,1 0 1 0 0,0 0-1 0 0,1-1 1 0 0,-1 1-1 0 0,1-1 1 0 0,0 1-1 0 0,5 5 0 0 0,-6-7-26 0 0,13 11-2885 0 0,1-4-743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35.80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 80 2448 0 0,'-2'-3'1139'0'0,"1"1"-819"0"0,-8-14 1679 0 0,10 14-1927 0 0,0 1 0 0 0,0-1 0 0 0,0 1-1 0 0,0-1 1 0 0,0 1 0 0 0,0-1 0 0 0,1 1 0 0 0,-1 0 0 0 0,1-1 0 0 0,2-1 0 0 0,-3 2-45 0 0,0 0 1 0 0,0 0 0 0 0,0 0-1 0 0,0 1 1 0 0,0-1 0 0 0,0 0 0 0 0,0 0-1 0 0,0 1 1 0 0,0-1 0 0 0,1 0 0 0 0,-1 1-1 0 0,0-1 1 0 0,0 1 0 0 0,1 0-1 0 0,-1-1 1 0 0,0 1 0 0 0,1 0 0 0 0,2 0-1 0 0,-1 0 49 0 0,26-7 139 0 0,0 1 1 0 0,0 2-1 0 0,35-1 1 0 0,-42 4-48 0 0,73-5 566 0 0,103 7-1 0 0,-193-1-678 0 0,-3 0-52 0 0,0 0-1 0 0,-1 0 1 0 0,1 0 0 0 0,0 0 0 0 0,0 0-1 0 0,0 1 1 0 0,0-1 0 0 0,0 1 0 0 0,-1-1-1 0 0,1 1 1 0 0,2 1 0 0 0,1 0 3 0 0,1-1 20 0 0,-3 2 19 0 0,-1-2-38 0 0,-1-1-5 0 0,0 0-1 0 0,0 1 1 0 0,0-1 0 0 0,0 1-1 0 0,0-1 1 0 0,0 1 0 0 0,0 0-1 0 0,0-1 1 0 0,0 1 0 0 0,0 0-1 0 0,-1 0 1 0 0,1-1 0 0 0,0 1-1 0 0,-1 0 1 0 0,1 0 0 0 0,0 0-1 0 0,-1 0 1 0 0,1 0 0 0 0,-1 0-1 0 0,1 2 1 0 0,5 14 30 0 0,-5-12-25 0 0,-1-1 0 0 0,1 1 1 0 0,-1 0-1 0 0,0-1 0 0 0,0 1 0 0 0,0 0 1 0 0,-1-1-1 0 0,0 1 0 0 0,-2 7 0 0 0,1-4 3 0 0,-13 77-117 0 0,14-80 195 0 0,1 1-15 0 0,1 16-12 0 0,-1-16-11 0 0,5 15 40 0 0,-4-17 28 0 0,1-1-68 0 0,0 0-36 0 0,-1-1 1 0 0,1 0 0 0 0,-1-1-1 0 0,1 1 1 0 0,0 0 0 0 0,0 0-1 0 0,0-1 1 0 0,0 1 0 0 0,0-1-1 0 0,0 0 1 0 0,0 1 0 0 0,0-1-1 0 0,0 0 1 0 0,1 0 0 0 0,-1 0-1 0 0,0-1 1 0 0,1 1 0 0 0,-1-1-1 0 0,1 1 1 0 0,-1-1 0 0 0,1 0-1 0 0,-1 0 1 0 0,1 0 0 0 0,-1 0-1 0 0,1 0 1 0 0,-1 0 0 0 0,0-1-1 0 0,1 1 1 0 0,-1-1 0 0 0,4-1-1 0 0,1-1-3 0 0,0 0 0 0 0,0-1 0 0 0,-1 1-1 0 0,1-1 1 0 0,-1-1 0 0 0,0 1 0 0 0,0-1-1 0 0,-1 0 1 0 0,1 0 0 0 0,-1-1 0 0 0,0 1-1 0 0,-1-1 1 0 0,1-1 0 0 0,-1 1-1 0 0,0 0 1 0 0,-1-1 0 0 0,6-13 0 0 0,-7 14-46 0 0,15-43 51 0 0,-16 45-54 0 0,0 1-1 0 0,0-1 1 0 0,-1 0 0 0 0,1 1-1 0 0,-1-1 1 0 0,0 0-1 0 0,0 0 1 0 0,-1 1 0 0 0,1-1-1 0 0,-1 0 1 0 0,0 1 0 0 0,0-1-1 0 0,0 0 1 0 0,-2-5 0 0 0,1 6-40 0 0,0 0 0 0 0,0 0 1 0 0,0 0-1 0 0,-1 0 0 0 0,1 1 1 0 0,-1-1-1 0 0,1 1 0 0 0,-1-1 1 0 0,0 1-1 0 0,0 0 1 0 0,0 0-1 0 0,0 0 0 0 0,0 0 1 0 0,0 1-1 0 0,-1-1 0 0 0,-3 0 1 0 0,0 0-265 0 0,0 1-1 0 0,1 1 1 0 0,-1-1 0 0 0,1 1 0 0 0,-1 0 0 0 0,0 0 0 0 0,1 1-1 0 0,-1 0 1 0 0,1 0 0 0 0,-1 1 0 0 0,-6 2 0 0 0,-12 4-1554 0 0,18-7-1336 0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36.36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329 41 2560 0 0,'0'0'2080'0'0,"0"-6"-1355"0"0,1-16-166 0 0,0 17 236 0 0,-5 3-477 0 0,1 1-252 0 0,1 0 0 0 0,-1 0 0 0 0,0 0 0 0 0,0 1 0 0 0,1-1 0 0 0,-1 1 0 0 0,0-1 0 0 0,0 1 0 0 0,0 0 0 0 0,0 0 0 0 0,1 0 0 0 0,-1 1 0 0 0,0-1 0 0 0,-4 2 0 0 0,-1 0 33 0 0,1 1-1 0 0,-1 0 1 0 0,1 0-1 0 0,0 1 1 0 0,-7 4-1 0 0,-8 8 130 0 0,0 0 1 0 0,-21 23-1 0 0,22-19-92 0 0,1 1 1 0 0,1 1 0 0 0,2 1-1 0 0,0 0 1 0 0,-19 34-1 0 0,34-52-116 0 0,0 1 0 0 0,0 0 0 0 0,0 0-1 0 0,1 0 1 0 0,0 0 0 0 0,0 1 0 0 0,0-1 0 0 0,1 0 0 0 0,0 7-1 0 0,0-12-16 0 0,0 1 0 0 0,0 0 0 0 0,0-1 1 0 0,0 1-1 0 0,0 0 0 0 0,0 0 0 0 0,0-1 0 0 0,1 1 1 0 0,-1 0-1 0 0,1-1 0 0 0,-1 1 0 0 0,1 0 0 0 0,0-1 1 0 0,-1 1-1 0 0,1-1 0 0 0,1 2 0 0 0,1 2 2 0 0,-2-3-13 0 0,-1 0-1 0 0,1 0 1 0 0,0 0-1 0 0,0 0 1 0 0,0 0-1 0 0,1 0 1 0 0,-1 0 0 0 0,0 0-1 0 0,1-1 1 0 0,-1 1-1 0 0,1-1 1 0 0,-1 1 0 0 0,1-1-1 0 0,3 3 1 0 0,2 1-43 0 0,1 1-142 0 0,0 0 0 0 0,0 0 1 0 0,1 0-1 0 0,0-2 1 0 0,0 1-1 0 0,0-1 0 0 0,1 0 1 0 0,-1-1-1 0 0,1 0 0 0 0,0 0 1 0 0,0-1-1 0 0,11 1 1 0 0,10-1-1383 0 0,-1 0 0 0 0,50-5 1 0 0,-45 0-1360 0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36.6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175 1 2220 0 0,'-16'7'612'0'0,"-1"2"-1"0"0,2 0 1 0 0,-1 1 0 0 0,1 1-1 0 0,1 0 1 0 0,0 1 0 0 0,-18 19-1 0 0,28-26-464 0 0,0 0-1 0 0,0 1 0 0 0,0 0 0 0 0,0 0 1 0 0,1 0-1 0 0,-4 9 0 0 0,4-7 2 0 0,1-3 58 0 0,1-1-170 0 0,1 0-1 0 0,1 1 1 0 0,-1-1 0 0 0,1 0 0 0 0,-1 1 0 0 0,1-1 0 0 0,0 0-1 0 0,1 1 1 0 0,-1-1 0 0 0,1 0 0 0 0,0 0 0 0 0,0 0 0 0 0,0-1-1 0 0,0 1 1 0 0,1 0 0 0 0,0-1 0 0 0,-1 0 0 0 0,1 1 0 0 0,7 4 0 0 0,-2-1-10 0 0,1-1 0 0 0,0 0 0 0 0,1-1 1 0 0,0 0-1 0 0,0-1 0 0 0,0 1 1 0 0,11 2-1 0 0,68 12-181 0 0,-68-16-673 0 0,0-1 0 0 0,1-1 0 0 0,-1-1 0 0 0,1-1-1 0 0,-1 0 1 0 0,32-8 0 0 0,-25 3-2598 0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38.55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768 64 2588 0 0,'-2'-4'315'0'0,"-1"0"0"0"0,0 0 0 0 0,1 0 1 0 0,-1 1-1 0 0,0-1 0 0 0,-1 1 0 0 0,1 0 0 0 0,-1 0 0 0 0,1 0 0 0 0,-1 0 0 0 0,0 1 0 0 0,0-1 0 0 0,-7-2 0 0 0,2 2-68 0 0,1 0 0 0 0,-1 0 0 0 0,0 1 0 0 0,0 0 0 0 0,0 1 0 0 0,-14 0-1 0 0,-4 1 98 0 0,1 2-1 0 0,-1 1 1 0 0,-47 11-1 0 0,41-6-86 0 0,0 3 0 0 0,1 0 0 0 0,1 2 0 0 0,0 1 0 0 0,1 1 0 0 0,0 2 0 0 0,-28 22 0 0 0,39-25-138 0 0,1 0 0 0 0,0 1 0 0 0,2 1 0 0 0,0 1 0 0 0,0 0 0 0 0,2 1 0 0 0,0 1 0 0 0,1 0 0 0 0,1 0 0 0 0,1 2 0 0 0,-11 28 0 0 0,18-40-72 0 0,1 1-1 0 0,0 0 1 0 0,1 1-1 0 0,0-1 1 0 0,0 0-1 0 0,1 1 0 0 0,1-1 1 0 0,-1 1-1 0 0,2-1 1 0 0,0 1-1 0 0,0-1 1 0 0,1 0-1 0 0,3 11 1 0 0,-3-14-31 0 0,1 0 1 0 0,0 0 0 0 0,0 0 0 0 0,1 0-1 0 0,0-1 1 0 0,0 1 0 0 0,1-1 0 0 0,-1 0-1 0 0,2-1 1 0 0,-1 1 0 0 0,0-1 0 0 0,1 0-1 0 0,0 0 1 0 0,0-1 0 0 0,0 0 0 0 0,1 0-1 0 0,0 0 1 0 0,10 3 0 0 0,0-1-50 0 0,2 0 0 0 0,-1-2 0 0 0,0 0 0 0 0,1-1 1 0 0,0-1-1 0 0,0-1 0 0 0,0 0 0 0 0,0-1 0 0 0,-1-2 0 0 0,28-4 0 0 0,-2-2-728 0 0,-1-3 0 0 0,0-1 0 0 0,55-23 0 0 0,-65 20-856 0 0,0-1 1 0 0,-2-1 0 0 0,0-1 0 0 0,52-42-1 0 0,-63 44-1409 0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38.77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78 43 2532 0 0,'8'-11'69'0'0,"-8"10"294"0"0,1-1-1 0 0,-1 1 1 0 0,1 0-1 0 0,-1 0 1 0 0,1-1-1 0 0,-1 1 0 0 0,0 0 1 0 0,0-1-1 0 0,1 1 1 0 0,-1-1-1 0 0,0 1 1 0 0,0 0-1 0 0,0-1 1 0 0,-1 1-1 0 0,1 0 1 0 0,0-1-1 0 0,0 1 1 0 0,-2-2-1 0 0,1-1 552 0 0,-18 15-186 0 0,19-10-712 0 0,0 0 0 0 0,0 0 1 0 0,0-1-1 0 0,0 1 1 0 0,0 0-1 0 0,0 0 1 0 0,0-1-1 0 0,-1 1 0 0 0,1 0 1 0 0,0 0-1 0 0,0-1 1 0 0,-1 1-1 0 0,1 0 0 0 0,-1-1 1 0 0,1 1-1 0 0,0 0 1 0 0,-1-1-1 0 0,0 2 0 0 0,-10 16 232 0 0,1 14-13 0 0,1 1-1 0 0,2 0 0 0 0,-7 65 1 0 0,4 111 116 0 0,10-187-334 0 0,-1-6-220 0 0,3 87-452 0 0,0-86-1812 0 0,0-1 0 0 0,8 24 0 0 0,-4-21-2229 0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39.27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 61 3308 0 0,'-4'-1'1456'0'0,"-20"-3"4556"0"0,30 5-5520 0 0,23 4 116 0 0,0-2 0 0 0,55-1 1 0 0,71-9 299 0 0,-103 3-649 0 0,160-19 258 0 0,-77 0-4688 0 0,-111 15 978 0 0,-20 6 476 0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39.68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38 0 3668 0 0,'0'0'5398'0'0,"-4"2"-5082"0"0,-17 7 508 0 0,21-3-611 0 0,-1-1-160 0 0,1 0-1 0 0,0 1 1 0 0,0-1 0 0 0,1 0 0 0 0,0 0 0 0 0,0 0-1 0 0,0 1 1 0 0,0-1 0 0 0,1 0 0 0 0,-1-1-1 0 0,1 1 1 0 0,1 0 0 0 0,-1 0 0 0 0,1-1-1 0 0,-1 1 1 0 0,1-1 0 0 0,1 0 0 0 0,-1 0-1 0 0,1 0 1 0 0,-1 0 0 0 0,1-1 0 0 0,0 1 0 0 0,0-1-1 0 0,1 0 1 0 0,-1 0 0 0 0,1-1 0 0 0,-1 1-1 0 0,7 1 1 0 0,37 10-35 0 0,-42-13 2 0 0,1-1-13 0 0,18 0 1 0 0,-18 0 67 0 0,-2 0-54 0 0,16-1-22 0 0,-16 0 110 0 0,-41 21-58 0 0,30-17-44 0 0,-13 10-46 0 0,0 1 1 0 0,1 0 0 0 0,0 2-1 0 0,1 0 1 0 0,1 1-1 0 0,1 1 1 0 0,-15 21-1 0 0,28-35-582 0 0,-1 1-1 0 0,1-1 0 0 0,0 0 0 0 0,0 1 0 0 0,1-1 1 0 0,-1 1-1 0 0,1 0 0 0 0,0-1 0 0 0,0 1 0 0 0,0 6 1 0 0,1-7 222 0 0,-1 2-4279 0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48.66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189 105 2972 0 0,'0'0'5105'0'0,"-4"-1"-4931"0"0,-15-3 52 0 0,14 4 223 0 0,-18-3 29 0 0,18 2-169 0 0,2 0-62 0 0,-1 0-136 0 0,1-1 1 0 0,0 0-1 0 0,0 0 1 0 0,0 0-1 0 0,0 0 1 0 0,0 0-1 0 0,1 0 1 0 0,-5-5-1 0 0,5 4 192 0 0,2-2-241 0 0,0-17-22 0 0,0 16 0 0 0,2 3 16 0 0,7-13-41 0 0,-6 13-1 0 0,1 1 13 0 0,15-6-21 0 0,-14 6-14 0 0,0 2 4 0 0,0-1-7 0 0,-1 1 21 0 0,0-1 1 0 0,1 1-1 0 0,-1 0 0 0 0,0 0 1 0 0,1 0-1 0 0,-1 1 1 0 0,0-1-1 0 0,1 1 0 0 0,-1 0 1 0 0,0 0-1 0 0,0 1 0 0 0,6 2 1 0 0,38 24-52 0 0,-31-11 38 0 0,-7-4 7 0 0,-3-6 1 0 0,-1 0 1 0 0,0 1-1 0 0,-1 0 1 0 0,0 1-1 0 0,0-1 1 0 0,-1 1 0 0 0,0 0-1 0 0,0 0 1 0 0,-1 0-1 0 0,0 0 1 0 0,-1 1-1 0 0,0-1 1 0 0,0 1-1 0 0,-1 0 1 0 0,0 0-1 0 0,-1-1 1 0 0,0 1 0 0 0,-2 15-1 0 0,0-15-6 0 0,0 1 1 0 0,-1-1-1 0 0,1 0 0 0 0,-2 0 0 0 0,0 0 1 0 0,0 0-1 0 0,-1-1 0 0 0,0 0 0 0 0,0 0 1 0 0,-1 0-1 0 0,0 0 0 0 0,-1-1 1 0 0,0 0-1 0 0,0 0 0 0 0,-1-1 0 0 0,1 0 1 0 0,-2-1-1 0 0,1 1 0 0 0,-1-1 0 0 0,-11 5 1 0 0,-22 10 42 0 0,32-19-53 0 0,3-2-4 0 0,-8 5-76 0 0,14-5 91 0 0,0 0 0 0 0,-1 1 0 0 0,1-1 0 0 0,-1 0 0 0 0,1 0 0 0 0,0 1 1 0 0,-1-1-1 0 0,1 0 0 0 0,-1 0 0 0 0,1-1 0 0 0,-1 1 0 0 0,1 0 0 0 0,-3-1 0 0 0,1 0-2 0 0,-41-8 18 0 0,39 6-14 0 0,1 1-5 0 0,0 0-1 0 0,0 0 1 0 0,1-1 0 0 0,-1 1 0 0 0,1-1 0 0 0,0 0 0 0 0,0 0 0 0 0,0 0 0 0 0,0-1 0 0 0,0 1-1 0 0,1 0 1 0 0,-4-7 0 0 0,4 7-2 0 0,-3-6-11 0 0,-7-22-12 0 0,12 24 18 0 0,0 1-6 0 0,0 2-60 0 0,1-1 65 0 0,2-17 12 0 0,-3 21 0 0 0,0-1 0 0 0,1 1-1 0 0,-1 0 1 0 0,0 0 0 0 0,1 0-1 0 0,-1 0 1 0 0,0 0 0 0 0,1 0-1 0 0,-1-1 1 0 0,1 1-1 0 0,0 0 1 0 0,-1 1 0 0 0,1-1-1 0 0,0 0 1 0 0,0 0 0 0 0,0 0-1 0 0,-1 0 1 0 0,1 0 0 0 0,0 1-1 0 0,2-2 1 0 0,3-3 19 0 0,-4 4-16 0 0,-1 0 0 0 0,0 1 0 0 0,1-1 0 0 0,-1 1 0 0 0,1-1 0 0 0,-1 1 0 0 0,1-1-1 0 0,0 1 1 0 0,-1 0 0 0 0,1 0 0 0 0,-1-1 0 0 0,4 2 0 0 0,-3-1 2 0 0,3-2 13 0 0,2 4 19 0 0,4 1-3 0 0,0 1 0 0 0,0 0 0 0 0,-1 1 0 0 0,1 0 0 0 0,-1 0 0 0 0,12 9-1 0 0,60 51 105 0 0,-43-32-202 0 0,29 14-349 0 0,-64-45 24 0 0,2-1-132 0 0,2 0-118 0 0,0 0-1 0 0,1-1 1 0 0,-1 1 0 0 0,0-2 0 0 0,0 1 0 0 0,0-1 0 0 0,0 0 0 0 0,0-1 0 0 0,0 0-1 0 0,13-5 1 0 0,14-8-2878 0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49.0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125 7 3240 0 0,'0'0'1889'0'0,"-5"-2"-1181"0"0,-14-2-114 0 0,15 3 311 0 0,-2 2-585 0 0,-14 1-59 0 0,14-2-19 0 0,3 2-31 0 0,-29 22 659 0 0,29-20-363 0 0,3 1-336 0 0,3 14 47 0 0,-3-14 16 0 0,4-1-36 0 0,10 8 90 0 0,1 0 0 0 0,1-1 0 0 0,29 15 0 0 0,-3 0-3 0 0,-37-23-236 0 0,-1 0 0 0 0,0 0 0 0 0,1 1 0 0 0,-1 0 0 0 0,-1 0 0 0 0,1 0 0 0 0,0 0-1 0 0,-1 1 1 0 0,0-1 0 0 0,0 1 0 0 0,0 0 0 0 0,-1 0 0 0 0,0 0 0 0 0,4 10 0 0 0,-6-11-9 0 0,1 0 0 0 0,-1 0 0 0 0,1 0 0 0 0,-1 0 0 0 0,0 0-1 0 0,0 0 1 0 0,-1 0 0 0 0,1 0 0 0 0,-1 0 0 0 0,0-1 0 0 0,0 1 0 0 0,0 0 0 0 0,-1 0 0 0 0,1-1 0 0 0,-1 1 0 0 0,0 0 0 0 0,0-1 0 0 0,0 0-1 0 0,0 1 1 0 0,-1-1 0 0 0,-3 4 0 0 0,-41 33 104 0 0,41-36-274 0 0,-1-1 0 0 0,1 1 0 0 0,-1-1 0 0 0,0 0 0 0 0,0-1 0 0 0,-9 3 1 0 0,12-4 34 0 0,-1 0-564 0 0,-4-1-128 0 0,-24-2-1579 0 0,8-10-2129 0 0,9 1 85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49.17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85 1868 0 0,'21'-13'1332'0'0,"2"3"552"0"0,20-8-1159 0 0,-18 10 251 0 0,18-3-392 0 0,1 1-424 0 0,0 3-440 0 0,-2 2-772 0 0,-4 2-1617 0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49.47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72 2 3568 0 0,'7'0'1442'0'0,"0"-1"-997"0"0,-5 1-287 0 0,1-1 0 0 0,-1 1 0 0 0,1 0 0 0 0,-1 0 0 0 0,0 0 0 0 0,1 0 0 0 0,-1 1 0 0 0,1-1 0 0 0,-1 1 0 0 0,0-1 0 0 0,1 1 0 0 0,3 2 0 0 0,6 1 103 0 0,0 2 0 0 0,-1-1 1 0 0,0 1-1 0 0,0 1 1 0 0,0 0-1 0 0,-1 1 0 0 0,0 0 1 0 0,0 0-1 0 0,-1 1 1 0 0,0 1-1 0 0,0-1 0 0 0,-1 1 1 0 0,-1 1-1 0 0,1-1 1 0 0,-2 1-1 0 0,7 14 0 0 0,-4-5-161 0 0,-1 1-1 0 0,0 0 1 0 0,-2 1-1 0 0,0 0 1 0 0,-1 0-1 0 0,-2 0 0 0 0,0 0 1 0 0,-1 42-1 0 0,-3-21-193 0 0,-2 0-1 0 0,-3-1 0 0 0,-1 1 1 0 0,-2-1-1 0 0,-1-1 0 0 0,-25 60 1 0 0,22-69-728 0 0,-2-1 0 0 0,-2 0-1 0 0,-1-1 1 0 0,-1 0 0 0 0,-1-2 0 0 0,-2 0 0 0 0,0-2 0 0 0,-37 33 0 0 0,-3-7-3924 0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47.1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280 85 2616 0 0,'0'0'3841'0'0,"-3"2"-3249"0"0,-46 38 2191 0 0,45-38-2525 0 0,0 0-39 0 0,-12 7 0 0 0,12-7-19 0 0,-1 0-22 0 0,-12 4 17 0 0,13-4 174 0 0,-2-1-225 0 0,-16 2-4 0 0,16-2 104 0 0,1-3-179 0 0,-19-3 27 0 0,18 4-1 0 0,3-2-42 0 0,-24-20-18 0 0,26 21-23 0 0,0 1 0 0 0,-1-1 1 0 0,1 1-1 0 0,0-1 0 0 0,0 0 0 0 0,0 0 0 0 0,0 1 1 0 0,1-1-1 0 0,-1 0 0 0 0,0 0 0 0 0,1 0 0 0 0,-1 0 1 0 0,1 0-1 0 0,0 0 0 0 0,-1 0 0 0 0,1 0 0 0 0,0 0 1 0 0,0 0-1 0 0,0 0 0 0 0,1 0 0 0 0,0-2 0 0 0,0-1-1 0 0,0 1-1 0 0,1-1 0 0 0,0 1 0 0 0,0-1 0 0 0,1 1 0 0 0,-1 0 1 0 0,1 0-1 0 0,0 0 0 0 0,0 1 0 0 0,0-1 0 0 0,0 1 0 0 0,1 0 1 0 0,-1-1-1 0 0,1 1 0 0 0,0 1 0 0 0,6-5 0 0 0,-4 5 1 0 0,1 0 1 0 0,-1 0-1 0 0,1 0 0 0 0,-1 1 0 0 0,1 0 1 0 0,0 0-1 0 0,-1 1 0 0 0,1 0 0 0 0,0 0 0 0 0,0 1 1 0 0,-1-1-1 0 0,1 1 0 0 0,0 1 0 0 0,-1-1 1 0 0,1 1-1 0 0,-1 0 0 0 0,0 1 0 0 0,0 0 0 0 0,0 0 1 0 0,0 0-1 0 0,0 0 0 0 0,0 1 0 0 0,-1 0 1 0 0,10 9-1 0 0,-7-6-8 0 0,-1 1-1 0 0,0 0 1 0 0,0 1 0 0 0,0 0 0 0 0,-1-1-1 0 0,-1 2 1 0 0,1-1 0 0 0,-2 1-1 0 0,7 16 1 0 0,-9-21 6 0 0,0-1 0 0 0,0 1 0 0 0,0 0 0 0 0,-1 0 0 0 0,0 1 0 0 0,0-1 1 0 0,0 0-1 0 0,0 7 0 0 0,-1-3 3 0 0,1-6 5 0 0,-1 1 0 0 0,1-1-1 0 0,-1 0 1 0 0,1 0 0 0 0,-1 1-1 0 0,0-1 1 0 0,-1 0 0 0 0,1 0-1 0 0,-2 7 1 0 0,0-2 21 0 0,0 7-50 0 0,-2 0 0 0 0,1 0 0 0 0,-2-1 1 0 0,0 0-1 0 0,-1 0 0 0 0,0 0 0 0 0,-1-1 0 0 0,-1 0 1 0 0,0 0-1 0 0,0-1 0 0 0,-1 0 0 0 0,-14 14 1 0 0,14-17 24 0 0,1 0 0 0 0,-1-1 1 0 0,-1 0-1 0 0,1-1 1 0 0,-2 0-1 0 0,1 0 0 0 0,-17 8 1 0 0,20-12-9 0 0,0-1-1 0 0,-1 1 1 0 0,1-1 0 0 0,-1 0 0 0 0,1-1 0 0 0,-1 0 0 0 0,1 0-1 0 0,-1 0 1 0 0,0-1 0 0 0,0-1 0 0 0,1 1 0 0 0,-16-4 0 0 0,20 3-1 0 0,-1 0 1 0 0,1-1-1 0 0,0 0 1 0 0,0 0 0 0 0,0 0-1 0 0,0 0 1 0 0,0 0-1 0 0,1 0 1 0 0,-1-1 0 0 0,1 0-1 0 0,-5-5 1 0 0,5 6-10 0 0,0-1 2 0 0,-1 0 1 0 0,1 0-1 0 0,0 0 1 0 0,0-1 0 0 0,0 1-1 0 0,0-1 1 0 0,1 1 0 0 0,-1-1-1 0 0,1 0 1 0 0,0 1 0 0 0,0-1-1 0 0,0-7 1 0 0,2-19-38 0 0,-1 24 26 0 0,2 1-14 0 0,7-13 14 0 0,-7 13 16 0 0,-1 4 1 0 0,1 1-1 0 0,-1-1 1 0 0,1 0-1 0 0,-1 0 1 0 0,1 0-1 0 0,-1 1 1 0 0,1-1-1 0 0,-1-1 1 0 0,0 1-1 0 0,1 0 0 0 0,-1 0 1 0 0,1-2-1 0 0,-1 2 2 0 0,3-2 16 0 0,2 2-13 0 0,0 0 2 0 0,0 1 1 0 0,0 0-1 0 0,1 0 0 0 0,-1 0 0 0 0,0 0 1 0 0,1 1-1 0 0,-1 0 0 0 0,0 1 0 0 0,0-1 0 0 0,0 1 1 0 0,10 5-1 0 0,-5-1-3 0 0,0 0 1 0 0,-1 1-1 0 0,0 0 1 0 0,0 1-1 0 0,-1 0 1 0 0,13 13-1 0 0,31 38-27 0 0,-38-42-563 0 0,0-1 1 0 0,36 27-1 0 0,-31-34-158 0 0,-16-9 580 0 0,0 2-395 0 0,3-2-39 0 0,1 2 409 0 0,-5-1 96 0 0,0-1 0 0 0,0 1 0 0 0,0-1-1 0 0,-1 0 1 0 0,1 0 0 0 0,0 0 0 0 0,0 0 0 0 0,0 0-1 0 0,0-1 1 0 0,4 0 0 0 0,16-4-1151 0 0,0 0-1 0 0,-1-2 1 0 0,42-18-1 0 0,-39 11-1383 0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47.56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148 45 2432 0 0,'1'-4'1142'0'0,"-1"2"-901"0"0,1 0 0 0 0,-1 0 1 0 0,0-1-1 0 0,1 1 1 0 0,-1 0-1 0 0,0 0 0 0 0,0-1 1 0 0,-1 1-1 0 0,1 0 1 0 0,0 0-1 0 0,-1-1 0 0 0,1 1 1 0 0,-1 0-1 0 0,-1-4 1 0 0,0 3 587 0 0,-3 3-624 0 0,-13 2-30 0 0,13-1-16 0 0,1 2-16 0 0,-6 5-50 0 0,0 0 0 0 0,1 1 0 0 0,0 0 0 0 0,0 0 0 0 0,1 1 0 0 0,0 0 0 0 0,1 1 0 0 0,0 0 0 0 0,1 0 0 0 0,0 0 0 0 0,1 1 0 0 0,0 0 0 0 0,-4 16 0 0 0,8-24-76 0 0,0 1-1 0 0,0 0 0 0 0,1-1 1 0 0,0 1-1 0 0,0 0 1 0 0,0 0-1 0 0,0-1 1 0 0,1 1-1 0 0,-1 0 0 0 0,1-1 1 0 0,0 1-1 0 0,1 0 1 0 0,-1-1-1 0 0,1 0 0 0 0,0 1 1 0 0,0-1-1 0 0,4 6 1 0 0,-3-7-12 0 0,0 1 1 0 0,0-1-1 0 0,0 0 1 0 0,1 1-1 0 0,-1-2 1 0 0,1 1-1 0 0,0 0 1 0 0,0-1-1 0 0,0 0 1 0 0,0 1-1 0 0,0-2 0 0 0,1 1 1 0 0,-1 0-1 0 0,0-1 1 0 0,1 0-1 0 0,-1 0 1 0 0,1 0-1 0 0,0-1 1 0 0,-1 1-1 0 0,1-1 1 0 0,-1 0-1 0 0,1-1 1 0 0,0 1-1 0 0,7-3 1 0 0,-4 2 25 0 0,-2 0-31 0 0,-1 0 1 0 0,0 0-1 0 0,0-1 1 0 0,0 0-1 0 0,0 0 1 0 0,0 0-1 0 0,7-5 1 0 0,-3 2 19 0 0,-4 2 33 0 0,0 0-1 0 0,0-1 0 0 0,-1 1 1 0 0,1-1-1 0 0,-1 0 0 0 0,0-1 1 0 0,0 1-1 0 0,0-1 0 0 0,-1 1 0 0 0,0-1 1 0 0,1 0-1 0 0,-2 0 0 0 0,1-1 1 0 0,-1 1-1 0 0,1-1 0 0 0,1-8 1 0 0,-3 10 71 0 0,0-2-12 0 0,0-19-4 0 0,-1 18-18 0 0,-1 1-25 0 0,1 2-51 0 0,0 2-11 0 0,1 0 0 0 0,-1 0-1 0 0,0 0 1 0 0,0 0 0 0 0,-1 0 0 0 0,1 0-1 0 0,0 0 1 0 0,-1 0 0 0 0,1 0-1 0 0,-2-2 1 0 0,1 0 9 0 0,-1 0 0 0 0,-1 1 0 0 0,1-1 0 0 0,0 1 0 0 0,-1 0 0 0 0,0 0 1 0 0,0 0-1 0 0,0 0 0 0 0,0 0 0 0 0,-6-3 0 0 0,8 5-15 0 0,0 0 0 0 0,-1 0 0 0 0,1 0 1 0 0,0 0-1 0 0,-1 0 0 0 0,1 1 0 0 0,-1-1 0 0 0,1 1 1 0 0,-1-1-1 0 0,1 1 0 0 0,-1-1 0 0 0,0 1 0 0 0,1 0 0 0 0,-1 0 1 0 0,1 0-1 0 0,-1 0 0 0 0,-1 0 0 0 0,-2 0-15 0 0,1 0-46 0 0,0 0-1 0 0,0 0 1 0 0,0 0 0 0 0,0 0-1 0 0,0 1 1 0 0,0-1 0 0 0,0 1-1 0 0,0 0 1 0 0,0 1 0 0 0,1-1-1 0 0,-1 1 1 0 0,0-1 0 0 0,-5 4-1 0 0,6-3-5 0 0,2-1 7 0 0,-26 14-913 0 0,12-2-498 0 0,9-9 1009 0 0,-15 16-3129 0 0,3 0-816 0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47.95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184 0 3276 0 0,'0'0'4879'0'0,"-2"4"-4527"0"0,-120 224 262 0 0,99-183-1644 0 0,-3 10-2813 0 0,16-30-365 0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50.03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196 0 2280 0 0,'-24'32'526'0'0,"2"1"-1"0"0,2 1 1 0 0,0 0-1 0 0,3 2 0 0 0,1 0 1 0 0,1 0-1 0 0,2 2 1 0 0,2 0-1 0 0,-12 75 1 0 0,16-63-377 0 0,2 1 0 0 0,3-1 1 0 0,1 1-1 0 0,3 0 0 0 0,3-1 1 0 0,1 1-1 0 0,17 63 0 0 0,-14-80-187 0 0,2-1-1 0 0,1-1 1 0 0,2 1-1 0 0,1-2 1 0 0,1 0-1 0 0,1-1 1 0 0,2-1-1 0 0,36 42 1 0 0,-35-49-636 0 0,1 0 1 0 0,1-2-1 0 0,0-1 1 0 0,2-1-1 0 0,0-1 1 0 0,33 18-1 0 0,-7-11-2954 0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52.80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367 280 2984 0 0,'0'0'1884'0'0,"-4"2"-1324"0"0,-10 4-19 0 0,11-4 360 0 0,-1-1-514 0 0,2 0-295 0 0,-3 2 382 0 0,0-1 0 0 0,0 0 1 0 0,0 0-1 0 0,-1 0 1 0 0,-8 1-1 0 0,-3-9-123 0 0,14 4-301 0 0,-1 0 194 0 0,2-2-164 0 0,-5-15-11 0 0,5 15-1 0 0,3-9-56 0 0,1 0-1 0 0,-1 0 1 0 0,2 0 0 0 0,0 1 0 0 0,0-1-1 0 0,1 1 1 0 0,1 0 0 0 0,9-18-1 0 0,-4 12 1 0 0,0 0-1 0 0,2 1 1 0 0,0 0-1 0 0,19-20 1 0 0,-28 34-19 0 0,1 0 1 0 0,-1 0 0 0 0,0 0 0 0 0,1 0 0 0 0,0 1-1 0 0,-1 0 1 0 0,1 0 0 0 0,0 0 0 0 0,0 0 0 0 0,8-2-1 0 0,-11 4 6 0 0,4-2-15 0 0,1 4 20 0 0,22 10 22 0 0,-24-9-23 0 0,0 0-1 0 0,0 1 1 0 0,-1-1-1 0 0,1 1 1 0 0,-1 0-1 0 0,0 0 1 0 0,0 0-1 0 0,0 1 1 0 0,-1-1-1 0 0,4 9 1 0 0,-1-2-2 0 0,-1 0 0 0 0,0 0 1 0 0,-1 0-1 0 0,1 13 0 0 0,-2-6-2 0 0,-1 0-1 0 0,0 0 1 0 0,-2 0-1 0 0,0-1 1 0 0,-1 1-1 0 0,-1 0 1 0 0,-1-1-1 0 0,0 1 1 0 0,-1-1-1 0 0,-1 0 1 0 0,-1 0-1 0 0,0-1 1 0 0,-1 0 0 0 0,-18 26-1 0 0,13-23 0 0 0,0-1 0 0 0,-2 0 0 0 0,0-1 0 0 0,-1-1 0 0 0,-1-1 0 0 0,0 0 0 0 0,-1-1 0 0 0,0-1 0 0 0,-1 0 0 0 0,-1-2 0 0 0,-25 12 0 0 0,33-17 0 0 0,-1-1 0 0 0,0 0 1 0 0,-1-1-1 0 0,1-1 0 0 0,-1 0 1 0 0,1-1-1 0 0,-20 1 0 0 0,27-3 1 0 0,1 0-1 0 0,0 0 1 0 0,0-1-1 0 0,0 0 1 0 0,0 0-1 0 0,0-1 1 0 0,0 1-1 0 0,-6-3 1 0 0,6 1-22 0 0,2 2 29 0 0,0-1 1 0 0,0 0-1 0 0,1 0 1 0 0,-1 0-1 0 0,1 0 1 0 0,0 0-1 0 0,-1-1 1 0 0,1 1-1 0 0,0-1 0 0 0,0 1 1 0 0,1-1-1 0 0,-1 0 1 0 0,0 0-1 0 0,1 0 1 0 0,0 0-1 0 0,-1-4 1 0 0,1 5-9 0 0,-1-2 12 0 0,1-1-1 0 0,-1 1 0 0 0,1-1 0 0 0,1 1 0 0 0,-1-1 0 0 0,1 0 1 0 0,-1 1-1 0 0,1-1 0 0 0,1 0 0 0 0,0-8 0 0 0,0 7-4 0 0,-1 3-6 0 0,0 0 0 0 0,0-1 0 0 0,1 1 0 0 0,-1 0 0 0 0,1 0-1 0 0,0-1 1 0 0,0 1 0 0 0,0 0 0 0 0,0 0 0 0 0,0 0 0 0 0,1 0-1 0 0,-1 0 1 0 0,1 0 0 0 0,0 1 0 0 0,0-1 0 0 0,0 1 0 0 0,0-1-1 0 0,0 1 1 0 0,1-1 0 0 0,-1 1 0 0 0,1 0 0 0 0,-1 0 0 0 0,1 0-1 0 0,0 1 1 0 0,0-1 0 0 0,0 1 0 0 0,0-1 0 0 0,0 1 0 0 0,0 0-1 0 0,0 0 1 0 0,0 1 0 0 0,0-1 0 0 0,1 0 0 0 0,-1 1 0 0 0,0 0-1 0 0,0 0 1 0 0,1 0 0 0 0,-1 0 0 0 0,0 0 0 0 0,7 2 0 0 0,4 1 15 0 0,0 1 1 0 0,0 0-1 0 0,0 1 1 0 0,-1 1 0 0 0,0 0-1 0 0,0 0 1 0 0,22 15 0 0 0,99 91 305 0 0,-93-75-532 0 0,49 34 1 0 0,-83-67-178 0 0,1 0 0 0 0,-1 0 0 0 0,1-1 0 0 0,0 0 0 0 0,1 0 0 0 0,8 1-1 0 0,-16-3 234 0 0,1-1 0 0 0,0 1 0 0 0,0 0 0 0 0,0-1 0 0 0,-1 0-1 0 0,1 1 1 0 0,0-1 0 0 0,0 0 0 0 0,0 0 0 0 0,0 0 0 0 0,0 0-1 0 0,0-1 1 0 0,-1 1 0 0 0,5-1 0 0 0,7-3-2275 0 0,18-2-1315 0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53.39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 68 3360 0 0,'-1'-5'1102'0'0,"-5"-44"2992"0"0,6 44-3649 0 0,3 3-293 0 0,1 0-117 0 0,0 1 0 0 0,-1 0 0 0 0,1 0 0 0 0,0 1 0 0 0,-1-1 0 0 0,1 1 0 0 0,0-1 0 0 0,0 1 0 0 0,0 1 0 0 0,3-1 0 0 0,-1 1 89 0 0,13 16 147 0 0,-16-14-202 0 0,7 13 0 0 0,-7-13-5 0 0,-2 3 4 0 0,5 16-9 0 0,-5-17-20 0 0,-1 1-12 0 0,-2 9 43 0 0,-1 0 0 0 0,-1-1 0 0 0,0 1 0 0 0,-1-1 1 0 0,0 0-1 0 0,-1-1 0 0 0,-1 1 0 0 0,0-1 0 0 0,-12 16 1 0 0,17-26 29 0 0,-1 0 8 0 0,-6 9 44 0 0,7-9 952 0 0,28-4-1070 0 0,-21 1-37 0 0,0-2 12 0 0,8-2-12 0 0,0 1 0 0 0,-1 1 1 0 0,1 0-1 0 0,0 0 0 0 0,15 1 1 0 0,33 8-75 0 0,-49-5 82 0 0,8 2 5 0 0,1 4-42 0 0,-9-3 36 0 0,0 1 1 0 0,0 0-1 0 0,0 0 0 0 0,-1 1 1 0 0,0 1-1 0 0,16 13 0 0 0,-24-18-5 0 0,-1 2 30 0 0,-2-4-30 0 0,1 2 6 0 0,1 0 0 0 0,-1-1 1 0 0,-1 1-1 0 0,1 0 1 0 0,0 0-1 0 0,-1-1 0 0 0,1 1 1 0 0,-1 0-1 0 0,0 0 1 0 0,0 0-1 0 0,0 0 0 0 0,0 0 1 0 0,0-1-1 0 0,-1 1 0 0 0,1 0 1 0 0,-1 0-1 0 0,0 0 1 0 0,0-1-1 0 0,-2 5 0 0 0,-2 0 7 0 0,-1 0 0 0 0,0 0 0 0 0,0 0 0 0 0,-1-1 0 0 0,1 1 0 0 0,-2-2 0 0 0,1 1 0 0 0,-1-1 0 0 0,1 0 0 0 0,-1-1 0 0 0,-1 1 0 0 0,1-2 0 0 0,-1 1 0 0 0,1-1 0 0 0,-1-1 0 0 0,0 1 0 0 0,0-1 0 0 0,-9 0 0 0 0,3 0-279 0 0,0-2-1 0 0,0 1 1 0 0,-1-2 0 0 0,1 0 0 0 0,1-1-1 0 0,-26-6 1 0 0,36 7-30 0 0,0-1-1 0 0,1 0 1 0 0,-1 0 0 0 0,1 0-1 0 0,-1 0 1 0 0,1-1 0 0 0,0 1-1 0 0,0-1 1 0 0,0 0 0 0 0,0 0 0 0 0,0 0-1 0 0,-3-6 1 0 0,4 7 134 0 0,1 1-20 0 0,0 0 1 0 0,0 0-1 0 0,0 0 0 0 0,1 0 1 0 0,-1 0-1 0 0,0-1 1 0 0,1 1-1 0 0,-1 0 1 0 0,1-1-1 0 0,-1 1 0 0 0,1 0 1 0 0,-1-1-1 0 0,1-2 1 0 0,-1 0-601 0 0,0 0-2755 0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53.59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33 0 2264 0 0,'5'3'1393'0'0,"-1"-2"-1195"0"0,0 2-1 0 0,0-1 1 0 0,0 0 0 0 0,-1 1-1 0 0,1 0 1 0 0,-1 0 0 0 0,1 0-1 0 0,-1 0 1 0 0,0 0 0 0 0,0 1-1 0 0,0-1 1 0 0,-1 1 0 0 0,1 0-1 0 0,-1 0 1 0 0,0 0 0 0 0,0 0-1 0 0,0 0 1 0 0,-1 0 0 0 0,1 1-1 0 0,-1-1 1 0 0,0 1 0 0 0,0-1-1 0 0,-1 1 1 0 0,0-1-1 0 0,1 6 1 0 0,-1-2-122 0 0,-2 28 245 0 0,-5 1-589 0 0,-25 70 0 0 0,-8-8-4232 0 0,21-63 383 0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55.07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162 132 1680 0 0,'0'0'1872'0'0,"-5"1"-1364"0"0,-16 3 3945 0 0,19 2-4201 0 0,-1-1 0 0 0,1 1-1 0 0,-1-1 1 0 0,1 0 0 0 0,-2 0-1 0 0,1 0 1 0 0,0 0-1 0 0,-1 0 1 0 0,-4 4 0 0 0,5-6 63 0 0,-15 10-19 0 0,15-10-88 0 0,-6 1 64 0 0,8-3-233 0 0,1-1 0 0 0,-1 1-1 0 0,1-1 1 0 0,-1 1-1 0 0,1-1 1 0 0,-1 1 0 0 0,1-1-1 0 0,-1 0 1 0 0,0 1-1 0 0,1-1 1 0 0,-1 0 0 0 0,1 1-1 0 0,-1-1 1 0 0,0 0 0 0 0,1 0-1 0 0,-1 0 1 0 0,0 0-1 0 0,1 0 1 0 0,-1 0 0 0 0,0 0-1 0 0,1 0 1 0 0,-1 0-1 0 0,0 0 1 0 0,0 0 0 0 0,1 0-1 0 0,-2 0 1 0 0,-2 0 39 0 0,2 1-40 0 0,1-1 1 0 0,-1 0 0 0 0,1 0-1 0 0,-1 0 1 0 0,0 0 0 0 0,1 0-1 0 0,-1 0 1 0 0,0 0 0 0 0,1-1 0 0 0,-1 1-1 0 0,0 0 1 0 0,-1-2 0 0 0,1 2-17 0 0,1-1 0 0 0,-1 0 0 0 0,1 0 0 0 0,-1 0 0 0 0,1 0 0 0 0,0 0 0 0 0,-1-1 0 0 0,1 1 0 0 0,0 0 0 0 0,0-1 0 0 0,0 1 0 0 0,0 0 1 0 0,0-1-1 0 0,0 1 0 0 0,0-1 0 0 0,1 0 0 0 0,-1 1 0 0 0,0-1 0 0 0,1 0 0 0 0,-1 1 0 0 0,1-4 0 0 0,-1 1-2 0 0,1 0 0 0 0,0 0 0 0 0,1 0 0 0 0,-1 0-1 0 0,1 0 1 0 0,0 0 0 0 0,0 0 0 0 0,0 0 0 0 0,2-4 0 0 0,1-2-11 0 0,1 0 1 0 0,0 0 0 0 0,0 1 0 0 0,1 0 0 0 0,1 0 0 0 0,8-10-1 0 0,-9 13-7 0 0,0 0 0 0 0,0 0 0 0 0,1 0 0 0 0,0 1 0 0 0,0 0 0 0 0,0 0-1 0 0,1 1 1 0 0,-1 0 0 0 0,1 0 0 0 0,0 1 0 0 0,0 0 0 0 0,0 1 0 0 0,0-1 0 0 0,1 1-1 0 0,8 0 1 0 0,-15 1 0 0 0,0 1-1 0 0,0 0 1 0 0,0 0-1 0 0,0 0 1 0 0,0 0-1 0 0,0 0 1 0 0,0 0-1 0 0,0 0 1 0 0,0 1-1 0 0,0-1 1 0 0,0 1-1 0 0,0 0 1 0 0,3 1-1 0 0,0 0 6 0 0,-2-2-5 0 0,0 1 1 0 0,-1-1-1 0 0,1 1 1 0 0,-1 0-1 0 0,1 0 0 0 0,-1 0 1 0 0,1 0-1 0 0,-1 0 1 0 0,0 1-1 0 0,1-1 1 0 0,-1 1-1 0 0,2 2 1 0 0,3 1 1 0 0,-1 0-4 0 0,0-1-1 0 0,-1 1 1 0 0,0 0-1 0 0,0 0 0 0 0,0 1 1 0 0,-1-1-1 0 0,0 1 1 0 0,0 0-1 0 0,6 12 0 0 0,-4-8 5 0 0,-3 2 21 0 0,5 29-14 0 0,-7-28-10 0 0,0 1 0 0 0,0 0 0 0 0,-1 0-1 0 0,-1-1 1 0 0,-1 1 0 0 0,0 0 0 0 0,0-1 0 0 0,-2 1-1 0 0,0-1 1 0 0,0 0 0 0 0,-1 0 0 0 0,0 0 0 0 0,-9 14-1 0 0,4-12 0 0 0,0 0 1 0 0,0 0-1 0 0,-2-1 0 0 0,0-1 0 0 0,0 0 0 0 0,-1 0 0 0 0,-1-1 0 0 0,0-1 0 0 0,-19 12 0 0 0,27-19-7 0 0,0-1 0 0 0,1-1-1 0 0,-1 1 1 0 0,0-1 0 0 0,-12 3-1 0 0,13-3 3 0 0,1-1-14 0 0,-2-2-5 0 0,-17-1 0 0 0,17 1 13 0 0,2-2 6 0 0,0-1-3 0 0,0 0 1 0 0,1 0 0 0 0,0 0-1 0 0,-1-1 1 0 0,2 1 0 0 0,-1-1-1 0 0,0 0 1 0 0,1 0 0 0 0,0 0-1 0 0,0 0 1 0 0,-2-11 0 0 0,4 12 2 0 0,1-1 9 0 0,6-18 121 0 0,-5 22-126 0 0,-1 0-1 0 0,1 0 1 0 0,0 0-1 0 0,-1 0 0 0 0,1 1 1 0 0,0-1-1 0 0,0 0 1 0 0,-1 1-1 0 0,1-1 1 0 0,3 1-1 0 0,0-2-15 0 0,1 4 22 0 0,50 21-9 0 0,-37-8-10 0 0,1 2-8 0 0,3 0 17 0 0,-1 1-345 0 0,1-1 0 0 0,46 25 0 0 0,-63-39 94 0 0,0-1 0 0 0,0 0 1 0 0,1-1-1 0 0,-1 0 1 0 0,0 0-1 0 0,0 0 1 0 0,1-1-1 0 0,8 0 1 0 0,-9 0 112 0 0,10-1-606 0 0,1-1 1 0 0,-1 0 0 0 0,0-2 0 0 0,0 1 0 0 0,0-2-1 0 0,0 0 1 0 0,-1-1 0 0 0,0-1 0 0 0,15-8 0 0 0,1-2-2704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55.4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222 22 2368 0 0,'0'0'1208'0'0,"-3"-3"-118"0"0,2 2-918 0 0,0 0-1 0 0,-1-1 1 0 0,1 1-1 0 0,0 0 1 0 0,0 0-1 0 0,0-1 1 0 0,-1 1-1 0 0,2 0 1 0 0,-1-1-1 0 0,0 1 0 0 0,-1-3 1 0 0,-4 4 356 0 0,-1 1-356 0 0,0 0 0 0 0,0 0 0 0 0,0 1 0 0 0,0 0 0 0 0,0 0 1 0 0,0 1-1 0 0,1 0 0 0 0,-1 0 0 0 0,1 0 0 0 0,0 1 0 0 0,0 0 0 0 0,0 0 0 0 0,0 1 0 0 0,-9 9 0 0 0,0 1 96 0 0,1 0 0 0 0,1 1 1 0 0,-21 33-1 0 0,32-45-257 0 0,0 0 0 0 0,0 0 0 0 0,0 1 0 0 0,0-1 0 0 0,1 1 0 0 0,0-1 0 0 0,0 1 0 0 0,0-1 0 0 0,0 1 0 0 0,1 0 0 0 0,0 6 0 0 0,0-6 29 0 0,0 1 38 0 0,3-2-13 0 0,-2-1-58 0 0,0 0 3 0 0,1 0-1 0 0,-1 0 1 0 0,1-1 0 0 0,0 1-1 0 0,-1 0 1 0 0,1-1-1 0 0,0 0 1 0 0,1 1 0 0 0,-1-1-1 0 0,0 0 1 0 0,1 0 0 0 0,-1 0-1 0 0,1-1 1 0 0,-1 1-1 0 0,1-1 1 0 0,5 3 0 0 0,2-1 1 0 0,0 0 0 0 0,1 0 0 0 0,-1-2 1 0 0,1 1-1 0 0,-1-1 0 0 0,1 0 0 0 0,0-1 1 0 0,-1-1-1 0 0,1 1 0 0 0,-1-2 0 0 0,1 1 1 0 0,-1-2-1 0 0,0 1 0 0 0,1-1 0 0 0,16-8 1 0 0,26-18 286 0 0,-47 25-171 0 0,-1 0-1 0 0,0 0 0 0 0,0 0 1 0 0,0-1-1 0 0,0 0 0 0 0,-1 0 1 0 0,5-8-1 0 0,-5 8-58 0 0,-1 1 2 0 0,-1 0 0 0 0,0 0 0 0 0,1-1 0 0 0,-1 1-1 0 0,-1 0 1 0 0,1-1 0 0 0,-1 1 0 0 0,1-1 0 0 0,-1 1 0 0 0,-1-1-1 0 0,2-6 1 0 0,-2 7-41 0 0,0-1 1 0 0,0 0-1 0 0,-1 0 0 0 0,1 0 0 0 0,-1 1 0 0 0,0-1 0 0 0,0 0 0 0 0,-1 0 0 0 0,1 1 1 0 0,-1-1-1 0 0,0 1 0 0 0,-4-7 0 0 0,-18-14-17 0 0,16 21-43 0 0,3 3 0 0 0,0-2-135 0 0,-1 1 1 0 0,0 0 0 0 0,0 1-1 0 0,1-1 1 0 0,-1 1-1 0 0,0 0 1 0 0,-1 0-1 0 0,1 1 1 0 0,-8 0-1 0 0,9 0 37 0 0,-8-1-735 0 0,-6 0 169 0 0,-3 2-1404 0 0,15-1 1570 0 0,-18 2-3136 0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55.70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 3 3860 0 0,'14'-2'573'0'0,"0"1"0"0"0,0 1-1 0 0,-1 1 1 0 0,1 0 0 0 0,0 0-1 0 0,0 1 1 0 0,-1 1 0 0 0,24 8-1 0 0,-25-6-411 0 0,-1 0 1 0 0,0 1-1 0 0,0 0 0 0 0,-1 1 1 0 0,0 0-1 0 0,0 0 0 0 0,-1 1 1 0 0,1 0-1 0 0,-2 1 0 0 0,1 0 1 0 0,-1 1-1 0 0,-1 0 0 0 0,0 0 0 0 0,0 0 1 0 0,10 23-1 0 0,-4-3-59 0 0,-2 1 0 0 0,-1 1 0 0 0,-2 0-1 0 0,0 0 1 0 0,-3 1 0 0 0,0 0 0 0 0,-2 0 0 0 0,-2 0 0 0 0,-1 0 0 0 0,-1 0-1 0 0,-10 55 1 0 0,2-39-305 0 0,-3-1-1 0 0,-1 0 1 0 0,-2-1-1 0 0,-3 0 1 0 0,-1-1 0 0 0,-2-2-1 0 0,-31 48 1 0 0,29-58-1260 0 0,-1-1 0 0 0,-1-1 0 0 0,-47 44 0 0 0,16-23-3835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56.23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153 1 3100 0 0,'-31'63'1121'0'0,"3"2"-1"0"0,3 0 0 0 0,-23 97 0 0 0,41-134-987 0 0,2 2 0 0 0,1-1-1 0 0,1 1 1 0 0,1-1 0 0 0,2 1-1 0 0,1-1 1 0 0,1 1 0 0 0,2 0-1 0 0,1-1 1 0 0,15 50 0 0 0,-15-65-146 0 0,1 1 0 0 0,1-1 0 0 0,0-1 0 0 0,1 1 1 0 0,0-1-1 0 0,1 0 0 0 0,1-1 0 0 0,0 0 0 0 0,0-1 0 0 0,1 0 0 0 0,1 0 1 0 0,0-1-1 0 0,0-1 0 0 0,1 0 0 0 0,14 7 0 0 0,-9-7-278 0 0,1 0 0 0 0,0-2 0 0 0,0 0 0 0 0,1-1 0 0 0,0-1 0 0 0,-1-1 0 0 0,2-1 0 0 0,-1-1 0 0 0,0 0 0 0 0,1-1 0 0 0,21-3 0 0 0,17-4-1674 0 0,0-4-1373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57.27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579 181 2268 0 0,'0'-1'30'0'0,"8"-55"2770"0"0,-7 51-2624 0 0,-1 1 0 0 0,0-1 0 0 0,-1 1 0 0 0,1 0 0 0 0,-1-1 0 0 0,0 1 0 0 0,0 0 0 0 0,0-1 0 0 0,0 1 1 0 0,-1 0-1 0 0,0 0 0 0 0,-3-5 0 0 0,3 5-149 0 0,-1 0 50 0 0,1-1-1 0 0,-1 1 0 0 0,0 0 0 0 0,0 0 1 0 0,0 1-1 0 0,-1-1 0 0 0,1 1 0 0 0,-1-1 1 0 0,0 1-1 0 0,0 0 0 0 0,0 0 0 0 0,-1 1 1 0 0,1 0-1 0 0,-1-1 0 0 0,1 1 0 0 0,-1 1 1 0 0,-5-3-1 0 0,-2 4 11 0 0,0 0 0 0 0,-1 0 0 0 0,1 1 0 0 0,0 1 0 0 0,0 0 0 0 0,0 0 0 0 0,0 1 0 0 0,0 1 0 0 0,0 0 0 0 0,1 1 0 0 0,0 0 0 0 0,-17 10 0 0 0,-2 3 152 0 0,0 1 1 0 0,1 1 0 0 0,0 2 0 0 0,-45 46-1 0 0,59-52-127 0 0,0 1 1 0 0,1 0-1 0 0,1 1 0 0 0,1 1 0 0 0,0 0 1 0 0,2 0-1 0 0,0 1 0 0 0,-14 41 0 0 0,22-55-97 0 0,0 1-1 0 0,0-1 0 0 0,1 1 0 0 0,0 0 0 0 0,0 0 1 0 0,0 0-1 0 0,1-1 0 0 0,0 1 0 0 0,1 0 0 0 0,-1 0 0 0 0,1 0 1 0 0,1 0-1 0 0,-1-1 0 0 0,1 1 0 0 0,0-1 0 0 0,1 1 1 0 0,-1-1-1 0 0,1 0 0 0 0,1 0 0 0 0,-1 0 0 0 0,1 0 1 0 0,0 0-1 0 0,0-1 0 0 0,1 0 0 0 0,-1 0 0 0 0,1 0 0 0 0,0 0 1 0 0,1-1-1 0 0,-1 0 0 0 0,1 0 0 0 0,0 0 0 0 0,0-1 1 0 0,0 0-1 0 0,0 0 0 0 0,11 3 0 0 0,-4-2-6 0 0,-1-1 0 0 0,1-1 0 0 0,19 2 0 0 0,-17-4-7 0 0,0 0 0 0 0,0-1-1 0 0,0 0 1 0 0,0-2 0 0 0,0 0 0 0 0,0 0 0 0 0,-1-1-1 0 0,23-9 1 0 0,-17 3-3 0 0,0 0-1 0 0,0-1 1 0 0,-1-1 0 0 0,29-23-1 0 0,-41 29-24 0 0,0 0 0 0 0,0 0 0 0 0,-1 0 0 0 0,0-1 0 0 0,0 1 0 0 0,0-2 0 0 0,-1 1 0 0 0,-1 0 0 0 0,1-1 0 0 0,-1 0 0 0 0,0 0 0 0 0,5-17-1 0 0,-6 13-6 0 0,-1 0-1 0 0,0 0 0 0 0,-1 0 0 0 0,0 0 0 0 0,-1 0 0 0 0,0 0 0 0 0,-1 1 1 0 0,0-1-1 0 0,-1 0 0 0 0,0 0 0 0 0,-1 0 0 0 0,-1 1 0 0 0,1 0 0 0 0,-2-1 0 0 0,0 1 1 0 0,-9-16-1 0 0,14 27 35 0 0,-34-47 5 0 0,31 43-1 0 0,-1 1 0 0 0,0 0 0 0 0,0 0-1 0 0,0 0 1 0 0,0 1 0 0 0,0-1 0 0 0,0 1 0 0 0,-1 0-1 0 0,-7-3 1 0 0,8 4 6 0 0,-1 2 8 0 0,1 0-19 0 0,1-1 2 0 0,0 1 1 0 0,0 0-1 0 0,0-1 0 0 0,0 1 1 0 0,0 0-1 0 0,0 1 0 0 0,1-1 0 0 0,-1 0 1 0 0,0 1-1 0 0,1-1 0 0 0,-1 1 1 0 0,1 0-1 0 0,0 0 0 0 0,-1 0 1 0 0,1 0-1 0 0,0 1 0 0 0,0-1 1 0 0,0 0-1 0 0,-1 4 0 0 0,-3 4 7 0 0,0 0-1 0 0,1 0 0 0 0,1 1 0 0 0,0 0 0 0 0,0 0 0 0 0,1 0 0 0 0,1 0 0 0 0,0 1 0 0 0,0-1 1 0 0,1 1-1 0 0,0 17 0 0 0,2-13-5 0 0,1 0 0 0 0,0 0 0 0 0,1 0 0 0 0,0 0-1 0 0,2 0 1 0 0,-1-1 0 0 0,2 1 0 0 0,0-1 0 0 0,1-1 0 0 0,11 17 0 0 0,-8-17-76 0 0,1 0 1 0 0,1-1-1 0 0,0-1 0 0 0,1 0 0 0 0,16 12 1 0 0,-22-19-40 0 0,1 0 1 0 0,-1-1 0 0 0,1 0-1 0 0,0 0 1 0 0,0-1 0 0 0,0 0-1 0 0,0 0 1 0 0,1-1 0 0 0,-1 0 0 0 0,1 0-1 0 0,-1-1 1 0 0,1 0 0 0 0,11-1-1 0 0,38-6-270 0 0,-51 4 357 0 0,-1 0 0 0 0,0 0 0 0 0,0 0 0 0 0,-1-1 0 0 0,1 0 0 0 0,-1 0 0 0 0,9-6 0 0 0,-8 5 16 0 0,-1 0 31 0 0,1-1-1 0 0,-1 0 1 0 0,0 0 0 0 0,-1 0 0 0 0,1-1-1 0 0,-1 0 1 0 0,-1 0 0 0 0,7-11 0 0 0,-9 14 9 0 0,1 0 121 0 0,0-1 10 0 0,5-11-21 0 0,-6 11 402 0 0,-2 10-534 0 0,-6 23-29 0 0,1 1-1 0 0,1 0 1 0 0,0 43-1 0 0,6 93-3227 0 0,4-123-218 0 0,-4-35-217 0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58.10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495 228 3364 0 0,'2'-15'337'0'0,"-1"11"-157"0"0,-1 0 0 0 0,0 0 1 0 0,1 0-1 0 0,-2-1 0 0 0,1 1 0 0 0,0 0 0 0 0,-3-8 0 0 0,2 1 50 0 0,-2-1-1 0 0,0 1 0 0 0,0 0 1 0 0,-1 0-1 0 0,0 0 0 0 0,-1 0 1 0 0,0 1-1 0 0,-1 0 0 0 0,0 0 0 0 0,-8-10 1 0 0,7 14-62 0 0,1 0-1 0 0,-1 0 1 0 0,-1 1 0 0 0,-9-5 0 0 0,16 9-140 0 0,-1 0-1 0 0,0 0 0 0 0,0 0 1 0 0,1 0-1 0 0,-1 0 1 0 0,0 0-1 0 0,0 1 1 0 0,0-1-1 0 0,0 1 0 0 0,0-1 1 0 0,0 1-1 0 0,0 0 1 0 0,0 0-1 0 0,-3 0 1 0 0,-2 0 54 0 0,5 0-53 0 0,0-1 0 0 0,-1 1-1 0 0,1 0 1 0 0,-1-1 0 0 0,1 1 0 0 0,0 1-1 0 0,-1-1 1 0 0,1 0 0 0 0,-1 0 0 0 0,1 1-1 0 0,0 0 1 0 0,-1-1 0 0 0,1 1 0 0 0,-3 2-1 0 0,-4 0 51 0 0,-6 2 12 0 0,1 1-1 0 0,0 0 1 0 0,1 1 0 0 0,-1 1 0 0 0,1 0 0 0 0,1 0 0 0 0,0 2 0 0 0,0-1 0 0 0,1 2 0 0 0,-11 11 0 0 0,2 0 34 0 0,1 2-1 0 0,1 0 0 0 0,1 1 0 0 0,-14 28 1 0 0,23-37-84 0 0,0 1 1 0 0,0-1 0 0 0,2 2-1 0 0,0-1 1 0 0,1 1 0 0 0,1-1-1 0 0,-3 33 1 0 0,6-47-42 0 0,1 0 1 0 0,0-1-1 0 0,0 1 1 0 0,0 0-1 0 0,0 0 0 0 0,0 0 1 0 0,0 0-1 0 0,1-1 1 0 0,-1 1-1 0 0,3 5 0 0 0,-1-1-7 0 0,-2-5 10 0 0,0 0-1 0 0,1 0 0 0 0,-1 0 1 0 0,0 0-1 0 0,1 0 0 0 0,-1 0 1 0 0,1-1-1 0 0,0 1 0 0 0,0 0 0 0 0,0 0 1 0 0,0 0-1 0 0,0-1 0 0 0,0 1 1 0 0,2 2-1 0 0,1 0-1 0 0,-3-2-1 0 0,-1 0 1 0 0,1 0-1 0 0,0 0 1 0 0,0-1-1 0 0,1 1 1 0 0,-1-1-1 0 0,0 1 1 0 0,0-1-1 0 0,1 1 1 0 0,-1-1-1 0 0,1 0 1 0 0,-1 0-1 0 0,1 1 0 0 0,0-1 1 0 0,1 1-1 0 0,2 1 9 0 0,-3-1-6 0 0,0-1 0 0 0,0 1 0 0 0,0-1 0 0 0,-1 1 0 0 0,1-1 0 0 0,1 1 0 0 0,-1-1 0 0 0,0 0 0 0 0,0 0 0 0 0,0 0 0 0 0,1 0 0 0 0,2 0 0 0 0,2 1 4 0 0,-4-1-5 0 0,-1 1 1 0 0,0-1-1 0 0,1 0 1 0 0,-1 0-1 0 0,0-1 1 0 0,1 1-1 0 0,-1 0 1 0 0,1-1-1 0 0,-1 1 1 0 0,1-1-1 0 0,0 0 1 0 0,4 0-1 0 0,1 0 2 0 0,6 1-36 0 0,1 0 1 0 0,0-1 0 0 0,0-1 0 0 0,0 0-1 0 0,0-1 1 0 0,0 0 0 0 0,0-2-1 0 0,-1 1 1 0 0,0-2 0 0 0,0 0-1 0 0,0-1 1 0 0,0 0 0 0 0,-1-1-1 0 0,0 0 1 0 0,0-1 0 0 0,-1-1 0 0 0,0 0-1 0 0,0 0 1 0 0,-1-1 0 0 0,13-15-1 0 0,-18 18 27 0 0,-3 4 4 0 0,0-1-1 0 0,0 0 1 0 0,0 1-1 0 0,-1-1 1 0 0,1 0-1 0 0,-1 0 1 0 0,3-9-1 0 0,6-18 11 0 0,-9 22-4 0 0,-1 1-1 0 0,0-1 0 0 0,0 1 0 0 0,-1-1 0 0 0,0 1 0 0 0,-2-11 1 0 0,1 10-3 0 0,-1 1 1 0 0,-1 0 0 0 0,1 0-1 0 0,-1 0 1 0 0,0 0 0 0 0,-1 1-1 0 0,-5-9 1 0 0,5 9 2 0 0,0-2 16 0 0,3 7-18 0 0,1 0 0 0 0,-1 0 0 0 0,0 1 0 0 0,0-1 0 0 0,0 0-1 0 0,0 0 1 0 0,-1 1 0 0 0,1-1 0 0 0,0 1 0 0 0,-1-1 0 0 0,1 1 0 0 0,-3-3 0 0 0,-7-4 38 0 0,-31-24 83 0 0,38 30-75 0 0,-2 1 26 0 0,3 1-53 0 0,-1 0-1 0 0,1 0 0 0 0,-1 0 0 0 0,0 1 1 0 0,1-1-1 0 0,-1 1 0 0 0,1 0 1 0 0,0 0-1 0 0,-1 0 0 0 0,1 0 0 0 0,0 1 1 0 0,-1-1-1 0 0,1 1 0 0 0,0 0 0 0 0,0 0 1 0 0,-5 4-1 0 0,4-1 18 0 0,-1 0 0 0 0,1 0 0 0 0,0 0 1 0 0,1 1-1 0 0,0 0 0 0 0,0-1 0 0 0,0 1 0 0 0,-4 13 0 0 0,2-3-12 0 0,1 0-1 0 0,0 0 0 0 0,2 1 1 0 0,0 0-1 0 0,0 0 0 0 0,2-1 1 0 0,0 1-1 0 0,1 0 0 0 0,1 0 1 0 0,0 0-1 0 0,1-1 0 0 0,1 0 1 0 0,1 1-1 0 0,0-1 0 0 0,1-1 0 0 0,11 22 1 0 0,-11-26-227 0 0,0-1 0 0 0,1 0 0 0 0,0-1 0 0 0,1 1 0 0 0,0-2 1 0 0,1 1-1 0 0,0-1 0 0 0,0 0 0 0 0,12 7 0 0 0,-13-9-190 0 0,0-2 1 0 0,0 1-1 0 0,1-1 0 0 0,-1 0 0 0 0,1-1 1 0 0,0 0-1 0 0,0-1 0 0 0,0 1 0 0 0,0-2 0 0 0,0 1 1 0 0,1-1-1 0 0,-1-1 0 0 0,12 0 0 0 0,7-2-1454 0 0,-21 1-1310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58.37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8 1316 0 0,'0'0'648'0'0,"5"-2"-139"0"0,4 1-306 0 0,0-1 0 0 0,1 1 0 0 0,-1 0 1 0 0,0 1-1 0 0,1 0 0 0 0,-1 1 0 0 0,0 0 0 0 0,0 0 1 0 0,1 1-1 0 0,-1 0 0 0 0,15 6 0 0 0,-19-7-139 0 0,-1 1 0 0 0,0 0-1 0 0,0 0 1 0 0,0 1 0 0 0,-1-1-1 0 0,1 1 1 0 0,0-1 0 0 0,-1 1-1 0 0,0 0 1 0 0,6 7 0 0 0,-8-9-52 0 0,-1 0 1 0 0,1 0 0 0 0,0 0 0 0 0,0 0 0 0 0,0 0 0 0 0,0 0 0 0 0,-1 0 1 0 0,1 0-1 0 0,0 0 0 0 0,-1 0 0 0 0,1 0 0 0 0,-1 1 0 0 0,0-1 0 0 0,1 0 0 0 0,-1 0 0 0 0,0 1 0 0 0,1 1 0 0 0,-1 1 30 0 0,1 1 81 0 0,-1 2-6 0 0,-2 4-17 0 0,0 0-1 0 0,-1 0 1 0 0,0 0-1 0 0,-1 0 1 0 0,0-1-1 0 0,-1 0 1 0 0,0 0-1 0 0,-13 19 1 0 0,-34 36 1126 0 0,49-62-665 0 0,0 2-273 0 0,-2 4-254 0 0,5-9-28 0 0,0 0-1 0 0,0 0 1 0 0,0 0 0 0 0,0 0 0 0 0,0 0-1 0 0,0 0 1 0 0,0 1 0 0 0,0-1 0 0 0,0 0 0 0 0,0 0-1 0 0,0 0 1 0 0,0 0 0 0 0,-1 0 0 0 0,1 0-1 0 0,0 0 1 0 0,0 0 0 0 0,0 1 0 0 0,0-1-1 0 0,0 0 1 0 0,0 0 0 0 0,1 0 0 0 0,-1 0-1 0 0,0 0 1 0 0,0 0 0 0 0,0 0 0 0 0,0 1 0 0 0,0-1-1 0 0,0 0 1 0 0,0 0 0 0 0,0 0 0 0 0,0 0-1 0 0,0 0 1 0 0,0 0 0 0 0,0 0 0 0 0,0 0-1 0 0,0 0 1 0 0,0 0 0 0 0,0 0 0 0 0,1 1 0 0 0,-1-1-1 0 0,0 0 1 0 0,0 0 0 0 0,0 0 0 0 0,0 0-1 0 0,0 0 1 0 0,0 0 0 0 0,0 0 0 0 0,0 0-1 0 0,0 0 1 0 0,1 0 0 0 0,-1 0 0 0 0,0 0-1 0 0,0 0 1 0 0,0 0 0 0 0,0 0 0 0 0,0 0 0 0 0,0 0-1 0 0,0 0 1 0 0,1 0 0 0 0,42-6-167 0 0,84-21 0 0 0,52-26-2495 0 0,-140 41 1737 0 0,29-9-1170 0 0,1-2-1446 0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3:59.97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554 80 2324 0 0,'-1'-4'134'0'0,"0"0"-1"0"0,-1-1 0 0 0,0 1 1 0 0,0 0-1 0 0,0 0 1 0 0,0 0-1 0 0,-1 0 1 0 0,1 0-1 0 0,-1 0 1 0 0,0 1-1 0 0,0 0 0 0 0,-1-1 1 0 0,1 1-1 0 0,-1 0 1 0 0,1 0-1 0 0,-1 1 1 0 0,0-1-1 0 0,0 1 0 0 0,0 0 1 0 0,-1 0-1 0 0,1 0 1 0 0,0 1-1 0 0,-1-1 1 0 0,1 1-1 0 0,-1 0 0 0 0,1 1 1 0 0,-1-1-1 0 0,1 1 1 0 0,-1 0-1 0 0,0 0 1 0 0,-5 0-1 0 0,-9 4 67 0 0,0 0 0 0 0,1 0 0 0 0,-1 2 0 0 0,1 0 0 0 0,0 2 0 0 0,-29 15 0 0 0,26-10-12 0 0,1 1 0 0 0,0 1 0 0 0,1 1 0 0 0,0 0 1 0 0,2 2-1 0 0,0 0 0 0 0,0 1 0 0 0,2 0 0 0 0,1 1 0 0 0,0 1 0 0 0,1 1 0 0 0,2-1 0 0 0,0 2 1 0 0,1 0-1 0 0,1 0 0 0 0,2 0 0 0 0,0 1 0 0 0,1 1 0 0 0,2-1 0 0 0,0 0 0 0 0,0 29 0 0 0,4-49-167 0 0,0-1 0 0 0,0 1 0 0 0,0-1-1 0 0,1 1 1 0 0,-1-1 0 0 0,1 0 0 0 0,0 1-1 0 0,0-1 1 0 0,0 0 0 0 0,2 4 0 0 0,1 3 22 0 0,-1-4-52 0 0,-1 0-1 0 0,1-1 0 0 0,0 1 0 0 0,1-1 0 0 0,-1 0 0 0 0,1 0 0 0 0,0 0 0 0 0,0 0 0 0 0,1-1 0 0 0,0 1 0 0 0,-1-1 0 0 0,1-1 0 0 0,0 1 0 0 0,1 0 0 0 0,-1-1 0 0 0,1 0 0 0 0,-1-1 0 0 0,1 1 0 0 0,0-1 0 0 0,0 0 0 0 0,11 2 0 0 0,4 0-253 0 0,1-1-1 0 0,-1-1 0 0 0,1 0 1 0 0,39-3-1 0 0,-11-3-38 0 0,0-2-1 0 0,0-2 1 0 0,-1-3 0 0 0,-1-1-1 0 0,1-3 1 0 0,-2-2 0 0 0,0-1-1 0 0,-2-3 1 0 0,0-2 0 0 0,45-30-1 0 0,-43 12 465 0 0,-44 38-54 0 0,1-3 69 0 0,-3 6-141 0 0,-1 0 0 0 0,1-1 0 0 0,-1 1 0 0 0,1 0 1 0 0,-1-1-1 0 0,0 1 0 0 0,1 0 0 0 0,-1-1 0 0 0,0 1 0 0 0,1 0 0 0 0,-1-1 0 0 0,0 1 0 0 0,1-1 0 0 0,-1 1 0 0 0,0-1 0 0 0,0 1 0 0 0,0-1 0 0 0,0 1 0 0 0,1-1 0 0 0,-1 1 0 0 0,0-1 0 0 0,0 1 0 0 0,0-1 0 0 0,0 1 0 0 0,0-1 0 0 0,0 1 0 0 0,0-1 0 0 0,-1 0 0 0 0,-3 0 35 0 0,-1 0 1 0 0,0 0-1 0 0,0 1 1 0 0,0-1-1 0 0,0 1 0 0 0,-9 1 1 0 0,9 0 37 0 0,-1 1-3 0 0,-52 14 289 0 0,52-14-284 0 0,2-1 10 0 0,-19 3 213 0 0,4 0 673 0 0,20-1-717 0 0,12 1-395 0 0,-12-3 107 0 0,0-1-1 0 0,0 0 0 0 0,1 1 1 0 0,-1-1-1 0 0,0 1 1 0 0,0 0-1 0 0,0-1 1 0 0,0 1-1 0 0,0 0 1 0 0,0 0-1 0 0,0 0 1 0 0,0 0-1 0 0,0 0 1 0 0,0 0-1 0 0,0 0 1 0 0,-1 0-1 0 0,1 0 1 0 0,0 0-1 0 0,0 2 0 0 0,1 0-1 0 0,5 5 1 0 0,0 0 0 0 0,0 1-1 0 0,-1 0 1 0 0,0 0 0 0 0,-1 1-1 0 0,0 0 1 0 0,0 0-1 0 0,-1 0 1 0 0,0 0 0 0 0,-1 1-1 0 0,0 0 1 0 0,2 19-1 0 0,-4-17 1 0 0,-1 1 0 0 0,0 0 0 0 0,-1-1 0 0 0,0 1 0 0 0,-1 0 0 0 0,-1-1 0 0 0,0 0 0 0 0,-1 0 0 0 0,-7 17 0 0 0,2-9-6 0 0,-2-1-1 0 0,0 0 1 0 0,-1 0 0 0 0,-1-1-1 0 0,-1-1 1 0 0,0-1 0 0 0,-2 1 0 0 0,0-2-1 0 0,0-1 1 0 0,-2 0 0 0 0,-34 23-1 0 0,42-31-1 0 0,-1-1-1 0 0,1 0 1 0 0,-2-1-1 0 0,1 0 0 0 0,-1 0 1 0 0,1-1-1 0 0,-1-1 1 0 0,0 0-1 0 0,0-1 1 0 0,-1 0-1 0 0,1-1 0 0 0,-22 0 1 0 0,29-1 17 0 0,0-1 0 0 0,1 0 0 0 0,0 0 0 0 0,-1 0 0 0 0,1-1 0 0 0,0 0 0 0 0,-1 0 0 0 0,1 0 0 0 0,0 0 1 0 0,0 0-1 0 0,1-1 0 0 0,-7-5 0 0 0,7 6-12 0 0,1 1 5 0 0,0-1 0 0 0,0 1 0 0 0,1 0 0 0 0,-1-1 0 0 0,0 1 0 0 0,1-1 0 0 0,-1 0 0 0 0,1 1 0 0 0,0-1 0 0 0,-2-4 0 0 0,-1 1 3 0 0,3 4-5 0 0,0 0 0 0 0,0-1-1 0 0,0 1 1 0 0,0-1 0 0 0,0 1 0 0 0,0-1 0 0 0,0 0 0 0 0,1 1 0 0 0,-1-1-1 0 0,1 0 1 0 0,-1 1 0 0 0,1-1 0 0 0,-1 0 0 0 0,1 0 0 0 0,0-3 0 0 0,-1 0 3 0 0,0-1 3 0 0,-1-1 1 0 0,1 1 0 0 0,1-1 0 0 0,-1 1-1 0 0,1-1 1 0 0,0 1 0 0 0,1-1-1 0 0,-1 1 1 0 0,2-7 0 0 0,-1 7-6 0 0,1-6 28 0 0,-2 10-29 0 0,0 0 0 0 0,0-1 0 0 0,1 1 0 0 0,-1 0 0 0 0,1 0 0 0 0,0-1 0 0 0,-1 1 0 0 0,1 0-1 0 0,0 0 1 0 0,0 0 0 0 0,0 0 0 0 0,3-3 0 0 0,1-4-7 0 0,-1 2 1 0 0,-3 3 3 0 0,1 1-1 0 0,0-1 1 0 0,0 1-1 0 0,0-1 0 0 0,0 1 1 0 0,1 0-1 0 0,-1 0 1 0 0,1 0-1 0 0,0 0 0 0 0,0 0 1 0 0,5-3-1 0 0,17-8 1 0 0,5 5 3 0 0,-22 8 3 0 0,1 1-1 0 0,-1 1 0 0 0,0-1 0 0 0,0 1 0 0 0,0 1 0 0 0,0 0 0 0 0,-1 0 1 0 0,1 0-1 0 0,0 1 0 0 0,-1 0 0 0 0,1 0 0 0 0,-1 1 0 0 0,0 0 1 0 0,0 0-1 0 0,8 8 0 0 0,13 10-10 0 0,-1 2 0 0 0,29 33 0 0 0,-16-15-51 0 0,-17-19 0 0 0,-16-14-154 0 0,0-1-1 0 0,1 0 0 0 0,0-1 0 0 0,0 0 1 0 0,1 0-1 0 0,0 0 0 0 0,0-1 0 0 0,1-1 1 0 0,0 1-1 0 0,0-2 0 0 0,0 1 1 0 0,17 4-1 0 0,-19-6-139 0 0,-5-2 157 0 0,0 0 0 0 0,0 0 0 0 0,0 0 0 0 0,0-1 0 0 0,0 1 0 0 0,0-1 0 0 0,1 1 0 0 0,-1-1-1 0 0,0 0 1 0 0,5-1 0 0 0,31-1-2266 0 0,-4-1-1739 0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00.1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27 75 3812 0 0,'0'0'1179'0'0,"-5"-1"-197"0"0,-12-4-119 0 0,12 3 2185 0 0,6 1-3032 0 0,-1 0-1 0 0,0 0 1 0 0,1 0-1 0 0,-1 0 1 0 0,1 0-1 0 0,-1 0 1 0 0,1 0-1 0 0,-1 0 1 0 0,1 0-1 0 0,0 0 1 0 0,0 0-1 0 0,-1 0 1 0 0,1 0-1 0 0,0 1 1 0 0,0-1-1 0 0,0 0 1 0 0,0 0-1 0 0,0 1 1 0 0,0-1-1 0 0,0 1 1 0 0,2-2-1 0 0,18-5-69 0 0,-21 6 76 0 0,86-21-1822 0 0,-60 15 292 0 0,2 2-1026 0 0,-25 4 2022 0 0,27-3-3287 0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09.94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65 200 2632 0 0,'0'0'991'0'0,"-6"0"-148"0"0,-21 0 2027 0 0,22 0-2493 0 0,-16 0-18 0 0,15 0 2329 0 0,11-2-2584 0 0,30-9 88 0 0,1 1 1 0 0,68-8 0 0 0,-27 5-59 0 0,294-72 314 0 0,-220 37-2924 0 0,-146 47 1566 0 0,9-6-772 0 0,2 2-1388 0 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10.36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 0 1840 0 0,'0'0'4493'0'0,"-1"5"-4208"0"0,-5 11-40 0 0,4-12 416 0 0,5 0-472 0 0,6 12-5 0 0,-7-11 104 0 0,0-5-273 0 0,-1 0 0 0 0,1 1 0 0 0,-1-1 0 0 0,1 1 0 0 0,-1-1 0 0 0,0 1 0 0 0,1 0 1 0 0,-1-1-1 0 0,0 1 0 0 0,1 0 0 0 0,-1 0 0 0 0,2 2 0 0 0,-1-1 15 0 0,3 0 44 0 0,0-1 16 0 0,17 1-16 0 0,-16-1-8 0 0,0-2-3 0 0,3 1-40 0 0,47-10 104 0 0,-3-6-87 0 0,-48 15-29 0 0,0-1-54 0 0,6-2 20 0 0,15-6 544 0 0,-21 10-297 0 0,-14 9-226 0 0,2-4 47 0 0,1 0 1 0 0,-1 1-1 0 0,2 0 1 0 0,-1 0 0 0 0,-9 13-1 0 0,12-14-63 0 0,-12 15 8 0 0,2 1 0 0 0,0 1 1 0 0,2 0-1 0 0,-15 38 0 0 0,24-55-3 0 0,0 0-1 0 0,0 0 1 0 0,0 1-1 0 0,1-1 1 0 0,0 0-1 0 0,0 1 1 0 0,-1 8 0 0 0,2-5-39 0 0,-1-4-82 0 0,1 0 0 0 0,0 0 0 0 0,0 0-1 0 0,0 0 1 0 0,1 0 0 0 0,-1 0 0 0 0,1 0 0 0 0,0 0 0 0 0,1 0 0 0 0,-1-1 0 0 0,1 1-1 0 0,3 6 1 0 0,-3-7-54 0 0,-1-2 69 0 0,-1 0 0 0 0,1 0-1 0 0,0 0 1 0 0,0 0 0 0 0,0 0-1 0 0,0 0 1 0 0,1 0-1 0 0,-1 0 1 0 0,0-1 0 0 0,1 1-1 0 0,-1 0 1 0 0,1-1 0 0 0,0 1-1 0 0,0-1 1 0 0,2 2-1 0 0,2 1-275 0 0,11 9-1616 0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11.40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387 85 3264 0 0,'0'-5'1440'0'0,"3"-15"-225"0"0,-3 15 525 0 0,-1 0-1088 0 0,-2-16-98 0 0,2 16-105 0 0,-2 2-75 0 0,1 1-332 0 0,1 1 1 0 0,-1-1-1 0 0,0 0 1 0 0,0 1-1 0 0,0-1 1 0 0,0 1-1 0 0,0-1 1 0 0,0 1-1 0 0,0 0 1 0 0,0 0-1 0 0,-1 0 1 0 0,1 0-1 0 0,0 0 1 0 0,-1 1-1 0 0,1-1 1 0 0,0 1-1 0 0,-1 0 0 0 0,1-1 1 0 0,-1 1-1 0 0,1 0 1 0 0,-1 0-1 0 0,-2 1 1 0 0,-12 5 27 0 0,0 0 0 0 0,1 2 0 0 0,-1 0 0 0 0,2 0 0 0 0,-1 1 0 0 0,1 1 0 0 0,1 1 0 0 0,0 0 0 0 0,0 1 0 0 0,1 1 0 0 0,1 0 0 0 0,0 0 0 0 0,-19 30 0 0 0,17-23 50 0 0,1 0 0 0 0,1 2-1 0 0,1-1 1 0 0,1 1 0 0 0,1 1 0 0 0,1 0 0 0 0,0 0 0 0 0,2 1-1 0 0,1-1 1 0 0,1 1 0 0 0,1 0 0 0 0,1 40 0 0 0,2-55-105 0 0,1-1 0 0 0,1 0 0 0 0,-1 0 0 0 0,1 0 1 0 0,1 0-1 0 0,-1 0 0 0 0,2 0 0 0 0,-1 0 1 0 0,1-1-1 0 0,0 0 0 0 0,0 0 0 0 0,1 0 0 0 0,0 0 1 0 0,0-1-1 0 0,1 1 0 0 0,0-1 0 0 0,7 6 1 0 0,-2-6 6 0 0,22 4 23 0 0,-21-8-48 0 0,1-2 0 0 0,-1 1 0 0 0,0-2 0 0 0,1 0 0 0 0,-1 0 0 0 0,0-1 0 0 0,0 0 0 0 0,0-1 0 0 0,0-1 0 0 0,20-8 0 0 0,-9 0-91 0 0,-1 0 0 0 0,0-2 0 0 0,0 0 0 0 0,-2-2 0 0 0,0 0 0 0 0,0-1 0 0 0,-2-1-1 0 0,0-1 1 0 0,-1-1 0 0 0,-1 0 0 0 0,-1-1 0 0 0,24-45 0 0 0,-34 57 56 0 0,-1-1-1 0 0,0 0 1 0 0,-1 0-1 0 0,0-1 1 0 0,-1 1-1 0 0,0-1 1 0 0,-1 1-1 0 0,0-1 1 0 0,0 1-1 0 0,-2-22 0 0 0,1 24 31 0 0,0 6 4 0 0,0-1 1 0 0,0 0-1 0 0,0 1 1 0 0,-1-1 0 0 0,1 1-1 0 0,-1-1 1 0 0,1 0 0 0 0,-1 1-1 0 0,0-1 1 0 0,0 1-1 0 0,-1-4 1 0 0,0-1-3 0 0,1 5 3 0 0,1-1 1 0 0,-1 1 0 0 0,1 0 0 0 0,-1-1 0 0 0,0 1 0 0 0,0 0-1 0 0,0 0 1 0 0,0 0 0 0 0,-1-1 0 0 0,1 1 0 0 0,-1 1 0 0 0,-2-4-1 0 0,-26-31-21 0 0,22 30 21 0 0,1 3-2 0 0,4 1 4 0 0,-1 0 0 0 0,1 0-1 0 0,-1 0 1 0 0,0 0-1 0 0,0 1 1 0 0,0 0-1 0 0,0 0 1 0 0,0 0 0 0 0,0 0-1 0 0,0 0 1 0 0,0 1-1 0 0,-7 0 1 0 0,6-1-8 0 0,0 2 12 0 0,1-1 0 0 0,0 1 0 0 0,0-1 0 0 0,0 1 0 0 0,0 1 0 0 0,-1-1 0 0 0,1 0-1 0 0,1 1 1 0 0,-1 0 0 0 0,0 0 0 0 0,0 0 0 0 0,1 0 0 0 0,-1 1 0 0 0,1-1 0 0 0,-5 5 0 0 0,1 0 56 0 0,0 0-1 0 0,1 0 1 0 0,0 0-1 0 0,0 1 1 0 0,-6 11 0 0 0,3-1 3 0 0,2-1 0 0 0,0 1 1 0 0,1 1-1 0 0,1-1 0 0 0,1 1 1 0 0,0-1-1 0 0,1 1 0 0 0,2 1 1 0 0,0-1-1 0 0,0 0 0 0 0,2 0 1 0 0,4 29-1 0 0,0-21-227 0 0,0-1-1 0 0,2 1 1 0 0,0-1-1 0 0,2 0 0 0 0,1-1 1 0 0,1 0-1 0 0,2 0 1 0 0,17 27-1 0 0,-25-45-229 0 0,1 0 0 0 0,-1 0 0 0 0,1 0 0 0 0,1-1 0 0 0,-1 0 0 0 0,1 0 0 0 0,0-1 0 0 0,1 0 0 0 0,-1 0 0 0 0,1 0 0 0 0,0-1 0 0 0,0 0 0 0 0,0-1 0 0 0,1 0 0 0 0,-1 0-1 0 0,18 3 1 0 0,-14-6-1329 0 0,17-2-1236 0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11.60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 77 2280 0 0,'30'-73'5418'0'0,"-29"69"-3198"0"0,-2 9-1989 0 0,-11 58 168 0 0,-16 211-311 0 0,22-96-3866 0 0,6-140 1262 0 0,2 0-1786 0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12.42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672 251 3460 0 0,'4'-18'1013'0'0,"-1"1"0"0"0,0-26 0 0 0,-3 35-814 0 0,-1 0 1 0 0,0-1-1 0 0,-1 1 1 0 0,0 0-1 0 0,0 1 1 0 0,-1-1-1 0 0,0 0 1 0 0,-1 1-1 0 0,1-1 1 0 0,-1 1-1 0 0,-1 0 1 0 0,-9-12-1 0 0,9 13-132 0 0,-1 1 1 0 0,0-1-1 0 0,0 1 0 0 0,-1 1 1 0 0,1-1-1 0 0,-1 1 0 0 0,0 0 0 0 0,0 1 1 0 0,0-1-1 0 0,0 1 0 0 0,-1 1 1 0 0,1 0-1 0 0,-1 0 0 0 0,0 0 0 0 0,0 1 1 0 0,0 0-1 0 0,1 0 0 0 0,-1 1 1 0 0,0 0-1 0 0,0 1 0 0 0,0-1 0 0 0,-12 4 1 0 0,2 0 16 0 0,1 1 1 0 0,1 1 0 0 0,-1 1-1 0 0,1 0 1 0 0,0 1 0 0 0,1 0-1 0 0,-24 18 1 0 0,6-1 190 0 0,0 2-1 0 0,-30 32 1 0 0,43-38-189 0 0,1-1-1 0 0,1 2 0 0 0,1 1 1 0 0,1 0-1 0 0,1 1 1 0 0,1 0-1 0 0,1 1 0 0 0,1 1 1 0 0,-16 48-1 0 0,26-66-64 0 0,2-6-17 0 0,-1 1 0 0 0,0-1-1 0 0,1 1 1 0 0,-1-1-1 0 0,1 1 1 0 0,0 0 0 0 0,-1-1-1 0 0,1 1 1 0 0,1-1-1 0 0,-1 1 1 0 0,0 0 0 0 0,1-1-1 0 0,0 4 1 0 0,1 3 15 0 0,5 24-1 0 0,-6-29-20 0 0,1 0 0 0 0,0 0 1 0 0,-1 0-1 0 0,2 0 0 0 0,-1 0 1 0 0,3 4-1 0 0,-1-3 8 0 0,1-1 0 0 0,-1 0 0 0 0,1 0 0 0 0,0-1 1 0 0,0 1-1 0 0,0-1 0 0 0,0 0 0 0 0,1 0 0 0 0,8 2 0 0 0,-11-3-8 0 0,-1-1-1 0 0,1 0 1 0 0,-1 0 0 0 0,1-1-1 0 0,0 1 1 0 0,-1 0-1 0 0,1-1 1 0 0,0 0-1 0 0,-1 0 1 0 0,1 1 0 0 0,3-2-1 0 0,2 1-6 0 0,2 1-9 0 0,0-1 0 0 0,0 0 1 0 0,0-1-1 0 0,0 0 0 0 0,0-1 1 0 0,0 0-1 0 0,-1 0 0 0 0,15-6 1 0 0,-5 0-64 0 0,0 0 0 0 0,30-19 1 0 0,-33 17 61 0 0,-1-1 0 0 0,0 0 1 0 0,-1-1-1 0 0,0 0 0 0 0,0-1 1 0 0,-2-1-1 0 0,0 0 0 0 0,0-1 1 0 0,-1 0-1 0 0,-1-1 0 0 0,-1 0 1 0 0,8-18-1 0 0,-2-6 11 0 0,-15 29 17 0 0,0 2-1 0 0,1 2 18 0 0,-1 1 0 0 0,1-1 0 0 0,-1 0 0 0 0,-1 0 0 0 0,1 0 0 0 0,-1 0 0 0 0,-1 1 0 0 0,-2-11 0 0 0,2 10-6 0 0,-1-9 85 0 0,3 15-99 0 0,-1-1 1 0 0,1 0-1 0 0,-1 0 0 0 0,1 0 0 0 0,-1 1 1 0 0,0-1-1 0 0,1 0 0 0 0,-1 0 1 0 0,0 1-1 0 0,-2-3 0 0 0,-3-6 56 0 0,-24-34 91 0 0,28 40-101 0 0,0 4-47 0 0,1-1 0 0 0,0 1 0 0 0,-1-1 0 0 0,1 0 0 0 0,0 0 0 0 0,-1 0 0 0 0,1 0 0 0 0,0 0 0 0 0,0 0 0 0 0,0 0 0 0 0,-2-3-1 0 0,2 4 1 0 0,-2-3 25 0 0,-2 5-8 0 0,-16 7 4 0 0,13-2 1 0 0,0 9 5 0 0,0 0 0 0 0,2 1 0 0 0,0 0 1 0 0,1 0-1 0 0,1 0 0 0 0,1 1 0 0 0,0-1 0 0 0,1 1 1 0 0,1 29-1 0 0,2 0-44 0 0,2 0 1 0 0,14 73-1 0 0,-14-103-231 0 0,1-1-1 0 0,1 1 1 0 0,0-1-1 0 0,12 24 0 0 0,-14-34-61 0 0,1 0 0 0 0,-1 0 0 0 0,1 0-1 0 0,0-1 1 0 0,0 0 0 0 0,0 0-1 0 0,1 0 1 0 0,0 0 0 0 0,0-1-1 0 0,0 1 1 0 0,0-1 0 0 0,1-1 0 0 0,0 1-1 0 0,0-1 1 0 0,10 4 0 0 0,42 4-3854 0 0,-52-11 829 0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12.71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1 137 2300 0 0,'1'-4'686'0'0,"1"-3"-549"0"0,0-1 0 0 0,0 1 0 0 0,1 0 0 0 0,0 1 0 0 0,0-1 0 0 0,1 0 0 0 0,0 1 0 0 0,0 0 1 0 0,1 0-1 0 0,-1 0 0 0 0,1 1 0 0 0,0-1 0 0 0,1 1 0 0 0,-1 0 0 0 0,1 1 0 0 0,0-1 0 0 0,0 1 0 0 0,1 0 1 0 0,-1 1-1 0 0,1-1 0 0 0,7-2 0 0 0,-7 4-68 0 0,-1 1-1 0 0,0-1 1 0 0,1 1 0 0 0,-1 0-1 0 0,1 0 1 0 0,-1 1 0 0 0,1 0 0 0 0,-1 0-1 0 0,9 1 1 0 0,-11 0-30 0 0,0 0 0 0 0,0 0 1 0 0,0 1-1 0 0,0-1 0 0 0,-1 1 1 0 0,1 0-1 0 0,-1 0 0 0 0,1 0 0 0 0,-1 1 1 0 0,0-1-1 0 0,1 1 0 0 0,-1 0 1 0 0,0 0-1 0 0,-1 0 0 0 0,4 4 0 0 0,-5-6-17 0 0,0 1 0 0 0,0-1 0 0 0,0 0 0 0 0,0 1 0 0 0,0-1 0 0 0,-1 1 0 0 0,1-1 0 0 0,0 1 0 0 0,-1-1 0 0 0,1 1 0 0 0,-1-1 0 0 0,0 1 0 0 0,1-1 0 0 0,-1 1 0 0 0,0 2 0 0 0,0 1 49 0 0,1 1 2 0 0,0 0 0 0 0,-1 0 0 0 0,0 0 0 0 0,0 0 0 0 0,0 0 0 0 0,-1 0 0 0 0,0 0 0 0 0,0 0 0 0 0,0 0 0 0 0,-3 6 0 0 0,3-7-39 0 0,-1 4 97 0 0,-6 17 100 0 0,-2-5 39 0 0,-26 59 781 0 0,34-76-209 0 0,4 0-661 0 0,0-1-136 0 0,5 14 163 0 0,1-18-144 0 0,37-12-866 0 0,-1-2-1 0 0,0-1 0 0 0,80-44 1 0 0,-23 10-3488 0 0,-59 30 230 0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17.33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73 27 3300 0 0,'-1'-4'1360'0'0,"-4"-18"3970"0"0,3 27-5101 0 0,-17 54 144 0 0,-19 89 33 0 0,36-140-373 0 0,0 0 0 0 0,1 0 0 0 0,-1 0 0 0 0,2 0 1 0 0,-1 0-1 0 0,1 0 0 0 0,0 0 0 0 0,1 0 0 0 0,0 0 1 0 0,0 0-1 0 0,1-1 0 0 0,0 1 0 0 0,5 14 0 0 0,-1-15-2 0 0,-4-5-29 0 0,1 1 1 0 0,0-1-1 0 0,0 0 0 0 0,0 0 0 0 0,1-1 1 0 0,-1 1-1 0 0,0-1 0 0 0,1 1 0 0 0,-1-1 1 0 0,1 0-1 0 0,-1 0 0 0 0,1-1 0 0 0,-1 1 1 0 0,1-1-1 0 0,0 0 0 0 0,-1 1 0 0 0,1-2 1 0 0,0 1-1 0 0,4-1 0 0 0,-2 0-1 0 0,6 0 3 0 0,1 0 0 0 0,0-2 0 0 0,-1 1 0 0 0,0-1 0 0 0,0-1 0 0 0,0 0 0 0 0,0-1-1 0 0,18-10 1 0 0,-19 9-3 0 0,0-1-1 0 0,0 0 1 0 0,-1-1-1 0 0,0 0 1 0 0,0 0-1 0 0,-1-1 1 0 0,0-1-1 0 0,0 1 1 0 0,-1-1-1 0 0,-1-1 0 0 0,0 0 1 0 0,8-14-1 0 0,-7 1 16 0 0,-8 19-14 0 0,1 0 6 0 0,0-1 9 0 0,1-15 16 0 0,-1 15-26 0 0,-3 1-8 0 0,0 2 10 0 0,-5-17 153 0 0,3 21-109 0 0,0 0-50 0 0,2-1 8 0 0,0 1-1 0 0,0-1 1 0 0,0 1 0 0 0,0 0 0 0 0,0-1 0 0 0,0 1 0 0 0,1 0-1 0 0,-1 0 1 0 0,0 0 0 0 0,0 0 0 0 0,1 0 0 0 0,-1 1-1 0 0,1-1 1 0 0,-1 1 0 0 0,1-1 0 0 0,-1 1 0 0 0,1-1 0 0 0,0 1-1 0 0,0-1 1 0 0,0 1 0 0 0,0 0 0 0 0,0 0 0 0 0,-1 3-1 0 0,-7 17 4 0 0,2 0 0 0 0,0 0 0 0 0,2 1 0 0 0,0 0 0 0 0,1 0 0 0 0,2 0 0 0 0,0 0 0 0 0,2 1 0 0 0,0-1-1 0 0,2 0 1 0 0,0 0 0 0 0,7 27 0 0 0,-6-33-408 0 0,-3-15 339 0 0,1 1 0 0 0,-1-1 0 0 0,1 1-1 0 0,0-1 1 0 0,-1 0 0 0 0,1 0-1 0 0,0 1 1 0 0,1-1 0 0 0,-1 0-1 0 0,0 0 1 0 0,0 0 0 0 0,1 0-1 0 0,2 2 1 0 0,27 33-1735 0 0,-28-34 1367 0 0,0-1 1 0 0,0 1-1 0 0,0 0 1 0 0,1-1-1 0 0,-1 0 1 0 0,1 1-1 0 0,-1-1 0 0 0,1-1 1 0 0,0 1-1 0 0,0 0 1 0 0,0-1-1 0 0,7 2 1 0 0,20-1-3416 0 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17.66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89 3012 0 0,'16'-44'2544'0'0,"-15"40"-1975"0"0,2 0-113 0 0,10-12-130 0 0,-10 12-42 0 0,1 1-32 0 0,11-6 8 0 0,-11 6 32 0 0,2 3-172 0 0,16-1-8 0 0,-17 1-14 0 0,7 8 24 0 0,-10-7-98 0 0,0 1-1 0 0,0-1 1 0 0,0 0 0 0 0,-1 1-1 0 0,1-1 1 0 0,0 0-1 0 0,-1 1 1 0 0,1 0 0 0 0,-1-1-1 0 0,0 1 1 0 0,1 0-1 0 0,-1 0 1 0 0,0 0 0 0 0,0 0-1 0 0,0 0 1 0 0,-1 0 0 0 0,2 3-1 0 0,0 3 40 0 0,-1 1-1 0 0,0-1 0 0 0,-1 0 1 0 0,0 1-1 0 0,0-1 1 0 0,-1 0-1 0 0,0 1 1 0 0,0-1-1 0 0,-1 0 1 0 0,0 0-1 0 0,0 0 0 0 0,-1 0 1 0 0,0 0-1 0 0,-8 13 1 0 0,-4 6 371 0 0,-2 0 1 0 0,-30 37-1 0 0,44-60-248 0 0,0 0 33 0 0,2-3-119 0 0,0 0-32 0 0,0 0 0 0 0,-1 0 1 0 0,1 0-1 0 0,0 0 0 0 0,0 0 1 0 0,0 0-1 0 0,0 1 0 0 0,0-1 0 0 0,0 0 1 0 0,1 1-1 0 0,-1-1 0 0 0,-1 3 0 0 0,3-3-60 0 0,-1-1 0 0 0,0 1 0 0 0,0 0 0 0 0,1 0 0 0 0,-1-1 0 0 0,0 1 0 0 0,0 0 0 0 0,1-1 0 0 0,-1 1 0 0 0,1-1 0 0 0,-1 1 0 0 0,1 0 0 0 0,-1-1 0 0 0,1 1 0 0 0,-1-1 0 0 0,1 1 0 0 0,0-1 0 0 0,-1 0 0 0 0,1 1 0 0 0,-1-1 0 0 0,1 1 0 0 0,0-1 0 0 0,0 0 0 0 0,-1 0 0 0 0,1 1 0 0 0,0-1 0 0 0,-1 0 0 0 0,1 0 0 0 0,0 0 0 0 0,0 0 0 0 0,-1 0 0 0 0,1 0 0 0 0,1 0 0 0 0,17 0 41 0 0,15-7-338 0 0,-1 0 1 0 0,0-3-1 0 0,0 0 1 0 0,-1-2 0 0 0,48-26-1 0 0,-39 19-498 0 0,-14 5-1975 0 0,49-32-1 0 0,-44 25-1979 0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17.9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349 2 1912 0 0,'0'0'2208'0'0,"7"0"-1306"0"0,-3 0-650 0 0,-2-1-179 0 0,0 1 0 0 0,0 0 0 0 0,-1 0 0 0 0,1-1 0 0 0,0 1 0 0 0,-1 1 0 0 0,1-1 0 0 0,0 0 0 0 0,-1 0 0 0 0,1 1 0 0 0,0-1 0 0 0,-1 1 0 0 0,1-1 0 0 0,0 1 0 0 0,-1 0 1 0 0,1-1-1 0 0,2 3 0 0 0,4 3 202 0 0,1 0 1 0 0,-1 1 0 0 0,0 0-1 0 0,0 0 1 0 0,-1 1 0 0 0,0 0-1 0 0,0 1 1 0 0,-1-1-1 0 0,0 1 1 0 0,7 15 0 0 0,-5-7-22 0 0,-1 0 0 0 0,0 0 0 0 0,-1 1 0 0 0,-1 0 0 0 0,4 30 0 0 0,-6-13-139 0 0,-1 0 0 0 0,-1 0 0 0 0,-2 0-1 0 0,-2-1 1 0 0,-1 1 0 0 0,-1 0 0 0 0,-2-1 0 0 0,-2 0 0 0 0,-1-1 0 0 0,-16 35-1 0 0,5-20-429 0 0,-2-1 0 0 0,-2-2-1 0 0,-2-1 1 0 0,-2 0-1 0 0,-2-2 1 0 0,-41 42-1 0 0,30-42-2423 0 0,-87 67 0 0 0,65-63-1943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15.69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80 156 2844 0 0,'-56'14'4079'0'0,"51"-12"-2923"0"0,1 0-728 0 0,-11 5 499 0 0,15-7-869 0 0,1 1 0 0 0,-1-1 0 0 0,0 1 0 0 0,0-1 0 0 0,0 1 0 0 0,1-1 0 0 0,-1 1 0 0 0,0-1 1 0 0,0 1-1 0 0,1-1 0 0 0,-1 0 0 0 0,0 1 0 0 0,1-1 0 0 0,-1 0 0 0 0,1 1 0 0 0,-1-1 0 0 0,0 0 0 0 0,1 1 0 0 0,-1-1 0 0 0,1 0 1 0 0,-1 0-1 0 0,1 0 0 0 0,-1 1 0 0 0,1-1 0 0 0,-1 0 0 0 0,1 0 0 0 0,-1 0 0 0 0,1 0 0 0 0,0 0 0 0 0,0 1-46 0 0,0-1 0 0 0,0 1 1 0 0,1-1-1 0 0,-1 0 0 0 0,0 1 0 0 0,1-1 0 0 0,-1 0 0 0 0,1 0 0 0 0,-1 0 0 0 0,0 0 0 0 0,1 0 0 0 0,-1 0 0 0 0,0 0 0 0 0,1-1 0 0 0,-1 1 0 0 0,0 0 1 0 0,1-1-1 0 0,0 0 0 0 0,2 0 21 0 0,54-8 30 0 0,0-2 1 0 0,0-3-1 0 0,-1-2 1 0 0,-1-3-1 0 0,84-41 1 0 0,-116 45-40 0 0,-20 13-19 0 0,-1-1 0 0 0,10-9-1 0 0,-10 9-6 0 0,-4-1 15 0 0,-2-13 28 0 0,2 13-22 0 0,-2 4-16 0 0,-1 0 12 0 0,1 0 1 0 0,-1 1 0 0 0,1-1 0 0 0,-1 1 0 0 0,1 0 0 0 0,-1 0 0 0 0,1 0-1 0 0,0 0 1 0 0,-1 0 0 0 0,1 1 0 0 0,0 0 0 0 0,0-1 0 0 0,0 1 0 0 0,0 0-1 0 0,1 0 1 0 0,-1 1 0 0 0,0-1 0 0 0,1 1 0 0 0,-5 5 0 0 0,2 0 10 0 0,1 0 1 0 0,-1 1-1 0 0,2 0 1 0 0,-1 0-1 0 0,1 0 1 0 0,-4 17-1 0 0,-3 31 71 0 0,2 0 0 0 0,-1 90-1 0 0,1-8-75 0 0,-26 83-4382 0 0,33-218 3233 0 0,-1 0-143 0 0,-5 10-933 0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15.87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16 210 3284 0 0,'-13'-19'1092'0'0,"11"15"1151"0"0,3-1-1761 0 0,4-16-46 0 0,-5 20-416 0 0,0 1 0 0 0,0-1 0 0 0,1 0 0 0 0,-1 0 1 0 0,0 0-1 0 0,1 0 0 0 0,-1 1 0 0 0,1-1 0 0 0,-1 0 0 0 0,1 0 1 0 0,0 1-1 0 0,-1-1 0 0 0,1 1 0 0 0,0-1 0 0 0,-1 0 0 0 0,1 1 1 0 0,0-1-1 0 0,0 1 0 0 0,-1-1 0 0 0,1 1 0 0 0,0 0 0 0 0,0-1 0 0 0,0 1 1 0 0,1-1-1 0 0,-1 1 28 0 0,17-10-15 0 0,1 1-1 0 0,0 1 0 0 0,1 0 0 0 0,0 2 0 0 0,22-5 0 0 0,-11 2-277 0 0,215-61-4834 0 0,-206 57 2161 0 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16.27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152 16 2224 0 0,'0'0'1012'0'0,"3"-3"-150"0"0,3-9 205 0 0,-15 11 946 0 0,5 3-1861 0 0,1-1 0 0 0,0 1 0 0 0,0 0 1 0 0,-1 0-1 0 0,1 0 0 0 0,0 0 0 0 0,0 0 1 0 0,1 0-1 0 0,-5 5 0 0 0,-10 14 152 0 0,0 0-1 0 0,1 1 0 0 0,-16 31 1 0 0,27-43-220 0 0,0 1 0 0 0,0 0 0 0 0,1 0 0 0 0,0 0 0 0 0,1 1 0 0 0,0-1 0 0 0,1 1 0 0 0,0 0 0 0 0,1-1 0 0 0,0 18 0 0 0,2-26-75 0 0,-1 0 0 0 0,1 0 0 0 0,0 1 0 0 0,0-1-1 0 0,0 0 1 0 0,1 0 0 0 0,-1 0 0 0 0,1 0 0 0 0,0-1 0 0 0,-1 1 0 0 0,1 0 0 0 0,0-1 0 0 0,4 5 0 0 0,-4-5 2 0 0,1 0-5 0 0,0 0-1 0 0,-1 1 0 0 0,1-2 0 0 0,0 1 0 0 0,0 0 0 0 0,0 0 1 0 0,0-1-1 0 0,1 0 0 0 0,-1 0 0 0 0,0 1 0 0 0,0-2 0 0 0,1 1 1 0 0,4 0-1 0 0,-5 0 4 0 0,3 0-13 0 0,0-1 1 0 0,0 1-1 0 0,0-1 1 0 0,0 0-1 0 0,0 0 1 0 0,0-1-1 0 0,0 0 1 0 0,9-2-1 0 0,-10 1-7 0 0,5 0 21 0 0,0 0 0 0 0,-1-1 0 0 0,1-1-1 0 0,-1 0 1 0 0,16-9 0 0 0,-18 9-5 0 0,-4 3-4 0 0,0 0 0 0 0,-1 0-1 0 0,1 0 1 0 0,-1-1 0 0 0,1 1-1 0 0,-1-1 1 0 0,1 1 0 0 0,-1-1 0 0 0,3-3-1 0 0,12-12 25 0 0,-11 13-13 0 0,-3 3-6 0 0,-1 0-1 0 0,0-1 1 0 0,0 1 0 0 0,-1-1 0 0 0,1 0-1 0 0,0 1 1 0 0,0-1 0 0 0,-1 0 0 0 0,1 0-1 0 0,-1 0 1 0 0,0 0 0 0 0,2-3 0 0 0,3-4 14 0 0,0 0 1 0 0,-1-1-1 0 0,0 0 1 0 0,-1 0-1 0 0,4-13 1 0 0,-7 18-23 0 0,0 0-1 0 0,0 1 1 0 0,0-1 0 0 0,-1 0-1 0 0,0 0 1 0 0,0 0 0 0 0,0 0-1 0 0,0 1 1 0 0,-1-1-1 0 0,0 0 1 0 0,0 0 0 0 0,0 1-1 0 0,-1-1 1 0 0,1 0 0 0 0,-1 1-1 0 0,-3-6 1 0 0,3 7-19 0 0,1 0 0 0 0,-1 0 0 0 0,0 0 0 0 0,0 1-1 0 0,0-1 1 0 0,-1 0 0 0 0,1 1 0 0 0,0 0 0 0 0,-1 0 0 0 0,0-1 0 0 0,1 1 0 0 0,-1 1 0 0 0,0-1-1 0 0,0 0 1 0 0,0 1 0 0 0,0-1 0 0 0,-1 1 0 0 0,1 0 0 0 0,0 0 0 0 0,0 0 0 0 0,-1 1 0 0 0,1-1-1 0 0,-1 1 1 0 0,1 0 0 0 0,0 0 0 0 0,-1 0 0 0 0,1 0 0 0 0,-1 1 0 0 0,1-1 0 0 0,0 1 0 0 0,-1 0-1 0 0,-3 1 1 0 0,-7 4-153 0 0,1 1 1 0 0,0 0-1 0 0,1 0 0 0 0,0 2 0 0 0,0-1 0 0 0,1 2 0 0 0,0-1 1 0 0,-12 15-1 0 0,8-8-1554 0 0,1 1 0 0 0,-21 35 0 0 0,23-30-2066 0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16.51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231 0 3488 0 0,'0'0'3386'0'0,"-1"5"-2923"0"0,-2 9-256 0 0,0 0 1 0 0,-1 0-1 0 0,-1-1 1 0 0,0 0 0 0 0,-14 25-1 0 0,-46 68-331 0 0,56-92 7 0 0,-83 114-4577 0 0,67-97 1087 0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18.46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154 1 2296 0 0,'-15'14'335'0'0,"1"1"0"0"0,1 0 0 0 0,0 2 0 0 0,1-1 0 0 0,0 1 0 0 0,2 1 1 0 0,0 0-1 0 0,1 1 0 0 0,1 0 0 0 0,0 0 0 0 0,-6 28 0 0 0,9-22-153 0 0,1 0 0 0 0,1 1 0 0 0,1-1 0 0 0,1 1 0 0 0,1-1 0 0 0,2 1 0 0 0,0 0 1 0 0,9 36-1 0 0,-2-27-163 0 0,2 0 0 0 0,1-1 1 0 0,1 0-1 0 0,2 0 1 0 0,1-2-1 0 0,2 0 1 0 0,1-1-1 0 0,2-1 0 0 0,1-1 1 0 0,1 0-1 0 0,1-2 1 0 0,1-1-1 0 0,32 25 0 0 0,-20-23-427 0 0,0-1 0 0 0,76 39-1 0 0,-78-50-1416 0 0,70 23-1 0 0,-52-24-1485 0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19.77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27 62 3468 0 0,'-5'1'1028'0'0,"-12"3"-149"0"0,13-3 2789 0 0,8 1-3478 0 0,2 0-122 0 0,0-1 1 0 0,0 1-1 0 0,1-1 1 0 0,-1-1 0 0 0,0 1-1 0 0,0-1 1 0 0,1 0-1 0 0,-1-1 1 0 0,11-1-1 0 0,86-11 309 0 0,123-32-1 0 0,-220 43-278 0 0,-1 1 2 0 0,10-3-7 0 0,12-4 66 0 0,-23 9-126 0 0,-12 7-65 0 0,4-5 45 0 0,1-1 0 0 0,0 1-1 0 0,0 0 1 0 0,0 0 0 0 0,1 0 0 0 0,-1 0 0 0 0,1 0 0 0 0,-1 1 0 0 0,1-1 0 0 0,-1 5 0 0 0,-7 8 34 0 0,-4 10-7 0 0,2 1-1 0 0,0 1 1 0 0,1 0-1 0 0,-8 38 1 0 0,-22 130 63 0 0,22-97-797 0 0,14-66-428 0 0,5-28 287 0 0,-2 0-126 0 0,-4 16-50 0 0,5-16-194 0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20.23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33 308 1972 0 0,'-3'-3'1348'0'0,"-2"-3"-167"0"0,2 4-833 0 0,0-1 0 0 0,1 0 1 0 0,-1 0-1 0 0,1 0 0 0 0,0-1 0 0 0,0 1 1 0 0,0 0-1 0 0,0-1 0 0 0,-1-3 0 0 0,3 6-325 0 0,0 0 0 0 0,0 0-1 0 0,0 0 1 0 0,0 0-1 0 0,0 0 1 0 0,0-1-1 0 0,0 1 1 0 0,0 0-1 0 0,0 0 1 0 0,1 0-1 0 0,-1 0 1 0 0,0 0-1 0 0,1 0 1 0 0,-1 1-1 0 0,0-1 1 0 0,1 0-1 0 0,0-1 1 0 0,1 0-36 0 0,-1 0 1 0 0,1 0-1 0 0,0 0 0 0 0,0 1 0 0 0,0-1 1 0 0,0 1-1 0 0,0-1 0 0 0,0 1 1 0 0,0 0-1 0 0,4-1 0 0 0,86-34-1671 0 0,120-30-1 0 0,83-30 232 0 0,-283 91 1731 0 0,32-13-719 0 0,-19 12 4708 0 0,-26 11-4102 0 0,-1 13-115 0 0,1-13 287 0 0,-11 10-95 0 0,10-12-202 0 0,-1 0 356 0 0,2 2-230 0 0,0 15 14 0 0,1-15-6 0 0,2 0-3 0 0,4 8 30 0 0,0 0-1 0 0,16 21 1 0 0,-10-15-113 0 0,-1 0 0 0 0,0 0 0 0 0,-2 1 0 0 0,8 22 0 0 0,-14-33-78 0 0,1 24 8 0 0,-7-25-26 0 0,0-4 2 0 0,2 0-55 0 0,-2 0-98 0 0,-2 1-134 0 0,1 0-1 0 0,0 0 1 0 0,-1-1-1 0 0,0 0 1 0 0,0 0-1 0 0,0 0 1 0 0,-1 0-1 0 0,1-1 1 0 0,-1 0-1 0 0,0 0 0 0 0,-10 3 1 0 0,11-4-86 0 0,-5 1 35 0 0,-6-1-2699 0 0,-18-1 83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20.40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49 1204 0 0,'26'-13'1248'0'0,"0"3"-332"0"0,-2 0 92 0 0,18-1-108 0 0,-10 6-615 0 0,3 13-1010 0 0,-25 23-4071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20.75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367 1 1368 0 0,'-9'0'846'0'0,"-6"1"-545"0"0,1 0 0 0 0,-1 1 0 0 0,1 1 0 0 0,0 0 0 0 0,0 1 0 0 0,0 0 0 0 0,1 1 0 0 0,-21 10 0 0 0,20-6-52 0 0,0 1-1 0 0,1 0 0 0 0,0 0 1 0 0,1 2-1 0 0,0-1 1 0 0,1 2-1 0 0,1-1 1 0 0,-17 26-1 0 0,15-18-30 0 0,2 0 0 0 0,0 1 0 0 0,1 1 1 0 0,1-1-1 0 0,-10 41 0 0 0,11-25-85 0 0,2 0-1 0 0,2 1 1 0 0,0-1 0 0 0,3 1 0 0 0,1 0 0 0 0,2-1-1 0 0,12 59 1 0 0,-7-59-76 0 0,2 0-1 0 0,1-1 1 0 0,27 58-1 0 0,-28-74-104 0 0,1-1 0 0 0,1 0 0 0 0,0-1-1 0 0,1 0 1 0 0,1-1 0 0 0,1-1 0 0 0,28 26 0 0 0,-25-28-157 0 0,0-1-1 0 0,1 0 1 0 0,1-1 0 0 0,0-1-1 0 0,0-1 1 0 0,36 12 0 0 0,-29-14-1145 0 0,1-1 1 0 0,46 6 0 0 0,-18-6-2497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21.37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168 1 3028 0 0,'6'0'1068'0'0,"15"1"-86"0"0,-16-1 380 0 0,-3 5-870 0 0,0-1-401 0 0,0 1 0 0 0,-1-1 0 0 0,0 0 0 0 0,1 1 1 0 0,-1-1-1 0 0,-1 1 0 0 0,1 0 0 0 0,-1-1 0 0 0,0 1 0 0 0,0 0 0 0 0,0-1 0 0 0,0 1 1 0 0,-1-1-1 0 0,-2 9 0 0 0,-5 17-143 0 0,-2 0 1 0 0,-2-1 0 0 0,0-1-1 0 0,-2 1 1 0 0,-18 27 0 0 0,13-27-1513 0 0,-1-1-1 0 0,-34 37 1 0 0,28-38-1694 0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22.26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250 28 2908 0 0,'-2'-8'428'0'0,"-1"-11"2975"0"0,-2 19-3075 0 0,-17 0-64 0 0,16 0-30 0 0,1 3-39 0 0,-2 2-80 0 0,-1 0-1 0 0,1 1 0 0 0,0 0 1 0 0,0 0-1 0 0,1 0 1 0 0,0 1-1 0 0,0 0 1 0 0,0 1-1 0 0,1-1 1 0 0,0 1-1 0 0,1 0 1 0 0,0 0-1 0 0,0 0 0 0 0,0 1 1 0 0,1-1-1 0 0,1 1 1 0 0,-4 15-1 0 0,5-20-43 0 0,1 1 0 0 0,0-1-1 0 0,0 1 1 0 0,0 0 0 0 0,0-1-1 0 0,0 1 1 0 0,1-1 0 0 0,0 1 0 0 0,0-1-1 0 0,0 1 1 0 0,1-1 0 0 0,-1 1-1 0 0,1-1 1 0 0,3 4 0 0 0,-1-3-38 0 0,0 0 1 0 0,1 0-1 0 0,0 0 0 0 0,0-1 1 0 0,0 0-1 0 0,0 0 1 0 0,1 0-1 0 0,0-1 0 0 0,0 1 1 0 0,0-2-1 0 0,11 5 1 0 0,34 13 53 0 0,-7-3 64 0 0,83 45 0 0 0,-108-48-92 0 0,-16-12-39 0 0,-1 2-7 0 0,-1-3-8 0 0,0 1-1 0 0,0 0 1 0 0,0 0-1 0 0,0 0 0 0 0,0 0 1 0 0,-1 0-1 0 0,1 0 1 0 0,-1 0-1 0 0,1 0 1 0 0,-1 0-1 0 0,0 0 1 0 0,0 0-1 0 0,0 1 1 0 0,0-1-1 0 0,0 0 1 0 0,0 0-1 0 0,0 0 1 0 0,-1 0-1 0 0,1 0 1 0 0,-1 0-1 0 0,0 0 1 0 0,1 0-1 0 0,-1 0 0 0 0,0 0 1 0 0,0 0-1 0 0,-3 3 1 0 0,0 0-2 0 0,-1 0 0 0 0,0 0-1 0 0,0 0 1 0 0,0-1 0 0 0,0 0 0 0 0,-1 0-1 0 0,0 0 1 0 0,-8 3 0 0 0,-17 7-494 0 0,-1-2 0 0 0,-1-1 0 0 0,0-1 0 0 0,0-2 0 0 0,-1-1 0 0 0,-54 3-1 0 0,74-8-426 0 0,-14-3 37 0 0,7-2-475 0 0,-10-2-598 0 0,24 4-1368 0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22.4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1 102 2164 0 0,'33'-16'1052'0'0,"-5"4"-396"0"0,2 1-116 0 0,8-2-100 0 0,-8 3-180 0 0,-1 2-176 0 0,-1 0-300 0 0,2-1-292 0 0,-4 1-192 0 0,2 2-524 0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22.83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145 0 2308 0 0,'1'4'949'0'0,"4"13"-146"0"0,-4-13-106 0 0,-13 13 549 0 0,-11 19-496 0 0,1 0 0 0 0,1 1 0 0 0,2 2 0 0 0,-26 75 1 0 0,43-106-659 0 0,0 0 1 0 0,0 0-1 0 0,1 1 1 0 0,0-1-1 0 0,0 1 1 0 0,1-1 0 0 0,0 1-1 0 0,0-1 1 0 0,1 1-1 0 0,0-1 1 0 0,1 1 0 0 0,0-1-1 0 0,5 13 1 0 0,-6-18-74 0 0,1 0 0 0 0,0-1 1 0 0,0 0-1 0 0,-1 1 1 0 0,2-1-1 0 0,-1 0 0 0 0,0 0 1 0 0,0 0-1 0 0,1 0 0 0 0,-1 0 1 0 0,1-1-1 0 0,-1 1 1 0 0,1-1-1 0 0,4 2 0 0 0,-4-1-10 0 0,1 0 33 0 0,3-1 1 0 0,2 0-7 0 0,1-1 1 0 0,-1 0-1 0 0,1 0 0 0 0,0-1 0 0 0,-1 0 0 0 0,1 0 0 0 0,-1-1 0 0 0,1-1 0 0 0,11-4 0 0 0,-3-2 150 0 0,0-1 1 0 0,-1-1-1 0 0,-1 0 0 0 0,25-23 0 0 0,-37 31-157 0 0,-2-1 0 0 0,1 0 0 0 0,0 1 0 0 0,-1-1 0 0 0,0-1 0 0 0,1 1 0 0 0,-2 0 0 0 0,1 0 0 0 0,2-9 0 0 0,-3 8-13 0 0,1 1 3 0 0,-2 0 0 0 0,1 0 1 0 0,0-1-1 0 0,-1 1 0 0 0,0 0 0 0 0,0 0 1 0 0,0 0-1 0 0,-1 0 0 0 0,1-1 1 0 0,-1 1-1 0 0,-2-6 0 0 0,2 6-14 0 0,-1-2-25 0 0,0 1-1 0 0,0 0 1 0 0,-1-1 0 0 0,1 1-1 0 0,-1 0 1 0 0,0 1 0 0 0,-1-1 0 0 0,1 0-1 0 0,-1 1 1 0 0,-5-5 0 0 0,-1-1-356 0 0,-1 0 1 0 0,-20-13-1 0 0,18 14-688 0 0,0 1 0 0 0,-1 1-1 0 0,0 0 1 0 0,0 1 0 0 0,-1 0-1 0 0,-27-6 1 0 0,16 7-3364 0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23.09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222 3 3488 0 0,'8'0'1434'0'0,"-7"0"-1417"0"0,14-2 495 0 0,-1 1 0 0 0,0 1-1 0 0,1 1 1 0 0,-1 0 0 0 0,0 1-1 0 0,0 0 1 0 0,0 1 0 0 0,19 6-1 0 0,-26-5-375 0 0,1 0 0 0 0,-2 0 0 0 0,1 0 0 0 0,0 1-1 0 0,-1 0 1 0 0,0 0 0 0 0,0 0 0 0 0,0 1 0 0 0,-1 0 0 0 0,0 0 0 0 0,0 0-1 0 0,0 1 1 0 0,-1 0 0 0 0,5 9 0 0 0,-5-5-41 0 0,0 0 0 0 0,0 1 0 0 0,-1-1 0 0 0,-1 1 0 0 0,0 0 0 0 0,0 0-1 0 0,-1 0 1 0 0,-1 21 0 0 0,-2-4-56 0 0,-2 0 1 0 0,-1-1-1 0 0,-2 0 0 0 0,0 0 0 0 0,-2 0 0 0 0,-1-1 0 0 0,-15 29 0 0 0,0-7-475 0 0,-3-2 0 0 0,-2 0 0 0 0,-48 57 0 0 0,-125 111-5829 0 0,144-159 1565 0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25.79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359 101 3900 0 0,'2'-7'849'0'0,"0"-1"0"0"0,-1 0 0 0 0,0 0 0 0 0,0-16 0 0 0,-1 22-769 0 0,0 1-1 0 0,-1-1 1 0 0,1 0 0 0 0,-1 0 0 0 0,0 0 0 0 0,1 0-1 0 0,-1 0 1 0 0,0 1 0 0 0,0-1 0 0 0,0 0 0 0 0,-1 1-1 0 0,1-1 1 0 0,0 1 0 0 0,-1-1 0 0 0,1 1 0 0 0,0 0-1 0 0,-1 0 1 0 0,0-1 0 0 0,-2 0 0 0 0,1 0-21 0 0,0 0 0 0 0,0 1 1 0 0,-1-1-1 0 0,1 1 0 0 0,0 0 1 0 0,-1 0-1 0 0,1 0 0 0 0,0 0 0 0 0,-1 1 1 0 0,1 0-1 0 0,-5-1 0 0 0,-5 3 91 0 0,0 0-1 0 0,1 0 1 0 0,-1 1 0 0 0,1 1-1 0 0,0 0 1 0 0,0 1-1 0 0,0 0 1 0 0,0 1-1 0 0,1 0 1 0 0,0 0-1 0 0,0 2 1 0 0,1-1 0 0 0,-15 14-1 0 0,12-9 12 0 0,1 0 0 0 0,0 1 0 0 0,1 1 0 0 0,1 0 0 0 0,0 0 0 0 0,0 1 0 0 0,2 0 1 0 0,0 1-1 0 0,-10 26 0 0 0,16-35-79 0 0,1-5-68 0 0,0 0 0 0 0,0 1 0 0 0,0-1 0 0 0,1 1 0 0 0,-1-1-1 0 0,1 0 1 0 0,-1 1 0 0 0,1-1 0 0 0,0 1 0 0 0,0 0 0 0 0,1 2 0 0 0,0 11 105 0 0,-1-6-139 0 0,1 0-1 0 0,0-1 1 0 0,1 1-1 0 0,0 0 0 0 0,1-1 1 0 0,0 0-1 0 0,0 1 0 0 0,1-1 1 0 0,0-1-1 0 0,1 1 1 0 0,0 0-1 0 0,0-1 0 0 0,0 0 1 0 0,1 0-1 0 0,1-1 1 0 0,-1 0-1 0 0,1 0 0 0 0,1 0 1 0 0,-1-1-1 0 0,1 0 1 0 0,10 6-1 0 0,-5-5-827 0 0,1-1 0 0 0,1-1 0 0 0,-1 0 0 0 0,1 0 0 0 0,0-1 0 0 0,0-1 0 0 0,0-1 0 0 0,0 0 0 0 0,0-1 0 0 0,1-1 0 0 0,26-2 0 0 0,-34 2-3008 0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26.3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154 111 3200 0 0,'0'0'936'0'0,"1"-4"-43"0"0,3-15-87 0 0,-4 15 435 0 0,1-1-702 0 0,1-14-47 0 0,-1 15 384 0 0,0-1-513 0 0,21-33 869 0 0,-19 35-882 0 0,1 1-222 0 0,13-4-33 0 0,-13 4 80 0 0,1 2-116 0 0,29 7 45 0 0,-33-6-99 0 0,1-1 0 0 0,0 1 1 0 0,0 0-1 0 0,0 0 0 0 0,-1 0 0 0 0,1 0 0 0 0,0 0 0 0 0,-1 0 1 0 0,1 1-1 0 0,-1-1 0 0 0,0 0 0 0 0,1 1 0 0 0,-1-1 1 0 0,0 1-1 0 0,0-1 0 0 0,0 1 0 0 0,0 0 0 0 0,0 0 0 0 0,0-1 1 0 0,1 4-1 0 0,2 14-3 0 0,-2-14-32 0 0,-3 1-40 0 0,-2 14 91 0 0,0 0 0 0 0,-2 0 0 0 0,-8 22 0 0 0,11-37-31 0 0,0-1-8 0 0,-5 15-51 0 0,-6 3 1143 0 0,13-22-1073 0 0,0 0 0 0 0,1 1 1 0 0,-1-1-1 0 0,0 0 0 0 0,1 0 0 0 0,-1 0 0 0 0,0 0 0 0 0,0 0 1 0 0,1 0-1 0 0,-1 1 0 0 0,0-1 0 0 0,0 0 0 0 0,1 0 0 0 0,-1 0 1 0 0,0 1-1 0 0,0-1 0 0 0,0 0 0 0 0,1 0 0 0 0,-1 1 0 0 0,0-1 1 0 0,0 0-1 0 0,0 0 0 0 0,0 1 0 0 0,0-1 0 0 0,0 0 0 0 0,1 1 1 0 0,-1-1-1 0 0,0 0 0 0 0,0 0 0 0 0,0 1 0 0 0,0-1 0 0 0,0 0 1 0 0,0 1-1 0 0,0 0 0 0 0,0-1 1 0 0,0 1 0 0 0,0-1-1 0 0,0 1 1 0 0,0-1 0 0 0,0 1 0 0 0,0-1-1 0 0,0 0 1 0 0,1 1 0 0 0,-1-1-1 0 0,0 1 1 0 0,0-1 0 0 0,1 1-1 0 0,-1-1 1 0 0,0 1 0 0 0,1-1-1 0 0,-1 0 1 0 0,0 1 0 0 0,1-1-1 0 0,-1 0 1 0 0,1 1 0 0 0,-1-1-1 0 0,0 0 1 0 0,1 0 0 0 0,-1 1-1 0 0,1-1 1 0 0,-1 0 0 0 0,1 0-1 0 0,-1 0 1 0 0,1 1 0 0 0,-1-1-1 0 0,1 0 1 0 0,-1 0 0 0 0,1 0-1 0 0,-1 0 1 0 0,1 0 0 0 0,-1 0-1 0 0,1 0 1 0 0,0-1 0 0 0,25-1 8 0 0,-13 1 12 0 0,-5 0-21 0 0,1 0 0 0 0,0 0 0 0 0,0 1 0 0 0,0 0 1 0 0,-1 0-1 0 0,1 1 0 0 0,0 1 0 0 0,0-1 0 0 0,16 6 0 0 0,-13-3 6 0 0,-6-2-5 0 0,0 1-1 0 0,0-1 1 0 0,0 1 0 0 0,0 0 0 0 0,9 7-1 0 0,-13-9-1 0 0,1 1-7 0 0,0 2-45 0 0,-2-1 16 0 0,0-1 24 0 0,-1-1 1 0 0,1 1 0 0 0,0-1 0 0 0,-1 0 0 0 0,1 0 0 0 0,0 1 0 0 0,0-1 0 0 0,0 0 0 0 0,0 0 0 0 0,0 0 0 0 0,0 0 0 0 0,2 2-1 0 0,-3 2 56 0 0,0 0-33 0 0,0-4-8 0 0,0 1 0 0 0,0-1-1 0 0,0 1 1 0 0,-1-1 0 0 0,1 1-1 0 0,0-1 1 0 0,-1 1 0 0 0,1-1 0 0 0,0 1-1 0 0,-1-1 1 0 0,0 1 0 0 0,1-1-1 0 0,-1 0 1 0 0,-1 2 0 0 0,-18 30 26 0 0,11-26-28 0 0,1-2 3 0 0,-7 8 1 0 0,-2-2 0 0 0,1 0 0 0 0,-1-1 0 0 0,-1 0 0 0 0,-25 9 0 0 0,32-15-39 0 0,1-1 0 0 0,-1 0 0 0 0,0-1 1 0 0,0 0-1 0 0,-15 0 0 0 0,17-1-39 0 0,6 0 28 0 0,0-1 0 0 0,-1 1 0 0 0,1-1-1 0 0,0 0 1 0 0,-1 0 0 0 0,1 0 0 0 0,0 0-1 0 0,0 0 1 0 0,-5-2 0 0 0,0 0-69 0 0,2 2-10 0 0,0 0-1 0 0,0-1 0 0 0,0 0 0 0 0,0 0 1 0 0,1-1-1 0 0,-1 1 0 0 0,0-1 0 0 0,1-1 0 0 0,0 1 1 0 0,-1-1-1 0 0,-7-5 0 0 0,13 8 112 0 0,-8-5-483 0 0,0-1-1 0 0,0 0 0 0 0,0-1 0 0 0,1 0 1 0 0,0 0-1 0 0,0-1 0 0 0,1 1 1 0 0,0-1-1 0 0,1-1 0 0 0,0 1 0 0 0,0-1 1 0 0,-6-13-1 0 0,1-7-3302 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26.83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32 141 3668 0 0,'0'0'2542'0'0,"-5"1"-1523"0"0,-16 4-130 0 0,16-4 1797 0 0,10 0-2388 0 0,16 2 37 0 0,-1-1-1 0 0,1-1 1 0 0,-1-1-1 0 0,26-3 0 0 0,95-14 319 0 0,-97 10-513 0 0,-36 6-146 0 0,228-37-82 0 0,-184 27-1621 0 0,-1-2-1 0 0,74-30 1 0 0,-84 22-2280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27.21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147 2 2128 0 0,'0'0'2465'0'0,"-6"1"-1501"0"0,1-2-671 0 0,3 0-190 0 0,1 1 0 0 0,-1 0 0 0 0,1 0 1 0 0,-1 0-1 0 0,0-1 0 0 0,1 2 0 0 0,-1-1 0 0 0,0 0 0 0 0,1 0 0 0 0,-1 0 1 0 0,1 1-1 0 0,-1-1 0 0 0,0 1 0 0 0,1-1 0 0 0,-1 1 0 0 0,1 0 1 0 0,-3 1-1 0 0,-6 4 209 0 0,0 0-1 0 0,1 1 1 0 0,-1 1 0 0 0,2 0 0 0 0,-1 0 0 0 0,1 0 0 0 0,0 1-1 0 0,1 0 1 0 0,-11 18 0 0 0,15-23-195 0 0,2 1-7 0 0,-2 13-20 0 0,2-13-18 0 0,3-1-5 0 0,0 0-56 0 0,0-1 0 0 0,0 0 0 0 0,1 1 0 0 0,-1-1-1 0 0,1 0 1 0 0,0-1 0 0 0,0 1 0 0 0,0 0 0 0 0,0-1 0 0 0,0 0 0 0 0,0 1 0 0 0,7 2-1 0 0,-3-2-1 0 0,1 0 0 0 0,-1-1 0 0 0,1 0 0 0 0,0 0 0 0 0,0 0 0 0 0,9-1 0 0 0,14 1 3 0 0,9-3-2 0 0,20-2-11 0 0,-52 1 0 0 0,-3 1-5 0 0,1 0-5 0 0,17-2 15 0 0,-17 2 44 0 0,-7 5-57 0 0,-1 1 10 0 0,0 0 0 0 0,0-1 1 0 0,0 1-1 0 0,-1-1 0 0 0,0 0 0 0 0,0 0 0 0 0,0 0 1 0 0,0 0-1 0 0,-1 0 0 0 0,1-1 0 0 0,-1 1 1 0 0,0-1-1 0 0,-6 4 0 0 0,-10 9 0 0 0,3 2-25 0 0,1 0 1 0 0,0 1-1 0 0,2 0 1 0 0,-18 30-1 0 0,29-43-164 0 0,0 0-1 0 0,1 0 0 0 0,0 1 1 0 0,-1-1-1 0 0,2 0 1 0 0,-1 1-1 0 0,0 11 1 0 0,1-14-55 0 0,1-1 0 0 0,1 1 0 0 0,-1-1 1 0 0,0 0-1 0 0,1 1 0 0 0,0-1 0 0 0,0 0 0 0 0,0 1 0 0 0,0-1 1 0 0,0 0-1 0 0,1 0 0 0 0,0 0 0 0 0,-1 0 0 0 0,4 4 0 0 0,-4-5 43 0 0,7 6-2038 0 0,17 9-1564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31.47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799 180 2848 0 0,'-9'-67'2576'0'0,"7"62"-2467"0"0,0-1 0 0 0,0 1-1 0 0,0 0 1 0 0,0-1-1 0 0,-1 1 1 0 0,0 1 0 0 0,0-1-1 0 0,-1 0 1 0 0,1 1-1 0 0,-1-1 1 0 0,0 1-1 0 0,0 0 1 0 0,0 1 0 0 0,-1-1-1 0 0,1 1 1 0 0,-1-1-1 0 0,0 1 1 0 0,-9-4-1 0 0,3 2 1 0 0,0 1-1 0 0,0 0 1 0 0,-1 1-1 0 0,1 0 1 0 0,-1 1-1 0 0,1 0 1 0 0,-19 0-1 0 0,5 2 41 0 0,-1 2 0 0 0,1 1 0 0 0,0 0 0 0 0,0 2 0 0 0,0 1 0 0 0,0 2-1 0 0,1 0 1 0 0,1 1 0 0 0,-1 1 0 0 0,-27 17 0 0 0,25-11-20 0 0,0 1 0 0 0,0 1 0 0 0,2 1 0 0 0,0 1 0 0 0,2 1 0 0 0,0 2 0 0 0,1 0 0 0 0,-19 28 0 0 0,28-32-47 0 0,0 1 1 0 0,2-1 0 0 0,0 2-1 0 0,1 0 1 0 0,-11 41 0 0 0,19-58-74 0 0,0-1 0 0 0,0 1 0 0 0,1 0 0 0 0,-1-1 0 0 0,1 1 0 0 0,0 0 1 0 0,0 0-1 0 0,1 4 0 0 0,0 1 6 0 0,-2-6-11 0 0,1 0 0 0 0,0 1 0 0 0,0-1 0 0 0,0 0 0 0 0,0 0 0 0 0,1 0 0 0 0,-1 0-1 0 0,1 0 1 0 0,0 0 0 0 0,0 0 0 0 0,0 0 0 0 0,2 3 0 0 0,1 4 5 0 0,-2-4-6 0 0,-1-1 1 0 0,2 1-1 0 0,-1-1 1 0 0,1 1-1 0 0,0-1 0 0 0,0 0 1 0 0,0 0-1 0 0,0-1 0 0 0,1 1 1 0 0,0-1-1 0 0,0 1 0 0 0,0-1 1 0 0,1 0-1 0 0,0-1 0 0 0,-1 1 1 0 0,1-1-1 0 0,0 0 1 0 0,1 0-1 0 0,-1 0 0 0 0,0-1 1 0 0,1 0-1 0 0,-1 0 0 0 0,1 0 1 0 0,0-1-1 0 0,7 1 0 0 0,-3 0-1 0 0,-6 0-3 0 0,0-2 1 0 0,0 1-1 0 0,0 0 1 0 0,1-1-1 0 0,-1 0 0 0 0,0 0 1 0 0,0 0-1 0 0,5-1 0 0 0,17-2-38 0 0,0 0-1 0 0,0-2 0 0 0,-1-1 0 0 0,0-1 0 0 0,0-1 1 0 0,-1-2-1 0 0,0 0 0 0 0,29-18 0 0 0,-32 17-59 0 0,-1-2 0 0 0,0-1-1 0 0,-1 0 1 0 0,-1-1 0 0 0,0-2-1 0 0,-2 1 1 0 0,1-2 0 0 0,-2 0-1 0 0,23-36 1 0 0,-34 46 82 0 0,0 0 0 0 0,0 0 0 0 0,0 0-1 0 0,-1-1 1 0 0,-1 0 0 0 0,0 1 0 0 0,0-1 0 0 0,0 0 0 0 0,-1 0 0 0 0,-1 0-1 0 0,1 0 1 0 0,-2 0 0 0 0,1 0 0 0 0,-1-1 0 0 0,0 2 0 0 0,-5-18 0 0 0,5 23 1 0 0,-1-1 0 0 0,1 0 0 0 0,-1 0 0 0 0,0 1 0 0 0,0-1 0 0 0,0 1 0 0 0,0 0 0 0 0,-1-1 0 0 0,1 1 1 0 0,-1 0-1 0 0,0 1 0 0 0,-3-4 0 0 0,-1-1 20 0 0,0 0 32 0 0,6 5-32 0 0,-1 0 0 0 0,0 0 0 0 0,0 1 1 0 0,0-1-1 0 0,0 1 0 0 0,0-1 0 0 0,0 1 1 0 0,-1-1-1 0 0,1 1 0 0 0,0 0 0 0 0,-1 0 1 0 0,1 0-1 0 0,-6 0 0 0 0,1-2 12 0 0,-1 0 0 0 0,0 1 0 0 0,0 1 0 0 0,0-1 0 0 0,0 1 0 0 0,0 1 0 0 0,0-1 0 0 0,0 1 0 0 0,-1 1-1 0 0,1 0 1 0 0,0 0 0 0 0,0 0 0 0 0,0 1 0 0 0,1 0 0 0 0,-1 1 0 0 0,0-1 0 0 0,1 1 0 0 0,-1 1 0 0 0,1 0 0 0 0,0 0 0 0 0,0 0-1 0 0,1 1 1 0 0,-9 7 0 0 0,5-2 24 0 0,1-1 0 0 0,1 1 1 0 0,0 1-1 0 0,1-1 0 0 0,0 1 0 0 0,0 1 0 0 0,1-1 0 0 0,0 1 0 0 0,1 0 0 0 0,1 0 0 0 0,0 1 0 0 0,1-1 0 0 0,0 1 0 0 0,0 0 1 0 0,2 0-1 0 0,0 0 0 0 0,0 23 0 0 0,2-23-80 0 0,-1-1 1 0 0,2 1 0 0 0,0-1-1 0 0,0 1 1 0 0,1-1-1 0 0,1 0 1 0 0,0 0-1 0 0,1 0 1 0 0,0 0 0 0 0,0-1-1 0 0,1 0 1 0 0,1 0-1 0 0,0-1 1 0 0,0 1 0 0 0,1-2-1 0 0,1 1 1 0 0,-1-1-1 0 0,12 9 1 0 0,-14-14-205 0 0,0-1 0 0 0,0 0 0 0 0,1 0-1 0 0,-1 0 1 0 0,1 0 0 0 0,0-1 0 0 0,-1 0 0 0 0,12 1 0 0 0,-12-2 169 0 0,2 0-217 0 0,0 1 0 0 0,0-2 0 0 0,0 1 0 0 0,0-1 0 0 0,0 0 0 0 0,0-1-1 0 0,12-2 1 0 0,-13 2 180 0 0,4-1-205 0 0,0 0 0 0 0,0-1 0 0 0,0 0-1 0 0,-1-1 1 0 0,1 0 0 0 0,16-9 0 0 0,-23 11 164 0 0,8-4 28 0 0,-1-1 1 0 0,1 0-1 0 0,-1-1 0 0 0,-1 0 0 0 0,0 0 1 0 0,0-1-1 0 0,12-15 0 0 0,-11 10 561 0 0,-1 0 0 0 0,0-1 0 0 0,-1-1 0 0 0,-1 0 0 0 0,7-17 0 0 0,3-10 966 0 0,-17 40-1050 0 0,3-3 68 0 0,-4 6-378 0 0,0-1 1 0 0,0 1-1 0 0,0 0 0 0 0,0-1 1 0 0,0 1-1 0 0,0 0 0 0 0,0-1 1 0 0,0 1-1 0 0,0 0 0 0 0,0 0 1 0 0,0-1-1 0 0,0 1 0 0 0,1 0 1 0 0,-1-1-1 0 0,0 1 0 0 0,0 0 1 0 0,0 0-1 0 0,1-1 1 0 0,-1 1-1 0 0,0 0 0 0 0,0 0 1 0 0,0-1-1 0 0,1 1 0 0 0,-1 0 1 0 0,0 0-1 0 0,0 0 0 0 0,1-1 1 0 0,-1 1-1 0 0,0 0 0 0 0,1 0 1 0 0,-1 0-1 0 0,0 0 0 0 0,1 0 1 0 0,-1 0-1 0 0,0 0 0 0 0,1 0 1 0 0,-1 0-1 0 0,1 33 162 0 0,-1 0-1 0 0,-10 65 0 0 0,-1 5-261 0 0,11-94-23 0 0,-3 109-1593 0 0,10-46-2600 0 0,-5-64 989 0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32.33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480 235 3296 0 0,'3'-6'288'0'0,"-1"-1"0"0"0,0 1 0 0 0,0 0-1 0 0,-1-1 1 0 0,0 0 0 0 0,0 1 0 0 0,0-1 0 0 0,-1 0-1 0 0,0 0 1 0 0,0 1 0 0 0,-1-1 0 0 0,1 0-1 0 0,-1 1 1 0 0,-1-1 0 0 0,0 1 0 0 0,0-1 0 0 0,0 1-1 0 0,0-1 1 0 0,-1 1 0 0 0,0 0 0 0 0,-1 1-1 0 0,1-1 1 0 0,-6-6 0 0 0,3 4-190 0 0,1 1-1 0 0,-2 1 1 0 0,1-1-1 0 0,0 1 1 0 0,-1 0 0 0 0,0 1-1 0 0,-14-9 1 0 0,16 12-79 0 0,-1-1 0 0 0,1 1 1 0 0,-1 0-1 0 0,0 0 0 0 0,1 1 0 0 0,-1 0 0 0 0,0 0 0 0 0,0 0 1 0 0,0 1-1 0 0,0-1 0 0 0,0 1 0 0 0,0 1 0 0 0,-9 1 0 0 0,1 1-1 0 0,1 1 0 0 0,-1 0 0 0 0,1 1 0 0 0,0 1 0 0 0,0 0 0 0 0,1 1 0 0 0,0 0 0 0 0,0 1 0 0 0,1 0 0 0 0,0 1 0 0 0,0 0-1 0 0,1 1 1 0 0,-17 19 0 0 0,13-12 2 0 0,1 2 0 0 0,0-1-1 0 0,1 1 1 0 0,1 1 0 0 0,1 0 0 0 0,1 1-1 0 0,-13 39 1 0 0,21-56-11 0 0,-2 5-15 0 0,0 1 1 0 0,1-1 0 0 0,0 1 0 0 0,1 0-1 0 0,0 0 1 0 0,1-1 0 0 0,0 1 0 0 0,2 20-1 0 0,8 14 46 0 0,-6-35-46 0 0,1-2 1 0 0,-5-5-3 0 0,1 0-1 0 0,0 0 1 0 0,0 0-1 0 0,0-1 1 0 0,0 1 0 0 0,0 0-1 0 0,0 0 1 0 0,1 0-1 0 0,-1-1 1 0 0,0 1 0 0 0,1-1-1 0 0,2 3 1 0 0,0 0-25 0 0,-1-2-7 0 0,0 1 0 0 0,-1-1 0 0 0,1 0 0 0 0,0 1 0 0 0,0-2 0 0 0,1 1 0 0 0,-1 0 0 0 0,0 0 0 0 0,0-1 0 0 0,1 0-1 0 0,-1 0 1 0 0,1 0 0 0 0,-1 0 0 0 0,6 0 0 0 0,-6 0 22 0 0,-1 0-1 0 0,0-1-1 0 0,0 1 1 0 0,0-1-1 0 0,1 0 1 0 0,-1 1-1 0 0,0-1 1 0 0,0 0-1 0 0,0 0 1 0 0,0 0-1 0 0,0 0 1 0 0,0-1-1 0 0,0 1 1 0 0,4-2-1 0 0,0 1-45 0 0,8-1-9 0 0,0-1 1 0 0,-1 0-1 0 0,0-1 1 0 0,1 0 0 0 0,-1-1-1 0 0,-1 0 1 0 0,1-1 0 0 0,-1-1-1 0 0,0 0 1 0 0,0 0-1 0 0,-1-1 1 0 0,0-1 0 0 0,0 0-1 0 0,-1 0 1 0 0,13-17 0 0 0,-18 20 83 0 0,-1 0 0 0 0,1 0 0 0 0,-2 0 0 0 0,1 0 1 0 0,-1-1-1 0 0,0 1 0 0 0,0-1 0 0 0,0 0 1 0 0,-1 0-1 0 0,-1 0 0 0 0,1 0 0 0 0,-1 0 0 0 0,0 0 1 0 0,0-1-1 0 0,-1 1 0 0 0,0 0 0 0 0,-1-1 1 0 0,1 1-1 0 0,-1 0 0 0 0,-3-9 0 0 0,3 12 20 0 0,0 0-1 0 0,0 1 1 0 0,0-1 0 0 0,-1 0-1 0 0,0 1 1 0 0,0-1 0 0 0,0 1-1 0 0,0-1 1 0 0,-4-4 0 0 0,2 3 23 0 0,1 2 42 0 0,3 3-91 0 0,-1 0 0 0 0,1 0 1 0 0,0 0-1 0 0,-1 0 0 0 0,1 0 0 0 0,-1-1 0 0 0,1 1 1 0 0,-1 0-1 0 0,1 0 0 0 0,0 0 0 0 0,-1 0 0 0 0,1-1 1 0 0,-1 1-1 0 0,1 0 0 0 0,0 0 0 0 0,-1-1 0 0 0,1 1 1 0 0,0 0-1 0 0,-1-1 0 0 0,1 1 0 0 0,0 0 0 0 0,0-1 1 0 0,-1 1-1 0 0,1 0 0 0 0,0-1 0 0 0,0 1 0 0 0,-1-1 1 0 0,1 0 5 0 0,0 0 1 0 0,-1 1-1 0 0,1-1 1 0 0,0 1 0 0 0,-1-1-1 0 0,1 1 1 0 0,0-1-1 0 0,-1 1 1 0 0,1-1 0 0 0,-1 1-1 0 0,1 0 1 0 0,-1-1-1 0 0,1 1 1 0 0,-1 0 0 0 0,1-1-1 0 0,-1 1 1 0 0,1 0-1 0 0,-1-1 1 0 0,1 1 0 0 0,-1 0-1 0 0,0 0 1 0 0,1 0-1 0 0,-1 0 1 0 0,1-1 0 0 0,-1 1-1 0 0,0 0 1 0 0,1 0-1 0 0,-1 0 1 0 0,0 0 0 0 0,1 1-1 0 0,-1-1 1 0 0,1 0-1 0 0,-2 0 1 0 0,-1 1-26 0 0,0-1 45 0 0,0 0-1 0 0,1 0 1 0 0,-1 0 0 0 0,1 1 0 0 0,-1-1 0 0 0,0 1-1 0 0,1 0 1 0 0,-1-1 0 0 0,1 1 0 0 0,-1 0-1 0 0,1 1 1 0 0,0-1 0 0 0,-1 0 0 0 0,1 1 0 0 0,0-1-1 0 0,0 1 1 0 0,0 0 0 0 0,-2 3 0 0 0,-3 5 19 0 0,1 1 0 0 0,1 0 0 0 0,0 1 0 0 0,0-1 0 0 0,1 1 0 0 0,1 0 0 0 0,0 0 0 0 0,1 0 0 0 0,0 1 0 0 0,1-1 0 0 0,0 0 0 0 0,1 1 0 0 0,1 13 0 0 0,1-8-147 0 0,1-1 0 0 0,0 0 0 0 0,2 0-1 0 0,0 0 1 0 0,1 0 0 0 0,0-1-1 0 0,1 0 1 0 0,1 0 0 0 0,12 17 0 0 0,-17-29-83 0 0,0 0 0 0 0,0 0 0 0 0,0 0 0 0 0,1-1 0 0 0,0 1 0 0 0,0-1-1 0 0,0 0 1 0 0,0 0 0 0 0,0-1 0 0 0,9 5 0 0 0,-8-4-12 0 0,0-1-31 0 0,0 0-1 0 0,-1-1 0 0 0,1 1 0 0 0,0-1 1 0 0,0 0-1 0 0,1 0 0 0 0,-1 0 0 0 0,0-1 1 0 0,0 0-1 0 0,7 0 0 0 0,-7-1 69 0 0,-2 2 44 0 0,-1-1 0 0 0,0 0 0 0 0,0 1 1 0 0,1-1-1 0 0,-1-1 0 0 0,0 1 0 0 0,1 0 0 0 0,-1 0 0 0 0,0-1 0 0 0,0 1 0 0 0,4-2 0 0 0,14-5-1825 0 0,10-3-700 0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32.5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 9 1560 0 0,'5'-2'758'0'0,"15"-3"-105"0"0,-15 3 456 0 0,0 4-641 0 0,14 5-66 0 0,-14-6 301 0 0,-4 4-391 0 0,0 2-176 0 0,0 0 0 0 0,-1 0 0 0 0,0 0 0 0 0,0 0 0 0 0,-1 0 0 0 0,0 0 0 0 0,0 0 1 0 0,-1 0-1 0 0,0 0 0 0 0,0 0 0 0 0,-5 10 0 0 0,-3 5 565 0 0,-25 39-1 0 0,27-50-337 0 0,3 4 295 0 0,10 4-376 0 0,-3-15-236 0 0,-2-4-43 0 0,0 1 0 0 0,0-1 0 0 0,0 0 0 0 0,0 0 0 0 0,0 1 0 0 0,0-1 0 0 0,0 0 0 0 0,0 0 1 0 0,1 1-1 0 0,-1-1 0 0 0,0 0 0 0 0,0 0 0 0 0,0 0 0 0 0,0 1 0 0 0,0-1 0 0 0,0 0 0 0 0,1 0 1 0 0,-1 0-1 0 0,0 0 0 0 0,0 1 0 0 0,0-1 0 0 0,1 0 0 0 0,-1 0 0 0 0,0 0 0 0 0,0 0 0 0 0,0 0 0 0 0,1 0 1 0 0,-1 0-1 0 0,0 1 0 0 0,0-1 0 0 0,1 0 0 0 0,-1 0 0 0 0,0 0 0 0 0,0 0 0 0 0,1 0 0 0 0,-1 0 1 0 0,0 0-1 0 0,24 2 43 0 0,0 0 0 0 0,0-1 1 0 0,44-5-1 0 0,82-18-172 0 0,-118 17 19 0 0,263-52-1795 0 0,-70 13-2883 0 0,-167 34 1094 0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36.12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74 0 2948 0 0,'0'0'5125'0'0,"-2"3"-4679"0"0,-1 1-336 0 0,1 1 0 0 0,-1-1 0 0 0,1 1 0 0 0,0-1 0 0 0,1 1 1 0 0,-1 0-1 0 0,1 0 0 0 0,0 0 0 0 0,0 0 0 0 0,1 0 0 0 0,-1 0 0 0 0,1 5 0 0 0,-1 10 74 0 0,-48 318 149 0 0,47-302-1673 0 0,2-30 226 0 0,0 0-285 0 0,3 18-1029 0 0,-3-18-1718 0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36.53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111 1 3128 0 0,'0'0'4280'0'0,"-5"0"-4084"0"0,-15 2 124 0 0,15-1 35 0 0,2 3-29 0 0,-32 55 1198 0 0,33-55-1238 0 0,1-2-220 0 0,0 0-1 0 0,0 0 1 0 0,0 0-1 0 0,0 0 1 0 0,0 1-1 0 0,0-1 1 0 0,1 0-1 0 0,-1 1 1 0 0,1-1 0 0 0,-1 0-1 0 0,1 5 1 0 0,0-2 68 0 0,0 0 0 0 0,0 0 1 0 0,0 0-1 0 0,1 0 0 0 0,0 0 1 0 0,0 0-1 0 0,0 0 1 0 0,1 0-1 0 0,-1 0 0 0 0,1-1 1 0 0,4 8-1 0 0,-2-7-54 0 0,0 0 0 0 0,1 0 0 0 0,-1-1 0 0 0,1 0 0 0 0,0 0 0 0 0,0 0 0 0 0,0-1 0 0 0,0 1 0 0 0,1-1 1 0 0,7 2-1 0 0,15 9 9 0 0,-9-6-49 0 0,1 2 1 0 0,-2 0-1 0 0,1 1 1 0 0,25 20-1 0 0,-41-27-54 0 0,4 17 69 0 0,-5-16 143 0 0,-9 12-246 0 0,4-13 16 0 0,1-1-1 0 0,-1 0 0 0 0,1 0 0 0 0,-1 0 0 0 0,0-1 1 0 0,0 1-1 0 0,0-1 0 0 0,-1 0 0 0 0,1 0 0 0 0,0 0 1 0 0,-1 0-1 0 0,-4 2 0 0 0,6-4 21 0 0,-6 5-230 0 0,-1-1 1 0 0,0 0-1 0 0,1 0 1 0 0,-2-1-1 0 0,-15 3 1 0 0,17-4 104 0 0,-2 0-563 0 0,0 1 1 0 0,-1-2-1 0 0,1 1 0 0 0,-1-1 0 0 0,-20-1 0 0 0,27-1 491 0 0,-11 0-2629 0 0,-20-4-2029 0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37.01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1 141 2624 0 0,'31'-20'1070'0'0,"1"1"0"0"0,0 1 0 0 0,2 2 0 0 0,0 2-1 0 0,1 1 1 0 0,0 1 0 0 0,53-10 0 0 0,-74 20-744 0 0,-1 0-1 0 0,28 0 1 0 0,-36 2-171 0 0,-3 1-137 0 0,0-1 0 0 0,0 1 0 0 0,0 0 0 0 0,0-1-1 0 0,0 0 1 0 0,0 1 0 0 0,0-1 0 0 0,0 0 0 0 0,0 0 0 0 0,4 0-1 0 0,0 0 24 0 0,1 1 92 0 0,-3 2-29 0 0,12 9-12 0 0,-12-9-20 0 0,-2 2-6 0 0,-1 0-52 0 0,0 1 0 0 0,0 0 0 0 0,-1-1 0 0 0,0 1 0 0 0,0 0 1 0 0,0-1-1 0 0,0 1 0 0 0,-1 0 0 0 0,0-1 0 0 0,-2 8 1 0 0,-24 60 63 0 0,2-9-28 0 0,10-9-6 0 0,14-50-26 0 0,2 0-2 0 0,0-3-17 0 0,-1 1 1 0 0,1-1-1 0 0,0 1 1 0 0,0-1 0 0 0,0 0-1 0 0,0 1 1 0 0,1-1 0 0 0,-1 0-1 0 0,1 0 1 0 0,-1 0-1 0 0,1 0 1 0 0,0 0 0 0 0,2 3-1 0 0,0-3-7 0 0,1-1-88 0 0,7 1 124 0 0,0-1 0 0 0,1-1 0 0 0,-1 0 0 0 0,0 0 0 0 0,1-2 0 0 0,-1 1 1 0 0,0-2-1 0 0,0 1 0 0 0,0-2 0 0 0,0 1 0 0 0,-1-2 0 0 0,1 1 0 0 0,-1-2 0 0 0,0 1 0 0 0,18-14 0 0 0,-27 17-6 0 0,0 0-1 0 0,0 0 1 0 0,0 0 0 0 0,0-1-1 0 0,-1 1 1 0 0,1-1 0 0 0,-1 1 0 0 0,1-1-1 0 0,-1 1 1 0 0,0-1 0 0 0,0 0-1 0 0,0 1 1 0 0,-1-1 0 0 0,1 0 0 0 0,0-5-1 0 0,-1 1 1 0 0,-1 0-1 0 0,0 0 0 0 0,-1-1 0 0 0,1 1 0 0 0,-1 0 1 0 0,-1 0-1 0 0,1 1 0 0 0,-1-1 0 0 0,0 0 1 0 0,-1 1-1 0 0,1 0 0 0 0,-9-10 0 0 0,-28-31-567 0 0,33 40 154 0 0,-1 0 0 0 0,1 0 0 0 0,-1 1 0 0 0,0 0 0 0 0,-12-5 0 0 0,14 7 245 0 0,-3-1-1001 0 0,-1 0-1 0 0,0 0 1 0 0,0 1-1 0 0,-20-5 0 0 0,22 7 210 0 0,1-1-3637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37.25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4 2736 0 0,'24'-2'917'0'0,"-1"1"0"0"0,1 0 0 0 0,-1 2-1 0 0,1 1 1 0 0,-1 1 0 0 0,1 0 0 0 0,-1 2 0 0 0,23 8 0 0 0,-35-9-749 0 0,0 0 0 0 0,-1 1 1 0 0,0 0-1 0 0,1 1 0 0 0,-2 0 1 0 0,1 1-1 0 0,-1 0 0 0 0,0 0 1 0 0,0 1-1 0 0,-1 0 0 0 0,0 0 1 0 0,-1 1-1 0 0,0 0 0 0 0,0 0 1 0 0,-1 1-1 0 0,0 0 0 0 0,0 0 1 0 0,5 15-1 0 0,-5-5-109 0 0,0 1 1 0 0,-1 0-1 0 0,-2 0 1 0 0,0 0-1 0 0,-1 1 0 0 0,-1-1 1 0 0,0 0-1 0 0,-2 1 0 0 0,-1-1 1 0 0,-6 28-1 0 0,0-10-171 0 0,-2-1 1 0 0,-1 0-1 0 0,-2-1 0 0 0,-30 58 1 0 0,25-58-441 0 0,-3-2 1 0 0,-1-1-1 0 0,-32 40 1 0 0,36-54-1088 0 0,0-1 0 0 0,0-1 1 0 0,-32 23-1 0 0,18-19-3841 0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45.22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122 1 4724 0 0,'0'0'8849'0'0,"-4"3"-8719"0"0,1 1-142 0 0,-1 0 0 0 0,0 0 0 0 0,1 1 1 0 0,0-1-1 0 0,0 1 0 0 0,1 0 1 0 0,-1-1-1 0 0,1 1 0 0 0,0 0 0 0 0,0 1 1 0 0,-1 5-1 0 0,-10 27 11 0 0,-36 117-262 0 0,27-55-2660 0 0,22-75 1088 0 0,1-20 1432 0 0,-1-1-1029 0 0,3 0-1029 0 0,8 15-1743 0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45.82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0 239 2140 0 0,'17'-32'1680'0'0,"1"1"-1"0"0,2 1 0 0 0,36-43 0 0 0,-55 71-1638 0 0,1 1-1 0 0,-1-1 1 0 0,1 0-1 0 0,-1 0 0 0 0,1 1 1 0 0,0-1-1 0 0,0 1 0 0 0,0 0 1 0 0,0-1-1 0 0,3 0 0 0 0,16-9 282 0 0,1 1-9 0 0,0 1 1 0 0,0 0-1 0 0,29-6 1 0 0,-46 14-214 0 0,0 1-31 0 0,16 0 4 0 0,-16 0 29 0 0,0 1-83 0 0,16 5-1 0 0,-15-5-10 0 0,-5 3-12 0 0,0-2 1 0 0,0 0 0 0 0,0 0-1 0 0,-1 1 1 0 0,1-1-1 0 0,-1 0 1 0 0,1 0-1 0 0,-1 1 1 0 0,0-1 0 0 0,0 0-1 0 0,0 1 1 0 0,0-1-1 0 0,0 0 1 0 0,-1 1-1 0 0,1-1 1 0 0,-1 0 0 0 0,1 0-1 0 0,-1 0 1 0 0,0 1-1 0 0,0-1 1 0 0,0 0-1 0 0,-2 3 1 0 0,-9 12-68 0 0,0 0 0 0 0,-1-2 1 0 0,-29 27-1 0 0,5-6 202 0 0,33-32 298 0 0,0 1-246 0 0,4-5-170 0 0,-1 0 0 0 0,1 1 0 0 0,-1-1 1 0 0,1 0-1 0 0,0 0 0 0 0,-1 0 0 0 0,1 1 0 0 0,0-1 1 0 0,-1 0-1 0 0,1 1 0 0 0,0-1 0 0 0,-1 0 0 0 0,1 1 1 0 0,0-1-1 0 0,0 0 0 0 0,-1 1 0 0 0,1-1 0 0 0,0 0 1 0 0,0 1-1 0 0,0-1 0 0 0,0 1 0 0 0,-1-1 0 0 0,1 1 1 0 0,0-1-1 0 0,0 0 0 0 0,0 1 0 0 0,0-1 0 0 0,0 1 1 0 0,0-1-1 0 0,0 1 0 0 0,0-1 0 0 0,0 1 0 0 0,19 4-11 0 0,-14-4 14 0 0,2-2 5 0 0,1 0-11 0 0,25 0 19 0 0,31 4-42 0 0,-52-2 16 0 0,1 0 0 0 0,0 1 1 0 0,21 6-1 0 0,-20-4 13 0 0,1 0-1 0 0,-1 1 0 0 0,16 9 0 0 0,-27-12 3 0 0,-1 1-5 0 0,0-2-14 0 0,-1 0 0 0 0,0 0 0 0 0,0 1 0 0 0,0-1 0 0 0,0 0 0 0 0,0 1 0 0 0,-1-1-1 0 0,1 1 1 0 0,0-1 0 0 0,-1 1 0 0 0,1 0 0 0 0,-1-1 0 0 0,1 1 0 0 0,-1 0-1 0 0,0-1 1 0 0,0 1 0 0 0,0 0 0 0 0,0-1 0 0 0,0 1 0 0 0,0 0 0 0 0,0-1 0 0 0,0 1-1 0 0,-1 0 1 0 0,1-1 0 0 0,-1 1 0 0 0,1-1 0 0 0,-1 1 0 0 0,0-1 0 0 0,-1 4-1 0 0,-5 2 13 0 0,1 0-1 0 0,-1-1 1 0 0,-1 0-1 0 0,1 0 1 0 0,-1 0-1 0 0,0-1 1 0 0,0 0-1 0 0,-1 0 0 0 0,-11 4 1 0 0,1-2-129 0 0,0-1 1 0 0,0 0-1 0 0,-26 4 0 0 0,40-9-81 0 0,5-2 186 0 0,-1 1 0 0 0,1 0 1 0 0,-1-1-1 0 0,0 1 0 0 0,1 0 0 0 0,-1 0 1 0 0,1 0-1 0 0,-1-1 0 0 0,1 1 0 0 0,-1 0 0 0 0,1 0 1 0 0,-1 0-1 0 0,0 0 0 0 0,1 0 0 0 0,-1 0 1 0 0,1 0-1 0 0,-1 0 0 0 0,1 0 0 0 0,-1 1 0 0 0,0-1 1 0 0,1 0-1 0 0,-1 0 0 0 0,1 0 0 0 0,-1 1 0 0 0,0-1-41 0 0,0 1 0 0 0,0-1-1 0 0,0 0 1 0 0,0 1-1 0 0,0-1 1 0 0,0 0-1 0 0,1 0 1 0 0,-1 0 0 0 0,0 0-1 0 0,0 0 1 0 0,0 0-1 0 0,0 0 1 0 0,0 0-1 0 0,0 0 1 0 0,0 0 0 0 0,0-1-1 0 0,0 1 1 0 0,0 0-1 0 0,1-1 1 0 0,-1 1-1 0 0,0 0 1 0 0,-1-1 0 0 0,-15-7-376 0 0,12 6 3 0 0,12-16-895 0 0,-5 14 1106 0 0,-1 3 141 0 0,-1-1 0 0 0,1 1 0 0 0,0 0 0 0 0,0 0 0 0 0,0-1 0 0 0,0 1 0 0 0,0 0 0 0 0,0 0 0 0 0,0 0 0 0 0,0 0 0 0 0,0 0 0 0 0,0 0-1 0 0,1 0 1 0 0,-1 0 0 0 0,0 0 0 0 0,1 1 0 0 0,2-2 0 0 0,1-1-190 0 0,40-27-2637 0 0,-19 15-227 0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46.17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18 3004 0 0,'49'-18'8810'0'0,"-49"23"-8654"0"0,1 13-2 0 0,-1-13 8 0 0,8 2 65 0 0,4 7 133 0 0,68 44 313 0 0,-77-55-606 0 0,1 0-10 0 0,13 10-13 0 0,-13-9-3 0 0,-4-3-39 0 0,1 0 1 0 0,-1 1 0 0 0,1-1 0 0 0,-1 1-1 0 0,1-1 1 0 0,0 0 0 0 0,0 1 0 0 0,-1-1 0 0 0,1 0-1 0 0,0 0 1 0 0,0 1 0 0 0,2 1 0 0 0,-1-2 1 0 0,0 3 15 0 0,0 0 5 0 0,1 0-16 0 0,-1 2-1 0 0,-4 26 12 0 0,1-30-24 0 0,1-1 0 0 0,0 1 1 0 0,0-1-1 0 0,-1 0 0 0 0,1 1 0 0 0,-1-1 0 0 0,1 0 1 0 0,-1 1-1 0 0,0-1 0 0 0,1 0 0 0 0,-1 0 1 0 0,0 0-1 0 0,0 0 0 0 0,0 1 0 0 0,0-1 0 0 0,0 0 1 0 0,0-1-1 0 0,-1 2 0 0 0,-1 1-23 0 0,0 1-203 0 0,-1 0 0 0 0,1 0 0 0 0,-1 0 1 0 0,0 0-1 0 0,0-1 0 0 0,0 0 0 0 0,-1 0 0 0 0,1 0 0 0 0,-1 0 0 0 0,1 0 0 0 0,-1-1 0 0 0,0 0 0 0 0,-6 2 0 0 0,6-3-742 0 0,-1 1 0 0 0,0-1 0 0 0,0-1 0 0 0,0 1-1 0 0,-11-1 1 0 0,-10-1-3668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46.40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0 113 3480 0 0,'18'-9'1522'0'0,"1"0"0"0"0,1 1 0 0 0,36-10 0 0 0,51-5-689 0 0,32 0-1661 0 0,-25 6-4505 0 0,-83 12 1133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46.67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170 0 2496 0 0,'0'0'1602'0'0,"6"0"-257"0"0,6 1-945 0 0,0 0-1 0 0,0 1 1 0 0,0 1 0 0 0,-1 0-1 0 0,1 0 1 0 0,-1 1 0 0 0,1 0-1 0 0,-1 1 1 0 0,-1 1 0 0 0,1 0-1 0 0,-1 0 1 0 0,0 1-1 0 0,0 0 1 0 0,-1 1 0 0 0,0 0-1 0 0,0 0 1 0 0,-1 1 0 0 0,0 0-1 0 0,8 13 1 0 0,-8-11-320 0 0,0 0 0 0 0,-1 0-1 0 0,0 1 1 0 0,-1 1 0 0 0,-1-1 0 0 0,0 1 0 0 0,-1-1-1 0 0,0 2 1 0 0,-1-1 0 0 0,0 0 0 0 0,-1 0 0 0 0,0 1 0 0 0,-1-1-1 0 0,-1 1 1 0 0,0 0 0 0 0,-1-1 0 0 0,-4 21 0 0 0,-1-13-249 0 0,-1-1-1 0 0,0-1 1 0 0,-1 1 0 0 0,-2-1 0 0 0,0 0 0 0 0,-1-1 0 0 0,0-1 0 0 0,-2 1-1 0 0,0-2 1 0 0,-1 0 0 0 0,-20 19 0 0 0,3-8-1289 0 0,-1-1 1 0 0,-1-2-1 0 0,-2-1 0 0 0,-69 35 1 0 0,34-26-4058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33.46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 13 3648 0 0,'-5'-12'3870'0'0,"1"12"-1397"0"0,4 21-585 0 0,6 42-2431 0 0,-5-58 1087 0 0,7 218-109 0 0,-6-111-1819 0 0,-1-106 875 0 0,0 0 0 0 0,-1 0 0 0 0,2 0 0 0 0,-1 0 0 0 0,1-1 0 0 0,3 11 0 0 0,-2-10-171 0 0,-2-2-1775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34.02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0 125 2040 0 0,'7'-13'782'0'0,"0"0"0"0"0,0 1 0 0 0,1-1 0 0 0,0 2 0 0 0,1-1-1 0 0,19-18 1 0 0,-25 28-409 0 0,2-1-31 0 0,12-7-27 0 0,-13 8-75 0 0,1 1-40 0 0,31-1 436 0 0,-34 2-612 0 0,-1 0 0 0 0,1 0 0 0 0,0 0 0 0 0,-1 1 0 0 0,1-1 0 0 0,0 1 0 0 0,0-1 1 0 0,-1 1-1 0 0,1 0 0 0 0,-1-1 0 0 0,1 1 0 0 0,-1 0 0 0 0,1 0 0 0 0,-1 0 0 0 0,1 0 0 0 0,-1 1 0 0 0,0-1 0 0 0,0 0 0 0 0,1 0 1 0 0,-1 1-1 0 0,0-1 0 0 0,0 1 0 0 0,1 2 0 0 0,-1 2-14 0 0,0 1 1 0 0,0-1-1 0 0,0 0 1 0 0,-1 1-1 0 0,0-1 1 0 0,0 0-1 0 0,-1 1 1 0 0,0-1-1 0 0,0 0 1 0 0,0 1-1 0 0,-1-1 1 0 0,0 0-1 0 0,-4 9 1 0 0,-4 9 49 0 0,-1-1 1 0 0,-19 30-1 0 0,22-39-21 0 0,6-11 1 0 0,0 0-2 0 0,-7 10 7 0 0,7-10 251 0 0,1 1-168 0 0,1-4-119 0 0,-1 1-1 0 0,1-1 1 0 0,0 0 0 0 0,0 1-1 0 0,-1-1 1 0 0,1 0 0 0 0,0 1-1 0 0,0-1 1 0 0,-1 1 0 0 0,1-1-1 0 0,0 1 1 0 0,0-1 0 0 0,0 0-1 0 0,0 1 1 0 0,0-1 0 0 0,0 1-1 0 0,0-1 1 0 0,0 1 0 0 0,0-1-1 0 0,0 1 1 0 0,0-1 0 0 0,0 1-1 0 0,0-1 1 0 0,0 0 0 0 0,0 1-1 0 0,1-1 1 0 0,-1 1 0 0 0,0-1-1 0 0,0 1 1 0 0,0-1 0 0 0,1 0-1 0 0,-1 1 1 0 0,0-1-1 0 0,0 0 1 0 0,1 1 0 0 0,27 0 180 0 0,-23-1-215 0 0,16-1 40 0 0,-16 0 14 0 0,1 1 4 0 0,20-1 6 0 0,-20 1-6 0 0,1 0 3 0 0,-4 0-31 0 0,15 1 71 0 0,0 0-1 0 0,0 1 1 0 0,-1 1 0 0 0,1 1-1 0 0,24 8 1 0 0,0 11-12 0 0,-38-20 27 0 0,-2 1-80 0 0,5 14-3 0 0,-5-14 37 0 0,-5 2-69 0 0,-2 2 25 0 0,-1 1 0 0 0,0-1 0 0 0,0 0 0 0 0,-1 0 0 0 0,0-1 0 0 0,0 0 0 0 0,0 0 0 0 0,-1-1 0 0 0,-12 8 0 0 0,9-6-94 0 0,0-1 0 0 0,0-1 0 0 0,-1 0 1 0 0,0 0-1 0 0,0-1 0 0 0,0-1 0 0 0,0 0 0 0 0,-1-1 1 0 0,-25 4-1 0 0,12-8-912 0 0,21 0 133 0 0,-12-12-4320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34.37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37 1 3296 0 0,'0'0'3830'0'0,"3"3"-3379"0"0,-1-1-296 0 0,0 0 0 0 0,0 1-1 0 0,0-1 1 0 0,0 1 0 0 0,0 0-1 0 0,-1 0 1 0 0,1 0-1 0 0,-1-1 1 0 0,0 1 0 0 0,0 0-1 0 0,0 1 1 0 0,0 4 0 0 0,0-3 138 0 0,5 14 268 0 0,0-4-210 0 0,1-1 0 0 0,0 0 1 0 0,1 0-1 0 0,0-1 0 0 0,20 24 1 0 0,13 21 71 0 0,-22-20-364 0 0,-18-34-48 0 0,1 1-21 0 0,0-1 8 0 0,-1-3 3 0 0,-1 1-1 0 0,1-1 1 0 0,0 1 0 0 0,-1-1-1 0 0,1 1 1 0 0,-1-1 0 0 0,1 1-1 0 0,-1-1 1 0 0,0 1 0 0 0,0-1-1 0 0,0 1 1 0 0,0 0 0 0 0,0-1 0 0 0,0 3-1 0 0,-3 31 35 0 0,0-29 3 0 0,0-3 7 0 0,1 1-59 0 0,-1 1 0 0 0,0-1 0 0 0,0 0 0 0 0,0 0 1 0 0,0 0-1 0 0,0-1 0 0 0,-1 1 0 0 0,1-1 0 0 0,-1 0 0 0 0,-6 4 0 0 0,7-5-7 0 0,-5 5-250 0 0,-13 6-61 0 0,4-7-236 0 0,-41 13-1960 0 0,53-17 1127 0 0,-2-3-25 0 0,-18 0-948 0 0,18 1-1671 0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34.55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1 113 2536 0 0,'57'-26'1463'0'0,"2"2"0"0"0,1 3-1 0 0,70-16 1 0 0,-93 33-1696 0 0,-31 3-208 0 0,-1 2-247 0 0,24 0-1317 0 0,-25 2 167 0 0,12 12-1304 0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34.97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132 0 2300 0 0,'-11'10'323'0'0,"1"-1"1"0"0,0 1-1 0 0,1 1 0 0 0,0 0 0 0 0,1 0 0 0 0,0 1 0 0 0,0 0 0 0 0,1 0 1 0 0,1 1-1 0 0,0 0 0 0 0,1 0 0 0 0,0 0 0 0 0,-3 17 0 0 0,1 2 4 0 0,1 1 1 0 0,2-1-1 0 0,1 1 0 0 0,2 53 0 0 0,3-55-244 0 0,2 0 1 0 0,1 0-1 0 0,2-1 1 0 0,0 0-1 0 0,3 0 0 0 0,0-1 1 0 0,2 0-1 0 0,1-1 1 0 0,1-1-1 0 0,34 50 0 0 0,-27-48-430 0 0,1 0 1 0 0,2-2-1 0 0,0 0 0 0 0,2-2 0 0 0,1-1 0 0 0,1-1 1 0 0,1-1-1 0 0,1-2 0 0 0,35 19 0 0 0,-18-18-1831 0 0,2-4-1513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35.30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111 1 3356 0 0,'0'0'4650'0'0,"3"1"-4185"0"0,-1 0-424 0 0,-1 0 0 0 0,1 0 0 0 0,0 0-1 0 0,-1 0 1 0 0,0 0 0 0 0,1 0 0 0 0,-1 0-1 0 0,0 0 1 0 0,1 1 0 0 0,-1-1 0 0 0,0 1-1 0 0,0-1 1 0 0,0 1 0 0 0,0-1-1 0 0,0 1 1 0 0,0 0 0 0 0,-1-1 0 0 0,1 1-1 0 0,-1 0 1 0 0,1-1 0 0 0,-1 1 0 0 0,1 0-1 0 0,-1 0 1 0 0,0 0 0 0 0,0-1 0 0 0,0 1-1 0 0,0 0 1 0 0,0 0 0 0 0,-1 2 0 0 0,-1 13-127 0 0,0 1 0 0 0,-2 0 0 0 0,0-1 0 0 0,-1 0 0 0 0,0 0 1 0 0,-10 18-1 0 0,1-6-1678 0 0,0-2 1 0 0,-36 50-1 0 0,28-47-1998 0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42.63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47 27 3128 0 0,'0'0'3895'0'0,"0"-5"-2941"0"0,3-12-188 0 0,-3 12 2544 0 0,-3 10-2985 0 0,-3 6-301 0 0,1 0-1 0 0,0 0 0 0 0,1 1 0 0 0,0 0 0 0 0,0 0 0 0 0,2 0 0 0 0,-1 1 0 0 0,0 20 0 0 0,-2 2 142 0 0,1-12-142 0 0,3-2-60 0 0,2-3-56 0 0,0 7-896 0 0,2 1 0 0 0,1-1 0 0 0,12 39 0 0 0,-16-63 778 0 0,0 0 0 0 0,1 0-1 0 0,-1 1 1 0 0,1-1 0 0 0,-1 0 0 0 0,1 0 0 0 0,-1 0-1 0 0,1 1 1 0 0,0-1 0 0 0,0 0 0 0 0,0 0-1 0 0,-1 0 1 0 0,1 0 0 0 0,2 1 0 0 0,1 1-762 0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43.24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46 14 3716 0 0,'2'-4'1194'0'0,"4"-6"1837"0"0,-4 11-1244 0 0,-7 23-810 0 0,-14 44-1425 0 0,-12 43 1248 0 0,31-87-723 0 0,1-18-59 0 0,-1-5-19 0 0,0 0 0 0 0,0 0 0 0 0,0 0 0 0 0,0 0 0 0 0,0 0 0 0 0,0 0 0 0 0,1 0 0 0 0,-1 0 0 0 0,0 1 0 0 0,1-1 0 0 0,-1 0 0 0 0,0 0 0 0 0,1-1-1 0 0,-1 1 1 0 0,1 0 0 0 0,0 0 0 0 0,-1 0 0 0 0,1 0 0 0 0,0 0 0 0 0,0 0 0 0 0,2 2-9 0 0,-1 0 30 0 0,1 0 38 0 0,3 1-31 0 0,0-1 1 0 0,0 0-1 0 0,0-1 1 0 0,0 1-1 0 0,1-1 0 0 0,-1-1 1 0 0,1 1-1 0 0,-1-1 1 0 0,1 0-1 0 0,8 0 1 0 0,-9-1-53 0 0,1-1-2 0 0,-5 1 21 0 0,11-1-36 0 0,0-1 1 0 0,0 0 0 0 0,-1-1 0 0 0,1-1 0 0 0,-1 0 0 0 0,0 0 0 0 0,20-11 0 0 0,-28 13 51 0 0,0 0 0 0 0,0 0 0 0 0,-1 0 1 0 0,1-1-1 0 0,-1 1 0 0 0,1-1 0 0 0,-1 0 0 0 0,0 0 0 0 0,0 0 1 0 0,0 0-1 0 0,-1 0 0 0 0,1-1 0 0 0,-1 1 0 0 0,0-1 0 0 0,0 0 1 0 0,0 0-1 0 0,0 0 0 0 0,-1 0 0 0 0,1 0 0 0 0,-1 0 0 0 0,0 0 0 0 0,0 0 1 0 0,-1 0-1 0 0,1-8 0 0 0,-1 4 11 0 0,1 3 23 0 0,-5-18 62 0 0,3 18-57 0 0,-1 2-13 0 0,-6-15-12 0 0,8 17-24 0 0,0 1-1 0 0,0-1 1 0 0,-1 0-1 0 0,1 0 1 0 0,0 0 0 0 0,-1 1-1 0 0,1-1 1 0 0,-1 0-1 0 0,1 1 1 0 0,-1-1 0 0 0,1 0-1 0 0,-1 1 1 0 0,1-1-1 0 0,-1 1 1 0 0,0-1 0 0 0,1 1-1 0 0,-1-1 1 0 0,0 1-1 0 0,1-1 1 0 0,-1 1 0 0 0,0 0-1 0 0,0-1 1 0 0,1 1-1 0 0,-1 0 1 0 0,0 0 0 0 0,0 0-1 0 0,0 0 1 0 0,0-1-1 0 0,1 1 1 0 0,-1 0 0 0 0,0 0-1 0 0,-1 1 1 0 0,-1 0-6 0 0,1 0-1 0 0,0 1 1 0 0,0-1 0 0 0,0 1 0 0 0,0 0 0 0 0,0 0 0 0 0,0 0 0 0 0,0 0 0 0 0,0 0 0 0 0,1 0-1 0 0,-1 0 1 0 0,1 0 0 0 0,0 1 0 0 0,-1-1 0 0 0,1 0 0 0 0,-1 4 0 0 0,-4 9-11 0 0,0 1 1 0 0,1 0 0 0 0,0 1 0 0 0,2-1-1 0 0,-4 32 1 0 0,4-21-22 0 0,1-3-508 0 0,0-1 1 0 0,2 1-1 0 0,4 36 1 0 0,-4-59 456 0 0,0 1 1 0 0,0-1 0 0 0,1 1-1 0 0,-1-1 1 0 0,1 0 0 0 0,-1 1 0 0 0,1-1-1 0 0,-1 0 1 0 0,1 1 0 0 0,0-1 0 0 0,-1 0-1 0 0,1 0 1 0 0,1 2 0 0 0,1 1-187 0 0,-1 0-702 0 0,0-4 775 0 0,-1 0 1 0 0,1 1-1 0 0,-1-1 0 0 0,1 1 1 0 0,-1 0-1 0 0,1 0 0 0 0,-1-1 1 0 0,0 1-1 0 0,1 0 0 0 0,-1 0 1 0 0,0 0-1 0 0,2 3 0 0 0,-1-3-389 0 0,2 2-2880 0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43.67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158 48 2224 0 0,'2'-3'1385'0'0,"12"-35"2624"0"0,-13 33-2688 0 0,-6 6-1173 0 0,1-1-139 0 0,1 0 25 0 0,0 0 0 0 0,0 0 0 0 0,0 1-1 0 0,0 0 1 0 0,0-1 0 0 0,0 1 0 0 0,0 0 0 0 0,0 0-1 0 0,0 0 1 0 0,1 1 0 0 0,-1-1 0 0 0,1 1 0 0 0,-1-1-1 0 0,1 1 1 0 0,-4 3 0 0 0,-8 9 57 0 0,2 0 1 0 0,0 1-1 0 0,1 0 1 0 0,0 1-1 0 0,2 0 1 0 0,-1 1-1 0 0,2 0 1 0 0,0 0-1 0 0,2 1 1 0 0,-9 31-1 0 0,14-44-40 0 0,1-5-50 0 0,1 0 1 0 0,-1 0-1 0 0,0 1 1 0 0,0-1-1 0 0,1 0 1 0 0,-1 1 0 0 0,0-1-1 0 0,0 1 1 0 0,0-1-1 0 0,1 0 1 0 0,-1 1-1 0 0,0-1 1 0 0,0 1-1 0 0,0-1 1 0 0,0 0 0 0 0,0 1-1 0 0,0-1 1 0 0,0 1-1 0 0,0-1 1 0 0,0 0-1 0 0,0 1 1 0 0,0-1-1 0 0,0 1 1 0 0,0-1 0 0 0,0 0-1 0 0,0 1 1 0 0,-1-1-1 0 0,1 1 1 0 0,0-1-1 0 0,0 1 0 0 0,-1 0 1 0 0,1 0-1 0 0,0 0 0 0 0,0 0 0 0 0,-1 0 0 0 0,1 0 0 0 0,0-1 0 0 0,0 1 1 0 0,0 0-1 0 0,0 0 0 0 0,0 0 0 0 0,1 0 0 0 0,-1 0 0 0 0,0 0 0 0 0,0-1 1 0 0,0 1-1 0 0,1 0 0 0 0,-1 0 0 0 0,1 0 0 0 0,0 1 0 0 0,7 12 9 0 0,-6-10 12 0 0,2-2 12 0 0,0 0-40 0 0,-1-1 0 0 0,1 1 1 0 0,0-1-1 0 0,0 0 0 0 0,-1 0 1 0 0,1 0-1 0 0,0 0 0 0 0,0-1 1 0 0,0 0-1 0 0,0 1 1 0 0,0-2-1 0 0,0 1 0 0 0,0 0 1 0 0,6-2-1 0 0,47-14-25 0 0,-42 9 27 0 0,0-1-1 0 0,-1-1 0 0 0,1 0 1 0 0,-2 0-1 0 0,1-1 0 0 0,16-18 1 0 0,-9 10 84 0 0,-17 14-30 0 0,0-1 1 0 0,-1 1-1 0 0,0-1 0 0 0,0 1 0 0 0,0-1 0 0 0,0 0 0 0 0,3-11 0 0 0,-2 8 15 0 0,2-14 158 0 0,-6 17-168 0 0,1 0 108 0 0,-2-1-39 0 0,0 3-124 0 0,0-4-3 0 0,0 1 0 0 0,-1-1 1 0 0,0 1-1 0 0,0 0 0 0 0,-3-8 0 0 0,4 12 13 0 0,-1 0-1 0 0,1 0 0 0 0,-1-1 1 0 0,1 1-1 0 0,-1 0 0 0 0,1 0 1 0 0,-1 0-1 0 0,0 1 1 0 0,0-1-1 0 0,0 0 0 0 0,0 1 1 0 0,0-1-1 0 0,0 1 0 0 0,-1 0 1 0 0,1 0-1 0 0,0-1 1 0 0,-1 2-1 0 0,1-1 0 0 0,-1 0 1 0 0,1 0-1 0 0,-4 0 0 0 0,-13-1-259 0 0,14 2 154 0 0,-2 1 12 0 0,-3 1-305 0 0,1 0 1 0 0,-1 1-1 0 0,0 1 0 0 0,1 0 1 0 0,0 0-1 0 0,0 1 1 0 0,0 0-1 0 0,0 0 1 0 0,-13 12-1 0 0,18-14-982 0 0,2 1-944 0 0,-11 15-1625 0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43.92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207 1 3976 0 0,'0'0'3620'0'0,"0"5"-3094"0"0,-3 8-311 0 0,0-1 0 0 0,-1 1-1 0 0,0-1 1 0 0,-1 0 0 0 0,-6 13 0 0 0,-76 115-1373 0 0,20-54-3350 0 0,45-61 803 0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4:47.39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102 15 2052 0 0,'0'0'1144'0'0,"-4"-3"-210"0"0,-12-9 1214 0 0,12 15-1569 0 0,-1 1-406 0 0,0 0 1 0 0,0 1-1 0 0,1-1 1 0 0,0 1-1 0 0,0 1 1 0 0,0-1 0 0 0,0 0-1 0 0,1 1 1 0 0,0 0-1 0 0,0-1 1 0 0,0 1-1 0 0,1 1 1 0 0,0-1-1 0 0,-2 8 1 0 0,-2 14 377 0 0,-7 59 0 0 0,11-62-471 0 0,1-1-1 0 0,1 0 1 0 0,1 1-1 0 0,1-1 1 0 0,2 0-1 0 0,0 0 1 0 0,2 0-1 0 0,0 0 1 0 0,2-1-1 0 0,0 0 1 0 0,22 40 0 0 0,-21-46-372 0 0,1-1 1 0 0,1 0 0 0 0,0-1-1 0 0,2-1 1 0 0,-1 1 0 0 0,2-2-1 0 0,0 0 1 0 0,0 0 0 0 0,1-2-1 0 0,1 0 1 0 0,0 0 0 0 0,0-2-1 0 0,1 0 1 0 0,0-1 0 0 0,32 11-1 0 0,-4-7-2225 0 0,3-3-1781 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11.08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37 10 3412 0 0,'0'0'2228'0'0,"-4"-2"-1350"0"0,1 1-450 0 0,-5-4-373 0 0,0 3 4100 0 0,6 6-3653 0 0,-8 11 10 0 0,8-11-6 0 0,2 1-43 0 0,4 228 2140 0 0,4-98-2356 0 0,-8-130-279 0 0,1 1-58 0 0,1 17-1 0 0,-1-17-100 0 0,-1-1-619 0 0,0 2 441 0 0,0 2 111 0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11.41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2520 0 0,'0'0'6920'0'0,"4"2"-6437"0"0,5 7-108 0 0,-1 1 1 0 0,0-1-1 0 0,0 1 0 0 0,9 17 1 0 0,-2-5 82 0 0,25 31 0 0 0,-4-14-465 0 0,62 54 1 0 0,-95-91-311 0 0,1 1-68 0 0,11 9-77 0 0,-11-9-80 0 0,14 5-1834 0 0,-13-6-2011 0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11.69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 12 2720 0 0,'-5'-12'4798'0'0,"2"15"-1963"0"0,-2 30-1222 0 0,2 43-1793 0 0,2-55 230 0 0,2 304-381 0 0,-1-315-331 0 0,1 0-1 0 0,1 1 0 0 0,0-1 1 0 0,0 0-1 0 0,1 0 1 0 0,7 15-1 0 0,-7-20-519 0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12.7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26 162 3044 0 0,'0'0'4592'0'0,"3"3"-4495"0"0,0-1-70 0 0,0-1-1 0 0,0 1 0 0 0,0-1 0 0 0,0 1 1 0 0,1-1-1 0 0,-1 0 0 0 0,0 0 0 0 0,1 0 1 0 0,-1-1-1 0 0,7 1 0 0 0,-5 0-13 0 0,-3-2-9 0 0,-1 1 0 0 0,1-1 1 0 0,-1 1-1 0 0,0-1 0 0 0,1 1 1 0 0,-1-1-1 0 0,0 0 0 0 0,0 1 1 0 0,1-1-1 0 0,-1 0 0 0 0,0 0 1 0 0,2-2-1 0 0,-1 1 7 0 0,2 0 39 0 0,-1-2 1 0 0,29-35 210 0 0,-29 34-168 0 0,-1 1 51 0 0,5-15-8 0 0,-5 15 60 0 0,-3-2-125 0 0,0-16-21 0 0,1 17 60 0 0,-3 2-29 0 0,-10-9-3 0 0,10 9 71 0 0,-4 3-24 0 0,-18 0 4 0 0,18 0-5 0 0,2 2-4 0 0,0 0-80 0 0,0 0 1 0 0,0 1-1 0 0,0-1 0 0 0,1 1 1 0 0,-1 0-1 0 0,1 0 1 0 0,0 1-1 0 0,-1-1 1 0 0,1 1-1 0 0,1 0 1 0 0,-1 0-1 0 0,1 0 1 0 0,-1 0-1 0 0,1 1 1 0 0,0-1-1 0 0,1 1 1 0 0,-1 0-1 0 0,1 0 0 0 0,0 0 1 0 0,0 0-1 0 0,1 0 1 0 0,-1 0-1 0 0,1 1 1 0 0,1-1-1 0 0,-2 6 1 0 0,1-2-3 0 0,1 0 1 0 0,0-1-1 0 0,0 1 1 0 0,0-1 0 0 0,1 1-1 0 0,0 0 1 0 0,1-1 0 0 0,0 0-1 0 0,4 10 1 0 0,-2-8-95 0 0,2-1 0 0 0,-1 1 0 0 0,2-1 1 0 0,-1 0-1 0 0,1-1 0 0 0,0 0 0 0 0,14 13 1 0 0,-17-19-111 0 0,1 0-26 0 0,16 3-34 0 0,-16-3-54 0 0,1-3-64 0 0,0 1 145 0 0,0-1 0 0 0,0 0-1 0 0,1 0 1 0 0,-1-1 0 0 0,0 0 0 0 0,0 0-1 0 0,-1 0 1 0 0,1-1 0 0 0,0 0 0 0 0,-1 0-1 0 0,1 0 1 0 0,5-5 0 0 0,-2 0 5 0 0,-1 0 0 0 0,0-1-1 0 0,-1 1 1 0 0,0-2 0 0 0,0 1 0 0 0,-1-1 0 0 0,0 0 0 0 0,8-20 0 0 0,5-24 833 0 0,-18 50-392 0 0,0-1 17 0 0,5-13 38 0 0,-4 13 278 0 0,-1 1-345 0 0,4-12-32 0 0,-4 12 2192 0 0,-2 9-2199 0 0,-3 14-8 0 0,3-14-16 0 0,1 1-22 0 0,-4 17-29 0 0,3-17-26 0 0,1 0-8 0 0,0 76 264 0 0,0-77-312 0 0,8 15 28 0 0,-7-16 68 0 0,2-2-105 0 0,-1-1-25 0 0,0 0 0 0 0,0 0 0 0 0,-1-1-1 0 0,1 1 1 0 0,0-1 0 0 0,0 1 0 0 0,0-1 0 0 0,-1 0-1 0 0,1 0 1 0 0,0 0 0 0 0,0 0 0 0 0,0 0 0 0 0,0 0-1 0 0,-1 0 1 0 0,1 0 0 0 0,0-1 0 0 0,0 1 0 0 0,0-1-1 0 0,1 0 1 0 0,1-1 6 0 0,0-1 0 0 0,24-18 14 0 0,-25 18-24 0 0,17-27 51 0 0,-3 5-30 0 0,-14 20 29 0 0,12-15 169 0 0,-2 8-89 0 0,-12 17-92 0 0,0 15 9 0 0,-1-14-47 0 0,1-1-46 0 0,1 14 91 0 0,-1-14-56 0 0,0 0 65 0 0,3 13 1 0 0,-2-13-1 0 0,-1-1-16 0 0,6 14-17 0 0,-5-14-5 0 0,-1-3-19 0 0,1 0 0 0 0,-1 0 0 0 0,0 1 0 0 0,1-1 1 0 0,-1 0-1 0 0,0 1 0 0 0,0-1 0 0 0,0 0 0 0 0,0 1 0 0 0,-1-1 0 0 0,2 4 0 0 0,-1-5 0 0 0,1 4-49 0 0,3-1-16 0 0,11 8-15 0 0,-12-9 6 0 0,0 0 11 0 0,4 0 31 0 0,1 0 1 0 0,-1-1 0 0 0,0 0-1 0 0,12 0 1 0 0,-14-1 27 0 0,-1-3 15 0 0,1 1 34 0 0,1-2-1 0 0,-1 1 0 0 0,0-1 0 0 0,0 0 0 0 0,-1 0 1 0 0,1 0-1 0 0,-1-1 0 0 0,0 0 0 0 0,0 0 0 0 0,8-10 1 0 0,14-41 303 0 0,-23 46-238 0 0,2-14-15 0 0,-4 5-32 0 0,-2 14-66 0 0,2-9 41 0 0,-1 1-1 0 0,-1 0 1 0 0,-1-19-1 0 0,0 28-69 0 0,0 0-1 0 0,1 0 1 0 0,-1 0-1 0 0,0 0 1 0 0,-1 0-1 0 0,1 1 1 0 0,-1-1 0 0 0,0 0-1 0 0,0 1 1 0 0,0-1-1 0 0,0 1 1 0 0,0 0-1 0 0,-1-1 1 0 0,0 1-1 0 0,1 0 1 0 0,-6-4 0 0 0,-4-1-241 0 0,9 5-67 0 0,-2 3-54 0 0,-15-2-65 0 0,15 1-55 0 0,1 4-26 0 0,-4 2-378 0 0,1 1 0 0 0,0 0 1 0 0,0 0-1 0 0,1 1 0 0 0,0 0 0 0 0,-5 8 0 0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13.11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20 3268 0 0,'0'0'5061'0'0,"4"-2"-4668"0"0,0 0-175 0 0,1 1 0 0 0,0 0 0 0 0,0 0 1 0 0,0 0-1 0 0,0 1 0 0 0,8-1 0 0 0,-8 1 72 0 0,25 2 158 0 0,-24-2-291 0 0,1 0-12 0 0,53 3 86 0 0,-40-1-359 0 0,1-3-406 0 0,-9 0 440 0 0,49-5-1785 0 0,-55 6 1030 0 0,-2-2-177 0 0,18-6-2329 0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13.52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49 1 3388 0 0,'0'0'3186'0'0,"-4"1"-2455"0"0,-14 6-97 0 0,14-6 414 0 0,2 3-618 0 0,-17 37 879 0 0,17-37-1069 0 0,4 1-153 0 0,5 11-23 0 0,-5-12-19 0 0,1-1 1 0 0,35 23 50 0 0,-34-24-137 0 0,2-1 26 0 0,17 5 23 0 0,-17-5-17 0 0,0 0-42 0 0,86-7 119 0 0,-87 5-27 0 0,14-5 568 0 0,-48 37-418 0 0,-62 71 360 0 0,76-84-556 0 0,1 1-1 0 0,0 1 0 0 0,-16 34 0 0 0,28-50-285 0 0,0 30-1783 0 0,3-32 1792 0 0,-1 0 0 0 0,1-1 0 0 0,0 1 1 0 0,0 0-1 0 0,0-1 0 0 0,0 1 1 0 0,0-1-1 0 0,0 0 0 0 0,0 1 0 0 0,3 1 1 0 0,3 3-2348 0 0,12 2-1871 0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14.19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426 63 2872 0 0,'-3'-5'302'0'0,"-1"0"0"0"0,0 0-1 0 0,0 1 1 0 0,-1-1 0 0 0,1 1 0 0 0,-1 0-1 0 0,0 0 1 0 0,0 0 0 0 0,0 1-1 0 0,-1-1 1 0 0,1 1 0 0 0,-1 1 0 0 0,0-1-1 0 0,-11-3 1 0 0,-47 5 1242 0 0,54 2-1366 0 0,0 1 0 0 0,0 0 1 0 0,0 0-1 0 0,0 1 0 0 0,0 1 0 0 0,1-1 0 0 0,0 2 0 0 0,0-1 1 0 0,0 1-1 0 0,-14 11 0 0 0,10-6 39 0 0,0 1 0 0 0,1 0 0 0 0,0 1-1 0 0,1 0 1 0 0,-13 20 0 0 0,14-17-86 0 0,1 1 1 0 0,0 0-1 0 0,1 1 0 0 0,1 0 1 0 0,1 0-1 0 0,0 0 0 0 0,1 1 0 0 0,1 0 1 0 0,-3 33-1 0 0,6-40-67 0 0,0-9-59 0 0,1 0 1 0 0,0 0 0 0 0,0 1 0 0 0,0-1-1 0 0,0 0 1 0 0,0 0 0 0 0,0 0 0 0 0,0 0-1 0 0,1 0 1 0 0,-1 0 0 0 0,1 0-1 0 0,0 0 1 0 0,0 0 0 0 0,1 3 0 0 0,1 2 33 0 0,-2 0-23 0 0,0-5-9 0 0,-1 1-1 0 0,1-1 0 0 0,-1 0 0 0 0,1 0 0 0 0,0 0 1 0 0,0 1-1 0 0,0-1 0 0 0,1 0 0 0 0,-1 0 1 0 0,0 0-1 0 0,3 2 0 0 0,41 44 52 0 0,-37-41-59 0 0,-6-6 0 0 0,-1 1 0 0 0,1-1 1 0 0,-1 0-1 0 0,1 1 0 0 0,0-1 0 0 0,0 0 0 0 0,-1 0 1 0 0,1 0-1 0 0,0 0 0 0 0,0 0 0 0 0,4 0 1 0 0,9 4-65 0 0,54 12-471 0 0,-59-16 235 0 0,0 0 0 0 0,0-1 0 0 0,0 0 0 0 0,0-1 0 0 0,16-2 0 0 0,-18 2 187 0 0,17-1-825 0 0,8-7-453 0 0,-32 8 1329 0 0,6-1-217 0 0,5-2-757 0 0,-1 0-1 0 0,1-1 1 0 0,-1-1 0 0 0,12-7 0 0 0,4-4-2386 0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14.41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52 18 2760 0 0,'0'0'4048'0'0,"1"-4"-3257"0"0,2-9 992 0 0,-14 21 1636 0 0,8-5-3239 0 0,0 0 1 0 0,1 1-1 0 0,0 0 0 0 0,0-1 0 0 0,0 1 1 0 0,0 0-1 0 0,1 0 0 0 0,-1 0 0 0 0,1 0 1 0 0,-1 5-1 0 0,2-5-86 0 0,-6 17 234 0 0,1 0 1 0 0,0 1-1 0 0,2 0 0 0 0,1 0 1 0 0,1 23-1 0 0,0-32-252 0 0,3 43 182 0 0,4 37-1808 0 0,-5-87 693 0 0,-1-1-155 0 0,2 1 449 0 0,1 6 222 0 0,-4 4-6829 0 0,0 7 1521 0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17.7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 3612 0 0,'0'0'7396'0'0,"6"0"-7059"0"0,55-1 588 0 0,-55 1-802 0 0,1 0-26 0 0,19 0-33 0 0,-19 0-75 0 0,0 0-97 0 0,21 0-126 0 0,-21 0-105 0 0,-2 0-222 0 0,6 1 678 0 0,26 5-7409 0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18.03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27 3184 0 0,'0'0'7307'0'0,"5"1"-6788"0"0,2 1-171 0 0,1-1 0 0 0,-1 0 0 0 0,1-1-1 0 0,13-1 1 0 0,-16 0-53 0 0,1 1-62 0 0,120-16-1290 0 0,-47 2-6301 0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18.5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428 51 3088 0 0,'-1'-3'166'0'0,"-1"-1"0"0"0,0 1 0 0 0,0 0 0 0 0,-1 0 0 0 0,1 0 0 0 0,-1 0 0 0 0,1 0 0 0 0,-1 0 0 0 0,0 1 0 0 0,0-1 0 0 0,0 1-1 0 0,0 0 1 0 0,0 0 0 0 0,-1 0 0 0 0,1 0 0 0 0,-1 1 0 0 0,1 0 0 0 0,-1-1 0 0 0,0 1 0 0 0,0 0 0 0 0,1 1 0 0 0,-1-1 0 0 0,0 1 0 0 0,0-1 0 0 0,0 1 0 0 0,1 0 0 0 0,-1 1-1 0 0,0-1 1 0 0,0 1 0 0 0,0-1 0 0 0,1 1 0 0 0,-6 2 0 0 0,-7 3 12 0 0,-1 1 1 0 0,1 1-1 0 0,0 1 1 0 0,1 0-1 0 0,0 1 0 0 0,0 0 1 0 0,1 1-1 0 0,1 1 0 0 0,0 0 1 0 0,0 1-1 0 0,1 0 1 0 0,1 1-1 0 0,0 0 0 0 0,-12 24 1 0 0,8-13-26 0 0,2 0 1 0 0,0 1-1 0 0,2 0 1 0 0,1 1-1 0 0,2 1 1 0 0,0 0-1 0 0,2 0 1 0 0,-5 48-1 0 0,10-61-140 0 0,1-1 0 0 0,0 0 0 0 0,1 1 0 0 0,1-1 0 0 0,0 0 0 0 0,1 1 0 0 0,0-1-1 0 0,2-1 1 0 0,-1 1 0 0 0,2 0 0 0 0,0-1 0 0 0,0 0 0 0 0,1-1 0 0 0,1 1 0 0 0,0-1 0 0 0,16 18 0 0 0,-11-16-308 0 0,1-1 1 0 0,0-1-1 0 0,1 0 0 0 0,0-1 1 0 0,0-1-1 0 0,1 0 1 0 0,1-1-1 0 0,-1-1 1 0 0,1 0-1 0 0,1-2 1 0 0,0 0-1 0 0,25 5 0 0 0,27 1-4008 0 0,-36-8-365 0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19.46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147 70 3048 0 0,'0'0'7267'0'0,"-2"4"-6937"0"0,0-2-156 0 0,0 1 1 0 0,1-1-1 0 0,-1 1 0 0 0,0-1 1 0 0,0 0-1 0 0,-1 0 1 0 0,1 0-1 0 0,0 0 0 0 0,-1 0 1 0 0,-4 3-1 0 0,3-3 841 0 0,3-3-982 0 0,-1 0 0 0 0,0 1 0 0 0,0 0 0 0 0,0-1-1 0 0,0 1 1 0 0,0 0 0 0 0,0 0 0 0 0,0 0 0 0 0,0 0 0 0 0,-3 1 0 0 0,0-1 382 0 0,3-4-304 0 0,1 3-102 0 0,1-1 0 0 0,-1 0 0 0 0,0 0 1 0 0,1 0-1 0 0,-1 0 0 0 0,1 0 0 0 0,0 0 0 0 0,-1 0 0 0 0,1 1 0 0 0,0-1 1 0 0,0 0-1 0 0,0 0 0 0 0,0 0 0 0 0,1 0 0 0 0,-1 0 0 0 0,1 0 0 0 0,-1 0 1 0 0,1 0-1 0 0,-1 0 0 0 0,1 0 0 0 0,0 1 0 0 0,0-1 0 0 0,0 0 1 0 0,2-2-1 0 0,10-11-11 0 0,-10 12 2 0 0,0 0 0 0 0,0 0 0 0 0,1 0 0 0 0,-1 1 0 0 0,1-1 0 0 0,-1 1 0 0 0,1 0 1 0 0,8-3-1 0 0,-6 2-2 0 0,-3 2 7 0 0,3 0 7 0 0,-1 0-13 0 0,-1 1 0 0 0,1-1 0 0 0,0 1 1 0 0,0 0-1 0 0,0 0 0 0 0,0 1 0 0 0,0 0 1 0 0,0-1-1 0 0,0 2 0 0 0,0-1 0 0 0,5 3 0 0 0,-8-3 4 0 0,1 0 0 0 0,-1 1 0 0 0,1 0 0 0 0,-1-1 0 0 0,0 1 0 0 0,0 0-1 0 0,0 0 1 0 0,0 0 0 0 0,0 0 0 0 0,0 1 0 0 0,0-1 0 0 0,-1 1-1 0 0,1-1 1 0 0,-1 1 0 0 0,0-1 0 0 0,1 1 0 0 0,-1 0 0 0 0,-1-1 0 0 0,1 1-1 0 0,0 0 1 0 0,-1 0 0 0 0,1 0 0 0 0,-1 0 0 0 0,0 4 0 0 0,-1 55-31 0 0,-1-50 31 0 0,0 0-1 0 0,-1-1 0 0 0,0 0 0 0 0,-1 0 1 0 0,0 0-1 0 0,0 0 0 0 0,-2 0 0 0 0,1-1 0 0 0,-8 11 1 0 0,-3 1 35 0 0,0 0 1 0 0,-24 23-1 0 0,34-38-42 0 0,0-1 0 0 0,-1 0-1 0 0,1-1 1 0 0,-1 1 0 0 0,-9 4-1 0 0,12-7-11 0 0,-1-2 24 0 0,-12 6 13 0 0,13-6-13 0 0,-1-2-101 0 0,1 0 73 0 0,0 0 1 0 0,1-1 0 0 0,-1 1-1 0 0,1-1 1 0 0,0 0 0 0 0,0 0-1 0 0,-1 0 1 0 0,1 0 0 0 0,-3-3-1 0 0,4 2-48 0 0,0-1 7 0 0,-6-11 1 0 0,6 11 9 0 0,1-2 4 0 0,0-3 23 0 0,1 0 1 0 0,1 0-1 0 0,0 1 0 0 0,0-1 1 0 0,0 0-1 0 0,1 0 0 0 0,4-10 1 0 0,-4 14 14 0 0,0 5 8 0 0,-1-1 1 0 0,1 0-1 0 0,-1 0 1 0 0,1 0-1 0 0,-1 0 0 0 0,1 0 1 0 0,-1 0-1 0 0,0 0 1 0 0,0 0-1 0 0,1 0 0 0 0,1-3 1 0 0,-3 3 0 0 0,4-2 1 0 0,0 2-13 0 0,1 0 18 0 0,0 0 0 0 0,0 0 0 0 0,0 1 0 0 0,0 0 0 0 0,0 0 0 0 0,0 0 0 0 0,0 0 0 0 0,0 1 0 0 0,0 0 1 0 0,0 0-1 0 0,0 0 0 0 0,0 0 0 0 0,-1 1 0 0 0,1 0 0 0 0,0 0 0 0 0,-1 0 0 0 0,7 5 0 0 0,7 5 34 0 0,0 1 0 0 0,-1 1 0 0 0,16 16 0 0 0,-15-14-1376 0 0,35 24 0 0 0,-50-38 584 0 0,2-1-172 0 0,13 3-136 0 0,-13-3-88 0 0,1-1-2584 0 0,26-3-295 0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19.71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34 26 3532 0 0,'1'-4'1404'0'0,"4"-18"6151"0"0,-5 22-7543 0 0,0 1-1 0 0,0-1 0 0 0,0 0 1 0 0,0 1-1 0 0,0-1 0 0 0,0 0 1 0 0,0 1-1 0 0,0-1 1 0 0,0 0-1 0 0,0 0 0 0 0,0 1 1 0 0,0-1-1 0 0,0 0 0 0 0,-1 1 1 0 0,1-1-1 0 0,0 0 1 0 0,0 1-1 0 0,0-1 0 0 0,0 0 1 0 0,0 0-1 0 0,-1 1 1 0 0,1-1-1 0 0,0 0 0 0 0,0 0 1 0 0,0 1-1 0 0,-1-1 0 0 0,1 0 1 0 0,0 0-1 0 0,0 0 1 0 0,-1 1-1 0 0,0-1-1 0 0,1 1-1 0 0,-1-1 1 0 0,1 0-1 0 0,-1 1 1 0 0,1-1-1 0 0,-1 1 1 0 0,1-1-1 0 0,-1 1 1 0 0,1 0-1 0 0,0-1 1 0 0,-1 1-1 0 0,1-1 1 0 0,0 1-1 0 0,0 0 1 0 0,-1-1 0 0 0,1 1-1 0 0,0 0 1 0 0,0-1-1 0 0,0 1 1 0 0,0 0-1 0 0,0 0 1 0 0,0-1-1 0 0,0 1 1 0 0,0 0-1 0 0,0 0 1 0 0,-1 65 315 0 0,-23 224-3000 0 0,21-254 1505 0 0,3-31 466 0 0,0 2-39 0 0,1 44-4016 0 0,0-47 1433 0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20.11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30 25 3708 0 0,'0'0'7132'0'0,"-5"1"-7076"0"0,-15 2-90 0 0,15-2 481 0 0,5-1-444 0 0,0 1-1 0 0,0-1 0 0 0,0 1 1 0 0,0-1-1 0 0,0 1 1 0 0,1-1-1 0 0,-1 1 1 0 0,0-1-1 0 0,0 1 1 0 0,0-1-1 0 0,0 1 1 0 0,1-1-1 0 0,-1 1 1 0 0,0-1-1 0 0,0 0 0 0 0,1 1 1 0 0,-1-1-1 0 0,0 1 1 0 0,1-1-1 0 0,-1 0 1 0 0,0 1-1 0 0,1-1 1 0 0,-1 0-1 0 0,0 0 1 0 0,1 1-1 0 0,-1-1 1 0 0,1 0-1 0 0,-1 0 0 0 0,1 1 1 0 0,-1-1-1 0 0,1 0 1 0 0,-1 0-1 0 0,1 0 1 0 0,-1 0-1 0 0,1 0 1 0 0,-1 0-1 0 0,1 0 1 0 0,-1 0-1 0 0,1 0 1 0 0,-1 0-1 0 0,1 0 1 0 0,17-5 514 0 0,-15 3-108 0 0,28-28 957 0 0,-29 27-960 0 0,-3 3-890 0 0,1-1 450 0 0,-1 1 0 0 0,0 0-1 0 0,0 0 1 0 0,0-1 0 0 0,0 1 0 0 0,0 0 0 0 0,0 0 0 0 0,0 0 0 0 0,0 0 0 0 0,0 0 0 0 0,0 0 0 0 0,0 1 0 0 0,0-1 0 0 0,0 0 0 0 0,-1 1 0 0 0,-10 1-706 0 0,8 0-1214 0 0,-10 7 1018 0 0,11-7-202 0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20.59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78 18 2808 0 0,'0'0'2764'0'0,"2"-3"-1709"0"0,8-12 4437 0 0,-14 18-5270 0 0,3-2-168 0 0,0 0-28 0 0,0 0 1 0 0,0 0-1 0 0,0 0 1 0 0,0 0-1 0 0,-1 0 0 0 0,1 0 1 0 0,0-1-1 0 0,0 1 0 0 0,-1 0 1 0 0,1-1-1 0 0,0 1 0 0 0,-3 0 180 0 0,2 2-48 0 0,-1 0-78 0 0,1 1 1 0 0,0-1 0 0 0,0 1 0 0 0,1-1 0 0 0,-1 1 0 0 0,1 0 0 0 0,0-1 0 0 0,0 1 0 0 0,0 0 0 0 0,0 0 0 0 0,0 0 0 0 0,1 0 0 0 0,0 8 0 0 0,1-8 36 0 0,-1-3-114 0 0,0-1 1 0 0,0 1 0 0 0,1-1-1 0 0,-1 1 1 0 0,0-1 0 0 0,1 1-1 0 0,-1-1 1 0 0,0 1 0 0 0,1-1-1 0 0,-1 0 1 0 0,1 1 0 0 0,-1-1-1 0 0,0 0 1 0 0,1 1 0 0 0,-1-1 0 0 0,1 0-1 0 0,-1 1 1 0 0,1-1 0 0 0,-1 0-1 0 0,1 0 1 0 0,0 1 0 0 0,-1-1-1 0 0,2 0 1 0 0,-2 0-2 0 0,1 0 0 0 0,-1 0 0 0 0,1 0 0 0 0,-1 1 0 0 0,1-1 0 0 0,-1 0 0 0 0,0 0 0 0 0,1 0 0 0 0,-1 1 0 0 0,1-1 0 0 0,-1 0 0 0 0,1 0-1 0 0,-1 1 1 0 0,0-1 0 0 0,1 0 0 0 0,-1 1 0 0 0,0-1 0 0 0,1 1 0 0 0,-1-1 0 0 0,0 0 0 0 0,1 1 0 0 0,-1-1 0 0 0,0 1 0 0 0,0-1 0 0 0,0 1 0 0 0,1 0 0 0 0,3 1 27 0 0,93 48 820 0 0,-92-48-698 0 0,-1 0 9 0 0,13 7 5 0 0,-13-7-19 0 0,7 9 84 0 0,-3-6 24 0 0,-5-1-154 0 0,-1-1-46 0 0,0 0 0 0 0,0 0 0 0 0,0 0 0 0 0,0 0 0 0 0,-1 1 0 0 0,1-1 0 0 0,-1 1 0 0 0,0-1 0 0 0,1 7 0 0 0,-1-5-14 0 0,-14 18 72 0 0,2-11-90 0 0,9-9 7 0 0,-2 0-1 0 0,-11 9-4 0 0,11-9-3 0 0,-1-2-1 0 0,5-1-21 0 0,-12 3-206 0 0,-1 0 0 0 0,1-1 0 0 0,-22 2 0 0 0,28-4-154 0 0,1 0-1 0 0,-1-1 1 0 0,1 0 0 0 0,-1 0 0 0 0,1 0 0 0 0,0 0-1 0 0,-1-1 1 0 0,1 0 0 0 0,0 0 0 0 0,0-1 0 0 0,0 1-1 0 0,-7-6 1 0 0,7 3-731 0 0,0 1-1 0 0,0-2 1 0 0,0 1 0 0 0,1 0-1 0 0,0-1 1 0 0,-7-11-1 0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20.81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79 3388 0 0,'12'-13'1164'0'0,"-10"10"-97"0"0,1-1-153 0 0,9-10-52 0 0,-9 11-36 0 0,0 0-60 0 0,67-27 2869 0 0,-65 28-3302 0 0,1 2-35 0 0,55-6 518 0 0,-54 6-718 0 0,0 0-18 0 0,20 0-16 0 0,-20 0-42 0 0,0 0-94 0 0,55 3-1815 0 0,-56-3 767 0 0,0 0-2270 0 0,18 0 514 0 0,-19 0-2072 0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23.37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 1 3184 0 0,'0'0'3986'0'0,"5"0"-2934"0"0,15 2-75 0 0,-15-1 650 0 0,-2 1-1010 0 0,2 3-487 0 0,-1-1 0 0 0,0 1 0 0 0,0 0 0 0 0,0 0 1 0 0,-1 0-1 0 0,0 0 0 0 0,0 1 0 0 0,0-1 0 0 0,0 1 0 0 0,-1 0 0 0 0,0 0 0 0 0,0 0 0 0 0,-1 0 1 0 0,1 0-1 0 0,-2 0 0 0 0,1 0 0 0 0,0 1 0 0 0,-1-1 0 0 0,0 0 0 0 0,-2 8 0 0 0,1-1-607 0 0,0 1 0 0 0,-2-1 0 0 0,1 0 0 0 0,-2 0 0 0 0,0 0 0 0 0,0 0 0 0 0,-1-1 0 0 0,-9 16 0 0 0,-17 15-4264 0 0,12-22-360 0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25.62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325 95 3120 0 0,'-4'0'1015'0'0,"-15"3"-87"0"0,14-3-116 0 0,0 1-148 0 0,-17 4-92 0 0,16-4-48 0 0,0-1-70 0 0,-63 5 1478 0 0,57-7-1553 0 0,0 0 0 0 0,0 0 0 0 0,0-1 0 0 0,1 0 0 0 0,-13-6-1 0 0,20 7-257 0 0,3 1-108 0 0,0 1-1 0 0,0-1 1 0 0,0 0 0 0 0,0 1-1 0 0,1-1 1 0 0,-1 0 0 0 0,0 1-1 0 0,0-1 1 0 0,1 0 0 0 0,-1 0-1 0 0,0 0 1 0 0,1 0-1 0 0,-1 0 1 0 0,1 0 0 0 0,-1 0-1 0 0,1 0 1 0 0,0 0 0 0 0,-1 0-1 0 0,1 0 1 0 0,0 0 0 0 0,0 0-1 0 0,-1 0 1 0 0,1-1 0 0 0,-3-18 47 0 0,2 16-44 0 0,3 1 5 0 0,-1 0-15 0 0,0 2-4 0 0,-1 0 0 0 0,0 0 0 0 0,1 0-1 0 0,-1 0 1 0 0,1 0 0 0 0,-1 0 0 0 0,1 0 0 0 0,-1 0 0 0 0,1 0-1 0 0,0 1 1 0 0,-1-1 0 0 0,1 0 0 0 0,0 0 0 0 0,0 1-1 0 0,-1-1 1 0 0,1 1 0 0 0,0-1 0 0 0,0 0 0 0 0,1 0 0 0 0,15-9 6 0 0,-15 9-7 0 0,-1 0-1 0 0,0 0 1 0 0,1 0-1 0 0,-1 0 1 0 0,1 1-1 0 0,-1-1 0 0 0,1 1 1 0 0,-1-1-1 0 0,1 1 1 0 0,-1 0-1 0 0,1-1 1 0 0,-1 1-1 0 0,1 0 1 0 0,-1 0-1 0 0,1 0 1 0 0,2 0-1 0 0,0 1 2 0 0,0-1-2 0 0,0-1 0 0 0,0 2 1 0 0,0-1-1 0 0,0 0 0 0 0,0 1 1 0 0,0 0-1 0 0,-1 0 0 0 0,1 0 1 0 0,0 0-1 0 0,-1 0 0 0 0,1 1 1 0 0,-1 0-1 0 0,5 2 1 0 0,-5-2 4 0 0,7 4 0 0 0,24 24-2 0 0,-28-22-6 0 0,-2-1-19 0 0,0-1 21 0 0,-1-1 0 0 0,1 1 0 0 0,-1 0 0 0 0,0 0 0 0 0,0 0 0 0 0,-1 1 0 0 0,0-1 0 0 0,3 13 0 0 0,-4-13 5 0 0,0 0 7 0 0,1 1 0 0 0,-1-1 1 0 0,-1 1-1 0 0,1-1 1 0 0,-1 1-1 0 0,0 0 1 0 0,-1-1-1 0 0,-1 12 1 0 0,1-13-5 0 0,-1 4 1 0 0,0 0 0 0 0,0 0 1 0 0,-1 0-1 0 0,0-1 1 0 0,-1 1-1 0 0,-6 11 1 0 0,7-13-6 0 0,-1 1 0 0 0,-10 15 0 0 0,0-8-2 0 0,6-6 3 0 0,2-2-16 0 0,0 0 0 0 0,0-1 1 0 0,0 0-1 0 0,-1 0 1 0 0,0 0-1 0 0,0-1 0 0 0,-1 0 1 0 0,0 0-1 0 0,0-1 0 0 0,0 0 1 0 0,0 0-1 0 0,0-1 0 0 0,-1 0 1 0 0,-14 3-1 0 0,22-6 12 0 0,-1 1 0 0 0,0-1 0 0 0,1 0 1 0 0,-1 1-1 0 0,1-1 0 0 0,-1 0 0 0 0,0 0 0 0 0,1 0 0 0 0,-1 0 0 0 0,1 0 0 0 0,-1 0 0 0 0,-3-1 0 0 0,-8-1-15 0 0,11 2 12 0 0,0-1 1 0 0,1 1-1 0 0,-1-1 0 0 0,1 1 0 0 0,-1-1 0 0 0,1 0 0 0 0,-1 0 1 0 0,1 0-1 0 0,-1 1 0 0 0,1-1 0 0 0,0 0 0 0 0,-3-3 1 0 0,2 2-4 0 0,0 1 1 0 0,-1-1 0 0 0,1 0 0 0 0,0 0 0 0 0,-1 0 0 0 0,1 0 0 0 0,0 0 0 0 0,0-1 0 0 0,0 1 0 0 0,1 0 1 0 0,-1-1-1 0 0,0 0 0 0 0,1 1 0 0 0,0-1 0 0 0,-2-5 0 0 0,2 6 2 0 0,0-2-29 0 0,-1-1-4 0 0,-2-16 11 0 0,3 16 11 0 0,1 0-4 0 0,0 4 16 0 0,0 0-1 0 0,0-1 0 0 0,0 0 0 0 0,-1 0 0 0 0,1 0 0 0 0,1 0 0 0 0,-1 0 0 0 0,0 0 0 0 0,0 0 0 0 0,1 1-1 0 0,-1-1 1 0 0,2-3 0 0 0,5-3-1 0 0,5-2 106 0 0,-7 11-74 0 0,2 2-24 0 0,0-1 0 0 0,-1 1 1 0 0,0 0-1 0 0,0 1 0 0 0,0-1 0 0 0,0 1 1 0 0,0 1-1 0 0,-1-1 0 0 0,7 7 1 0 0,70 70 134 0 0,-73-74-563 0 0,0 0 1 0 0,1 0 0 0 0,0-1-1 0 0,0-1 1 0 0,18 7 0 0 0,-24-10-769 0 0,3-1-415 0 0,20 2-1156 0 0,-21-2-1979 0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35.08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306 52 2880 0 0,'0'0'3219'0'0,"-4"2"-2517"0"0,-37 18 1687 0 0,37-17-2025 0 0,0-2-112 0 0,0 0 1 0 0,-1 1-1 0 0,1-1 0 0 0,1 1 0 0 0,-1 0 0 0 0,0 0 0 0 0,-4 4 1 0 0,-2 0 879 0 0,8-6-1063 0 0,0 1 0 0 0,-1 0 0 0 0,1 0 0 0 0,-1-1 0 0 0,1 1-1 0 0,-1-1 1 0 0,1 0 0 0 0,-1 0 0 0 0,1 0 0 0 0,-1 0 0 0 0,1 0 0 0 0,-1-1 0 0 0,1 1 0 0 0,-1-1 0 0 0,1 1 0 0 0,-1-1 0 0 0,1 0 0 0 0,0 0 0 0 0,-1 0 0 0 0,1 0 0 0 0,0-1-1 0 0,0 1 1 0 0,0-1 0 0 0,-4-2 0 0 0,3 1 22 0 0,2-2-47 0 0,-2-12-16 0 0,2 13-19 0 0,2-1-11 0 0,2-15 4 0 0,-3 19-6 0 0,0 0 0 0 0,1 0 1 0 0,-1 0-1 0 0,0 0 1 0 0,1 0-1 0 0,-1 0 0 0 0,0 0 1 0 0,1 0-1 0 0,-1 0 0 0 0,1 0 1 0 0,-1 0-1 0 0,1 0 0 0 0,0 0 1 0 0,-1 0-1 0 0,1 0 1 0 0,0 1-1 0 0,0-1 0 0 0,-1 0 1 0 0,3 0-1 0 0,-1-1-8 0 0,1-1 17 0 0,5-1 0 0 0,-6 3-4 0 0,-1 1-1 0 0,1-1 1 0 0,-1 0-1 0 0,1 1 1 0 0,-1-1-1 0 0,1 1 1 0 0,-1-1-1 0 0,1 1 1 0 0,-1 0-1 0 0,1 0 1 0 0,0 0-1 0 0,-1 0 1 0 0,1 0-1 0 0,0 0 1 0 0,-1 0-1 0 0,1 0 1 0 0,-1 0-1 0 0,1 1 0 0 0,-1-1 1 0 0,1 1-1 0 0,-1-1 1 0 0,1 1-1 0 0,-1 0 1 0 0,1-1-1 0 0,-1 1 1 0 0,3 2-1 0 0,-1 0-3 0 0,1 0 0 0 0,-1 1-1 0 0,1-1 1 0 0,-1 1-1 0 0,0 0 1 0 0,0 0 0 0 0,-1 0-1 0 0,1 0 1 0 0,-1 1-1 0 0,3 5 1 0 0,-3-2 11 0 0,0-1 0 0 0,-1 1 0 0 0,0-1 0 0 0,0 1 0 0 0,0 0 0 0 0,-1 0 0 0 0,0-1 0 0 0,-2 9 0 0 0,1-2-5 0 0,-2-1-1 0 0,0 1 1 0 0,0-1 0 0 0,-1 0-1 0 0,-1 0 1 0 0,-8 16 0 0 0,6-17-9 0 0,-1 1 0 0 0,-1-1 0 0 0,0-1 0 0 0,-1 0 1 0 0,0 0-1 0 0,-1-1 0 0 0,0 0 0 0 0,0-1 0 0 0,-1 0 0 0 0,-23 13 1 0 0,32-21-40 0 0,-19 5-94 0 0,18-5 25 0 0,-1-3-158 0 0,-15-4 183 0 0,15 4-40 0 0,2-1 47 0 0,-9-9 26 0 0,9 9 1 0 0,2 0-1 0 0,-9-40-175 0 0,9 38 209 0 0,2 1-20 0 0,4-13 0 0 0,-4 12-68 0 0,2 3 110 0 0,10-8 10 0 0,-10 8 13 0 0,3 2-174 0 0,18 4 169 0 0,-22-3-7 0 0,1 0-1 0 0,0 0 0 0 0,-1 0 1 0 0,1 1-1 0 0,-1-1 0 0 0,1 1 1 0 0,-1 0-1 0 0,1 0 0 0 0,-1 0 1 0 0,0 0-1 0 0,0 0 0 0 0,0 0 1 0 0,0 1-1 0 0,-1-1 0 0 0,4 6 1 0 0,-5-7-7 0 0,9 11 13 0 0,-1 1 0 0 0,0 1 0 0 0,-1 0 0 0 0,0 0 1 0 0,8 27-1 0 0,6 11-349 0 0,-20-49 16 0 0,2 2-92 0 0,6 11-94 0 0,-7-12-101 0 0,-1-4 572 0 0,-1 0-1 0 0,0 0 1 0 0,1 0 0 0 0,-1 0 0 0 0,0 0-1 0 0,0 0 1 0 0,1 0 0 0 0,-1 0-1 0 0,0 0 1 0 0,1 1 0 0 0,-1-1 0 0 0,0 0-1 0 0,1 0 1 0 0,-1 0 0 0 0,0 0-1 0 0,0 1 1 0 0,1-1 0 0 0,-1 0 0 0 0,0 0-1 0 0,0 0 1 0 0,1 1 0 0 0,-1-1-1 0 0,0 0 1 0 0,0 1 0 0 0,0-1-1 0 0,0 0 1 0 0,0 0 0 0 0,1 1 0 0 0,-1 0-1 0 0,5 5-735 0 0,5-5-2842 0 0,11-4 1494 0 0,-16 3-1470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35.43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36 3112 0 0,'0'0'6894'0'0,"-2"4"-6787"0"0,-5 17 500 0 0,8-20-487 0 0,0 0-93 0 0,-1-1 0 0 0,1 1 0 0 0,-1 0 0 0 0,1 0 0 0 0,0 0 0 0 0,0-1 0 0 0,-1 1-1 0 0,1 0 1 0 0,0-1 0 0 0,0 1 0 0 0,0-1 0 0 0,0 1 0 0 0,0-1 0 0 0,0 1 0 0 0,0-1 0 0 0,0 0 0 0 0,0 1 0 0 0,0-1 0 0 0,1 0 0 0 0,24-27 1056 0 0,-24 24-668 0 0,0-1-239 0 0,4-10-28 0 0,-5 11 275 0 0,-8-15-257 0 0,6 14-3289 0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35.8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79 1 3760 0 0,'0'0'6508'0'0,"-5"0"-6309"0"0,-16 1-12 0 0,16 0 262 0 0,2 2-315 0 0,-7 10 15 0 0,7-10 196 0 0,3 2-258 0 0,-1 13-10 0 0,0-13 47 0 0,12 16 137 0 0,-9-16-187 0 0,1-1 0 0 0,0 1 0 0 0,0-1 0 0 0,0 0 1 0 0,0 0-1 0 0,1 0 0 0 0,6 5 0 0 0,-6-5 56 0 0,-1-1 6 0 0,10 7-7 0 0,-10-7-8 0 0,0 0 5 0 0,26 29 350 0 0,-26-29-338 0 0,-3-3-132 0 0,0 1 1 0 0,0-1-1 0 0,0 1 1 0 0,0-1-1 0 0,0 1 1 0 0,0-1-1 0 0,0 0 1 0 0,0 1 0 0 0,1-1-1 0 0,-1 1 1 0 0,0-1-1 0 0,0 1 1 0 0,0-1-1 0 0,1 0 1 0 0,-1 1-1 0 0,0-1 1 0 0,1 0-1 0 0,-1 1 1 0 0,0-1 0 0 0,1 0-1 0 0,-1 1 1 0 0,0-1-1 0 0,1 0 1 0 0,-1 1-1 0 0,1-1 1 0 0,-1 0-1 0 0,1 0 1 0 0,0 1 2 0 0,-1-1-1 0 0,1 0 1 0 0,-1 1-1 0 0,1-1 1 0 0,-1 0 0 0 0,1 1-1 0 0,-1-1 1 0 0,1 1-1 0 0,-1-1 1 0 0,0 1 0 0 0,1-1-1 0 0,-1 1 1 0 0,1-1-1 0 0,-1 1 1 0 0,0-1 0 0 0,0 1-1 0 0,1-1 1 0 0,-1 1-1 0 0,0-1 1 0 0,0 2 0 0 0,7 15 383 0 0,-5-13-312 0 0,0 0 86 0 0,-1 0-33 0 0,2 12 9 0 0,-2-12-68 0 0,-2 1-9 0 0,0 1-44 0 0,-1 0-1 0 0,0 0 1 0 0,0 0-1 0 0,0 0 0 0 0,-1 0 1 0 0,0 0-1 0 0,0-1 1 0 0,0 1-1 0 0,-1-1 0 0 0,0 0 1 0 0,0 0-1 0 0,0-1 0 0 0,-1 1 1 0 0,1-1-1 0 0,-1 0 1 0 0,0 0-1 0 0,-1 0 0 0 0,-4 3 1 0 0,6-5-15 0 0,0 0 5 0 0,-4 1-218 0 0,-1 1-1 0 0,1-2 1 0 0,-17 4 0 0 0,20-5-407 0 0,2-4-856 0 0,1 1 1232 0 0,0 1 0 0 0,1-1 1 0 0,-1 1-1 0 0,0-1 1 0 0,1 0-1 0 0,0 1 1 0 0,-1-1-1 0 0,1 0 1 0 0,0 0-1 0 0,0 0 0 0 0,0 0 1 0 0,0 0-1 0 0,0 0 1 0 0,1-1-1 0 0,-1 1 1 0 0,1 0-1 0 0,-1 0 0 0 0,1 0 1 0 0,0-1-1 0 0,0 1 1 0 0,0 0-1 0 0,0-3 1 0 0,0-1-209 0 0,2-19-2752 0 0,1-5-691 0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36.06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0 146 2804 0 0,'0'0'1444'0'0,"1"-5"-149"0"0,6-41 3262 0 0,-6 41-3141 0 0,0 1-1101 0 0,5-13-58 0 0,-4 12-67 0 0,6 1 19 0 0,-7 4-195 0 0,0-1 0 0 0,-1 0 0 0 0,1 0 0 0 0,0 1 0 0 0,0-1 0 0 0,0 0 0 0 0,0 1 0 0 0,0-1 0 0 0,-1 1 0 0 0,1-1 0 0 0,0 1 0 0 0,0-1 0 0 0,0 1 0 0 0,0 0 0 0 0,1 0 0 0 0,0-1 0 0 0,35-8-586 0 0,62-7 0 0 0,-79 13-1872 0 0,1 0-1 0 0,33-10 1 0 0,-31 6-1764 0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36.32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118 30 3392 0 0,'1'-3'1238'0'0,"1"1"-887"0"0,-1-1-1 0 0,1 1 1 0 0,0 0 0 0 0,0 0 0 0 0,-1 0 0 0 0,1 0 0 0 0,1 1 0 0 0,-1-1 0 0 0,0 0-1 0 0,0 1 1 0 0,5-3 0 0 0,-3 3 384 0 0,2 4-34 0 0,10 7-318 0 0,0 0-1 0 0,0 2 1 0 0,-1 0 0 0 0,0 1-1 0 0,-1 0 1 0 0,-1 1-1 0 0,0 1 1 0 0,20 30-1 0 0,-16-19-36 0 0,-1 1 0 0 0,-1 1-1 0 0,-1 0 1 0 0,19 60-1 0 0,-27-69-295 0 0,-2 1-1 0 0,0 0 0 0 0,-1 0 0 0 0,-1 0 0 0 0,-1 1 1 0 0,-1-1-1 0 0,-1 0 0 0 0,-5 35 0 0 0,0-29-242 0 0,0 0 0 0 0,-2 0 0 0 0,-1 0 0 0 0,-1-1 0 0 0,-25 45 0 0 0,5-24-1393 0 0,-2 0 1 0 0,-1-2 0 0 0,-3-2 0 0 0,-1-1 0 0 0,-79 66-1 0 0,59-61-3594 0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38.64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65 17 2972 0 0,'0'0'1376'0'0,"-3"-3"-213"0"0,-8-8-215 0 0,8 9 1190 0 0,-1 4-1589 0 0,-13 9-81 0 0,12-3-58 0 0,-6 53 429 0 0,6-25-600 0 0,2-1-1 0 0,4 61 1 0 0,-1 13-106 0 0,-2-52-635 0 0,2-52 75 0 0,0 1-223 0 0,-1 0 278 0 0,0 4 32 0 0,2 1-4263 0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38.87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2592 0 0,'0'0'2412'0'0,"6"1"-1466"0"0,20 5-172 0 0,-25-6-716 0 0,1 0 0 0 0,0 1 0 0 0,-1-1 0 0 0,1 1 0 0 0,-1-1 0 0 0,1 1 0 0 0,-1 0 0 0 0,1-1 0 0 0,-1 1 0 0 0,0 0 0 0 0,1 0 0 0 0,-1 0 0 0 0,0 0 0 0 0,0 0 0 0 0,1 1 0 0 0,-1-1 0 0 0,1 2 0 0 0,3 3 113 0 0,119 121 1697 0 0,-87-86-1799 0 0,43 37 1 0 0,-70-70-489 0 0,1 0 0 0 0,0-1 1 0 0,1 0-1 0 0,-1-1 1 0 0,16 6-1 0 0,-22-11-496 0 0,1-2-19 0 0,-1 1 604 0 0,-3 0 150 0 0,0 0-1 0 0,0 0 1 0 0,0-1 0 0 0,0 1-1 0 0,0 0 1 0 0,0-1 0 0 0,0 1 0 0 0,0-1-1 0 0,-1 1 1 0 0,1-1 0 0 0,0 0-1 0 0,3-2 1 0 0,15-8-2691 0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39.12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116 30 2280 0 0,'-6'-20'1366'0'0,"5"15"737"0"0,-3 4-1341 0 0,4 0-710 0 0,-1 1 0 0 0,0-1 0 0 0,0 1 0 0 0,0 0 0 0 0,0-1 0 0 0,0 1 0 0 0,0 0 0 0 0,0 0 0 0 0,0-1 0 0 0,1 1 0 0 0,-1 0 0 0 0,0 0 0 0 0,0 0 0 0 0,0 0 0 0 0,0 0 0 0 0,0 0 0 0 0,0 1 0 0 0,0-1 0 0 0,0 0 0 0 0,0 0-1 0 0,0 1 1 0 0,0-1 0 0 0,0 0 0 0 0,0 1 0 0 0,1-1 0 0 0,-1 1 0 0 0,0-1 0 0 0,0 1 0 0 0,0 0 0 0 0,1-1 0 0 0,-2 2 0 0 0,-13 31 655 0 0,10-21-569 0 0,-5 20 192 0 0,0-1 0 0 0,2 1 0 0 0,-5 49 0 0 0,0 97 14 0 0,12-149-304 0 0,7 220-2812 0 0,-6-246 2591 0 0,1 1 0 0 0,-1-1 0 0 0,1 0 0 0 0,0 0 0 0 0,0 1 0 0 0,0-1 0 0 0,0 0 1 0 0,1 0-1 0 0,1 4 0 0 0,6 15-3104 0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40.09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0 269 2520 0 0,'0'0'4946'0'0,"5"0"-4818"0"0,13 2-33 0 0,-13-1 299 0 0,-1 0-207 0 0,14 2-137 0 0,-14-2-37 0 0,1-3 7 0 0,37-18-19 0 0,-38 17-36 0 0,-1 0 28 0 0,11-11 39 0 0,-10 10 57 0 0,-2 0-73 0 0,3-5 0 0 0,-1 1-1 0 0,0-1 1 0 0,-1 0 0 0 0,0-1 0 0 0,3-15-1 0 0,-5 21 143 0 0,-3 2-90 0 0,1 0 1 0 0,0 1-1 0 0,0-1 0 0 0,-1 0 1 0 0,1 0-1 0 0,1 0 0 0 0,-1 1 1 0 0,0-1-1 0 0,0 0 0 0 0,1 0 1 0 0,-1 0-1 0 0,0-3 1 0 0,-5 6 200 0 0,-18 2 32 0 0,18-2-57 0 0,2 3-5 0 0,-1 0-133 0 0,0 1 1 0 0,0 0 0 0 0,1 0-1 0 0,0 1 1 0 0,0-1-1 0 0,1 1 1 0 0,-1 0-1 0 0,1-1 1 0 0,0 2-1 0 0,1-1 1 0 0,-1 0-1 0 0,-1 12 1 0 0,3-14 3 0 0,1 2-19 0 0,0-1-85 0 0,-1 1 7 0 0,1 1 0 0 0,0-1 0 0 0,1 0 1 0 0,-1 0-1 0 0,1 1 0 0 0,0-1 0 0 0,1 0 0 0 0,0 0 0 0 0,0 0 0 0 0,0 0 0 0 0,1 0 0 0 0,-1-1 1 0 0,1 1-1 0 0,7 9 0 0 0,24 11-504 0 0,-30-24 285 0 0,1-1-31 0 0,15 2-56 0 0,-15-2-62 0 0,0-2-32 0 0,2-1 73 0 0,0 1 0 0 0,0-1 0 0 0,0-1 1 0 0,0 1-1 0 0,-1-1 0 0 0,1 0 0 0 0,-1-1 0 0 0,0 0 0 0 0,0 1 0 0 0,7-7 1 0 0,-2-4-138 0 0,0-1 1 0 0,-1 0 0 0 0,0 0 0 0 0,-1-1 0 0 0,-1 0 0 0 0,0 0-1 0 0,-1-1 1 0 0,5-20 0 0 0,-11 33 812 0 0,0-1 43 0 0,4-15 33 0 0,-4 16 292 0 0,0-1-452 0 0,-1 5-179 0 0,0-1 0 0 0,0 1 0 0 0,0-1 0 0 0,0 1 0 0 0,0-1 0 0 0,1 0 0 0 0,-1 1-1 0 0,0-1 1 0 0,0 1 0 0 0,0-1 0 0 0,1 1 0 0 0,-1-1 0 0 0,0 1 0 0 0,0-1 0 0 0,1 1 0 0 0,-1-1 0 0 0,0 1 0 0 0,1 0 0 0 0,-1-1 0 0 0,1 1 0 0 0,-1-1 0 0 0,1 1 0 0 0,-1 0 0 0 0,1-1 0 0 0,-1 1 0 0 0,1 0 0 0 0,-1 0 0 0 0,1-1 0 0 0,4 17 920 0 0,-2 37-1083 0 0,-3-46 310 0 0,1-2-167 0 0,0 1-40 0 0,2 14-30 0 0,-2-15 35 0 0,1 0 25 0 0,3 11-2 0 0,-3-12 78 0 0,15 12 110 0 0,11-20-168 0 0,-23 3-31 0 0,-1-1-11 0 0,43-40 163 0 0,-45 39-212 0 0,0-1 2 0 0,21-28 140 0 0,-20 29-36 0 0,-2 7-73 0 0,2 15 1 0 0,-2-14 63 0 0,-1-1-40 0 0,1 15-4 0 0,0-15 28 0 0,0 1-48 0 0,6 14-5 0 0,-5-15 16 0 0,1-1 6 0 0,0 2-34 0 0,1 0-12 0 0,29 10 94 0 0,-32-14-95 0 0,1-1 1 0 0,0 1-1 0 0,-1 0 1 0 0,1-1-1 0 0,0 1 1 0 0,0-1-1 0 0,-1 1 1 0 0,1-1-1 0 0,0 0 1 0 0,0 0 0 0 0,0 0-1 0 0,0 0 1 0 0,3-1-1 0 0,8 0 8 0 0,-3 0 40 0 0,0-1 0 0 0,0-1 0 0 0,0 1-1 0 0,-1-2 1 0 0,1 1 0 0 0,-1-1 0 0 0,0-1 0 0 0,0 0 0 0 0,-1 0 0 0 0,1-1 0 0 0,11-9 0 0 0,-18 14-33 0 0,0 0-1 0 0,0-1 1 0 0,-1 1-1 0 0,1 0 1 0 0,0-1-1 0 0,0 0 1 0 0,-1 1-1 0 0,1-1 1 0 0,-1 0-1 0 0,0 0 1 0 0,2-2-1 0 0,6-11 189 0 0,-5 9-197 0 0,0 0-1 0 0,-1 0 0 0 0,0 0 1 0 0,-1 0-1 0 0,1-1 1 0 0,-1 1-1 0 0,0-1 1 0 0,-1 1-1 0 0,1-1 1 0 0,-1 0-1 0 0,-1 1 1 0 0,1-9-1 0 0,-2 8-265 0 0,1 0 0 0 0,-1 1 0 0 0,-1-1 0 0 0,1 1 0 0 0,-1-1 0 0 0,-1 1-1 0 0,1-1 1 0 0,-1 1 0 0 0,0 0 0 0 0,0 0 0 0 0,-1 1 0 0 0,0-1 0 0 0,0 1 0 0 0,-8-9 0 0 0,11 13 89 0 0,0 0 0 0 0,0 0 1 0 0,0 0-1 0 0,0 1 1 0 0,-1-1-1 0 0,1 0 0 0 0,0 1 1 0 0,0-1-1 0 0,-1 1 0 0 0,1-1 1 0 0,0 1-1 0 0,-1 0 0 0 0,1 0 1 0 0,0-1-1 0 0,-1 1 1 0 0,1 0-1 0 0,-2 0 0 0 0,-1 0-679 0 0,-1-1-3393 0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40.78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293 39 2052 0 0,'-12'-15'1144'0'0,"10"12"-255"0"0,-3 1-127 0 0,-13-9-62 0 0,13 8-120 0 0,-1 2-90 0 0,1 0-434 0 0,1 0 64 0 0,0 1 0 0 0,-1-1 1 0 0,1 1-1 0 0,-1 0 0 0 0,1 0 0 0 0,-1 0 0 0 0,1 0 1 0 0,-1 1-1 0 0,1 0 0 0 0,-1 0 0 0 0,-7 3 0 0 0,-2 1 82 0 0,2 2 0 0 0,-1 0 0 0 0,1 0 0 0 0,0 1 0 0 0,0 1 0 0 0,1 0 0 0 0,0 0 0 0 0,0 1 0 0 0,-10 15 0 0 0,19-24-174 0 0,0 1 0 0 0,0 0 1 0 0,1 0-1 0 0,-1 0 0 0 0,1 0 1 0 0,-1 0-1 0 0,1 0 0 0 0,0 0 0 0 0,0 0 1 0 0,-1 4-1 0 0,-6 14 145 0 0,3-8-89 0 0,1 0 1 0 0,0 0-1 0 0,0 0 1 0 0,-2 21 0 0 0,5-28-80 0 0,1 1 1 0 0,0 0 0 0 0,0 0 0 0 0,0 0-1 0 0,1 0 1 0 0,0 0 0 0 0,0 0 0 0 0,0 0-1 0 0,1-1 1 0 0,0 1 0 0 0,0-1 0 0 0,0 1 0 0 0,7 9-1 0 0,-6-10-79 0 0,0 1 0 0 0,1-1-1 0 0,0 0 1 0 0,0-1-1 0 0,0 1 1 0 0,1-1-1 0 0,0 0 1 0 0,-1 0 0 0 0,1 0-1 0 0,1-1 1 0 0,-1 0-1 0 0,0 0 1 0 0,1 0-1 0 0,0 0 1 0 0,10 2 0 0 0,13 2-1323 0 0,-24-5 456 0 0,2-3-125 0 0,33-1-2067 0 0,-14 0-222 0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41.46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63 0 2760 0 0,'0'0'2203'0'0,"-2"3"-1351"0"0,-24 30 5712 0 0,27-38-6395 0 0,1-14-123 0 0,-1 14-27 0 0,23-2 39 0 0,-19 10-89 0 0,-1 0 30 0 0,1-1 0 0 0,-1 1 0 0 0,1 1 0 0 0,-1-1 0 0 0,0 1 0 0 0,0-1-1 0 0,-1 1 1 0 0,1 0 0 0 0,-1 0 0 0 0,0 1 0 0 0,0-1 0 0 0,0 1 0 0 0,2 6 0 0 0,-1-2-3 0 0,-2 0-1 0 0,1 0 1 0 0,-1 0 0 0 0,-1 0-1 0 0,0 0 1 0 0,0 0 0 0 0,-1 1-1 0 0,0-1 1 0 0,0 0 0 0 0,-1 1-1 0 0,-1-1 1 0 0,1 0 0 0 0,-1 0-1 0 0,-1 0 1 0 0,0 0 0 0 0,-6 13-1 0 0,5-11 5 0 0,1-3 5 0 0,-1 1-1 0 0,0 0 1 0 0,-1-1 0 0 0,0 0 0 0 0,0 0 0 0 0,-1 0 0 0 0,-8 8 0 0 0,-19 21 9 0 0,30-34-2 0 0,-2-4-47 0 0,-14-5 40 0 0,15 5-22 0 0,3-4-3 0 0,2-7 6 0 0,0-1-1 0 0,0 1 0 0 0,1-1 1 0 0,1 1-1 0 0,0 0 1 0 0,6-16-1 0 0,-7 24 6 0 0,0-1 2 0 0,-1-2 3 0 0,0 5 2 0 0,0-1 0 0 0,1 0-1 0 0,-1 0 1 0 0,0 1 0 0 0,1-1 0 0 0,-1 0 0 0 0,1 1-1 0 0,0 0 1 0 0,0-1 0 0 0,0 1 0 0 0,3-3-1 0 0,-3 2-7 0 0,3 3 8 0 0,14-4 14 0 0,-15 3-3 0 0,11 14 44 0 0,-8-6-56 0 0,1 0-1 0 0,-1 0 1 0 0,-1 1 0 0 0,0 0-1 0 0,0 0 1 0 0,7 14 0 0 0,14 18 9 0 0,-12-23-31 0 0,-13-14-67 0 0,2-1-94 0 0,37 17-1348 0 0,-37-18 894 0 0,1-1-232 0 0,-1-1 500 0 0,1 0-209 0 0,1 0 0 0 0,-1 0 0 0 0,0 0 0 0 0,0-1 0 0 0,0 0 0 0 0,0 0 0 0 0,0 0 0 0 0,5-4 0 0 0,10-7-2874 0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41.74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 69 2324 0 0,'0'0'3765'0'0,"-3"-2"-2882"0"0,-13-10 4097 0 0,35 3-4630 0 0,-15 8-214 0 0,2 0-33 0 0,184-35-192 0 0,-186 35-319 0 0,1 0-857 0 0,14-3 132 0 0,-15 3-543 0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41.99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6 3680 0 0,'0'0'6904'0'0,"5"2"-6336"0"0,12 5-73 0 0,-13-5-56 0 0,2-2-47 0 0,85-1 1177 0 0,-86 1-1442 0 0,2-1-26 0 0,64-1 35 0 0,-64 1-355 0 0,-2 1-166 0 0,15-4-158 0 0,-15 4-211 0 0,-1-2-1699 0 0,14-2 659 0 0,-14 3-1227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44.9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65 112 2716 0 0,'-3'-2'1116'0'0,"-46"-19"4275"0"0,36 15-4091 0 0,31 8-1171 0 0,-12-1-51 0 0,113 3 188 0 0,3-16-143 0 0,-117 12-96 0 0,-4 0-21 0 0,1 0 0 0 0,0 0 1 0 0,-1 0-1 0 0,1 0 1 0 0,-1-1-1 0 0,1 1 0 0 0,0 0 1 0 0,-1-1-1 0 0,1 1 1 0 0,-1-1-1 0 0,1 0 0 0 0,2-1 1 0 0,-1 1 9 0 0,2-1 82 0 0,-1 0-77 0 0,12-8-8 0 0,-11 8 64 0 0,-4-3-55 0 0,3-12 4 0 0,-2 13 80 0 0,-3-1-108 0 0,-3-14 26 0 0,3 15 20 0 0,-4 5-80 0 0,-14 6 83 0 0,18-7-42 0 0,0 1-1 0 0,0-1 1 0 0,0 1-1 0 0,0-1 1 0 0,0 1-1 0 0,0 0 1 0 0,1-1-1 0 0,-1 1 1 0 0,0 0-1 0 0,0-1 1 0 0,1 1-1 0 0,-1 0 1 0 0,0 0-1 0 0,1 0 1 0 0,-1 0-1 0 0,1 0 1 0 0,-1 0-1 0 0,1 0 1 0 0,0 0-1 0 0,-1 0 1 0 0,1 0-1 0 0,0 0 1 0 0,0 1-1 0 0,-1-1 5 0 0,-5 15 47 0 0,-1 1-1 0 0,2-1 0 0 0,0 2 0 0 0,1-1 0 0 0,1 0 1 0 0,0 1-1 0 0,1 24 0 0 0,-1-10-13 0 0,-32 384-1127 0 0,35-411 572 0 0,-1 0-223 0 0,-1 1 343 0 0,0 5 54 0 0,2 0-4835 0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45.23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 42 2212 0 0,'0'0'4007'0'0,"-3"-3"-3399"0"0,-9-5-124 0 0,9 6 786 0 0,8 0-1078 0 0,41-4 142 0 0,94-2 0 0 0,-100 7-465 0 0,26-1-959 0 0,-27-1 99 0 0,3-1-2682 0 0,-13 2 157 0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46.99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138 56 2816 0 0,'0'0'3392'0'0,"-4"1"-2879"0"0,-35 12 1497 0 0,35-11-378 0 0,0 0-1515 0 0,-10 4 8 0 0,11-4 2731 0 0,-1-3-2778 0 0,-11-5 17 0 0,11 5 285 0 0,5-4-358 0 0,1-12 14 0 0,-1 13 41 0 0,2-1-59 0 0,8-11-12 0 0,-8 12 6 0 0,-1 4-10 0 0,-1 0 0 0 0,1-1 0 0 0,0 1 0 0 0,-1 0 1 0 0,1-1-1 0 0,-1 0 0 0 0,1 1 0 0 0,-1-1 0 0 0,1 0 1 0 0,-1 0-1 0 0,0 1 0 0 0,2-3 0 0 0,1 1 2 0 0,1 0 1 0 0,-4 1-6 0 0,0 0-1 0 0,0 1 1 0 0,1-1 0 0 0,-1 0-1 0 0,0 1 1 0 0,1-1 0 0 0,-1 1-1 0 0,1-1 1 0 0,-1 1 0 0 0,1 0-1 0 0,-1 0 1 0 0,3-1 0 0 0,-1 1 1 0 0,2-1 13 0 0,25-1-8 0 0,-24 2-9 0 0,-1 1 6 0 0,1 0-2 0 0,0 1 0 0 0,0 0 1 0 0,0 0-1 0 0,0 0 0 0 0,5 4 1 0 0,-8-4-1 0 0,-5 3 7 0 0,-4 13-4 0 0,4-13-48 0 0,-16 15 133 0 0,4-11-42 0 0,11-6-35 0 0,-1-1 173 0 0,-22 6 159 0 0,23-9-298 0 0,1 0-34 0 0,1 0-1 0 0,-1 1 0 0 0,1-1 1 0 0,-1 0-1 0 0,1 0 0 0 0,0 0 0 0 0,-1 0 1 0 0,1 0-1 0 0,0 0 0 0 0,0-1 1 0 0,0 1-1 0 0,0 0 0 0 0,0-1 0 0 0,0 1 1 0 0,0-1-1 0 0,0 1 0 0 0,0-1 1 0 0,1 1-1 0 0,-1-1 0 0 0,1 1 1 0 0,-1-1-1 0 0,1 0 0 0 0,0 1 0 0 0,-1-4 37 0 0,3 1-33 0 0,5-15-14 0 0,-5 15-4 0 0,-2 4-16 0 0,0 0 18 0 0,1 0 0 0 0,-1 0 0 0 0,1 0 0 0 0,-1 0 0 0 0,0-1 1 0 0,1 1-1 0 0,-1 0 0 0 0,0 0 0 0 0,1 0 0 0 0,-1 0 0 0 0,0 0 0 0 0,1-1 0 0 0,-1 1 1 0 0,0 0-1 0 0,0 0 0 0 0,1 0 0 0 0,-1-1 0 0 0,0 1 0 0 0,1 0 0 0 0,-1 0 0 0 0,0-1 0 0 0,0 1 1 0 0,0 0-1 0 0,1-1 0 0 0,-1 1 0 0 0,0 0 0 0 0,0-1 0 0 0,0 1 0 0 0,0 0 0 0 0,0-1 1 0 0,1 0 2 0 0,-1 0 1 0 0,0 1 0 0 0,1-1 0 0 0,-1 0-1 0 0,1 1 1 0 0,-1-1 0 0 0,1 0 0 0 0,-1 1-1 0 0,1-1 1 0 0,-1 1 0 0 0,1-1 0 0 0,-1 0-1 0 0,1 1 1 0 0,0 0 0 0 0,-1-1 0 0 0,1 1-1 0 0,0-1 1 0 0,-1 1 0 0 0,1 0 0 0 0,0-1-1 0 0,0 1 1 0 0,-1 0 0 0 0,3 0 0 0 0,15-5 18 0 0,-13 4-24 0 0,0 3-32 0 0,17 4 39 0 0,-16-4-20 0 0,-2 1 14 0 0,1 2 3 0 0,-1-1 1 0 0,1 0-1 0 0,-1 1 1 0 0,0 0-1 0 0,0 0 0 0 0,-1 0 1 0 0,1 0-1 0 0,-1 0 1 0 0,0 1-1 0 0,-1 0 0 0 0,5 11 1 0 0,-3 13 12 0 0,-3-20-19 0 0,-1 0 0 0 0,0 0 0 0 0,0 0 0 0 0,-1 0 0 0 0,0 0 0 0 0,-1 0-1 0 0,0-1 1 0 0,-1 1 0 0 0,0 0 0 0 0,-1-1 0 0 0,1 0 0 0 0,-2 0 0 0 0,1 0 0 0 0,-11 14 0 0 0,4-7 24 0 0,-1 0 0 0 0,-1-1 0 0 0,0-1 1 0 0,0 0-1 0 0,-23 17 0 0 0,17-19-11 0 0,14-10-30 0 0,1-1-111 0 0,0 1 127 0 0,-2-1 22 0 0,1 1 0 0 0,0-1 1 0 0,-1-1-1 0 0,1 1 0 0 0,-1-1 0 0 0,-9-1 0 0 0,10 0-3 0 0,-4-7-25 0 0,8 8 14 0 0,0 0 0 0 0,1-1-1 0 0,-1 1 1 0 0,0 0 0 0 0,1-1 0 0 0,-1 1 0 0 0,0-1 0 0 0,1 1 0 0 0,-1-1 0 0 0,1 1 0 0 0,-1-1 0 0 0,1 0 0 0 0,-1 1 0 0 0,1-1 0 0 0,-1 1 0 0 0,1-1 0 0 0,-1 0 0 0 0,1 0 0 0 0,0 1 0 0 0,0-1-1 0 0,-1 0 1 0 0,1-1 0 0 0,-2-6-3 0 0,0 0-1 0 0,0 0 0 0 0,1 0 0 0 0,0 0 1 0 0,0 0-1 0 0,2-15 0 0 0,0 18-13 0 0,8-18-77 0 0,-7 21 129 0 0,32-19 99 0 0,-30 20-150 0 0,0 2 99 0 0,12 3-107 0 0,-12-3-20 0 0,0 2 1 0 0,4 3 27 0 0,-1 0 1 0 0,-1 1-1 0 0,1 0 1 0 0,-1 0-1 0 0,0 0 1 0 0,0 1-1 0 0,4 8 1 0 0,30 62-92 0 0,-37-71 4 0 0,1 0-1 0 0,0-1 1 0 0,0 1 0 0 0,0-1 0 0 0,0 0 0 0 0,1 0-1 0 0,0-1 1 0 0,1 1 0 0 0,-1-1 0 0 0,1 0 0 0 0,0-1-1 0 0,0 1 1 0 0,13 6 0 0 0,-15-9-433 0 0,2-2-19 0 0,16 2-22 0 0,-17-1-1 0 0,1-2-11 0 0,-4 0 505 0 0,5 0-215 0 0,-1 0 0 0 0,0 0-1 0 0,0-1 1 0 0,0 0-1 0 0,0-1 1 0 0,0 1-1 0 0,7-5 1 0 0,-9 4-209 0 0,-1 0 0 0 0,1 0 0 0 0,0 0-1 0 0,-1 0 1 0 0,0-1 0 0 0,0 1 0 0 0,0-1 0 0 0,0 0 0 0 0,3-7 0 0 0,6-11-2574 0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47.28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40 1 1900 0 0,'0'0'6055'0'0,"-3"2"-5727"0"0,-24 25 914 0 0,24-23-843 0 0,-3 15-223 0 0,5-15 575 0 0,6-5-695 0 0,15-4 27 0 0,-15 4 260 0 0,-4 0-317 0 0,0 0 0 0 0,-1 0-1 0 0,1 0 1 0 0,0 0 0 0 0,-1 0 0 0 0,1 0 0 0 0,-1 0-1 0 0,1 0 1 0 0,-1-1 0 0 0,1 1 0 0 0,-1 0-1 0 0,0 0 1 0 0,1 0 0 0 0,-1-1 0 0 0,0 1 0 0 0,0 0-1 0 0,0-2 1 0 0,-11-8-100 0 0,9 8-99 0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47.76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79 6 3028 0 0,'0'0'5982'0'0,"-4"-2"-5589"0"0,3 1-334 0 0,-1 1-1 0 0,1-1 1 0 0,0 1 0 0 0,-1-1 0 0 0,1 1-1 0 0,-1 0 1 0 0,0 0 0 0 0,1-1 0 0 0,-1 1-1 0 0,1 0 1 0 0,-1 0 0 0 0,1 1 0 0 0,-1-1-1 0 0,1 0 1 0 0,-1 0 0 0 0,1 1 0 0 0,-1-1 0 0 0,1 1-1 0 0,-1-1 1 0 0,1 1 0 0 0,-1 0 0 0 0,-1 1-1 0 0,-1 0 283 0 0,1 1-286 0 0,-10 8 83 0 0,10-9 18 0 0,2 2-26 0 0,-13 32 364 0 0,14-31-310 0 0,7 14-38 0 0,-6-16-10 0 0,17 12-36 0 0,-15-12-50 0 0,1 0-4 0 0,11 7-11 0 0,-11-8-32 0 0,0 0 46 0 0,14 7 11 0 0,-14-7-2 0 0,1 1-8 0 0,13 8 16 0 0,-13-8-42 0 0,-1-1-147 0 0,32 28 597 0 0,-32-26-345 0 0,-2 0 21 0 0,14 35 480 0 0,-15-35-380 0 0,-1 2-140 0 0,0 17-8 0 0,0-18 62 0 0,-2 0-82 0 0,-5 15 5 0 0,5-15 20 0 0,-15 15 82 0 0,17-20-189 0 0,0 0-1 0 0,-1 1 1 0 0,1-1-1 0 0,0 1 1 0 0,0-1-1 0 0,0 0 1 0 0,-1 1-1 0 0,1-1 1 0 0,0 0-1 0 0,-1 1 1 0 0,1-1-1 0 0,0 0 1 0 0,-1 1-1 0 0,1-1 1 0 0,0 0-1 0 0,-1 0 1 0 0,1 1-1 0 0,-1-1 1 0 0,1 0-1 0 0,0 0 1 0 0,-1 0-1 0 0,1 0 1 0 0,-1 1-1 0 0,1-1 1 0 0,-1 0-1 0 0,1 0 1 0 0,-1 0-1 0 0,0 0 0 0 0,1 0 0 0 0,-1 0 0 0 0,1 0 1 0 0,-1 0-1 0 0,1 0 0 0 0,-1 1 0 0 0,1-1 0 0 0,-1 0 0 0 0,1 0 0 0 0,-1 0 0 0 0,1 1 0 0 0,-1-1 0 0 0,1 0 0 0 0,-1 1 0 0 0,1-1 0 0 0,0 0 0 0 0,-1 1 0 0 0,1-1 0 0 0,0 0 0 0 0,-1 1 1 0 0,1-1-1 0 0,0 1 0 0 0,-1-1 0 0 0,1 1 0 0 0,-5 0-38 0 0,-15 4-286 0 0,15-4-188 0 0,1-3-793 0 0,-15-4 503 0 0,14 4-88 0 0,2-1-127 0 0,-1-3-263 0 0,-1 0 1 0 0,1-1-1 0 0,0 1 1 0 0,-5-14-1 0 0,7 14-2770 0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47.93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0 128 2508 0 0,'3'-6'295'0'0,"-1"0"0"0"0,1 1-1 0 0,0 0 1 0 0,1-1 0 0 0,-1 1-1 0 0,1 0 1 0 0,0 1 0 0 0,1-1-1 0 0,-1 1 1 0 0,1 0 0 0 0,0 0 0 0 0,-1 0-1 0 0,2 0 1 0 0,-1 1 0 0 0,0 0-1 0 0,1 0 1 0 0,8-3 0 0 0,53-17 415 0 0,-34 16-552 0 0,0 0 0 0 0,55-2 0 0 0,-83 9-505 0 0,1 0-274 0 0,1 1 293 0 0,4 0-53 0 0,1-1-3219 0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48.46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395 3 3244 0 0,'-7'-1'832'0'0,"-18"-1"-34"0"0,12 4-38 0 0,-6 8-439 0 0,1 0 0 0 0,0 1 0 0 0,1 0 0 0 0,1 2-1 0 0,0 0 1 0 0,0 1 0 0 0,1 0 0 0 0,1 1 0 0 0,0 1 0 0 0,2 0 0 0 0,-22 36 0 0 0,12-15 48 0 0,2 1 0 0 0,1 1-1 0 0,2 1 1 0 0,-22 81 0 0 0,32-89-268 0 0,1-1 0 0 0,1 1 0 0 0,2-1 0 0 0,1 1 1 0 0,1 0-1 0 0,2 0 0 0 0,1 0 0 0 0,2 0 0 0 0,1-1 0 0 0,2 1 0 0 0,17 51 0 0 0,-15-59-177 0 0,1-1-1 0 0,1-1 1 0 0,1 0-1 0 0,0-1 1 0 0,2 0-1 0 0,1-1 1 0 0,0 0-1 0 0,2-2 1 0 0,0 1-1 0 0,1-2 1 0 0,0-1-1 0 0,2 0 1 0 0,0-1-1 0 0,0-1 1 0 0,36 18-1 0 0,-21-17-1358 0 0,1-1 0 0 0,1-1 0 0 0,0-2 0 0 0,76 12-1 0 0,-57-14-2666 0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49.5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27 0 2788 0 0,'0'0'6057'0'0,"1"6"-5807"0"0,3 15-63 0 0,-2-15-58 0 0,-2 0-10 0 0,1 9-443 0 0,-1 1 1 0 0,0-1-1 0 0,-1 0 1 0 0,-6 30-1 0 0,0-24-1845 0 0,-13 34 0 0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50.8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51 12 2312 0 0,'0'0'2832'0'0,"-2"-3"-2184"0"0,2 2-569 0 0,0 1 1 0 0,0-1-1 0 0,0 1 1 0 0,0 0-1 0 0,-1-1 1 0 0,1 1-1 0 0,0-1 1 0 0,-1 1-1 0 0,1 0 1 0 0,0-1-1 0 0,0 1 1 0 0,-1 0-1 0 0,1-1 1 0 0,-1 1-1 0 0,1 0 0 0 0,0-1 1 0 0,-1 1-1 0 0,1 0 1 0 0,-1 0-1 0 0,1 0 1 0 0,-1-1-1 0 0,1 1 1 0 0,0 0-1 0 0,-1 0 1 0 0,1 0-1 0 0,-1 0 1 0 0,0 0-1 0 0,0 1 26 0 0,1 1-1 0 0,-1 0 0 0 0,1-1 1 0 0,-1 1-1 0 0,1 0 0 0 0,-1-1 1 0 0,1 1-1 0 0,0 0 0 0 0,0 0 1 0 0,0-1-1 0 0,0 1 0 0 0,0 0 1 0 0,1 3-1 0 0,-1 63 407 0 0,-12 95 0 0 0,0-98-348 0 0,11-60-109 0 0,0 1 19 0 0,-8 46 298 0 0,9-48 36 0 0,7 16-275 0 0,-5-17-60 0 0,2-2-54 0 0,15 2 0 0 0,-15-2-13 0 0,2-1 22 0 0,25-1-19 0 0,-1-2-1 0 0,0-1 0 0 0,0-1 0 0 0,0-2 0 0 0,44-15 0 0 0,-69 20-12 0 0,17-10 31 0 0,-18 9-13 0 0,-1 0-9 0 0,9-10-3 0 0,-9 10 33 0 0,-1-1-35 0 0,6-13-7 0 0,-6 13-9 0 0,-1 0-13 0 0,5-14 12 0 0,-4 14 7 0 0,-2-1-1 0 0,3-17 33 0 0,-3 16 46 0 0,0 2-67 0 0,-3-15-5 0 0,3 14 2 0 0,-2 2-2 0 0,2 2 8 0 0,0 1-1 0 0,0-1 1 0 0,0 1-1 0 0,0-1 0 0 0,0 1 1 0 0,-1-1-1 0 0,1 0 1 0 0,0 1-1 0 0,0-1 0 0 0,-1 1 1 0 0,1-1-1 0 0,0 1 1 0 0,-1-1-1 0 0,1 1 0 0 0,0 0 1 0 0,-1-1-1 0 0,1 1 0 0 0,-1-1 1 0 0,1 1-1 0 0,0 0 1 0 0,-1-1-1 0 0,1 1 0 0 0,-1 0 1 0 0,1 0-1 0 0,-1-1 1 0 0,1 1-1 0 0,-1 0 0 0 0,0 0 1 0 0,1 0-1 0 0,-1 0 1 0 0,1 0-1 0 0,-1-1 0 0 0,1 1 1 0 0,-1 0-1 0 0,0 0 0 0 0,1 0 1 0 0,-1 1-1 0 0,1-1 1 0 0,-1 0-1 0 0,1 0 0 0 0,-1 0 1 0 0,1 0-1 0 0,-1 0 1 0 0,0 1-1 0 0,1-1 0 0 0,-1 0 1 0 0,1 1-1 0 0,-1-1 1 0 0,1 0-1 0 0,0 1 0 0 0,-1-1 1 0 0,1 0-1 0 0,-1 1 1 0 0,1-1-1 0 0,0 1 0 0 0,-1-1 1 0 0,0 1-1 0 0,1 0-3 0 0,-1 0 0 0 0,0 0 0 0 0,0-1 0 0 0,1 1 0 0 0,-1 0 0 0 0,0 0 0 0 0,1 0 0 0 0,-1 0 1 0 0,1-1-1 0 0,-1 1 0 0 0,1 0 0 0 0,0 0 0 0 0,-1 0 0 0 0,1 0 0 0 0,0 0 0 0 0,-1 0 0 0 0,1 0 0 0 0,0 0 0 0 0,0 1 0 0 0,0-1 0 0 0,0 1 0 0 0,0-1-1 0 0,-3 13 56 0 0,0 0 0 0 0,-1 25 0 0 0,3-30-56 0 0,-2 42 31 0 0,3 64-1 0 0,1-104-33 0 0,4 90-629 0 0,1 60-6554 0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52.22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262 19 2860 0 0,'0'0'1326'0'0,"-3"-3"-364"0"0,-7-9-180 0 0,7 9 791 0 0,-2 3-1227 0 0,0-1-242 0 0,0 1 0 0 0,1 0 0 0 0,-1 1 0 0 0,0-1 0 0 0,0 1 0 0 0,1 0 1 0 0,-1 0-1 0 0,0 0 0 0 0,1 1 0 0 0,-1-1 0 0 0,1 1 0 0 0,-7 5 0 0 0,2-2 22 0 0,1 1 1 0 0,-1 0-1 0 0,2 1 0 0 0,-1 0 0 0 0,-10 12 0 0 0,3 1 11 0 0,0 0 0 0 0,1 1-1 0 0,2 0 1 0 0,-12 27 0 0 0,19-38-106 0 0,1 0 0 0 0,0 0-1 0 0,1 0 1 0 0,0 0 0 0 0,1 1 0 0 0,0-1 0 0 0,1 1-1 0 0,0 0 1 0 0,0-1 0 0 0,1 1 0 0 0,1 0 0 0 0,0 0-1 0 0,0-1 1 0 0,5 18 0 0 0,-5-24-29 0 0,0 0 1 0 0,0 0-1 0 0,0 0 0 0 0,1-1 0 0 0,0 1 1 0 0,-1 0-1 0 0,1-1 0 0 0,1 1 1 0 0,2 3-1 0 0,0-2-8 0 0,0 0 0 0 0,0-1 0 0 0,0 1 0 0 0,1-1 1 0 0,0 0-1 0 0,0-1 0 0 0,8 4 0 0 0,-9-5 3 0 0,-1 0 1 0 0,2-1-1 0 0,-1 0 0 0 0,0 0 0 0 0,0 0 1 0 0,0-1-1 0 0,0 0 0 0 0,1 1 0 0 0,7-2 1 0 0,-8 0 4 0 0,1 1 5 0 0,-1-2 4 0 0,14-4-7 0 0,-17 5-3 0 0,-1 1 0 0 0,1 0 0 0 0,-1-1 0 0 0,0 1 0 0 0,1-1 0 0 0,-1 0-1 0 0,0 1 1 0 0,0-1 0 0 0,0 0 0 0 0,1 0 0 0 0,-1 0 0 0 0,0 0 0 0 0,0 0-1 0 0,0 0 1 0 0,0 0 0 0 0,1-2 0 0 0,0 0 2 0 0,2 0 0 0 0,-2-2-5 0 0,8-12 14 0 0,-9 15-14 0 0,-1 1 0 0 0,1 0 0 0 0,0-1 0 0 0,-1 1 0 0 0,1-1 0 0 0,-1 1 0 0 0,1-1 0 0 0,-1 1 0 0 0,0-1 0 0 0,1 0 1 0 0,-1 1-1 0 0,0-1 0 0 0,0 1 0 0 0,0-1 0 0 0,-1-2 0 0 0,1-1-7 0 0,1 0 17 0 0,-2-1 15 0 0,-3-18-1 0 0,4 22-20 0 0,0 0 1 0 0,0 1 0 0 0,0-1 0 0 0,-1 0 0 0 0,1 1-1 0 0,-1-1 1 0 0,1 0 0 0 0,-1 1 0 0 0,1-1-1 0 0,-1 1 1 0 0,0-1 0 0 0,0 1 0 0 0,0 0-1 0 0,-1-2 1 0 0,-1-2 4 0 0,0 1 5 0 0,0 1-10 0 0,-2 0-8 0 0,0 0 1 0 0,1 1-1 0 0,-1-1 1 0 0,0 1 0 0 0,0 0-1 0 0,0 1 1 0 0,-7-2-1 0 0,7 2 20 0 0,-1 2-11 0 0,-2 0 1 0 0,5-1 1 0 0,0 0 0 0 0,-1 1 0 0 0,1-1 0 0 0,0 1 0 0 0,0 0 0 0 0,0 0 0 0 0,0 0 0 0 0,-3 2 0 0 0,-11 4-1 0 0,-12 7 2 0 0,15-1-46 0 0,-22 17-371 0 0,32-27 140 0 0,2 0-115 0 0,1-1 77 0 0,0-1-1 0 0,0 1 1 0 0,1-1-1 0 0,-1 1 0 0 0,0 0 1 0 0,1-1-1 0 0,-1 1 1 0 0,1 0-1 0 0,-1-1 1 0 0,1 1-1 0 0,0 0 1 0 0,0 0-1 0 0,0-1 1 0 0,0 1-1 0 0,0 0 0 0 0,0 0 1 0 0,0-1-1 0 0,1 1 1 0 0,-1 0-1 0 0,2 3 1 0 0,-1-1-3259 0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52.53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391 17 2412 0 0,'4'-2'1064'0'0,"-1"0"-814"0"0,0 0 1 0 0,0 0 0 0 0,0 1 0 0 0,0-1 0 0 0,1 1 0 0 0,-1 0 0 0 0,0 0-1 0 0,1 0 1 0 0,-1 1 0 0 0,1-1 0 0 0,-1 1 0 0 0,0-1 0 0 0,1 1 0 0 0,-1 0-1 0 0,1 1 1 0 0,6 0 0 0 0,-3 2-65 0 0,0 0 1 0 0,0 1-1 0 0,0-1 0 0 0,-1 1 1 0 0,0 1-1 0 0,0-1 0 0 0,0 1 1 0 0,0 0-1 0 0,-1 0 0 0 0,1 1 1 0 0,6 9-1 0 0,-3-3-25 0 0,-1 0 0 0 0,-1 0 0 0 0,0 1 0 0 0,-1 0 0 0 0,9 26 0 0 0,-9-20-88 0 0,-1 0 1 0 0,-2 0 0 0 0,0 0 0 0 0,0 0 0 0 0,-2 1-1 0 0,-1-1 1 0 0,0 1 0 0 0,-1-1 0 0 0,-5 21 0 0 0,1-13-52 0 0,-2-1 1 0 0,-1 0-1 0 0,-1 0 1 0 0,-1-1 0 0 0,-25 46-1 0 0,6-27-484 0 0,-1-1 0 0 0,-2-1 0 0 0,-1-2-1 0 0,-3-1 1 0 0,-1-2 0 0 0,-53 41-1 0 0,-94 58-4326 0 0,124-96 1039 0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53.90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60 1 2608 0 0,'0'0'4125'0'0,"-4"2"-3625"0"0,-14 8-21 0 0,18-10-454 0 0,-1 1 1 0 0,0 0-1 0 0,0-1 1 0 0,1 1-1 0 0,-1 0 1 0 0,0 0-1 0 0,1 0 1 0 0,-1-1-1 0 0,0 1 1 0 0,1 0-1 0 0,-1 0 0 0 0,1 0 1 0 0,0 0-1 0 0,-1 0 1 0 0,1 0-1 0 0,0 0 1 0 0,-1 0-1 0 0,1 0 1 0 0,0 0-1 0 0,0 0 1 0 0,0 0-1 0 0,0 0 0 0 0,0 2 1 0 0,0-3 10 0 0,-3 12 170 0 0,1 1 0 0 0,0-1 0 0 0,0 20 0 0 0,2-25-203 0 0,-5 91 418 0 0,0-29-442 0 0,4-56-430 0 0,-4 54 1053 0 0,3-16-7546 0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54.3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0 448 1664 0 0,'13'-57'2690'0'0,"-12"53"-1944"0"0,0-1-119 0 0,4-16-130 0 0,-4 16 364 0 0,-1 5-845 0 0,1 0 0 0 0,-1 0 0 0 0,1 0 1 0 0,-1-1-1 0 0,1 1 0 0 0,-1 0 0 0 0,0 0 0 0 0,1 0 1 0 0,-1 0-1 0 0,1-1 0 0 0,-1 1 0 0 0,0 0 0 0 0,1 0 1 0 0,-1-1-1 0 0,0 1 0 0 0,0 0 0 0 0,1-1 1 0 0,-1 1-1 0 0,0 0 0 0 0,1-1 0 0 0,-1 1 0 0 0,0 0 1 0 0,0-1-1 0 0,0 0 0 0 0,1 1 6 0 0,-1-1-1 0 0,0 1 1 0 0,0-1 0 0 0,1 1-1 0 0,-1 0 1 0 0,0-1-1 0 0,0 1 1 0 0,1-1 0 0 0,-1 1-1 0 0,0 0 1 0 0,1-1-1 0 0,-1 1 1 0 0,0 0 0 0 0,1-1-1 0 0,-1 1 1 0 0,1 0-1 0 0,-1 0 1 0 0,1 0 0 0 0,-1-1-1 0 0,1 1 1 0 0,-1 0 0 0 0,0 0-1 0 0,1 0 1 0 0,-1 0-1 0 0,1 0 1 0 0,-1 0 0 0 0,1 0-1 0 0,-1 0 1 0 0,1 0-1 0 0,-1 0 1 0 0,1 0 0 0 0,-1 0-1 0 0,1 0 1 0 0,-1 0-1 0 0,1 0 1 0 0,9 5 147 0 0,0-1 0 0 0,-1 2 1 0 0,0-1-1 0 0,0 1 0 0 0,0 0 0 0 0,-1 1 0 0 0,0 0 0 0 0,0 1 1 0 0,11 13-1 0 0,38 33 87 0 0,-50-47-254 0 0,-1-2-15 0 0,0 1 0 0 0,0-1 0 0 0,0-1 0 0 0,0 1 0 0 0,1-1 0 0 0,0 0 0 0 0,9 4 0 0 0,2-4-196 0 0,-13-3-83 0 0,-1-1-36 0 0,0-1 165 0 0,0 1 0 0 0,0-1 0 0 0,0 0 0 0 0,0-1 0 0 0,0 1 0 0 0,0-1 0 0 0,-1 1 0 0 0,1-1 0 0 0,0 0 0 0 0,-1 0 0 0 0,0-1 0 0 0,0 1 0 0 0,1-1 0 0 0,-1 0 0 0 0,-1 0 0 0 0,1 0 0 0 0,2-3 0 0 0,3-8-131 0 0,0 1 0 0 0,-2-1 0 0 0,1-1 0 0 0,-2 1 0 0 0,0-1 0 0 0,-1 0 0 0 0,0 0 0 0 0,2-27 0 0 0,6-133 333 0 0,-12 165 0 0 0,1-7 279 0 0,-1 1 1 0 0,-1-1-1 0 0,0 0 0 0 0,-4-17 0 0 0,0 14 243 0 0,5 19-489 0 0,-1 0-1 0 0,1 0 1 0 0,0-1 0 0 0,-1 1-1 0 0,1 0 1 0 0,-1 0-1 0 0,1-1 1 0 0,-1 1-1 0 0,1 0 1 0 0,-1 0-1 0 0,0 0 1 0 0,0 0-1 0 0,1 0 1 0 0,-1 0-1 0 0,0 0 1 0 0,0 0-1 0 0,0 0 1 0 0,0 1-1 0 0,-2-2 1 0 0,1 2-35 0 0,1 1-1 0 0,-1-1 1 0 0,0 1 0 0 0,0 0 0 0 0,1-1-1 0 0,-1 1 1 0 0,1 0 0 0 0,-1 0 0 0 0,1 0-1 0 0,-1 0 1 0 0,1 0 0 0 0,0 0 0 0 0,-1 1-1 0 0,1-1 1 0 0,0 0 0 0 0,0 1 0 0 0,0-1-1 0 0,-2 3 1 0 0,-16 31 275 0 0,18-33-282 0 0,-17 43 171 0 0,2 0 1 0 0,2 1-1 0 0,2 0 1 0 0,2 1-1 0 0,-7 81 0 0 0,15-109-153 0 0,2 8-30 0 0,3-7 4 0 0,-1-3-226 0 0,0 0 0 0 0,2 0 1 0 0,0-1-1 0 0,1 1 1 0 0,13 29-1 0 0,-16-42-340 0 0,2 0-95 0 0,13 10-65 0 0,-13-11-18 0 0,1-2-778 0 0,16 4 821 0 0,-16-4 18 0 0,0-3-448 0 0,20-8-773 0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55.30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0 205 1860 0 0,'0'0'408'0'0,"3"-4"51"0"0,24-35 4713 0 0,-23 41-5122 0 0,14 2-46 0 0,-14-3 161 0 0,0 0-108 0 0,13 5-8 0 0,-13-5 237 0 0,0-2-288 0 0,15-3-34 0 0,-14 3 24 0 0,14-9-25 0 0,-16 8 33 0 0,-1 1 4 0 0,0 0 0 0 0,0 1 0 0 0,0-2 0 0 0,0 1 0 0 0,0 0 0 0 0,-1 0 0 0 0,1-1 0 0 0,0 1 0 0 0,-1-1 0 0 0,1 1 0 0 0,-1-1 0 0 0,1 0 0 0 0,-1 1 0 0 0,0-1 0 0 0,1-2 1 0 0,11-11 78 0 0,-11 11-37 0 0,7-41 122 0 0,-9 40-130 0 0,-1 4-18 0 0,-1-1 0 0 0,1 1 0 0 0,0-1 0 0 0,0 1 0 0 0,0-1 0 0 0,0 0 0 0 0,0 1 0 0 0,0-1 0 0 0,1 0 0 0 0,-1 0 0 0 0,0-3 0 0 0,-5 6 153 0 0,-14 1-27 0 0,14-2-5 0 0,5 2-113 0 0,0 0 1 0 0,0-1-1 0 0,-1 1 1 0 0,1-1-1 0 0,0 1 1 0 0,-1-1-1 0 0,1 0 1 0 0,-1 1-1 0 0,-3 1 1 0 0,0 3 17 0 0,0 0 1 0 0,1 1 0 0 0,0-1-1 0 0,0 1 1 0 0,1 0 0 0 0,0 0-1 0 0,0 1 1 0 0,1-1 0 0 0,-1 1-1 0 0,0 10 1 0 0,-1 2-104 0 0,3-14 100 0 0,1 0 12 0 0,0 20-49 0 0,0-24-2 0 0,0-1 0 0 0,0 1 0 0 0,0-1 0 0 0,0 1-1 0 0,0-1 1 0 0,0 1 0 0 0,0-1 0 0 0,1 1 0 0 0,-1-1 0 0 0,0 1-1 0 0,1-1 1 0 0,0 1 0 0 0,-1-1 0 0 0,2 3 0 0 0,2 11-170 0 0,-3-14 168 0 0,0 1-1 0 0,0 0 0 0 0,0-1 1 0 0,0 1-1 0 0,0-1 1 0 0,0 1-1 0 0,0-1 0 0 0,1 1 1 0 0,-1-1-1 0 0,1 0 1 0 0,1 2-1 0 0,0 0-34 0 0,2-1 29 0 0,13 5-136 0 0,-13-6-66 0 0,-4-1 197 0 0,-1 0 1 0 0,1-1-1 0 0,-1 1 1 0 0,1 0-1 0 0,-1 0 1 0 0,1-1-1 0 0,0 1 1 0 0,-1 0-1 0 0,1 0 1 0 0,-1 0-1 0 0,1 0 1 0 0,0 0-1 0 0,-1 0 1 0 0,1 0-1 0 0,0 0 1 0 0,-1 0-1 0 0,1 0 1 0 0,-1 0-1 0 0,1 0 1 0 0,0 0-1 0 0,-1 1 1 0 0,1-1-1 0 0,-1 0 1 0 0,2 1-1 0 0,-1 0-4 0 0,0-1 0 0 0,0 0-1 0 0,0 1 1 0 0,0-1 0 0 0,0 0 0 0 0,0 1 0 0 0,0-1-1 0 0,0 0 1 0 0,0 0 0 0 0,1 0 0 0 0,-1 0-1 0 0,0 0 1 0 0,0 0 0 0 0,0 0 0 0 0,0 0 0 0 0,0-1-1 0 0,0 1 1 0 0,0 0 0 0 0,0-1 0 0 0,2 0-1 0 0,8-3-55 0 0,0 0 0 0 0,-1-1-1 0 0,1 0 1 0 0,-1-1-1 0 0,0 0 1 0 0,0-1-1 0 0,-1 0 1 0 0,0-1-1 0 0,0 0 1 0 0,-1 0-1 0 0,0 0 1 0 0,0-1-1 0 0,8-13 1 0 0,14-22 169 0 0,-27 40-78 0 0,0-1-118 0 0,7-12 218 0 0,-7 13 102 0 0,-1 0-320 0 0,-2 4 130 0 0,0 0 0 0 0,0-1 0 0 0,0 1 0 0 0,0 0 0 0 0,0-1 0 0 0,0 1 0 0 0,0-1-1 0 0,1 1 1 0 0,-1 0 0 0 0,0-1 0 0 0,0 1 0 0 0,0 0 0 0 0,1-1 0 0 0,-1 1 0 0 0,0 0 0 0 0,0 0 0 0 0,1-1 0 0 0,-1 1 0 0 0,0 0 0 0 0,0 0 0 0 0,1-1 0 0 0,-1 1 0 0 0,0 0 0 0 0,1 0 0 0 0,-1 0 0 0 0,0 0 0 0 0,1-1 0 0 0,-1 1 0 0 0,1 0 0 0 0,-1 0 0 0 0,0 0 0 0 0,1 0 0 0 0,0 0 0 0 0,0 14 707 0 0,-1-11-918 0 0,0 1 260 0 0,-1 1 1 0 0,-2 15-3 0 0,2-15-15 0 0,0 0-24 0 0,0 14 1 0 0,1-14 66 0 0,0 1-69 0 0,1 17-14 0 0,0-17 34 0 0,0-2-34 0 0,0-3-25 0 0,-1 0 5 0 0,0 0 1 0 0,0 0 0 0 0,0 0-1 0 0,0 1 1 0 0,0-1 0 0 0,0 0 0 0 0,1 0-1 0 0,-1 0 1 0 0,0 0 0 0 0,1 0-1 0 0,-1 0 1 0 0,1 0 0 0 0,-1-1-1 0 0,1 1 1 0 0,0 0 0 0 0,-1 0-1 0 0,2 1 1 0 0,0-1 0 0 0,0 0 1 0 0,0 0 0 0 0,0 0-1 0 0,0 0 1 0 0,0 0 0 0 0,1-1-1 0 0,-1 1 1 0 0,0-1-1 0 0,1 1 1 0 0,-1-1 0 0 0,0 0-1 0 0,1 0 1 0 0,-1 0-1 0 0,0 0 1 0 0,1 0 0 0 0,-1-1-1 0 0,0 1 1 0 0,1-1-1 0 0,2 0 1 0 0,1-1 3 0 0,-1 0-1 0 0,0 0 1 0 0,0 0-1 0 0,0-1 1 0 0,0 0-1 0 0,-1 0 1 0 0,1 0 0 0 0,-1 0-1 0 0,6-7 1 0 0,32-33 12 0 0,-37 37-20 0 0,-3 3 112 0 0,-1 8 20 0 0,1 13-70 0 0,-1-13-10 0 0,-1 0-29 0 0,1 17-1 0 0,3 0 16 0 0,-2-18-35 0 0,0 0-3 0 0,0 0 5 0 0,10 11 4 0 0,-9-11-6 0 0,1-1 20 0 0,1-1-27 0 0,0 1 1 0 0,0-1-1 0 0,0 1 1 0 0,0-1 0 0 0,0-1-1 0 0,1 1 1 0 0,-1-1-1 0 0,1 0 1 0 0,-1 0 0 0 0,1-1-1 0 0,-1 1 1 0 0,1-1-1 0 0,-1 0 1 0 0,1-1 0 0 0,-1 0-1 0 0,1 1 1 0 0,-1-2-1 0 0,0 1 1 0 0,8-3 0 0 0,-7 2 5 0 0,0 0 0 0 0,-1-1 1 0 0,1 1-1 0 0,0-1 0 0 0,-1-1 0 0 0,0 1 1 0 0,0-1-1 0 0,0 0 0 0 0,0 0 1 0 0,-1 0-1 0 0,1 0 0 0 0,6-10 1 0 0,-3 2 18 0 0,-1 0 0 0 0,0-1 1 0 0,10-26-1 0 0,-10 22 8 0 0,-1-5-17 0 0,-5 8 0 0 0,-1-37-185 0 0,-1 47-23 0 0,-1 0-147 0 0,-9-14 26 0 0,9 14-26 0 0,-2 3 48 0 0,0 0 0 0 0,0 1 0 0 0,0-1 0 0 0,0 1 0 0 0,0 0 0 0 0,0 0 0 0 0,1 0 0 0 0,-1 1 0 0 0,0-1 1 0 0,0 1-1 0 0,0 0 0 0 0,0 0 0 0 0,1 1 0 0 0,-1-1 0 0 0,0 1 0 0 0,1-1 0 0 0,0 1 0 0 0,-1 0 0 0 0,1 1 0 0 0,-5 3 0 0 0,-11 11-3066 0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55.91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384 21 1596 0 0,'-8'-4'263'0'0,"0"1"1"0"0,0 0-1 0 0,0 0 0 0 0,0 1 1 0 0,-1 0-1 0 0,1 1 0 0 0,-1-1 0 0 0,0 2 1 0 0,1-1-1 0 0,-1 1 0 0 0,0 0 1 0 0,1 1-1 0 0,-1 0 0 0 0,0 1 0 0 0,1 0 1 0 0,-1 0-1 0 0,1 0 0 0 0,-12 6 1 0 0,5-1-49 0 0,0 0 0 0 0,0 1 1 0 0,1 1-1 0 0,0 0 0 0 0,0 1 0 0 0,1 0 1 0 0,1 1-1 0 0,0 1 0 0 0,0 0 1 0 0,1 0-1 0 0,1 1 0 0 0,0 1 1 0 0,1-1-1 0 0,-11 21 0 0 0,17-27-159 0 0,1 0-1 0 0,-1 0 0 0 0,1 0 1 0 0,0 0-1 0 0,1 1 0 0 0,0-1 1 0 0,0 15-1 0 0,1-17-48 0 0,0 0 0 0 0,0-1 0 0 0,1 1 0 0 0,0 0 0 0 0,0 0 0 0 0,0 0 0 0 0,1-1 0 0 0,0 1 0 0 0,0 0 0 0 0,0-1 0 0 0,3 5 0 0 0,-3-5 0 0 0,1 1-15 0 0,0-1 0 0 0,0 0 0 0 0,0 0 0 0 0,0 0 0 0 0,1-1 0 0 0,-1 1 0 0 0,1-1 0 0 0,0 0 0 0 0,0 0 0 0 0,1 0 0 0 0,-1 0 0 0 0,6 2 0 0 0,-6-3-22 0 0,3 2-253 0 0,1 0 1 0 0,0 0 0 0 0,0-1 0 0 0,0 0-1 0 0,1 0 1 0 0,16 2 0 0 0,-18-3-5 0 0,-4-1 27 0 0,-1-1 1 0 0,1 1 0 0 0,0 0-1 0 0,-1-1 1 0 0,1 1-1 0 0,0-1 1 0 0,-1 0 0 0 0,1 0-1 0 0,0 0 1 0 0,2-1 0 0 0,2 1-678 0 0,0 0-3198 0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56.46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 56 2588 0 0,'0'0'3182'0'0,"-1"-4"-2658"0"0,-2-12-109 0 0,2 12 210 0 0,1 4-615 0 0,1 0 0 0 0,-1 0 0 0 0,0 0 0 0 0,1 0 0 0 0,-1 0 0 0 0,0-1 0 0 0,0 1-1 0 0,1 0 1 0 0,-1 0 0 0 0,0 0 0 0 0,0 0 0 0 0,1 0 0 0 0,-1 0 0 0 0,0-1 0 0 0,1 1 0 0 0,-1 0 0 0 0,0 0 0 0 0,0 0 0 0 0,0-1 0 0 0,1 1 0 0 0,-1 0 0 0 0,0 0-1 0 0,0 0 1 0 0,0-1 0 0 0,0 1 0 0 0,1 0 0 0 0,-1-1 0 0 0,0 1 0 0 0,0 0 0 0 0,0 0 0 0 0,0-1 0 0 0,0 0 7 0 0,1 0 1 0 0,-1 1-1 0 0,1-1 0 0 0,-1 0 1 0 0,0 0-1 0 0,1 1 0 0 0,-1-1 1 0 0,1 0-1 0 0,0 1 1 0 0,-1-1-1 0 0,1 1 0 0 0,-1-1 1 0 0,1 1-1 0 0,0-1 0 0 0,-1 1 1 0 0,1-1-1 0 0,0 1 1 0 0,0 0-1 0 0,-1-1 0 0 0,2 1 1 0 0,17-7 94 0 0,-14 5-16 0 0,0 1-6 0 0,6 0 38 0 0,1-1-1 0 0,0 2 0 0 0,-1-1 1 0 0,24 3-1 0 0,-31 0 41 0 0,-2 1-81 0 0,-1-1-70 0 0,0 0 1 0 0,-1 0 0 0 0,1 0-1 0 0,-1 0 1 0 0,1 0-1 0 0,-1 0 1 0 0,0 0-1 0 0,0 0 1 0 0,0 0-1 0 0,0 0 1 0 0,0 0 0 0 0,0 0-1 0 0,-1 0 1 0 0,1 0-1 0 0,-1 0 1 0 0,1 0-1 0 0,-1 0 1 0 0,0 0-1 0 0,0 0 1 0 0,1-1 0 0 0,-1 1-1 0 0,-1 0 1 0 0,1 0-1 0 0,0-1 1 0 0,0 1-1 0 0,-1-1 1 0 0,-1 2-1 0 0,-7 7 94 0 0,0 0 0 0 0,-1-1 0 0 0,-13 9-1 0 0,11-9-21 0 0,2 0-38 0 0,-27 20 150 0 0,35-26-134 0 0,4 0-112 0 0,0 0 58 0 0,1 0 0 0 0,-1 0 0 0 0,1 0 0 0 0,0 0 0 0 0,0-1 0 0 0,0 1-1 0 0,0-1 1 0 0,0 1 0 0 0,1-1 0 0 0,2 3 0 0 0,-4-4-19 0 0,2 2-2 0 0,-2-2 3 0 0,-1 1 1 0 0,1-1-1 0 0,0 0 0 0 0,0 1 0 0 0,0-1 0 0 0,-1 0 0 0 0,1 0 0 0 0,1 0 0 0 0,-1 0 0 0 0,0 1 0 0 0,2 0 1 0 0,-3-2 1 0 0,3 4 33 0 0,0-1 11 0 0,34 57-58 0 0,-35-56 74 0 0,-3 1-46 0 0,0 24 51 0 0,-18-13 28 0 0,9-12 17 0 0,9-4-111 0 0,0 1 0 0 0,1-1 0 0 0,-1 1 1 0 0,0-1-1 0 0,0 1 0 0 0,0-1 0 0 0,1 1 0 0 0,-1-1 0 0 0,0 0 1 0 0,0 0-1 0 0,0 1 0 0 0,0-1 0 0 0,1 0 0 0 0,-1 0 1 0 0,0 0-1 0 0,0 0 0 0 0,0 0 0 0 0,0 0 0 0 0,-1 0 1 0 0,-2-1-88 0 0,-1 1 1 0 0,1-1-1 0 0,0 1 1 0 0,-1-1-1 0 0,1-1 1 0 0,0 1-1 0 0,0 0 0 0 0,-7-5 1 0 0,7 4-503 0 0,3-2-305 0 0,-2-13-225 0 0,2 13-185 0 0,2-2-952 0 0,5-25-1579 0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56.72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30 2512 0 0,'4'-1'1295'0'0,"32"-9"4184"0"0,-25 7-5788 0 0,-6 2 588 0 0,0 1-17 0 0,62-3 659 0 0,-14 1-482 0 0,11-2-233 0 0,-30 2-54 0 0,-28 2-202 0 0,0 0-148 0 0,21-1-168 0 0,-20 0-295 0 0,24 0-9260 0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1:56.9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 0 2240 0 0,'0'0'1449'0'0,"-4"3"-228"0"0,2-2-734 0 0,-7 6-405 0 0,1-4 3757 0 0,8-3-3819 0 0,1 0 0 0 0,-1 0 0 0 0,0 0 0 0 0,0 0 0 0 0,1 0 0 0 0,-1 0 0 0 0,0 0 0 0 0,0 0 0 0 0,1 0 0 0 0,-1 0 1 0 0,0 0-1 0 0,0 0 0 0 0,1 0 0 0 0,-1 0 0 0 0,0 1 0 0 0,0-1 0 0 0,1 0 0 0 0,-1 0 0 0 0,0 0 0 0 0,0 0 1 0 0,0 1-1 0 0,1-1 0 0 0,-1 0 0 0 0,0 0 0 0 0,0 1 0 0 0,0-1 0 0 0,0 0 0 0 0,0 0 0 0 0,0 0 0 0 0,1 1 0 0 0,-1-1 1 0 0,0 0-1 0 0,0 1 0 0 0,0-1 0 0 0,0 0 0 0 0,0 1 10 0 0,0 0 1 0 0,0-1-1 0 0,1 1 0 0 0,-1-1 1 0 0,0 1-1 0 0,0 0 0 0 0,1-1 1 0 0,-1 1-1 0 0,0-1 0 0 0,1 1 1 0 0,-1-1-1 0 0,1 1 0 0 0,-1-1 1 0 0,1 0-1 0 0,-1 1 0 0 0,1-1 1 0 0,-1 0-1 0 0,1 1 1 0 0,-1-1-1 0 0,1 0 0 0 0,-1 1 1 0 0,1-1-1 0 0,-1 0 0 0 0,1 0 1 0 0,0 0-1 0 0,-1 1 0 0 0,1-1 1 0 0,-1 0-1 0 0,1 0 0 0 0,1 0 1 0 0,68 2-300 0 0,118-9 1 0 0,-165 1-1759 0 0,-8 3-1680 0 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2:03.15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407 1 1536 0 0,'-9'0'287'0'0,"0"1"1"0"0,0 1-1 0 0,0-1 0 0 0,1 1 1 0 0,-1 1-1 0 0,1 0 0 0 0,-1 0 1 0 0,1 1-1 0 0,0 0 0 0 0,0 0 1 0 0,0 0-1 0 0,1 1 0 0 0,0 1 1 0 0,-11 9-1 0 0,-6 7 313 0 0,1 0 0 0 0,-35 46-1 0 0,37-40-339 0 0,1 1 0 0 0,1 1 0 0 0,2 0 0 0 0,1 1-1 0 0,1 1 1 0 0,2 0 0 0 0,1 1 0 0 0,2 1 0 0 0,-8 42 0 0 0,15-57-211 0 0,1 0 1 0 0,1-1 0 0 0,1 1 0 0 0,0 0-1 0 0,1 0 1 0 0,2-1 0 0 0,-1 1 0 0 0,8 21-1 0 0,-6-26-43 0 0,1-1 0 0 0,1 1 0 0 0,0-1 0 0 0,1 0 0 0 0,1 0 0 0 0,-1-1 0 0 0,2 0 0 0 0,0 0 0 0 0,1-1-1 0 0,-1 0 1 0 0,18 13 0 0 0,-14-13-84 0 0,0-2 0 0 0,1 0 0 0 0,0 0 0 0 0,0-1-1 0 0,1-1 1 0 0,17 6 0 0 0,-14-7-974 0 0,-1-1 0 0 0,28 4 0 0 0,-42-8 836 0 0,-1 0 0 0 0,1-1 0 0 0,-1 0 0 0 0,1 1 0 0 0,-1-1 0 0 0,1 0 0 0 0,-1-1 0 0 0,1 1 0 0 0,0 0 0 0 0,-1-1 0 0 0,5-1 0 0 0,0 0-597 0 0,0 2-2801 0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2:07.78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97 22 2268 0 0,'0'0'5559'0'0,"0"-5"-5103"0"0,-1-11 622 0 0,0 16-1003 0 0,1 0-1 0 0,-1 0 1 0 0,1 0 0 0 0,-1-1 0 0 0,1 1-1 0 0,-1 0 1 0 0,1 0 0 0 0,-1 0 0 0 0,1 0-1 0 0,-1 0 1 0 0,1 0 0 0 0,-1 0 0 0 0,0 1-1 0 0,1-1 1 0 0,-1 0 0 0 0,1 0 0 0 0,-1 0-1 0 0,1 0 1 0 0,-1 1 0 0 0,1-1-1 0 0,-1 0 1 0 0,1 0 0 0 0,-1 1 0 0 0,1-1-1 0 0,0 0 1 0 0,-1 1 0 0 0,1-1 0 0 0,-1 1-1 0 0,-2 1 29 0 0,0 3-8 0 0,-10 33 200 0 0,0 1 0 0 0,-12 74 0 0 0,24-108-247 0 0,1 1 3 0 0,-4 19-5 0 0,3-18 3 0 0,1-2-16 0 0,-6 53 54 0 0,5-53 1 0 0,1 0-93 0 0,-3 15-6 0 0,3-15 16 0 0,-4 8-3009 0 0,2-9 1836 0 0,1 3-3560 0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2:08.84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52 35 2560 0 0,'0'0'2330'0'0,"-5"-1"-1689"0"0,-20 0 2851 0 0,21 1-3165 0 0,1 0-457 0 0,-11 0 1047 0 0,14-1-882 0 0,-1 1 0 0 0,1-1 0 0 0,0 1 0 0 0,0-1 0 0 0,0 1-1 0 0,0 0 1 0 0,0-1 0 0 0,0 1 0 0 0,1-1 0 0 0,-1 1 0 0 0,0 0 0 0 0,0-1-1 0 0,0 1 1 0 0,0-1 0 0 0,0 1 0 0 0,1 0 0 0 0,-1-1 0 0 0,0 1 0 0 0,0 0-1 0 0,0-1 1 0 0,1 1 0 0 0,-1 0 0 0 0,0-1 0 0 0,1 1 0 0 0,-1 0 0 0 0,0-1-1 0 0,1 1 1 0 0,-1 0 0 0 0,0 0 0 0 0,1 0 0 0 0,-1-1 0 0 0,1 1 0 0 0,-1 0-1 0 0,3-3 0 0 0,38-7-21 0 0,-34 8-17 0 0,-2 1 0 0 0,0 0 1 0 0,17-2 6 0 0,-16 2-3 0 0,-4 2-2 0 0,0-1 1 0 0,-1 1-1 0 0,1-1 0 0 0,0 0 1 0 0,0 1-1 0 0,0-1 1 0 0,0 0-1 0 0,0 0 0 0 0,0-1 1 0 0,4 1-1 0 0,-2 0 26 0 0,47 15-45 0 0,-42 6 113 0 0,-10-17-112 0 0,-3 5 20 0 0,-1 0 0 0 0,1-1 0 0 0,-1 1 0 0 0,-1-1-1 0 0,0 0 1 0 0,0-1 0 0 0,0 1 0 0 0,-1-1 0 0 0,-12 10-1 0 0,16-15 17 0 0,0 1-3 0 0,-2 0-2 0 0,3-2 0 0 0,0 0 0 0 0,0 0-1 0 0,0 1 1 0 0,0-1 0 0 0,0 1 0 0 0,0-1-1 0 0,0 1 1 0 0,1-1 0 0 0,-1 1 0 0 0,-2 3-1 0 0,4-4-8 0 0,0-1 0 0 0,0 1-1 0 0,0-1 1 0 0,0 0 0 0 0,0 1-1 0 0,0-1 1 0 0,0 0 0 0 0,0 1-1 0 0,0-1 1 0 0,0 0 0 0 0,0 1-1 0 0,1-1 1 0 0,-1 0 0 0 0,0 1-1 0 0,0-1 1 0 0,0 0 0 0 0,0 1-1 0 0,1-1 1 0 0,-1 0 0 0 0,0 1-1 0 0,0-1 1 0 0,1 0 0 0 0,-1 0-1 0 0,0 1 1 0 0,1-1-1 0 0,-1 0 1 0 0,0 0 0 0 0,0 0-1 0 0,1 0 1 0 0,-1 1 0 0 0,0-1-1 0 0,1 0 1 0 0,-1 0 0 0 0,1 0-1 0 0,-1 0 1 0 0,37 6 24 0 0,-32-6-26 0 0,0 1-14 0 0,14 1-1 0 0,-14-1 7 0 0,-1 0-17 0 0,13 6 33 0 0,-13-6 43 0 0,0 2-58 0 0,11 8 9 0 0,-12-8 17 0 0,-2-2-18 0 0,0 1-1 0 0,0 0 1 0 0,0-1-1 0 0,1 1 1 0 0,-1-1 0 0 0,0 1-1 0 0,0-1 1 0 0,1 0 0 0 0,-1 0-1 0 0,3 2 1 0 0,0 1 16 0 0,-2 0-2 0 0,6 14 2 0 0,-6-14 52 0 0,-5 16 2 0 0,3-15-58 0 0,-1 0 46 0 0,-1-2-16 0 0,-3 2-24 0 0,0 0 0 0 0,-1-1 0 0 0,1 0 0 0 0,-1 0 0 0 0,0 0-1 0 0,0-1 1 0 0,0 0 0 0 0,0 0 0 0 0,0 0 0 0 0,-8 1-1 0 0,-3 1 16 0 0,-1 0-1 0 0,-28 3 0 0 0,42-8-100 0 0,-25 5 13 0 0,23-5-94 0 0,-20-5-826 0 0,20 4 529 0 0,2-24-4039 0 0,6 15 2234 0 0,11-14-1577 0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2:09.31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72 3120 0 0,'0'0'1056'0'0,"3"-2"-110"0"0,12-9 2833 0 0,-10 12-3576 0 0,13 2 25 0 0,-5-1-24 0 0,1 0 0 0 0,-1 0 0 0 0,26-1 0 0 0,21-5-10 0 0,-53 4-130 0 0,-1-1 50 0 0,18-3 86 0 0,-18 4-70 0 0,-1-2-18 0 0,36-14 308 0 0,-38 14-301 0 0,0-1-60 0 0,14-31 436 0 0,-16 30-227 0 0,-1 4-264 0 0,-1 0 0 0 0,1 1 0 0 0,0-1-1 0 0,-1 0 1 0 0,1 0 0 0 0,-1 0 0 0 0,1 1 0 0 0,0-1-1 0 0,-1 0 1 0 0,1 0 0 0 0,0 1 0 0 0,-1-1 0 0 0,1 0-1 0 0,0 1 1 0 0,-1-1 0 0 0,1 0 0 0 0,0 1 0 0 0,0-1-1 0 0,-1 0 1 0 0,1 1 0 0 0,0-1 0 0 0,0 1 0 0 0,0-1-1 0 0,0 1 1 0 0,0-1 0 0 0,-1 1 0 0 0,1 0 1 0 0,0-1 0 0 0,0 0 0 0 0,0 1 0 0 0,0-1 0 0 0,0 1 0 0 0,0-1 0 0 0,-1 1 0 0 0,1-1 0 0 0,0 0 0 0 0,0 1 0 0 0,0-1 0 0 0,-1 0 0 0 0,1 1 0 0 0,0-1 0 0 0,-1 0 0 0 0,1 1 0 0 0,0-1 0 0 0,-1 0 0 0 0,1 1 0 0 0,0-1 0 0 0,-1 0 0 0 0,1 0 0 0 0,0 0 0 0 0,-1 1 0 0 0,1-1-1 0 0,-1 0 1 0 0,-2 5 81 0 0,-7 22-40 0 0,1 0 0 0 0,1 0 0 0 0,2 0-1 0 0,0 1 1 0 0,-2 45 0 0 0,-2-6 46 0 0,6-42-1234 0 0,0 0 0 0 0,0 32 1 0 0,-2-37-942 0 0,5-16 754 0 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2:09.54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 46 2588 0 0,'0'0'3818'0'0,"-2"-3"-3258"0"0,1 3-521 0 0,1-1 0 0 0,0 1 0 0 0,-1 0 0 0 0,1-1 0 0 0,0 1 0 0 0,0 0 0 0 0,-1-1 0 0 0,1 1 0 0 0,0-1 1 0 0,0 1-1 0 0,-1-1 0 0 0,1 1 0 0 0,0 0 0 0 0,0-1 0 0 0,0 1 0 0 0,0-1 0 0 0,0 1 0 0 0,0-1 0 0 0,0 1 0 0 0,0-1 0 0 0,0 1 0 0 0,0-1 0 0 0,0 1 0 0 0,0-1 0 0 0,0 1 0 0 0,0-1 1 0 0,0 1-1 0 0,0-1 0 0 0,1 1 0 0 0,-1 0 0 0 0,0-2 0 0 0,15-3 710 0 0,-13 5-870 0 0,3-2 358 0 0,3 2-13 0 0,158-9 429 0 0,-104 5-1158 0 0,37-3-5258 0 0,-93 6 2113 0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2:09.88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41 21 2236 0 0,'0'0'3573'0'0,"-4"1"-3185"0"0,0 1-144 0 0,-1 0 1 0 0,1 0 0 0 0,0 0-1 0 0,0 1 1 0 0,0 0 0 0 0,-4 3-1 0 0,5-3 1453 0 0,5 0-1577 0 0,-2-2-107 0 0,0 0 0 0 0,0-1 0 0 0,0 1-1 0 0,0-1 1 0 0,1 1 0 0 0,-1-1 0 0 0,0 1-1 0 0,1 0 1 0 0,-1-1 0 0 0,0 1 0 0 0,1-1-1 0 0,-1 1 1 0 0,0-1 0 0 0,1 0 0 0 0,-1 1 0 0 0,1-1-1 0 0,-1 1 1 0 0,1-1 0 0 0,-1 0 0 0 0,1 1-1 0 0,-1-1 1 0 0,1 0 0 0 0,0 0 0 0 0,-1 1 0 0 0,1-1-1 0 0,-1 0 1 0 0,1 0 0 0 0,-1 0 0 0 0,1 0-1 0 0,0 0 1 0 0,-1 0 0 0 0,1 0 0 0 0,0 0-1 0 0,-1 0 1 0 0,1 0 0 0 0,-1 0 0 0 0,1 0 0 0 0,0 0-1 0 0,-1 0 1 0 0,1-1 0 0 0,-1 1 0 0 0,1 0-1 0 0,-1 0 1 0 0,1-1 0 0 0,-1 1 0 0 0,1 0 0 0 0,-1-1-1 0 0,1 1 1 0 0,-1-1 0 0 0,1 0 0 0 0,3-1 244 0 0,-2 0-219 0 0,1 0 0 0 0,-1 0-1 0 0,1 0 1 0 0,-1 0 0 0 0,0-1 0 0 0,1 1-1 0 0,-1-1 1 0 0,-1 0 0 0 0,1 0 0 0 0,0 1 0 0 0,1-6-1 0 0,-1 5 243 0 0,-8-4-373 0 0,2-1-973 0 0,-4 7-5077 0 0,-14 5 2117 0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2:10.39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92 0 1984 0 0,'0'0'4840'0'0,"-2"3"-4448"0"0,-2 2-203 0 0,0-1 0 0 0,1 1 0 0 0,0-1 0 0 0,0 1 0 0 0,0 0 0 0 0,0 1 0 0 0,1-1 0 0 0,0 0 0 0 0,0 1 0 0 0,1-1 0 0 0,-1 1 0 0 0,1-1 0 0 0,0 1 0 0 0,0 0 0 0 0,1-1 0 0 0,0 1 0 0 0,0 0 0 0 0,0 0 0 0 0,2 6 0 0 0,-1-10-177 0 0,0-1 0 0 0,1 0 1 0 0,-1 0-1 0 0,0 0 0 0 0,0 0 1 0 0,1 0-1 0 0,-1 0 1 0 0,1 0-1 0 0,-1 0 0 0 0,4 1 1 0 0,-2 0 79 0 0,1 0-20 0 0,10 4-68 0 0,-11-4 64 0 0,17 5 126 0 0,-16-6-122 0 0,2 0-12 0 0,-1 0 0 0 0,0 1-1 0 0,1 0 1 0 0,-1-1 0 0 0,8 6-1 0 0,-9-6-55 0 0,0 1 94 0 0,-4-2-94 0 0,0 1-1 0 0,1-1 1 0 0,-1 1-1 0 0,1 0 0 0 0,-1-1 1 0 0,1 1-1 0 0,0-1 1 0 0,-1 1-1 0 0,1-1 0 0 0,-1 1 1 0 0,1-1-1 0 0,0 0 0 0 0,-1 1 1 0 0,1-1-1 0 0,0 0 1 0 0,0 0-1 0 0,-1 1 0 0 0,1-1 1 0 0,1 0-1 0 0,15 7 81 0 0,15 16 142 0 0,-30-21 246 0 0,-11 21-216 0 0,6-20-197 0 0,-10 3-21 0 0,0-1 0 0 0,0 0 0 0 0,-1-1 0 0 0,0 0 0 0 0,-14 1 0 0 0,23-4-60 0 0,-1 0-48 0 0,-21 1-69 0 0,20-2-61 0 0,2 1-185 0 0,-48-4-2479 0 0,48 2 1601 0 0,4 0 854 0 0,-1 0-1 0 0,1-1 1 0 0,-1 1 0 0 0,1 0-1 0 0,-1 0 1 0 0,0 0 0 0 0,0 1-1 0 0,0-1 1 0 0,-3-1-1 0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2:10.56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87 3344 0 0,'60'-34'3018'0'0,"-14"14"-1119"0"0,35-8-170 0 0,-76 27-1585 0 0,1 0-116 0 0,18-1 34 0 0,-18 2-111 0 0,0 0-204 0 0,18 1-143 0 0,-19-1-493 0 0,0 1-584 0 0,14 4-1151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2:10.8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114 0 3428 0 0,'0'0'1246'0'0,"2"3"-220"0"0,12 40 2297 0 0,-13-38-3059 0 0,-1 2-66 0 0,-2 8-246 0 0,-1 0 0 0 0,0 0 0 0 0,-1 0 1 0 0,0 0-1 0 0,-1-1 0 0 0,-9 18 0 0 0,7-20-732 0 0,0 0 0 0 0,-1 0 0 0 0,0-1 0 0 0,-1 0 0 0 0,0 0 0 0 0,-12 10 0 0 0,-6 3-2870 0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2:12.72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47 1 3268 0 0,'0'0'7316'0'0,"-1"5"-7136"0"0,-37 193 1206 0 0,37-193-1390 0 0,0 1-52 0 0,-5 51-1514 0 0,6-52 740 0 0,1-1-1635 0 0,3 17-1020 0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2:13.14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160 0 2580 0 0,'0'0'3863'0'0,"2"3"-3381"0"0,-2-1-423 0 0,1-1 0 0 0,0 1 1 0 0,0-1-1 0 0,-1 1 1 0 0,1-1-1 0 0,0 1 1 0 0,-1 0-1 0 0,0-1 0 0 0,1 1 1 0 0,-1 0-1 0 0,0-1 1 0 0,0 1-1 0 0,0 0 0 0 0,0-1 1 0 0,0 1-1 0 0,0 0 1 0 0,0-1-1 0 0,-1 1 0 0 0,1 0 1 0 0,-1-1-1 0 0,1 1 1 0 0,-1-1-1 0 0,0 1 0 0 0,1-1 1 0 0,-1 1-1 0 0,0-1 1 0 0,-1 3-1 0 0,-19 30 272 0 0,-1-1 1 0 0,-1 0-1 0 0,-36 38 0 0 0,56-68-283 0 0,0 1 1 0 0,-11 9-11 0 0,10-10 118 0 0,1 0-6 0 0,3-3-136 0 0,-1 0 0 0 0,1 0 1 0 0,0 1-1 0 0,-1-1 0 0 0,1 0 0 0 0,-1 0 0 0 0,1 0 1 0 0,0 1-1 0 0,-1-1 0 0 0,1 0 0 0 0,-1 1 0 0 0,1-1 1 0 0,0 0-1 0 0,0 1 0 0 0,-1-1 0 0 0,1 0 1 0 0,0 1-1 0 0,0-1 0 0 0,-1 0 0 0 0,1 1 0 0 0,0-1 1 0 0,0 1-1 0 0,0-1 0 0 0,0 1 0 0 0,-1-1 0 0 0,1 1 1 0 0,0-1-1 0 0,0 0 0 0 0,0 1 0 0 0,0-1 1 0 0,0 1-1 0 0,0-1 0 0 0,0 1 0 0 0,0-1 0 0 0,1 1 1 0 0,20 5 75 0 0,-16-5-48 0 0,2-2-38 0 0,244-31 8 0 0,-194 19-46 0 0,0-2-398 0 0,-52 14 154 0 0,0-1-186 0 0,21-11-1518 0 0,-7 3-2224 0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2:13.48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34 0 2496 0 0,'0'0'2209'0'0,"-5"1"-1308"0"0,-21 0 1746 0 0,25 3-2113 0 0,0 40 615 0 0,1-1 1 0 0,12 86 0 0 0,-7-80-1055 0 0,10 48-653 0 0,-14-92 219 0 0,1 0-121 0 0,6 12-127 0 0,-5-12-146 0 0,7 10-924 0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2:16.02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81 96 2468 0 0,'0'0'6413'0'0,"-4"1"-6141"0"0,-3 1 94 0 0,0 0 1 0 0,0 0-1 0 0,-1-1 1 0 0,-9 0-1 0 0,11-1 123 0 0,3-2-395 0 0,2 1-75 0 0,-1-1 0 0 0,1 0-1 0 0,-1 1 1 0 0,1-1 0 0 0,-1 0 0 0 0,1 0 0 0 0,0 0 0 0 0,0 0 0 0 0,0 0 0 0 0,0 0 0 0 0,0 0 0 0 0,1 0 0 0 0,-1-1 0 0 0,1 1 0 0 0,-1-4-1 0 0,0 1 31 0 0,4 1-24 0 0,6-14-4 0 0,-7 14-4 0 0,-1 4-16 0 0,-1 0-1 0 0,1 0 0 0 0,-1 0 1 0 0,1 0-1 0 0,-1 0 0 0 0,1-1 0 0 0,-1 1 1 0 0,1 0-1 0 0,-1 0 0 0 0,1 0 0 0 0,-1-1 1 0 0,1 1-1 0 0,-1 0 0 0 0,0 0 1 0 0,1-1-1 0 0,-1 1 0 0 0,1 0 0 0 0,-1-1 1 0 0,0 1-1 0 0,1 0 0 0 0,-1-1 1 0 0,0 1-1 0 0,1-1 0 0 0,-1 0 0 0 0,1 0 1 0 0,0 0-1 0 0,0-1 0 0 0,0 1 1 0 0,0 0-1 0 0,0 0 0 0 0,0 0 0 0 0,1 0 1 0 0,-1 0-1 0 0,0 0 0 0 0,1 1 1 0 0,-1-1-1 0 0,2 0 0 0 0,52-14 35 0 0,-49 14 9 0 0,0 2-26 0 0,-1-1-20 0 0,0 1-1 0 0,-1 0 0 0 0,1 1 1 0 0,0-1-1 0 0,0 1 0 0 0,-1 0 0 0 0,1 0 1 0 0,-1 0-1 0 0,1 1 0 0 0,-1 0 1 0 0,0-1-1 0 0,0 2 0 0 0,-1-1 0 0 0,5 4 1 0 0,-6-4-1 0 0,0 0 0 0 0,0 0 0 0 0,-1 0 0 0 0,1 1 0 0 0,-1-1 0 0 0,0 0 0 0 0,0 1 0 0 0,0-1 1 0 0,-1 1-1 0 0,1-1 0 0 0,-1 1 0 0 0,0-1 0 0 0,0 4 0 0 0,0-5 1 0 0,1 7-20 0 0,-1 0 0 0 0,0 0 0 0 0,-1 0 1 0 0,1 0-1 0 0,-2-1 0 0 0,0 1 0 0 0,0 0 0 0 0,0-1 0 0 0,-1 1 0 0 0,-5 9 0 0 0,0 0 66 0 0,-2 0 0 0 0,-1 0 0 0 0,-12 16 0 0 0,15-25-27 0 0,-1 1 0 0 0,0-2 0 0 0,-21 16 0 0 0,28-22-19 0 0,-1 0-6 0 0,0-1 4 0 0,-42 6-170 0 0,39-7 202 0 0,6-1-40 0 0,0-1 8 0 0,-1 1 0 0 0,1-1 0 0 0,0 1 0 0 0,-1-1 0 0 0,0 1 0 0 0,1-1 0 0 0,-1 1 0 0 0,0 0 0 0 0,0 0 0 0 0,-1-3 0 0 0,2 4 1 0 0,-2-4 14 0 0,2-2-31 0 0,1-19 2 0 0,-1 23 17 0 0,0 0 0 0 0,0 0 0 0 0,0 1 0 0 0,0-1-1 0 0,1 0 1 0 0,-1 0 0 0 0,0 1 0 0 0,1-1 0 0 0,-1 0 0 0 0,1 1 0 0 0,0-1 0 0 0,0 0 0 0 0,-1 1 0 0 0,3-3 0 0 0,0 0-4 0 0,-1-2-15 0 0,0 2 5 0 0,9-13 1 0 0,-9 12 14 0 0,0 5 0 0 0,0-1 0 0 0,-1 0 0 0 0,1 1 0 0 0,-1-1 0 0 0,1 0 0 0 0,-1 0 0 0 0,1 0 0 0 0,-1 0 0 0 0,0 0 0 0 0,0-1 0 0 0,1 1 0 0 0,0-2 0 0 0,-1 2 0 0 0,3-2 13 0 0,1 2 2 0 0,16-3 5 0 0,-16 3-28 0 0,0 2 20 0 0,12 4-13 0 0,-12-3-30 0 0,-1 1 20 0 0,8 8 20 0 0,-1 1 1 0 0,0 0-1 0 0,-1 0 0 0 0,0 1 0 0 0,-1 0 1 0 0,0 1-1 0 0,9 20 0 0 0,-17-31 10 0 0,2 2-33 0 0,-1-2-47 0 0,18 28-281 0 0,-19-29 115 0 0,1 0 1 0 0,-1 0-1 0 0,1-1 0 0 0,0 1 0 0 0,-1 0 1 0 0,1-1-1 0 0,0 1 0 0 0,0-1 0 0 0,0 1 1 0 0,1-1-1 0 0,-1 0 0 0 0,0 0 1 0 0,0 0-1 0 0,4 1 0 0 0,16 1-710 0 0,-17-2-82 0 0,1-2-75 0 0,14-4-713 0 0,-14 4-1274 0 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2:16.39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63 10 2088 0 0,'0'0'2869'0'0,"-3"-3"-2386"0"0,3 3-428 0 0,-1-1-1 0 0,0 0 0 0 0,0 1 0 0 0,1-1 1 0 0,-1 1-1 0 0,0-1 0 0 0,0 1 0 0 0,0-1 0 0 0,0 1 1 0 0,0 0-1 0 0,0-1 0 0 0,0 1 0 0 0,0 0 1 0 0,0 0-1 0 0,0-1 0 0 0,0 1 0 0 0,0 0 0 0 0,0 0 1 0 0,0 0-1 0 0,0 0 0 0 0,0 0 0 0 0,1 1 1 0 0,-1-1-1 0 0,0 0 0 0 0,0 0 0 0 0,0 1 0 0 0,0-1 1 0 0,0 0-1 0 0,0 1 0 0 0,0-1 0 0 0,0 1 1 0 0,0-1-1 0 0,-1 2 0 0 0,-1 0 251 0 0,0 1-258 0 0,1-1 0 0 0,-1 1 0 0 0,1-1 0 0 0,0 1 0 0 0,0 0 0 0 0,0 0 0 0 0,0 0 0 0 0,1 0 0 0 0,-3 6 0 0 0,2-5 31 0 0,6 4-113 0 0,-4-8 36 0 0,0 0 1 0 0,-1 1-1 0 0,1-1 1 0 0,0 1-1 0 0,0-1 0 0 0,0 1 1 0 0,0-1-1 0 0,1 1 1 0 0,-1-1-1 0 0,0 1 0 0 0,0-1 1 0 0,0 1-1 0 0,0-1 1 0 0,0 1-1 0 0,1-1 0 0 0,-1 0 1 0 0,0 1-1 0 0,0-1 1 0 0,1 1-1 0 0,-1-1 0 0 0,0 0 1 0 0,1 1-1 0 0,-1-1 1 0 0,0 0-1 0 0,1 1 0 0 0,-1-1 1 0 0,0 0-1 0 0,1 0 1 0 0,-1 1-1 0 0,1-1 0 0 0,-1 0 1 0 0,0 0-1 0 0,1 0 1 0 0,-1 1-1 0 0,1-1 0 0 0,-1 0 1 0 0,1 0-1 0 0,-1 0 1 0 0,2 0-1 0 0,21-1 56 0 0,-17 1 166 0 0,10-8-4 0 0,-13 6-168 0 0,0 0 367 0 0,5-7-167 0 0,4-1 591 0 0,-11 10-852 0 0,-1-1 1 0 0,0 1-1 0 0,1 0 0 0 0,-1 0 1 0 0,0-1-1 0 0,1 1 1 0 0,-1 0-1 0 0,0-1 0 0 0,0 1 1 0 0,1 0-1 0 0,-1-1 1 0 0,0 1-1 0 0,0 0 0 0 0,0-1 1 0 0,1 1-1 0 0,-1 0 0 0 0,0-1 1 0 0,0 1-1 0 0,0-1 1 0 0,0 1-1 0 0,0 0 0 0 0,0-1 1 0 0,0 1-1 0 0,0-1 1 0 0,0 1-1 0 0,0 0 0 0 0,0-1 1 0 0,0 1-1 0 0,0-1 0 0 0,0 1 1 0 0,0 0-1 0 0,0-1 1 0 0,0 1-1 0 0,-1-1 0 0 0,-13 0-560 0 0,11 1 570 0 0,-2 0-703 0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2:16.91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65 1 2228 0 0,'0'0'6628'0'0,"-4"1"-6562"0"0,2 1-8 0 0,0-1 0 0 0,0 0 1 0 0,-1 0-1 0 0,1 1 0 0 0,0-1 0 0 0,1 1 0 0 0,-1 0 0 0 0,0-1 0 0 0,0 1 1 0 0,1 0-1 0 0,-1 0 0 0 0,1 0 0 0 0,0 0 0 0 0,-2 3 0 0 0,2-1 183 0 0,2 0-209 0 0,2 15 14 0 0,-2-15 57 0 0,1-1-89 0 0,26 26 422 0 0,-25-26-336 0 0,1-1 13 0 0,12 7 56 0 0,-12-7-56 0 0,0 0-76 0 0,11 7 5 0 0,-11-7 18 0 0,0 0-76 0 0,13 8 50 0 0,-13-7 19 0 0,-1-1 11 0 0,45 37 519 0 0,-45-36-300 0 0,4 16-44 0 0,-6-15 25 0 0,-4 6-179 0 0,3-9-80 0 0,0-1 0 0 0,0 1 0 0 0,0 0 0 0 0,0-1 0 0 0,0 1 0 0 0,0-1 0 0 0,0 1 1 0 0,0 0-1 0 0,-1-1 0 0 0,1 1 0 0 0,0-1 0 0 0,0 1 0 0 0,-1-1 0 0 0,1 1 0 0 0,0 0 1 0 0,0-1-1 0 0,-1 1 0 0 0,1-1 0 0 0,-1 0 0 0 0,1 1 0 0 0,0-1 0 0 0,-1 1 0 0 0,1-1 1 0 0,-1 0-1 0 0,1 1 0 0 0,-1-1 0 0 0,1 0 0 0 0,-2 1 0 0 0,-4 5 10 0 0,-7 4 13 0 0,-40 6 58 0 0,28-11-58 0 0,19-3 25 0 0,-20 0-53 0 0,21-1-44 0 0,0-2-340 0 0,-15-1 31 0 0,15 2-149 0 0,2-2-916 0 0,-10-6 570 0 0,10 6-280 0 0,1-1-184 0 0,-3-12 4 0 0,3 12-883 0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2:17.13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68 2780 0 0,'0'0'1185'0'0,"3"-3"-168"0"0,2 0-715 0 0,0-1-1 0 0,1 1 1 0 0,-1 0 0 0 0,1 1 0 0 0,0-1 0 0 0,-1 1-1 0 0,1 0 1 0 0,0 1 0 0 0,0-1 0 0 0,0 1-1 0 0,0 0 1 0 0,10 0 0 0 0,0 0-43 0 0,181-24-1344 0 0,-192 25-81 0 0,1-2-62 0 0,16-5-868 0 0,-17 6-1453 0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4T05:22:17.39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194 7 2640 0 0,'0'0'2257'0'0,"4"-1"-1327"0"0,14-4-138 0 0,-14 4 555 0 0,2 2-740 0 0,-6 0-595 0 0,5-1 203 0 0,1 1 1 0 0,-1 0-1 0 0,0 1 1 0 0,0-1-1 0 0,0 1 1 0 0,-1 0-1 0 0,1 1 1 0 0,0-1-1 0 0,-1 1 1 0 0,1 0-1 0 0,-1 0 1 0 0,0 0-1 0 0,5 5 1 0 0,-1 3 21 0 0,1 1-1 0 0,-1 1 1 0 0,-1 0 0 0 0,0 0 0 0 0,-1 0 0 0 0,-1 1 0 0 0,0 0-1 0 0,-1 0 1 0 0,0 0 0 0 0,-1 1 0 0 0,1 14 0 0 0,-2-9-154 0 0,-2-1 1 0 0,0 1 0 0 0,-2-1-1 0 0,0 1 1 0 0,-1-1 0 0 0,0 0-1 0 0,-12 33 1 0 0,4-24-580 0 0,-1-1-1 0 0,-1 0 1 0 0,-1 0 0 0 0,-1-1-1 0 0,-2-1 1 0 0,0-1 0 0 0,-2 0-1 0 0,0-1 1 0 0,-2-1 0 0 0,0-1-1 0 0,-26 18 1 0 0,-9 3-2874 0 0,-6-2-2377 0 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08.21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36 0 4216 0 0,'0'0'2429'0'0,"-20"13"315"0"0,5 4-6120 0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2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3968 0 0,'0'0'9213'0'0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2772 0 0,'0'0'12733'0'0,"2"5"-12469"0"0,96 321 2341 0 0,-92-306-2601 0 0,5 29 4 0 0,33 212 1093 0 0,-43-256-1016 0 0,17 114 405 0 0,-15-99-361 0 0,13 223 947 0 0,-12-149-676 0 0,-3-29-243 0 0,0-7 63 0 0,1 16-116 0 0,4 74-9 0 0,-4-103-92 0 0,0 1 32 0 0,1 0-16 0 0,16 341 542 0 0,-10-243-283 0 0,-9-139-260 0 0,0 1 0 0 0,5 52 58 0 0,-5-54-33 0 0,0 4 25 0 0,-1 20-21 0 0,0-21-3 0 0,2 0-17 0 0,1 21 8 0 0,-1-21 16 0 0,-1 0 10 0 0,-3 61 73 0 0,2-61-125 0 0,1 27 36 0 0,0-27 38 0 0,0 0-73 0 0,-1 60-28 0 0,3 17 86 0 0,-1 194 319 0 0,-3-138-242 0 0,6-24-106 0 0,1-36 16 0 0,-1 17-127 0 0,-4-90 82 0 0,0-1-12 0 0,0 35-4 0 0,1 25 40 0 0,-1-60-10 0 0,1 1-8 0 0,0 59 33 0 0,-1-54-43 0 0,2 6 22 0 0,-2 20 65 0 0,0-32-108 0 0,0 1-3 0 0,1 19 3 0 0,0-19 5 0 0,-1-1 5 0 0,1 20 10 0 0,-1-19 0 0 0,0-1-14 0 0,6 91 11 0 0,-5-72 6 0 0,-1-21-8 0 0,0 3 0 0 0,2 327 2 0 0,0-181 4 0 0,-2-89-9 0 0,2 198-76 0 0,-2-154 93 0 0,0-48-49 0 0,0-6 40 0 0,1 30 3 0 0,-1-37 2 0 0,8 189 24 0 0,-6-180-53 0 0,8 104 45 0 0,24 166 214 0 0,15 181-248 0 0,-24-173-54 0 0,-10 44 12 0 0,10 126 35 0 0,40 410 24 0 0,-36-309-33 0 0,-23 178-198 0 0,-7-580 143 0 0,40 667-164 0 0,-35-821 222 0 0,-2-39 18 0 0,0 28-19 0 0,-2-4 10 0 0,1-6 0 0 0,7 47 11 0 0,-5-25-1 0 0,2 36-20 0 0,5 69 0 0 0,-2-61 22 0 0,0 31-29 0 0,12 96 88 0 0,-15-157-40 0 0,28 178-80 0 0,-21-195 39 0 0,4 44-48 0 0,-13-71 62 0 0,-2-15-1 0 0,0-1-18 0 0,8 37 104 0 0,-8-37 41 0 0,23-10-509 0 0,-19 5 326 0 0,0-1-133 0 0,13-5 60 0 0,-13 5-16 0 0,1 0-29 0 0,2-1 73 0 0,153-51-1038 0 0,975-151 542 0 0,-983 185 375 0 0,636-69-878 0 0,-299 27 703 0 0,-327 37 388 0 0,999-113-461 0 0,57 57-184 0 0,-502 29 397 0 0,-329 20 224 0 0,-176 15 23 0 0,269-15-30 0 0,-35 10 0 0 0,46 0-45 0 0,104-1-15 0 0,715-28-97 0 0,136-30 187 0 0,-870 55-27 0 0,-230 13 70 0 0,-341 12-77 0 0,1 1 52 0 0,89-3 44 0 0,-91 3-37 0 0,0 0-20 0 0,76-6-6 0 0,-76 6 58 0 0,0-1-30 0 0,49-8-286 0 0,-53 8 241 0 0,0 0 1 0 0,0 0-1 0 0,0 0 0 0 0,-1 0 0 0 0,1-1 0 0 0,0 1 1 0 0,-1 0-1 0 0,1 0 0 0 0,-1 0 0 0 0,0-1 0 0 0,1 1 0 0 0,-1 0 1 0 0,0-1-1 0 0,1 1 0 0 0,-1 0 0 0 0,0-1 0 0 0,0-1 1 0 0,-5-6-41 0 0,-1 1 1 0 0,1-1-1 0 0,-1 1 1 0 0,-1 0 0 0 0,-11-11-1 0 0,3 8 94 0 0,0 1-1 0 0,-1 0 0 0 0,0 1 1 0 0,-1 0-1 0 0,0 1 0 0 0,-23-6 0 0 0,36 13 20 0 0,-2 0 8 0 0,-17-4-26 0 0,17 4-4 0 0,1 1-1 0 0,-16-3 5 0 0,16 3 82 0 0,1 1-76 0 0,3 0-20 0 0,1-1-1 0 0,-1 0 0 0 0,0 0 1 0 0,1 0-1 0 0,-1 1 0 0 0,1-1 1 0 0,-1 0-1 0 0,0 0 1 0 0,1 1-1 0 0,-1-1 0 0 0,1 1 1 0 0,-1-1-1 0 0,1 0 0 0 0,-1 1 1 0 0,1-1-1 0 0,-1 1 1 0 0,1-1-1 0 0,-1 1 0 0 0,1 0 1 0 0,0-1-1 0 0,-1 1 1 0 0,1-1-1 0 0,0 2 0 0 0,9 11 39 0 0,-6-10-25 0 0,2-1 9 0 0,29 11-23 0 0,0-1 0 0 0,65 14 0 0 0,-94-25 32 0 0,0 0-18 0 0,19 6-3 0 0,-18-6 1 0 0,-1 0-1 0 0,42 12 273 0 0,-44-12 70 0 0,-2 12-183 0 0,-1-10-153 0 0,0 0 0 0 0,0 0 0 0 0,0 0-1 0 0,0-1 1 0 0,0 1 0 0 0,-1 0 0 0 0,1 0 0 0 0,-1 0-1 0 0,0-1 1 0 0,0 1 0 0 0,0 0 0 0 0,0-1 0 0 0,0 1-1 0 0,0-1 1 0 0,-3 4 0 0 0,-10 16-233 0 0,-27 31 0 0 0,-11-2-2882 0 0,36-39 1910 0 0,-17 13-5202 0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207 139 3368 0 0,'-3'-2'1261'0'0,"-7"-8"-117"0"0,7 7-193 0 0,-1 0-114 0 0,-11-10-53 0 0,11 10-41 0 0,1 0-35 0 0,-12-8-55 0 0,11 8 387 0 0,0 1-635 0 0,-11-6-46 0 0,11 5 519 0 0,-1 5-656 0 0,-13 3-14 0 0,13-3-20 0 0,2 1-4 0 0,-9 12 38 0 0,1 1 1 0 0,-16 28 0 0 0,7-2-39 0 0,18-38-208 0 0,0 1 51 0 0,-5 14-11 0 0,6-14-17 0 0,-1-1 46 0 0,-4 13-1 0 0,5-13 443 0 0,2-4-487 0 0,1-1 0 0 0,-1 1 0 0 0,1-1 0 0 0,-1 1-1 0 0,1-1 1 0 0,-1 1 0 0 0,0-1 0 0 0,1 0-1 0 0,-1 0 1 0 0,0 0 0 0 0,0 0 0 0 0,3-2 0 0 0,-2 2-8 0 0,1-2 9 0 0,0 1 0 0 0,-1-1 1 0 0,1 0-1 0 0,0 0 1 0 0,-1 0-1 0 0,0 0 0 0 0,1 0 1 0 0,-1 0-1 0 0,-1 0 0 0 0,1-1 1 0 0,0 1-1 0 0,1-5 1 0 0,-3 6-25 0 0,40-74 48 0 0,-11 14-99 0 0,4 5 464 0 0,-31 53 136 0 0,26-1 17 0 0,-24 9-404 0 0,24 24 34 0 0,-1 2 1 0 0,-2 1-1 0 0,24 37 0 0 0,11 14-365 0 0,-42-60-349 0 0,31 41-2436 0 0,-22-23-4494 0 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81 3088 0 0,'-3'-2'1372'0'0,"1"1"-901"0"0,1 1 0 0 0,0-1 0 0 0,-1 0 0 0 0,1 0 0 0 0,0 0 1 0 0,0 0-1 0 0,0-1 0 0 0,-1 1 0 0 0,1 0 0 0 0,1 0 0 0 0,-1-1 0 0 0,0 1 1 0 0,0-1-1 0 0,0 1 0 0 0,1 0 0 0 0,-1-3 0 0 0,-2-6-959 0 0,3 5 3090 0 0,-1 4-2585 0 0,1 0 0 0 0,0 0 0 0 0,0 0 0 0 0,0-1 0 0 0,0 1 0 0 0,0 0 0 0 0,0 0 0 0 0,1 0 0 0 0,-1 0 0 0 0,0 0 0 0 0,1 0 0 0 0,-1 0 0 0 0,0 0 0 0 0,1-2 0 0 0,2-4 507 0 0,0 5-523 0 0,10-5-3 0 0,-10 5-9 0 0,1 1 8 0 0,14-2-16 0 0,-14 2 17 0 0,2 2 21 0 0,14 1-5 0 0,-14-2 2 0 0,-2 3-12 0 0,11 7-28 0 0,-12-8-12 0 0,-3-2 35 0 0,0 1 1 0 0,0 0-1 0 0,0-1 0 0 0,0 1 0 0 0,0-1 0 0 0,0 1 0 0 0,0-1 0 0 0,1 1 0 0 0,-1-1 0 0 0,0 1 0 0 0,0-1 0 0 0,0 1 0 0 0,0-1 0 0 0,1 0 0 0 0,-1 1 0 0 0,0-1 0 0 0,1 1 0 0 0,-1-1 0 0 0,0 1 0 0 0,1-1 0 0 0,-1 0 0 0 0,0 1 1 0 0,1-1-1 0 0,-1 0 0 0 0,1 1 0 0 0,0 0-4 0 0,0 0 1 0 0,0-1-1 0 0,0 1 1 0 0,-1 0-1 0 0,1 0 1 0 0,0 0 0 0 0,0 0-1 0 0,-1 0 1 0 0,1 0-1 0 0,-1 0 1 0 0,1 0-1 0 0,-1 0 1 0 0,1 0-1 0 0,-1 0 1 0 0,0 0-1 0 0,1 0 1 0 0,-1 0 0 0 0,0 2-1 0 0,2 3 2 0 0,-1-4 1 0 0,0 0 1 0 0,0 0 0 0 0,-1 0 0 0 0,1 0 0 0 0,-1 0-1 0 0,0 0 1 0 0,0 0 0 0 0,0 0 0 0 0,0 0-1 0 0,0 0 1 0 0,0 3 0 0 0,0 5-13 0 0,-1 1 1 0 0,0-1-1 0 0,-1 0 0 0 0,0 0 1 0 0,0 0-1 0 0,-1 0 0 0 0,0-1 1 0 0,-10 19-1 0 0,5-9 30 0 0,-16 26-20 0 0,22-42 14 0 0,-1 2-17 0 0,-20 34-43 0 0,21-35 1 0 0,5-6-993 0 0,0 0 971 0 0,0-1 1 0 0,0 1-1 0 0,0-1 1 0 0,0 1-1 0 0,-1-1 1 0 0,0 0-1 0 0,1 0 1 0 0,2-5-1 0 0,-4 6 34 0 0,15-21-321 0 0,-2-1 1 0 0,0 0 0 0 0,-1-1 0 0 0,16-47 0 0 0,-25 63 377 0 0,23-73 199 0 0,-27 78 229 0 0,1 4-445 0 0,-1 0 1 0 0,1 1 0 0 0,-1-1 0 0 0,1 0-1 0 0,-1 0 1 0 0,0 1 0 0 0,1-1-1 0 0,-1 1 1 0 0,0-1 0 0 0,1 0 0 0 0,-1 1-1 0 0,0-1 1 0 0,0 1 0 0 0,1-1-1 0 0,-1 1 1 0 0,0-1 0 0 0,0 0 0 0 0,0 1-1 0 0,0-1 1 0 0,0 1 0 0 0,0-1-1 0 0,1 1 1 0 0,-1 0 0 0 0,0 0 1 0 0,0-1 1 0 0,0 1-1 0 0,0-1 1 0 0,0 1-1 0 0,0-1 1 0 0,0 1-1 0 0,0-1 1 0 0,0 1-1 0 0,0-1 1 0 0,1 1-1 0 0,-1-1 1 0 0,0 1-1 0 0,0-1 1 0 0,1 0-1 0 0,-1 1 1 0 0,0-1-1 0 0,1 1 1 0 0,-1-1-1 0 0,0 0 1 0 0,1 1-1 0 0,-1-1 1 0 0,0 0-1 0 0,2 1 0 0 0,-1 5 110 0 0,1 6-56 0 0,0 1 1 0 0,1-1-1 0 0,0 1 1 0 0,1-1-1 0 0,0 0 0 0 0,1-1 1 0 0,1 1-1 0 0,0-1 0 0 0,0 0 1 0 0,1 0-1 0 0,0-1 0 0 0,12 13 1 0 0,-16-20-70 0 0,19 10-151 0 0,-18-10-1 0 0,1-2-64 0 0,14 4-60 0 0,-15-4-64 0 0,2-1-496 0 0,34-3-956 0 0,-37 2 1355 0 0,1 1 0 0 0,-1-1 0 0 0,0 0 0 0 0,0 0-1 0 0,0 0 1 0 0,0 0 0 0 0,0-1 0 0 0,-1 1 0 0 0,1-1-1 0 0,0 1 1 0 0,-1-1 0 0 0,1 0 0 0 0,4-5 0 0 0,9-13-2689 0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 1 2084 0 0,'0'0'7995'0'0,"-2"4"-7654"0"0,-7 12-41 0 0,6-12-32 0 0,3 2-46 0 0,-1 42 194 0 0,-6 61-295 0 0,1-57-990 0 0,4-1-996 0 0,0-1-917 0 0,0-16 488 0 0,1-25-1603 0 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90 317 3276 0 0,'0'0'1570'0'0,"-5"-1"-153"0"0,-45-17 3635 0 0,45 16-4361 0 0,0-5 187 0 0,-7-4 223 0 0,0-29 19 0 0,12 36-964 0 0,0 3-145 0 0,1 1 0 0 0,0-1 0 0 0,-1 1 0 0 0,1-1 0 0 0,-1 0-1 0 0,0 0 1 0 0,1 1 0 0 0,-1-1 0 0 0,1 0 0 0 0,-1 0-1 0 0,0 1 1 0 0,0-1 0 0 0,1 0 0 0 0,-1 0 0 0 0,0 0 0 0 0,0 1-1 0 0,0-1 1 0 0,0-1 0 0 0,4-18 145 0 0,-1 13-88 0 0,0 0 0 0 0,1 0 0 0 0,-1 0 0 0 0,1 0 1 0 0,1 0-1 0 0,-1 1 0 0 0,1 0 0 0 0,1 0 0 0 0,6-6 0 0 0,-6 6-140 0 0,1 0 42 0 0,35-15 369 0 0,-38 19-339 0 0,2 1-76 0 0,15-4 21 0 0,-16 4 21 0 0,0 2 13 0 0,1 1 14 0 0,-1-1 0 0 0,1 1-1 0 0,-1 0 1 0 0,0 1-1 0 0,0-1 1 0 0,0 1 0 0 0,0 0-1 0 0,-1 0 1 0 0,1 1-1 0 0,-1-1 1 0 0,0 1-1 0 0,0 0 1 0 0,0 0 0 0 0,4 6-1 0 0,2 7-3 0 0,0 2 0 0 0,12 32 0 0 0,-9-4 18 0 0,-12-42-16 0 0,0 1-24 0 0,6 47 30 0 0,-6-48-1 0 0,0-1 10 0 0,2 15-16 0 0,-2-14-15 0 0,2-9-1064 0 0,10-10 909 0 0,-10 10 8 0 0,-2-2-16 0 0,6-45-200 0 0,-3-1 0 0 0,-3-68 0 0 0,-6 59 408 0 0,4 57 17 0 0,1-1 8 0 0,-7-40 280 0 0,13 63-259 0 0,1 0 0 0 0,18 32 0 0 0,-24-49-65 0 0,8 14 13 0 0,1-1-1 0 0,0 0 1 0 0,1 0 0 0 0,14 14-1 0 0,-17-22-121 0 0,-1 0 0 0 0,1 0 0 0 0,0-1 0 0 0,0 0 0 0 0,0 0 0 0 0,1 0 0 0 0,0-2 0 0 0,11 5 0 0 0,-7-6-827 0 0,1 0 0 0 0,-1-1-1 0 0,1 0 1 0 0,0-2 0 0 0,19-1-1 0 0,-27 1 486 0 0,19-5-2699 0 0,2-1-669 0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57 3056 0 0,'0'0'10815'0'0,"-1"-3"-10683"0"0,-5-13-27 0 0,5 12 244 0 0,2 0-303 0 0,2-13-16 0 0,-2 12 10 0 0,18-2-85 0 0,-15 6 58 0 0,-2 2-11 0 0,0-1 1 0 0,0 1-1 0 0,1 0 0 0 0,-1 0 1 0 0,0 0-1 0 0,0 0 1 0 0,0 0-1 0 0,0 0 1 0 0,0 1-1 0 0,0-1 0 0 0,-1 1 1 0 0,1-1-1 0 0,0 1 1 0 0,-1 0-1 0 0,3 3 1 0 0,25 38 14 0 0,-1 19 1 0 0,-25-52-23 0 0,1 0 0 0 0,-2 1 0 0 0,1-1 0 0 0,-1 1 0 0 0,0 12 0 0 0,-1-15 3 0 0,3 16 24 0 0,-4 6-2 0 0,-21 87 104 0 0,20-111-142 0 0,0-4 8 0 0,-1 1-1 0 0,1-1 0 0 0,0 1 1 0 0,-1-1-1 0 0,1 0 0 0 0,-1 1 1 0 0,0-1-1 0 0,0 0 0 0 0,0 0 1 0 0,0-1-1 0 0,0 1 0 0 0,0 0 1 0 0,-5 2-1 0 0,4-2-134 0 0,-17-9-397 0 0,16 6 374 0 0,3-1 139 0 0,0 1 1 0 0,0-1 0 0 0,0 1 0 0 0,-1-1-1 0 0,1 1 1 0 0,0 0 0 0 0,-1-1 0 0 0,1 1-1 0 0,0 0 1 0 0,-3-1 0 0 0,-1-5-59 0 0,0 1 1 0 0,1-1-1 0 0,0 0 1 0 0,1 0-1 0 0,-1 0 0 0 0,1 0 1 0 0,-3-12-1 0 0,5 15 53 0 0,3 1-79 0 0,6-11 115 0 0,-6 10 22 0 0,3 5-11 0 0,14 1 3 0 0,-15-2-6 0 0,2 2-3 0 0,15 4-309 0 0,0-2 0 0 0,1 0-1 0 0,0-1 1 0 0,0-1-1 0 0,0 0 1 0 0,0-2-1 0 0,44-6 1 0 0,-6-9-3069 0 0,-49 11 855 0 0,12-5-1786 0 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9 3544 0 0,'0'0'4958'0'0,"-3"-2"-3696"0"0,-12-4 3368 0 0,9 12-2227 0 0,7 12-3038 0 0,71 232-262 0 0,-3-10-4016 0 0,-44-149-31 0 0,-13-45-424 0 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17 4272 0 0,'-1'-4'1476'0'0,"-5"-9"597"0"0,6 14-1938 0 0,-1-1 0 0 0,0 0 1 0 0,1 0-1 0 0,-1 0 0 0 0,1 1 0 0 0,-1-1 0 0 0,1 0 0 0 0,-1 1 1 0 0,1-1-1 0 0,-1 0 0 0 0,1 1 0 0 0,-1-1 0 0 0,1 1 1 0 0,0-1-1 0 0,-1 1 0 0 0,1-1 0 0 0,0 1 0 0 0,-1-1 1 0 0,1 1-1 0 0,0-1 0 0 0,0 1 0 0 0,-1 0 0 0 0,-1 3 306 0 0,1 0-254 0 0,1-2-144 0 0,0-1-21 0 0,0 0 1 0 0,0 1-1 0 0,0-1 0 0 0,0 1 0 0 0,0-1 0 0 0,0 0 1 0 0,-1 1-1 0 0,1-1 0 0 0,0 1 0 0 0,-1-1 0 0 0,1 0 1 0 0,-2 3 135 0 0,2 1-11 0 0,1 17-8 0 0,0-17 9 0 0,0 0-4 0 0,17 43 325 0 0,-16-43-358 0 0,0-2-4 0 0,23 29 175 0 0,-23-30-235 0 0,19 8 72 0 0,-16-9-101 0 0,49 7 34 0 0,-48-7-52 0 0,-1-1-8 0 0,17 1-4 0 0,-16 0 11 0 0,-1-1-16 0 0,15 4 8 0 0,-15-3 26 0 0,12 5 37 0 0,-14-4-43 0 0,1-1 96 0 0,8 14-45 0 0,-10-12-41 0 0,-3 3-7 0 0,1 0 0 0 0,-1 0 0 0 0,-1 0-1 0 0,1 0 1 0 0,-1-1 0 0 0,0 1 0 0 0,0-1 0 0 0,-1 1 0 0 0,0-1 0 0 0,0 0 0 0 0,0 0 0 0 0,0 0-1 0 0,-6 5 1 0 0,-4 5-57 0 0,-1 0 0 0 0,-17 14-1 0 0,30-29 38 0 0,-19 14-539 0 0,17-12 94 0 0,-1 0-152 0 0,-14 3-269 0 0,14-3-353 0 0,-1-3-1952 0 0,-16-1 528 0 0,15 1-1881 0 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1 250 2772 0 0,'0'0'1724'0'0,"0"-5"-405"0"0,1-2-1053 0 0,0 1 1 0 0,0-1-1 0 0,1 1 1 0 0,0-1-1 0 0,0 1 1 0 0,1-1-1 0 0,-1 1 0 0 0,1 0 1 0 0,1 0-1 0 0,-1 1 1 0 0,1-1-1 0 0,0 1 1 0 0,0 0-1 0 0,1-1 1 0 0,-1 2-1 0 0,8-7 1 0 0,9-8-518 0 0,0 2 0 0 0,1 0 0 0 0,0 1 0 0 0,2 2 0 0 0,0 0 0 0 0,31-12-1 0 0,-10 11-4423 0 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110 21 3128 0 0,'0'0'3941'0'0,"-2"-2"-3039"0"0,-7-9-122 0 0,6 8 1463 0 0,-32 8-1675 0 0,34-4-537 0 0,-1 0 0 0 0,1 0-1 0 0,0 0 1 0 0,-1 0 0 0 0,1 0-1 0 0,0 0 1 0 0,-1 0 0 0 0,1 1-1 0 0,0-1 1 0 0,-2 3 0 0 0,-2 2 52 0 0,1 0 1 0 0,-1 1-1 0 0,1-1 1 0 0,0 1-1 0 0,0 0 1 0 0,1 0-1 0 0,0 0 1 0 0,0 1-1 0 0,1-1 1 0 0,0 1 0 0 0,0 0-1 0 0,1-1 1 0 0,0 1-1 0 0,0 0 1 0 0,1 15-1 0 0,0-23-76 0 0,-1 5 40 0 0,3 2-4 0 0,-1-3-37 0 0,-1 0 4 0 0,1 1 0 0 0,0-1 0 0 0,0 0 1 0 0,0 0-1 0 0,1 0 0 0 0,0 0 1 0 0,-1 0-1 0 0,1-1 0 0 0,1 1 0 0 0,-1 0 1 0 0,5 5-1 0 0,-2-5-65 0 0,1 0 0 0 0,-1-1 0 0 0,1 1 0 0 0,-1-1 0 0 0,1-1-1 0 0,0 1 1 0 0,0-1 0 0 0,1 0 0 0 0,8 2 0 0 0,-10-4-57 0 0,1-1 11 0 0,0 0 100 0 0,0 0 0 0 0,0-1 0 0 0,0 0 0 0 0,0 0 0 0 0,0 0 0 0 0,-1-1-1 0 0,1 1 1 0 0,-1-1 0 0 0,0-1 0 0 0,1 1 0 0 0,-2-1 0 0 0,1 0-1 0 0,0 0 1 0 0,-1 0 0 0 0,0-1 0 0 0,0 1 0 0 0,0-1 0 0 0,0 0-1 0 0,-1 0 1 0 0,0-1 0 0 0,0 1 0 0 0,4-11 0 0 0,-5 12 8 0 0,5-19 32 0 0,-4-13-38 0 0,-5 28-12 0 0,0 2-2 0 0,1 2-73 0 0,0 0-1 0 0,0-1 1 0 0,-1 1 0 0 0,1 0-1 0 0,-1 0 1 0 0,0 0 0 0 0,0 0-1 0 0,0 0 1 0 0,-1 0 0 0 0,1 1-1 0 0,-1-1 1 0 0,0 1 0 0 0,0-1-1 0 0,0 1 1 0 0,-1 0 0 0 0,1 0-1 0 0,-1 1 1 0 0,0-1 0 0 0,-6-3-1 0 0,-9-1-437 0 0,14 6-220 0 0,-2 1-320 0 0,-1-1 596 0 0,-8 0-62 0 0,-4 6-2582 0 0,-11 5-1374 0 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13 4480 0 0,'0'0'1595'0'0,"-2"-3"-245"0"0,2 2-1193 0 0,0 1 0 0 0,0-1 0 0 0,-1 1 0 0 0,1-1 0 0 0,0 1 0 0 0,0-1 0 0 0,-1 1-1 0 0,1 0 1 0 0,0-1 0 0 0,0 1 0 0 0,-1-1 0 0 0,1 1 0 0 0,-1 0 0 0 0,1-1 0 0 0,0 1 0 0 0,-1 0-1 0 0,1-1 1 0 0,-1 1 0 0 0,1 0 0 0 0,-1 0 0 0 0,1-1 0 0 0,-1 1 0 0 0,1 0 0 0 0,-1 0-1 0 0,1 0 1 0 0,-1 0 0 0 0,1-1 0 0 0,-1 1 0 0 0,1 0 0 0 0,-2 0 0 0 0,-1 16 731 0 0,7 29-1163 0 0,37 163-410 0 0,18 112-4387 0 0,-50-252 2453 0 0,-1-7-1867 0 0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53 3576 0 0,'0'-4'1705'0'0,"-3"-15"-276"0"0,3 14 1570 0 0,-5-15-1916 0 0,5 16 4 0 0,0 9-932 0 0,71 264-672 0 0,-65-246-16 0 0,1-7 154 0 0,-2-5-116 0 0,36 56-4115 0 0,-39-64 2584 0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50 151 2828 0 0,'-1'-4'1266'0'0,"-4"-12"-172"0"0,4 12 551 0 0,-1 0-959 0 0,2 4-622 0 0,0-1 0 0 0,0 0 0 0 0,0 1 1 0 0,0-1-1 0 0,-1 1 0 0 0,1-1 0 0 0,0 1 0 0 0,0-1 0 0 0,-1 1 0 0 0,1-1 0 0 0,0 1 0 0 0,-1-1 0 0 0,1 1 0 0 0,0 0 0 0 0,-1-1 0 0 0,1 1 0 0 0,-1-1 0 0 0,1 1 0 0 0,-1 0 0 0 0,1-1 0 0 0,-1 1 0 0 0,1 0 0 0 0,-1 0 0 0 0,1-1 0 0 0,-1 1 0 0 0,1 0 0 0 0,-1 0 0 0 0,0 0 0 0 0,-13 8 854 0 0,13-8-1013 0 0,-3 3 307 0 0,-1 17 15 0 0,3-15-173 0 0,1 0 109 0 0,0 1-18 0 0,1 0-108 0 0,-1 2 11 0 0,1 0 0 0 0,0 0 0 0 0,0 0 0 0 0,1 0-1 0 0,0 1 1 0 0,0-2 0 0 0,1 1 0 0 0,0 0 0 0 0,0 0-1 0 0,1 0 1 0 0,6 14 0 0 0,12 9-80 0 0,-17-27 16 0 0,-1-1 21 0 0,1 0 2 0 0,12 9-15 0 0,-12-9-16 0 0,1-1-24 0 0,12 4 4 0 0,-13-4 12 0 0,2-2 1 0 0,16 0 25 0 0,-16 0 21 0 0,-2-2 4 0 0,15-7 14 0 0,-14 7 4 0 0,-3-2 5 0 0,6-11-2 0 0,-7 11-29 0 0,0 1-1 0 0,0-1 0 0 0,-1 1 0 0 0,1-1 0 0 0,-1 1 0 0 0,0-1 1 0 0,0 0-1 0 0,0 1 0 0 0,0-1 0 0 0,0 1 0 0 0,-2-7 1 0 0,1 4 6 0 0,-3-7-1 0 0,0 0-1 0 0,0 0 1 0 0,-2 0-1 0 0,1 1 1 0 0,-1 0-1 0 0,-13-18 0 0 0,17 27-17 0 0,-1-1-22 0 0,-7-11-91 0 0,7 11 36 0 0,1 1-173 0 0,2 2 124 0 0,-1 0 0 0 0,1 0 0 0 0,-1 0 0 0 0,1 0 0 0 0,-1 1-1 0 0,1-1 1 0 0,-1 0 0 0 0,1 0 0 0 0,0 0 0 0 0,-1 0 0 0 0,1 0 0 0 0,0-1-1 0 0,0 1 1 0 0,0-2 0 0 0,0 2 54 0 0,1 1 0 0 0,-1-1 0 0 0,1 0 0 0 0,-1 0 0 0 0,1 0 0 0 0,-1 0 0 0 0,1 1 0 0 0,0-1 0 0 0,-1 0 0 0 0,1 1 0 0 0,0-1 0 0 0,0 0 0 0 0,0 1 0 0 0,-1-1 0 0 0,1 1 0 0 0,0-1 0 0 0,0 1 0 0 0,0 0 0 0 0,0-1 0 0 0,0 1-1 0 0,0 0 1 0 0,0-1 0 0 0,0 1 0 0 0,0 0 0 0 0,1 0 0 0 0,19-4-310 0 0,-15 3 52 0 0,0-1 38 0 0,18-3 541 0 0,1-2 1 0 0,-1 0 0 0 0,0-2 0 0 0,33-17 0 0 0,-53 24 129 0 0,-3 2-328 0 0,0 0 0 0 0,0-1 0 0 0,1 1 0 0 0,-1-1 0 0 0,0 1-1 0 0,0-1 1 0 0,1 1 0 0 0,-1-1 0 0 0,0 0 0 0 0,0 0 0 0 0,0 1-1 0 0,2-3 1 0 0,-1 1 56 0 0,1 0 576 0 0,0 0-391 0 0,10-5-35 0 0,-10 5 784 0 0,-3 7-951 0 0,-1 6 9 0 0,0-1 1 0 0,-1 1-1 0 0,-1-1 1 0 0,-7 19-1 0 0,5-14 22 0 0,0 1 1 0 0,1-1-1 0 0,-3 29 0 0 0,4-23-43 0 0,3-15 74 0 0,0 0-101 0 0,7 37-32 0 0,-4-36-15 0 0,1-2-2 0 0,-3-2-15 0 0,0-1 1 0 0,1 1-1 0 0,0 0 0 0 0,0-1 1 0 0,0 0-1 0 0,0 1 0 0 0,0-1 1 0 0,0 0-1 0 0,0 0 0 0 0,1 0 1 0 0,-1 0-1 0 0,1 0 0 0 0,3 1 1 0 0,-4-1-35 0 0,2 0-158 0 0,1-1-11 0 0,18 5-7 0 0,-18-5 2 0 0,2-2 13 0 0,6 0 68 0 0,1-1 0 0 0,-1-1 0 0 0,21-6 0 0 0,-28 6 134 0 0,-1 1 1 0 0,1-1-1 0 0,-1 0 1 0 0,1 0-1 0 0,-1 0 1 0 0,0-1 0 0 0,-1 0-1 0 0,1 0 1 0 0,0 0-1 0 0,-1-1 1 0 0,7-9 0 0 0,17-29 163 0 0,-27 40-156 0 0,0-1 1 0 0,0 1 0 0 0,0 0 0 0 0,0 0-1 0 0,-1-1 1 0 0,1 1 0 0 0,-1 0 0 0 0,0-1-1 0 0,0 1 1 0 0,0-1 0 0 0,-1 1 0 0 0,1 0-1 0 0,-1-4 1 0 0,0 1-11 0 0,0 1-53 0 0,0 0-1 0 0,-1 0 1 0 0,1 1-1 0 0,-1-1 1 0 0,0 0-1 0 0,-1 1 0 0 0,1 0 1 0 0,-4-6-1 0 0,3 5-22 0 0,1 3-52 0 0,0 0 0 0 0,-1-1 1 0 0,1 1-1 0 0,0 0 0 0 0,-1 0 0 0 0,0 1 0 0 0,1-1 0 0 0,-1 0 0 0 0,0 1 0 0 0,0-1 0 0 0,0 1 0 0 0,0 0 1 0 0,0 0-1 0 0,0 0 0 0 0,-6 0 0 0 0,7 0 9 0 0,1 1 13 0 0,-1-1-28 0 0,0 1 1 0 0,0-1 0 0 0,0 0 0 0 0,0 1 0 0 0,0 0-1 0 0,0-1 1 0 0,0 1 0 0 0,0 0 0 0 0,0 0-1 0 0,0 0 1 0 0,0 0 0 0 0,0 0 0 0 0,0 1-1 0 0,-3 0 1 0 0,-7 1-1820 0 0,-17 4-1392 0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1 3612 0 0,'0'0'5145'0'0,"-7"32"-4341"0"0,16 19-532 0 0,-2-18-84 0 0,3 6-20 0 0,1 4-16 0 0,1 1-56 0 0,0 3-32 0 0,-1 2-176 0 0,1 2-152 0 0,-2 1-304 0 0,3 2-408 0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127 162 3368 0 0,'0'0'1126'0'0,"-2"-4"-171"0"0,-5-11-204 0 0,5 11-157 0 0,1 0-73 0 0,-16-68 1476 0 0,16 68-1719 0 0,2 0-37 0 0,13-39 716 0 0,-11 39-696 0 0,19-4 142 0 0,-22 8-395 0 0,1 1 0 0 0,-1-1-1 0 0,0 1 1 0 0,0-1-1 0 0,0 0 1 0 0,0 1-1 0 0,0-1 1 0 0,1 0-1 0 0,-1 1 1 0 0,0-1 0 0 0,0 1-1 0 0,1-1 1 0 0,-1 0-1 0 0,0 0 1 0 0,0 1-1 0 0,1-1 1 0 0,-1 0-1 0 0,0 1 1 0 0,1-1 0 0 0,-1 0-1 0 0,0 0 1 0 0,1 0-1 0 0,-1 0 1 0 0,0 1-1 0 0,2-1 1 0 0,12 12 189 0 0,-9-2-145 0 0,0 0 0 0 0,-1-1 0 0 0,0 1 0 0 0,-1 1 1 0 0,0-1-1 0 0,0 0 0 0 0,-1 1 0 0 0,1 21 0 0 0,-2-14-32 0 0,-1 0 0 0 0,-1 0 0 0 0,0 0 0 0 0,-1 0 0 0 0,-5 18 0 0 0,2-19-39 0 0,-1-1 0 0 0,-1 1 1 0 0,0-1-1 0 0,-1 0 0 0 0,-1-1 0 0 0,0 0 0 0 0,-1 0 0 0 0,0-1 0 0 0,-14 13 0 0 0,21-24 20 0 0,2-2 6 0 0,-1-1 0 0 0,1 0-1 0 0,-1 1 1 0 0,1-1 0 0 0,0 1 0 0 0,-1 0 0 0 0,1-1-1 0 0,0 1 1 0 0,-1 0 0 0 0,1 0 0 0 0,0 0-1 0 0,-2 2 1 0 0,0-1 9 0 0,-1 0 76 0 0,-1-2-120 0 0,-20 2-117 0 0,22-6 198 0 0,-11-11-10 0 0,11 11-15 0 0,1-1-14 0 0,0-7-6 0 0,1 0 1 0 0,0 0-1 0 0,1 0 1 0 0,0-1 0 0 0,3-13-1 0 0,-2 21 11 0 0,-1 4-17 0 0,0 0 0 0 0,1 0 0 0 0,-1 0 0 0 0,0 0 0 0 0,1 0 0 0 0,-1 0 0 0 0,1 0 0 0 0,-1 0 0 0 0,1 0 0 0 0,0 0 0 0 0,-1 1 0 0 0,1-1 0 0 0,0 0 0 0 0,0 0 1 0 0,-1 1-1 0 0,1-1 0 0 0,0 0 0 0 0,0 1 0 0 0,0-1 0 0 0,0 1 0 0 0,0-1 0 0 0,1 0 0 0 0,17-6 50 0 0,-18 7-45 0 0,3-2 49 0 0,1 4-3 0 0,2-1-35 0 0,41 19 89 0 0,13 7-112 0 0,-47-20-366 0 0,0-1 0 0 0,0-1-1 0 0,0 0 1 0 0,0-1 0 0 0,1-1-1 0 0,0 0 1 0 0,-1-1 0 0 0,1-1-1 0 0,0 0 1 0 0,0-1 0 0 0,0 0-1 0 0,0-1 1 0 0,0-1 0 0 0,26-7-1 0 0,-32 9 161 0 0,-6-1 103 0 0,1 1-1 0 0,-1-1 1 0 0,0 1 0 0 0,1-1 0 0 0,-1 0 0 0 0,0 0-1 0 0,0 0 1 0 0,0-1 0 0 0,6-2 0 0 0,-3 1-92 0 0,2 0-288 0 0,-1 0 0 0 0,1-1 0 0 0,-1 0 0 0 0,0 0 0 0 0,-1-1 0 0 0,12-8 0 0 0,6-11-1806 0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172 158 2184 0 0,'1'-23'934'0'0,"0"18"-235"0"0,-2-1 102 0 0,-12-43 1651 0 0,11 45-2016 0 0,2 4-415 0 0,-1-1 1 0 0,1 1-1 0 0,0-1 0 0 0,0 1 0 0 0,0 0 1 0 0,-1-1-1 0 0,1 1 0 0 0,0-1 0 0 0,-1 1 1 0 0,1 0-1 0 0,-1-1 0 0 0,1 1 0 0 0,0 0 1 0 0,-1-1-1 0 0,1 1 0 0 0,-1 0 0 0 0,1 0 1 0 0,-1-1-1 0 0,1 1 0 0 0,-1 0 0 0 0,1 0 1 0 0,0 0-1 0 0,-1 0 0 0 0,0 0 0 0 0,-10-7 837 0 0,5 8-585 0 0,1 0-193 0 0,0 0 0 0 0,-1 0 1 0 0,1 1-1 0 0,0-1 0 0 0,0 2 0 0 0,0-1 0 0 0,0 0 0 0 0,1 1 0 0 0,-1 0 0 0 0,1 0 1 0 0,-1 0-1 0 0,1 1 0 0 0,0-1 0 0 0,0 1 0 0 0,-5 6 0 0 0,1 4 17 0 0,0 0-1 0 0,1 0 0 0 0,1 0 1 0 0,0 1-1 0 0,0 0 1 0 0,-2 17-1 0 0,7-27-49 0 0,1 1-17 0 0,0 20 10 0 0,0-19-6 0 0,2-2 2 0 0,5 16-29 0 0,-6-16-46 0 0,3-2-15 0 0,10 10-8 0 0,-11-9 8 0 0,2-3 5 0 0,12 6 2 0 0,-13-5 11 0 0,1-3 26 0 0,15 0 30 0 0,-15 1-7 0 0,0-2 18 0 0,1-1 23 0 0,0 1 0 0 0,0-1 0 0 0,-1 0 0 0 0,1 0 0 0 0,-1-1 0 0 0,0 1 0 0 0,0-1 1 0 0,0-1-1 0 0,-1 1 0 0 0,0-1 0 0 0,1 1 0 0 0,3-7 0 0 0,18-43 377 0 0,-23 42-296 0 0,0 0-1 0 0,-1 0 0 0 0,0 0 1 0 0,-1-1-1 0 0,0 1 0 0 0,-2-21 1 0 0,1 26-33 0 0,-3 3-25 0 0,1 0-69 0 0,0 1 1 0 0,0-1-1 0 0,-1 1 0 0 0,1-1 1 0 0,-1 1-1 0 0,0 0 0 0 0,0 0 1 0 0,-7-4-1 0 0,6 4-72 0 0,-1 4-154 0 0,-23 0-185 0 0,27-1 354 0 0,1 0 0 0 0,-1 0 0 0 0,0 1 0 0 0,1-1 0 0 0,-1 0 0 0 0,0 0 1 0 0,1 0-1 0 0,-1 1 0 0 0,0-1 0 0 0,1 0 0 0 0,-1 1 0 0 0,1-1 0 0 0,-1 1 0 0 0,0-1 0 0 0,1 0 0 0 0,-1 1 0 0 0,1-1 1 0 0,-1 1-1 0 0,1 0 0 0 0,0-1 0 0 0,-1 1 0 0 0,1-1 0 0 0,0 1 0 0 0,-1 0 0 0 0,1-1 0 0 0,0 1 0 0 0,0-1 1 0 0,-1 1-1 0 0,1 0 0 0 0,0 0 0 0 0,0-1 0 0 0,0 1 0 0 0,0 1 0 0 0,0 17-911 0 0,0-19 1046 0 0,1 5-607 0 0,3-2-57 0 0,4 1 126 0 0,0-1 1 0 0,0 1-1 0 0,0-2 0 0 0,0 1 0 0 0,0-1 0 0 0,1 0 0 0 0,-1 0 1 0 0,12-1-1 0 0,-7 0 227 0 0,1-2 1 0 0,-1 0 0 0 0,0 0-1 0 0,0-1 1 0 0,-1-1 0 0 0,19-6 0 0 0,-15 3 951 0 0,1-1 0 0 0,-2 0 1 0 0,1-1-1 0 0,22-16 1 0 0,-34 22-180 0 0,-1-1 14 0 0,13-9-14 0 0,-13 9 382 0 0,10-11 880 0 0,-20 23-1730 0 0,0-1 1 0 0,0 2-1 0 0,1-1 0 0 0,0 1 1 0 0,0 0-1 0 0,1 0 0 0 0,1 1 1 0 0,0-1-1 0 0,0 1 0 0 0,1 0 1 0 0,0 0-1 0 0,-1 17 0 0 0,3-23-57 0 0,2 1 27 0 0,1 5-18 0 0,0 0-1 0 0,1-1 0 0 0,1 1 1 0 0,-1-1-1 0 0,8 12 1 0 0,-9-18-35 0 0,3-1 15 0 0,1 0 55 0 0,2 1 1 0 0,-1-2 0 0 0,0 1-1 0 0,1-1 1 0 0,-1 0-1 0 0,1-1 1 0 0,-1 1-1 0 0,15-1 1 0 0,-16-1 243 0 0,-1-3-65 0 0,3 0-106 0 0,0-1 0 0 0,0-1 0 0 0,0 1 0 0 0,-1-1 0 0 0,11-10-1 0 0,-15 12-152 0 0,0 0-1 0 0,-1 0 0 0 0,1 0 0 0 0,-1 0 1 0 0,0 0-1 0 0,0 0 0 0 0,0-1 0 0 0,0 1 1 0 0,-1-1-1 0 0,1 0 0 0 0,-1 1 1 0 0,0-1-1 0 0,0 0 0 0 0,-1 0 0 0 0,1 0 1 0 0,-1 0-1 0 0,1 0 0 0 0,-2-5 0 0 0,1 2-213 0 0,-1-1 0 0 0,0 0 1 0 0,-1 1-1 0 0,0-1 0 0 0,0 1 0 0 0,0 0 0 0 0,-1 0 0 0 0,-1 0 0 0 0,1 0 0 0 0,-1 0 0 0 0,0 0 0 0 0,0 1 0 0 0,-1 0 0 0 0,0 0 1 0 0,-7-7-1 0 0,5 6-420 0 0,0 2 0 0 0,0-1 0 0 0,0 1 1 0 0,-1 0-1 0 0,0 1 0 0 0,0 0 0 0 0,0 0 1 0 0,-15-5-1 0 0,-17-1-4359 0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29 342 2512 0 0,'-28'8'7127'0'0,"33"-11"-6745"0"0,59-26 57 0 0,98-29 0 0 0,-50 19-307 0 0,172-73-1127 0 0,-101 28-4310 0 0,-136 59 614 0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 1 3308 0 0,'0'0'2269'0'0,"-4"1"-1440"0"0,1 0-653 0 0,-1 1 1 0 0,1-1-1 0 0,-1 1 1 0 0,1 0-1 0 0,0 0 1 0 0,0 0-1 0 0,0 1 1 0 0,0-1-1 0 0,0 1 1 0 0,0 0-1 0 0,1 0 1 0 0,-1 0-1 0 0,1 0 1 0 0,0 0-1 0 0,0 0 1 0 0,0 0-1 0 0,0 1 1 0 0,0-1-1 0 0,1 1 1 0 0,0-1-1 0 0,0 1 0 0 0,-1 5 1 0 0,0-5 254 0 0,3 2-277 0 0,3 17-56 0 0,-3-17 50 0 0,1-2-2 0 0,3 1-91 0 0,0 1 1 0 0,0-1-1 0 0,0 0 1 0 0,0 0-1 0 0,1 0 1 0 0,0-1-1 0 0,0 0 1 0 0,0 0-1 0 0,13 5 1 0 0,65 25 71 0 0,-75-31-122 0 0,0 0 23 0 0,1 1-1 0 0,-1 0 1 0 0,0 1 0 0 0,0 0-1 0 0,-1 0 1 0 0,1 1-1 0 0,-1 0 1 0 0,0 0 0 0 0,-1 1-1 0 0,0 0 1 0 0,10 12-1 0 0,-15-16 83 0 0,1 2-1 0 0,13 45 359 0 0,-15-44-387 0 0,-3 0-12 0 0,0 1-61 0 0,1 0 0 0 0,-2 0 0 0 0,1 0 0 0 0,-1 0 0 0 0,-1 0 0 0 0,1-1 0 0 0,-1 1 0 0 0,0-1 0 0 0,0 0 0 0 0,-11 11 0 0 0,-2-4-959 0 0,-37 19 1 0 0,49-30 326 0 0,0-1-106 0 0,-19 5-133 0 0,19-5-72 0 0,0-2-102 0 0,-15-2-227 0 0,15 2-959 0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1 295 1680 0 0,'2'-6'922'0'0,"8"-12"-490"0"0,0 1 1 0 0,1-1 0 0 0,1 2 0 0 0,1-1 0 0 0,0 2 0 0 0,1 0-1 0 0,0 0 1 0 0,21-14 0 0 0,-10 9-96 0 0,0 2 0 0 0,2 1 0 0 0,0 1 0 0 0,49-21-1 0 0,-52 28-173 0 0,-20 7-69 0 0,1 3 21 0 0,17 0 77 0 0,-16-1 75 0 0,-3 3-78 0 0,10 6-48 0 0,-10-6-27 0 0,-1 0-58 0 0,0 0 1 0 0,0 0-1 0 0,0 1 0 0 0,-1-1 0 0 0,1 1 0 0 0,-1-1 0 0 0,0 1 1 0 0,0-1-1 0 0,1 6 0 0 0,6 45 408 0 0,-3-22-433 0 0,-3-22-12 0 0,0 0-1 0 0,0-1 1 0 0,1 1-1 0 0,0 0 1 0 0,0-1 0 0 0,1 0-1 0 0,1 0 1 0 0,0 0-1 0 0,0 0 1 0 0,0-1 0 0 0,8 9-1 0 0,-10-14 12 0 0,9 2-8 0 0,-11-5-23 0 0,0 1 0 0 0,0-1 0 0 0,0 1 0 0 0,-1-1 0 0 0,1 1 0 0 0,0-1 1 0 0,0 1-1 0 0,0-1 0 0 0,0 0 0 0 0,0 1 0 0 0,0-1 0 0 0,0 0 0 0 0,0 0 0 0 0,0 0 0 0 0,0 0 0 0 0,0 0 1 0 0,0 0-1 0 0,0 0 0 0 0,0 0 0 0 0,1-1 0 0 0,3 1 0 0 0,0 0 0 0 0,1-1 0 0 0,-1 0-1 0 0,0 0 1 0 0,-1 0 0 0 0,1-1 0 0 0,0 1 0 0 0,0-1 0 0 0,0 0 0 0 0,-1-1 0 0 0,0 1-1 0 0,1-1 1 0 0,-1 0 0 0 0,0 0 0 0 0,0 0 0 0 0,0-1 0 0 0,-1 1 0 0 0,1-1 0 0 0,-1 0-1 0 0,0 0 1 0 0,0 0 0 0 0,5-9 0 0 0,-6 9-10 0 0,-1-13 20 0 0,0 13-55 0 0,-1-1 0 0 0,0 1 0 0 0,1 0 0 0 0,-2-1 0 0 0,1 1 0 0 0,0 0 0 0 0,-1 0 0 0 0,0-1 0 0 0,0 1 1 0 0,0 0-1 0 0,-3-7 0 0 0,0 2-143 0 0,2 3 2 0 0,0 0 1 0 0,-1-1 0 0 0,0 1 0 0 0,0 0 0 0 0,0 0-1 0 0,-1 1 1 0 0,0-1 0 0 0,0 1 0 0 0,-7-7 0 0 0,4 5-266 0 0,-24-21-453 0 0,1 10-2526 0 0,2 6 120 0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12 293 3492 0 0,'0'0'2233'0'0,"-3"2"-1405"0"0,-5 3 1912 0 0,29-10-2179 0 0,34-13-605 0 0,25-12-648 0 0,139-77-1 0 0,-39-10-4740 0 0,-151 94 2481 0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69 3636 0 0,'-31'-50'4122'0'0,"29"46"-3171"0"0,-1 0-172 0 0,3 4-690 0 0,0-1 0 0 0,0 1-1 0 0,-1-1 1 0 0,1 0 0 0 0,0 1-1 0 0,0-1 1 0 0,-1 1 0 0 0,1-1-1 0 0,0 1 1 0 0,-1 0 0 0 0,1-1-1 0 0,0 1 1 0 0,-1-1 0 0 0,1 1-1 0 0,-1 0 1 0 0,1-1 0 0 0,0 1-1 0 0,-1 0 1 0 0,1-1 0 0 0,-1 1-1 0 0,1 0 1 0 0,-1 0 0 0 0,1-1-1 0 0,-1 1 1 0 0,0 0 0 0 0,1 0-1 0 0,-2 0 1 0 0,0 17 825 0 0,1-15-896 0 0,1 0 1 0 0,0 0 0 0 0,0 0 0 0 0,1 0 0 0 0,-1 0 0 0 0,0 0 0 0 0,1 0 0 0 0,-1 0 0 0 0,1 0 0 0 0,-1 0 0 0 0,1 0 0 0 0,0 0 0 0 0,0 0 0 0 0,2 3-1 0 0,2 3 28 0 0,152 361-1233 0 0,-151-358 607 0 0,0-1 0 0 0,1-1 0 0 0,0 1 0 0 0,0-1 0 0 0,12 11 0 0 0,-17-18-335 0 0,4-1-1251 0 0,15 1 155 0 0,-16-1-1404 0 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13 334 2484 0 0,'0'-5'1203'0'0,"-3"-48"2118"0"0,2 47-2020 0 0,1 1-954 0 0,-4-9 589 0 0,2 13-291 0 0,-1 24 2 0 0,3 30-297 0 0,1-30-207 0 0,3 5-41 0 0,-2-15-44 0 0,-1-5-44 0 0,0 0-1 0 0,1 0 1 0 0,-1 0 0 0 0,1 0 0 0 0,1 0 0 0 0,0-1 0 0 0,0 1 0 0 0,0-1-1 0 0,1 1 1 0 0,0-1 0 0 0,5 7 0 0 0,2-3-15 0 0,-10-10-13 0 0,0 0 0 0 0,1 1 0 0 0,-1-1 0 0 0,1 0 0 0 0,-1 0 0 0 0,1 1 0 0 0,0-1 0 0 0,-1 0 0 0 0,1-1 1 0 0,0 1-1 0 0,-1 0 0 0 0,1 0 0 0 0,0-1 0 0 0,0 1 0 0 0,3-1 0 0 0,0 0-10 0 0,0 0-1 0 0,0-1 1 0 0,0 1-1 0 0,0-1 1 0 0,0 0-1 0 0,-1-1 1 0 0,1 1-1 0 0,0-1 1 0 0,0 0-1 0 0,-1 0 1 0 0,0-1-1 0 0,1 1 1 0 0,-1-1-1 0 0,0 0 1 0 0,6-6-1 0 0,-7 5-6 0 0,-1 0 8 0 0,2-15 4 0 0,-3 15 7 0 0,-1-2 10 0 0,-3-5 51 0 0,0 1 0 0 0,-1 0 0 0 0,0-1 1 0 0,0 2-1 0 0,-1-1 0 0 0,0 0 1 0 0,-1 1-1 0 0,-7-10 0 0 0,5 8 53 0 0,5 8-98 0 0,1 0-1 0 0,-1-1 1 0 0,1 1-1 0 0,0-1 1 0 0,0 0-1 0 0,0 0 1 0 0,-2-7-1 0 0,4 9-21 0 0,0 0 1 0 0,0 0-1 0 0,0 0 1 0 0,0 0-1 0 0,0-1 0 0 0,0 1 1 0 0,1 0-1 0 0,-1 0 0 0 0,1 0 1 0 0,-1 0-1 0 0,1 0 0 0 0,0 0 1 0 0,0 0-1 0 0,0 0 1 0 0,0 0-1 0 0,0 1 0 0 0,0-1 1 0 0,0 0-1 0 0,1 1 0 0 0,-1-1 1 0 0,3-1-1 0 0,13-14-198 0 0,0 1 1 0 0,2 1-1 0 0,0 1 0 0 0,27-16 1 0 0,90-41-487 0 0,-109 57 621 0 0,-23 12 55 0 0,1 1 26 0 0,12-2 112 0 0,-12 2 264 0 0,-3 5-176 0 0,0-1-146 0 0,0 0-1 0 0,-1 0 0 0 0,1 0 0 0 0,-1 0 1 0 0,0 1-1 0 0,0-1 0 0 0,0 0 1 0 0,0 1-1 0 0,0-1 0 0 0,-1 1 1 0 0,0-1-1 0 0,0 1 0 0 0,0-1 0 0 0,0 1 1 0 0,0-1-1 0 0,-1 1 0 0 0,0 3 1 0 0,-6 50 306 0 0,6-50-341 0 0,0-1 1 0 0,0 0-1 0 0,1 1 1 0 0,0-1 0 0 0,1 1-1 0 0,-1-1 1 0 0,1 1-1 0 0,0-1 1 0 0,1 0 0 0 0,0 0-1 0 0,0 1 1 0 0,0-1-1 0 0,0 0 1 0 0,1-1-1 0 0,0 1 1 0 0,1 0 0 0 0,-1-1-1 0 0,6 7 1 0 0,-6-10-57 0 0,-1 1-1 0 0,1-1 1 0 0,-1 0 0 0 0,1 0 0 0 0,0 0-1 0 0,0 0 1 0 0,0 0 0 0 0,0-1 0 0 0,1 1 0 0 0,-1-1-1 0 0,0 0 1 0 0,0 0 0 0 0,1 0 0 0 0,4 0 0 0 0,-5 0 8 0 0,2 0-63 0 0,0-1 0 0 0,0 1 1 0 0,1-1-1 0 0,-1 0 0 0 0,0 0 0 0 0,1 0 1 0 0,-1-1-1 0 0,0 0 0 0 0,10-2 0 0 0,-11 1 59 0 0,9 0-136 0 0,-11 2 156 0 0,0 0 0 0 0,0 0 0 0 0,0-1 0 0 0,0 1-1 0 0,0-1 1 0 0,0 0 0 0 0,0 0 0 0 0,0 1 0 0 0,0-1 0 0 0,-1 0-1 0 0,4-3 1 0 0,7-3-122 0 0,-4 3 164 0 0,-1-1 0 0 0,1-1-1 0 0,-1 1 1 0 0,0-1 0 0 0,-1 0-1 0 0,1-1 1 0 0,6-8 0 0 0,-11 12 15 0 0,1-1 1 0 0,-1 0-1 0 0,0 0 1 0 0,-1 0-1 0 0,1 0 1 0 0,0 0-1 0 0,-1 0 1 0 0,0 0-1 0 0,0-1 0 0 0,-1 1 1 0 0,1 0-1 0 0,-1 0 1 0 0,0-1-1 0 0,0 1 1 0 0,0-1-1 0 0,0 1 1 0 0,-1 0-1 0 0,0 0 1 0 0,0-1-1 0 0,-2-4 1 0 0,-1-3-116 0 0,-1 0 1 0 0,0 1 0 0 0,-1 0 0 0 0,-1 0 0 0 0,1 1 0 0 0,-2-1-1 0 0,1 1 1 0 0,-2 1 0 0 0,1 0 0 0 0,-1 0 0 0 0,-1 0 0 0 0,1 1-1 0 0,-1 1 1 0 0,-1-1 0 0 0,-20-9 0 0 0,29 15-76 0 0,-1 1 1 0 0,0 0 0 0 0,0 0-1 0 0,1 0 1 0 0,-1 0-1 0 0,0 1 1 0 0,0-1 0 0 0,0 1-1 0 0,-4 0 1 0 0,-1-1-203 0 0,5 0 128 0 0,1 1 1 0 0,-1-1-1 0 0,1 1 1 0 0,0 0-1 0 0,-1-1 1 0 0,1 1-1 0 0,-1 0 1 0 0,1 0-1 0 0,-1 1 1 0 0,1-1-1 0 0,0 0 1 0 0,-3 2-1 0 0,-2-1-695 0 0,0 0-3193 0 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54 454 3304 0 0,'-5'1'1189'0'0,"-7"2"-968"0"0,-20 4 4088 0 0,32-6-4274 0 0,0-1-1 0 0,0 0 1 0 0,0 0-1 0 0,0 0 0 0 0,0 0 1 0 0,-1 0-1 0 0,1 0 1 0 0,0 0-1 0 0,0 0 0 0 0,0 0 1 0 0,0 0-1 0 0,-1-1 1 0 0,1 1-1 0 0,0 0 0 0 0,0 0 1 0 0,0 0-1 0 0,0 0 0 0 0,0 0 1 0 0,0 0-1 0 0,-1 0 1 0 0,1 0-1 0 0,0 0 0 0 0,0 0 1 0 0,0 0-1 0 0,0-1 1 0 0,0 1-1 0 0,0 0 0 0 0,0 0 1 0 0,-1 0-1 0 0,1 0 1 0 0,0 0-1 0 0,0 0 0 0 0,0-1 1 0 0,0 1-1 0 0,0 0 0 0 0,0 0 1 0 0,0 0-1 0 0,0 0 1 0 0,0 0-1 0 0,0-1 0 0 0,0 1 1 0 0,0 0-1 0 0,0 0 1 0 0,0 0-1 0 0,0 0 0 0 0,0 0 1 0 0,0-1-1 0 0,0 1 1 0 0,0 0-1 0 0,0 0 0 0 0,14-16-225 0 0,3 2 243 0 0,0 2 1 0 0,2 0 0 0 0,0 1-1 0 0,0 0 1 0 0,27-9 0 0 0,4-4 4 0 0,292-157-485 0 0,-124 43-5909 0 0,-189 116 2183 0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48 3544 0 0,'-14'-38'3570'0'0,"12"29"-318"0"0,14 29-2412 0 0,86 209-72 0 0,-27-55-1700 0 0,-59-149 72 0 0,-10-21 193 0 0,1-1-177 0 0,6 8 218 0 0,-3-7-3405 0 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31 2368 0 0,'-7'-31'7642'0'0,"8"36"-7441"0"0,3 18 312 0 0,1-21-341 0 0,43 10 151 0 0,-43-11-225 0 0,2-2-2 0 0,155-21 589 0 0,-140 18-583 0 0,-17 3-64 0 0,0 1-4 0 0,19-2-1 0 0,-19 2 3 0 0,1 3 17 0 0,-2-2-48 0 0,-1 1 14 0 0,1-1 1 0 0,0 1-1 0 0,-1 0 0 0 0,1 0 1 0 0,-1 0-1 0 0,0 0 0 0 0,0 1 0 0 0,0-1 1 0 0,0 1-1 0 0,0 0 0 0 0,-1 0 1 0 0,1 0-1 0 0,2 4 0 0 0,21 46 18 0 0,-23-44-13 0 0,0 0 0 0 0,-1 0-1 0 0,0 0 1 0 0,-1 0 0 0 0,0 1-1 0 0,0-1 1 0 0,-1 0 0 0 0,0 0-1 0 0,-1 1 1 0 0,0-1 0 0 0,0 0-1 0 0,-1 0 1 0 0,-1 0 0 0 0,1 0-1 0 0,-1 0 1 0 0,-7 13 0 0 0,6-14-318 0 0,0-1 1 0 0,-1 1 0 0 0,0-1 0 0 0,-1-1 0 0 0,0 1 0 0 0,0-1 0 0 0,0 1 0 0 0,0-2 0 0 0,-1 1-1 0 0,0-1 1 0 0,-1 0 0 0 0,-14 7 0 0 0,18-9-802 0 0,4-3 1028 0 0,-1 0 0 0 0,1 1 0 0 0,-1-1 0 0 0,1 0 0 0 0,-1 1 0 0 0,1-1 1 0 0,-1 0-1 0 0,1 0 0 0 0,-1 1 0 0 0,1-1 0 0 0,-1 0 0 0 0,1 0 0 0 0,-1 0 0 0 0,0 0 0 0 0,1 0 0 0 0,-1 0 0 0 0,1 0 0 0 0,-1 0 0 0 0,1 0 0 0 0,-1 0 0 0 0,0 0 0 0 0,1 0 0 0 0,-1 0 0 0 0,1 0 0 0 0,-1-1 0 0 0,0 1-43 0 0,1 0 0 0 0,-1 0 1 0 0,0-1-1 0 0,1 1 1 0 0,-1 0-1 0 0,1 0 0 0 0,-1 0 1 0 0,0 0-1 0 0,1 0 0 0 0,-1 0 1 0 0,1 0-1 0 0,-1 0 0 0 0,0 0 1 0 0,1 0-1 0 0,-1 0 0 0 0,1 0 1 0 0,-1 1-1 0 0,1-1 1 0 0,-1 0-1 0 0,0 0 0 0 0,1 1 1 0 0,-1-1-1 0 0,1 0 0 0 0,-1 1 1 0 0,0 0-1 0 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0 185 1336 0 0,'0'0'844'0'0,"18"-25"252"0"0,6-1-716 0 0,-6 12-156 0 0,1-1-124 0 0,0-2-124 0 0,2 3-156 0 0,0-1-52 0 0,0 0-212 0 0,1 1-60 0 0,1-1-328 0 0,0 0-892 0 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8 2708 0 0,'0'0'1864'0'0,"3"-2"-1140"0"0,-3 1-643 0 0,1 1 0 0 0,-1 0 0 0 0,0-1 0 0 0,1 1 0 0 0,-1 0 0 0 0,0-1 0 0 0,1 1-1 0 0,-1 0 1 0 0,1 0 0 0 0,-1 0 0 0 0,1-1 0 0 0,-1 1 0 0 0,1 0 0 0 0,-1 0-1 0 0,1 0 1 0 0,-1 0 0 0 0,1 0 0 0 0,-1 0 0 0 0,1 0 0 0 0,-1 0 0 0 0,1 0 0 0 0,-1 0-1 0 0,1 0 1 0 0,-1 0 0 0 0,0 0 0 0 0,1 0 0 0 0,-1 0 0 0 0,1 1 0 0 0,-1-1-1 0 0,1 0 1 0 0,2 15 1198 0 0,-3-14-1469 0 0,1 4 434 0 0,-1 2-3 0 0,1 36 184 0 0,2-1 0 0 0,2 1 1 0 0,2-1-1 0 0,18 61 0 0 0,-22-96-386 0 0,0 0 1 0 0,1 0-1 0 0,0 0 0 0 0,0 0 0 0 0,10 11 1 0 0,-10-13-19 0 0,-2-3-14 0 0,0 0 1 0 0,0 0 0 0 0,1 0 0 0 0,-1 0-1 0 0,0-1 1 0 0,1 1 0 0 0,0-1-1 0 0,-1 1 1 0 0,1-1 0 0 0,0 0 0 0 0,0 0-1 0 0,-1 0 1 0 0,1 0 0 0 0,0-1-1 0 0,0 1 1 0 0,0-1 0 0 0,4 0 0 0 0,-3 1-9 0 0,-1-1 7 0 0,1 0 1 0 0,-1-1-1 0 0,1 1 1 0 0,-1-1-1 0 0,1 1 1 0 0,-1-1-1 0 0,0 0 1 0 0,1 0-1 0 0,-1-1 0 0 0,0 1 1 0 0,0-1-1 0 0,0 0 1 0 0,5-3-1 0 0,-5 3-14 0 0,-2 2 7 0 0,1-1 0 0 0,0 0 0 0 0,-1 0 0 0 0,1 0 0 0 0,0 0-1 0 0,-1 0 1 0 0,1 0 0 0 0,-1-1 0 0 0,0 1 0 0 0,1-1-1 0 0,-1 1 1 0 0,0-1 0 0 0,0 1 0 0 0,1-3 0 0 0,2-1 6 0 0,-2 3-2 0 0,0 0 1 0 0,1-1 0 0 0,-1 1-1 0 0,0-1 1 0 0,0 0 0 0 0,-1 1-1 0 0,1-1 1 0 0,2-4 0 0 0,-1-1-9 0 0,-1 6 0 0 0,-1 0 0 0 0,0 0 1 0 0,1 0-1 0 0,-1 0 0 0 0,0 0 1 0 0,0-1-1 0 0,0 1 0 0 0,0-1 1 0 0,-1 1-1 0 0,1-1 0 0 0,-1 1 1 0 0,1-3-1 0 0,0-3 9 0 0,1 0-20 0 0,-1 0-1 0 0,0 0 1 0 0,0 0 0 0 0,0 0-1 0 0,-1 0 1 0 0,0 0-1 0 0,-1-1 1 0 0,0 1 0 0 0,0 0-1 0 0,-5-13 1 0 0,2 7-123 0 0,-1 1 1 0 0,0 1-1 0 0,0-1 0 0 0,-2 1 1 0 0,-8-13-1 0 0,12 20-24 0 0,0 0 1 0 0,0 0-1 0 0,-1 0 0 0 0,1 0 1 0 0,-1 1-1 0 0,0 0 0 0 0,-1-1 1 0 0,1 2-1 0 0,-1-1 1 0 0,0 0-1 0 0,0 1 0 0 0,0 0 1 0 0,0 0-1 0 0,0 0 0 0 0,-1 1 1 0 0,1 0-1 0 0,-12-3 0 0 0,6 3-378 0 0,-1 1 0 0 0,1 0-1 0 0,0 1 1 0 0,0 0-1 0 0,0 1 1 0 0,-1 0 0 0 0,-15 4-1 0 0,-9 8-3086 0 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44 303 3320 0 0,'-40'24'4636'0'0,"36"-22"-3466"0"0,5-2-1150 0 0,-1 0 1 0 0,0-1-1 0 0,1 1 1 0 0,-1-1-1 0 0,1 1 1 0 0,-1 0-1 0 0,0-1 1 0 0,1 1 0 0 0,-1 0-1 0 0,1 0 1 0 0,-1-1-1 0 0,1 1 1 0 0,-1 0-1 0 0,1 0 1 0 0,0 0 0 0 0,-1 0-1 0 0,1 0 1 0 0,-1 0-1 0 0,1-1 1 0 0,-1 1-1 0 0,1 0 1 0 0,0 1 0 0 0,23-6 327 0 0,85-38 28 0 0,29-9-629 0 0,218-118-1 0 0,-345 164-263 0 0,13-9-221 0 0,-9-1-3171 0 0,-2-1-703 0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0 398 2620 0 0,'0'0'3980'0'0,"2"-3"-3527"0"0,8-9-41 0 0,-8 9 2138 0 0,0-1-2310 0 0,1-3-106 0 0,1 0-1 0 0,0 0 1 0 0,0 0-1 0 0,1 0 1 0 0,0 1 0 0 0,0-1-1 0 0,0 1 1 0 0,1 1-1 0 0,7-7 1 0 0,-10 10-81 0 0,3 1-33 0 0,-1 1-21 0 0,0 0 1 0 0,-1 0 0 0 0,1 0 0 0 0,0 1-1 0 0,0 0 1 0 0,0-1 0 0 0,0 2-1 0 0,-1-1 1 0 0,1 1 0 0 0,0-1-1 0 0,-1 1 1 0 0,1 0 0 0 0,3 4-1 0 0,0-1 5 0 0,0 0-1 0 0,-1 1 0 0 0,0 1 1 0 0,0-1-1 0 0,0 1 0 0 0,8 12 0 0 0,-5-6 9 0 0,-2 1-1 0 0,1 0 0 0 0,-2 1 0 0 0,0 0 0 0 0,0 0 1 0 0,-2 0-1 0 0,0 1 0 0 0,3 15 0 0 0,-5-17-1 0 0,-1-4-2 0 0,0 0 0 0 0,-1 0 0 0 0,0 1 1 0 0,-1-1-1 0 0,-1 12 0 0 0,1-13-5 0 0,-4 29-8 0 0,2-30 7 0 0,0 2-9 0 0,0 0 1 0 0,0-1 0 0 0,-1 1-1 0 0,-1-1 1 0 0,1 0 0 0 0,-2 0-1 0 0,1 0 1 0 0,-8 10-1 0 0,1-7-37 0 0,0-1 0 0 0,-1 0-1 0 0,-14 9 1 0 0,22-18 19 0 0,-1-1 3 0 0,-14 2 11 0 0,15-2 5 0 0,-1-3 7 0 0,2 2 0 0 0,2 0-1 0 0,0 0 0 0 0,0 0 1 0 0,-1 0-1 0 0,1-1 0 0 0,0 1 0 0 0,0 0 1 0 0,0-1-1 0 0,-1 1 0 0 0,1-1 0 0 0,0 1 1 0 0,0-1-1 0 0,0 1 0 0 0,0-1 0 0 0,0 0 1 0 0,0 0-1 0 0,0 1 0 0 0,0-1 0 0 0,0 0 0 0 0,-1-1 1 0 0,-2-2-7 0 0,1 0 1 0 0,0 0-1 0 0,-1-1 1 0 0,1 1-1 0 0,1-1 1 0 0,-1 0-1 0 0,1 1 1 0 0,-1-1 0 0 0,2 0-1 0 0,-1 0 1 0 0,0-1-1 0 0,0-5 1 0 0,0 3-6 0 0,0 1-24 0 0,1-1 1 0 0,-1 0 0 0 0,1 0-1 0 0,1 0 1 0 0,-1-14-1 0 0,1 14-15 0 0,5-9 110 0 0,-5 16-57 0 0,1 0-1 0 0,-1 0 0 0 0,1 0 1 0 0,-1 0-1 0 0,0 0 1 0 0,1 0-1 0 0,-1 0 0 0 0,0 0 1 0 0,0 0-1 0 0,0 0 0 0 0,0 0 1 0 0,0 1-1 0 0,0-1 0 0 0,0 0 1 0 0,0 0-1 0 0,0 0 0 0 0,-1-2 1 0 0,4-2 9 0 0,0 2-10 0 0,0-1 1 0 0,0 0-1 0 0,1 1 0 0 0,-1 0 0 0 0,1 0 0 0 0,0 0 0 0 0,7-5 0 0 0,-7 6 89 0 0,2 3 12 0 0,7 2-42 0 0,-1 1-1 0 0,1 0 1 0 0,-1 1 0 0 0,0 0-1 0 0,15 9 1 0 0,-18-9-53 0 0,4 4-6 0 0,1-1 0 0 0,1-1-1 0 0,-1 0 1 0 0,17 4 0 0 0,-22-8-172 0 0,1-1 0 0 0,0 0 0 0 0,-1 0 0 0 0,1-1 0 0 0,0-1 0 0 0,0 0 0 0 0,0 0 1 0 0,0-1-1 0 0,-1 0 0 0 0,1 0 0 0 0,0-1 0 0 0,-1-1 0 0 0,1 1 0 0 0,-1-2 0 0 0,0 1 0 0 0,0-1 0 0 0,11-7 0 0 0,-8 5-64 0 0,-2-1 0 0 0,1 0-1 0 0,-1 0 1 0 0,18-17-1 0 0,-23 19 196 0 0,-1 0 0 0 0,0 0 0 0 0,0-1 0 0 0,-1 0 0 0 0,1 1 0 0 0,-1-1 0 0 0,-1 0 0 0 0,1-1 0 0 0,-1 1 0 0 0,0 0 0 0 0,0-1 0 0 0,-1 1 0 0 0,1-9 0 0 0,1-1 122 0 0,-2 0 0 0 0,0 0 0 0 0,-1-1 0 0 0,0 1 0 0 0,-2-1 0 0 0,0 1 0 0 0,0 0 0 0 0,-2 0 0 0 0,0 0 0 0 0,-1 0 0 0 0,-7-16 0 0 0,4 14 111 0 0,-2-1-1 0 0,0 1 0 0 0,-16-20 1 0 0,24 34 6 0 0,-1 4-183 0 0,1-1 0 0 0,0 1 0 0 0,-1-1 0 0 0,1 1 0 0 0,-1 0 0 0 0,1 0 0 0 0,0 0 0 0 0,-1 0 0 0 0,1 1 0 0 0,-1-1 0 0 0,-2 1 0 0 0,-11 21 217 0 0,12 5-122 0 0,3-22-74 0 0,1 1 26 0 0,2 18 9 0 0,-2-18-22 0 0,1 0-21 0 0,3 6-1 0 0,0 0 1 0 0,0-1-1 0 0,2 0 1 0 0,6 12-1 0 0,-10-21 28 0 0,2 1-17 0 0,12 9-17 0 0,-12-9-1 0 0,1-2-22 0 0,45-2-2 0 0,-45 0-60 0 0,-3 0 49 0 0,-1 1-1 0 0,1 0 1 0 0,-1-1-1 0 0,1 0 0 0 0,0 1 1 0 0,-1-1-1 0 0,1 0 1 0 0,-1 0-1 0 0,1 0 0 0 0,-1 0 1 0 0,0 0-1 0 0,3-2 1 0 0,-1 1 19 0 0,0 0 21 0 0,0 0 1 0 0,0 0 0 0 0,0-1 0 0 0,0 1 0 0 0,0-1 0 0 0,0 0 0 0 0,-1 1 0 0 0,1-1 0 0 0,-1 0-1 0 0,0-1 1 0 0,2-3 0 0 0,-1 4-26 0 0,-1-2 75 0 0,0 0 7 0 0,4-16-1 0 0,-5 16-1 0 0,-1 0-4 0 0,-10-41 135 0 0,8 42-154 0 0,0 1-52 0 0,1 1 0 0 0,-1 0 0 0 0,0 0 1 0 0,0-1-1 0 0,0 1 0 0 0,0 1 0 0 0,0-1 1 0 0,0 0-1 0 0,-1 0 0 0 0,1 1 0 0 0,0-1 0 0 0,-4 0 1 0 0,3 0-11 0 0,-9 0 8 0 0,0-2-491 0 0,29-9-122 0 0,110-60-714 0 0,-110 61 1320 0 0,0 0-1 0 0,-1-2 0 0 0,-1 1 0 0 0,28-32 0 0 0,-41 41 107 0 0,0 1 39 0 0,8-11-3 0 0,-8 10 909 0 0,-5 8-936 0 0,0 0-85 0 0,1 1 1 0 0,-1 0-1 0 0,1 0 0 0 0,0 0 1 0 0,0 0-1 0 0,0 0 0 0 0,1 0 1 0 0,0 1-1 0 0,0-1 0 0 0,0 0 1 0 0,1 1-1 0 0,0-1 0 0 0,0 1 1 0 0,0-1-1 0 0,1 7 0 0 0,1 3 11 0 0,1 0-1 0 0,0-1 0 0 0,1 1 0 0 0,7 19 1 0 0,-5-20 64 0 0,-6-13-95 0 0,1 1 0 0 0,0 0-1 0 0,-1 0 1 0 0,1-1 0 0 0,0 1 0 0 0,0 0 0 0 0,1-1 0 0 0,-1 1 0 0 0,0-1 0 0 0,0 1 0 0 0,1-1-1 0 0,2 3 1 0 0,0 0 33 0 0,7 5 14 0 0,1-1 0 0 0,-1 1-1 0 0,23 10 1 0 0,-29-18-8 0 0,1 0-3 0 0,18 1 13 0 0,-18-1 8 0 0,0-3 35 0 0,-4 2-110 0 0,3-1 70 0 0,-1 0 0 0 0,0 0 0 0 0,1 0-1 0 0,-1 0 1 0 0,0-1 0 0 0,0 1 0 0 0,0-1 0 0 0,0 0-1 0 0,0-1 1 0 0,-1 1 0 0 0,1 0 0 0 0,-1-1-1 0 0,1 0 1 0 0,-1 0 0 0 0,0 0 0 0 0,0 0 0 0 0,0-1-1 0 0,0 1 1 0 0,-1-1 0 0 0,0 0 0 0 0,1 0-1 0 0,2-7 1 0 0,-3 5-73 0 0,-1 0 0 0 0,0-1 1 0 0,0 1-1 0 0,0-1 0 0 0,-1 1 0 0 0,0-1 0 0 0,0 0 0 0 0,0 1 0 0 0,-1-1 0 0 0,0 1 0 0 0,0-1 1 0 0,-1 1-1 0 0,0 0 0 0 0,0-1 0 0 0,0 1 0 0 0,-1 0 0 0 0,0 0 0 0 0,0 1 0 0 0,-1-1 0 0 0,1 1 0 0 0,-1-1 1 0 0,0 1-1 0 0,-8-7 0 0 0,11 10-47 0 0,-1 1 1 0 0,1-1 0 0 0,-1 1-1 0 0,1 0 1 0 0,-1 0 0 0 0,0-1-1 0 0,0 1 1 0 0,1 0 0 0 0,-1 0-1 0 0,0 1 1 0 0,0-1 0 0 0,0 0-1 0 0,-3 0 1 0 0,-1-1-122 0 0,-8-1-512 0 0,2 3 51 0 0,-1 1 0 0 0,0 0 0 0 0,0 1 0 0 0,1 1 0 0 0,-1 0 0 0 0,1 1 0 0 0,0 0 0 0 0,0 0-1 0 0,-18 11 1 0 0,-7 9-3870 0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26 2432 0 0,'0'0'6708'0'0,"-1"-4"-6268"0"0,-1-13-32 0 0,1 12 2415 0 0,3 8-2630 0 0,6 13-32 0 0,0 0-1 0 0,-1 1 1 0 0,7 23 0 0 0,8 19-117 0 0,9 14-688 0 0,18 41-1726 0 0,-13-38-3419 0 0,-24-55 941 0 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112 110 3936 0 0,'0'0'3799'0'0,"-2"3"-3233"0"0,-24 23 2149 0 0,23-24-806 0 0,-1 0-1715 0 0,-15 4 402 0 0,13-24-505 0 0,4 15-77 0 0,0-2 23 0 0,2 0-7 0 0,1-14-6 0 0,0 14 4 0 0,0-1-10 0 0,16-47 17 0 0,-8 38 31 0 0,-4 8-37 0 0,-2 3 15 0 0,1 2-6 0 0,13-3 2 0 0,-12 4-10 0 0,-2 3-32 0 0,2 2 9 0 0,-1-1 1 0 0,0 1 0 0 0,0 0 0 0 0,0 0-1 0 0,-1 0 1 0 0,0 1 0 0 0,0-1 0 0 0,0 1 0 0 0,0 0-1 0 0,3 8 1 0 0,0 1 46 0 0,-2 1 0 0 0,6 24-1 0 0,-9-34-47 0 0,-1 3 19 0 0,0-1-30 0 0,1 3 7 0 0,-1 0-1 0 0,-1 0 0 0 0,0 1 1 0 0,0-2-1 0 0,-1 1 1 0 0,0 0-1 0 0,0 0 0 0 0,-1 0 1 0 0,-1-1-1 0 0,-4 11 1 0 0,-31 34-285 0 0,36-52 178 0 0,-1 1-17 0 0,0-1 27 0 0,0-1 0 0 0,0 1 1 0 0,-1-1-1 0 0,1 1 0 0 0,-1-1 0 0 0,1-1 0 0 0,-1 1 0 0 0,1 0 0 0 0,-1-1 0 0 0,-8-1 0 0 0,10-2-29 0 0,-2-1 92 0 0,1 0 0 0 0,0-1 1 0 0,0 0-1 0 0,0 0 1 0 0,0 0-1 0 0,1 0 1 0 0,0-1-1 0 0,0 0 1 0 0,1 1-1 0 0,-1-1 1 0 0,1 0-1 0 0,0 0 1 0 0,1 0-1 0 0,-2-7 1 0 0,3 8 57 0 0,1 4-17 0 0,-1 0 0 0 0,1 0 0 0 0,0 0 0 0 0,0 0 0 0 0,1 0 0 0 0,-1 0 0 0 0,0 0 0 0 0,0 0 0 0 0,0 0 0 0 0,1 0 0 0 0,-1 1 0 0 0,0-1 0 0 0,1 0 0 0 0,-1 1 0 0 0,0 0 0 0 0,1-1-1 0 0,-1 1 1 0 0,1 0 0 0 0,-1-1 0 0 0,1 1 0 0 0,-1 0 0 0 0,1 0 0 0 0,-1 0 0 0 0,1 0 0 0 0,-1 0 0 0 0,1 1 0 0 0,-1-1 0 0 0,1 0 0 0 0,-1 1 0 0 0,0-1 0 0 0,1 1 0 0 0,-1-1 0 0 0,3 3-1 0 0,68 40 257 0 0,-46-26-437 0 0,31 14 1 0 0,-53-29-109 0 0,25 3-455 0 0,-23-4 262 0 0,0-1-87 0 0,6-1-131 0 0,0-1-1 0 0,0 0 0 0 0,0-1 0 0 0,0 0 0 0 0,-1-1 1 0 0,19-8-1 0 0,21-24-2544 0 0,-47 32 776 0 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105 16 2480 0 0,'-3'-2'1181'0'0,"-11"-12"2017"0"0,13 14-3157 0 0,1 0-1 0 0,-1 0 0 0 0,0 0 0 0 0,1 0 0 0 0,-1 0 1 0 0,0 1-1 0 0,1-1 0 0 0,-1 0 0 0 0,1 0 0 0 0,-1 0 1 0 0,1 1-1 0 0,-1-1 0 0 0,0 0 0 0 0,1 1 0 0 0,-1-1 1 0 0,1 0-1 0 0,-1 1 0 0 0,1-1 0 0 0,0 1 0 0 0,-1-1 1 0 0,1 1-1 0 0,-1 0 0 0 0,0 0-8 0 0,1-1-1 0 0,0 1 1 0 0,-1-1-1 0 0,1 1 1 0 0,-1-1-1 0 0,1 1 1 0 0,-1-1-1 0 0,1 1 1 0 0,-1-1-1 0 0,0 1 1 0 0,1-1-1 0 0,-1 0 1 0 0,1 0-1 0 0,-1 1 1 0 0,0-1-1 0 0,1 0 1 0 0,-1 0 0 0 0,0 1-1 0 0,1-1 1 0 0,-2 0-1 0 0,-1 5 348 0 0,-3 5-99 0 0,1 1 1 0 0,0 0-1 0 0,1 1 0 0 0,0-1 1 0 0,-3 21-1 0 0,6-20-158 0 0,0 0 0 0 0,0 0-1 0 0,2 1 1 0 0,2 19 0 0 0,-2-26-100 0 0,0 0 1 0 0,1 0-1 0 0,0 0 1 0 0,0 0-1 0 0,1 0 1 0 0,-1 0-1 0 0,1-1 1 0 0,0 1-1 0 0,1-1 1 0 0,-1 0-1 0 0,1 0 1 0 0,9 9-1 0 0,24 10-222 0 0,-32-22 167 0 0,0-1-7 0 0,16 0 21 0 0,-16-1 15 0 0,18-8 50 0 0,-20 5 22 0 0,0 0-34 0 0,1-1-1 0 0,-1 0 1 0 0,0 0-1 0 0,-1 0 1 0 0,1 0-1 0 0,2-7 0 0 0,-3 7-3 0 0,-2-1-34 0 0,0-3-104 0 0,0 1 0 0 0,0 0-1 0 0,-1-1 1 0 0,0 1-1 0 0,-1 0 1 0 0,1 0 0 0 0,-1 0-1 0 0,-1 0 1 0 0,1 0-1 0 0,-1 0 1 0 0,-1 0-1 0 0,1 1 1 0 0,-1 0 0 0 0,0-1-1 0 0,0 1 1 0 0,-1 1-1 0 0,0-1 1 0 0,0 1 0 0 0,-11-9-1 0 0,11 9-316 0 0,-1 1 0 0 0,0 1 0 0 0,-1-1 1 0 0,1 1-1 0 0,0 0 0 0 0,-1 0 0 0 0,0 1 0 0 0,0 0 0 0 0,1 0 0 0 0,-1 1 0 0 0,0 0 0 0 0,0 0 1 0 0,-9 0-1 0 0,-14 5-2905 0 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23 3120 0 0,'0'0'3725'0'0,"-1"-4"-2907"0"0,-5-11-59 0 0,4 11 1396 0 0,2 10-1627 0 0,3 51 538 0 0,1-27-875 0 0,47 289-819 0 0,-15-71-6522 0 0,-32-199 2606 0 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26 4420 0 0,'0'0'2549'0'0,"1"-4"-1636"0"0,1-14-151 0 0,-2 14 911 0 0,3 7-1322 0 0,3 3-227 0 0,-1 0 0 0 0,0 1 0 0 0,0-1 0 0 0,-1 1-1 0 0,0 1 1 0 0,0-1 0 0 0,3 9 0 0 0,22 65 27 0 0,-15-38 9 0 0,6 18-99 0 0,-9-25-1485 0 0,29 64 1 0 0,-35-91 157 0 0,0 0 1043 0 0,5-3-3677 0 0,7 5 145 0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57 10 3200 0 0,'0'0'4486'0'0,"-3"-2"-3989"0"0,3 1-449 0 0,-1 1-1 0 0,1-1 1 0 0,-1 0-1 0 0,1 1 1 0 0,-1-1 0 0 0,1 1-1 0 0,-1-1 1 0 0,0 1-1 0 0,1 0 1 0 0,-1-1-1 0 0,0 1 1 0 0,1 0-1 0 0,-1-1 1 0 0,0 1-1 0 0,1 0 1 0 0,-1 0-1 0 0,0-1 1 0 0,0 1-1 0 0,1 0 1 0 0,-1 0-1 0 0,0 0 1 0 0,0 0-1 0 0,1 0 1 0 0,-1 0-1 0 0,0 0 1 0 0,0 1-1 0 0,1-1 1 0 0,-1 0-1 0 0,0 0 1 0 0,0 0-1 0 0,1 1 1 0 0,-1-1-1 0 0,0 0 1 0 0,1 1-1 0 0,-1-1 1 0 0,0 1 0 0 0,1-1-1 0 0,-1 1 1 0 0,1-1-1 0 0,-1 1 1 0 0,-2 2 250 0 0,1 0-32 0 0,-1 0-205 0 0,1 0 0 0 0,0 0 0 0 0,-1 1 0 0 0,2-1 0 0 0,-1 1 0 0 0,0-1 0 0 0,1 1 0 0 0,-1-1 0 0 0,1 1 0 0 0,0 0 0 0 0,1 0 0 0 0,-1 0-1 0 0,0 0 1 0 0,1 0 0 0 0,0-1 0 0 0,0 1 0 0 0,0 0 0 0 0,1 0 0 0 0,-1 0 0 0 0,1 0 0 0 0,0 0 0 0 0,2 6 0 0 0,-1-6-11 0 0,19 6 44 0 0,-16-9-44 0 0,49 7 68 0 0,-49-8-86 0 0,1 1 3 0 0,15 1 1 0 0,-16-1 41 0 0,1-1-40 0 0,17 4-10 0 0,-17-3 68 0 0,-2 0 83 0 0,11 4-17 0 0,-12-3 6 0 0,0 0 53 0 0,25 28 516 0 0,-25-26-574 0 0,-3 1-104 0 0,4 16-18 0 0,-3-16-12 0 0,-2 0-8 0 0,-1 3-41 0 0,0 1-1 0 0,0-1 1 0 0,-1 0-1 0 0,0 0 0 0 0,-1 0 1 0 0,0 0-1 0 0,-8 12 1 0 0,4-10-393 0 0,-1-1 0 0 0,0 0 1 0 0,0-1-1 0 0,-1 0 1 0 0,-17 11-1 0 0,24-17-211 0 0,-1 0-139 0 0,3-1 167 0 0,-9 6 843 0 0,-3-6-6089 0 0,-12-5 1601 0 0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0 196 3284 0 0,'5'-9'535'0'0,"-1"0"0"0"0,1 1 0 0 0,0 0 0 0 0,1 0 0 0 0,0 1-1 0 0,0-1 1 0 0,1 1 0 0 0,0 1 0 0 0,10-8 0 0 0,29-22 136 0 0,-22 22-545 0 0,-3 4-255 0 0,81-35-4330 0 0,-93 41 3151 0 0,-5 2-2186 0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84 15 3072 0 0,'0'0'2729'0'0,"2"-3"-1647"0"0,-2 3-974 0 0,1-1 1 0 0,-1 1-1 0 0,0 0 0 0 0,1 0 1 0 0,-1 0-1 0 0,0-1 1 0 0,0 1-1 0 0,1 0 1 0 0,-1-1-1 0 0,0 1 0 0 0,0 0 1 0 0,0 0-1 0 0,1-1 1 0 0,-1 1-1 0 0,0 0 1 0 0,0-1-1 0 0,0 1 0 0 0,0 0 1 0 0,0-1-1 0 0,1 1 1 0 0,-1-1-1 0 0,0 1 1 0 0,0 0-1 0 0,0-1 1 0 0,0 1-1 0 0,0 0 0 0 0,0-1 1 0 0,0 1-1 0 0,0 0 1 0 0,-1-1-1 0 0,1 1 1 0 0,0-1-1 0 0,0 1 0 0 0,0-1 1 0 0,-13 7 2425 0 0,10-4-3199 0 0,0 0 731 0 0,0 1-1 0 0,0 0 1 0 0,0 0-1 0 0,1 1 1 0 0,-1-1-1 0 0,1 0 1 0 0,0 1-1 0 0,0 0 1 0 0,0-1 0 0 0,0 1-1 0 0,-1 4 1 0 0,2-6-51 0 0,-9 15 188 0 0,3-3-128 0 0,2 0 26 0 0,1-7-86 0 0,1 0 1 0 0,0 0-1 0 0,1 0 0 0 0,0 0 1 0 0,0 1-1 0 0,0-1 0 0 0,1 1 1 0 0,0-1-1 0 0,1 1 0 0 0,0-1 1 0 0,0 1-1 0 0,0 0 0 0 0,1-1 1 0 0,0 1-1 0 0,1-1 0 0 0,4 14 1 0 0,-5-18-75 0 0,1 0 0 0 0,-1-1 0 0 0,1 1 1 0 0,0-1-1 0 0,0 1 0 0 0,0-1 1 0 0,1 0-1 0 0,-1 0 0 0 0,0 0 0 0 0,1 0 1 0 0,0 0-1 0 0,5 3 0 0 0,-5-3-33 0 0,1 0-264 0 0,11 2 20 0 0,-13-3 315 0 0,-1 0 0 0 0,0-1 0 0 0,0 1 0 0 0,0-1 0 0 0,1 1 0 0 0,-1-1 0 0 0,0 0 0 0 0,1 1 0 0 0,-1-1 0 0 0,0 0 0 0 0,1 0 0 0 0,-1 0-1 0 0,0 0 1 0 0,1 0 0 0 0,-1 0 0 0 0,0 0 0 0 0,1-1 0 0 0,0 1 0 0 0,4-1 26 0 0,-1 1 0 0 0,0-1 0 0 0,1 1-1 0 0,-1-1 1 0 0,0 0 0 0 0,1-1 0 0 0,-1 1 0 0 0,0-1 0 0 0,0 0 0 0 0,0 0 0 0 0,-1-1 0 0 0,1 1 0 0 0,0-1-1 0 0,-1 0 1 0 0,0-1 0 0 0,0 1 0 0 0,0-1 0 0 0,0 1 0 0 0,0-1 0 0 0,3-5 0 0 0,-3 3 18 0 0,0 0 0 0 0,-1 0 0 0 0,0 0 1 0 0,0-1-1 0 0,0 1 0 0 0,-1-1 0 0 0,0 0 0 0 0,0 0 1 0 0,-1 0-1 0 0,0 0 0 0 0,0 0 0 0 0,0 0 1 0 0,-1 0-1 0 0,0 0 0 0 0,-1 0 0 0 0,1 0 0 0 0,-1 0 1 0 0,-1 0-1 0 0,1 0 0 0 0,-1 0 0 0 0,-3-6 0 0 0,4 10-41 0 0,-16-33-332 0 0,16 34 270 0 0,0 0 1 0 0,0 0-1 0 0,-1 0 1 0 0,1 1-1 0 0,-1-1 0 0 0,1 0 1 0 0,-1 1-1 0 0,0-1 1 0 0,0 1-1 0 0,1 0 1 0 0,-1-1-1 0 0,0 1 1 0 0,0 0-1 0 0,0 0 1 0 0,0 0-1 0 0,0 0 0 0 0,-1 1 1 0 0,-3-2-1 0 0,1 1-67 0 0,3 0 90 0 0,0 0 0 0 0,0 1 0 0 0,1 0 0 0 0,-1-1 0 0 0,0 1 0 0 0,0 0 0 0 0,0 0 0 0 0,1 0 0 0 0,-1 0 0 0 0,0 0 0 0 0,0 0 0 0 0,0 0 0 0 0,1 1 0 0 0,-1-1 0 0 0,0 1 0 0 0,-2 0 0 0 0,-56 24-3232 0 0,49-18 947 0 0,-19 13-1645 0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0 4152 0 0,'0'0'7456'0'0,"-3"4"-7219"0"0,-9 9-29 0 0,9-10-39 0 0,4 4-27 0 0,11 64-393 0 0,30 98 0 0 0,7-7-5992 0 0,-43-142 4821 0 0,3 8-2735 0 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27 2540 0 0,'0'0'7860'0'0,"0"-5"-7567"0"0,-3-12-41 0 0,3 13 1165 0 0,2 6-1129 0 0,5 6-126 0 0,0 0 0 0 0,-1 0 1 0 0,-1 0-1 0 0,1 1 0 0 0,-1 0 1 0 0,6 15-1 0 0,20 61-98 0 0,-28-76-109 0 0,24 81-172 0 0,-25-85-11 0 0,-1 0-57 0 0,1 0 131 0 0,7 24-861 0 0,-6-8-3548 0 0,10-8 1037 0 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92 2820 0 0,'0'0'2766'0'0,"-1"-5"-2194"0"0,0-16-122 0 0,1 16 533 0 0,2 1-777 0 0,24-30 466 0 0,-23 31-543 0 0,1 1 6 0 0,11-8-22 0 0,-11 8-7 0 0,1 0-27 0 0,-2 1-42 0 0,1 0 1 0 0,0 0-1 0 0,-1 1 0 0 0,1-1 1 0 0,0 1-1 0 0,0 0 1 0 0,0 0-1 0 0,-1 0 0 0 0,1 1 1 0 0,5 1-1 0 0,-4-1 235 0 0,-3 3-176 0 0,0 2 59 0 0,0 0 0 0 0,0 0 0 0 0,-1 0-1 0 0,0 1 1 0 0,1 10 0 0 0,-2-12 244 0 0,-1 0-262 0 0,-2 16-12 0 0,2-16 71 0 0,0 0-126 0 0,-3 12-4 0 0,3-13 14 0 0,1 1-70 0 0,-4 12 1 0 0,3-12-4 0 0,4-3-104 0 0,-1-1 72 0 0,-2 0 14 0 0,1-1-1 0 0,0 1 0 0 0,-1 0 0 0 0,1-1 1 0 0,0 1-1 0 0,-1-1 0 0 0,1 1 0 0 0,0-1 0 0 0,0 1 1 0 0,0-1-1 0 0,-1 1 0 0 0,1-1 0 0 0,0 0 1 0 0,0 0-1 0 0,0 1 0 0 0,0-1 0 0 0,0 0 1 0 0,0 0-1 0 0,0 0 0 0 0,-1 0 0 0 0,1 0 0 0 0,2 0 1 0 0,18-1 3 0 0,-16 0 53 0 0,0 2-31 0 0,16 3 0 0 0,-16-4 31 0 0,2 7 10 0 0,8 3 257 0 0,5 30 219 0 0,-18-36-363 0 0,-2 1-73 0 0,1 16-10 0 0,0-16 46 0 0,-2 0-69 0 0,-14 34 73 0 0,13-36-130 0 0,0 0-46 0 0,1-2-54 0 0,0 0-1 0 0,0 0 1 0 0,1 0 0 0 0,-1-1 0 0 0,0 1 0 0 0,0 0-1 0 0,0-1 1 0 0,0 1 0 0 0,0-1 0 0 0,-1 1 0 0 0,1-1-1 0 0,0 1 1 0 0,0-1 0 0 0,0 0 0 0 0,0 1 0 0 0,0-1-1 0 0,-1 0 1 0 0,1 0 0 0 0,0 0 0 0 0,0 0 0 0 0,0 0-1 0 0,-1 0 1 0 0,1 0 0 0 0,0-1 0 0 0,0 1 0 0 0,0 0-1 0 0,0-1 1 0 0,-3 0 0 0 0,0 0-674 0 0,2-14-1751 0 0,1 13 2297 0 0,1 1 1 0 0,-1-1 0 0 0,1 0-1 0 0,0 1 1 0 0,0-1 0 0 0,-1 1-1 0 0,1-1 1 0 0,1 1 0 0 0,-1-1-1 0 0,0 0 1 0 0,0 1 0 0 0,0-1-1 0 0,1-1 1 0 0,4-21-3671 0 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0 3596 0 0,'0'0'6639'0'0,"-1"4"-6353"0"0,-2 38 857 0 0,4-37-894 0 0,1-1-200 0 0,6 11 5 0 0,-6-11 40 0 0,1-2-69 0 0,8 9-8 0 0,-8-8 30 0 0,1 0-43 0 0,45 43 525 0 0,-46-43-211 0 0,-1 1-171 0 0,1 4-40 0 0,-1-1 0 0 0,0 1-1 0 0,-1 0 1 0 0,1 0 0 0 0,-2 0-1 0 0,1 12 1 0 0,-2-15-42 0 0,0-1-55 0 0,-5 12-36 0 0,5-12-69 0 0,-1-1-342 0 0,-6 9 91 0 0,6-9-75 0 0,-2-1-2496 0 0,-11 2 2115 0 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0 182 3632 0 0,'2'-28'1342'0'0,"-2"23"1189"0"0,1 0-1933 0 0,4-13-41 0 0,-4 13-61 0 0,1 2-78 0 0,10-14-414 0 0,2 1 1 0 0,0 0-1 0 0,0 1 0 0 0,21-17 1 0 0,-32 30-829 0 0,-3 1 766 0 0,0 1 0 0 0,1-1-1 0 0,-1 1 1 0 0,0-1 0 0 0,0 1 0 0 0,0-1 0 0 0,1 1-1 0 0,-1-1 1 0 0,0 1 0 0 0,1-1 0 0 0,-1 1 0 0 0,0 0-1 0 0,1-1 1 0 0,-1 1 0 0 0,0 0 0 0 0,1-1-1 0 0,-1 1 1 0 0,1 0 0 0 0,-1-1 0 0 0,1 1 0 0 0,-1 0-1 0 0,1 0 1 0 0,-1-1 0 0 0,1 1 0 0 0,-1 0-1 0 0,2 0 1 0 0,-2 0-60 0 0,1 0 1 0 0,-1 0-1 0 0,1-1 0 0 0,-1 1 0 0 0,1 0 0 0 0,-1 0 1 0 0,1 0-1 0 0,-1-1 0 0 0,1 1 0 0 0,-1 0 0 0 0,0-1 1 0 0,1 1-1 0 0,-1 0 0 0 0,1-1 0 0 0,-1 1 0 0 0,0 0 1 0 0,1-1-1 0 0,-1 1 0 0 0,0-1 0 0 0,1 1 0 0 0,-1-1 1 0 0,0 1-1 0 0,0-1 0 0 0,1 1 0 0 0,-1-1 1 0 0,0 0-1 0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140 58 3112 0 0,'0'0'2915'0'0,"-1"-3"-1799"0"0,-18-33 2949 0 0,17 33-2866 0 0,-19-9 452 0 0,-3 9-1343 0 0,20 3 241 0 0,0 2-384 0 0,-34 25 208 0 0,34-23-170 0 0,2-1-163 0 0,0 0-44 0 0,0 1 0 0 0,-1-1 0 0 0,1 1 1 0 0,0 0-1 0 0,1-1 0 0 0,-1 1 0 0 0,1 0 0 0 0,-1 0 0 0 0,1 0 0 0 0,0 0 0 0 0,1 0 0 0 0,-1 0 1 0 0,1 0-1 0 0,0 6 0 0 0,0-3 3 0 0,0-2 15 0 0,1 0-97 0 0,5 15 58 0 0,-5-15-11 0 0,12 9-143 0 0,-11-11 156 0 0,1 1-68 0 0,15 4 11 0 0,-16-7 99 0 0,2 1-25 0 0,2-1-69 0 0,16 0 38 0 0,-16-1 225 0 0,-2-2-150 0 0,-3 2-48 0 0,2-1 81 0 0,1-1 0 0 0,-1 1 0 0 0,1-1 1 0 0,-1 1-1 0 0,0-1 0 0 0,0 0 0 0 0,0 0 0 0 0,0-1 1 0 0,0 1-1 0 0,0-1 0 0 0,0 1 0 0 0,-1-1 1 0 0,1 0-1 0 0,-1 0 0 0 0,0 0 0 0 0,3-6 1 0 0,4-41 565 0 0,-9 45-584 0 0,-2 1-53 0 0,-5-10 0 0 0,5 10 10 0 0,-2 3-13 0 0,-13-3 2 0 0,12 3 1 0 0,-16 11-35 0 0,21-10 33 0 0,-1 0 0 0 0,1 0 1 0 0,-1 0-1 0 0,1 0 0 0 0,-1 0 0 0 0,1 0 1 0 0,0 1-1 0 0,-1-1 0 0 0,1 0 0 0 0,-1 0 1 0 0,1 1-1 0 0,-1-1 0 0 0,1 0 0 0 0,0 1 1 0 0,-1-1-1 0 0,1 0 0 0 0,0 1 0 0 0,0-1 1 0 0,-1 1-1 0 0,1-1 0 0 0,0 0 0 0 0,0 1 1 0 0,-1-1-1 0 0,1 1 0 0 0,0-1 0 0 0,0 2 0 0 0,0-2-1 0 0,-1 0 0 0 0,1 1 0 0 0,0-1 0 0 0,0 1 0 0 0,0-1 0 0 0,0 1 0 0 0,-1-1-1 0 0,1 1 1 0 0,0-1 0 0 0,-1 0 0 0 0,1 1 0 0 0,0-1 0 0 0,-1 0 0 0 0,1 1 0 0 0,0-1-1 0 0,-1 0 1 0 0,1 1 0 0 0,-1-1 0 0 0,1 0 0 0 0,0 0 0 0 0,-1 1 0 0 0,1-1-1 0 0,-1 0 1 0 0,1 0 0 0 0,-1 0 0 0 0,0 1 0 0 0,0-1-14 0 0,0 1 0 0 0,0 0 0 0 0,0-1 1 0 0,0 1-1 0 0,1 0 0 0 0,-1 0 0 0 0,0 0 0 0 0,0 0 1 0 0,1 0-1 0 0,-1 0 0 0 0,1 0 0 0 0,-1 0 0 0 0,1 0 0 0 0,-1 0 1 0 0,1 0-1 0 0,-1 1 0 0 0,1-1 0 0 0,0 2 0 0 0,-5 15-132 0 0,5-14 23 0 0,1 0-287 0 0,0 0 346 0 0,0 0 1 0 0,1 0 0 0 0,0-1-1 0 0,0 1 1 0 0,0-1 0 0 0,0 1-1 0 0,0-1 1 0 0,4 4-1 0 0,-3-4 143 0 0,2-5 20 0 0,18-5 397 0 0,-13-12 62 0 0,-9 15-523 0 0,0 0 1 0 0,-1 1 0 0 0,0-1-1 0 0,0 0 1 0 0,0 0 0 0 0,0 1-1 0 0,-1-1 1 0 0,0 0-1 0 0,1 0 1 0 0,-3-5 0 0 0,1 5-6 0 0,-19-7-64 0 0,20 11 34 0 0,0 0 1 0 0,-1 0-1 0 0,1 0 1 0 0,0 0 0 0 0,-1 1-1 0 0,1-1 1 0 0,0 0-1 0 0,-1 1 1 0 0,1-1 0 0 0,0 1-1 0 0,0 0 1 0 0,-3 1 0 0 0,3-2-3 0 0,-3 2-7 0 0,4-2-8 0 0,0 1 20 0 0,0-1-1 0 0,0 0 1 0 0,0 1 0 0 0,0-1-1 0 0,0 0 1 0 0,0 1 0 0 0,-1-1 0 0 0,1 0-1 0 0,0 1 1 0 0,0-1 0 0 0,0 0-1 0 0,0 1 1 0 0,0-1 0 0 0,-1 0 0 0 0,1 1-1 0 0,0-1 1 0 0,0 0 0 0 0,-1 0-1 0 0,1 1 1 0 0,0-1 0 0 0,0 0 0 0 0,-1 0-1 0 0,1 1 1 0 0,0-1 0 0 0,-1 0-1 0 0,1 0 1 0 0,0 0 0 0 0,-1 0-1 0 0,1 1 1 0 0,-1-1 0 0 0,0 0-10 0 0,1 0 0 0 0,-1 1 1 0 0,0-1-1 0 0,1 0 0 0 0,-1 1 1 0 0,1-1-1 0 0,-1 1 0 0 0,0-1 0 0 0,1 1 1 0 0,-1-1-1 0 0,1 1 0 0 0,-1-1 1 0 0,1 1-1 0 0,-1 0 0 0 0,1-1 0 0 0,0 1 1 0 0,-1 0-1 0 0,1-1 0 0 0,0 1 1 0 0,-1 0-1 0 0,1-1 0 0 0,0 1 0 0 0,0 0 1 0 0,0 0-1 0 0,0 0 0 0 0,-4 18-59 0 0,3-15-18 0 0,7 3-236 0 0,-6-6 299 0 0,0 0 0 0 0,0 0 0 0 0,1 0 0 0 0,-1 0 0 0 0,1 0 0 0 0,-1 0 0 0 0,0-1 0 0 0,1 1 0 0 0,-1 0 0 0 0,1 0 0 0 0,0-1 0 0 0,-1 1 0 0 0,1 0 0 0 0,0-1 0 0 0,-1 1 0 0 0,1 0 0 0 0,1 0 0 0 0,1 0 27 0 0,0 0 0 0 0,1 0-1 0 0,-1 0 1 0 0,0 0-1 0 0,1 0 1 0 0,-1-1-1 0 0,1 1 1 0 0,-1-1-1 0 0,1 0 1 0 0,3 0-1 0 0,-3-1 200 0 0,4-5-31 0 0,-7 6-149 0 0,-1 0 0 0 0,1-1 0 0 0,-1 1 0 0 0,1 0 0 0 0,0 0 0 0 0,-1-1 0 0 0,1 1 0 0 0,-1 0 1 0 0,1-1-1 0 0,-1 1 0 0 0,1 0 0 0 0,-1-1 0 0 0,1 1 0 0 0,-1-1 0 0 0,1 1 0 0 0,-1-1 0 0 0,0 1 1 0 0,1-1-1 0 0,-1 1 0 0 0,0-1 0 0 0,1 1 0 0 0,-1-1 0 0 0,0 0 0 0 0,12-40 580 0 0,-11 36-532 0 0,-2 5-70 0 0,1 0 0 0 0,-1 0 0 0 0,1-1 0 0 0,-1 1 0 0 0,1 0 0 0 0,0 0 0 0 0,-1 0 0 0 0,1-1 0 0 0,-1 1 0 0 0,1 0 0 0 0,0 0 0 0 0,-1-1-1 0 0,1 1 1 0 0,0 0 0 0 0,-1-1 0 0 0,1 1 0 0 0,0-1 0 0 0,-1 1 0 0 0,1 0 0 0 0,0-1 0 0 0,0 1 0 0 0,0-1 0 0 0,-1 1 0 0 0,1 0 0 0 0,0-1 0 0 0,0 0 0 0 0,0 0-1 0 0,0 1 1 0 0,0 0 0 0 0,-1-1 0 0 0,1 1 0 0 0,0-1 0 0 0,0 1 0 0 0,0-1 0 0 0,0 1-1 0 0,-1 0 1 0 0,1-1 0 0 0,0 1 0 0 0,-1-1 0 0 0,1 1 0 0 0,0 0 0 0 0,-1-1-1 0 0,1 1 1 0 0,0 0 0 0 0,-1 0 0 0 0,1-1 0 0 0,0 1 0 0 0,-1 0 0 0 0,1 0-1 0 0,-1-1 1 0 0,1 1 0 0 0,-1 0 0 0 0,0 0 51 0 0,0 1-53 0 0,-1-1 1 0 0,0 1 0 0 0,1 0 0 0 0,-1-1 0 0 0,0 1 0 0 0,0-1-1 0 0,1 0 1 0 0,-1 0 0 0 0,0 0 0 0 0,0 0 0 0 0,0 0 0 0 0,-2 0 0 0 0,3 0-2 0 0,-4 1-8 0 0,5-1 9 0 0,-1 1 2 0 0,1-1 0 0 0,0 1 0 0 0,0-1-1 0 0,-1 0 1 0 0,1 1 0 0 0,0-1 0 0 0,-1 1 0 0 0,1-1-1 0 0,0 0 1 0 0,-1 1 0 0 0,1-1 0 0 0,0 0-1 0 0,-1 0 1 0 0,1 1 0 0 0,-1-1 0 0 0,1 0 0 0 0,-1 0-1 0 0,1 1 1 0 0,0-1 0 0 0,-1 0 0 0 0,1 0-1 0 0,-1 0 1 0 0,1 0 0 0 0,-2 0 0 0 0,2 0-1 0 0,-1 0 1 0 0,1 0 0 0 0,-1 0 0 0 0,1 0-1 0 0,-1 1 1 0 0,1-1 0 0 0,-1 0-1 0 0,1 0 1 0 0,0 0 0 0 0,-1 0-1 0 0,1 1 1 0 0,-1-1 0 0 0,1 0-1 0 0,-1 1 1 0 0,1-1 0 0 0,0 0-1 0 0,-1 1 1 0 0,1-1 0 0 0,0 0-1 0 0,-1 1 1 0 0,1-1 0 0 0,0 0 0 0 0,0 1-1 0 0,-1-1 1 0 0,1 2 0 0 0,-5 6-10 0 0,4-8 7 0 0,1 1 1 0 0,0-1 0 0 0,-1 0 0 0 0,1 1-1 0 0,-1-1 1 0 0,1 0 0 0 0,0 1 0 0 0,-1-1-1 0 0,1 1 1 0 0,0-1 0 0 0,0 1-1 0 0,-1-1 1 0 0,1 1 0 0 0,0-1 0 0 0,0 1-1 0 0,0-1 1 0 0,-1 1 0 0 0,1-1 0 0 0,0 1-1 0 0,0-1 1 0 0,0 1 0 0 0,0-1 0 0 0,0 1-1 0 0,0-1 1 0 0,0 1 0 0 0,0-1 0 0 0,0 1-1 0 0,1-1 1 0 0,-1 1 0 0 0,0-1-1 0 0,0 1 1 0 0,1 0 0 0 0,4 24-147 0 0,-4-25 147 0 0,-1 1 0 0 0,0-1 0 0 0,0 0 0 0 0,0 1 0 0 0,1-1 0 0 0,-1 1 1 0 0,0-1-1 0 0,1 0 0 0 0,-1 1 0 0 0,0-1 0 0 0,1 0 0 0 0,-1 1 0 0 0,1-1 0 0 0,-1 0 1 0 0,0 0-1 0 0,1 1 0 0 0,-1-1 0 0 0,1 0 0 0 0,-1 0 0 0 0,1 0 0 0 0,-1 1 1 0 0,1-1-1 0 0,-1 0 0 0 0,1 0 0 0 0,0 0 0 0 0,-1 0 1 0 0,1 0-1 0 0,-1 0 1 0 0,1 0-1 0 0,-1 0 1 0 0,1 0 0 0 0,-1 1-1 0 0,1-1 1 0 0,-1 0-1 0 0,1 0 1 0 0,-1 0-1 0 0,0 1 1 0 0,1-1 0 0 0,-1 0-1 0 0,1 0 1 0 0,-1 1-1 0 0,0-1 1 0 0,1 0 0 0 0,-1 1-1 0 0,0-1 1 0 0,1 0-1 0 0,-1 1 1 0 0,0-1-1 0 0,1 1 1 0 0,-1-1 0 0 0,0 1-1 0 0,19 8-26 0 0,-15-8 64 0 0,2-1 6 0 0,21-1 467 0 0,-24-2-406 0 0,-2 3-110 0 0,0-1-3 0 0,0 1 0 0 0,1-1 0 0 0,-1 0 0 0 0,0 1 1 0 0,0-1-1 0 0,1 0 0 0 0,-1 0 0 0 0,0 0 0 0 0,0 0 1 0 0,0 0-1 0 0,1-2 0 0 0,-2 1-38 0 0,0 1-1 0 0,0 0 1 0 0,0-1-1 0 0,0 1 1 0 0,-1 0 0 0 0,1-1-1 0 0,-1 1 1 0 0,1 0 0 0 0,-1-1-1 0 0,1 1 1 0 0,-1 0-1 0 0,-1-2 1 0 0,1 1-61 0 0,0-2-465 0 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30 2640 0 0,'0'0'5257'0'0,"1"-5"-4359"0"0,2-20 4688 0 0,0 27-5094 0 0,-1 0-417 0 0,0-1 0 0 0,0 0-1 0 0,-1 1 1 0 0,1-1 0 0 0,0 1 0 0 0,-1 0 0 0 0,1-1 0 0 0,-1 1 0 0 0,0 0 0 0 0,1 0 0 0 0,-1 0 0 0 0,0 0-1 0 0,0 0 1 0 0,0 0 0 0 0,-1 0 0 0 0,1 0 0 0 0,0 0 0 0 0,-1 1 0 0 0,0-1 0 0 0,1 0 0 0 0,-1 0 0 0 0,0 4 0 0 0,4 33 102 0 0,-2 1 1 0 0,-4 42 0 0 0,-7 23-3319 0 0,8-99 2293 0 0,2 0-48 0 0,0 18-99 0 0,-1-18-234 0 0,2-2-246 0 0,6 11-73 0 0,-6-11-1017 0 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1 108 3012 0 0,'0'0'2594'0'0,"0"-4"-1603"0"0,4-41 2174 0 0,-2 40-2734 0 0,1 1-244 0 0,11-12-7 0 0,-11 12-29 0 0,2 2-42 0 0,12-7 5 0 0,-12 7 21 0 0,0 0-18 0 0,-5 2-120 0 0,46-13 361 0 0,-44 12-298 0 0,1 1 0 0 0,0 0 0 0 0,-1 0 0 0 0,1 0 0 0 0,0 0-1 0 0,-1 0 1 0 0,1 1 0 0 0,0-1 0 0 0,-1 1 0 0 0,1 0-1 0 0,-1-1 1 0 0,1 1 0 0 0,-1 0 0 0 0,0 1 0 0 0,1-1-1 0 0,-1 0 1 0 0,0 1 0 0 0,3 2 0 0 0,-2-2 415 0 0,-2 4-317 0 0,0 17-23 0 0,-1-17-10 0 0,-2-2-13 0 0,-5 14 18 0 0,6-14-43 0 0,-1 0-18 0 0,-19 41 58 0 0,19-40-108 0 0,-8 16-27 0 0,1 2-8 0 0,11-19-2 0 0,-1-2 10 0 0,1 0 0 0 0,-1 0 0 0 0,0 0 0 0 0,1 0 1 0 0,0 0-1 0 0,-1-1 0 0 0,1 1 0 0 0,0 0 0 0 0,0-1 0 0 0,0 1 0 0 0,0-1 0 0 0,0 0 0 0 0,0 0 0 0 0,5 2 0 0 0,-3-2-5 0 0,1 1-32 0 0,40 13 24 0 0,-41-14 29 0 0,17 11 61 0 0,-18-10-37 0 0,0 0-1 0 0,1 0 1 0 0,-1 0 0 0 0,0 1-1 0 0,-1-1 1 0 0,1 1 0 0 0,0 0-1 0 0,-1 0 1 0 0,4 4 0 0 0,-3-4 265 0 0,0 21-144 0 0,-3-20-103 0 0,-2 0 6 0 0,-4 2-161 0 0,1 0 0 0 0,-1 0 0 0 0,0-1 0 0 0,0 0 0 0 0,-1 0 0 0 0,0 0 0 0 0,0-1 0 0 0,0 0 0 0 0,0-1-1 0 0,0 1 1 0 0,-1-1 0 0 0,-12 3 0 0 0,16-5-330 0 0,0 0-100 0 0,-15 4-84 0 0,14-4-117 0 0,3-7-3981 0 0,1 5 4477 0 0,0-1 0 0 0,1 1 0 0 0,-1 0 1 0 0,0 0-1 0 0,0 0 0 0 0,0 0 0 0 0,-1-1 0 0 0,1 2-321 0 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 2828 0 0,'0'0'3561'0'0,"3"-3"-2761"0"0,-3 3-587 0 0,1-1 0 0 0,-1 1 1 0 0,1-1-1 0 0,0 1 0 0 0,-1-1 1 0 0,1 1-1 0 0,0-1 0 0 0,-1 1 0 0 0,1-1 1 0 0,0 1-1 0 0,-1 0 0 0 0,1-1 1 0 0,0 1-1 0 0,0 0 0 0 0,-1 0 1 0 0,1 0-1 0 0,0-1 0 0 0,0 1 1 0 0,0 0-1 0 0,-1 0 0 0 0,1 0 1 0 0,0 0-1 0 0,0 0 0 0 0,0 1 0 0 0,-1-1 1 0 0,1 0-1 0 0,1 1 0 0 0,2 12-246 0 0,-1-9 211 0 0,6 11-21 0 0,-7-11-22 0 0,11 14 84 0 0,-10-15-107 0 0,-3-2-107 0 0,0-1 1 0 0,0 1-1 0 0,0-1 0 0 0,0 1 1 0 0,1-1-1 0 0,-1 1 1 0 0,0-1-1 0 0,0 1 1 0 0,1-1-1 0 0,-1 1 1 0 0,0-1-1 0 0,1 1 0 0 0,-1-1 1 0 0,0 0-1 0 0,1 1 1 0 0,-1-1-1 0 0,0 0 1 0 0,1 1-1 0 0,-1-1 1 0 0,1 0-1 0 0,-1 1 0 0 0,1-1 1 0 0,-1 0-1 0 0,1 0 1 0 0,-1 1-1 0 0,1-1 1 0 0,0 0-1 0 0,0 0 0 0 0,-1 0 0 0 0,1 1 0 0 0,-1-1 0 0 0,1 0 1 0 0,-1 0-1 0 0,0 1 0 0 0,1-1 0 0 0,-1 0 0 0 0,1 0 0 0 0,-1 1 0 0 0,1-1 1 0 0,-1 1-1 0 0,0-1 0 0 0,1 0 0 0 0,-1 1 0 0 0,0-1 0 0 0,0 1 0 0 0,1-1 1 0 0,-1 1-1 0 0,0-1 0 0 0,0 1 0 0 0,1-1 0 0 0,-1 1 0 0 0,0-1 1 0 0,0 2-1 0 0,1-1 11 0 0,0 1 1 0 0,-1 0-1 0 0,1-1 0 0 0,0 1 1 0 0,0-1-1 0 0,0 1 1 0 0,0-1-1 0 0,1 1 1 0 0,-1-1-1 0 0,0 0 1 0 0,4 3-1 0 0,-5-4 3 0 0,3 4 105 0 0,0 0 21 0 0,7 14-2 0 0,-7-14-11 0 0,-1 0 12 0 0,2 7 154 0 0,-1 0 0 0 0,0 0 0 0 0,2 23 0 0 0,-5-29-150 0 0,-1-1-101 0 0,-6 13-19 0 0,5-12-14 0 0,-1-2 18 0 0,-2 2-413 0 0,0-1 1 0 0,-1 0 0 0 0,0 0-1 0 0,0 0 1 0 0,0-1 0 0 0,0 1 0 0 0,-11 3-1 0 0,12-6-524 0 0,-16-11-4211 0 0,19 7 2364 0 0,-11-13-1972 0 0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64 2760 0 0,'3'-3'1269'0'0,"-3"3"-1208"0"0,4-6 301 0 0,0 1 1 0 0,1 1-1 0 0,-1-1 0 0 0,1 0 0 0 0,0 1 0 0 0,0 0 1 0 0,0 0-1 0 0,0 1 0 0 0,1-1 0 0 0,-1 1 0 0 0,1 0 0 0 0,0 1 1 0 0,7-3-1 0 0,-4 4-463 0 0,-1 0 0 0 0,0 0-1 0 0,1 1 1 0 0,-1 0 0 0 0,15 2 0 0 0,-16-1-643 0 0,0 0-1 0 0,0 1 1 0 0,-1 0 0 0 0,1 1-1 0 0,-1-1 1 0 0,9 6 0 0 0,4 3-2560 0 0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1 3680 0 0,'0'0'10591'0'0,"1"4"-10261"0"0,2 7-381 0 0,0 1 0 0 0,-1 0 0 0 0,-1-1 0 0 0,0 1 0 0 0,-1 0 0 0 0,0 0 0 0 0,-2 13 0 0 0,2-18-209 0 0,-2 7-1523 0 0,-1 0-1 0 0,0 0 0 0 0,-1 0 0 0 0,-11 25 0 0 0,12-33-3190 0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17 3928 0 0,'0'-5'1754'0'0,"2"-7"6988"0"0,-1 39-6652 0 0,-1 36-2391 0 0,0-62 648 0 0,-2 58-69 0 0,6 125-2849 0 0,2-160 1016 0 0,-5-20 649 0 0,1-1-92 0 0,7 5 268 0 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2696 0 0,'0'0'7346'0'0,"0"6"-7076"0"0,0 45 822 0 0,0-46-756 0 0,0 0-198 0 0,16 39 448 0 0,-13-40-508 0 0,6 0 5 0 0,6 6 284 0 0,72 10 260 0 0,-81-20-528 0 0,0 1 0 0 0,17 5 3 0 0,-17-5 21 0 0,-1 1 11 0 0,41 20 514 0 0,-41-20-512 0 0,-5 0-101 0 0,1 0 0 0 0,0-1 0 0 0,0 1-1 0 0,1-1 1 0 0,-1 1 0 0 0,0-1 0 0 0,0 1 0 0 0,1-1 0 0 0,-1 0 0 0 0,4 2-1 0 0,-2 1 154 0 0,-1 0-48 0 0,6 15 45 0 0,-6-14 0 0 0,-2 0 3 0 0,-3 48 358 0 0,2-48-472 0 0,-1 1-22 0 0,-1 1-149 0 0,0-1-1 0 0,0 1 1 0 0,-1 0 0 0 0,0-1 0 0 0,0 0 0 0 0,-1 0-1 0 0,0 0 1 0 0,0 0 0 0 0,0-1 0 0 0,-11 9-1 0 0,13-12-462 0 0,-2-1-120 0 0,-15 6-75 0 0,15-5-54 0 0,-1-3-754 0 0,-19-2 593 0 0,19 2-260 0 0,2-2-140 0 0,-1 1 900 0 0,-15-13-2859 0 0,4-1-726 0 0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1 102 2816 0 0,'0'0'1232'0'0,"2"-3"-127"0"0,4-4-682 0 0,1 1 1 0 0,-1 0-1 0 0,1 0 0 0 0,0 0 1 0 0,1 1-1 0 0,-1 0 0 0 0,1 0 1 0 0,0 1-1 0 0,0 0 0 0 0,1 0 1 0 0,-1 1-1 0 0,16-4 0 0 0,7-1-679 0 0,1 1-1 0 0,43-3 0 0 0,-8 5-5834 0 0,-61 5 2336 0 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89 0 2720 0 0,'0'0'3133'0'0,"-2"5"-2412"0"0,-6 11-112 0 0,6-12-40 0 0,-1 0-68 0 0,-7 9-134 0 0,0 1 1 0 0,1 0-1 0 0,1 1 1 0 0,0 0-1 0 0,1 0 0 0 0,1 1 1 0 0,-7 24-1 0 0,12-35-253 0 0,2-4-101 0 0,-1 1 0 0 0,0 0 0 0 0,1 0-1 0 0,-1 0 1 0 0,0 0 0 0 0,0 0 0 0 0,0 0 0 0 0,0-1-1 0 0,0 1 1 0 0,-1 0 0 0 0,1 0 0 0 0,-2 3-1 0 0,2-1 15 0 0,-1 2 56 0 0,4-1-19 0 0,-2-2-54 0 0,0 1 1 0 0,0-1 0 0 0,1 1 0 0 0,0 0 0 0 0,0-1 0 0 0,0 1 0 0 0,0-1 0 0 0,0 1 0 0 0,1-1 0 0 0,0 0-1 0 0,-1 0 1 0 0,1 0 0 0 0,0-1 0 0 0,1 1 0 0 0,-1 0 0 0 0,0-1 0 0 0,1 0 0 0 0,-1 0 0 0 0,1 0 0 0 0,-1-1 0 0 0,1 1 0 0 0,0-1 0 0 0,0 1 0 0 0,0-1 0 0 0,0-1-1 0 0,7 2 1 0 0,-2-2 12 0 0,-3 1 134 0 0,1-1 0 0 0,-1 0 1 0 0,0 0-1 0 0,1-1 0 0 0,-1 1 0 0 0,0-1 0 0 0,0-1 0 0 0,1 1 0 0 0,-1-1 1 0 0,0 0-1 0 0,0 0 0 0 0,-1-1 0 0 0,1 0 0 0 0,0 0 0 0 0,7-5 0 0 0,11-21 686 0 0,-22 26-645 0 0,0-2-32 0 0,4-16-47 0 0,-5 16-35 0 0,-2-1-20 0 0,0 1-73 0 0,1 1-75 0 0,0-1 1 0 0,-1 1-1 0 0,1 0 0 0 0,-1-1 0 0 0,0 1 0 0 0,-1 0 1 0 0,1 0-1 0 0,-1 0 0 0 0,0 0 0 0 0,0 0 1 0 0,0 0-1 0 0,0 0 0 0 0,-1 0 0 0 0,0 1 1 0 0,1 0-1 0 0,-1-1 0 0 0,0 1 0 0 0,-1 0 1 0 0,1 0-1 0 0,-1 1 0 0 0,-5-5 0 0 0,-9 3-2251 0 0,0 0 0 0 0,-25-2-1 0 0,38 6-264 0 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68 1 4356 0 0,'8'0'1523'0'0,"38"3"987"0"0,-35-2-2283 0 0,-1 1-1 0 0,1 1 0 0 0,0 0 0 0 0,-1 0 0 0 0,0 1 0 0 0,0 0 1 0 0,0 1-1 0 0,0 0 0 0 0,-1 1 0 0 0,1-1 0 0 0,-2 2 0 0 0,1 0 1 0 0,-1 0-1 0 0,0 0 0 0 0,0 1 0 0 0,-1 0 0 0 0,0 1 1 0 0,0-1-1 0 0,-1 1 0 0 0,0 1 0 0 0,8 18 0 0 0,-6-6-159 0 0,-1-1-1 0 0,-2 1 0 0 0,0 0 1 0 0,-1 1-1 0 0,-1-1 0 0 0,-2 1 0 0 0,0-1 1 0 0,-1 1-1 0 0,-1 0 0 0 0,-1-1 1 0 0,-1 1-1 0 0,-8 25 0 0 0,-4 10-498 0 0,-2-2-1 0 0,-4 0 0 0 0,-38 76 0 0 0,33-80-1503 0 0,-3-2 0 0 0,-1 0-1 0 0,-69 81 1 0 0,56-83-2775 0 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329 0 3176 0 0,'-6'2'1284'0'0,"-4"0"-915"0"0,0 1 1 0 0,-1 0 0 0 0,1 0-1 0 0,0 1 1 0 0,1 1 0 0 0,-1 0 0 0 0,1 0-1 0 0,0 1 1 0 0,-9 7 0 0 0,4-1-17 0 0,0 0 1 0 0,0 2 0 0 0,2-1-1 0 0,-20 28 1 0 0,13-13-126 0 0,2 1 0 0 0,1 1 0 0 0,1 0 0 0 0,2 1 1 0 0,-15 51-1 0 0,22-59-157 0 0,1 0 0 0 0,0 0 0 0 0,2 0 1 0 0,1 0-1 0 0,0 1 0 0 0,2-1 0 0 0,4 38 1 0 0,-1-44-60 0 0,0-1 1 0 0,2 0-1 0 0,-1 0 1 0 0,2 0-1 0 0,0-1 1 0 0,1 0 0 0 0,0 0-1 0 0,2 0 1 0 0,-1-1-1 0 0,2-1 1 0 0,16 20-1 0 0,-7-13-216 0 0,0-2-1 0 0,1 0 0 0 0,1-1 0 0 0,1-1 0 0 0,0-1 0 0 0,1-1 0 0 0,36 16 1 0 0,-30-18-1337 0 0,0-1 0 0 0,0-1 0 0 0,45 8 0 0 0,-41-12-2631 0 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3612 0 0,'0'0'10119'0'0,"0"5"-9976"0"0,3 52 92 0 0,12 204-3216 0 0,-10-162-2862 0 0,-3-65 598 0 0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25 101 4872 0 0,'0'0'5540'0'0,"-4"-2"-5149"0"0,-12-3-135 0 0,12 4 238 0 0,7-3-389 0 0,70-56 729 0 0,-71 58-718 0 0,3-1 4 0 0,11-8-1 0 0,-12 9 127 0 0,-1 0-140 0 0,19-6 1027 0 0,-21 7-1103 0 0,0 1 1 0 0,0 0 0 0 0,0 0-1 0 0,0 0 1 0 0,0 0 0 0 0,0 0-1 0 0,0 0 1 0 0,0 0 0 0 0,0 1-1 0 0,0-1 1 0 0,0 0 0 0 0,0 0-1 0 0,0 1 1 0 0,0-1 0 0 0,0 1-1 0 0,0-1 1 0 0,-1 1 0 0 0,1-1-1 0 0,0 1 1 0 0,0-1-1 0 0,0 1 1 0 0,-1 0 0 0 0,1 0-1 0 0,0-1 1 0 0,-1 1 0 0 0,1 0-1 0 0,1 1 1 0 0,6 18 153 0 0,0 1-1 0 0,-2-1 1 0 0,0 1 0 0 0,-1 0-1 0 0,3 29 1 0 0,-6-41-175 0 0,22 107-3299 0 0,-23-112 2389 0 0,-1-4 848 0 0,0 1 0 0 0,1-1 0 0 0,-1 1 0 0 0,1-1 0 0 0,-1 1 0 0 0,0-1 0 0 0,0 1 0 0 0,1 0 0 0 0,-1-1-1 0 0,0 1 1 0 0,0-1 0 0 0,0 1 0 0 0,1 0 0 0 0,-1-1 0 0 0,0 1 0 0 0,0 0 0 0 0,0-1 0 0 0,0 1 0 0 0,0-1-1 0 0,0 1 1 0 0,-1 1 0 0 0,1 4-1184 0 0,2 2-4075 0 0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0 175 2932 0 0,'0'0'3637'0'0,"4"-31"-2553"0"0,17 7-1032 0 0,3 1-440 0 0,4-2-456 0 0,-10 12 220 0 0,1-1-193 0 0,0-1 13 0 0,0 0-552 0 0,-1 0-1476 0 0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37 1572 0 0,'3'-3'1154'0'0,"-1"0"-1527"0"0,17-21 6010 0 0,-17 18-2518 0 0,-13 12-3112 0 0,8-4 360 0 0,4 4-322 0 0,3 6-17 0 0,1-1 1 0 0,0 1 0 0 0,1-1-1 0 0,0 0 1 0 0,1-1 0 0 0,0 1 0 0 0,1-1-1 0 0,11 12 1 0 0,9 13 60 0 0,-26-32-2 0 0,-1 2-16 0 0,8 33 55 0 0,-8-35-141 0 0,-1 0 0 0 0,0-1-1 0 0,0 1 1 0 0,0 0 0 0 0,0 0 0 0 0,0 0 0 0 0,-1-1 0 0 0,1 1-1 0 0,-1 0 1 0 0,0-1 0 0 0,0 1 0 0 0,0 0 0 0 0,0-1 0 0 0,0 1-1 0 0,0-1 1 0 0,-3 3 0 0 0,-24 24-984 0 0,25-26 507 0 0,-1-1-177 0 0,-15 8-160 0 0,14-7-214 0 0,0-4-2709 0 0,-21-3-325 0 0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1 178 3000 0 0,'14'-25'2032'0'0,"5"-1"-743"0"0,0 0-569 0 0,7 1-560 0 0,1-1-452 0 0,-1 1-1269 0 0,0 1-739 0 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20 268 3700 0 0,'0'0'2687'0'0,"-4"-2"-1731"0"0,1 1-1069 0 0,-9-6 1629 0 0,12 6-1450 0 0,0 0-1 0 0,1 0 0 0 0,-1 0 0 0 0,1 0 0 0 0,-1 0 0 0 0,1 0 0 0 0,0 0 0 0 0,-1 0 0 0 0,1 0 0 0 0,0 0 0 0 0,0 1 0 0 0,-1-1 0 0 0,1 0 1 0 0,0 0-1 0 0,0 1 0 0 0,0-1 0 0 0,0 1 0 0 0,0-1 0 0 0,0 1 0 0 0,0-1 0 0 0,0 1 0 0 0,0-1 0 0 0,2 1 0 0 0,276-113-531 0 0,-145 64-1075 0 0,13-10-2970 0 0,-101 41 761 0 0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141 53 2620 0 0,'0'0'2573'0'0,"0"-4"-1631"0"0,-4-13-182 0 0,3 13 777 0 0,-1 1-1232 0 0,-1 1-155 0 0,0 0 0 0 0,1-1-1 0 0,-1 1 1 0 0,0 0 0 0 0,0 1 0 0 0,0-1 0 0 0,0 0 0 0 0,0 1 0 0 0,-5-2 0 0 0,4 2 316 0 0,4 1-451 0 0,-1 0-1 0 0,1 0 1 0 0,-1 0-1 0 0,1 0 0 0 0,-1 0 1 0 0,1 0-1 0 0,-1 0 1 0 0,1 0-1 0 0,0 0 0 0 0,-1 0 1 0 0,1 0-1 0 0,-1 0 1 0 0,1 0-1 0 0,-1 0 1 0 0,1 0-1 0 0,0 1 0 0 0,-1-1 1 0 0,1 0-1 0 0,-1 0 1 0 0,1 1-1 0 0,0-1 0 0 0,-1 0 1 0 0,1 1-1 0 0,-1 0 1 0 0,-11 3 316 0 0,-7 9 215 0 0,19-12-538 0 0,0-1 0 0 0,0 1 0 0 0,0-1 1 0 0,-1 1-1 0 0,1-1 0 0 0,0 1 0 0 0,0-1 0 0 0,-1 1 0 0 0,1-1 1 0 0,0 0-1 0 0,-1 1 0 0 0,1-1 0 0 0,0 1 0 0 0,-1-1 1 0 0,1 0-1 0 0,-1 1 0 0 0,1-1 0 0 0,0 0 0 0 0,-1 1 1 0 0,1-1-1 0 0,-1 0 0 0 0,1 0 0 0 0,-1 0 0 0 0,1 1 1 0 0,-1-1-1 0 0,0 0 0 0 0,0 0-1 0 0,1 0 0 0 0,-1 0-1 0 0,1 0 1 0 0,-1 1 0 0 0,1-1 0 0 0,-1 0 0 0 0,1 0-1 0 0,-1 0 1 0 0,1 1 0 0 0,-1-1 0 0 0,1 0 0 0 0,-1 1-1 0 0,1-1 1 0 0,0 0 0 0 0,-1 1 0 0 0,1-1 0 0 0,0 1-1 0 0,-1-1 1 0 0,1 0 0 0 0,0 1 0 0 0,-1-1-1 0 0,1 1 1 0 0,0-1 0 0 0,0 1 0 0 0,0-1 0 0 0,-1 2-1 0 0,1-2 1 0 0,0 1-1 0 0,0-1 0 0 0,0 1 1 0 0,0-1-1 0 0,0 1 0 0 0,0 0 0 0 0,0-1 1 0 0,-1 1-1 0 0,1-1 0 0 0,0 1 0 0 0,0-1 1 0 0,-1 1-1 0 0,1-1 0 0 0,0 0 0 0 0,-1 1 1 0 0,1-1-1 0 0,0 1 0 0 0,-1-1 0 0 0,1 1 1 0 0,0-1-1 0 0,-1 0 0 0 0,1 1 1 0 0,-1-1-1 0 0,-12 16 93 0 0,5 1-68 0 0,6-12-6 0 0,1-1-27 0 0,-1 14-12 0 0,1-14-23 0 0,3 0-155 0 0,6 12 59 0 0,-6-11 5 0 0,-1-5-13 0 0,-1 0 135 0 0,1 0 1 0 0,-1 0-1 0 0,0 0 1 0 0,1 0-1 0 0,-1 0 1 0 0,1 0-1 0 0,-1 0 1 0 0,0 0-1 0 0,1 0 0 0 0,-1 0 1 0 0,1 0-1 0 0,-1 1 1 0 0,0-1-1 0 0,1 0 1 0 0,-1 0-1 0 0,0 1 1 0 0,1-1-1 0 0,-1 0 0 0 0,0 0 1 0 0,1 1-1 0 0,-1-1 1 0 0,0 0-1 0 0,0 1 1 0 0,1-1-1 0 0,-1 0 1 0 0,0 1-1 0 0,0-1 1 0 0,1 1-1 0 0,-1 0-11 0 0,0 0 0 0 0,1-1 0 0 0,-1 1 0 0 0,0-1 0 0 0,1 1 0 0 0,-1 0 0 0 0,1-1 1 0 0,-1 1-1 0 0,1-1 0 0 0,-1 1 0 0 0,1-1 0 0 0,-1 0 0 0 0,1 1 0 0 0,0-1 0 0 0,-1 1 0 0 0,1-1 0 0 0,0 0 0 0 0,-1 0 0 0 0,1 1 0 0 0,0-1 0 0 0,-1 0 0 0 0,1 0 0 0 0,0 0 0 0 0,-1 0 1 0 0,1 0-1 0 0,0 0 0 0 0,1 0 0 0 0,18 1-74 0 0,-15 0 28 0 0,0-3-23 0 0,14-5 52 0 0,-14 6 10 0 0,-2-1 3 0 0,20-16 16 0 0,-19 11 17 0 0,-3 3-4 0 0,1 0 73 0 0,0 0-31 0 0,0-5 28 0 0,0 1-1 0 0,-1-1 1 0 0,0 0-1 0 0,0-12 41 0 0,-2 16-74 0 0,-17-37 169 0 0,16 38-184 0 0,-2 3-25 0 0,-14-3-2 0 0,14 3-7 0 0,-4 8 12 0 0,-5 3 8 0 0,5 2-15 0 0,7-11 0 0 0,0 1-1 0 0,0-1 1 0 0,0 0-1 0 0,1 0 1 0 0,-1 0-1 0 0,1 1 1 0 0,-1-1-1 0 0,1 0 0 0 0,-1 1 1 0 0,1-1-1 0 0,0 0 1 0 0,-1 1-1 0 0,1 2 1 0 0,0 0-1 0 0,-1 0 5 0 0,0 2-12 0 0,0 14 3 0 0,1-14-10 0 0,2-2-5 0 0,19 31-324 0 0,-18-32 214 0 0,1-1-10 0 0,42 13-482 0 0,-40-14 522 0 0,-1-2-39 0 0,40-14 60 0 0,-41 13 102 0 0,3-4 10 0 0,-6 5-22 0 0,-1 1 0 0 0,1 0-1 0 0,0 0 1 0 0,-1-1 0 0 0,1 1-1 0 0,-1-1 1 0 0,1 1 0 0 0,-1 0-1 0 0,1-1 1 0 0,-1 1-1 0 0,1-1 1 0 0,-1 1 0 0 0,1-1-1 0 0,-1 0 1 0 0,0 1 0 0 0,1-1-1 0 0,-1 1 1 0 0,0-1-1 0 0,1 0 1 0 0,-1 1 0 0 0,0-1-1 0 0,0 1 1 0 0,0-2 0 0 0,2-3 47 0 0,-1 0-1 0 0,0 0 1 0 0,0 0 0 0 0,-1 0 0 0 0,1 0 0 0 0,-1 0 0 0 0,-1-9 0 0 0,0 8 33 0 0,-1 3-41 0 0,-6-9-9 0 0,6 9 30 0 0,-2 1-28 0 0,-10-6 10 0 0,11 5 102 0 0,-3 4-122 0 0,-16 0-12 0 0,17-1 3 0 0,-17 15 86 0 0,18-12-107 0 0,-15 29 21 0 0,17-28-26 0 0,1 1-4 0 0,1 0-17 0 0,1 0 0 0 0,-1 0 0 0 0,1 0 1 0 0,0-1-1 0 0,0 1 0 0 0,0 0 0 0 0,1-1 0 0 0,-1 1 0 0 0,1-1 0 0 0,1 1 0 0 0,-1-1 0 0 0,5 8 0 0 0,-4-10-97 0 0,-2-2-33 0 0,1 1 135 0 0,0-1-1 0 0,-1 0 1 0 0,1 1-1 0 0,-1-1 1 0 0,0 1-1 0 0,1-1 1 0 0,-1 1-1 0 0,1-1 1 0 0,-1 1-1 0 0,3 2 1 0 0,-1-1-23 0 0,2 0-74 0 0,0-2-103 0 0,18 0 185 0 0,-18 0 37 0 0,14-10-23 0 0,-15 8 45 0 0,-2 0 27 0 0,0 0-19 0 0,-1-1 1 0 0,1 1-1 0 0,-1 0 1 0 0,0 0-1 0 0,0-1 1 0 0,0 1-1 0 0,0-1 1 0 0,0 1-1 0 0,0-1 1 0 0,-1 1-1 0 0,1-1 1 0 0,-1 1-1 0 0,0-1 1 0 0,0-3-1 0 0,0 1 107 0 0,-11-13-32 0 0,8 15-34 0 0,0 1-37 0 0,-1 1-22 0 0,-1-1 1 0 0,1 1-1 0 0,-1 0 1 0 0,1 1-1 0 0,-1-1 1 0 0,1 1-1 0 0,-9 0 0 0 0,8 1 46 0 0,1 1-14 0 0,-2 3-43 0 0,-1 0 1 0 0,2 0 0 0 0,-1 1 0 0 0,0 0-1 0 0,1 0 1 0 0,-6 9 0 0 0,9-11 46 0 0,2 1-50 0 0,0 16-9 0 0,0-16-20 0 0,0-4-6 0 0,1 0 24 0 0,-1 0 1 0 0,1 0-1 0 0,-1-1 0 0 0,1 1 1 0 0,-1 0-1 0 0,1 0 0 0 0,0-1 0 0 0,-1 1 1 0 0,1 0-1 0 0,0-1 0 0 0,0 1 1 0 0,-1-1-1 0 0,1 1 0 0 0,0-1 0 0 0,0 1 1 0 0,0-1-1 0 0,0 0 0 0 0,0 1 1 0 0,0-1-1 0 0,0 0 0 0 0,-1 0 0 0 0,1 1 1 0 0,2-1-1 0 0,24 1-140 0 0,-22-1 171 0 0,-1-2 9 0 0,11-6-23 0 0,-11 6 74 0 0,-2 0-17 0 0,0 0-10 0 0,0 1 0 0 0,-1-1-1 0 0,1 0 1 0 0,-1 0 0 0 0,1 0 0 0 0,-1 0-1 0 0,0 0 1 0 0,0 0 0 0 0,0 0 0 0 0,0 0-1 0 0,0-1 1 0 0,0 1 0 0 0,-1 0 0 0 0,1-1-1 0 0,0-3 1 0 0,-1 5-48 0 0,-1 1-1 0 0,1-1 1 0 0,0 0-1 0 0,-1 0 1 0 0,1 0-1 0 0,0 1 1 0 0,-1-1-1 0 0,1 0 1 0 0,-1 1-1 0 0,1-1 1 0 0,-1 0-1 0 0,1 1 1 0 0,-1-1-1 0 0,0 1 1 0 0,1-1-1 0 0,-1 1 1 0 0,0-1-1 0 0,1 1 1 0 0,-1-1-1 0 0,0 1 1 0 0,0 0 0 0 0,1-1-1 0 0,-1 1 1 0 0,0 0-1 0 0,0 0 1 0 0,0 0-1 0 0,1 0 1 0 0,-1-1-1 0 0,0 1 1 0 0,0 0-1 0 0,-1 0 1 0 0,-18 0 44 0 0,15 0-69 0 0,2 2-839 0 0,0-1 334 0 0,-5 3 558 0 0,1 4-6599 0 0,-7 10 1702 0 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59 87 3276 0 0,'0'0'5382'0'0,"-2"4"-5006"0"0,-4 13-3 0 0,5-13 1431 0 0,-4-5-1597 0 0,-16-5 390 0 0,14-17-314 0 0,8 18-278 0 0,-1-1-6 0 0,0-1-1 0 0,16-22 8 0 0,-14 26-3 0 0,0 0 0 0 0,0 0 0 0 0,1 0-1 0 0,-1 0 1 0 0,1 1 0 0 0,0-1-1 0 0,0 1 1 0 0,-1 0 0 0 0,2 0 0 0 0,-1 0-1 0 0,4-2 1 0 0,-6 3-3 0 0,2-1-15 0 0,2 3-30 0 0,-2-1 55 0 0,0 0 0 0 0,0 1-1 0 0,0-1 1 0 0,0 1 0 0 0,0 0 0 0 0,0-1-1 0 0,0 1 1 0 0,0 1 0 0 0,-1-1-1 0 0,1 0 1 0 0,0 1 0 0 0,-1-1 0 0 0,1 1-1 0 0,-1 0 1 0 0,0 0 0 0 0,1 0 0 0 0,-1 0-1 0 0,0 0 1 0 0,0 1 0 0 0,0-1 0 0 0,-1 0-1 0 0,1 1 1 0 0,-1 0 0 0 0,3 4-1 0 0,19 53 54 0 0,-17-41-44 0 0,-4 1-15 0 0,-1-5 6 0 0,-1-12-9 0 0,1 16 17 0 0,-1 0-1 0 0,0 0 1 0 0,-2 0-1 0 0,-4 26 1 0 0,-6 0 22 0 0,9-38-38 0 0,-5 9 24 0 0,0-3 5 0 0,0 0 1 0 0,-16 17 0 0 0,20-26-12 0 0,-1-4-9 0 0,-19 4-13 0 0,22-4-2 0 0,1 0 0 0 0,-1-1 1 0 0,1 1-1 0 0,-1-1 0 0 0,1 0 1 0 0,-1 0-1 0 0,1 1 0 0 0,0-1 1 0 0,-1 0-1 0 0,1 0 0 0 0,0 0 1 0 0,-2-3-1 0 0,1 3-4 0 0,-2-2-28 0 0,1-2-5 0 0,-31-59-37 0 0,32 59 80 0 0,1 1-26 0 0,-3-16-20 0 0,4 20 46 0 0,0-1-1 0 0,0 1 1 0 0,1-1-1 0 0,-1 1 0 0 0,0 0 1 0 0,0-1-1 0 0,0 1 0 0 0,1 0 1 0 0,-1-1-1 0 0,0 1 0 0 0,1 0 1 0 0,-1 0-1 0 0,0-1 0 0 0,0 1 1 0 0,1 0-1 0 0,-1 0 0 0 0,1-1 1 0 0,-1 1-1 0 0,0 0 1 0 0,1 0-1 0 0,-1 0 0 0 0,0 0 1 0 0,1 0-1 0 0,-1-1 0 0 0,1 1 1 0 0,-1 0-1 0 0,1 0 0 0 0,9-6-30 0 0,-5 7 30 0 0,16 6 6 0 0,11 4 26 0 0,-27-9-81 0 0,0 0-68 0 0,16 6-62 0 0,-16-6-71 0 0,1-1-39 0 0,2 2-102 0 0,0-1 0 0 0,0 0 0 0 0,0-1 0 0 0,1 1 1 0 0,-1-2-1 0 0,1 1 0 0 0,-1-1 0 0 0,17-2 0 0 0,-18 0-283 0 0,1 0 0 0 0,-1 0 0 0 0,1-1 1 0 0,-1 1-1 0 0,0-2 0 0 0,0 1 0 0 0,9-7 1 0 0,9-7-2190 0 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73 57 2632 0 0,'0'0'991'0'0,"0"-5"-232"0"0,-1-17 82 0 0,1 16 919 0 0,-2 2-1342 0 0,-7-15 1266 0 0,4 20-1470 0 0,-20 0 287 0 0,11 19 139 0 0,14-19-616 0 0,0 1 1 0 0,0-1 0 0 0,-1 1 0 0 0,1-1 0 0 0,0 1 0 0 0,-1-1 0 0 0,0 0-1 0 0,1 1 1 0 0,-1-1 0 0 0,0 0 0 0 0,1 1 0 0 0,-3 0 0 0 0,1 2 30 0 0,0 0 97 0 0,1 2-23 0 0,-2 17-20 0 0,2-17-53 0 0,1-1-57 0 0,0 17 54 0 0,0-16 9 0 0,1-2-23 0 0,4 16-44 0 0,-4-15-53 0 0,2-1-45 0 0,0 0 10 0 0,1-1 0 0 0,0 1 0 0 0,0 0 0 0 0,0-1-1 0 0,9 6 1 0 0,-10-7-47 0 0,3-2-193 0 0,16 1 210 0 0,-16-1 55 0 0,-2-1 18 0 0,12-3 22 0 0,-12 3 19 0 0,-3 0 20 0 0,1 1-1 0 0,-1-1 1 0 0,0 1 0 0 0,0-1 0 0 0,1 0-1 0 0,-1 1 1 0 0,0-1 0 0 0,0 0 0 0 0,0 0 0 0 0,0 0-1 0 0,0 0 1 0 0,2-2 0 0 0,-3 3 16 0 0,4-3 155 0 0,-3 1-143 0 0,-1 0 0 0 0,1 1-1 0 0,0-1 1 0 0,0 0 0 0 0,0 0 0 0 0,1 1-1 0 0,-1-1 1 0 0,0 1 0 0 0,3-3 0 0 0,-1 0 178 0 0,-2 0-4 0 0,0-47 600 0 0,-2 46-654 0 0,0-1-23 0 0,-6-16-10 0 0,5 17-20 0 0,0 1-24 0 0,-6-16 39 0 0,7 19-142 0 0,1 0-1 0 0,-1 0 0 0 0,1 0 0 0 0,-1 0 0 0 0,1 0 1 0 0,-1 0-1 0 0,0 0 0 0 0,0 0 0 0 0,1 0 0 0 0,-1 0 0 0 0,0 0 1 0 0,0 0-1 0 0,0 1 0 0 0,0-1 0 0 0,0 0 0 0 0,0 0 1 0 0,0 1-1 0 0,0-1 0 0 0,0 1 0 0 0,0-1 0 0 0,-1 1 0 0 0,1 0 1 0 0,-2-1-1 0 0,-17 5-190 0 0,15-3-72 0 0,5 0 259 0 0,0 0 0 0 0,0-1-1 0 0,0 1 1 0 0,0 0 0 0 0,0-1-1 0 0,0 1 1 0 0,0-1 0 0 0,0 1-1 0 0,0 0 1 0 0,-1-1 0 0 0,1 1-1 0 0,0 0 1 0 0,0-1 0 0 0,-1 1-1 0 0,1-1 1 0 0,0 1 0 0 0,-1-1-1 0 0,1 1 1 0 0,-1-1 0 0 0,0 1-1 0 0,-9 16-614 0 0,6-1 132 0 0,2-13-75 0 0,2 4-105 0 0,4 51-4431 0 0,-2-52 1597 0 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3040 0 0,'0'0'6694'0'0,"0"5"-6446"0"0,23 77 398 0 0,-22-78-618 0 0,1 3-83 0 0,32 107-4514 0 0,-33-109 2345 0 0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 91 2240 0 0,'0'0'8506'0'0,"-4"-1"-8259"0"0,3 0-189 0 0,-1 1 0 0 0,0-1-1 0 0,0 0 1 0 0,1 1 0 0 0,-1-1 0 0 0,0 0 0 0 0,1 0-1 0 0,-1 0 1 0 0,1 0 0 0 0,-1 0 0 0 0,1-1 0 0 0,0 1-1 0 0,-1 0 1 0 0,1-1 0 0 0,0 1 0 0 0,0-1 0 0 0,0 1-1 0 0,0-1 1 0 0,-1-2 0 0 0,0 0 208 0 0,3-1-217 0 0,3-14-18 0 0,-3 14 16 0 0,1 1-33 0 0,0 1-24 0 0,1 1-1 0 0,-1-1 0 0 0,0 1 0 0 0,1 0 0 0 0,-1-1 0 0 0,1 1 0 0 0,0 0 0 0 0,0 0 0 0 0,-1 1 0 0 0,5-3 0 0 0,-3 3 30 0 0,1 2 9 0 0,0 2-30 0 0,0-1 1 0 0,-1 0-1 0 0,1 1 0 0 0,0 0 0 0 0,-1 0 1 0 0,0 1-1 0 0,1-1 0 0 0,-1 1 1 0 0,-1 0-1 0 0,1 0 0 0 0,0 0 0 0 0,-1 0 1 0 0,0 1-1 0 0,3 4 0 0 0,-2 0 16 0 0,0-1 0 0 0,-1 1 0 0 0,0 0-1 0 0,0 1 1 0 0,-1-1 0 0 0,0 0 0 0 0,0 1 0 0 0,-1-1-1 0 0,0 1 1 0 0,-1-1 0 0 0,0 1 0 0 0,-1-1 0 0 0,0 1 0 0 0,0-1-1 0 0,-1 0 1 0 0,0 1 0 0 0,-6 14 0 0 0,-25 36 53 0 0,31-56-3 0 0,1-3-64 0 0,1-1 1 0 0,0 1-1 0 0,-1-1 1 0 0,1 0-1 0 0,0 1 1 0 0,-1-1-1 0 0,1 1 1 0 0,0-1-1 0 0,-1 0 1 0 0,1 1 0 0 0,-1-1-1 0 0,1 0 1 0 0,-1 1-1 0 0,1-1 1 0 0,-1 0-1 0 0,1 0 1 0 0,-1 0-1 0 0,1 0 1 0 0,-1 1 0 0 0,0-1-1 0 0,0 0 1 0 0,0 0 0 0 0,1 0 1 0 0,0 0 0 0 0,-1 0-1 0 0,1 0 1 0 0,-1 0 0 0 0,1 0 0 0 0,-1 1-1 0 0,1-1 1 0 0,-1 0 0 0 0,1 0-1 0 0,-1 0 1 0 0,1 1 0 0 0,0-1-1 0 0,-1 0 1 0 0,1 0 0 0 0,-1 1-1 0 0,1-1 1 0 0,0 0 0 0 0,-1 1-1 0 0,1-1 1 0 0,0 1 0 0 0,-1-1-1 0 0,1 1 1 0 0,0-1-1 0 0,0 0 0 0 0,0-1 0 0 0,-1 1-1 0 0,1 0 1 0 0,0 0 0 0 0,0-1 0 0 0,0 1 0 0 0,0 0 0 0 0,-1 0-1 0 0,1-1 1 0 0,0 1 0 0 0,0 0 0 0 0,0 0 0 0 0,-1 0 0 0 0,1-1-1 0 0,0 1 1 0 0,0 0 0 0 0,-1 0 0 0 0,1 0 0 0 0,0 0-1 0 0,0-1 1 0 0,-1 1 0 0 0,1 0 0 0 0,0 0 0 0 0,-1 0 0 0 0,1 0-1 0 0,0 0 1 0 0,0 0 0 0 0,-1 0 0 0 0,1 0 0 0 0,0 0 0 0 0,-1 0-1 0 0,1 0 1 0 0,-1 0-4 0 0,0 0-1 0 0,1 0 1 0 0,-1 0-1 0 0,1 0 1 0 0,-1 0-1 0 0,1 0 1 0 0,-1 0-1 0 0,1 0 1 0 0,-1 0 0 0 0,1-1-1 0 0,-1 1 1 0 0,1 0-1 0 0,-1 0 1 0 0,1-1-1 0 0,-1 1 1 0 0,1 0-1 0 0,-1-1 1 0 0,1 1-1 0 0,0 0 1 0 0,-1-1-1 0 0,1 1 1 0 0,0 0-1 0 0,-1-1 1 0 0,1 1-1 0 0,0-1 1 0 0,-1 1-1 0 0,1-1 1 0 0,0 1 0 0 0,0-1-1 0 0,0 1 1 0 0,-1-1-1 0 0,1 1 1 0 0,0-2-1 0 0,-4-15 8 0 0,4 13 20 0 0,0-1-30 0 0,7-43-16 0 0,-6 43-5 0 0,9 1 28 0 0,-10 3 10 0 0,0 1 0 0 0,1-1 0 0 0,-1 1-1 0 0,1 0 1 0 0,-1-1 0 0 0,1 1 0 0 0,-1-1 0 0 0,1 1 0 0 0,-1 0 0 0 0,1 0-1 0 0,-1-1 1 0 0,1 1 0 0 0,-1 0 0 0 0,1 0 0 0 0,0 0 0 0 0,-1-1 0 0 0,1 1-1 0 0,0 0 1 0 0,-1 0 0 0 0,1 0 0 0 0,-1 0 0 0 0,1 0 0 0 0,0 0 0 0 0,-1 0-1 0 0,1 0 1 0 0,-1 1 0 0 0,1-1 0 0 0,1 0 0 0 0,20 4 89 0 0,-17-4-16 0 0,0 2 1 0 0,11 5 32 0 0,-12-6-36 0 0,0 1-27 0 0,12 6-22 0 0,-12-6-3 0 0,1 0-5 0 0,12 5-38 0 0,-12-5-37 0 0,-1 0 7 0 0,13 3-52 0 0,-12-4-74 0 0,1 0-390 0 0,17 1 133 0 0,-17-1-91 0 0,-2-2-110 0 0,8-3-1210 0 0,1-1 1 0 0,-1 0-1 0 0,13-7 1 0 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0 2520 0 0,'0'0'4878'0'0,"-4"2"-4362"0"0,-13 4-69 0 0,13-4 551 0 0,4-1-964 0 0,0 1-1 0 0,0-1 1 0 0,-1 0 0 0 0,1 0 0 0 0,-1 1-1 0 0,1-1 1 0 0,-1 0 0 0 0,1 0-1 0 0,-1 0 1 0 0,0 0 0 0 0,0 0 0 0 0,-1 2-1 0 0,0-1 46 0 0,0 2 530 0 0,2 1-454 0 0,0 15-11 0 0,0-16 100 0 0,2 0-134 0 0,28 26 246 0 0,-27-28-312 0 0,-3-1-41 0 0,0-1-1 0 0,1 1 0 0 0,-1-1 0 0 0,0 0 0 0 0,1 1 0 0 0,-1-1 0 0 0,0 0 0 0 0,1 1 1 0 0,-1-1-1 0 0,0 0 0 0 0,1 0 0 0 0,-1 1 0 0 0,0-1 0 0 0,1 0 0 0 0,-1 0 0 0 0,1 1 1 0 0,-1-1-1 0 0,0 0 0 0 0,1 0 0 0 0,-1 0 0 0 0,1 0 0 0 0,-1 0 0 0 0,1 0 0 0 0,-1 0 1 0 0,1 0-1 0 0,0 0 1 0 0,-1 0 1 0 0,1 0 0 0 0,-1 0 0 0 0,1 0 0 0 0,-1 0-1 0 0,1 1 1 0 0,-1-1 0 0 0,1 0 0 0 0,-1 0 0 0 0,1 0-1 0 0,-1 0 1 0 0,1 1 0 0 0,-1-1 0 0 0,1 0 0 0 0,-1 1-1 0 0,0-1 1 0 0,1 0 0 0 0,-1 1 0 0 0,1-1 0 0 0,-1 0-1 0 0,0 1 1 0 0,1 0 0 0 0,3 1 65 0 0,70 31 1543 0 0,-57-24-1459 0 0,-13-7 182 0 0,-3-2-329 0 0,-1 0 0 0 0,0 1 0 0 0,0-1 1 0 0,0 0-1 0 0,0 1 0 0 0,0-1 0 0 0,0 0 0 0 0,0 0 1 0 0,0 1-1 0 0,0-1 0 0 0,0 0 0 0 0,1 0 0 0 0,-1 1 1 0 0,0-1-1 0 0,0 0 0 0 0,0 0 0 0 0,1 1 0 0 0,-1-1 0 0 0,0 0 1 0 0,0 0-1 0 0,1 0 0 0 0,-1 0 0 0 0,0 1 0 0 0,0-1 1 0 0,1 0-1 0 0,-1 0 0 0 0,0 0 0 0 0,0 0 0 0 0,1 0 1 0 0,-1 0-1 0 0,1 0 0 0 0,0 1 22 0 0,-1-1 1 0 0,1 0-1 0 0,0 0 1 0 0,-1 1-1 0 0,1-1 1 0 0,0 1-1 0 0,-1-1 1 0 0,1 0-1 0 0,0 1 1 0 0,-1-1-1 0 0,1 1 0 0 0,-1 0 1 0 0,1-1-1 0 0,-1 1 1 0 0,1-1-1 0 0,-1 1 1 0 0,1 0-1 0 0,-1-1 1 0 0,0 1-1 0 0,1 0 1 0 0,-1 1-1 0 0,1 0 1 0 0,0 1 0 0 0,0 0 0 0 0,-1 0 0 0 0,0 0 0 0 0,1 0 0 0 0,-1-1 1 0 0,0 1-1 0 0,-1 0 0 0 0,1 0 0 0 0,0 0 0 0 0,-1 0 0 0 0,-1 3 0 0 0,1-1 19 0 0,-2-2-1 0 0,-10 13-26 0 0,10-13-36 0 0,-1 1-52 0 0,-15 8 236 0 0,16-10-652 0 0,-1 0-1 0 0,0 0 0 0 0,1-1 1 0 0,-1 1-1 0 0,0-1 0 0 0,0 0 1 0 0,0 0-1 0 0,0 0 0 0 0,-1 0 1 0 0,-7-1-1 0 0,7 0-880 0 0,-9-18-7167 0 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88 3492 0 0,'0'0'3863'0'0,"1"-5"-3334"0"0,5-12-103 0 0,-4 12 210 0 0,2 3-404 0 0,12-8-60 0 0,-12 8-44 0 0,1-1-49 0 0,96-39-4078 0 0,-97 41 1952 0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93 3432 0 0,'0'0'8817'0'0,"2"-3"-8702"0"0,1-1 63 0 0,-1-1-1 0 0,1 0 1 0 0,-1 0 0 0 0,0-1 0 0 0,-1 1 0 0 0,1 0 0 0 0,-1-1-1 0 0,0 1 1 0 0,0-8 0 0 0,-2 8-70 0 0,-4 11-157 0 0,5-5 48 0 0,-1-1 0 0 0,0 0 0 0 0,0 1 0 0 0,1-1 0 0 0,-1 1 0 0 0,0-1 0 0 0,0 1 0 0 0,1 0 0 0 0,-1-1 0 0 0,1 1 0 0 0,-1 0 0 0 0,0-1 0 0 0,1 1 0 0 0,0 0 0 0 0,-1-1 1 0 0,1 1-1 0 0,-1 0 0 0 0,1 1 0 0 0,-5 16 1 0 0,4-14-18 0 0,1 1-26 0 0,0 20 66 0 0,1-22 3 0 0,6 11-4 0 0,-5-10 5 0 0,1-2-47 0 0,10 8-96 0 0,-10-7 257 0 0,3-3-262 0 0,15 0 158 0 0,-16 0 136 0 0,-3-3-153 0 0,0 0-17 0 0,-1 1 1 0 0,1 0-1 0 0,-1 0 1 0 0,0-1-1 0 0,0 1 0 0 0,0-1 1 0 0,0 1-1 0 0,0-1 1 0 0,-1 1-1 0 0,1-1 0 0 0,-1 1 1 0 0,0-1-1 0 0,0 0 1 0 0,1 1-1 0 0,-2-1 0 0 0,1-3 1 0 0,0 2-11 0 0,-1 0 0 0 0,-3-18 14 0 0,3 20-6 0 0,0 1-1 0 0,0-1 1 0 0,0 0 0 0 0,0 1-1 0 0,1-1 1 0 0,-1 0-1 0 0,0 0 1 0 0,1 0 0 0 0,0 1-1 0 0,-1-4 1 0 0,0 1 4 0 0,0 2-18 0 0,0 0 15 0 0,0 0 0 0 0,0 1 1 0 0,0-1-1 0 0,-1 0 0 0 0,1 1 0 0 0,0-1 1 0 0,-1 1-1 0 0,1-1 0 0 0,-1 1 1 0 0,1 0-1 0 0,-1 0 0 0 0,0 0 1 0 0,0 0-1 0 0,1 0 0 0 0,-1 0 0 0 0,-4-1 1 0 0,6 2 8 0 0,-3-2-4 0 0,3 2-126 0 0,-1 1 119 0 0,1-1 0 0 0,0 0-1 0 0,0 0 1 0 0,0 1 0 0 0,0-1 0 0 0,0 0 0 0 0,0 1 0 0 0,-1-1 0 0 0,1 0 0 0 0,0 0 0 0 0,0 1-1 0 0,-1-1 1 0 0,1 0 0 0 0,0 0 0 0 0,0 0 0 0 0,-1 1 0 0 0,1-1 0 0 0,0 0 0 0 0,0 0-1 0 0,-1 0 1 0 0,1 0 0 0 0,0 0 0 0 0,-1 0 0 0 0,1 0 0 0 0,0 1 0 0 0,0-1 0 0 0,-1 0 0 0 0,1 0-1 0 0,0 0 1 0 0,-1 0 0 0 0,1 0 0 0 0,-1 0 0 0 0,0 0 0 0 0,0 0 0 0 0,1 0 1 0 0,-1 0-1 0 0,0 0 0 0 0,1 0 0 0 0,-1 1 0 0 0,0-1 0 0 0,1 0 0 0 0,-1 0 0 0 0,0 1 1 0 0,1-1-1 0 0,-1 0 0 0 0,1 1 0 0 0,-1-1 0 0 0,1 1 0 0 0,-1-1 0 0 0,1 1 1 0 0,-1-1-1 0 0,1 1 0 0 0,-1-1 0 0 0,1 1 0 0 0,0 0 0 0 0,-1 0 0 0 0,-7 15-9 0 0,5-13 8 0 0,3 2-35 0 0,-4 15 28 0 0,3-15 11 0 0,1 1-8 0 0,1 0 1 0 0,0-1-1 0 0,0 1 1 0 0,0 0-1 0 0,0 0 1 0 0,5 9 0 0 0,-5-11-33 0 0,2-2-130 0 0,32 17-525 0 0,-31-17 588 0 0,1-3-165 0 0,0 0 284 0 0,0-1 1 0 0,0 1-1 0 0,0-1 1 0 0,0 0-1 0 0,8-5 1 0 0,-10 5-44 0 0,7-18-37 0 0,-10 14 76 0 0,-1-17 6 0 0,0 18-10 0 0,0 1 1 0 0,-6-13-14 0 0,5 13-18 0 0,0 1-10 0 0,-8-12 30 0 0,8 12-5 0 0,1 2 8 0 0,-1-1-1 0 0,1 1 1 0 0,-1 0 0 0 0,1 0-1 0 0,-1-1 1 0 0,1 1 0 0 0,-1 0-1 0 0,0 1 1 0 0,0-1 0 0 0,1 0-1 0 0,-1 0 1 0 0,0 1 0 0 0,0-1-1 0 0,0 1 1 0 0,0 0 0 0 0,0 0-1 0 0,0-1 1 0 0,1 1 0 0 0,-1 0-1 0 0,0 0 1 0 0,-4 1 0 0 0,6-1 4 0 0,-5 1 13 0 0,2 1-101 0 0,-23 27 165 0 0,23-26-17 0 0,3 1-40 0 0,-4 13 5 0 0,3-13 15 0 0,2 0-18 0 0,1 15-15 0 0,-1-14 1 0 0,4 2 2 0 0,-4-6-11 0 0,-1 0 1 0 0,0 0-1 0 0,1 0 1 0 0,-1 0-1 0 0,0-1 1 0 0,1 1-1 0 0,-1 0 1 0 0,1 0-1 0 0,0 0 1 0 0,-1 0-1 0 0,1-1 1 0 0,0 1-1 0 0,-1 0 1 0 0,1 0-1 0 0,1 0 1 0 0,0 3 1 0 0,3 0-4 0 0,29-1 37 0 0,-33-3-36 0 0,0 0 1 0 0,0 0-1 0 0,1 0 0 0 0,-1 0 1 0 0,0 0-1 0 0,0 0 0 0 0,0 0 0 0 0,0-1 1 0 0,0 1-1 0 0,1 0 0 0 0,-1-1 0 0 0,0 1 1 0 0,0-1-1 0 0,0 0 0 0 0,0 1 1 0 0,0-1-1 0 0,0 1 0 0 0,0-1 0 0 0,-1 0 1 0 0,2-1-1 0 0,0 0 1 0 0,2 0 3 0 0,-4 2-10 0 0,0-1 7 0 0,0 1 0 0 0,0 0 0 0 0,0-1 1 0 0,0 1-1 0 0,0 0 0 0 0,0-1 0 0 0,1 1 0 0 0,-1-1 0 0 0,0 1 0 0 0,0 0 0 0 0,0-1 0 0 0,0 1 0 0 0,0 0 0 0 0,1-1 0 0 0,-1 1 0 0 0,0 0 0 0 0,0-1 1 0 0,1 1-1 0 0,-1 0 0 0 0,0 0 0 0 0,0-1 0 0 0,1 1 0 0 0,-1 0 0 0 0,0 0 0 0 0,1 0 0 0 0,0-1 0 0 0,-1 1 0 0 0,1-1-1 0 0,0 1 1 0 0,-1-1 0 0 0,1 1-1 0 0,-1-1 1 0 0,1 1 0 0 0,0-1-1 0 0,-1 0 1 0 0,1 1 0 0 0,-1-1-1 0 0,0 0 1 0 0,1 1-1 0 0,-1-1 1 0 0,1 0 0 0 0,-1 1-1 0 0,0-1 1 0 0,0 0 0 0 0,1 0-1 0 0,-1 0 1 0 0,0-1 0 0 0,4-18 29 0 0,-4 15-10 0 0,-10-41-14 0 0,8 41-18 0 0,-15-9-270 0 0,16 14 285 0 0,-1 1 0 0 0,1 0 0 0 0,0-1-1 0 0,-1 1 1 0 0,1-1 0 0 0,-1 1 0 0 0,1-1 0 0 0,-1 1 0 0 0,1-1-1 0 0,-1 0 1 0 0,1 0 0 0 0,-3 0 0 0 0,2 0 2 0 0,-3 1 49 0 0,5 0-72 0 0,0-1 19 0 0,0 0-1 0 0,0 1 0 0 0,0-1 0 0 0,0 0 0 0 0,0 1 0 0 0,0-1 1 0 0,0 0-1 0 0,-1 0 0 0 0,1 1 0 0 0,0-1 0 0 0,0 0 1 0 0,0 1-1 0 0,0-1 0 0 0,0 0 0 0 0,-1 1 0 0 0,1-1 0 0 0,0 0 1 0 0,0 0-1 0 0,-1 1 0 0 0,1-1 0 0 0,0 0 0 0 0,0 0 1 0 0,-1 0-1 0 0,1 1 0 0 0,0-1 0 0 0,0 0 0 0 0,-1 0 0 0 0,0 0 4 0 0,1 1 0 0 0,-1-1 0 0 0,1 0-1 0 0,-1 1 1 0 0,1-1 0 0 0,0 0 0 0 0,-1 1-1 0 0,1-1 1 0 0,-1 0 0 0 0,1 1 0 0 0,0-1-1 0 0,-1 1 1 0 0,1-1 0 0 0,0 0 0 0 0,0 1-1 0 0,-1-1 1 0 0,1 1 0 0 0,0-1 0 0 0,0 1-1 0 0,0-1 1 0 0,0 1 0 0 0,0-1 0 0 0,-1 1 0 0 0,1-1-1 0 0,0 1 1 0 0,0-1 0 0 0,0 1 0 0 0,0 0-1 0 0,1-1 1 0 0,-1 1 0 0 0,0 0 0 0 0,0 2 15 0 0,1 0 1 0 0,-1 0-1 0 0,1 0 1 0 0,0 0-1 0 0,0 0 1 0 0,0 0 0 0 0,0 0-1 0 0,0 0 1 0 0,1 0-1 0 0,2 4 1 0 0,-2-5 443 0 0,16-5-240 0 0,-14 1-3326 0 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48 61 2640 0 0,'0'0'3900'0'0,"0"-5"-3211"0"0,0-16-56 0 0,0 16 1619 0 0,-1 0-1948 0 0,0-15-54 0 0,1 16 717 0 0,-5 5-949 0 0,-12 4 1 0 0,13-3 12 0 0,2 2-25 0 0,-2 11-2 0 0,3-11 7 0 0,0 0 3 0 0,-3 15-9 0 0,3-15 52 0 0,3 1-78 0 0,2 14-38 0 0,-3-15-104 0 0,2-2 0 0 0,17 8-179 0 0,-19-10 338 0 0,-1 1 1 0 0,1-1-1 0 0,0 0 0 0 0,0 0 0 0 0,0 0 0 0 0,0 0 0 0 0,0 0 0 0 0,0 0 1 0 0,0 0-1 0 0,0 0 0 0 0,0 0 0 0 0,0 0 0 0 0,0 0 0 0 0,0 0 0 0 0,0-1 1 0 0,-1 1-1 0 0,1 0 0 0 0,0-1 0 0 0,0 1 0 0 0,0 0 0 0 0,0-1 0 0 0,0 0 1 0 0,-1 1-1 0 0,1-1 0 0 0,0 1 0 0 0,-1-1 0 0 0,2-1 0 0 0,7-11 54 0 0,-6 10 174 0 0,1-19-98 0 0,-3 18 2 0 0,-2 0-114 0 0,0 2-18 0 0,0 1 1 0 0,0-1 0 0 0,1 1-1 0 0,-1-1 1 0 0,1 0-1 0 0,-1 1 1 0 0,1-1 0 0 0,-1 0-1 0 0,1 1 1 0 0,0-4-1 0 0,-4 4-60 0 0,-15-6 52 0 0,16 9 1 0 0,-23 24 26 0 0,24-23-7 0 0,1 1-55 0 0,-4 12 30 0 0,4-11 17 0 0,15 14-98 0 0,-9-19 92 0 0,16 0-13 0 0,-16 0 19 0 0,13-12 14 0 0,-15 9-18 0 0,-2-1-35 0 0,4-12 67 0 0,-4 12 62 0 0,-2 0-96 0 0,-4-13-6 0 0,4 13 18 0 0,-2 2-12 0 0,-11-8 6 0 0,10 8 8 0 0,-1 3-24 0 0,-14 3 12 0 0,14-3-14 0 0,-11 17 44 0 0,14-14-24 0 0,-7 15 28 0 0,9-14-26 0 0,0 15-19 0 0,0-15 31 0 0,4 3-11 0 0,-4-7-7 0 0,0-1 0 0 0,0 1 1 0 0,0-1-1 0 0,0 1 0 0 0,1-1 0 0 0,-1 1 0 0 0,0 0 0 0 0,0-1 0 0 0,1 1 0 0 0,-1-1 1 0 0,0 1-1 0 0,0-1 0 0 0,1 1 0 0 0,-1-1 0 0 0,1 1 0 0 0,-1-1 0 0 0,0 0 0 0 0,1 1 0 0 0,-1-1 1 0 0,1 0-1 0 0,-1 1 0 0 0,1-1 0 0 0,-1 0 0 0 0,1 1 0 0 0,-1-1 0 0 0,1 0 0 0 0,-1 0 1 0 0,2 1-1 0 0,1-1-3 0 0,-1 1-1 0 0,1-1 1 0 0,0 1 0 0 0,-1-1 0 0 0,1 0 0 0 0,0 0 0 0 0,-1 0 0 0 0,1 0-1 0 0,0-1 1 0 0,-1 1 0 0 0,1-1 0 0 0,0 1 0 0 0,4-3 0 0 0,-3 1 41 0 0,1-6 40 0 0,-4 8-67 0 0,0-1 0 0 0,0 1 0 0 0,-1-1 1 0 0,1 1-1 0 0,0-1 0 0 0,-1 1 0 0 0,1-1 0 0 0,0 0 0 0 0,-1 1 0 0 0,1-1 0 0 0,-1 0 0 0 0,1 0 0 0 0,-1 1 0 0 0,1-1 0 0 0,-1 0 1 0 0,0 0-1 0 0,1-1 0 0 0,5-14 30 0 0,-5 12 57 0 0,-2 0-76 0 0,-4-14-4 0 0,4 14-9 0 0,-3 2-35 0 0,-11-7-100 0 0,11 7 159 0 0,-16 12-75 0 0,18-7 103 0 0,0 1-35 0 0,0 1 1 0 0,0 0-1 0 0,1 0 1 0 0,0-1-1 0 0,0 1 0 0 0,0 0 1 0 0,0 0-1 0 0,1 0 1 0 0,0 0-1 0 0,0 0 1 0 0,1 6-1 0 0,0-6 50 0 0,8 2-53 0 0,-8-7-21 0 0,-1 0 0 0 0,1 0 0 0 0,-1 1 0 0 0,1-1 0 0 0,-1 0 0 0 0,0 0 0 0 0,1 1 0 0 0,-1-1 1 0 0,1 0-1 0 0,-1 1 0 0 0,0-1 0 0 0,1 0 0 0 0,-1 1 0 0 0,0-1 0 0 0,1 1 0 0 0,-1-1 0 0 0,0 1 0 0 0,0-1 0 0 0,1 0 0 0 0,-1 1 0 0 0,0-1 0 0 0,0 1 0 0 0,1 0 0 0 0,4-2-9 0 0,21-1 103 0 0,-25 1-65 0 0,0 1 1 0 0,0-1 0 0 0,0 0-1 0 0,0 1 1 0 0,0-1-1 0 0,0 0 1 0 0,-1 0-1 0 0,1 0 1 0 0,0 0 0 0 0,0 1-1 0 0,-1-1 1 0 0,1 0-1 0 0,-1 0 1 0 0,1 0 0 0 0,0 0-1 0 0,-1-1 1 0 0,0 1-1 0 0,1 0 1 0 0,-1-1 0 0 0,6-15 195 0 0,-5 13 55 0 0,-2 0-241 0 0,-1-15-7 0 0,1 15 48 0 0,-5-1-515 0 0,6 4 343 0 0,0 1-1 0 0,-1 0 1 0 0,1-1-1 0 0,0 1 1 0 0,0-1-1 0 0,-1 1 1 0 0,1 0-1 0 0,0-1 1 0 0,-1 1-1 0 0,1 0 1 0 0,-1 0-1 0 0,1-1 1 0 0,0 1-1 0 0,-1 0 1 0 0,1 0-1 0 0,-1-1 1 0 0,1 1-1 0 0,-1 0 1 0 0,1 0-1 0 0,-1 0 1 0 0,1 0-1 0 0,0 0 1 0 0,-1 0-1 0 0,1 0 1 0 0,-1 0-1 0 0,1 0 0 0 0,-1 0 1 0 0,1 0-1 0 0,-1 0 1 0 0,1 0-1 0 0,-1 0 1 0 0,-7 11-686 0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 77 2576 0 0,'0'0'11371'0'0,"-3"-2"-11299"0"0,2 0-59 0 0,-1 1 1 0 0,1-1 0 0 0,0 0 0 0 0,-1 1 0 0 0,1-1-1 0 0,0 0 1 0 0,0 0 0 0 0,0 0 0 0 0,0 0-1 0 0,1 0 1 0 0,-1 0 0 0 0,0 0 0 0 0,1 0 0 0 0,0 0-1 0 0,-1 0 1 0 0,1 0 0 0 0,0 0 0 0 0,0 0-1 0 0,0-1 1 0 0,1-1 112 0 0,-2 3-124 0 0,1 0-1 0 0,0 1 1 0 0,0-1 0 0 0,0 0-1 0 0,0 1 1 0 0,0-1 0 0 0,0 0-1 0 0,0 1 1 0 0,0-1 0 0 0,1 0-1 0 0,-1 1 1 0 0,0-1 0 0 0,0 0-1 0 0,0 1 1 0 0,1-1 0 0 0,-1 1-1 0 0,0-1 1 0 0,1 1 0 0 0,0-2-1 0 0,3-7-209 0 0,0 7 242 0 0,12-3-10 0 0,-12 4 5 0 0,1 2-48 0 0,0 2 17 0 0,0 0 1 0 0,0 0 0 0 0,0 0 0 0 0,0 1-1 0 0,-1-1 1 0 0,1 1 0 0 0,-1 0-1 0 0,0 0 1 0 0,0 1 0 0 0,0-1 0 0 0,-1 1-1 0 0,6 9 1 0 0,-4-3-19 0 0,0 1 0 0 0,-1 0 0 0 0,0 0-1 0 0,0 1 1 0 0,-2-1 0 0 0,1 0 0 0 0,-2 1 0 0 0,0 0 0 0 0,0-1 0 0 0,-1 1-1 0 0,-1 0 1 0 0,0 0 0 0 0,-4 20 0 0 0,0-14-56 0 0,0 0 0 0 0,-2-1 0 0 0,-10 24 0 0 0,15-38-20 0 0,-1 0 2 0 0,-10 11 13 0 0,10-11-11 0 0,1-3 71 0 0,1 0 0 0 0,-1 0 0 0 0,1 0 0 0 0,0 0 0 0 0,-1 0 0 0 0,1 0 0 0 0,0 1 0 0 0,0-1 0 0 0,-1 0 0 0 0,0 3 0 0 0,-1-1-16 0 0,-1-2-29 0 0,1 0 55 0 0,1-1 1 0 0,-1 1-1 0 0,1-1 1 0 0,0 0 0 0 0,-1 0-1 0 0,1 0 1 0 0,-1 0 0 0 0,1 0-1 0 0,-1-1 1 0 0,1 1-1 0 0,0-1 1 0 0,-1 1 0 0 0,1-1-1 0 0,0 0 1 0 0,-1 0 0 0 0,1 0-1 0 0,0 0 1 0 0,0 0 0 0 0,0-1-1 0 0,0 1 1 0 0,0-1-1 0 0,0 1 1 0 0,0-1 0 0 0,1 0-1 0 0,-1 1 1 0 0,1-1 0 0 0,-1 0-1 0 0,-1-4 1 0 0,-21-63-199 0 0,23 64 189 0 0,2 0-27 0 0,1-14 26 0 0,-1 14 6 0 0,1 2-5 0 0,10-14 278 0 0,-6 18-135 0 0,-3-1-133 0 0,2 0 58 0 0,0 0-1 0 0,-1 0 1 0 0,1 1-1 0 0,0 0 0 0 0,-1 0 1 0 0,1 1-1 0 0,0-1 1 0 0,-1 1-1 0 0,0 0 1 0 0,9 4-1 0 0,62 41 280 0 0,-72-45-298 0 0,-2-2-28 0 0,0 0 0 0 0,0 0 1 0 0,-1 0-1 0 0,1 0 1 0 0,0 0-1 0 0,0 0 1 0 0,0 0-1 0 0,-1 0 1 0 0,1 0-1 0 0,0 1 1 0 0,0-1-1 0 0,-1 0 0 0 0,1 1 1 0 0,0-1-1 0 0,0 0 1 0 0,-1 1-1 0 0,1-1 1 0 0,0 2-1 0 0,1-1-32 0 0,-1 0-1 0 0,1 0 0 0 0,-1 0 1 0 0,1-1-1 0 0,-1 1 0 0 0,1 0 1 0 0,-1 0-1 0 0,1-1 0 0 0,0 1 1 0 0,-1-1-1 0 0,4 1 1 0 0,16 3-327 0 0,-16-3-121 0 0,0-1-139 0 0,16-1-167 0 0,-16 1-286 0 0,1-2-313 0 0,15-4-160 0 0,-16 4-1037 0 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66 3368 0 0,'0'0'4805'0'0,"-2"-3"-4234"0"0,-7-8-119 0 0,6 9 782 0 0,4-2-1123 0 0,0 1-94 0 0,0 1 0 0 0,0 0 0 0 0,0 0 0 0 0,1-1 0 0 0,-1 1 0 0 0,0 0 0 0 0,1 0 0 0 0,0 0 0 0 0,-1 1 0 0 0,1-1-1 0 0,0 0 1 0 0,0 0 0 0 0,3-1 0 0 0,-2 1 25 0 0,1-1-32 0 0,13-5 13 0 0,-13 6 138 0 0,1 2-50 0 0,19 4 260 0 0,-23 1-264 0 0,1 12-10 0 0,-1-12 74 0 0,-1 0-100 0 0,0 18-12 0 0,0-17-5 0 0,-1-2-11 0 0,-1 14-10 0 0,1-14 32 0 0,1 1-45 0 0,-1 15-14 0 0,1-15 106 0 0,0 0-36 0 0,0 16 6 0 0,0-16 613 0 0,3-3-677 0 0,10 5-13 0 0,-10-5 11 0 0,1-3-9 0 0,14-3-25 0 0,-14 3-53 0 0,1 0 101 0 0,13 1 9 0 0,0 0 1 0 0,22 4 0 0 0,-35-2 73 0 0,-4-2-103 0 0,0 1 1 0 0,1-1-1 0 0,-1 1 1 0 0,1 0-1 0 0,-1 0 1 0 0,0 0-1 0 0,0 0 1 0 0,1 0-1 0 0,-1 0 1 0 0,0 0-1 0 0,2 3 1 0 0,-3-4 2 0 0,3 3 172 0 0,-3-2-180 0 0,0-1-1 0 0,0 1 1 0 0,0-1 0 0 0,0 1 0 0 0,0-1-1 0 0,0 1 1 0 0,1 0 0 0 0,-1-1 0 0 0,0 1-1 0 0,0-1 1 0 0,0 1 0 0 0,0-1 0 0 0,1 1-1 0 0,-1-1 1 0 0,0 1 0 0 0,0-1-1 0 0,1 1 1 0 0,-1-1 0 0 0,1 1 0 0 0,-1-1-1 0 0,0 1 1 0 0,1 0 0 0 0,0-1 8 0 0,0 1 0 0 0,0 0-1 0 0,-1 0 1 0 0,1 0 0 0 0,-1-1 0 0 0,1 1 0 0 0,-1 0 0 0 0,1 0-1 0 0,-1 0 1 0 0,1 0 0 0 0,-1 0 0 0 0,0 0 0 0 0,1 0 0 0 0,-1 0 0 0 0,0 0-1 0 0,0 0 1 0 0,0 0 0 0 0,0 0 0 0 0,0 0 0 0 0,0 1 0 0 0,-4 46 131 0 0,2-44-114 0 0,0 0-17 0 0,-7 14-16 0 0,6-14 23 0 0,3-4-19 0 0,0 1 0 0 0,-1-1 0 0 0,1 0 0 0 0,-1 0 0 0 0,1 1 0 0 0,-1-1 0 0 0,1 0 0 0 0,0 0 0 0 0,-1 1 0 0 0,1-1 0 0 0,-1 1 0 0 0,1-1 0 0 0,0 0 0 0 0,0 1 0 0 0,-1-1 0 0 0,1 1 0 0 0,0-1 0 0 0,0 0 0 0 0,-1 1 1 0 0,1-1-1 0 0,0 1 0 0 0,0-1 0 0 0,0 1 0 0 0,0-1 0 0 0,0 2 0 0 0,0-2-8 0 0,0 1 1 0 0,-1-1 0 0 0,1 1 0 0 0,0-1 0 0 0,0 1 0 0 0,0-1 0 0 0,0 1 0 0 0,0-1 0 0 0,-1 1-1 0 0,1-1 1 0 0,0 1 0 0 0,0-1 0 0 0,-1 0 0 0 0,1 1 0 0 0,0-1 0 0 0,-1 1 0 0 0,1-1 0 0 0,0 0-1 0 0,-1 1 1 0 0,1-1 0 0 0,-1 0 0 0 0,1 0 0 0 0,0 1 0 0 0,-1-1 0 0 0,0 0 0 0 0,0 0 1 0 0,1 0 1 0 0,-1 0-1 0 0,1 0 1 0 0,0 1-1 0 0,-1-1 1 0 0,1 0-1 0 0,-1 0 1 0 0,1 0-1 0 0,-1 0 1 0 0,1 0-1 0 0,0 0 1 0 0,-1 1-1 0 0,1-1 1 0 0,0 0-1 0 0,-1 0 1 0 0,1 0 0 0 0,-1 1-1 0 0,1-1 1 0 0,0 0-1 0 0,0 1 1 0 0,-1-1-1 0 0,1 0 1 0 0,0 1-1 0 0,-1-1 1 0 0,1 0-1 0 0,0 1 1 0 0,0 0-1 0 0,-1-1-57 0 0,1 1 0 0 0,0 0-1 0 0,-1-1 1 0 0,1 1-1 0 0,-1-1 1 0 0,1 1 0 0 0,0-1-1 0 0,-1 1 1 0 0,1-1 0 0 0,-1 0-1 0 0,1 1 1 0 0,-1-1-1 0 0,0 0 1 0 0,1 1 0 0 0,-1-1-1 0 0,1 0 1 0 0,-1 1 0 0 0,1-1-1 0 0,-1 0 1 0 0,0 0-1 0 0,1 0 1 0 0,-1 0 0 0 0,0 0-1 0 0,1 0 1 0 0,-1 0 0 0 0,0 0-1 0 0,1 0 1 0 0,-1 0 0 0 0,0 0-1 0 0,0 0 1 0 0,-3-1-532 0 0,0 1 0 0 0,-1-1 0 0 0,1 0 0 0 0,0 0 0 0 0,0-1 0 0 0,0 1 0 0 0,0-1 0 0 0,-5-3 0 0 0,5 3-1894 0 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3356 0 0,'0'0'5490'0'0,"3"2"-4530"0"0,6 5-549 0 0,-2 0 0 0 0,1 0 0 0 0,-1 1 1 0 0,0 0-1 0 0,-1 0 0 0 0,1 1 1 0 0,-2 0-1 0 0,10 18 0 0 0,-8-13-439 0 0,4 6 100 0 0,-2 0 0 0 0,13 39 0 0 0,-18-44-775 0 0,-1 1 0 0 0,0-1 0 0 0,0 25 1 0 0,-2-31 261 0 0,-1 30-2209 0 0,-2-8-201 0 0,1-23-2051 0 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1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150 17 3196 0 0,'-4'-2'1010'0'0,"-1"0"-610"0"0,1-1 0 0 0,-1 1 0 0 0,0 1 0 0 0,0-1 0 0 0,0 1 0 0 0,0 0-1 0 0,-7-1 1 0 0,6 2 38 0 0,1 2-34 0 0,-1 3-220 0 0,0-1 1 0 0,0 1-1 0 0,0-1 1 0 0,1 1-1 0 0,0 1 0 0 0,0-1 1 0 0,0 1-1 0 0,1 0 1 0 0,0 0-1 0 0,-7 13 1 0 0,6-3 17 0 0,0-1 0 0 0,0 1 1 0 0,2-1-1 0 0,0 1 0 0 0,1 0 0 0 0,0 1 1 0 0,2 28-1 0 0,1-15-40 0 0,2 1-1 0 0,2-1 0 0 0,8 33 1 0 0,-6-40-123 0 0,0 1 0 0 0,2-1 0 0 0,0-1 0 0 0,2 0 0 0 0,0 0 0 0 0,1-1 1 0 0,26 33-1 0 0,-27-41-200 0 0,0-1 1 0 0,0 0-1 0 0,2 0 0 0 0,-1-1 1 0 0,1-1-1 0 0,1 0 1 0 0,0-1-1 0 0,0 0 1 0 0,1-1-1 0 0,0-1 1 0 0,1 0-1 0 0,26 7 1 0 0,-28-10-435 0 0,0-1 1 0 0,0-1 0 0 0,0 0 0 0 0,0-1-1 0 0,0-1 1 0 0,26-2 0 0 0,-32 1 244 0 0,26-7-1364 0 0,1-4 56 0 0,-7 2-1186 0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51 139 3568 0 0,'0'0'9257'0'0,"-5"0"-9067"0"0,-15 2-32 0 0,15-2 565 0 0,4 0-710 0 0,0 0 0 0 0,0-1 0 0 0,0 1 0 0 0,0 0 0 0 0,0-1 0 0 0,0 1 0 0 0,0-1 1 0 0,0 1-1 0 0,0-1 0 0 0,1 1 0 0 0,-1-1 0 0 0,0 1 0 0 0,0-1 0 0 0,0 0 0 0 0,1 1 0 0 0,-1-1 0 0 0,0 0 0 0 0,1 0 0 0 0,-1 0 1 0 0,1 0-1 0 0,-1 0 0 0 0,1 1 0 0 0,-1-1 0 0 0,1 0 0 0 0,-1 0 0 0 0,1 0 0 0 0,0 0 0 0 0,0 0 0 0 0,-1 0 0 0 0,1 0 0 0 0,0 0 0 0 0,0 0 1 0 0,0-1-1 0 0,0 1 0 0 0,1-1 0 0 0,2-33 217 0 0,-2 31-278 0 0,11-14-62 0 0,-10 14 271 0 0,3 3-250 0 0,11-6 89 0 0,-12 6-40 0 0,0 3-49 0 0,1 2 84 0 0,0-1-1 0 0,-1 1 1 0 0,0 0-1 0 0,1 0 1 0 0,-1 1 0 0 0,0-1-1 0 0,-1 1 1 0 0,1-1 0 0 0,-1 1-1 0 0,4 8 1 0 0,-3-3 14 0 0,0 1 0 0 0,-1-1 0 0 0,0 1 0 0 0,0 0 0 0 0,-1 0 0 0 0,1 15 0 0 0,-2-15-25 0 0,0 3 62 0 0,0 1 0 0 0,-1-1 0 0 0,0 0-1 0 0,-1 0 1 0 0,-1 0 0 0 0,-6 25 0 0 0,6-27-41 0 0,1-5 2 0 0,0-1 0 0 0,-1 0 0 0 0,0 0-1 0 0,0 0 1 0 0,0 0 0 0 0,-1-1 0 0 0,-6 11 0 0 0,9-15-8 0 0,-1 1 0 0 0,1-1 1 0 0,-1 0-1 0 0,1 0 1 0 0,-1 0-1 0 0,0 0 1 0 0,0 0-1 0 0,1 0 0 0 0,-1 0 1 0 0,0-1-1 0 0,0 1 1 0 0,0 0-1 0 0,0 0 0 0 0,0-1 1 0 0,-1 2-1 0 0,-2 0-5 0 0,2 1-32 0 0,-3-5-75 0 0,1 0 102 0 0,3 1 5 0 0,0 0 0 0 0,-1 0-1 0 0,1 0 1 0 0,0 1 0 0 0,-1-1-1 0 0,1 0 1 0 0,-1 1 0 0 0,1-1-1 0 0,0 1 1 0 0,-1 0 0 0 0,-2-1-1 0 0,2-3-51 0 0,-7-11 18 0 0,7 11 14 0 0,1 0 8 0 0,-8-47-80 0 0,9 50 98 0 0,0 1 0 0 0,0-1 0 0 0,0 1 0 0 0,0 0 0 0 0,0-1 0 0 0,0 1 0 0 0,0-1-1 0 0,0 1 1 0 0,0-1 0 0 0,0 1 0 0 0,0-1 0 0 0,0 1 0 0 0,1 0 0 0 0,-1-1 0 0 0,0 1 0 0 0,0-1-1 0 0,0 1 1 0 0,1 0 0 0 0,-1-1 0 0 0,0 1 0 0 0,1 0 0 0 0,-1-1 0 0 0,0 1 0 0 0,1 0 0 0 0,0-1-1 0 0,4-10 194 0 0,1 12-152 0 0,74 13 25 0 0,-75-12-168 0 0,0-1-79 0 0,15 2-77 0 0,-15-2-118 0 0,0-2-87 0 0,4 1 111 0 0,0 0-1 0 0,-1-1 1 0 0,1 0 0 0 0,-1-1-1 0 0,1 0 1 0 0,-1 0 0 0 0,0-1-1 0 0,1 0 1 0 0,-2-1 0 0 0,1 1 0 0 0,0-1-1 0 0,-1-1 1 0 0,1 0 0 0 0,-1 0-1 0 0,-1 0 1 0 0,1-1 0 0 0,-1 0-1 0 0,0 0 1 0 0,9-11 0 0 0,-12 12 236 0 0,0 0-7 0 0,1 0 0 0 0,-1 0-1 0 0,0-1 1 0 0,0 1 0 0 0,0-1 0 0 0,-1 0 0 0 0,2-7 0 0 0,8-34 34 0 0,-11 42 170 0 0,1-13 191 0 0,0-5 49 0 0,-1 17 79 0 0,-1 0 41 0 0,2-50 1165 0 0,-2 51-1031 0 0,-2 1-400 0 0,0 2-49 0 0,-5-15 1209 0 0,1 18-977 0 0,-25 1 228 0 0,28 2-311 0 0,-11 10-22 0 0,10-10-17 0 0,2 0 0 0 0,-10 15-22 0 0,9-15-35 0 0,2 2 7 0 0,-4 14-34 0 0,4-14-32 0 0,4 19 46 0 0,-2-19-123 0 0,1-2 7 0 0,6 15-3 0 0,-6-15-9 0 0,1 0 4 0 0,10 12 19 0 0,-10-13-24 0 0,2 0-33 0 0,13 7 8 0 0,-13-8 12 0 0,-1-1 0 0 0,12 4 39 0 0,-12-4-34 0 0,2-2-23 0 0,0 1 59 0 0,-1-1 0 0 0,1 0 0 0 0,0-1 0 0 0,0 1 0 0 0,-1-1 0 0 0,9-4 0 0 0,-10 3 89 0 0,-3 3-137 0 0,0 0 1 0 0,0-1-1 0 0,0 1 1 0 0,0-1-1 0 0,-1 0 0 0 0,1 1 1 0 0,0-1-1 0 0,0 0 1 0 0,0 1-1 0 0,-1-1 1 0 0,1 0-1 0 0,0 0 0 0 0,-1 1 1 0 0,1-1-1 0 0,-1 0 1 0 0,1 0-1 0 0,-1 0 0 0 0,1 0 1 0 0,-1 0-1 0 0,0 0 1 0 0,1 0-1 0 0,-1 0 1 0 0,0 0-1 0 0,0 0 0 0 0,0-1 1 0 0,4-19 69 0 0,-4 16-58 0 0,-1 0-19 0 0,-3-9-303 0 0,-2 0 0 0 0,-12-25 0 0 0,16 36-160 0 0,-2-1-101 0 0,-34-22-3321 0 0,34 24 2230 0 0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 3792 0 0,'0'0'1195'0'0,"6"-2"66"0"0,16-5-142 0 0,-17 6-81 0 0,2 1-77 0 0,5 1-582 0 0,0 1-1 0 0,-1 1 1 0 0,1-1 0 0 0,-1 2-1 0 0,0 0 1 0 0,0 0 0 0 0,0 1-1 0 0,13 8 1 0 0,-11-5-245 0 0,0 2 0 0 0,-1-1 0 0 0,0 1 0 0 0,-1 1 0 0 0,0 0 0 0 0,-1 1 0 0 0,0 0 0 0 0,-1 1 0 0 0,0 0 0 0 0,-1 0 0 0 0,-1 1 1 0 0,0 0-1 0 0,0 0 0 0 0,-2 0 0 0 0,0 1 0 0 0,6 29 0 0 0,-8-27-373 0 0,-1 0 0 0 0,-1 1 0 0 0,0-1 0 0 0,-1 1 1 0 0,-1-1-1 0 0,-1 1 0 0 0,-1-1 0 0 0,0 0 0 0 0,-7 22 0 0 0,0-12-828 0 0,-1 1 0 0 0,-1-1 0 0 0,-2-1 0 0 0,0-1 0 0 0,-2 0 0 0 0,-1 0 0 0 0,-23 25 0 0 0,9-15-3021 0 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118 4 1736 0 0,'-28'-3'984'0'0,"23"2"-89"0"0,0 3-128 0 0,1 0-568 0 0,0-1-1 0 0,1 1 1 0 0,-1 0 0 0 0,0 1 0 0 0,1-1 0 0 0,-1 1-1 0 0,1-1 1 0 0,0 1 0 0 0,0 0 0 0 0,0 0 0 0 0,0 0-1 0 0,0 1 1 0 0,1-1 0 0 0,-1 1 0 0 0,-3 7 0 0 0,1 6 33 0 0,-1 1 0 0 0,2 0 0 0 0,1 0 0 0 0,0 1-1 0 0,1-1 1 0 0,1 1 0 0 0,1-1 0 0 0,0 1 0 0 0,2-1 0 0 0,3 23 0 0 0,0-16-152 0 0,1-2-1 0 0,1 1 1 0 0,1-1-1 0 0,1 0 1 0 0,1-1 0 0 0,1 0-1 0 0,1 0 1 0 0,1-1-1 0 0,1-1 1 0 0,27 32-1 0 0,-26-37-216 0 0,0 0 0 0 0,1-2 0 0 0,0 1 0 0 0,1-2 0 0 0,1 0 0 0 0,0-2 0 0 0,0 0 0 0 0,1 0 0 0 0,0-2 0 0 0,1 0 0 0 0,0-2 0 0 0,40 9 0 0 0,-30-11-1035 0 0,0-1 0 0 0,0-1-1 0 0,0-1 1 0 0,33-5 0 0 0,-25 1-2135 0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29 2180 0 0,'0'0'2595'0'0,"0"-4"-1700"0"0,2-20 1326 0 0,3 24-1734 0 0,-1 0-377 0 0,1-1 0 0 0,-1 2 0 0 0,0-1 1 0 0,0 0-1 0 0,1 1 0 0 0,-1 0 0 0 0,0 0 0 0 0,0 0 0 0 0,0 0 0 0 0,1 1 0 0 0,-2 0 0 0 0,1 0 0 0 0,0 0 1 0 0,6 4-1 0 0,5 6 159 0 0,0 1 1 0 0,17 18-1 0 0,-24-23-220 0 0,28 30 8 0 0,-1 2 1 0 0,-2 1-1 0 0,-3 2 0 0 0,-1 1 0 0 0,-1 1 1 0 0,-3 2-1 0 0,24 62 0 0 0,-42-89-369 0 0,0 0-1 0 0,-2 1 1 0 0,0-1-1 0 0,-1 1 1 0 0,-1 1-1 0 0,-1-1 1 0 0,-1 0-1 0 0,-3 34 1 0 0,0-33-662 0 0,-2 0 1 0 0,0 0-1 0 0,-2 0 0 0 0,-14 36 0 0 0,2-15-2650 0 0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 5 2964 0 0,'0'0'2086'0'0,"-2"-2"-1241"0"0,-6-1 4736 0 0,9 15-3003 0 0,16 36-2670 0 0,1 7-487 0 0,1 18-425 0 0,17 86-7008 0 0,-35-152 3685 0 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73 6 2568 0 0,'0'0'8986'0'0,"-4"1"-8758"0"0,-13 3-28 0 0,12-3 156 0 0,3 3-224 0 0,-12 37 205 0 0,13-37-241 0 0,0 1-121 0 0,-1 13 48 0 0,1-13 50 0 0,2 0-84 0 0,0 13-26 0 0,-1-13-77 0 0,19 8 227 0 0,-19-13-113 0 0,0-1 1 0 0,0 1-1 0 0,0 0 1 0 0,0 0-1 0 0,1-1 1 0 0,-1 1 0 0 0,0 0-1 0 0,0-1 1 0 0,0 1-1 0 0,0 0 1 0 0,0 0-1 0 0,1 0 1 0 0,-1-1 0 0 0,0 1-1 0 0,0 0 1 0 0,0 0-1 0 0,1 0 1 0 0,-1-1 0 0 0,0 1-1 0 0,0 0 1 0 0,0 0-1 0 0,1 0 1 0 0,-1 0-1 0 0,0-1 1 0 0,1 1 0 0 0,-1 0-1 0 0,0 0 1 0 0,0 0-1 0 0,1 0 1 0 0,-1 0-1 0 0,1 0 1 0 0,-1 0 4 0 0,1 0 1 0 0,0-1-1 0 0,-1 1 1 0 0,1 0-1 0 0,0-1 1 0 0,0 1-1 0 0,-1 0 1 0 0,1-1-1 0 0,-1 1 0 0 0,1-1 1 0 0,0 1-1 0 0,-1-1 1 0 0,1 1-1 0 0,-1-1 1 0 0,1 1-1 0 0,-1-1 0 0 0,1 0 1 0 0,-1 1-1 0 0,0-1 1 0 0,1-1-1 0 0,6-15 153 0 0,-6 12-90 0 0,1-41 256 0 0,-3 41-212 0 0,0 1-76 0 0,-7-17 46 0 0,5 19-198 0 0,-13-10 199 0 0,12 14-74 0 0,0 0 19 0 0,0 0 0 0 0,0 1 0 0 0,1-1 0 0 0,-1 1 0 0 0,1 0 0 0 0,0 0 0 0 0,-4 5 0 0 0,5-5-16 0 0,0 1-51 0 0,-3 12-33 0 0,3-12-7 0 0,3 1-373 0 0,-1-3 417 0 0,0-1 13 0 0,0 1 0 0 0,0-1-1 0 0,0 1 1 0 0,0-1 0 0 0,0 1-1 0 0,0-1 1 0 0,1 1 0 0 0,-1-1 0 0 0,0 1-1 0 0,1-1 1 0 0,-1 1 0 0 0,2 1 0 0 0,0-1-758 0 0,-1-1 748 0 0,0 0 0 0 0,1 0 1 0 0,0 0-1 0 0,-1 0 0 0 0,1 0 0 0 0,-1 0 1 0 0,1 0-1 0 0,0 0 0 0 0,0 0 0 0 0,3 0 1 0 0,17-5-16 0 0,-18 3 206 0 0,-4 1-155 0 0,0 0-1 0 0,0-1 1 0 0,1 1 0 0 0,-1-1-1 0 0,0 1 1 0 0,0 0-1 0 0,0-1 1 0 0,0 1-1 0 0,1 0 1 0 0,-1-1-1 0 0,0 1 1 0 0,0 0-1 0 0,1 0 1 0 0,-1-1-1 0 0,0 1 1 0 0,1 0-1 0 0,-1-1 1 0 0,0 1-1 0 0,1 0 1 0 0,-1 0-1 0 0,0 0 1 0 0,1 0-1 0 0,-1-1 1 0 0,0 1-1 0 0,1 0 1 0 0,0 0 0 0 0,0 0 15 0 0,-1 0 1 0 0,1 0 0 0 0,-1-1 0 0 0,1 1 0 0 0,-1 0-1 0 0,1 0 1 0 0,-1-1 0 0 0,1 1 0 0 0,-1 0 0 0 0,0-1-1 0 0,1 1 1 0 0,-1 0 0 0 0,1-1 0 0 0,-1 1 0 0 0,0 0-1 0 0,1-1 1 0 0,-1 1 0 0 0,0-1 0 0 0,1 1 0 0 0,-1-1-1 0 0,0 1 1 0 0,0-1 0 0 0,1 1 0 0 0,-1-1 0 0 0,0 1-1 0 0,0-1 1 0 0,0 1 0 0 0,0-1 0 0 0,0 1 0 0 0,0-1-1 0 0,0 0 1 0 0,1-2 9 0 0,-1 1 0 0 0,0-1 0 0 0,0 1 0 0 0,0-1 0 0 0,-1 1 0 0 0,1-1 1 0 0,0 1-1 0 0,-1 0 0 0 0,0-1 0 0 0,1 1 0 0 0,-1-1 0 0 0,0 1 0 0 0,-2-3 0 0 0,1 2 144 0 0,-3 4-137 0 0,-13 3-12 0 0,13-3 2 0 0,3 2-13 0 0,-8 9 4 0 0,8-9 2 0 0,1 1-10 0 0,-5 13 0 0 0,4-13-18 0 0,2 1-42 0 0,0-3 54 0 0,0 0 1 0 0,0 0-1 0 0,0 1 1 0 0,0-1-1 0 0,1 0 1 0 0,-1 0-1 0 0,1 0 1 0 0,-1 0-1 0 0,1 1 0 0 0,0-1 1 0 0,0 0-1 0 0,0 0 1 0 0,0 0-1 0 0,0 0 1 0 0,0-1-1 0 0,0 1 1 0 0,1 0-1 0 0,-1 0 1 0 0,1-1-1 0 0,-1 1 0 0 0,1-1 1 0 0,0 1-1 0 0,-1-1 1 0 0,1 0-1 0 0,0 0 1 0 0,3 2-1 0 0,-2-2 329 0 0,0-4-232 0 0,-1 1-52 0 0,-1 0 1 0 0,0 0 0 0 0,0 0-1 0 0,0 0 1 0 0,0 0 0 0 0,0 0-1 0 0,0-1 1 0 0,0 1 0 0 0,0 0-1 0 0,-1 0 1 0 0,0-1 0 0 0,1 1-1 0 0,-1-1 1 0 0,0 1 0 0 0,0 0-1 0 0,0-1 1 0 0,-1-2 0 0 0,-3 7-43 0 0,-12 3 2 0 0,12-4 13 0 0,0 9-2 0 0,3-10-26 0 0,1 0 0 0 0,-1 1 0 0 0,1-1-1 0 0,0 1 1 0 0,-1-1 0 0 0,1 0 0 0 0,0 1 0 0 0,-1-1 0 0 0,1 1 0 0 0,0-1 0 0 0,0 1-1 0 0,0-1 1 0 0,-1 1 0 0 0,1-1 0 0 0,0 1 0 0 0,0-1 0 0 0,0 1 0 0 0,0 0 0 0 0,0-1 0 0 0,0 1-1 0 0,0-1 1 0 0,0 1 0 0 0,0-1 0 0 0,0 1 0 0 0,0-1 0 0 0,1 1 0 0 0,-1-1 0 0 0,0 1-1 0 0,1 0 1 0 0,-1 0-4 0 0,1 0-1 0 0,-1 1 1 0 0,1-1-1 0 0,-1 0 1 0 0,1-1-1 0 0,0 1 1 0 0,0 0-1 0 0,-1 0 1 0 0,1 0-1 0 0,0 0 1 0 0,0 0-1 0 0,0-1 1 0 0,0 1-1 0 0,0 0 1 0 0,0-1-1 0 0,0 1 0 0 0,0-1 1 0 0,0 1-1 0 0,0-1 1 0 0,0 0-1 0 0,0 1 1 0 0,0-1-1 0 0,1 0 1 0 0,-1 0-1 0 0,0 1 1 0 0,0-1-1 0 0,0 0 1 0 0,0 0-1 0 0,1-1 1 0 0,-1 1-1 0 0,2 0 1 0 0,2-1-13 0 0,-5 0-99 0 0,1 0 126 0 0,0-1 0 0 0,0 1 0 0 0,0-1-1 0 0,1 1 1 0 0,-1 0 0 0 0,0 0 0 0 0,0 0 0 0 0,1 0 0 0 0,1-2 0 0 0,0 0 225 0 0,-1 0-150 0 0,-1-2-19 0 0,1 1-1 0 0,-1 0 1 0 0,0-1 0 0 0,0 1 0 0 0,0 0 0 0 0,-1-1 0 0 0,0 1 0 0 0,0-1 0 0 0,0-6-1 0 0,-5 13-129 0 0,-16 2 64 0 0,15-3 36 0 0,4 2-24 0 0,-7 10-3 0 0,6-9-2 0 0,2-1-33 0 0,-5 11 17 0 0,5-10-15 0 0,2-1-395 0 0,6 12 350 0 0,-5-12 2 0 0,2-4-167 0 0,13-3 210 0 0,-13 3 54 0 0,-4-1-20 0 0,1 1 1 0 0,0-1-1 0 0,-1 1 1 0 0,1 0-1 0 0,0 0 1 0 0,0-1-1 0 0,0 1 1 0 0,0 0-1 0 0,0 0 1 0 0,0 0-1 0 0,2-2 1 0 0,-2 3-3 0 0,1-3 58 0 0,0-1 48 0 0,-1-1 2 0 0,1-1 0 0 0,-1 0 0 0 0,0 1 0 0 0,-1-1 0 0 0,1-8 0 0 0,-2 9 202 0 0,1 5-308 0 0,0 0 0 0 0,-1 0 0 0 0,1 0-1 0 0,0 0 1 0 0,0 0 0 0 0,-1-1 0 0 0,1 1 0 0 0,0 0-1 0 0,0 0 1 0 0,-1 0 0 0 0,1 0 0 0 0,0-1 0 0 0,0 1-1 0 0,0 0 1 0 0,-1 0 0 0 0,1-1 0 0 0,0 1 0 0 0,0 0-1 0 0,0 0 1 0 0,0-1 0 0 0,-1 1 0 0 0,1 0 0 0 0,0 0 0 0 0,0-1-1 0 0,0 1 1 0 0,0 0 0 0 0,0-1 0 0 0,0 1 0 0 0,0 0-1 0 0,0-1 1 0 0,0 1 0 0 0,0 0 0 0 0,0-1 0 0 0,0 1 10 0 0,0-1 0 0 0,0 1 0 0 0,0-1 1 0 0,0 0-1 0 0,0 1 0 0 0,0-1 0 0 0,0 1 1 0 0,0-1-1 0 0,-1 1 0 0 0,1-1 0 0 0,0 1 1 0 0,0-1-1 0 0,-1 1 0 0 0,1-1 0 0 0,0 1 1 0 0,0 0-1 0 0,-1-1 0 0 0,1 1 0 0 0,0-1 1 0 0,-1 1-1 0 0,1 0 0 0 0,-1-1 0 0 0,1 1 1 0 0,-1 0-1 0 0,1-1 0 0 0,-1 1 0 0 0,1 0 1 0 0,0 0-1 0 0,-1-1 0 0 0,0 1 1 0 0,1 0-1 0 0,-1 0 0 0 0,1 0 0 0 0,-1 0 1 0 0,0 0-1 0 0,-24-2 147 0 0,23 4-143 0 0,0 0 0 0 0,0 0 0 0 0,0-1 0 0 0,0 2 0 0 0,0-1 0 0 0,0 0 0 0 0,0 0-1 0 0,1 0 1 0 0,-1 1 0 0 0,1-1 0 0 0,-1 1 0 0 0,0 2 0 0 0,0-1 58 0 0,2 0-52 0 0,0 1-23 0 0,-3 13-65 0 0,7-16 28 0 0,12 5-30 0 0,-12-6 56 0 0,0-3-5 0 0,10-7 22 0 0,-11 7-7 0 0,-1-1-40 0 0,8-9-49 0 0,-8 9-110 0 0,-1-1-1410 0 0,1-1 1079 0 0,1-3 397 0 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27 2944 0 0,'0'0'9704'0'0,"5"2"-9668"0"0,12 3-8 0 0,-12-4-1 0 0,-1-1 5 0 0,15-4-8 0 0,-14 3-6 0 0,-1 1 10 0 0,41-10 40 0 0,-40 9-55 0 0,14-6 111 0 0,-16 6 311 0 0,16-5-108 0 0,-16 4-263 0 0,2 0 1892 0 0,-2 4-1797 0 0,12 4 5 0 0,-11-4-20 0 0,-4 4 7 0 0,-1 51 189 0 0,-1 32-108 0 0,0 7-297 0 0,0-35-441 0 0,-4 58-4367 0 0,5-114 4122 0 0,1 0-2077 0 0,-3 15 1624 0 0,3-15-7 0 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17 183 2860 0 0,'-2'-3'1216'0'0,"0"0"-927"0"0,0 1 1 0 0,1-1-1 0 0,-1 0 1 0 0,1 0-1 0 0,0 0 1 0 0,-1 0-1 0 0,1 0 1 0 0,1-1-1 0 0,-1 1 1 0 0,0 0-1 0 0,1 0 1 0 0,0 0-1 0 0,-1-1 1 0 0,1 1-1 0 0,1 0 1 0 0,-1 0-1 0 0,1-5 1 0 0,0 4-133 0 0,3 2-33 0 0,18-11-375 0 0,-1 2-1 0 0,2 0 1 0 0,44-15-1 0 0,30-12-5127 0 0,-65 23 2236 0 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1 2944 0 0,'0'0'6862'0'0,"-2"3"-6640"0"0,0-1-161 0 0,1 0 1 0 0,0 0 0 0 0,-1 0 0 0 0,1 0-1 0 0,0 0 1 0 0,0 0 0 0 0,0 0 0 0 0,0 0-1 0 0,0 1 1 0 0,1-1 0 0 0,-1 0 0 0 0,1 1-1 0 0,-1-1 1 0 0,1 0 0 0 0,0 1 0 0 0,0-1-1 0 0,1 4 122 0 0,-2-6-176 0 0,1 1 1 0 0,0 0 0 0 0,0 0-1 0 0,0-1 1 0 0,0 1-1 0 0,-1 0 1 0 0,1-1 0 0 0,0 1-1 0 0,0 0 1 0 0,1 0 0 0 0,-1-1-1 0 0,0 1 1 0 0,0 0-1 0 0,0 0 1 0 0,0-1 0 0 0,1 1-1 0 0,-1 0 1 0 0,0-1 0 0 0,1 2-1 0 0,3 11 115 0 0,-2-10-98 0 0,0 1-1 0 0,0-1 1 0 0,0 1-1 0 0,1-1 1 0 0,-1 0-1 0 0,1 0 1 0 0,0 0-1 0 0,6 5 1 0 0,-6-5 8 0 0,-1-3-36 0 0,-1 1 0 0 0,0-1 0 0 0,1 0 0 0 0,-1 1 0 0 0,1-1 0 0 0,-1 1-1 0 0,0 0 1 0 0,1-1 0 0 0,-1 1 0 0 0,0 0 0 0 0,0 0 0 0 0,2 1-1 0 0,0 0-9 0 0,1 0 22 0 0,1 1 26 0 0,40 20 191 0 0,-41-21-135 0 0,0 1 9 0 0,11 6 10 0 0,-11-6 160 0 0,-4-3-263 0 0,0 1 0 0 0,0-1 0 0 0,0 0 0 0 0,0 1 0 0 0,0-1 0 0 0,0 0 0 0 0,0 1 0 0 0,1-1 0 0 0,-1 0 0 0 0,0 1 0 0 0,0-1 0 0 0,0 0 0 0 0,0 1 0 0 0,0-1 0 0 0,1 0 0 0 0,-1 1 0 0 0,0-1 0 0 0,0 0 0 0 0,1 1 0 0 0,-1-1 0 0 0,0 0 0 0 0,0 0-1 0 0,1 0 1 0 0,-1 1 0 0 0,0-1 0 0 0,1 0 0 0 0,-1 0 0 0 0,0 0 0 0 0,1 0 0 0 0,-1 1 0 0 0,1-1 0 0 0,0 0 18 0 0,-1 0 0 0 0,1 1 0 0 0,0-1 0 0 0,-1 0 0 0 0,1 1 0 0 0,-1-1 0 0 0,1 1 0 0 0,0-1 0 0 0,-1 1 0 0 0,1-1 0 0 0,-1 1 0 0 0,1-1 0 0 0,-1 1 0 0 0,1 0 0 0 0,-1-1 0 0 0,0 1 0 0 0,1 0 0 0 0,-1-1 0 0 0,0 1 0 0 0,1 0 0 0 0,-1-1 0 0 0,0 1 0 0 0,0 0 0 0 0,0 0 0 0 0,0 0 0 0 0,1 2-6 0 0,-1 1-1 0 0,1-1 0 0 0,-1 0 1 0 0,0 0-1 0 0,-1 1 1 0 0,1-1-1 0 0,-1 0 0 0 0,1 0 1 0 0,-1 0-1 0 0,-2 6 1 0 0,1-5 1 0 0,-1-1-19 0 0,-35 28-579 0 0,34-28 206 0 0,-14 3-394 0 0,14-4 603 0 0,0 0-439 0 0,-1-1-1019 0 0,-16 1 540 0 0,15-2-140 0 0,2-1-2214 0 0,-20-8-246 0 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67 2720 0 0,'0'0'1344'0'0,"14"-27"1429"0"0,7 7-1381 0 0,6 7-860 0 0,6 6-544 0 0,5 11-1736 0 0,1 2-5213 0 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1 2492 0 0,'0'0'4443'0'0,"0"5"-3725"0"0,-1 14-161 0 0,1-1-1 0 0,0 1 1 0 0,2-1 0 0 0,3 21 0 0 0,3 1-1089 0 0,14 39 1 0 0,-3-36-5107 0 0,-17-39 5361 0 0,1 0-3142 0 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 0 2604 0 0,'0'0'4083'0'0,"-3"3"-3155"0"0,-1 1-572 0 0,0 1 0 0 0,0 0-1 0 0,0 1 1 0 0,1-1-1 0 0,0 1 1 0 0,0-1 0 0 0,0 1-1 0 0,1 0 1 0 0,0 0 0 0 0,0 0-1 0 0,0 1 1 0 0,0 8-1 0 0,1-10 6 0 0,10 18 272 0 0,-6-20-498 0 0,11 10-17 0 0,-10-9-14 0 0,0-3 9 0 0,13 6 2 0 0,-12-6-19 0 0,1 1-16 0 0,53 12 318 0 0,-53-13-274 0 0,0 0-4 0 0,19 2-6 0 0,-19-2 13 0 0,0 0 14 0 0,17 3-6 0 0,-17-3-29 0 0,-6 0-98 0 0,1-1 0 0 0,-1 0-1 0 0,0 1 1 0 0,1-1 0 0 0,-1 1 0 0 0,1-1 0 0 0,-1 0-1 0 0,0 0 1 0 0,1 1 0 0 0,-1-1 0 0 0,1 0 0 0 0,-1 0-1 0 0,1 1 1 0 0,-1-1 0 0 0,1 0 0 0 0,0 0 0 0 0,-1 0-1 0 0,1 0 1 0 0,-1 0 0 0 0,1 0 0 0 0,-1 0-1 0 0,1 0 1 0 0,0 0 0 0 0,0 0 14 0 0,0 0-1 0 0,0 0 1 0 0,0 0-1 0 0,0 0 1 0 0,0 0-1 0 0,1 0 1 0 0,-1 0-1 0 0,0 1 1 0 0,0-1-1 0 0,0 0 1 0 0,-1 1-1 0 0,1-1 1 0 0,0 0-1 0 0,0 1 1 0 0,0-1-1 0 0,0 1 1 0 0,1 1-1 0 0,29 28 463 0 0,-29-27-320 0 0,-1 3-98 0 0,-1 0-54 0 0,0 0-1 0 0,0-1 0 0 0,-1 1 1 0 0,0-1-1 0 0,0 1 0 0 0,0-1 1 0 0,0 1-1 0 0,-1-1 0 0 0,0 1 1 0 0,0-1-1 0 0,-1 0 0 0 0,1 0 1 0 0,-7 8-1 0 0,4-5-285 0 0,-1-1 0 0 0,-1 1 0 0 0,1-1 0 0 0,-1 0 0 0 0,-1-1 0 0 0,1 0 0 0 0,-1 0 0 0 0,0 0 0 0 0,0-1 0 0 0,-1 0 0 0 0,0-1 0 0 0,-12 5 0 0 0,17-8-753 0 0,-2 0-200 0 0,-16 0-242 0 0,16-1-222 0 0,2-2-1139 0 0,-18-7-2029 0 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0 174 2252 0 0,'3'-4'1346'0'0,"8"-5"-654"0"0,0 0 0 0 0,1 1 0 0 0,0 0 0 0 0,0 1 0 0 0,14-6 0 0 0,67-28 716 0 0,-40 21-774 0 0,37-16 412 0 0,-85 33-841 0 0,17-2 126 0 0,-18 2-272 0 0,2 2 244 0 0,-2 0-118 0 0,15-4 24 0 0,-14 4 528 0 0,-5 1-727 0 0,0 1-1 0 0,0-1 0 0 0,0 0 1 0 0,0 0-1 0 0,0 1 0 0 0,0-1 1 0 0,1 0-1 0 0,-1 0 1 0 0,0 1-1 0 0,0-1 0 0 0,0 0 1 0 0,0 0-1 0 0,1 0 1 0 0,-1 1-1 0 0,0-1 0 0 0,0 0 1 0 0,1 0-1 0 0,-1 0 0 0 0,0 0 1 0 0,0 1-1 0 0,1-1 1 0 0,-1 0-1 0 0,0 0 0 0 0,0 0 1 0 0,1 0-1 0 0,-1 0 0 0 0,0 0 1 0 0,1 0-1 0 0,-1 0 1 0 0,0 0-1 0 0,0 0 0 0 0,1 0 1 0 0,-1 0-1 0 0,1 0 8 0 0,-1 0 0 0 0,1 0-1 0 0,0 0 1 0 0,-1 0 0 0 0,1 0-1 0 0,-1 0 1 0 0,1 0 0 0 0,-1 0-1 0 0,1 0 1 0 0,-1 1 0 0 0,0-1-1 0 0,1 0 1 0 0,-1 0 0 0 0,1 0 0 0 0,-1 1-1 0 0,1-1 1 0 0,-1 0 0 0 0,0 1-1 0 0,1-1 1 0 0,-1 0 0 0 0,1 1-1 0 0,-1-1 1 0 0,0 0 0 0 0,1 1 0 0 0,-1-1-1 0 0,0 1 1 0 0,0-1 0 0 0,1 1-1 0 0,-1-1 1 0 0,0 1 0 0 0,0-1-1 0 0,0 1 1 0 0,0-1 0 0 0,0 1-1 0 0,1-1 1 0 0,-1 1 0 0 0,0-1 0 0 0,0 1-1 0 0,0 22 116 0 0,0-17 12 0 0,-2 0-40 0 0,-10 84 158 0 0,12-85-246 0 0,0 2 2 0 0,0 20 0 0 0,0-20 0 0 0,1-1-18 0 0,8 29-12 0 0,-4-30 10 0 0,-3 3-61 0 0,-1-6 47 0 0,0-1-1 0 0,0 1 1 0 0,0-1-1 0 0,0 1 1 0 0,1-1-1 0 0,-1 1 1 0 0,0-1-1 0 0,1 0 1 0 0,-1 0-1 0 0,3 2 1 0 0,-1 0-68 0 0,19 4-64 0 0,-18-6 86 0 0,2-1-20 0 0,16-3 7 0 0,-16 3 81 0 0,-2-3 41 0 0,1 0 18 0 0,0 0 1 0 0,0 0-1 0 0,0-1 0 0 0,0 0 1 0 0,0 0-1 0 0,-1 0 1 0 0,0-1-1 0 0,0 1 1 0 0,0-1-1 0 0,5-10 1 0 0,-4 1 76 0 0,0-1 0 0 0,-1 1 0 0 0,3-27 0 0 0,-5-8-400 0 0,-2 44-92 0 0,-3 1-151 0 0,-1-1 132 0 0,0 1 0 0 0,0 0 0 0 0,0 0 0 0 0,-1 0 0 0 0,-6-5 0 0 0,7 7-691 0 0,-2 1-340 0 0,-1-1 861 0 0,-4-1-113 0 0,-1 3-2667 0 0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 4332 0 0,'11'-2'500'0'0,"-1"0"-1"0"0,1 1 0 0 0,0 0 0 0 0,0 1 1 0 0,0 1-1 0 0,0-1 0 0 0,0 1 1 0 0,0 1-1 0 0,-1 0 0 0 0,1 1 0 0 0,0 0 1 0 0,-1 0-1 0 0,0 1 0 0 0,0 1 0 0 0,0 0 1 0 0,-1 0-1 0 0,14 10 0 0 0,-8-5-296 0 0,0 2 0 0 0,-1 0 0 0 0,-1 0 1 0 0,0 1-1 0 0,-1 1 0 0 0,0 0 0 0 0,-1 0 0 0 0,0 2 0 0 0,-2-1 0 0 0,0 1 0 0 0,0 0 0 0 0,-2 1 0 0 0,8 23 0 0 0,-9-22-339 0 0,-2 1-1 0 0,0-1 0 0 0,-1 1 0 0 0,0 1 1 0 0,-2-1-1 0 0,-1 0 0 0 0,0 0 0 0 0,-1 0 1 0 0,-1 0-1 0 0,-1 0 0 0 0,0 0 0 0 0,-10 29 1 0 0,1-17-1353 0 0,-1 0 1 0 0,-1-1 0 0 0,-2 0-1 0 0,-1-1 1 0 0,-23 30 0 0 0,9-22-3927 0 0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82 1 3320 0 0,'-29'3'1383'0'0,"28"-3"-1297"0"0,0 0 0 0 0,0 0 0 0 0,0 0 0 0 0,-1 0 0 0 0,1 1 0 0 0,0-1 0 0 0,0 0 0 0 0,0 1 0 0 0,0-1-1 0 0,0 1 1 0 0,0-1 0 0 0,0 1 0 0 0,0 0 0 0 0,1-1 0 0 0,-1 1 0 0 0,0 0 0 0 0,0 0 0 0 0,0-1 0 0 0,1 1 0 0 0,-1 0 0 0 0,0 0 0 0 0,0 1 0 0 0,0 0 189 0 0,-5 7 595 0 0,0 13-578 0 0,0 0-1 0 0,2 0 1 0 0,1 1-1 0 0,0-1 0 0 0,2 1 1 0 0,0 0-1 0 0,2-1 1 0 0,0 1-1 0 0,2-1 0 0 0,0 1 1 0 0,14 42-1 0 0,-5-23-270 0 0,3 0-1 0 0,1-1 1 0 0,3-1 0 0 0,1-1-1 0 0,34 52 1 0 0,-36-66-417 0 0,1 0-1 0 0,32 32 1 0 0,-39-46-517 0 0,0 0 1 0 0,1-1-1 0 0,-1 0 0 0 0,2-1 0 0 0,0 0 0 0 0,18 8 1 0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59 1660 0 0,'0'0'10978'0'0,"1"5"-10957"0"0,-1-2-20 0 0,1 0 1 0 0,0 0-1 0 0,1 0 0 0 0,-1 0 0 0 0,0 0 0 0 0,1 0 1 0 0,0 0-1 0 0,-1-1 0 0 0,1 1 0 0 0,0-1 0 0 0,0 1 0 0 0,1-1 1 0 0,-1 0-1 0 0,0 0 0 0 0,1 0 0 0 0,-1 0 0 0 0,1 0 1 0 0,3 2-1 0 0,-2-3-27 0 0,1-2-92 0 0,-3 0 107 0 0,1 0-1 0 0,-1 0 1 0 0,0-1 0 0 0,1 1 0 0 0,-1 0-1 0 0,0-1 1 0 0,1 1 0 0 0,-1-1 0 0 0,0 0-1 0 0,0 0 1 0 0,-1 1 0 0 0,5-6 0 0 0,-4 4-3 0 0,-3-5-12 0 0,0 1 18 0 0,0-1-1 0 0,0 1 0 0 0,-4-13 0 0 0,3 16 12 0 0,2 4-3 0 0,-1 0 0 0 0,1 0 0 0 0,0 0 0 0 0,-1 0 0 0 0,1-1 0 0 0,0 1-1 0 0,-1 0 1 0 0,1 0 0 0 0,0 0 0 0 0,-1 0 0 0 0,1-1 0 0 0,0 1-1 0 0,-1 0 1 0 0,1 0 0 0 0,0-1 0 0 0,0 1 0 0 0,-1 0 0 0 0,1-1-1 0 0,0 1 1 0 0,0 0 0 0 0,-1-1 0 0 0,1 1 0 0 0,0 0 0 0 0,0-1-1 0 0,0 1 1 0 0,0 0 0 0 0,0-1 0 0 0,-1 0 1 0 0,1 0 1 0 0,-1 0-1 0 0,1 0 0 0 0,-1 0 1 0 0,1 0-1 0 0,-1 0 0 0 0,0 0 1 0 0,0 0-1 0 0,1 0 0 0 0,-1 0 1 0 0,0 0-1 0 0,0 1 0 0 0,0-1 0 0 0,-1 0 1 0 0,-2-1 2 0 0,-1 0 0 0 0,1 0-1 0 0,-1 1 1 0 0,1-1 0 0 0,-1 1 0 0 0,0 1 0 0 0,0-1 0 0 0,-7 0 79 0 0,8 3-19 0 0,3-1-54 0 0,0-1-5 0 0,0 0 0 0 0,-1 1-1 0 0,1-1 1 0 0,-1 0 0 0 0,1 1 0 0 0,0 0 0 0 0,0-1-1 0 0,-1 1 1 0 0,1 0 0 0 0,0 0 0 0 0,0 0 0 0 0,-2 1 55 0 0,-5 17 5 0 0,6-15 49 0 0,2 0-73 0 0,3 20-2 0 0,-1-21-31 0 0,7 11-2 0 0,-7-10 111 0 0,1-2-156 0 0,1 1-9 0 0,-1-1 0 0 0,1 0 0 0 0,0-1 0 0 0,1 1-1 0 0,-1 0 1 0 0,0-1 0 0 0,8 1 0 0 0,-7-1 2 0 0,-1-3-268 0 0,10-4 320 0 0,-11 4-1 0 0,-1-2 8 0 0,7-10-3 0 0,-7 11 5 0 0,-3-2 20 0 0,-3-13 89 0 0,3 13-84 0 0,-1 2-54 0 0,1 2 11 0 0,0-1 0 0 0,0 1-1 0 0,0 0 1 0 0,0 0-1 0 0,0-1 1 0 0,0 1-1 0 0,0 0 1 0 0,0 0-1 0 0,-1 0 1 0 0,1 0 0 0 0,0 1-1 0 0,-1-1 1 0 0,1 0-1 0 0,0 1 1 0 0,-1-1-1 0 0,1 0 1 0 0,-1 1-1 0 0,1 0 1 0 0,-1-1 0 0 0,0 1-1 0 0,1 0 1 0 0,-1 0-1 0 0,1 0 1 0 0,-1 0-1 0 0,1 0 1 0 0,-1 0-1 0 0,0 0 1 0 0,1 1 0 0 0,-3 0-1 0 0,2 0 4 0 0,1 0 1 0 0,0 0 0 0 0,0 0-1 0 0,0 0 1 0 0,0 0-1 0 0,0-1 1 0 0,0 1 0 0 0,-1 0-1 0 0,1-1 1 0 0,0 1-1 0 0,0-1 1 0 0,0 1 0 0 0,-3 0 55 0 0,2 2-11 0 0,0-1-40 0 0,-6 14-48 0 0,8-11 69 0 0,2 13 10 0 0,-1-13 6 0 0,-1-5-46 0 0,1 0-1 0 0,-1 0 0 0 0,1 0 0 0 0,-1 0 0 0 0,0 0 0 0 0,1 0 0 0 0,-1 0 0 0 0,0 0 0 0 0,1 0 0 0 0,-1 0 0 0 0,0 1 0 0 0,1-1 0 0 0,-1 0 0 0 0,0 0 0 0 0,1 0 0 0 0,-1 1 0 0 0,0-1 0 0 0,1 0 0 0 0,-1 0 0 0 0,0 1 0 0 0,0-1 0 0 0,1 0 0 0 0,-1 1 0 0 0,0-1 0 0 0,0 0 0 0 0,0 0 0 0 0,1 1 0 0 0,-1-1 0 0 0,0 1 0 0 0,0 0-7 0 0,1-1 0 0 0,-1 1 1 0 0,1 0-1 0 0,-1 0 0 0 0,1-1 0 0 0,-1 1 0 0 0,1 0 0 0 0,-1-1 1 0 0,1 1-1 0 0,0-1 0 0 0,-1 1 0 0 0,1-1 0 0 0,0 1 0 0 0,-1-1 1 0 0,1 1-1 0 0,0-1 0 0 0,0 0 0 0 0,-1 1 0 0 0,1-1 0 0 0,1 0 0 0 0,15 5-124 0 0,-13-4 1 0 0,1-2-126 0 0,14 0 173 0 0,-14 1 35 0 0,-1-1-108 0 0,31-17-10 0 0,-32 16 199 0 0,-2-3-37 0 0,3-12 35 0 0,-4 13 50 0 0,-1 0-28 0 0,-6-13-10 0 0,5 13 62 0 0,2 4-98 0 0,-1 0 0 0 0,1 0 0 0 0,-1 0 1 0 0,1 0-1 0 0,0 0 0 0 0,-1 0 0 0 0,1 0 1 0 0,-1 0-1 0 0,1-1 0 0 0,0 1 0 0 0,-1 0 0 0 0,1 0 1 0 0,-1 0-1 0 0,1-1 0 0 0,0 1 0 0 0,-1 0 1 0 0,1 0-1 0 0,0-1 0 0 0,0 1 0 0 0,-1 0 0 0 0,1-1 1 0 0,0 1-1 0 0,0 0 0 0 0,-1-1 0 0 0,1 1 1 0 0,0-1-1 0 0,-1 1 2 0 0,1-1 0 0 0,0 1 1 0 0,0-1-1 0 0,-1 1 0 0 0,1-1 1 0 0,-1 1-1 0 0,1-1 0 0 0,0 1 1 0 0,-1 0-1 0 0,1-1 1 0 0,-1 1-1 0 0,1 0 0 0 0,-1-1 1 0 0,1 1-1 0 0,-1 0 0 0 0,1 0 1 0 0,-1 0-1 0 0,1-1 0 0 0,-1 1 1 0 0,1 0-1 0 0,-1 0 0 0 0,1 0 1 0 0,-1 0-1 0 0,0 0 0 0 0,1 0 1 0 0,-1 0-1 0 0,1 0 0 0 0,-1 0 1 0 0,1 0-1 0 0,-1 0 0 0 0,0 0 1 0 0,0 1-1 0 0,-19 2 11 0 0,15-2 77 0 0,4 0-84 0 0,-1 0 0 0 0,1 0-1 0 0,-1 1 1 0 0,1-1-1 0 0,0 0 1 0 0,0 1 0 0 0,-1-1-1 0 0,1 1 1 0 0,-1 2-1 0 0,-1 0 166 0 0,3 0-179 0 0,0 1-1 0 0,1 0 1 0 0,-1 0-1 0 0,1 0 1 0 0,0-1-1 0 0,0 1 1 0 0,1 0-1 0 0,0-1 1 0 0,2 6-1 0 0,-2-7-63 0 0,1 0 55 0 0,8 9 16 0 0,-8-9 7 0 0,3-3-88 0 0,15-3-54 0 0,-16 3 210 0 0,1-22-68 0 0,-5 18-10 0 0,-2-1-11 0 0,-3-13 6 0 0,4 13-7 0 0,-20-7-62 0 0,18 15 110 0 0,-6 9 0 0 0,6-9 3 0 0,2 2-24 0 0,-3 15 14 0 0,3-15-59 0 0,1-1-135 0 0,3 12 127 0 0,-2-12-11 0 0,8 1-550 0 0,-10-5 588 0 0,1 1 1 0 0,-1-1-1 0 0,1 0 1 0 0,-1 1 0 0 0,1-1-1 0 0,-1 0 1 0 0,1 1-1 0 0,0-1 1 0 0,-1 0-1 0 0,1 0 1 0 0,-1 1-1 0 0,1-1 1 0 0,0 0 0 0 0,-1 0-1 0 0,1 0 1 0 0,0 0-1 0 0,-1 0 1 0 0,1 0-1 0 0,-1 0 1 0 0,1 0-1 0 0,0 0 1 0 0,-1 0 0 0 0,1 0-1 0 0,0-1 1 0 0,-1 1-1 0 0,1 0 1 0 0,-1 0-1 0 0,2-1 1 0 0,-1 0 6 0 0,1 0 0 0 0,0 0-1 0 0,0 0 1 0 0,-1 0 0 0 0,1-1 0 0 0,-1 1 0 0 0,1-1 0 0 0,-1 1 0 0 0,0-1-1 0 0,1 1 1 0 0,-1-1 0 0 0,0 0 0 0 0,0 1 0 0 0,0-1 0 0 0,0 0-1 0 0,0 0 1 0 0,-1 0 0 0 0,1 0 0 0 0,0 0 0 0 0,-1 0 0 0 0,0 0-1 0 0,1 0 1 0 0,-1 0 0 0 0,0 0 0 0 0,0 0 0 0 0,0 0 0 0 0,0 0-1 0 0,-1-4 1 0 0,0 2 161 0 0,-2 1-114 0 0,-12-9-20 0 0,11 13 14 0 0,-13 3 11 0 0,12-2 164 0 0,3 0-146 0 0,1 1-44 0 0,-1-1 0 0 0,1 0 0 0 0,0 1 1 0 0,0-1-1 0 0,0 1 0 0 0,0-1 0 0 0,1 1 0 0 0,-1 0 1 0 0,1-1-1 0 0,0 1 0 0 0,-1 0 0 0 0,1-1 0 0 0,0 1 1 0 0,1 0-1 0 0,-1-1 0 0 0,0 1 0 0 0,1 0 1 0 0,-1-1-1 0 0,1 1 0 0 0,0 0 0 0 0,2 3 0 0 0,-1-2 16 0 0,7 1-18 0 0,-9-5-19 0 0,1 0 1 0 0,-1 1 0 0 0,0-1-1 0 0,1 0 1 0 0,-1 1-1 0 0,0-1 1 0 0,1 0-1 0 0,-1 1 1 0 0,1-1 0 0 0,-1 0-1 0 0,1 0 1 0 0,-1 1-1 0 0,1-1 1 0 0,-1 0 0 0 0,1 0-1 0 0,-1 0 1 0 0,1 0-1 0 0,-1 0 1 0 0,1 1-1 0 0,-1-1 1 0 0,1 0 0 0 0,-1 0-1 0 0,1 0 1 0 0,-1-1-1 0 0,1 1 1 0 0,0 0-1 0 0,-1 0 1 0 0,1 0 0 0 0,-1 0-1 0 0,1 0 1 0 0,0-1-1 0 0,14-4 3 0 0,-12 3 3 0 0,-2-2-64 0 0,3-12 41 0 0,-3 12 2 0 0,-2 0-20 0 0,1 3 48 0 0,0-1-12 0 0,-1 1 1 0 0,1 0-1 0 0,0-1 1 0 0,0 1 0 0 0,-1 0-1 0 0,1-1 1 0 0,-1 1 0 0 0,1 0-1 0 0,-1 0 1 0 0,1 0-1 0 0,-1-1 1 0 0,0 1 0 0 0,0 0-1 0 0,1 0 1 0 0,-1 0 0 0 0,0 0-1 0 0,0 0 1 0 0,0 0-1 0 0,0 0 1 0 0,0 1 0 0 0,0-1-1 0 0,-1 0 1 0 0,1 0 0 0 0,0 1-1 0 0,0-1 1 0 0,0 1-1 0 0,-1-1 1 0 0,-1 0 0 0 0,1 2 13 0 0,1 0 0 0 0,0-1 0 0 0,0 1 0 0 0,0 0 0 0 0,0 0 0 0 0,0 0 0 0 0,0 0 0 0 0,0 0 0 0 0,0 0 0 0 0,0 0 0 0 0,1 0 0 0 0,-1 0 0 0 0,0 0 0 0 0,1 0 0 0 0,-1 1 0 0 0,0-1 0 0 0,0 3 0 0 0,-5 14 108 0 0,4-14 147 0 0,2 1-246 0 0,2 16 1 0 0,-2-16 81 0 0,19 3-75 0 0,-15-6-37 0 0,-4-2-11 0 0,1 0 16 0 0,0-1 0 0 0,0 1 0 0 0,0 0-1 0 0,-1-1 1 0 0,1 1 0 0 0,0 0 0 0 0,0-1 0 0 0,-1 1 0 0 0,1-1 0 0 0,0 1 0 0 0,-1-1 0 0 0,1 1 0 0 0,-1-1 0 0 0,1 1 0 0 0,0-1 0 0 0,-1 0 0 0 0,1 1 0 0 0,-1-1 0 0 0,0 0 0 0 0,1 0-1 0 0,-1 1 1 0 0,0-1 0 0 0,1 0 0 0 0,-1 0 0 0 0,0 1 0 0 0,0-1 0 0 0,1-1 0 0 0,1-18-52 0 0,-2 19 57 0 0,1-4-52 0 0,-7-5-304 0 0,1-1-4187 0 0,2 9 1951 0 0,-15-7-1843 0 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28 2496 0 0,'0'0'5024'0'0,"4"3"-4762"0"0,1 0-124 0 0,1 0 0 0 0,-1 0-1 0 0,1 0 1 0 0,0-1 0 0 0,8 3 0 0 0,-9-4-20 0 0,0 0-28 0 0,13 1-23 0 0,-13-2-14 0 0,0 0-29 0 0,16 0 8 0 0,-16 0 6 0 0,1 0 3 0 0,0 1-34 0 0,36-7 56 0 0,-38 5-3 0 0,1-1 18 0 0,15-5 88 0 0,-18 7-140 0 0,-1 0-1 0 0,0-1 1 0 0,0 1-1 0 0,1-1 1 0 0,-1 0-1 0 0,0 1 1 0 0,0-1-1 0 0,1 0 1 0 0,-1 0 0 0 0,0 1-1 0 0,0-1 1 0 0,0 0-1 0 0,0 0 1 0 0,0 0-1 0 0,-1 0 1 0 0,1 0-1 0 0,0-1 1 0 0,0 1-1 0 0,0-1 596 0 0,-1-3-543 0 0,1 4-45 0 0,-1 1 0 0 0,0-1 0 0 0,0 0-1 0 0,0 1 1 0 0,0-1 0 0 0,1 0 0 0 0,-1 0 0 0 0,0 1-1 0 0,0-1 1 0 0,-1 0 0 0 0,1 1 0 0 0,0-1 0 0 0,0 0-1 0 0,0 0 1 0 0,0 1 0 0 0,-1-1 0 0 0,1 0 0 0 0,0 1-1 0 0,0-1 1 0 0,-1 1 0 0 0,1-1 0 0 0,-1-1 0 0 0,-14 11 323 0 0,11-6-239 0 0,3 3-13 0 0,-5 126 335 0 0,16 15-1483 0 0,-9-141 527 0 0,-1-5 473 0 0,1 0 0 0 0,-1 0-1 0 0,0-1 1 0 0,1 1 0 0 0,-1 0-1 0 0,0 0 1 0 0,0 0 0 0 0,0 0-1 0 0,0 0 1 0 0,1 0 0 0 0,-1 0-1 0 0,0 0 1 0 0,-1-1 0 0 0,1 1-1 0 0,0 0 1 0 0,0 0 0 0 0,0 0-1 0 0,0 0 1 0 0,-1 0 0 0 0,1 1 0 0 0,-1-1-93 0 0,1-1 1 0 0,0 1 0 0 0,-1 0-1 0 0,1 0 1 0 0,0 0 0 0 0,0 0-1 0 0,0 0 1 0 0,0 0 0 0 0,0 0-1 0 0,0 0 1 0 0,0-1 0 0 0,0 1-1 0 0,0 0 1 0 0,0 0 0 0 0,0 0-1 0 0,1 0 1 0 0,-1 0 0 0 0,0 0-1 0 0,1 0 1 0 0,-1 0 0 0 0,0 1-67 0 0,-1 0 1 0 0,1-1-1 0 0,-1 1 1 0 0,1 0-1 0 0,0-1 0 0 0,0 1 1 0 0,-1 0-1 0 0,1 0 1 0 0,0-1-1 0 0,1 1 1 0 0,-1 0-1 0 0,0 1 1 0 0,1 2-548 0 0,-1 1-2874 0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1 154 1788 0 0,'3'-4'231'0'0,"0"0"0"0"0,1 0 0 0 0,0 1 0 0 0,0 0 1 0 0,0 0-1 0 0,0 0 0 0 0,0 0 0 0 0,0 0 0 0 0,1 1 0 0 0,-1 0 0 0 0,7-2 0 0 0,57-17 257 0 0,-46 16-337 0 0,29-9 31 0 0,82-34 0 0 0,-130 46-97 0 0,-2 2-80 0 0,-1 0 1 0 0,1 0 0 0 0,-1 0 0 0 0,1 0 0 0 0,-1 0 0 0 0,1 0 0 0 0,-1-1 0 0 0,1 1 0 0 0,-1 0 0 0 0,0 0 0 0 0,1 0 0 0 0,-1-1-1 0 0,1 1 1 0 0,-1 0 0 0 0,1 0 0 0 0,-1-1 0 0 0,0 1 0 0 0,1 0 0 0 0,-1-1 0 0 0,0 1 0 0 0,1 0 0 0 0,-1-1 0 0 0,0 1 0 0 0,1-1-1 0 0,9-6 640 0 0,-8 6-577 0 0,-1 1 1 0 0,0-1-1 0 0,0 1 1 0 0,1-1 0 0 0,-1 0-1 0 0,0 1 1 0 0,0-1 0 0 0,0 0-1 0 0,1 0 1 0 0,-1 0 0 0 0,0 0-1 0 0,2-3 1593 0 0,-5 6-1630 0 0,1 0 0 0 0,-1-1 0 0 0,0 1-1 0 0,1 0 1 0 0,-1 0 0 0 0,1 0 0 0 0,0 0 0 0 0,-1 0 0 0 0,1 1 0 0 0,0-1 0 0 0,0 0 0 0 0,1 0 0 0 0,-2 4 0 0 0,1-2 41 0 0,2 1-10 0 0,0 16-3 0 0,-1-16-4 0 0,1 0-31 0 0,3 16 17 0 0,-4-16-14 0 0,3 0 7 0 0,6 13 21 0 0,-7-13-32 0 0,-1-5-22 0 0,-1 0 0 0 0,1 0 0 0 0,-1 0 0 0 0,1 0 0 0 0,-1 1 0 0 0,1-1 0 0 0,-1 0 0 0 0,1 0 0 0 0,-1 1 0 0 0,0-1 1 0 0,1 0-1 0 0,-1 1 0 0 0,1-1 0 0 0,-1 0 0 0 0,0 1 0 0 0,1-1 0 0 0,-1 0 0 0 0,0 1 0 0 0,1-1 0 0 0,-1 1 0 0 0,0-1 0 0 0,0 1 0 0 0,0-1 0 0 0,1 1 0 0 0,-1-1 0 0 0,0 2 0 0 0,0-2-1 0 0,0 1 0 0 0,0-1 1 0 0,0 1-1 0 0,1-1 0 0 0,-1 0 1 0 0,0 1-1 0 0,0-1 0 0 0,1 1 0 0 0,-1-1 1 0 0,0 1-1 0 0,0-1 0 0 0,1 0 1 0 0,-1 1-1 0 0,0-1 0 0 0,1 1 0 0 0,-1-1 1 0 0,1 0-1 0 0,-1 1 0 0 0,0-1 1 0 0,1 0-1 0 0,-1 0 0 0 0,1 0 0 0 0,-1 1 1 0 0,1-1-1 0 0,-1 0 0 0 0,2 0 1 0 0,1 3-8 0 0,12 5 17 0 0,-11-6-9 0 0,21 1 48 0 0,-20-2-54 0 0,14-8-7 0 0,-15 6 16 0 0,-3 0 1 0 0,1 0 0 0 0,-1 0 0 0 0,1 0 1 0 0,-1 0-1 0 0,1 0 0 0 0,-1 0 1 0 0,0-1-1 0 0,1 1 0 0 0,-1 0 0 0 0,0-1 1 0 0,1 0-1 0 0,2-1 83 0 0,1-16-69 0 0,-3 14-21 0 0,-1 1-23 0 0,-2-2-214 0 0,0-2 11 0 0,-1 0 1 0 0,0 1-1 0 0,-1-1 1 0 0,-6-12-1 0 0,6 16-235 0 0,0 1-71 0 0,0 1 64 0 0,0-1-1 0 0,-1 1 0 0 0,1 0 1 0 0,-1 0-1 0 0,1 0 1 0 0,-1 1-1 0 0,0-1 0 0 0,0 1 1 0 0,-5-1-1 0 0,4 1-2438 0 0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1 2080 0 0,'0'0'4806'0'0,"0"5"-4498"0"0,-1 16-65 0 0,0-16-38 0 0,1 1-41 0 0,-2 102-172 0 0,7-36-4993 0 0,-4-67 2244 0 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3736 0 0,'0'0'3682'0'0,"1"4"-3121"0"0,3 13-88 0 0,-3-13 297 0 0,0 2-459 0 0,6 51 718 0 0,-6-52-799 0 0,1 1-4 0 0,18 44 400 0 0,-17-45-532 0 0,0-1-18 0 0,10 11-18 0 0,-10-11-8 0 0,1-2-18 0 0,41 19-84 0 0,-40-20-14 0 0,1 0-92 0 0,-2-1 146 0 0,1 0 0 0 0,0 0 1 0 0,0 0-1 0 0,-1 0 0 0 0,1-1 1 0 0,0 0-1 0 0,-1 0 0 0 0,1 0 0 0 0,0 0 1 0 0,-1-1-1 0 0,0 0 0 0 0,1 0 1 0 0,-1 0-1 0 0,0 0 0 0 0,0-1 1 0 0,0 1-1 0 0,0-1 0 0 0,-1 0 0 0 0,5-5 1 0 0,-6 5 48 0 0,2-8-6 0 0,-3 11-27 0 0,0-1 0 0 0,-1 0 0 0 0,0 1 0 0 0,1-1 0 0 0,-1 0 0 0 0,1 1 0 0 0,-1-1 0 0 0,0 0 0 0 0,1 0 0 0 0,-1 0 0 0 0,0 1 0 0 0,0-1 0 0 0,0 0 0 0 0,1 0 0 0 0,-1 0 0 0 0,0 0 0 0 0,0 1 0 0 0,0-1 0 0 0,-1 0 0 0 0,1 0 0 0 0,0-1 0 0 0,-1-18 119 0 0,0 15-52 0 0,0 0-23 0 0,-10-41 422 0 0,9 42-75 0 0,1-1-318 0 0,-5-12-2 0 0,5 13 625 0 0,0 4-677 0 0,0 1 0 0 0,0 0 0 0 0,0 0 0 0 0,0 0 0 0 0,0 0 0 0 0,0 0 0 0 0,1 0 0 0 0,-1 0 0 0 0,0 0-1 0 0,1 0 1 0 0,-1 0 0 0 0,1 0 0 0 0,-1 0 0 0 0,1 1 0 0 0,-1-1 0 0 0,1 0 0 0 0,0 0 0 0 0,0 0 0 0 0,-1 1 0 0 0,1-1 0 0 0,0 2 0 0 0,-1 18 138 0 0,0 8-176 0 0,1 0-1 0 0,1 0 0 0 0,2 0 0 0 0,1-1 0 0 0,9 36 1 0 0,12 7-3197 0 0,-23-67 2163 0 0,1-2-285 0 0,11 9-193 0 0,-10-8-1046 0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19 2680 0 0,'0'0'947'0'0,"2"-3"-97"0"0,7-9 2 0 0,-6 9 740 0 0,2 3-1207 0 0,2-1-168 0 0,-1 1-1 0 0,1 1 1 0 0,-1-1-1 0 0,1 1 1 0 0,10 3-1 0 0,-13-2 102 0 0,-2-2-266 0 0,0 1 0 0 0,-1 0 0 0 0,1 0 0 0 0,0 1 0 0 0,-1-1-1 0 0,1 0 1 0 0,-1 0 0 0 0,1 1 0 0 0,-1-1 0 0 0,2 3 0 0 0,-1-2 6 0 0,0-1 1 0 0,0 2 0 0 0,0-1 0 0 0,0 0 0 0 0,-1 0 0 0 0,1 0 0 0 0,-1 1 0 0 0,1-1 0 0 0,-1 1 0 0 0,0 0 0 0 0,0-1 0 0 0,0 1 0 0 0,0 0 0 0 0,0-1 0 0 0,-1 1 0 0 0,1 0 0 0 0,-1 0 0 0 0,0 0 0 0 0,0-1 0 0 0,0 6 0 0 0,-3 10 220 0 0,-1-1-1 0 0,0 0 1 0 0,-12 30 0 0 0,15-43-140 0 0,-6 19 181 0 0,5-18 69 0 0,-5 21 175 0 0,28-15-484 0 0,-14-12-172 0 0,14-2-273 0 0,1-2 0 0 0,-1 0 0 0 0,0-2 0 0 0,-1 0-1 0 0,38-19 1 0 0,-36 14-1812 0 0,-1-1 1 0 0,36-28-1 0 0,-37 24-2309 0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1 2944 0 0,'0'0'1256'0'0,"5"0"-158"0"0,13 4-154 0 0,-13-4-114 0 0,0 3-81 0 0,1-1-605 0 0,0 2-1 0 0,0-1 1 0 0,0 0-1 0 0,-1 1 1 0 0,1 0-1 0 0,-1 1 0 0 0,0-1 1 0 0,0 1-1 0 0,-1 0 1 0 0,1 0-1 0 0,-1 0 0 0 0,0 1 1 0 0,0 0-1 0 0,-1 0 1 0 0,0 0-1 0 0,0 0 1 0 0,0 0-1 0 0,-1 0 0 0 0,0 1 1 0 0,0-1-1 0 0,0 1 1 0 0,-1-1-1 0 0,0 1 1 0 0,0 7-1 0 0,1-5-111 0 0,-1-5-21 0 0,-1 0 0 0 0,1 0-1 0 0,-1 0 1 0 0,1 0-1 0 0,-1 1 1 0 0,0-1 0 0 0,-1 7-1 0 0,-2 9-252 0 0,-1 0-1 0 0,-1 0 0 0 0,0-1 0 0 0,-1 1 0 0 0,-2-1 0 0 0,0 0 0 0 0,-18 31 1 0 0,5-18-2335 0 0,-33 41 0 0 0,23-39-1811 0 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89 24 1856 0 0,'-3'-3'1111'0'0,"-15"-12"1522"0"0,17 14-2545 0 0,0 1-1 0 0,0-1 0 0 0,0 1 0 0 0,0-1 0 0 0,0 0 0 0 0,0 1 0 0 0,-1 0 0 0 0,1-1 0 0 0,0 1 1 0 0,0 0-1 0 0,0-1 0 0 0,0 1 0 0 0,0 0 0 0 0,-1 0 0 0 0,1 0 0 0 0,0 0 0 0 0,0 0 0 0 0,0 0 1 0 0,-2 1-1 0 0,-1 2 477 0 0,3-2-508 0 0,-2 0 32 0 0,1 1 0 0 0,0 0 0 0 0,-1 0 0 0 0,1 0 0 0 0,0 1 0 0 0,0-1 0 0 0,0 0 0 0 0,1 1 0 0 0,-1-1 0 0 0,1 1 0 0 0,-1 0 0 0 0,1-1 0 0 0,0 1 0 0 0,0 0 0 0 0,0 0 0 0 0,-1 4 0 0 0,0 1 24 0 0,-4 27 423 0 0,5-14-415 0 0,1 1 0 0 0,1 0 0 0 0,1-1 0 0 0,1 1 0 0 0,0-1-1 0 0,2 0 1 0 0,1 0 0 0 0,0 0 0 0 0,1-1 0 0 0,2 0 0 0 0,0 0 0 0 0,13 20 0 0 0,-13-26-412 0 0,0 0 1 0 0,1-1-1 0 0,1 0 1 0 0,0-1-1 0 0,1 0 1 0 0,0-1-1 0 0,0 0 1 0 0,1-1-1 0 0,1-1 1 0 0,0 0-1 0 0,0 0 1 0 0,1-2-1 0 0,0 1 1 0 0,0-2-1 0 0,0 0 1 0 0,32 7-1 0 0,-14-8-2170 0 0,-1 0-1745 0 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3716 0 0,'0'0'5324'0'0,"2"5"-5072"0"0,68 151 299 0 0,-4-13-3843 0 0,-50-99 159 0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116 89 916 0 0,'0'0'1855'0'0,"-2"-3"-1358"0"0,-17-29 2667 0 0,18 29-1557 0 0,-8-18 570 0 0,7 18-1873 0 0,1 0-173 0 0,-1 1 0 0 0,1 0 0 0 0,-1 0 0 0 0,0 0-1 0 0,1 0 1 0 0,-1 1 0 0 0,0-1 0 0 0,0 0 0 0 0,0 1-1 0 0,0 0 1 0 0,-1-1 0 0 0,1 1 0 0 0,0 0 0 0 0,-5-2-1 0 0,-10 11 18 0 0,15-6-123 0 0,-2 0 52 0 0,4-1-67 0 0,-1 1 1 0 0,0-1-1 0 0,0 1 1 0 0,0-1 0 0 0,0 0-1 0 0,0 1 1 0 0,-1-1-1 0 0,1 0 1 0 0,0 0-1 0 0,-3 2 1 0 0,1 0 88 0 0,1 2-78 0 0,0 2-4 0 0,0 0 1 0 0,1 0 0 0 0,0 1-1 0 0,0-1 1 0 0,0 0 0 0 0,1 1-1 0 0,0-1 1 0 0,2 9 0 0 0,-1-11-37 0 0,0-4 6 0 0,0-1 6 0 0,0 1 0 0 0,1 0 0 0 0,-1 0 0 0 0,0 0 0 0 0,-1 1 0 0 0,1-1 0 0 0,0 0 0 0 0,0 0-1 0 0,0 0 1 0 0,-1 1 0 0 0,2 0 0 0 0,-2-1-4 0 0,3 2 7 0 0,-3-3 1 0 0,0 0-1 0 0,0 0 1 0 0,1 0-1 0 0,-1 0 1 0 0,0 0-1 0 0,1 0 1 0 0,-1-1-1 0 0,0 1 1 0 0,0 0-1 0 0,1 0 1 0 0,-1 0-1 0 0,0 0 1 0 0,1 0-1 0 0,-1 0 1 0 0,0 0-1 0 0,1 1 1 0 0,-1-1-1 0 0,0 0 1 0 0,0 0-1 0 0,1 0 1 0 0,-1 0-1 0 0,0 0 1 0 0,1 0-1 0 0,-1 0 1 0 0,0 1-1 0 0,0-1 1 0 0,1 0-1 0 0,-1 0 1 0 0,0 0-1 0 0,0 1 1 0 0,0-1-1 0 0,1 0 1 0 0,-1 1-1 0 0,1-1-5 0 0,-1 1-1 0 0,1-1 1 0 0,-1 1-1 0 0,1-1 0 0 0,-1 1 1 0 0,1-1-1 0 0,-1 0 1 0 0,1 1-1 0 0,0-1 0 0 0,-1 0 1 0 0,1 0-1 0 0,0 1 1 0 0,-1-1-1 0 0,1 0 0 0 0,0 0 1 0 0,-1 0-1 0 0,1 0 1 0 0,0 0-1 0 0,0 0 0 0 0,-1 0 1 0 0,1 0-1 0 0,0 0 1 0 0,-1 0-1 0 0,1 0 0 0 0,0 0 1 0 0,1-1-1 0 0,19-4-11 0 0,-16 3 18 0 0,-1-1 95 0 0,0-1-1 0 0,0 0 1 0 0,-1-1-1 0 0,1 1 1 0 0,-1 0-1 0 0,0-1 1 0 0,0 0-1 0 0,0 0 1 0 0,2-7-1 0 0,-3 1 153 0 0,0 1 0 0 0,-1 0 0 0 0,0 0 0 0 0,-1-17 0 0 0,0 25-227 0 0,-1 1-10 0 0,-1 1 0 0 0,1-1-1 0 0,0 0 1 0 0,0 0-1 0 0,0 1 1 0 0,-1-1 0 0 0,1 1-1 0 0,0-1 1 0 0,-1 1 0 0 0,1-1-1 0 0,0 1 1 0 0,-1 0 0 0 0,1 0-1 0 0,0 0 1 0 0,-1 0-1 0 0,-1 0 1 0 0,-28 30 54 0 0,28-27-50 0 0,1 1-13 0 0,-5 10-7 0 0,6-10-3 0 0,0 1-25 0 0,-3 16-23 0 0,3-16-21 0 0,3-1-94 0 0,2 15 107 0 0,-3-14 3 0 0,11 12-108 0 0,-10-13 120 0 0,-2-3 9 0 0,1-1 48 0 0,-1 1 0 0 0,0-1 0 0 0,1 1 0 0 0,-1 0 0 0 0,0-1 0 0 0,1 1 0 0 0,-1-1 0 0 0,1 1 0 0 0,-1-1 0 0 0,1 1 0 0 0,-1-1 0 0 0,1 1 0 0 0,-1-1 0 0 0,1 0 0 0 0,-1 1-1 0 0,1-1 1 0 0,-1 0 0 0 0,1 1 0 0 0,0-1 0 0 0,-1 0 0 0 0,1 0 0 0 0,0 1 0 0 0,-1-1 0 0 0,1 0 0 0 0,0 0 0 0 0,-1 0 0 0 0,1 0 0 0 0,0 0 0 0 0,-1 0 0 0 0,1 0 0 0 0,0 0 0 0 0,-1 0 0 0 0,1-1 0 0 0,0 1 0 0 0,0 0 0 0 0,21-4 185 0 0,-22 4-202 0 0,4-1 498 0 0,-1-2-366 0 0,6-11 26 0 0,-7 11 267 0 0,0-1-307 0 0,2-12 2 0 0,-3 12 243 0 0,-2 0-345 0 0,-8-12 17 0 0,6 19-68 0 0,-17 30-43 0 0,18-30 29 0 0,2 2-159 0 0,-2 12 120 0 0,1-13-9 0 0,1-3-146 0 0,1-1 252 0 0,-1 0-1 0 0,0 0 1 0 0,0 0-1 0 0,1 0 0 0 0,-1 1 1 0 0,0-1-1 0 0,0 0 1 0 0,0 0-1 0 0,1 0 0 0 0,-1 0 1 0 0,0 1-1 0 0,0-1 0 0 0,0 0 1 0 0,0 0-1 0 0,0 1 1 0 0,1-1-1 0 0,-1 0 0 0 0,0 0 1 0 0,0 1-1 0 0,0-1 0 0 0,0 0 1 0 0,0 0-1 0 0,0 1 1 0 0,0-1-1 0 0,0 0 0 0 0,0 1 1 0 0,0-1-1 0 0,0 0 0 0 0,0 0 1 0 0,0 1-1 0 0,0 0-4 0 0,-1-1 0 0 0,1 1 0 0 0,0-1 1 0 0,0 1-1 0 0,0-1 0 0 0,1 1 0 0 0,-1-1 0 0 0,0 1 0 0 0,0-1 0 0 0,0 1 0 0 0,0-1 0 0 0,0 1 0 0 0,0-1 0 0 0,1 1 0 0 0,-1-1 1 0 0,0 1-1 0 0,0-1 0 0 0,1 1 0 0 0,-1-1 0 0 0,0 0 0 0 0,1 1 0 0 0,-1-1 0 0 0,1 0 0 0 0,-1 1 0 0 0,0-1 0 0 0,1 0 0 0 0,-1 1 0 0 0,1-1 1 0 0,-1 0-1 0 0,1 0 0 0 0,-1 1 0 0 0,1-1 0 0 0,-1 0 0 0 0,1 0 0 0 0,18 2-6 0 0,-14-1-3 0 0,14-16 346 0 0,-17 12-308 0 0,3-8-119 0 0,-10 11-109 0 0,-11 3-499 0 0,22 4 655 0 0,-6-6 50 0 0,0-1 0 0 0,0 0 0 0 0,0 1 0 0 0,0-1 0 0 0,0 1 0 0 0,0-1 0 0 0,1 0 0 0 0,-1 1 0 0 0,0-1 0 0 0,0 1 0 0 0,0-1 0 0 0,1 0 0 0 0,-1 1 0 0 0,0-1 0 0 0,0 0 0 0 0,1 1 0 0 0,-1-1 0 0 0,0 0 0 0 0,1 0 0 0 0,-1 1 1 0 0,0-1-1 0 0,1 0 0 0 0,-1 0 0 0 0,1 0 0 0 0,-1 1 0 0 0,0-1 0 0 0,1 0 0 0 0,-1 0 0 0 0,1 0 0 0 0,-1 0 0 0 0,1 0 0 0 0,-1 0 0 0 0,0 0 0 0 0,1 0 0 0 0,-1 0 0 0 0,1 0 0 0 0,30-23-2009 0 0,-29 20 1285 0 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2808 0 0,'0'0'9108'0'0,"0"5"-8898"0"0,4 54 247 0 0,24 162-802 0 0,-17-167-1019 0 0,6-3-2035 0 0,-15-47 660 0 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123 1 3032 0 0,'0'0'6066'0'0,"-3"4"-5648"0"0,-11 17 319 0 0,1 2 1 0 0,-20 46 0 0 0,-3 5-85 0 0,34-70-557 0 0,0 0-5 0 0,-16 38 293 0 0,17-38-243 0 0,3-1-87 0 0,0-1-44 0 0,1 0-1 0 0,-1 0 1 0 0,1-1 0 0 0,-1 1-1 0 0,1-1 1 0 0,-1 1 0 0 0,1-1-1 0 0,0 0 1 0 0,-1 0 0 0 0,1 0-1 0 0,0 0 1 0 0,4 0 0 0 0,-2 0-11 0 0,3-2-5 0 0,124-13-146 0 0,-79 3-738 0 0,59-23 1 0 0,-108 33 563 0 0,-2 1 279 0 0,-1 0-1 0 0,1-1 1 0 0,-1 1 0 0 0,0-1-1 0 0,1 1 1 0 0,-1-1-1 0 0,0 1 1 0 0,1-1-1 0 0,-1 0 1 0 0,0 0 0 0 0,0 1-1 0 0,2-3 1 0 0,0 1-77 0 0,1 0-414 0 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2660 0 0,'0'0'8624'0'0,"1"4"-8314"0"0,7 21 135 0 0,-2 0-1 0 0,-1 0 1 0 0,4 36-1 0 0,16 175 205 0 0,-17-186-515 0 0,-7-44-109 0 0,-1-1 8 0 0,3 16-3 0 0,-3-16 45 0 0,1-1-43 0 0,11 34 77 0 0,-11-34-83 0 0,12-14-6702 0 0,-10 5 3451 0 0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106 41 3732 0 0,'-1'-4'1440'0'0,"-6"-13"-252"0"0,5 12 1113 0 0,2 5-2273 0 0,0-1 0 0 0,-1 1 0 0 0,1-1 0 0 0,0 1 0 0 0,0 0-1 0 0,-1-1 1 0 0,1 1 0 0 0,0 0 0 0 0,-1-1 0 0 0,1 1-1 0 0,0 0 1 0 0,-1-1 0 0 0,1 1 0 0 0,0 0 0 0 0,-1-1-1 0 0,1 1 1 0 0,-1 0 0 0 0,1 0 0 0 0,0 0 0 0 0,-1-1 0 0 0,1 1-1 0 0,-1 0 1 0 0,1 0 0 0 0,-1 0 0 0 0,-9-8 1105 0 0,5 10-904 0 0,-15 3-28 0 0,15-3-15 0 0,2 1-13 0 0,-2 3-75 0 0,1 0 0 0 0,0 1 0 0 0,0-1 0 0 0,0 1-1 0 0,1 0 1 0 0,0 0 0 0 0,0 0 0 0 0,1 0 0 0 0,-2 9 0 0 0,1-5-64 0 0,2-1 0 0 0,-1 1 0 0 0,1 0-1 0 0,1 1 1 0 0,0-1 0 0 0,0 0 0 0 0,1 0 0 0 0,1 0 0 0 0,0 0 0 0 0,0-1 0 0 0,1 1 0 0 0,0 0 0 0 0,1-1 0 0 0,1 0 0 0 0,-1 0 0 0 0,8 12 0 0 0,-9-19-12 0 0,1 0 0 0 0,12 6-6 0 0,-15-8-15 0 0,0 0 1 0 0,0 0 0 0 0,1-1 0 0 0,-1 1-1 0 0,0 0 1 0 0,0-1 0 0 0,0 0 0 0 0,1 1-1 0 0,-1-1 1 0 0,0 1 0 0 0,1-1 0 0 0,-1 0-1 0 0,0 0 1 0 0,1 0 0 0 0,1 0 0 0 0,1 0 2 0 0,0 1-12 0 0,1-2 21 0 0,12-2 19 0 0,-12 2 23 0 0,0-1 37 0 0,-5 1-92 0 0,4 0 53 0 0,1-1 1 0 0,-1 0 0 0 0,1 0-1 0 0,-1-1 1 0 0,0 1 0 0 0,0-1-1 0 0,0 0 1 0 0,-1 0 0 0 0,1-1-1 0 0,-1 1 1 0 0,0-1 0 0 0,1 1-1 0 0,-2-1 1 0 0,1 0 0 0 0,0 0-1 0 0,-1 0 1 0 0,0-1 0 0 0,0 1-1 0 0,2-6 1 0 0,-2 5-131 0 0,-1 0-1 0 0,0-1 1 0 0,0 1 0 0 0,0 0-1 0 0,-1-1 1 0 0,0 1 0 0 0,0-1 0 0 0,0 1-1 0 0,-1-1 1 0 0,0 1 0 0 0,0 0-1 0 0,0-1 1 0 0,0 1 0 0 0,-1 0-1 0 0,0 0 1 0 0,0 0 0 0 0,-1 0-1 0 0,-5-9 1 0 0,6 10-188 0 0,-1 0 0 0 0,0 1 0 0 0,0-1 0 0 0,0 1 0 0 0,0 0 0 0 0,-1 0 0 0 0,1 0 0 0 0,-1 0 0 0 0,0 1 0 0 0,0 0 0 0 0,-6-4 0 0 0,6 5-372 0 0,0-1-1 0 0,0 1 1 0 0,-1-1 0 0 0,1 1-1 0 0,0 1 1 0 0,-1-1 0 0 0,-6 0-1 0 0,-20 1-3758 0 0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97 14 4172 0 0,'0'0'4215'0'0,"1"-3"-3282"0"0,-1 2-855 0 0,1 0 1 0 0,-1 1 0 0 0,0 0 0 0 0,0-1 0 0 0,0 1 0 0 0,0-1-1 0 0,1 1 1 0 0,-1-1 0 0 0,0 1 0 0 0,1-1 0 0 0,-1 1 0 0 0,0 0-1 0 0,1-1 1 0 0,-1 1 0 0 0,0-1 0 0 0,1 1 0 0 0,-1 0 0 0 0,1 0-1 0 0,-1-1 1 0 0,0 1 0 0 0,1 0 0 0 0,-1 0 0 0 0,1-1 0 0 0,-1 1-1 0 0,1 0 1 0 0,-1 0 0 0 0,1 0 0 0 0,0 0 0 0 0,9 11 659 0 0,-8-8-613 0 0,-2 4-24 0 0,-1 10-194 0 0,-1 0-1 0 0,0 0 0 0 0,-1-1 0 0 0,-1 1 0 0 0,-1-1 0 0 0,-10 25 0 0 0,2-10-2311 0 0,-1-2-1 0 0,-32 48 0 0 0,31-56-2250 0 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47 3552 0 0,'0'0'1606'0'0,"2"-5"-201"0"0,9-12-173 0 0,-9 12-110 0 0,7-10 342 0 0,-7 11 1708 0 0,2 6-2809 0 0,14 5-38 0 0,-12 0-77 0 0,11 50 399 0 0,-5-4-591 0 0,7 69 0 0 0,-10-12-2948 0 0,-4-49-963 0 0,-3-50 744 0 0,4 15-2239 0 0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1 143 2800 0 0,'1'-5'1262'0'0,"4"-16"-205"0"0,-4 16-211 0 0,1 0-136 0 0,0 1-615 0 0,0-2 147 0 0,1 0-1 0 0,0-1 1 0 0,0 2 0 0 0,1-1-1 0 0,-1 0 1 0 0,1 1 0 0 0,1 0-1 0 0,-1 0 1 0 0,1 0 0 0 0,0 0 0 0 0,0 1-1 0 0,0-1 1 0 0,10-5 0 0 0,-1 3 25 0 0,-11 5-46 0 0,3 0-23 0 0,16-3-14 0 0,-17 4-40 0 0,0 0-24 0 0,14-2-6 0 0,-15 2 30 0 0,1 2-54 0 0,1 1-24 0 0,-1-1 1 0 0,0 1-1 0 0,-1 1 1 0 0,1-1-1 0 0,0 1 1 0 0,6 5-1 0 0,-8-6 43 0 0,-2 2 9 0 0,4 44 284 0 0,-6-42-297 0 0,0-1-16 0 0,-24 68 263 0 0,23-70-307 0 0,0 2-21 0 0,-7 15-4 0 0,6-15 0 0 0,1-1-2 0 0,1-2-11 0 0,-1 1 0 0 0,0-1 0 0 0,1 1 1 0 0,0 0-1 0 0,-1 0 0 0 0,1 0 0 0 0,0 0 0 0 0,1 0 0 0 0,-1 0 0 0 0,0 0 0 0 0,1 0 0 0 0,0 0 0 0 0,0 0 0 0 0,0 0 0 0 0,0 0 0 0 0,0 0 1 0 0,1 6-1 0 0,1-6 5 0 0,3-2-12 0 0,12 4 8 0 0,-13-4 68 0 0,1 0-42 0 0,14 5-8 0 0,-15-5 8 0 0,1 1 4 0 0,14 6 11 0 0,-15-7 30 0 0,-3 1-61 0 0,1 0 0 0 0,-1-1 0 0 0,0 1 1 0 0,1-1-1 0 0,-1 0 0 0 0,1 1 0 0 0,0-1 1 0 0,-1 0-1 0 0,4 1 0 0 0,-2 1 81 0 0,-1 0-8 0 0,1 3-10 0 0,0-1 0 0 0,-1 1 1 0 0,0-1-1 0 0,0 1 1 0 0,0 0-1 0 0,-1 0 1 0 0,0 0-1 0 0,1 11 0 0 0,-3-12-31 0 0,-1-1 6 0 0,-4 3-34 0 0,0 1 0 0 0,0-1-1 0 0,-1 0 1 0 0,-13 10-1 0 0,17-15-51 0 0,-2 0-24 0 0,-8 2-436 0 0,1-1 0 0 0,-1-1 0 0 0,0 0 1 0 0,-17 0-1 0 0,25-2-109 0 0,1-2-67 0 0,-14-6-101 0 0,14 6-183 0 0,2-1-207 0 0,-1-1 684 0 0,-6-11-3124 0 0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2236 0 0,'0'0'6583'0'0,"3"3"-6084"0"0,-1 0-314 0 0,-1 0 1 0 0,1 0-1 0 0,-1 1 1 0 0,0-1-1 0 0,0 0 1 0 0,0 0-1 0 0,0 1 1 0 0,-1-1-1 0 0,1 0 1 0 0,-1 8-1 0 0,0-6 338 0 0,0 24-246 0 0,0-24-118 0 0,6 19 71 0 0,-5-20-109 0 0,13 19 346 0 0,27 1-13 0 0,-36-22-315 0 0,0 0 28 0 0,52 16 310 0 0,-51-16-388 0 0,-1-1-23 0 0,41 20 225 0 0,-41-19-220 0 0,-2 0-2 0 0,26 27 190 0 0,-26-26-158 0 0,-3 3-134 0 0,1 14 47 0 0,-1-14 22 0 0,-2-2-6 0 0,-7 12-7 0 0,6-13-72 0 0,1 0-1 0 0,-1 0 1 0 0,1 0-1 0 0,-1-1 1 0 0,0 1-1 0 0,0-1 1 0 0,0 0 0 0 0,-1 0-1 0 0,1 0 1 0 0,0 0-1 0 0,-6 2 1 0 0,4-2-85 0 0,-2 2-382 0 0,1-1-1 0 0,-1 0 1 0 0,0 0-1 0 0,0-1 0 0 0,0 0 1 0 0,0 0-1 0 0,-1-1 1 0 0,1 0-1 0 0,-1 0 1 0 0,1 0-1 0 0,0-1 0 0 0,-1-1 1 0 0,1 1-1 0 0,-10-3 1 0 0,13 3 178 0 0,-6-2-2079 0 0,-13-6-1701 0 0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1 104 2128 0 0,'21'-18'2260'0'0,"3"2"-687"0"0,1 3-573 0 0,3 1-364 0 0,-1 1-244 0 0,5 3-340 0 0,-1-1-428 0 0,-3 1-1136 0 0,0 0-1137 0 0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12 3160 0 0,'3'-2'329'0'0,"0"0"0"0"0,0 1-1 0 0,0 0 1 0 0,1-1 0 0 0,-1 1-1 0 0,0 0 1 0 0,1 1 0 0 0,-1-1-1 0 0,1 1 1 0 0,-1-1 0 0 0,0 1-1 0 0,1 0 1 0 0,-1 0 0 0 0,1 1-1 0 0,-1-1 1 0 0,1 1 0 0 0,-1-1-1 0 0,0 1 1 0 0,1 0 0 0 0,-1 0 0 0 0,5 3-1 0 0,5 3 188 0 0,0 0-1 0 0,0 0 1 0 0,22 19 0 0 0,-16-10-267 0 0,0 0 0 0 0,-1 1 0 0 0,-1 1 0 0 0,0 1 0 0 0,-1 1 0 0 0,-2 0 0 0 0,0 0 0 0 0,-1 2 0 0 0,-1 0 0 0 0,10 25 0 0 0,-14-28-234 0 0,-2 0 0 0 0,-1 1 0 0 0,0-1 0 0 0,-2 1 0 0 0,0 1 0 0 0,-1-1 1 0 0,-1 0-1 0 0,-1 0 0 0 0,0 1 0 0 0,-2-1 0 0 0,-1 0 0 0 0,-9 38 0 0 0,-1-17-595 0 0,-1 1 0 0 0,-3-2 0 0 0,-1 0-1 0 0,-41 65 1 0 0,20-47-1899 0 0,-1-3 0 0 0,-64 66-1 0 0,50-64-2530 0 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3076 0 0,'0'0'6377'0'0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3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27 25 2632 0 0,'0'0'4089'0'0,"-1"-4"-3689"0"0,-4-16 3645 0 0,3 23-4033 0 0,-17 28-7266 0 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3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3764 0 0,'0'0'984'0'0,"26"8"-1060"0"0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3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0 146 3792 0 0,'1'-5'1181'0'0,"16"-70"3034"0"0,-16 71-3675 0 0,0 0-164 0 0,4-12 3 0 0,-4 12 703 0 0,0 8-979 0 0,1 37 46 0 0,-1-1 1 0 0,-6 53-1 0 0,1-44 43 0 0,4 67 0 0 0,2-87-138 0 0,2-1 0 0 0,0 1 0 0 0,11 34 0 0 0,-12-54-41 0 0,0-1 0 0 0,0 1 0 0 0,1-1 0 0 0,0 1 0 0 0,1-1 0 0 0,-1 0 0 0 0,2-1 0 0 0,-1 1 0 0 0,1-1 0 0 0,0 0 0 0 0,0 0 0 0 0,1-1 0 0 0,0 0 0 0 0,14 10 0 0 0,41 10 7 0 0,-56-25-9 0 0,0 1 0 0 0,1-1-1 0 0,-1-1 1 0 0,1 1 0 0 0,0-1-1 0 0,-1-1 1 0 0,1 1 0 0 0,-1-1 0 0 0,8-1-1 0 0,-8 0-13 0 0,7 0 25 0 0,-1 0 0 0 0,0-1 1 0 0,0-1-1 0 0,0 0 0 0 0,0-1 0 0 0,-1 0 0 0 0,0-1 0 0 0,0 0 0 0 0,0-1 0 0 0,-1 0 0 0 0,17-15 1 0 0,-12 8 18 0 0,0-1 0 0 0,-1-1 0 0 0,0 0 0 0 0,-2-1 0 0 0,20-34 0 0 0,-22 31 4 0 0,-2 0 0 0 0,0 0-1 0 0,-1-1 1 0 0,-1 0 0 0 0,-1 0 0 0 0,0 0-1 0 0,-2-1 1 0 0,1-34 0 0 0,-4 41-29 0 0,0 0 0 0 0,-1-1 0 0 0,-4-16-1 0 0,3 22-19 0 0,0-12 7 0 0,-1 5 10 0 0,-1 4 1 0 0,-23-85-157 0 0,26 94 157 0 0,-8-2-2 0 0,9 6-15 0 0,0-1 0 0 0,-1 1 0 0 0,1 0 0 0 0,0-1-1 0 0,-1 1 1 0 0,1 0 0 0 0,-1-1 0 0 0,1 1 0 0 0,0 0 0 0 0,-1-1 0 0 0,1 1-1 0 0,-1 0 1 0 0,1 0 0 0 0,-1-1 0 0 0,1 1 0 0 0,-1 0 0 0 0,1 0-1 0 0,-1 0 1 0 0,1 0 0 0 0,-1 0 0 0 0,1 0 0 0 0,-1 0 0 0 0,1 0-1 0 0,-1 0 1 0 0,1 0 0 0 0,-1 0 0 0 0,1 0 0 0 0,-1 0 0 0 0,1 0-1 0 0,-1 0 1 0 0,1 0 0 0 0,-2 1 0 0 0,-12 7 23 0 0,11-6 19 0 0,0 0-58 0 0,-7 8 25 0 0,7-8 37 0 0,1 1-42 0 0,-26 23-22 0 0,25-24 67 0 0,10-2-333 0 0,28-4-1025 0 0,0-1 0 0 0,-1-2 0 0 0,52-17-1 0 0,-63 14-1725 0 0,-18 7 2043 0 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4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68 2060 0 0,'0'0'3757'0'0,"31"-17"-3037"0"0,23 7-620 0 0,-20 6-260 0 0,1-1 36 0 0,3 0-72 0 0,7 0-244 0 0,1-2-249 0 0,1 2-115 0 0,-2-1-556 0 0,1 3-1464 0 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4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63 22 3660 0 0,'0'0'3845'0'0,"0"-5"-2809"0"0,0 3-1269 0 0,-1-12 2093 0 0,1 14-1802 0 0,-1 0 0 0 0,1 0 0 0 0,0 0-1 0 0,-1 0 1 0 0,1 0 0 0 0,0 0 0 0 0,-1 0-1 0 0,1 0 1 0 0,0 0 0 0 0,-1 1 0 0 0,1-1 0 0 0,-1 0-1 0 0,1 0 1 0 0,0 0 0 0 0,0 1 0 0 0,-1-1-1 0 0,1 0 1 0 0,0 0 0 0 0,-1 1 0 0 0,1-1-1 0 0,0 0 1 0 0,0 1 0 0 0,0-1 0 0 0,-1 0 0 0 0,1 1-1 0 0,0-1 1 0 0,0 0 0 0 0,0 1 0 0 0,0-1-1 0 0,0 0 1 0 0,-1 1 0 0 0,1-1 0 0 0,0 1-1 0 0,0 0-46 0 0,-1 0 0 0 0,0-1-1 0 0,1 1 1 0 0,-1 0-1 0 0,1 0 1 0 0,0 0-1 0 0,-1-1 1 0 0,1 1-1 0 0,-1 0 1 0 0,1 0-1 0 0,0 0 1 0 0,0 0-1 0 0,0 0 1 0 0,-1 0-1 0 0,1 0 1 0 0,0 0-1 0 0,0 0 1 0 0,0-1 0 0 0,0 1-1 0 0,1 0 1 0 0,-1 1-1 0 0,0 25 168 0 0,-43 402 261 0 0,41-406-494 0 0,0 48-1674 0 0,2-67 1006 0 0,0 2-269 0 0,0 10 233 0 0,0-5-3644 0 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1 208 2436 0 0,'0'-10'367'0'0,"0"-1"0"0"0,1 0 0 0 0,0 0 0 0 0,1 0 0 0 0,0 0 0 0 0,1 1 0 0 0,0-1 0 0 0,0 1 0 0 0,1 0 0 0 0,1 0 0 0 0,0 0-1 0 0,0 0 1 0 0,12-14 0 0 0,-13 19-251 0 0,1 0-1 0 0,0 1 1 0 0,0 0-1 0 0,0 0 1 0 0,0 1-1 0 0,1-1 1 0 0,-1 1-1 0 0,1 0 1 0 0,0 1-1 0 0,0-1 1 0 0,0 1-1 0 0,1 1 1 0 0,6-2-1 0 0,4 2 85 0 0,-1 0-1 0 0,1 2 1 0 0,17 3-1 0 0,-30-3-40 0 0,1 1 4 0 0,2 2-99 0 0,-1 1 0 0 0,1 0 1 0 0,-1 1-1 0 0,0-1 1 0 0,-1 1-1 0 0,10 12 0 0 0,-12-14 42 0 0,-3 2-12 0 0,1 0-72 0 0,-1-1 1 0 0,0 1-1 0 0,0-1 0 0 0,-1 1 0 0 0,1 0 0 0 0,-1-1 0 0 0,0 1 0 0 0,-1-1 0 0 0,0 0 0 0 0,1 1 0 0 0,-2-1 0 0 0,1 0 1 0 0,0 0-1 0 0,-6 7 0 0 0,-3 1-25 0 0,0 0 0 0 0,-1 0 0 0 0,0-2 0 0 0,-27 20 1 0 0,-65 36-3743 0 0,103-67 3671 0 0,-2 2-954 0 0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254 330 3356 0 0,'0'0'1378'0'0,"1"-4"-194"0"0,6-13-228 0 0,-5 13 550 0 0,-13-13-326 0 0,8 13-710 0 0,-14-7 250 0 0,13 9-456 0 0,-20-2 176 0 0,19 3-262 0 0,-3 2-113 0 0,1 0 0 0 0,-1 1 0 0 0,1-1 0 0 0,-1 1 0 0 0,1 1 0 0 0,0 0 0 0 0,0 0 0 0 0,0 0-1 0 0,1 1 1 0 0,-1 0 0 0 0,1 0 0 0 0,0 0 0 0 0,-11 11 0 0 0,4-4 9 0 0,1 1 0 0 0,1 1 0 0 0,0 0 0 0 0,1 1 0 0 0,-12 18 0 0 0,20-28-63 0 0,0 1-41 0 0,-5 15 49 0 0,6-16 20 0 0,1 2-33 0 0,1 16-14 0 0,-1-17 4 0 0,19 5-63 0 0,-15-8 17 0 0,2-3-153 0 0,2 0 145 0 0,1 0-1 0 0,-1 0 0 0 0,1-1 0 0 0,-1-1 0 0 0,0 1 1 0 0,0-1-1 0 0,0-1 0 0 0,9-4 0 0 0,-6 0 42 0 0,1-1 1 0 0,-1 0-1 0 0,0-1 0 0 0,-1 0 0 0 0,0-1 1 0 0,-1 0-1 0 0,0 0 0 0 0,0-1 0 0 0,-2 0 1 0 0,1 0-1 0 0,-1-1 0 0 0,-1 0 0 0 0,-1 0 0 0 0,7-21 1 0 0,1-13 273 0 0,-1-1 0 0 0,9-93 0 0 0,-21 136-152 0 0,0-1-14 0 0,0-21 221 0 0,-4 30-298 0 0,0 1-13 0 0,0 1 0 0 0,-1-1 0 0 0,2 1 0 0 0,-1 0 0 0 0,0 0 0 0 0,1 0 0 0 0,0 1 1 0 0,0-1-1 0 0,1 1 0 0 0,0 0 0 0 0,-3 8 0 0 0,-16 75 9 0 0,18-70-9 0 0,-1 0 1 0 0,2 5-4 0 0,2-8-6 0 0,-1-7-8 0 0,3 27-137 0 0,-2-28 100 0 0,0-5 20 0 0,0 0 0 0 0,0 0 0 0 0,1 0 0 0 0,-1-1 0 0 0,1 1 0 0 0,-1 0-1 0 0,1 0 1 0 0,0-1 0 0 0,0 1 0 0 0,2 3 0 0 0,-1-1-61 0 0,0 1-59 0 0,1-1 0 0 0,-1 1 0 0 0,1-1 1 0 0,0 1-1 0 0,0-1 0 0 0,1 0 0 0 0,-1 0 0 0 0,1 0 1 0 0,0-1-1 0 0,1 1 0 0 0,-1-1 0 0 0,1 0 0 0 0,7 5 1 0 0,-6-4-60 0 0,-4-3 104 0 0,0-1 1 0 0,0 1-1 0 0,0-1 1 0 0,1 1-1 0 0,-1-1 1 0 0,0 0-1 0 0,1 0 1 0 0,-1 0-1 0 0,1 0 1 0 0,4 1-1 0 0,1 1-143 0 0,27 6-1060 0 0,-21-7 792 0 0,0-1 1 0 0,1 0 0 0 0,-1-1-1 0 0,1 0 1 0 0,-1-2-1 0 0,0 1 1 0 0,17-5 0 0 0,-24 4 457 0 0,3-1 143 0 0,-1 0 0 0 0,1 0 1 0 0,-1-1-1 0 0,0 0 0 0 0,0-1 1 0 0,0 1-1 0 0,-1-2 0 0 0,1 1 1 0 0,-1-1-1 0 0,-1-1 0 0 0,1 1 1 0 0,11-14-1 0 0,3-17 1326 0 0,-21 33-951 0 0,1-1-36 0 0,-2 0-210 0 0,1 0 0 0 0,-1-1 1 0 0,0 1-1 0 0,0 0 1 0 0,0 0-1 0 0,-1-1 1 0 0,-1-6-1 0 0,1 7 46 0 0,0 5-248 0 0,1 0 1 0 0,0 0-1 0 0,0 0 1 0 0,-1 0-1 0 0,1 0 0 0 0,0 0 1 0 0,0 0-1 0 0,-1 0 1 0 0,1 0-1 0 0,0 0 1 0 0,0 0-1 0 0,0 0 1 0 0,-1 0-1 0 0,1 0 1 0 0,0-1-1 0 0,0 1 0 0 0,-1 0 1 0 0,1 0-1 0 0,0 0 1 0 0,0 0-1 0 0,0-1 1 0 0,0 1-1 0 0,-1 0 1 0 0,1 0-1 0 0,0 0 1 0 0,0 0-1 0 0,0-1 0 0 0,0 1 1 0 0,0 0-1 0 0,0 0 1 0 0,-1-1-1 0 0,1 1 1 0 0,0-1-1 0 0,0 1 20 0 0,0-1-1 0 0,-1 1 1 0 0,1-1 0 0 0,0 0-1 0 0,-1 1 1 0 0,1-1 0 0 0,-1 1-1 0 0,1-1 1 0 0,-1 1 0 0 0,1-1-1 0 0,-1 1 1 0 0,1-1 0 0 0,-1 1-1 0 0,1-1 1 0 0,-1 1 0 0 0,0 0 0 0 0,1-1-1 0 0,-1 1 1 0 0,0 0 0 0 0,1 0-1 0 0,-1-1 1 0 0,0 1 0 0 0,-1 0-1 0 0,-16-2 115 0 0,13 1-12 0 0,1 3-5 0 0,-4 0-86 0 0,1 2 0 0 0,0-1 0 0 0,0 1 0 0 0,0 0 0 0 0,1 0 0 0 0,-1 1 0 0 0,1 0 0 0 0,0 0 0 0 0,1 0 0 0 0,-1 1 0 0 0,1 0 0 0 0,0 0 0 0 0,0 0 0 0 0,1 1 0 0 0,0-1 0 0 0,0 1 0 0 0,0 0 0 0 0,1 1 0 0 0,-3 9 0 0 0,1 1-26 0 0,2 5 7 0 0,3-17-18 0 0,0-2-5 0 0,6 17 5 0 0,-5-20-5 0 0,-1 1-1 0 0,1-1 1 0 0,0 1 0 0 0,0-1 0 0 0,0 0-1 0 0,0 1 1 0 0,0-1 0 0 0,0 0-1 0 0,1 0 1 0 0,-1 0 0 0 0,0 0-1 0 0,0 0 1 0 0,1 0 0 0 0,-1 0 0 0 0,1 0-1 0 0,-1-1 1 0 0,1 1 0 0 0,-1 0-1 0 0,1-1 1 0 0,-1 0 0 0 0,1 1 0 0 0,0-1-1 0 0,-1 0 1 0 0,3 1 0 0 0,7 1 4 0 0,-6-2-16 0 0,18-4-4 0 0,1-5 1 0 0,-15 4 57 0 0,0 0 0 0 0,-1-1-1 0 0,0 0 1 0 0,0 0 0 0 0,0-1 0 0 0,-1 1-1 0 0,0-2 1 0 0,0 1 0 0 0,-1-1 0 0 0,8-12-1 0 0,-12 17 80 0 0,10-16 274 0 0,-12 18-388 0 0,0 0 0 0 0,1 0 1 0 0,-1 0-1 0 0,0 1 0 0 0,1-1 0 0 0,-1 0 1 0 0,1 0-1 0 0,-1 0 0 0 0,1 1 0 0 0,-1-1 1 0 0,1 0-1 0 0,-1 1 0 0 0,1-1 0 0 0,0 1 1 0 0,-1-1-1 0 0,1 0 0 0 0,0 1 0 0 0,1-1 1 0 0,-1 0 175 0 0,-8 19-160 0 0,5-13 1 0 0,-3 14 2 0 0,3-15-21 0 0,1 1 7 0 0,0 0-12 0 0,3 52 49 0 0,0-55-63 0 0,-1 0 1 0 0,0 1-1 0 0,1-1 1 0 0,-1 0-1 0 0,1-1 1 0 0,0 1-1 0 0,0 0 1 0 0,0 0-1 0 0,0-1 0 0 0,0 1 1 0 0,0-1-1 0 0,0 1 1 0 0,0-1-1 0 0,1 0 1 0 0,-1 0-1 0 0,5 1 1 0 0,22 0-172 0 0,-23-2 116 0 0,-1-2 37 0 0,2 0 8 0 0,0-1 1 0 0,-1 0-1 0 0,1 0 0 0 0,-1 0 0 0 0,0-1 0 0 0,0 0 0 0 0,0 0 0 0 0,-1 0 0 0 0,1-1 0 0 0,5-7 0 0 0,23-35-7 0 0,-27 34 83 0 0,0 1 1 0 0,0-1-1 0 0,-2-1 0 0 0,1 1 0 0 0,-2-1 0 0 0,0 0 0 0 0,0 0 0 0 0,-1 0 0 0 0,1-20 0 0 0,-4 29-22 0 0,1 1 71 0 0,0-23 93 0 0,0 21 118 0 0,-2 2-236 0 0,-2-10 19 0 0,-2 15 160 0 0,-10 36 26 0 0,5-3-179 0 0,1 0 0 0 0,2 1-1 0 0,-2 39 1 0 0,8-58-84 0 0,3 5-18 0 0,1-7-26 0 0,-3-13 27 0 0,3 10-6 0 0,0 1 1 0 0,1-1 0 0 0,0 0-1 0 0,6 13 1 0 0,-8-21-120 0 0,0 1 0 0 0,1-1 1 0 0,-1 1-1 0 0,1-1 0 0 0,0 0 0 0 0,-1 0 1 0 0,1 0-1 0 0,1 0 0 0 0,-1-1 0 0 0,0 1 0 0 0,1-1 1 0 0,-1 0-1 0 0,1 0 0 0 0,0 0 0 0 0,0 0 1 0 0,0 0-1 0 0,4 0 0 0 0,41 5-3826 0 0,-43-7 2678 0 0,-1-2-887 0 0,22-7-1501 0 0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49 68 2040 0 0,'-5'-2'1169'0'0,"-15"-3"-188"0"0,15 3 1323 0 0,1 1-1671 0 0,3 1-575 0 0,1 0 0 0 0,-1 0 1 0 0,0 0-1 0 0,1 0 0 0 0,-1 0 0 0 0,0-1 0 0 0,1 1 0 0 0,-1 0 0 0 0,0 0 0 0 0,1-1 0 0 0,-1 1 0 0 0,1 0 0 0 0,-1-1 0 0 0,1 1 1 0 0,-1 0-1 0 0,1-1 0 0 0,-1 1 0 0 0,1-1 0 0 0,-1 1 0 0 0,1-1 0 0 0,-1 1 0 0 0,1-1 0 0 0,0 1 0 0 0,-1-1 0 0 0,1 0 0 0 0,13-7 559 0 0,48-2-625 0 0,-45 8 26 0 0,61-9-822 0 0,-20 2-1695 0 0,-18 3-362 0 0,-13 4-199 0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4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76 413 1324 0 0,'-4'1'982'0'0,"-57"33"2997"0"0,58-32-2896 0 0,-3 17-766 0 0,5-15 90 0 0,12-1-159 0 0,-10-2-238 0 0,0-1 0 0 0,0 1 0 0 0,0-1 0 0 0,0 1-1 0 0,0-1 1 0 0,0 0 0 0 0,0 1 0 0 0,0-1 0 0 0,0 0 0 0 0,0 0 0 0 0,0 0 0 0 0,0 0 0 0 0,0 0 0 0 0,0 0-1 0 0,0 0 1 0 0,0 0 0 0 0,0 0 0 0 0,1-1 0 0 0,49-8 20 0 0,-46 7-43 0 0,-4 2 11 0 0,1 0 0 0 0,0-1 0 0 0,-1 1 0 0 0,1-1 0 0 0,-1 1 0 0 0,0-1 1 0 0,1 0-1 0 0,-1 1 0 0 0,1-1 0 0 0,-1 0 0 0 0,0 0 0 0 0,3-2 0 0 0,-2 1 0 0 0,3-1 7 0 0,-1 0-23 0 0,12-10-16 0 0,-12 10 34 0 0,-3 1 16 0 0,0 0 1 0 0,0 1-1 0 0,0-1 0 0 0,0 1 1 0 0,1-1-1 0 0,-1 1 1 0 0,0 0-1 0 0,1-1 1 0 0,-1 1-1 0 0,3-2 0 0 0,-1 0 116 0 0,11-15 206 0 0,-12 14-165 0 0,2-7 38 0 0,4-5 266 0 0,-5-3-444 0 0,-2 15 156 0 0,-7 5-157 0 0,1 0-28 0 0,0 1-1 0 0,-1 0 0 0 0,1 1 0 0 0,0-1 1 0 0,0 1-1 0 0,0 0 0 0 0,1 0 1 0 0,-1 1-1 0 0,1-1 0 0 0,-1 1 0 0 0,1 0 1 0 0,0 0-1 0 0,1 0 0 0 0,-5 6 1 0 0,-35 65 298 0 0,41-71-326 0 0,2 2-180 0 0,2 24 134 0 0,-1-26-9 0 0,1 0 0 0 0,0 0-1 0 0,0 0 1 0 0,0 0 0 0 0,0-1 0 0 0,1 1-1 0 0,-1 0 1 0 0,1-1 0 0 0,0 0 0 0 0,0 1-1 0 0,0-1 1 0 0,1 0 0 0 0,-1-1 0 0 0,1 1-1 0 0,-1-1 1 0 0,1 1 0 0 0,0-1-1 0 0,0 0 1 0 0,0-1 0 0 0,0 1 0 0 0,8 1-1 0 0,1 1-340 0 0,0 0-1 0 0,0-1 1 0 0,0 0-1 0 0,0-1 1 0 0,26 0-1 0 0,-7-3-566 0 0,1-2 0 0 0,59-12 0 0 0,-76 10 1106 0 0,0 0 0 0 0,1 0-1 0 0,-2-1 1 0 0,1-2 0 0 0,-1 1 0 0 0,0-2-1 0 0,0 0 1 0 0,17-14 0 0 0,-24 17 218 0 0,0-2 0 0 0,0 1 0 0 0,0-1-1 0 0,-1 0 1 0 0,8-12 0 0 0,-12 15-170 0 0,0 0 0 0 0,0-1-1 0 0,-1 0 1 0 0,0 1 0 0 0,0-1-1 0 0,0 0 1 0 0,-1 0 0 0 0,0 0 0 0 0,0 0-1 0 0,0 0 1 0 0,-1-9 0 0 0,-5-3 24 0 0,3 13-164 0 0,0 1 57 0 0,1 3-70 0 0,-1 0 0 0 0,1 0 0 0 0,-1 0 0 0 0,1 0 0 0 0,0-1 0 0 0,-1 1 0 0 0,1 0 0 0 0,0 0 0 0 0,0-1 0 0 0,0 1 0 0 0,-2-4 0 0 0,3 5 0 0 0,-4-4 59 0 0,0 3 7 0 0,-14-6 1 0 0,14 6-16 0 0,-2 2 4 0 0,-3 1-19 0 0,0 0 0 0 0,1 0-1 0 0,-1 1 1 0 0,1 0 0 0 0,0 0-1 0 0,0 1 1 0 0,0 1-1 0 0,1-1 1 0 0,-15 12 0 0 0,15-10-16 0 0,1 1 0 0 0,-1 1 1 0 0,1-1-1 0 0,0 1 0 0 0,1 0 1 0 0,0 0-1 0 0,0 1 1 0 0,1 0-1 0 0,0-1 0 0 0,0 1 1 0 0,1 1-1 0 0,0-1 1 0 0,-2 15-1 0 0,4-18 25 0 0,3-1-51 0 0,4 16-25 0 0,-6-20 16 0 0,0 0 0 0 0,0 0-1 0 0,1 0 1 0 0,-1 0 0 0 0,1 0 0 0 0,-1 0 0 0 0,0 0-1 0 0,1 0 1 0 0,0 0 0 0 0,-1-1 0 0 0,1 1 0 0 0,0 0-1 0 0,-1 0 1 0 0,1 0 0 0 0,0-1 0 0 0,0 1 0 0 0,0-1-1 0 0,-1 1 1 0 0,3 1 0 0 0,-2-2-1 0 0,-1 0 0 0 0,0 0-1 0 0,1 0 1 0 0,-1 0 0 0 0,1 1 0 0 0,-1-1-1 0 0,0 0 1 0 0,1 0 0 0 0,-1 1 0 0 0,0-1 0 0 0,1 0-1 0 0,-1 1 1 0 0,0-1 0 0 0,0 0 0 0 0,1 1-1 0 0,-1-1 1 0 0,0 1 0 0 0,0-1 0 0 0,1 0 0 0 0,-1 1-1 0 0,0-1 1 0 0,0 1 0 0 0,0-1 0 0 0,0 0-1 0 0,0 1 1 0 0,0-1 0 0 0,0 1 0 0 0,0-1-1 0 0,0 1 1 0 0,5 1-69 0 0,12 7-14 0 0,-13-7-16 0 0,1-2-10 0 0,1 1 62 0 0,0-2 0 0 0,0 1 1 0 0,0-1-1 0 0,0 0 1 0 0,-1 0-1 0 0,1 0 1 0 0,0-1-1 0 0,-1 0 0 0 0,1 0 1 0 0,-1 0-1 0 0,0-1 1 0 0,6-3-1 0 0,34-31-117 0 0,-38 29 169 0 0,0 0-1 0 0,0 0 1 0 0,0-1 0 0 0,-1 1-1 0 0,-1-2 1 0 0,1 1 0 0 0,-1-1-1 0 0,-1 1 1 0 0,0-1 0 0 0,4-14-1 0 0,-1-6 213 0 0,-1-1 0 0 0,2-30-1 0 0,-6 40-50 0 0,1-2 102 0 0,-2-1-122 0 0,-1 3 136 0 0,0-30 280 0 0,-1-24 222 0 0,0 68-586 0 0,1 1 7 0 0,-1-20-18 0 0,1 20 677 0 0,-4 10-740 0 0,-13 13-14 0 0,12-5-9 0 0,-14 128-205 0 0,6 0 1 0 0,8 246-1 0 0,12-273-2039 0 0,-1-41-3389 0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4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373 58 2412 0 0,'0'0'1313'0'0,"0"-6"-230"0"0,2-21 516 0 0,-2 26-1523 0 0,-1 0 0 0 0,1 0 1 0 0,-1 0-1 0 0,1 0 0 0 0,-1 0 0 0 0,1 0 0 0 0,-1 0 0 0 0,0 0 0 0 0,1 0 0 0 0,-1 1 0 0 0,0-1 1 0 0,0 0-1 0 0,0 0 0 0 0,0 1 0 0 0,1-1 0 0 0,-1 0 0 0 0,0 1 0 0 0,0-1 0 0 0,0 1 1 0 0,0-1-1 0 0,0 1 0 0 0,-1 0 0 0 0,0-1 0 0 0,-18-4 409 0 0,15 4-171 0 0,-3 2-15 0 0,-1-1-206 0 0,6 0-47 0 0,0 0 0 0 0,-1 0 1 0 0,1 1-1 0 0,-1-1 0 0 0,1 1 0 0 0,0 0 1 0 0,-1 0-1 0 0,1 0 0 0 0,-3 2 1 0 0,-15 5 126 0 0,1 1 1 0 0,0 1-1 0 0,1 1 1 0 0,0 1 0 0 0,0 0-1 0 0,1 1 1 0 0,1 1-1 0 0,1 1 1 0 0,0 1-1 0 0,1 0 1 0 0,0 1 0 0 0,1 0-1 0 0,-17 30 1 0 0,28-41-145 0 0,1-1 0 0 0,-1 1 1 0 0,1 0-1 0 0,0 0 1 0 0,1 1-1 0 0,0-1 0 0 0,-1 10 1 0 0,1-11 5 0 0,1-1-23 0 0,0 0 0 0 0,0 0 1 0 0,1 0-1 0 0,-1-1 0 0 0,1 1 1 0 0,0 0-1 0 0,0 0 0 0 0,0-1 1 0 0,0 1-1 0 0,1-1 0 0 0,0 1 1 0 0,-1-1-1 0 0,3 4 0 0 0,-2-5 1 0 0,-1 0-5 0 0,0 0 0 0 0,0 1 0 0 0,1-1 0 0 0,-1 0 0 0 0,1 0 0 0 0,-1 0 0 0 0,1 0 0 0 0,0 0 0 0 0,0-1 0 0 0,3 3 0 0 0,0 0 5 0 0,-4-2-11 0 0,0-1 0 0 0,1 1 0 0 0,-1-1 0 0 0,0 0 0 0 0,1 0 0 0 0,-1 1 0 0 0,1-1 0 0 0,-1 0 0 0 0,1 0 0 0 0,0 0 0 0 0,-1-1 0 0 0,1 1 0 0 0,0 0 0 0 0,0-1 0 0 0,2 1 0 0 0,1 1-13 0 0,4 2-8 0 0,-1-1 1 0 0,1 0-1 0 0,0-1 0 0 0,0 0 1 0 0,0 0-1 0 0,15 1 0 0 0,-17-3-33 0 0,9 2-242 0 0,-1 0-1 0 0,1-2 0 0 0,23-1 0 0 0,-33 0 246 0 0,25-2-1489 0 0,0-2-1 0 0,0-1 1 0 0,0-1-1 0 0,46-19 1 0 0,-48 15-2214 0 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4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320 24 2576 0 0,'0'0'1138'0'0,"-3"-3"-199"0"0,-13-9 1057 0 0,15 11-1932 0 0,-1 0 1 0 0,1 0-1 0 0,0 1 1 0 0,-1-1-1 0 0,1 0 1 0 0,-1 1 0 0 0,1-1-1 0 0,-1 1 1 0 0,1 0-1 0 0,-1 0 1 0 0,1-1-1 0 0,-4 1 1 0 0,2 0 65 0 0,-2-1 281 0 0,-3 1-246 0 0,-1 1-1 0 0,1 1 0 0 0,0 0 1 0 0,0 0-1 0 0,0 0 1 0 0,0 1-1 0 0,0 0 0 0 0,0 1 1 0 0,1 0-1 0 0,-1 0 0 0 0,-6 5 1 0 0,-5 4 122 0 0,1 1-1 0 0,-31 32 1 0 0,39-36-158 0 0,2 0-1 0 0,-1 1 1 0 0,1 0 0 0 0,1 1-1 0 0,0-1 1 0 0,-9 22-1 0 0,0 20 113 0 0,15-48-133 0 0,1 2-21 0 0,0-4-98 0 0,0 1 38 0 0,0 0 1 0 0,0 0 0 0 0,1 0 0 0 0,-1 0 0 0 0,1 0-1 0 0,0-1 1 0 0,0 1 0 0 0,0 0 0 0 0,0 0 0 0 0,1-1-1 0 0,-1 1 1 0 0,1-1 0 0 0,4 7 0 0 0,-1-5 6 0 0,0 1 0 0 0,1-1 0 0 0,0 0 0 0 0,0-1 0 0 0,0 1 0 0 0,1-1 0 0 0,-1-1 1 0 0,1 1-1 0 0,8 2 0 0 0,-3-2-23 0 0,0-1 1 0 0,0 0-1 0 0,0 0 1 0 0,1-2-1 0 0,-1 1 1 0 0,18-2-1 0 0,-21 1-15 0 0,28-3-47 0 0,-20 0-314 0 0,6 0-106 0 0,36-8-1 0 0,-52 8-648 0 0,1 0 0 0 0,-1-1 0 0 0,0 1-1 0 0,0-2 1 0 0,12-6 0 0 0,-3-1-3753 0 0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8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32 1 2580 0 0,'0'0'11892'0'0,"0"6"-11721"0"0,-2 62 233 0 0,-8 114-36 0 0,-3 111-30 0 0,17-60-142 0 0,-4-227-199 0 0,0 1 19 0 0,0 19 7 0 0,0 10 67 0 0,0-30-8 0 0,0 1-10 0 0,0 18-6 0 0,0-19-13 0 0,0 0-23 0 0,-2 15-4 0 0,2-15-2 0 0,0-2 12 0 0,-1 15-28 0 0,0-14 53 0 0,1 0-80 0 0,-5 45 177 0 0,5-45-17 0 0,0 0-111 0 0,-1 13-9 0 0,0-13 55 0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9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2352 0 0,'0'0'7746'0'0,"2"3"-7324"0"0,7 15 77 0 0,1-2 0 0 0,14 18 0 0 0,25 37-136 0 0,-31-48-635 0 0,-15-20-46 0 0,0 0-92 0 0,9 9-71 0 0,-9-9-170 0 0,1 0-1144 0 0,13 7 903 0 0,-12-8-92 0 0,0-2-2161 0 0,21 2-247 0 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9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241 25 3420 0 0,'9'-24'9028'0'0,"-11"24"-9007"0"0,1 1 0 0 0,-1 0-1 0 0,1-1 1 0 0,-1 1 0 0 0,1 0-1 0 0,0 0 1 0 0,0 0 0 0 0,-1 0-1 0 0,1 0 1 0 0,0 0 0 0 0,0 0-1 0 0,-1 2 1 0 0,1-2 11 0 0,0-1-22 0 0,-1 1 1 0 0,1-1-1 0 0,0 1 0 0 0,0 0 0 0 0,0 0 1 0 0,0-1-1 0 0,1 1 0 0 0,-1 0 0 0 0,0 0 0 0 0,0 0 1 0 0,0 0-1 0 0,1 0 0 0 0,-1 0 0 0 0,0 0 1 0 0,1 1-1 0 0,-1 0 0 0 0,-9 17 100 0 0,-93 123-904 0 0,22-42-7103 0 0,59-74 3595 0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9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4852 0 0,'0'0'7895'0'0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9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25 2264 0 0,'0'0'2858'0'0,"1"-4"-2563"0"0,2-12-54 0 0,-2 11-16 0 0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29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34 0 1860 0 0,'0'0'10025'0'0,"-2"3"-9968"0"0,-9 8-9 0 0,8-8-7 0 0,3 2-20 0 0,-8 55-35 0 0,0 76-2580 0 0,7-55-2840 0 0,1-74 1464 0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0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63 42 1884 0 0,'0'0'3534'0'0,"-3"-4"-2797"0"0,-17-33 5178 0 0,7 52-5827 0 0,10-12-72 0 0,2 2-64 0 0,-16 128-22 0 0,14-87-422 0 0,2-32 91 0 0,-1 63-666 0 0,6-12-5133 0 0,-1-34 2344 0 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0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19334 5879 3640 0 0,'0'0'7409'0'0,"-2"-3"-6766"0"0,-7-14 121 0 0,0 0 0 0 0,-9-24 0 0 0,-10-23-78 0 0,-255-466 816 0 0,166 328-1507 0 0,-9 6 0 0 0,-211-251 0 0 0,118 195-209 0 0,-312-278 1 0 0,-404-212 84 0 0,-64 99-262 0 0,-411-81-187 0 0,1090 585 654 0 0,-19 3-31 0 0,-1 9-75 0 0,-1245-351-269 0 0,555 246-171 0 0,619 162 391 0 0,-1180-131-167 0 0,1457 186 238 0 0,-1688-58-1 0 0,1285 96-45 0 0,-726 123 1 0 0,855-66 225 0 0,-483 161 1 0 0,-366 218 64 0 0,246-27-711 0 0,-12 92 515 0 0,758-358 161 0 0,262-164-201 0 0,2-2-1 0 0,0 1 0 0 0,1-1-1 0 0,-1 0 1 0 0,0 0 0 0 0,0 1 0 0 0,1-1 0 0 0,-1 0 0 0 0,0 1 0 0 0,1-1 0 0 0,-1 0 0 0 0,0 1 0 0 0,1-1 0 0 0,-1 1 0 0 0,1-1 0 0 0,-1 1 0 0 0,0 0 0 0 0,1-1 0 0 0,-1 2 0 0 0,-10 8 39 0 0,7-7 681 0 0,-17 10-3235 0 0,20-13 2369 0 0,0 0 0 0 0,0 0 0 0 0,1 1 0 0 0,-1-1 0 0 0,0 0 0 0 0,0 0 0 0 0,0 0 0 0 0,0 0 0 0 0,0 0 0 0 0,0 0 0 0 0,1-1 1 0 0,-1 1-1 0 0,0 0 0 0 0,0 0 0 0 0,0-1 0 0 0,0 1 0 0 0,1 0 0 0 0,-1-1 0 0 0,0 1 0 0 0,0-1 0 0 0,1 1 0 0 0,-1-1 0 0 0,0 1 0 0 0,0-2 0 0 0,-2 0-516 0 0,2-3-741 0 0,-3-43-1295 0 0,3 43 2133 0 0,1 0 50 0 0,-1-18 89 0 0,1 17 25 0 0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0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47 84 2392 0 0,'-2'-34'1434'0'0,"2"29"-928"0"0,-3-15-20 0 0,3 15 962 0 0,-9-14-354 0 0,4 30-831 0 0,0 1-1 0 0,1 0 1 0 0,0 0 0 0 0,-1 14-1 0 0,1-9-145 0 0,3-12 24 0 0,1 1 4 0 0,-3 20 11 0 0,3-19 6 0 0,-1 0 15 0 0,0 19-20 0 0,1-20-10 0 0,1 0 5 0 0,1 16-15 0 0,-1-17-39 0 0,-1 0-13 0 0,2 13-32 0 0,-1-13 91 0 0,1-1-96 0 0,6 14-8 0 0,-6-14 30 0 0,2-2-91 0 0,13 8-99 0 0,-13-7-160 0 0,2-3-198 0 0,18-2-1381 0 0,0-1-1 0 0,25-6 1 0 0,-20 1-2326 0 0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0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187 63 4376 0 0,'4'-28'1505'0'0,"-3"23"-303"0"0,0 0-212 0 0,3-15-132 0 0,-3 15 1926 0 0,-6 12-2641 0 0,-22 43 63 0 0,2 1 0 0 0,-33 95 0 0 0,16-38-150 0 0,3 4 315 0 0,37-108 521 0 0,5-8-854 0 0,18-44 156 0 0,24-77-1 0 0,14-31 602 0 0,-58 152-767 0 0,1 0 15 0 0,5-11-42 0 0,-5 11 62 0 0,19-7-32 0 0,-21 11-31 0 0,0 0-1 0 0,0 1 1 0 0,0-1-1 0 0,0 0 1 0 0,0 1 0 0 0,0-1-1 0 0,0 0 1 0 0,1 1-1 0 0,-1-1 1 0 0,0 0-1 0 0,0 1 1 0 0,0-1-1 0 0,0 0 1 0 0,1 1-1 0 0,-1-1 1 0 0,0 0-1 0 0,0 0 1 0 0,1 1-1 0 0,-1-1 1 0 0,0 0-1 0 0,0 0 1 0 0,1 0-1 0 0,-1 1 1 0 0,0-1 0 0 0,1 0-1 0 0,-1 0 1 0 0,0 0-1 0 0,1 0 1 0 0,0 1 2 0 0,0-1 0 0 0,0 1 0 0 0,0 0 0 0 0,0-1 0 0 0,0 1 0 0 0,0 0 0 0 0,0 0 0 0 0,0-1-1 0 0,-1 1 1 0 0,1 0 0 0 0,0 0 0 0 0,0 0 0 0 0,-1 0 0 0 0,2 2 0 0 0,8 21 29 0 0,-1 1 0 0 0,0 0-1 0 0,-2 1 1 0 0,-1 0 0 0 0,3 27 0 0 0,8 133-352 0 0,-15-123-1072 0 0,-1-53 1200 0 0,0 1-544 0 0,-1 1 1 0 0,0-1 0 0 0,0 0 0 0 0,-3 14 0 0 0,2-20 193 0 0,-2 3-120 0 0,3 1-2812 0 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0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15 105 2088 0 0,'0'0'1198'0'0,"-2"-4"-257"0"0,-10-13 841 0 0,24 3-1200 0 0,-11 13-568 0 0,-1 0 0 0 0,1 1 1 0 0,0-1-1 0 0,1 0 0 0 0,-1 1 1 0 0,0-1-1 0 0,0 1 0 0 0,0-1 1 0 0,0 1-1 0 0,0-1 0 0 0,0 1 1 0 0,1 0-1 0 0,-1 0 0 0 0,0 0 1 0 0,0-1-1 0 0,1 1 0 0 0,-1 0 1 0 0,0 1-1 0 0,2-1 0 0 0,-2 0 17 0 0,41-4 77 0 0,69 2 1 0 0,-78 2-89 0 0,66-1-117 0 0,-1-4 1 0 0,152-28-1 0 0,-248 32 143 0 0,0 1-1 0 0,0 0 1 0 0,0 0-1 0 0,0-1 0 0 0,0 0 1 0 0,0 1-1 0 0,0-1 1 0 0,0 0-1 0 0,0 0 0 0 0,0 0 1 0 0,2-1-1 0 0,-17-6 613 0 0,9 7-567 0 0,-1 2 10 0 0,-14 2 121 0 0,-37 12-1 0 0,52-13-83 0 0,3 2-104 0 0,0-2-34 0 0,0 0 0 0 0,1 1 0 0 0,0-1 0 0 0,-1 1-1 0 0,1-1 1 0 0,0 0 0 0 0,0 1 0 0 0,0-1 0 0 0,0 0-1 0 0,1 1 1 0 0,-1-1 0 0 0,1 0 0 0 0,-1 1 0 0 0,1-1-1 0 0,2 4 1 0 0,-1-2 26 0 0,1 1 9 0 0,21 31 30 0 0,-22-32-50 0 0,-1-3-12 0 0,-1 1 0 0 0,1-1-1 0 0,-1 1 1 0 0,1-1-1 0 0,-1 1 1 0 0,1-1-1 0 0,0 0 1 0 0,0 1-1 0 0,0-1 1 0 0,0 0 0 0 0,0 0-1 0 0,2 3 1 0 0,-2-3-1 0 0,2 4-9 0 0,-1-1 23 0 0,5 15 3 0 0,-6-14 10 0 0,0 0 9 0 0,1 16 22 0 0,-1-16 0 0 0,-2-1-60 0 0,-5 15-26 0 0,4-14-10 0 0,-1-2 48 0 0,-21 21-144 0 0,16-14-5536 0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1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69 0 2336 0 0,'0'0'5464'0'0,"-3"4"-5289"0"0,1-1-61 0 0,0 0 0 0 0,1 0 0 0 0,-1 0 1 0 0,1 0-1 0 0,0 1 0 0 0,0-1 0 0 0,0 0 1 0 0,0 1-1 0 0,1-1 0 0 0,-1 1 0 0 0,1 5 1 0 0,0-4 97 0 0,1 0-91 0 0,12 39 249 0 0,-11-40-315 0 0,-1 0-1 0 0,3 12-4 0 0,-2-12 69 0 0,-2 1-92 0 0,1 5 9 0 0,0-1-1 0 0,-1 1 0 0 0,0 0 1 0 0,-1-1-1 0 0,0 1 0 0 0,-3 9 1 0 0,2-14-52 0 0,-1-2 19 0 0,-9 6-539 0 0,0-1 1 0 0,-26 13-1 0 0,34-19-289 0 0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1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2748 0 0,'0'0'4495'0'0,"3"2"-3994"0"0,-1-1-416 0 0,0 0 1 0 0,0 1-1 0 0,0 0 0 0 0,0 0 1 0 0,-1-1-1 0 0,1 1 0 0 0,-1 0 1 0 0,1 0-1 0 0,-1 0 0 0 0,0 1 1 0 0,0-1-1 0 0,1 0 0 0 0,-2 0 1 0 0,1 1-1 0 0,0-1 0 0 0,0 0 1 0 0,-1 1-1 0 0,1-1 0 0 0,-1 1 1 0 0,0-1-1 0 0,0 1 0 0 0,0-1 1 0 0,0 1-1 0 0,0-1 0 0 0,-1 1 1 0 0,0 2-1 0 0,1 6 111 0 0,0-5-26 0 0,3 28-237 0 0,7 35 0 0 0,-9-64-330 0 0,1-1-222 0 0,0 0 0 0 0,0 0 1 0 0,0-1-1 0 0,0 1 0 0 0,1-1 1 0 0,-1 1-1 0 0,1-1 0 0 0,0 0 0 0 0,6 5 1 0 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1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85 0 2100 0 0,'0'0'1886'0'0,"-6"0"-1440"0"0,-40 7 1040 0 0,42-5-1013 0 0,0-1-329 0 0,-9 5 749 0 0,20-16 1309 0 0,-4 8-2043 0 0,-6 2-2210 0 0,3 1 1987 0 0,-1-1 0 0 0,1 0 0 0 0,-1 0 0 0 0,1 1-1 0 0,-1-1 1 0 0,1 1 0 0 0,-1-1 0 0 0,1 0 0 0 0,-1 1 0 0 0,1-1 0 0 0,-1 1-1 0 0,1-1 1 0 0,0 1 0 0 0,-1-1 0 0 0,1 1 0 0 0,-1 0 0 0 0,1 0-41 0 0,0-1-1 0 0,0 1 1 0 0,0-1 0 0 0,-1 1 0 0 0,1-1 0 0 0,0 0 0 0 0,0 1 0 0 0,-1-1 0 0 0,1 0 0 0 0,0 1 0 0 0,-1-1 0 0 0,1 0-1 0 0,0 1 1 0 0,-1-1 0 0 0,1 0 0 0 0,-1 1 0 0 0,1-1 0 0 0,0 0 0 0 0,-1 0 0 0 0,1 0 0 0 0,-1 0 0 0 0,1 1-1 0 0,-1-1 1 0 0,1 0 0 0 0,-1 0 0 0 0,1 0 0 0 0,-1 0 0 0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187 51 2920 0 0,'4'-2'1348'0'0,"29"-18"2971"0"0,-30 17-2518 0 0,-4-1-1665 0 0,-5-18 132 0 0,1 23-210 0 0,-3-1-37 0 0,0 1 1 0 0,1 1 0 0 0,-1-1 0 0 0,1 1 0 0 0,-1 1-1 0 0,1-1 1 0 0,0 1 0 0 0,0 1 0 0 0,-13 7 0 0 0,18-10-19 0 0,-7 5 4 0 0,-1 1 0 0 0,1 0 1 0 0,0 1-1 0 0,0 0 1 0 0,1 0-1 0 0,0 1 0 0 0,1 0 1 0 0,0 0-1 0 0,0 1 0 0 0,-6 12 1 0 0,-3 12 2 0 0,16-29-6 0 0,-1-1 2 0 0,0 0-50 0 0,-3 14 40 0 0,3-14 13 0 0,1-2-11 0 0,0 0-1 0 0,0 0 1 0 0,0 0-1 0 0,1 0 1 0 0,-1-1-1 0 0,0 1 1 0 0,1 0-1 0 0,-1 0 1 0 0,1 0-1 0 0,-1-1 1 0 0,3 4-1 0 0,14 1-52 0 0,-14-5 44 0 0,1 0 40 0 0,0-2 47 0 0,12-5 8 0 0,-12 5 11 0 0,1-2 36 0 0,54-38 585 0 0,-56 39-594 0 0,1-1 3 0 0,34-23 233 0 0,-35 24-243 0 0,2 3-96 0 0,16 3 3 0 0,-13 0 6 0 0,-1 3-12 0 0,-1 1 0 0 0,-1 0 0 0 0,1 0 0 0 0,-1 0 0 0 0,-1 0 0 0 0,1 1 0 0 0,-1-1 0 0 0,-1 1 0 0 0,0 0 1 0 0,3 14-1 0 0,0-1-9 0 0,-1-9-23 0 0,1 7-13 0 0,0-1 0 0 0,-2 1 0 0 0,0 0 0 0 0,-1 0 0 0 0,1 34 0 0 0,-4-33-18 0 0,-1 0-1 0 0,-1 0 1 0 0,-1 0-1 0 0,-1-1 0 0 0,0 1 1 0 0,-2-1-1 0 0,0 0 1 0 0,-14 28-1 0 0,17-41 45 0 0,-1 0-1 0 0,-1-1 1 0 0,1 0-1 0 0,-1 0 0 0 0,0 0 1 0 0,0 0-1 0 0,-1-1 1 0 0,0 0-1 0 0,0 0 1 0 0,0 0-1 0 0,0-1 1 0 0,-1 0-1 0 0,1 0 1 0 0,-1-1-1 0 0,0 0 0 0 0,-1 0 1 0 0,1 0-1 0 0,-12 1 1 0 0,14-3 76 0 0,-2-2 32 0 0,1 2-72 0 0,4-1-24 0 0,0 0 1 0 0,0 0 0 0 0,0 0 0 0 0,-1 0-1 0 0,1 0 1 0 0,0-1 0 0 0,0 1 0 0 0,0-1-1 0 0,0 1 1 0 0,0-1 0 0 0,1 0 0 0 0,-1 1-1 0 0,0-1 1 0 0,0 0 0 0 0,-2-2 0 0 0,-35-25 181 0 0,36 26-182 0 0,0-1-1 0 0,0 0 0 0 0,0 1 1 0 0,0-1-1 0 0,1 0 0 0 0,0-1 0 0 0,-1 1 1 0 0,1 0-1 0 0,0-1 0 0 0,1 1 1 0 0,-1-1-1 0 0,1 1 0 0 0,-3-8 1 0 0,2 5-56 0 0,2 3 20 0 0,-1 1 0 0 0,0 0 0 0 0,1 0-1 0 0,-1 0 1 0 0,1-1 0 0 0,0 1 0 0 0,0 0-1 0 0,0 0 1 0 0,0-1 0 0 0,0 1 0 0 0,1 0 0 0 0,-1 0-1 0 0,2-4 1 0 0,2-14-192 0 0,1 1 1 0 0,1 0-1 0 0,0 1 0 0 0,2 0 0 0 0,0 0 1 0 0,1 0-1 0 0,1 1 0 0 0,1 0 0 0 0,0 1 1 0 0,1 0-1 0 0,27-26 0 0 0,13-7-1389 0 0,2 2 0 0 0,61-39 0 0 0,-55 42-748 0 0,-39 27-502 0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1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33 1 1932 0 0,'0'0'2656'0'0,"1"4"-1972"0"0,4 12-95 0 0,-4-12 977 0 0,1 22-998 0 0,-2-21-100 0 0,0 0-267 0 0,0 44 639 0 0,0-44-384 0 0,-1 0-282 0 0,-4 13 3 0 0,4-13 554 0 0,-1-2-433 0 0,1-2-235 0 0,1-1 1 0 0,-1 1-1 0 0,1 0 0 0 0,-1-1 0 0 0,1 1 0 0 0,-1 0 0 0 0,1-1 0 0 0,-1 1 0 0 0,0-1 0 0 0,1 1 0 0 0,-1-1 0 0 0,0 1 0 0 0,1-1 1 0 0,-1 1-1 0 0,0-1 0 0 0,0 0 0 0 0,1 1 0 0 0,-1-1 0 0 0,0 0 0 0 0,0 0 0 0 0,0 0 0 0 0,0 1 0 0 0,1-1 0 0 0,-1 0 0 0 0,0 0 1 0 0,0 0-1 0 0,0 0 0 0 0,0-1 0 0 0,0 1 0 0 0,1 0 0 0 0,-1 0 0 0 0,0 0 0 0 0,0-1 0 0 0,0 1 0 0 0,1 0 0 0 0,-1-1 0 0 0,0 1 1 0 0,0-1-1 0 0,-3-1 137 0 0,4-3-312 0 0,0-2 148 0 0,1 0 1 0 0,0 0 0 0 0,0 0 0 0 0,0 0 0 0 0,1 0-1 0 0,0 1 1 0 0,0-1 0 0 0,0 1 0 0 0,1-1-1 0 0,0 1 1 0 0,8-11 0 0 0,-8 13-29 0 0,15-4 167 0 0,-14 6-157 0 0,4 3-35 0 0,0 0-1 0 0,0 0 1 0 0,0 1-1 0 0,0 0 1 0 0,0 0-1 0 0,-1 0 1 0 0,1 1-1 0 0,-1 1 1 0 0,0-1-1 0 0,0 1 1 0 0,0 0-1 0 0,0 1 1 0 0,-1-1-1 0 0,0 1 1 0 0,0 1-1 0 0,0-1 1 0 0,0 1-1 0 0,-1 0 1 0 0,0 0-1 0 0,0 1 1 0 0,-1 0-1 0 0,0-1 1 0 0,0 2-1 0 0,0-1 1 0 0,-1 0-1 0 0,3 9 1 0 0,-3-9-70 0 0,-2-5 46 0 0,0 1 0 0 0,0-1 0 0 0,0 1 0 0 0,-1 0 0 0 0,1-1 0 0 0,-1 1 0 0 0,1-1 0 0 0,-1 1 0 0 0,0 0 0 0 0,0-1 0 0 0,0 4 0 0 0,-1 5-249 0 0,0-1 0 0 0,0 0 1 0 0,-1 1-1 0 0,0-1 0 0 0,-1 0 1 0 0,0 0-1 0 0,0 0 0 0 0,-1-1 0 0 0,-1 1 1 0 0,-6 10-1 0 0,4-10-1106 0 0,-1 0 0 0 0,0-1 0 0 0,-18 15 0 0 0,8-9-3273 0 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1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30 3524 0 0,'0'0'2386'0'0,"1"-5"-1555"0"0,3-15-145 0 0,-3 15 980 0 0,2 8-1177 0 0,1 0-392 0 0,-1 0 0 0 0,0 0-1 0 0,0 1 1 0 0,0 0 0 0 0,0-1-1 0 0,0 1 1 0 0,-1 0 0 0 0,0 1-1 0 0,0-1 1 0 0,0 0 0 0 0,2 7-1 0 0,11 43 297 0 0,-2 0 0 0 0,12 103 0 0 0,9 47-1588 0 0,-31-195 800 0 0,0 1 0 0 0,1-1 1 0 0,0 0-1 0 0,7 12 1 0 0,-10-18 45 0 0,1 0 0 0 0,0 1 0 0 0,1-1 0 0 0,-1 0 0 0 0,1 0 0 0 0,-1-1 1 0 0,1 1-1 0 0,0-1 0 0 0,0 1 0 0 0,0-1 0 0 0,0 0 0 0 0,0 0 0 0 0,1 0 1 0 0,5 2-1 0 0,15 3-3131 0 0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1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534 56 2936 0 0,'-1'-24'826'0'0,"1"19"-105"0"0,-2 1-116 0 0,-5-14-127 0 0,5 14 280 0 0,-3 5-393 0 0,-3 1-281 0 0,1 0 0 0 0,0 1 0 0 0,-1 0 0 0 0,1 0 0 0 0,1 1 0 0 0,-1 0 0 0 0,0 0 0 0 0,1 1-1 0 0,0-1 1 0 0,0 1 0 0 0,0 1 0 0 0,1-1 0 0 0,-5 7 0 0 0,-17 20 229 0 0,-25 41 0 0 0,35-49-208 0 0,-60 87 213 0 0,-115 220 0 0 0,181-307-430 0 0,2 1 1 0 0,0-1-1 0 0,1 2 1 0 0,-8 49-1 0 0,15-71 3 0 0,0-1 0 0 0,1 1 0 0 0,0-1 0 0 0,0 1 0 0 0,0-1 0 0 0,0 1-1 0 0,1-1 1 0 0,0 5 0 0 0,1 1-152 0 0,-2-7 150 0 0,0 0 0 0 0,0 1 0 0 0,0-1 1 0 0,1 1-1 0 0,-1-1 0 0 0,1 1 0 0 0,-1-1 0 0 0,1 0 0 0 0,0 0 0 0 0,0 1 1 0 0,0-1-1 0 0,0 0 0 0 0,1 0 0 0 0,0 2 0 0 0,3 3-275 0 0,11 16-1595 0 0,1-6-1379 0 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1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233 251 2808 0 0,'2'-10'808'0'0,"-1"1"-1"0"0,-1 0 1 0 0,0-17 0 0 0,-1 21-320 0 0,-1 1-71 0 0,-2-1-255 0 0,1 0-1 0 0,-1 1 1 0 0,0 0-1 0 0,0 0 1 0 0,0 0-1 0 0,-7-5 1 0 0,7 7 66 0 0,-1 2-78 0 0,0-1-117 0 0,0 1 0 0 0,0 1-1 0 0,0-1 1 0 0,0 1-1 0 0,0 0 1 0 0,0 0 0 0 0,1 0-1 0 0,-1 0 1 0 0,0 1-1 0 0,1 0 1 0 0,-1 0-1 0 0,1 0 1 0 0,-1 1 0 0 0,1 0-1 0 0,-5 3 1 0 0,-37 42 79 0 0,31-32-92 0 0,3 4-36 0 0,9-12 10 0 0,-20 34 79 0 0,20-32-77 0 0,-3 18-17 0 0,6-26 19 0 0,-1 0 0 0 0,1 0 0 0 0,-1 0 0 0 0,1 0 0 0 0,0 0 0 0 0,0 0 0 0 0,0 0 0 0 0,0 0 0 0 0,0 0 0 0 0,1 0 0 0 0,0 2 0 0 0,0 2 4 0 0,-1-1 7 0 0,0-5-9 0 0,1 0 0 0 0,-1 0 0 0 0,0 1 0 0 0,1-1 0 0 0,-1 0 0 0 0,0 0 0 0 0,1 1 0 0 0,-1-1 0 0 0,0 0 0 0 0,0 0 0 0 0,1 1 0 0 0,-1-1 0 0 0,0 0 0 0 0,0 1 0 0 0,1-1 0 0 0,-1 0 0 0 0,0 1 0 0 0,0-1 0 0 0,0 1 0 0 0,0-1 0 0 0,0 0 0 0 0,0 1 0 0 0,0-1 0 0 0,1 0 0 0 0,-1 1 0 0 0,0-1 0 0 0,0 1 0 0 0,0-1 0 0 0,-1 0 0 0 0,1 1 0 0 0,0 0 0 0 0,0 0 0 0 0,0-1 1 0 0,0 1-1 0 0,0 0 1 0 0,0-1-1 0 0,0 1 0 0 0,0 0 1 0 0,0-1-1 0 0,1 1 1 0 0,-1 0-1 0 0,0-1 0 0 0,0 1 1 0 0,1-1-1 0 0,-1 1 1 0 0,0 0-1 0 0,1-1 0 0 0,-1 1 1 0 0,0-1-1 0 0,1 1 1 0 0,-1-1-1 0 0,1 1 0 0 0,-1-1 1 0 0,1 1-1 0 0,-1-1 1 0 0,1 0-1 0 0,-1 1 0 0 0,2 0 1 0 0,3 1 26 0 0,-1 0 1 0 0,1-1-1 0 0,0 1 1 0 0,-1-1-1 0 0,1 0 1 0 0,0 0-1 0 0,0-1 1 0 0,5 1-1 0 0,-4-1 85 0 0,0-3 23 0 0,3 0-23 0 0,0-1 0 0 0,0-1 0 0 0,0 0 0 0 0,-1 0 0 0 0,0-1 0 0 0,0 0-1 0 0,0 0 1 0 0,-1-1 0 0 0,12-13 0 0 0,7-9 84 0 0,-23 26-72 0 0,-4 66-176 0 0,1-57 41 0 0,8 12-39 0 0,-6-15 43 0 0,-2-2 4 0 0,0-1 0 0 0,1 1 0 0 0,-1-1 0 0 0,0 1 0 0 0,1-1 1 0 0,-1 1-1 0 0,0-1 0 0 0,1 0 0 0 0,-1 1 0 0 0,1-1 0 0 0,-1 1 1 0 0,0-1-1 0 0,1 0 0 0 0,-1 1 0 0 0,1-1 0 0 0,-1 0 0 0 0,1 0 0 0 0,-1 1 1 0 0,1-1-1 0 0,-1 0 0 0 0,1 0 0 0 0,0 0 0 0 0,0 0 0 0 0,-1 0-1 0 0,1 0 1 0 0,-1 0-1 0 0,1 1 0 0 0,-1-1 0 0 0,1 0 0 0 0,-1 0 0 0 0,1 0 0 0 0,-1 0 0 0 0,0 1 0 0 0,1-1 0 0 0,-1 0 0 0 0,1 0 0 0 0,-1 1 1 0 0,0-1-1 0 0,1 0 0 0 0,-1 0 0 0 0,0 1 0 0 0,1-1 0 0 0,-1 0 0 0 0,0 1 0 0 0,1-1 0 0 0,-1 1 0 0 0,0-1 0 0 0,0 0 0 0 0,0 1 0 0 0,1-1 1 0 0,-1 2-1 0 0,5-1-80 0 0,18 6-16 0 0,-18-6-8 0 0,1 0-44 0 0,3-1 57 0 0,0 0 0 0 0,0-1 0 0 0,0 1 0 0 0,-1-2 0 0 0,1 1 0 0 0,0-1 0 0 0,-1-1 0 0 0,0 1 0 0 0,10-5 0 0 0,-1-3 98 0 0,0-1 0 0 0,-1-1 0 0 0,0 0-1 0 0,-1-1 1 0 0,0 0 0 0 0,-1-1 0 0 0,-1-1 0 0 0,0 0-1 0 0,21-34 1 0 0,-16 19 298 0 0,-2-1 0 0 0,-1-1-1 0 0,-1 0 1 0 0,18-65 0 0 0,-31 93-151 0 0,0-1 44 0 0,3-15-88 0 0,-3 15 98 0 0,-5 7-176 0 0,2-1-22 0 0,-1 0 1 0 0,1 0 0 0 0,0 1 0 0 0,0-1-1 0 0,0 1 1 0 0,0 0 0 0 0,0-1 0 0 0,1 1-1 0 0,-1 0 1 0 0,0 0 0 0 0,1 0 0 0 0,0 0-1 0 0,-1 0 1 0 0,1 0 0 0 0,0 1 0 0 0,0-1-1 0 0,0 0 1 0 0,-1 4 0 0 0,-6 18 0 0 0,0 1 0 0 0,2 0 0 0 0,1 0 0 0 0,1 0 0 0 0,1 1 0 0 0,1-1 0 0 0,1 1 0 0 0,2 0-1 0 0,0-1 1 0 0,9 48 0 0 0,-6-56-79 0 0,-4-14 52 0 0,1 0 0 0 0,0 0-1 0 0,0 0 1 0 0,0 0 0 0 0,0 0 0 0 0,0-1 0 0 0,1 1 0 0 0,-1 0 0 0 0,4 4 0 0 0,-1-1-142 0 0,0 1 0 0 0,0-1 0 0 0,1 0 0 0 0,-1 0 1 0 0,1-1-1 0 0,1 0 0 0 0,-1 1 0 0 0,9 5 0 0 0,-10-9-40 0 0,1 1 0 0 0,-1-1 0 0 0,1 0-1 0 0,-1 0 1 0 0,1 0 0 0 0,0-1 0 0 0,0 0 0 0 0,0 0-1 0 0,0 0 1 0 0,0 0 0 0 0,0-1 0 0 0,0 0 0 0 0,0 0 0 0 0,0 0-1 0 0,9-2 1 0 0,-3-1-333 0 0,1 1-1 0 0,-1-2 0 0 0,0 0 0 0 0,0 0 1 0 0,0 0-1 0 0,-1-2 0 0 0,1 1 0 0 0,13-11 1 0 0,5-7-1429 0 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1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21 164 2432 0 0,'4'-4'634'0'0,"20"-37"1076"0"0,-22 37-1204 0 0,0 0-55 0 0,0-1-140 0 0,-1-1 1 0 0,0 1 0 0 0,0-1 0 0 0,0 1 0 0 0,0-12 0 0 0,-1 13 184 0 0,-4 7-383 0 0,-11 7 19 0 0,11-7-49 0 0,4-2-75 0 0,0 0 0 0 0,0 0 0 0 0,0-1 0 0 0,0 1 0 0 0,0 0 0 0 0,0 0 1 0 0,-1 0-1 0 0,1 0 0 0 0,0-1 0 0 0,0 1 0 0 0,-1 0 0 0 0,1 0 0 0 0,-1-1 0 0 0,1 1 0 0 0,0 0 0 0 0,-1-1 0 0 0,1 1 0 0 0,-2 1 0 0 0,-9 16 126 0 0,-8 53 118 0 0,18-66-246 0 0,1 1-2 0 0,0 19-2 0 0,0-19 40 0 0,2 0-37 0 0,0 1 3 0 0,1 0-1 0 0,0-1 1 0 0,1 1-1 0 0,7 11 0 0 0,-8-15 100 0 0,2 0-103 0 0,0-1-4 0 0,0 0 0 0 0,0-1 0 0 0,1 1 0 0 0,-1-1 0 0 0,0 0 0 0 0,1-1 0 0 0,-1 1-1 0 0,0-1 1 0 0,1 0 0 0 0,-1 0 0 0 0,1-1 0 0 0,-1 1 0 0 0,1-1 0 0 0,8-3 0 0 0,1-3 63 0 0,-1 0 1 0 0,-1-1-1 0 0,0-1 0 0 0,0 0 1 0 0,0 0-1 0 0,-1-1 1 0 0,-1-1-1 0 0,1 0 0 0 0,-2-1 1 0 0,12-15-1 0 0,-19 23 111 0 0,-1-1-95 0 0,9-12-48 0 0,-9 12 5 0 0,1 2 11 0 0,4-8 26 0 0,-11 15 175 0 0,-15 28 156 0 0,4 8-86 0 0,14-36-214 0 0,0 2 7 0 0,-1 18-24 0 0,1-18-23 0 0,2-1-10 0 0,0 17 6 0 0,-1-16-7 0 0,2-1-16 0 0,6 14-9 0 0,-6-14-51 0 0,2-1-60 0 0,-1-2 63 0 0,-1 1-44 0 0,0-1-1 0 0,1 0 1 0 0,-1 0 0 0 0,1 0 0 0 0,0 0-1 0 0,-1 0 1 0 0,1 0 0 0 0,0-1-1 0 0,0 1 1 0 0,0-1 0 0 0,0 0 0 0 0,0 0-1 0 0,0 0 1 0 0,0 0 0 0 0,5 0 0 0 0,2 0-30 0 0,1-1 1 0 0,-1 0 0 0 0,0 0 0 0 0,1-1-1 0 0,-1 0 1 0 0,0-1 0 0 0,18-5 0 0 0,-13 1 61 0 0,-2 0 1 0 0,1-1 0 0 0,-1 0 0 0 0,0-1 0 0 0,0-1 0 0 0,-1 0 0 0 0,21-20 0 0 0,-5-3 53 0 0,-26 27-24 0 0,0 1-20 0 0,0 0-15 0 0,7-11-10 0 0,-7 11-1 0 0,-3 0-101 0 0,-3-13 94 0 0,3 12-6 0 0,4 6-1217 0 0,-2-1 1275 0 0,0 1 0 0 0,0-1 1 0 0,1 1-1 0 0,-1-1 0 0 0,0 1 1 0 0,0 0-1 0 0,0 0 1 0 0,0-1-1 0 0,0 1 0 0 0,1 2 1 0 0,0-2 0 0 0,1 1-2 0 0,2-3 44 0 0,37-17 202 0 0,-38 16-146 0 0,-2 0-60 0 0,1 0-1 0 0,-1 0 0 0 0,1 0 0 0 0,-1-1 0 0 0,0 1 0 0 0,0 0 0 0 0,0-1 0 0 0,-1 0 0 0 0,1 1 1 0 0,-1-1-1 0 0,3-5 0 0 0,-2 4 129 0 0,-11-15-279 0 0,7 15 221 0 0,-2 6 51 0 0,-2 2-124 0 0,-1 0 0 0 0,1 0 1 0 0,0 1-1 0 0,1-1 0 0 0,-1 1 0 0 0,1 0 1 0 0,0 1-1 0 0,0-1 0 0 0,0 1 0 0 0,1 0 1 0 0,0 1-1 0 0,0-1 0 0 0,0 0 0 0 0,1 1 1 0 0,-3 9-1 0 0,5-13-14 0 0,0 1 1 0 0,0 0-1 0 0,0 0 0 0 0,0 1 0 0 0,1-1 1 0 0,0 0-1 0 0,0 0 0 0 0,0 0 1 0 0,0 0-1 0 0,2 5 0 0 0,-1-4-8 0 0,-1-2-4 0 0,2 1 0 0 0,-1 0 1 0 0,0 0-1 0 0,1-1 0 0 0,0 1 1 0 0,0-1-1 0 0,0 1 0 0 0,0-1 1 0 0,0 0-1 0 0,1 0 0 0 0,-1 0 1 0 0,1 0-1 0 0,4 3 0 0 0,-5-4-15 0 0,2 2-43 0 0,0 0 0 0 0,0-1 0 0 0,1 0 0 0 0,-1 0 0 0 0,1 0 0 0 0,0 0 0 0 0,0-1 0 0 0,0 0 0 0 0,0 0 0 0 0,8 2 0 0 0,-8-2-7 0 0,2 0-125 0 0,0 0 1 0 0,1-1 0 0 0,-1 0-1 0 0,0 0 1 0 0,1 0 0 0 0,-1-1-1 0 0,13-1 1 0 0,-13 1 83 0 0,-1 0-29 0 0,0 0 0 0 0,0-1 1 0 0,0 0-1 0 0,0 0 1 0 0,-1 0-1 0 0,1 0 0 0 0,0-1 1 0 0,9-4-1 0 0,3-1-246 0 0,-2 1 230 0 0,-1-1 1 0 0,1 0 0 0 0,-2-1-1 0 0,1-1 1 0 0,-1-1-1 0 0,0 0 1 0 0,-1 0 0 0 0,0-1-1 0 0,-1-1 1 0 0,0 0-1 0 0,-1-1 1 0 0,-1 0-1 0 0,0 0 1 0 0,0-2 0 0 0,-1 1-1 0 0,-1-1 1 0 0,-1 0-1 0 0,8-20 1 0 0,-10 13 524 0 0,-6 17-303 0 0,2 1 117 0 0,-2-1-65 0 0,-2-11 99 0 0,2 12 75 0 0,-2 2 58 0 0,-1 0-253 0 0,1 0-1 0 0,-1 0 1 0 0,1 0-1 0 0,-1 1 1 0 0,0 0-1 0 0,1 0 1 0 0,-1 0-1 0 0,0 0 1 0 0,-6 0-1 0 0,5 1 96 0 0,1 2 16 0 0,2-1-168 0 0,0 0 20 0 0,-1 1-1 0 0,1-1 1 0 0,0 0 0 0 0,0 1-1 0 0,0-1 1 0 0,0 1 0 0 0,0-1 0 0 0,0 1-1 0 0,1 0 1 0 0,-1 0 0 0 0,1 0 0 0 0,-1 0-1 0 0,1 0 1 0 0,-1 0 0 0 0,1 1-1 0 0,0-1 1 0 0,0 0 0 0 0,0 1 0 0 0,1-1-1 0 0,-1 0 1 0 0,0 5 0 0 0,1 7 94 0 0,1 1 1 0 0,0-1-1 0 0,1 1 1 0 0,1-1 0 0 0,0 0-1 0 0,6 17 1 0 0,10 39 418 0 0,-18-59-508 0 0,0 1 0 0 0,-1 0 0 0 0,-1 13 0 0 0,-3-14-36 0 0,-3-5-112 0 0,1 0 0 0 0,-1-1 0 0 0,0 1 0 0 0,0-1 0 0 0,-1-1 0 0 0,0 1 0 0 0,1-1-1 0 0,-1-1 1 0 0,-1 1 0 0 0,1-1 0 0 0,-11 2 0 0 0,-18 3-1837 0 0,-50 6 0 0 0,64-11 613 0 0,-33 3-3172 0 0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1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168 1 2908 0 0,'0'0'4002'0'0,"-3"4"-3307"0"0,-18 36 170 0 0,2 1 1 0 0,2 1-1 0 0,-14 50 1 0 0,12-36-568 0 0,-25 89 241 0 0,39-122-494 0 0,1 0 0 0 0,1 1 0 0 0,2-1 0 0 0,1 44-1 0 0,1-57-182 0 0,-1 5-87 0 0,2 0-1 0 0,6 27 1 0 0,-7-36-201 0 0,1 0 1 0 0,0 0-1 0 0,1-1 1 0 0,-1 1-1 0 0,1-1 1 0 0,0 1-1 0 0,5 5 0 0 0,-6-7-26 0 0,13 11-2885 0 0,1-4-743 0 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2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 80 2448 0 0,'-2'-3'1139'0'0,"1"1"-819"0"0,-8-14 1679 0 0,10 14-1927 0 0,0 1 0 0 0,0-1 0 0 0,0 1-1 0 0,0-1 1 0 0,0 1 0 0 0,0-1 0 0 0,1 1 0 0 0,-1 0 0 0 0,1-1 0 0 0,2-1 0 0 0,-3 2-45 0 0,0 0 1 0 0,0 0 0 0 0,0 0-1 0 0,0 1 1 0 0,0-1 0 0 0,0 0 0 0 0,0 0-1 0 0,0 1 1 0 0,0-1 0 0 0,1 0 0 0 0,-1 1-1 0 0,0-1 1 0 0,0 1 0 0 0,1 0-1 0 0,-1-1 1 0 0,0 1 0 0 0,1 0 0 0 0,2 0-1 0 0,-1 0 49 0 0,26-7 139 0 0,0 1 1 0 0,0 2-1 0 0,35-1 1 0 0,-42 4-48 0 0,73-5 566 0 0,103 7-1 0 0,-193-1-678 0 0,-3 0-52 0 0,0 0-1 0 0,-1 0 1 0 0,1 0 0 0 0,0 0 0 0 0,0 0-1 0 0,0 1 1 0 0,0-1 0 0 0,0 1 0 0 0,-1-1-1 0 0,1 1 1 0 0,2 1 0 0 0,1 0 3 0 0,1-1 20 0 0,-3 2 19 0 0,-1-2-38 0 0,-1-1-5 0 0,0 0-1 0 0,0 1 1 0 0,0-1 0 0 0,0 1-1 0 0,0-1 1 0 0,0 1 0 0 0,0 0-1 0 0,0-1 1 0 0,0 1 0 0 0,0 0-1 0 0,-1 0 1 0 0,1-1 0 0 0,0 1-1 0 0,-1 0 1 0 0,1 0 0 0 0,0 0-1 0 0,-1 0 1 0 0,1 0 0 0 0,-1 0-1 0 0,1 2 1 0 0,5 14 30 0 0,-5-12-25 0 0,-1-1 0 0 0,1 1 1 0 0,-1 0-1 0 0,0-1 0 0 0,0 1 0 0 0,0 0 1 0 0,-1-1-1 0 0,0 1 0 0 0,-2 7 0 0 0,1-4 3 0 0,-13 77-117 0 0,14-80 195 0 0,1 1-15 0 0,1 16-12 0 0,-1-16-11 0 0,5 15 40 0 0,-4-17 28 0 0,1-1-68 0 0,0 0-36 0 0,-1-1 1 0 0,1 0 0 0 0,-1-1-1 0 0,1 1 1 0 0,0 0 0 0 0,0 0-1 0 0,0-1 1 0 0,0 1 0 0 0,0-1-1 0 0,0 0 1 0 0,0 1 0 0 0,0-1-1 0 0,0 0 1 0 0,1 0 0 0 0,-1 0-1 0 0,0-1 1 0 0,1 1 0 0 0,-1-1-1 0 0,1 1 1 0 0,-1-1 0 0 0,1 0-1 0 0,-1 0 1 0 0,1 0 0 0 0,-1 0-1 0 0,1 0 1 0 0,-1 0 0 0 0,0-1-1 0 0,1 1 1 0 0,-1-1 0 0 0,4-1-1 0 0,1-1-3 0 0,0 0 0 0 0,0-1 0 0 0,-1 1-1 0 0,1-1 1 0 0,-1-1 0 0 0,0 1 0 0 0,0-1-1 0 0,-1 0 1 0 0,1 0 0 0 0,-1-1 0 0 0,0 1-1 0 0,-1-1 1 0 0,1-1 0 0 0,-1 1-1 0 0,0 0 1 0 0,-1-1 0 0 0,6-13 0 0 0,-7 14-46 0 0,15-43 51 0 0,-16 45-54 0 0,0 1-1 0 0,0-1 1 0 0,-1 0 0 0 0,1 1-1 0 0,-1-1 1 0 0,0 0-1 0 0,0 0 1 0 0,-1 1 0 0 0,1-1-1 0 0,-1 0 1 0 0,0 1 0 0 0,0-1-1 0 0,0 0 1 0 0,-2-5 0 0 0,1 6-40 0 0,0 0 0 0 0,0 0 1 0 0,0 0-1 0 0,-1 0 0 0 0,1 1 1 0 0,-1-1-1 0 0,1 1 0 0 0,-1-1 1 0 0,0 1-1 0 0,0 0 1 0 0,0 0-1 0 0,0 0 0 0 0,0 0 1 0 0,0 1-1 0 0,-1-1 0 0 0,-3 0 1 0 0,0 0-265 0 0,0 1-1 0 0,1 1 1 0 0,-1-1 0 0 0,1 1 0 0 0,-1 0 0 0 0,0 0 0 0 0,1 1-1 0 0,-1 0 1 0 0,1 0 0 0 0,-1 1 0 0 0,-6 2 0 0 0,-12 4-1554 0 0,18-7-1336 0 0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2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329 41 2560 0 0,'0'0'2080'0'0,"0"-6"-1355"0"0,1-16-166 0 0,0 17 236 0 0,-5 3-477 0 0,1 1-252 0 0,1 0 0 0 0,-1 0 0 0 0,0 0 0 0 0,0 1 0 0 0,1-1 0 0 0,-1 1 0 0 0,0-1 0 0 0,0 1 0 0 0,0 0 0 0 0,0 0 0 0 0,1 0 0 0 0,-1 1 0 0 0,0-1 0 0 0,-4 2 0 0 0,-1 0 33 0 0,1 1-1 0 0,-1 0 1 0 0,1 0-1 0 0,0 1 1 0 0,-7 4-1 0 0,-8 8 130 0 0,0 0 1 0 0,-21 23-1 0 0,22-19-92 0 0,1 1 1 0 0,1 1 0 0 0,2 1-1 0 0,0 0 1 0 0,-19 34-1 0 0,34-52-116 0 0,0 1 0 0 0,0 0 0 0 0,0 0-1 0 0,1 0 1 0 0,0 0 0 0 0,0 1 0 0 0,0-1 0 0 0,1 0 0 0 0,0 7-1 0 0,0-12-16 0 0,0 1 0 0 0,0 0 0 0 0,0-1 1 0 0,0 1-1 0 0,0 0 0 0 0,0 0 0 0 0,0-1 0 0 0,1 1 1 0 0,-1 0-1 0 0,1-1 0 0 0,-1 1 0 0 0,1 0 0 0 0,0-1 1 0 0,-1 1-1 0 0,1-1 0 0 0,1 2 0 0 0,1 2 2 0 0,-2-3-13 0 0,-1 0-1 0 0,1 0 1 0 0,0 0-1 0 0,0 0 1 0 0,0 0-1 0 0,1 0 1 0 0,-1 0 0 0 0,0 0-1 0 0,1-1 1 0 0,-1 1-1 0 0,1-1 1 0 0,-1 1 0 0 0,1-1-1 0 0,3 3 1 0 0,2 1-43 0 0,1 1-142 0 0,0 0 0 0 0,0 0 1 0 0,1 0-1 0 0,0-2 1 0 0,0 1-1 0 0,0-1 0 0 0,1 0 1 0 0,-1-1-1 0 0,1 0 0 0 0,0 0 1 0 0,0-1-1 0 0,11 1 1 0 0,10-1-1383 0 0,-1 0 0 0 0,50-5 1 0 0,-45 0-1360 0 0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2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175 1 2220 0 0,'-16'7'612'0'0,"-1"2"-1"0"0,2 0 1 0 0,-1 1 0 0 0,1 1-1 0 0,1 0 1 0 0,0 1 0 0 0,-18 19-1 0 0,28-26-464 0 0,0 0-1 0 0,0 1 0 0 0,0 0 0 0 0,0 0 1 0 0,1 0-1 0 0,-4 9 0 0 0,4-7 2 0 0,1-3 58 0 0,1-1-170 0 0,1 0-1 0 0,1 1 1 0 0,-1-1 0 0 0,1 0 0 0 0,-1 1 0 0 0,1-1 0 0 0,0 0-1 0 0,1 1 1 0 0,-1-1 0 0 0,1 0 0 0 0,0 0 0 0 0,0 0 0 0 0,0-1-1 0 0,0 1 1 0 0,1 0 0 0 0,0-1 0 0 0,-1 0 0 0 0,1 1 0 0 0,7 4 0 0 0,-2-1-10 0 0,1-1 0 0 0,0 0 0 0 0,1-1 1 0 0,0 0-1 0 0,0-1 0 0 0,0 1 1 0 0,11 2-1 0 0,68 12-181 0 0,-68-16-673 0 0,0-1 0 0 0,1-1 0 0 0,-1-1 0 0 0,1-1-1 0 0,-1 0 1 0 0,32-8 0 0 0,-25 3-2598 0 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2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768 64 2588 0 0,'-2'-4'315'0'0,"-1"0"0"0"0,0 0 0 0 0,1 0 1 0 0,-1 1-1 0 0,0-1 0 0 0,-1 1 0 0 0,1 0 0 0 0,-1 0 0 0 0,1 0 0 0 0,-1 0 0 0 0,0 1 0 0 0,0-1 0 0 0,-7-2 0 0 0,2 2-68 0 0,1 0 0 0 0,-1 0 0 0 0,0 1 0 0 0,0 0 0 0 0,0 1 0 0 0,-14 0-1 0 0,-4 1 98 0 0,1 2-1 0 0,-1 1 1 0 0,-47 11-1 0 0,41-6-86 0 0,0 3 0 0 0,1 0 0 0 0,1 2 0 0 0,0 1 0 0 0,1 1 0 0 0,0 2 0 0 0,-28 22 0 0 0,39-25-138 0 0,1 0 0 0 0,0 1 0 0 0,2 1 0 0 0,0 1 0 0 0,0 0 0 0 0,2 1 0 0 0,0 1 0 0 0,1 0 0 0 0,1 0 0 0 0,1 2 0 0 0,-11 28 0 0 0,18-40-72 0 0,1 1-1 0 0,0 0 1 0 0,1 1-1 0 0,0-1 1 0 0,0 0-1 0 0,1 1 0 0 0,1-1 1 0 0,-1 1-1 0 0,2-1 1 0 0,0 1-1 0 0,0-1 1 0 0,1 0-1 0 0,3 11 1 0 0,-3-14-31 0 0,1 0 1 0 0,0 0 0 0 0,0 0 0 0 0,1 0-1 0 0,0-1 1 0 0,0 1 0 0 0,1-1 0 0 0,-1 0-1 0 0,2-1 1 0 0,-1 1 0 0 0,0-1 0 0 0,1 0-1 0 0,0 0 1 0 0,0-1 0 0 0,0 0 0 0 0,1 0-1 0 0,0 0 1 0 0,10 3 0 0 0,0-1-50 0 0,2 0 0 0 0,-1-2 0 0 0,0 0 0 0 0,1-1 1 0 0,0-1-1 0 0,0-1 0 0 0,0 0 0 0 0,0-1 0 0 0,-1-2 0 0 0,28-4 0 0 0,-2-2-728 0 0,-1-3 0 0 0,0-1 0 0 0,55-23 0 0 0,-65 20-856 0 0,0-1 1 0 0,-2-1 0 0 0,0-1 0 0 0,52-42-1 0 0,-63 44-1409 0 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2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78 43 2532 0 0,'8'-11'69'0'0,"-8"10"294"0"0,1-1-1 0 0,-1 1 1 0 0,1 0-1 0 0,-1 0 1 0 0,1-1-1 0 0,-1 1 0 0 0,0 0 1 0 0,0-1-1 0 0,1 1 1 0 0,-1-1-1 0 0,0 1 1 0 0,0 0-1 0 0,0-1 1 0 0,-1 1-1 0 0,1 0 1 0 0,0-1-1 0 0,0 1 1 0 0,-2-2-1 0 0,1-1 552 0 0,-18 15-186 0 0,19-10-712 0 0,0 0 0 0 0,0 0 1 0 0,0-1-1 0 0,0 1 1 0 0,0 0-1 0 0,0 0 1 0 0,0-1-1 0 0,-1 1 0 0 0,1 0 1 0 0,0 0-1 0 0,0-1 1 0 0,-1 1-1 0 0,1 0 0 0 0,-1-1 1 0 0,1 1-1 0 0,0 0 1 0 0,-1-1-1 0 0,0 2 0 0 0,-10 16 232 0 0,1 14-13 0 0,1 1-1 0 0,2 0 0 0 0,-7 65 1 0 0,4 111 116 0 0,10-187-334 0 0,-1-6-220 0 0,3 87-452 0 0,0-86-1812 0 0,0-1 0 0 0,8 24 0 0 0,-4-21-2229 0 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2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 61 3308 0 0,'-4'-1'1456'0'0,"-20"-3"4556"0"0,30 5-5520 0 0,23 4 116 0 0,0-2 0 0 0,55-1 1 0 0,71-9 299 0 0,-103 3-649 0 0,160-19 258 0 0,-77 0-4688 0 0,-111 15 978 0 0,-20 6 476 0 0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2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38 0 3668 0 0,'0'0'5398'0'0,"-4"2"-5082"0"0,-17 7 508 0 0,21-3-611 0 0,-1-1-160 0 0,1 0-1 0 0,0 1 1 0 0,0-1 0 0 0,1 0 0 0 0,0 0 0 0 0,0 0-1 0 0,0 1 1 0 0,0-1 0 0 0,1 0 0 0 0,-1-1-1 0 0,1 1 1 0 0,1 0 0 0 0,-1 0 0 0 0,1-1-1 0 0,-1 1 1 0 0,1-1 0 0 0,1 0 0 0 0,-1 0-1 0 0,1 0 1 0 0,-1 0 0 0 0,1-1 0 0 0,0 1 0 0 0,0-1-1 0 0,1 0 1 0 0,-1 0 0 0 0,1-1 0 0 0,-1 1-1 0 0,7 1 1 0 0,37 10-35 0 0,-42-13 2 0 0,1-1-13 0 0,18 0 1 0 0,-18 0 67 0 0,-2 0-54 0 0,16-1-22 0 0,-16 0 110 0 0,-41 21-58 0 0,30-17-44 0 0,-13 10-46 0 0,0 1 1 0 0,1 0 0 0 0,0 2-1 0 0,1 0 1 0 0,1 1-1 0 0,1 1 1 0 0,-15 21-1 0 0,28-35-582 0 0,-1 1-1 0 0,1-1 0 0 0,0 0 0 0 0,0 1 0 0 0,1-1 1 0 0,-1 1-1 0 0,1 0 0 0 0,0-1 0 0 0,0 1 0 0 0,0 6 1 0 0,1-7 222 0 0,-1 2-4279 0 0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2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189 105 2972 0 0,'0'0'5105'0'0,"-4"-1"-4931"0"0,-15-3 52 0 0,14 4 223 0 0,-18-3 29 0 0,18 2-169 0 0,2 0-62 0 0,-1 0-136 0 0,1-1 1 0 0,0 0-1 0 0,0 0 1 0 0,0 0-1 0 0,0 0 1 0 0,0 0-1 0 0,1 0 1 0 0,-5-5-1 0 0,5 4 192 0 0,2-2-241 0 0,0-17-22 0 0,0 16 0 0 0,2 3 16 0 0,7-13-41 0 0,-6 13-1 0 0,1 1 13 0 0,15-6-21 0 0,-14 6-14 0 0,0 2 4 0 0,0-1-7 0 0,-1 1 21 0 0,0-1 1 0 0,1 1-1 0 0,-1 0 0 0 0,0 0 1 0 0,1 0-1 0 0,-1 1 1 0 0,0-1-1 0 0,1 1 0 0 0,-1 0 1 0 0,0 0-1 0 0,0 1 0 0 0,6 2 1 0 0,38 24-52 0 0,-31-11 38 0 0,-7-4 7 0 0,-3-6 1 0 0,-1 0 1 0 0,0 1-1 0 0,-1 0 1 0 0,0 1-1 0 0,0-1 1 0 0,-1 1 0 0 0,0 0-1 0 0,0 0 1 0 0,-1 0-1 0 0,0 0 1 0 0,-1 1-1 0 0,0-1 1 0 0,0 1-1 0 0,-1 0 1 0 0,0 0-1 0 0,-1-1 1 0 0,0 1 0 0 0,-2 15-1 0 0,0-15-6 0 0,0 1 1 0 0,-1-1-1 0 0,1 0 0 0 0,-2 0 0 0 0,0 0 1 0 0,0 0-1 0 0,-1-1 0 0 0,0 0 0 0 0,0 0 1 0 0,-1 0-1 0 0,0 0 0 0 0,-1-1 1 0 0,0 0-1 0 0,0 0 0 0 0,-1-1 0 0 0,1 0 1 0 0,-2-1-1 0 0,1 1 0 0 0,-1-1 0 0 0,-11 5 1 0 0,-22 10 42 0 0,32-19-53 0 0,3-2-4 0 0,-8 5-76 0 0,14-5 91 0 0,0 0 0 0 0,-1 1 0 0 0,1-1 0 0 0,-1 0 0 0 0,1 0 0 0 0,0 1 1 0 0,-1-1-1 0 0,1 0 0 0 0,-1 0 0 0 0,1-1 0 0 0,-1 1 0 0 0,1 0 0 0 0,-3-1 0 0 0,1 0-2 0 0,-41-8 18 0 0,39 6-14 0 0,1 1-5 0 0,0 0-1 0 0,0 0 1 0 0,1-1 0 0 0,-1 1 0 0 0,1-1 0 0 0,0 0 0 0 0,0 0 0 0 0,0 0 0 0 0,0-1 0 0 0,0 1-1 0 0,1 0 1 0 0,-4-7 0 0 0,4 7-2 0 0,-3-6-11 0 0,-7-22-12 0 0,12 24 18 0 0,0 1-6 0 0,0 2-60 0 0,1-1 65 0 0,2-17 12 0 0,-3 21 0 0 0,0-1 0 0 0,1 1-1 0 0,-1 0 1 0 0,0 0 0 0 0,1 0-1 0 0,-1 0 1 0 0,0 0 0 0 0,1 0-1 0 0,-1-1 1 0 0,1 1-1 0 0,0 0 1 0 0,-1 1 0 0 0,1-1-1 0 0,0 0 1 0 0,0 0 0 0 0,0 0-1 0 0,-1 0 1 0 0,1 0 0 0 0,0 1-1 0 0,2-2 1 0 0,3-3 19 0 0,-4 4-16 0 0,-1 0 0 0 0,0 1 0 0 0,1-1 0 0 0,-1 1 0 0 0,1-1 0 0 0,-1 1 0 0 0,1-1-1 0 0,0 1 1 0 0,-1 0 0 0 0,1 0 0 0 0,-1-1 0 0 0,4 2 0 0 0,-3-1 2 0 0,3-2 13 0 0,2 4 19 0 0,4 1-3 0 0,0 1 0 0 0,0 0 0 0 0,-1 1 0 0 0,1 0 0 0 0,-1 0 0 0 0,12 9-1 0 0,60 51 105 0 0,-43-32-202 0 0,29 14-349 0 0,-64-45 24 0 0,2-1-132 0 0,2 0-118 0 0,0 0-1 0 0,1-1 1 0 0,-1 1 0 0 0,0-2 0 0 0,0 1 0 0 0,0-1 0 0 0,0 0 0 0 0,0-1 0 0 0,0 0-1 0 0,13-5 1 0 0,14-8-2878 0 0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2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125 7 3240 0 0,'0'0'1889'0'0,"-5"-2"-1181"0"0,-14-2-114 0 0,15 3 311 0 0,-2 2-585 0 0,-14 1-59 0 0,14-2-19 0 0,3 2-31 0 0,-29 22 659 0 0,29-20-363 0 0,3 1-336 0 0,3 14 47 0 0,-3-14 16 0 0,4-1-36 0 0,10 8 90 0 0,1 0 0 0 0,1-1 0 0 0,29 15 0 0 0,-3 0-3 0 0,-37-23-236 0 0,-1 0 0 0 0,0 0 0 0 0,1 1 0 0 0,-1 0 0 0 0,-1 0 0 0 0,1 0 0 0 0,0 0-1 0 0,-1 1 1 0 0,0-1 0 0 0,0 1 0 0 0,0 0 0 0 0,-1 0 0 0 0,0 0 0 0 0,4 10 0 0 0,-6-11-9 0 0,1 0 0 0 0,-1 0 0 0 0,1 0 0 0 0,-1 0 0 0 0,0 0-1 0 0,0 0 1 0 0,-1 0 0 0 0,1 0 0 0 0,-1 0 0 0 0,0-1 0 0 0,0 1 0 0 0,0 0 0 0 0,-1 0 0 0 0,1-1 0 0 0,-1 1 0 0 0,0 0 0 0 0,0-1 0 0 0,0 0-1 0 0,0 1 1 0 0,-1-1 0 0 0,-3 4 0 0 0,-41 33 104 0 0,41-36-274 0 0,-1-1 0 0 0,1 1 0 0 0,-1-1 0 0 0,0 0 0 0 0,0-1 0 0 0,-9 3 1 0 0,12-4 34 0 0,-1 0-564 0 0,-4-1-128 0 0,-24-2-1579 0 0,8-10-2129 0 0,9 1 85 0 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2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85 1868 0 0,'21'-13'1332'0'0,"2"3"552"0"0,20-8-1159 0 0,-18 10 251 0 0,18-3-392 0 0,1 1-424 0 0,0 3-440 0 0,-2 2-772 0 0,-4 2-1617 0 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3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72 2 3568 0 0,'7'0'1442'0'0,"0"-1"-997"0"0,-5 1-287 0 0,1-1 0 0 0,-1 1 0 0 0,1 0 0 0 0,-1 0 0 0 0,0 0 0 0 0,1 0 0 0 0,-1 1 0 0 0,1-1 0 0 0,-1 1 0 0 0,0-1 0 0 0,1 1 0 0 0,3 2 0 0 0,6 1 103 0 0,0 2 0 0 0,-1-1 1 0 0,0 1-1 0 0,0 1 1 0 0,0 0-1 0 0,-1 1 0 0 0,0 0 1 0 0,0 0-1 0 0,-1 1 1 0 0,0 1-1 0 0,0-1 0 0 0,-1 1 1 0 0,-1 1-1 0 0,1-1 1 0 0,-2 1-1 0 0,7 14 0 0 0,-4-5-161 0 0,-1 1-1 0 0,0 0 1 0 0,-2 1-1 0 0,0 0 1 0 0,-1 0-1 0 0,-2 0 0 0 0,0 0 1 0 0,-1 42-1 0 0,-3-21-193 0 0,-2 0-1 0 0,-3-1 0 0 0,-1 1 1 0 0,-2-1-1 0 0,-1-1 0 0 0,-25 60 1 0 0,22-69-728 0 0,-2-1 0 0 0,-2 0-1 0 0,-1-1 1 0 0,-1 0 0 0 0,-1-2 0 0 0,-2 0 0 0 0,0-2 0 0 0,-37 33 0 0 0,-3-7-3924 0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3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280 85 2616 0 0,'0'0'3841'0'0,"-3"2"-3249"0"0,-46 38 2191 0 0,45-38-2525 0 0,0 0-39 0 0,-12 7 0 0 0,12-7-19 0 0,-1 0-22 0 0,-12 4 17 0 0,13-4 174 0 0,-2-1-225 0 0,-16 2-4 0 0,16-2 104 0 0,1-3-179 0 0,-19-3 27 0 0,18 4-1 0 0,3-2-42 0 0,-24-20-18 0 0,26 21-23 0 0,0 1 0 0 0,-1-1 1 0 0,1 1-1 0 0,0-1 0 0 0,0 0 0 0 0,0 0 0 0 0,0 1 1 0 0,1-1-1 0 0,-1 0 0 0 0,0 0 0 0 0,1 0 0 0 0,-1 0 1 0 0,1 0-1 0 0,0 0 0 0 0,-1 0 0 0 0,1 0 0 0 0,0 0 1 0 0,0 0-1 0 0,0 0 0 0 0,1 0 0 0 0,0-2 0 0 0,0-1-1 0 0,0 1-1 0 0,1-1 0 0 0,0 1 0 0 0,0-1 0 0 0,1 1 0 0 0,-1 0 1 0 0,1 0-1 0 0,0 0 0 0 0,0 1 0 0 0,0-1 0 0 0,0 1 0 0 0,1 0 1 0 0,-1-1-1 0 0,1 1 0 0 0,0 1 0 0 0,6-5 0 0 0,-4 5 1 0 0,1 0 1 0 0,-1 0-1 0 0,1 0 0 0 0,-1 1 0 0 0,1 0 1 0 0,0 0-1 0 0,-1 1 0 0 0,1 0 0 0 0,0 0 0 0 0,0 1 1 0 0,-1-1-1 0 0,1 1 0 0 0,0 1 0 0 0,-1-1 1 0 0,1 1-1 0 0,-1 0 0 0 0,0 1 0 0 0,0 0 0 0 0,0 0 1 0 0,0 0-1 0 0,0 0 0 0 0,0 1 0 0 0,-1 0 1 0 0,10 9-1 0 0,-7-6-8 0 0,-1 1-1 0 0,0 0 1 0 0,0 1 0 0 0,0 0 0 0 0,-1-1-1 0 0,-1 2 1 0 0,1-1 0 0 0,-2 1-1 0 0,7 16 1 0 0,-9-21 6 0 0,0-1 0 0 0,0 1 0 0 0,0 0 0 0 0,-1 0 0 0 0,0 1 0 0 0,0-1 1 0 0,0 0-1 0 0,0 7 0 0 0,-1-3 3 0 0,1-6 5 0 0,-1 1 0 0 0,1-1-1 0 0,-1 0 1 0 0,1 0 0 0 0,-1 1-1 0 0,0-1 1 0 0,-1 0 0 0 0,1 0-1 0 0,-2 7 1 0 0,0-2 21 0 0,0 7-50 0 0,-2 0 0 0 0,1 0 0 0 0,-2-1 1 0 0,0 0-1 0 0,-1 0 0 0 0,0 0 0 0 0,-1-1 0 0 0,-1 0 1 0 0,0 0-1 0 0,0-1 0 0 0,-1 0 0 0 0,-14 14 1 0 0,14-17 24 0 0,1 0 0 0 0,-1-1 1 0 0,-1 0-1 0 0,1-1 1 0 0,-2 0-1 0 0,1 0 0 0 0,-17 8 1 0 0,20-12-9 0 0,0-1-1 0 0,-1 1 1 0 0,1-1 0 0 0,-1 0 0 0 0,1-1 0 0 0,-1 0 0 0 0,1 0-1 0 0,-1 0 1 0 0,0-1 0 0 0,0-1 0 0 0,1 1 0 0 0,-16-4 0 0 0,20 3-1 0 0,-1 0 1 0 0,1-1-1 0 0,0 0 1 0 0,0 0 0 0 0,0 0-1 0 0,0 0 1 0 0,0 0-1 0 0,1 0 1 0 0,-1-1 0 0 0,1 0-1 0 0,-5-5 1 0 0,5 6-10 0 0,0-1 2 0 0,-1 0 1 0 0,1 0-1 0 0,0 0 1 0 0,0-1 0 0 0,0 1-1 0 0,0-1 1 0 0,1 1 0 0 0,-1-1-1 0 0,1 0 1 0 0,0 1 0 0 0,0-1-1 0 0,0-7 1 0 0,2-19-38 0 0,-1 24 26 0 0,2 1-14 0 0,7-13 14 0 0,-7 13 16 0 0,-1 4 1 0 0,1 1-1 0 0,-1-1 1 0 0,1 0-1 0 0,-1 0 1 0 0,1 0-1 0 0,-1 1 1 0 0,1-1-1 0 0,-1-1 1 0 0,0 1-1 0 0,1 0 0 0 0,-1 0 1 0 0,1-2-1 0 0,-1 2 2 0 0,3-2 16 0 0,2 2-13 0 0,0 0 2 0 0,0 1 1 0 0,0 0-1 0 0,1 0 0 0 0,-1 0 0 0 0,0 0 1 0 0,1 1-1 0 0,-1 0 0 0 0,0 1 0 0 0,0-1 0 0 0,0 1 1 0 0,10 5-1 0 0,-5-1-3 0 0,0 0 1 0 0,-1 1-1 0 0,0 0 1 0 0,0 1-1 0 0,-1 0 1 0 0,13 13-1 0 0,31 38-27 0 0,-38-42-563 0 0,0-1 1 0 0,36 27-1 0 0,-31-34-158 0 0,-16-9 580 0 0,0 2-395 0 0,3-2-39 0 0,1 2 409 0 0,-5-1 96 0 0,0-1 0 0 0,0 1 0 0 0,0-1-1 0 0,-1 0 1 0 0,1 0 0 0 0,0 0 0 0 0,0 0 0 0 0,0 0-1 0 0,0-1 1 0 0,4 0 0 0 0,16-4-1151 0 0,0 0-1 0 0,-1-2 1 0 0,42-18-1 0 0,-39 11-1383 0 0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3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148 45 2432 0 0,'1'-4'1142'0'0,"-1"2"-901"0"0,1 0 0 0 0,-1 0 1 0 0,0-1-1 0 0,1 1 1 0 0,-1 0-1 0 0,0 0 0 0 0,0-1 1 0 0,-1 1-1 0 0,1 0 1 0 0,0 0-1 0 0,-1-1 0 0 0,1 1 1 0 0,-1 0-1 0 0,-1-4 1 0 0,0 3 587 0 0,-3 3-624 0 0,-13 2-30 0 0,13-1-16 0 0,1 2-16 0 0,-6 5-50 0 0,0 0 0 0 0,1 1 0 0 0,0 0 0 0 0,0 0 0 0 0,1 1 0 0 0,0 0 0 0 0,1 1 0 0 0,0 0 0 0 0,1 0 0 0 0,0 0 0 0 0,1 1 0 0 0,0 0 0 0 0,-4 16 0 0 0,8-24-76 0 0,0 1-1 0 0,0 0 0 0 0,1-1 1 0 0,0 1-1 0 0,0 0 1 0 0,0 0-1 0 0,0-1 1 0 0,1 1-1 0 0,-1 0 0 0 0,1-1 1 0 0,0 1-1 0 0,1 0 1 0 0,-1-1-1 0 0,1 0 0 0 0,0 1 1 0 0,0-1-1 0 0,4 6 1 0 0,-3-7-12 0 0,0 1 1 0 0,0-1-1 0 0,0 0 1 0 0,1 1-1 0 0,-1-2 1 0 0,1 1-1 0 0,0 0 1 0 0,0-1-1 0 0,0 0 1 0 0,0 1-1 0 0,0-2 0 0 0,1 1 1 0 0,-1 0-1 0 0,0-1 1 0 0,1 0-1 0 0,-1 0 1 0 0,1 0-1 0 0,0-1 1 0 0,-1 1-1 0 0,1-1 1 0 0,-1 0-1 0 0,1-1 1 0 0,0 1-1 0 0,7-3 1 0 0,-4 2 25 0 0,-2 0-31 0 0,-1 0 1 0 0,0 0-1 0 0,0-1 1 0 0,0 0-1 0 0,0 0 1 0 0,0 0-1 0 0,7-5 1 0 0,-3 2 19 0 0,-4 2 33 0 0,0 0-1 0 0,0-1 0 0 0,-1 1 1 0 0,1-1-1 0 0,-1 0 0 0 0,0-1 1 0 0,0 1-1 0 0,0-1 0 0 0,-1 1 0 0 0,0-1 1 0 0,1 0-1 0 0,-2 0 0 0 0,1-1 1 0 0,-1 1-1 0 0,1-1 0 0 0,1-8 1 0 0,-3 10 71 0 0,0-2-12 0 0,0-19-4 0 0,-1 18-18 0 0,-1 1-25 0 0,1 2-51 0 0,0 2-11 0 0,1 0 0 0 0,-1 0-1 0 0,0 0 1 0 0,0 0 0 0 0,-1 0 0 0 0,1 0-1 0 0,0 0 1 0 0,-1 0 0 0 0,1 0-1 0 0,-2-2 1 0 0,1 0 9 0 0,-1 0 0 0 0,-1 1 0 0 0,1-1 0 0 0,0 1 0 0 0,-1 0 0 0 0,0 0 1 0 0,0 0-1 0 0,0 0 0 0 0,0 0 0 0 0,-6-3 0 0 0,8 5-15 0 0,0 0 0 0 0,-1 0 0 0 0,1 0 1 0 0,0 0-1 0 0,-1 0 0 0 0,1 1 0 0 0,-1-1 0 0 0,1 1 1 0 0,-1-1-1 0 0,1 1 0 0 0,-1-1 0 0 0,0 1 0 0 0,1 0 0 0 0,-1 0 1 0 0,1 0-1 0 0,-1 0 0 0 0,-1 0 0 0 0,-2 0-15 0 0,1 0-46 0 0,0 0-1 0 0,0 0 1 0 0,0 0 0 0 0,0 0-1 0 0,0 1 1 0 0,0-1 0 0 0,0 1-1 0 0,0 0 1 0 0,0 1 0 0 0,1-1-1 0 0,-1 1 1 0 0,0-1 0 0 0,-5 4-1 0 0,6-3-5 0 0,2-1 7 0 0,-26 14-913 0 0,12-2-498 0 0,9-9 1009 0 0,-15 16-3129 0 0,3 0-816 0 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3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184 0 3276 0 0,'0'0'4879'0'0,"-2"4"-4527"0"0,-120 224 262 0 0,99-183-1644 0 0,-3 10-2813 0 0,16-30-365 0 0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3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196 0 2280 0 0,'-24'32'526'0'0,"2"1"-1"0"0,2 1 1 0 0,0 0-1 0 0,3 2 0 0 0,1 0 1 0 0,1 0-1 0 0,2 2 1 0 0,2 0-1 0 0,-12 75 1 0 0,16-63-377 0 0,2 1 0 0 0,3-1 1 0 0,1 1-1 0 0,3 0 0 0 0,3-1 1 0 0,1 1-1 0 0,17 63 0 0 0,-14-80-187 0 0,2-1-1 0 0,1-1 1 0 0,2 1-1 0 0,1-2 1 0 0,1 0-1 0 0,1-1 1 0 0,2-1-1 0 0,36 42 1 0 0,-35-49-636 0 0,1 0 1 0 0,1-2-1 0 0,0-1 1 0 0,2-1-1 0 0,0-1 1 0 0,33 18-1 0 0,-7-11-2954 0 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3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367 280 2984 0 0,'0'0'1884'0'0,"-4"2"-1324"0"0,-10 4-19 0 0,11-4 360 0 0,-1-1-514 0 0,2 0-295 0 0,-3 2 382 0 0,0-1 0 0 0,0 0 1 0 0,0 0-1 0 0,-1 0 1 0 0,-8 1-1 0 0,-3-9-123 0 0,14 4-301 0 0,-1 0 194 0 0,2-2-164 0 0,-5-15-11 0 0,5 15-1 0 0,3-9-56 0 0,1 0-1 0 0,-1 0 1 0 0,2 0 0 0 0,0 1 0 0 0,0-1-1 0 0,1 1 1 0 0,1 0 0 0 0,9-18-1 0 0,-4 12 1 0 0,0 0-1 0 0,2 1 1 0 0,0 0-1 0 0,19-20 1 0 0,-28 34-19 0 0,1 0 1 0 0,-1 0 0 0 0,0 0 0 0 0,1 0 0 0 0,0 1-1 0 0,-1 0 1 0 0,1 0 0 0 0,0 0 0 0 0,0 0 0 0 0,8-2-1 0 0,-11 4 6 0 0,4-2-15 0 0,1 4 20 0 0,22 10 22 0 0,-24-9-23 0 0,0 0-1 0 0,0 1 1 0 0,-1-1-1 0 0,1 1 1 0 0,-1 0-1 0 0,0 0 1 0 0,0 0-1 0 0,0 1 1 0 0,-1-1-1 0 0,4 9 1 0 0,-1-2-2 0 0,-1 0 0 0 0,0 0 1 0 0,-1 0-1 0 0,1 13 0 0 0,-2-6-2 0 0,-1 0-1 0 0,0 0 1 0 0,-2 0-1 0 0,0-1 1 0 0,-1 1-1 0 0,-1 0 1 0 0,-1-1-1 0 0,0 1 1 0 0,-1-1-1 0 0,-1 0 1 0 0,-1 0-1 0 0,0-1 1 0 0,-1 0 0 0 0,-18 26-1 0 0,13-23 0 0 0,0-1 0 0 0,-2 0 0 0 0,0-1 0 0 0,-1-1 0 0 0,-1-1 0 0 0,0 0 0 0 0,-1-1 0 0 0,0-1 0 0 0,-1 0 0 0 0,-1-2 0 0 0,-25 12 0 0 0,33-17 0 0 0,-1-1 0 0 0,0 0 1 0 0,-1-1-1 0 0,1-1 0 0 0,-1 0 1 0 0,1-1-1 0 0,-20 1 0 0 0,27-3 1 0 0,1 0-1 0 0,0 0 1 0 0,0-1-1 0 0,0 0 1 0 0,0 0-1 0 0,0-1 1 0 0,0 1-1 0 0,-6-3 1 0 0,6 1-22 0 0,2 2 29 0 0,0-1 1 0 0,0 0-1 0 0,1 0 1 0 0,-1 0-1 0 0,1 0 1 0 0,0 0-1 0 0,-1-1 1 0 0,1 1-1 0 0,0-1 0 0 0,0 1 1 0 0,1-1-1 0 0,-1 0 1 0 0,0 0-1 0 0,1 0 1 0 0,0 0-1 0 0,-1-4 1 0 0,1 5-9 0 0,-1-2 12 0 0,1-1-1 0 0,-1 1 0 0 0,1-1 0 0 0,1 1 0 0 0,-1-1 0 0 0,1 0 1 0 0,-1 1-1 0 0,1-1 0 0 0,1 0 0 0 0,0-8 0 0 0,0 7-4 0 0,-1 3-6 0 0,0 0 0 0 0,0-1 0 0 0,1 1 0 0 0,-1 0 0 0 0,1 0-1 0 0,0-1 1 0 0,0 1 0 0 0,0 0 0 0 0,0 0 0 0 0,0 0 0 0 0,1 0-1 0 0,-1 0 1 0 0,1 0 0 0 0,0 1 0 0 0,0-1 0 0 0,0 1 0 0 0,0-1-1 0 0,0 1 1 0 0,1-1 0 0 0,-1 1 0 0 0,1 0 0 0 0,-1 0 0 0 0,1 0-1 0 0,0 1 1 0 0,0-1 0 0 0,0 1 0 0 0,0-1 0 0 0,0 1 0 0 0,0 0-1 0 0,0 0 1 0 0,0 1 0 0 0,0-1 0 0 0,1 0 0 0 0,-1 1 0 0 0,0 0-1 0 0,0 0 1 0 0,1 0 0 0 0,-1 0 0 0 0,0 0 0 0 0,7 2 0 0 0,4 1 15 0 0,0 1 1 0 0,0 0-1 0 0,0 1 1 0 0,-1 1 0 0 0,0 0-1 0 0,0 0 1 0 0,22 15 0 0 0,99 91 305 0 0,-93-75-532 0 0,49 34 1 0 0,-83-67-178 0 0,1 0 0 0 0,-1 0 0 0 0,1-1 0 0 0,0 0 0 0 0,1 0 0 0 0,8 1-1 0 0,-16-3 234 0 0,1-1 0 0 0,0 1 0 0 0,0 0 0 0 0,0-1 0 0 0,-1 0-1 0 0,1 1 1 0 0,0-1 0 0 0,0 0 0 0 0,0 0 0 0 0,0 0 0 0 0,0 0-1 0 0,0-1 1 0 0,-1 1 0 0 0,5-1 0 0 0,7-3-2275 0 0,18-2-1315 0 0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3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 68 3360 0 0,'-1'-5'1102'0'0,"-5"-44"2992"0"0,6 44-3649 0 0,3 3-293 0 0,1 0-117 0 0,0 1 0 0 0,-1 0 0 0 0,1 0 0 0 0,0 1 0 0 0,-1-1 0 0 0,1 1 0 0 0,0-1 0 0 0,0 1 0 0 0,0 1 0 0 0,3-1 0 0 0,-1 1 89 0 0,13 16 147 0 0,-16-14-202 0 0,7 13 0 0 0,-7-13-5 0 0,-2 3 4 0 0,5 16-9 0 0,-5-17-20 0 0,-1 1-12 0 0,-2 9 43 0 0,-1 0 0 0 0,-1-1 0 0 0,0 1 0 0 0,-1-1 1 0 0,0 0-1 0 0,-1-1 0 0 0,-1 1 0 0 0,0-1 0 0 0,-12 16 1 0 0,17-26 29 0 0,-1 0 8 0 0,-6 9 44 0 0,7-9 952 0 0,28-4-1070 0 0,-21 1-37 0 0,0-2 12 0 0,8-2-12 0 0,0 1 0 0 0,-1 1 1 0 0,1 0-1 0 0,0 0 0 0 0,15 1 1 0 0,33 8-75 0 0,-49-5 82 0 0,8 2 5 0 0,1 4-42 0 0,-9-3 36 0 0,0 1 1 0 0,0 0-1 0 0,0 0 0 0 0,-1 1 1 0 0,0 1-1 0 0,16 13 0 0 0,-24-18-5 0 0,-1 2 30 0 0,-2-4-30 0 0,1 2 6 0 0,1 0 0 0 0,-1-1 1 0 0,-1 1-1 0 0,1 0 1 0 0,0 0-1 0 0,-1-1 0 0 0,1 1 1 0 0,-1 0-1 0 0,0 0 1 0 0,0 0-1 0 0,0 0 0 0 0,0 0 1 0 0,0-1-1 0 0,-1 1 0 0 0,1 0 1 0 0,-1 0-1 0 0,0 0 1 0 0,0-1-1 0 0,-2 5 0 0 0,-2 0 7 0 0,-1 0 0 0 0,0 0 0 0 0,0 0 0 0 0,-1-1 0 0 0,1 1 0 0 0,-2-2 0 0 0,1 1 0 0 0,-1-1 0 0 0,1 0 0 0 0,-1-1 0 0 0,-1 1 0 0 0,1-2 0 0 0,-1 1 0 0 0,1-1 0 0 0,-1-1 0 0 0,0 1 0 0 0,0-1 0 0 0,-9 0 0 0 0,3 0-279 0 0,0-2-1 0 0,0 1 1 0 0,-1-2 0 0 0,1 0 0 0 0,1-1-1 0 0,-26-6 1 0 0,36 7-30 0 0,0-1-1 0 0,1 0 1 0 0,-1 0 0 0 0,1 0-1 0 0,-1 0 1 0 0,1-1 0 0 0,0 1-1 0 0,0-1 1 0 0,0 0 0 0 0,0 0 0 0 0,0 0-1 0 0,-3-6 1 0 0,4 7 134 0 0,1 1-20 0 0,0 0 1 0 0,0 0-1 0 0,0 0 0 0 0,1 0 1 0 0,-1 0-1 0 0,0-1 1 0 0,1 1-1 0 0,-1 0 1 0 0,1-1-1 0 0,-1 1 0 0 0,1 0 1 0 0,-1-1-1 0 0,1-2 1 0 0,-1 0-601 0 0,0 0-2755 0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3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33 0 2264 0 0,'5'3'1393'0'0,"-1"-2"-1195"0"0,0 2-1 0 0,0-1 1 0 0,0 0 0 0 0,-1 1-1 0 0,1 0 1 0 0,-1 0 0 0 0,1 0-1 0 0,-1 0 1 0 0,0 0 0 0 0,0 1-1 0 0,0-1 1 0 0,-1 1 0 0 0,1 0-1 0 0,-1 0 1 0 0,0 0 0 0 0,0 0-1 0 0,0 0 1 0 0,-1 0 0 0 0,1 1-1 0 0,-1-1 1 0 0,0 1 0 0 0,0-1-1 0 0,-1 1 1 0 0,0-1-1 0 0,1 6 1 0 0,-1-2-122 0 0,-2 28 245 0 0,-5 1-589 0 0,-25 70 0 0 0,-8-8-4232 0 0,21-63 383 0 0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3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162 132 1680 0 0,'0'0'1872'0'0,"-5"1"-1364"0"0,-16 3 3945 0 0,19 2-4201 0 0,-1-1 0 0 0,1 1-1 0 0,-1-1 1 0 0,1 0 0 0 0,-2 0-1 0 0,1 0 1 0 0,0 0-1 0 0,-1 0 1 0 0,-4 4 0 0 0,5-6 63 0 0,-15 10-19 0 0,15-10-88 0 0,-6 1 64 0 0,8-3-233 0 0,1-1 0 0 0,-1 1-1 0 0,1-1 1 0 0,-1 1-1 0 0,1-1 1 0 0,-1 1 0 0 0,1-1-1 0 0,-1 0 1 0 0,0 1-1 0 0,1-1 1 0 0,-1 0 0 0 0,1 1-1 0 0,-1-1 1 0 0,0 0 0 0 0,1 0-1 0 0,-1 0 1 0 0,0 0-1 0 0,1 0 1 0 0,-1 0 0 0 0,0 0-1 0 0,1 0 1 0 0,-1 0-1 0 0,0 0 1 0 0,0 0 0 0 0,1 0-1 0 0,-2 0 1 0 0,-2 0 39 0 0,2 1-40 0 0,1-1 1 0 0,-1 0 0 0 0,1 0-1 0 0,-1 0 1 0 0,0 0 0 0 0,1 0-1 0 0,-1 0 1 0 0,0 0 0 0 0,1-1 0 0 0,-1 1-1 0 0,0 0 1 0 0,-1-2 0 0 0,1 2-17 0 0,1-1 0 0 0,-1 0 0 0 0,1 0 0 0 0,-1 0 0 0 0,1 0 0 0 0,0 0 0 0 0,-1-1 0 0 0,1 1 0 0 0,0 0 0 0 0,0-1 0 0 0,0 1 0 0 0,0 0 1 0 0,0-1-1 0 0,0 1 0 0 0,0-1 0 0 0,1 0 0 0 0,-1 1 0 0 0,0-1 0 0 0,1 0 0 0 0,-1 1 0 0 0,1-4 0 0 0,-1 1-2 0 0,1 0 0 0 0,0 0 0 0 0,1 0 0 0 0,-1 0-1 0 0,1 0 1 0 0,0 0 0 0 0,0 0 0 0 0,0 0 0 0 0,2-4 0 0 0,1-2-11 0 0,1 0 1 0 0,0 0 0 0 0,0 1 0 0 0,1 0 0 0 0,1 0 0 0 0,8-10-1 0 0,-9 13-7 0 0,0 0 0 0 0,0 0 0 0 0,1 0 0 0 0,0 1 0 0 0,0 0 0 0 0,0 0-1 0 0,1 1 1 0 0,-1 0 0 0 0,1 0 0 0 0,0 1 0 0 0,0 0 0 0 0,0 1 0 0 0,0-1 0 0 0,1 1-1 0 0,8 0 1 0 0,-15 1 0 0 0,0 1-1 0 0,0 0 1 0 0,0 0-1 0 0,0 0 1 0 0,0 0-1 0 0,0 0 1 0 0,0 0-1 0 0,0 0 1 0 0,0 1-1 0 0,0-1 1 0 0,0 1-1 0 0,0 0 1 0 0,3 1-1 0 0,0 0 6 0 0,-2-2-5 0 0,0 1 1 0 0,-1-1-1 0 0,1 1 1 0 0,-1 0-1 0 0,1 0 0 0 0,-1 0 1 0 0,1 0-1 0 0,-1 0 1 0 0,0 1-1 0 0,1-1 1 0 0,-1 1-1 0 0,2 2 1 0 0,3 1 1 0 0,-1 0-4 0 0,0-1-1 0 0,-1 1 1 0 0,0 0-1 0 0,0 0 0 0 0,0 1 1 0 0,-1-1-1 0 0,0 1 1 0 0,0 0-1 0 0,6 12 0 0 0,-4-8 5 0 0,-3 2 21 0 0,5 29-14 0 0,-7-28-10 0 0,0 1 0 0 0,0 0 0 0 0,-1 0-1 0 0,-1-1 1 0 0,-1 1 0 0 0,0 0 0 0 0,0-1 0 0 0,-2 1-1 0 0,0-1 1 0 0,0 0 0 0 0,-1 0 0 0 0,0 0 0 0 0,-9 14-1 0 0,4-12 0 0 0,0 0 1 0 0,0 0-1 0 0,-2-1 0 0 0,0-1 0 0 0,0 0 0 0 0,-1 0 0 0 0,-1-1 0 0 0,0-1 0 0 0,-19 12 0 0 0,27-19-7 0 0,0-1 0 0 0,1-1-1 0 0,-1 1 1 0 0,0-1 0 0 0,-12 3-1 0 0,13-3 3 0 0,1-1-14 0 0,-2-2-5 0 0,-17-1 0 0 0,17 1 13 0 0,2-2 6 0 0,0-1-3 0 0,0 0 1 0 0,1 0 0 0 0,0 0-1 0 0,-1-1 1 0 0,2 1 0 0 0,-1-1-1 0 0,0 0 1 0 0,1 0 0 0 0,0 0-1 0 0,0 0 1 0 0,-2-11 0 0 0,4 12 2 0 0,1-1 9 0 0,6-18 121 0 0,-5 22-126 0 0,-1 0-1 0 0,1 0 1 0 0,0 0-1 0 0,-1 0 0 0 0,1 1 1 0 0,0-1-1 0 0,0 0 1 0 0,-1 1-1 0 0,1-1 1 0 0,3 1-1 0 0,0-2-15 0 0,1 4 22 0 0,50 21-9 0 0,-37-8-10 0 0,1 2-8 0 0,3 0 17 0 0,-1 1-345 0 0,1-1 0 0 0,46 25 0 0 0,-63-39 94 0 0,0-1 0 0 0,0 0 1 0 0,1-1-1 0 0,-1 0 1 0 0,0 0-1 0 0,0 0 1 0 0,1-1-1 0 0,8 0 1 0 0,-9 0 112 0 0,10-1-606 0 0,1-1 1 0 0,-1 0 0 0 0,0-2 0 0 0,0 1 0 0 0,0-2-1 0 0,0 0 1 0 0,-1-1 0 0 0,0-1 0 0 0,15-8 0 0 0,1-2-2704 0 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3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222 22 2368 0 0,'0'0'1208'0'0,"-3"-3"-118"0"0,2 2-918 0 0,0 0-1 0 0,-1-1 1 0 0,1 1-1 0 0,0 0 1 0 0,0 0-1 0 0,0-1 1 0 0,-1 1-1 0 0,2 0 1 0 0,-1-1-1 0 0,0 1 0 0 0,-1-3 1 0 0,-4 4 356 0 0,-1 1-356 0 0,0 0 0 0 0,0 0 0 0 0,0 1 0 0 0,0 0 0 0 0,0 0 1 0 0,0 1-1 0 0,1 0 0 0 0,-1 0 0 0 0,1 0 0 0 0,0 1 0 0 0,0 0 0 0 0,0 0 0 0 0,0 1 0 0 0,-9 9 0 0 0,0 1 96 0 0,1 0 0 0 0,1 1 1 0 0,-21 33-1 0 0,32-45-257 0 0,0 0 0 0 0,0 0 0 0 0,0 1 0 0 0,0-1 0 0 0,1 1 0 0 0,0-1 0 0 0,0 1 0 0 0,0-1 0 0 0,0 1 0 0 0,1 0 0 0 0,0 6 0 0 0,0-6 29 0 0,0 1 38 0 0,3-2-13 0 0,-2-1-58 0 0,0 0 3 0 0,1 0-1 0 0,-1 0 1 0 0,1-1 0 0 0,0 1-1 0 0,-1 0 1 0 0,1-1-1 0 0,0 0 1 0 0,1 1 0 0 0,-1-1-1 0 0,0 0 1 0 0,1 0 0 0 0,-1 0-1 0 0,1-1 1 0 0,-1 1-1 0 0,1-1 1 0 0,5 3 0 0 0,2-1 1 0 0,0 0 0 0 0,1 0 0 0 0,-1-2 1 0 0,1 1-1 0 0,-1-1 0 0 0,1 0 0 0 0,0-1 1 0 0,-1-1-1 0 0,1 1 0 0 0,-1-2 0 0 0,1 1 1 0 0,-1-2-1 0 0,0 1 0 0 0,1-1 0 0 0,16-8 1 0 0,26-18 286 0 0,-47 25-171 0 0,-1 0-1 0 0,0 0 0 0 0,0 0 1 0 0,0-1-1 0 0,0 0 0 0 0,-1 0 1 0 0,5-8-1 0 0,-5 8-58 0 0,-1 1 2 0 0,-1 0 0 0 0,0 0 0 0 0,1-1 0 0 0,-1 1-1 0 0,-1 0 1 0 0,1-1 0 0 0,-1 1 0 0 0,1-1 0 0 0,-1 1 0 0 0,-1-1-1 0 0,2-6 1 0 0,-2 7-41 0 0,0-1 1 0 0,0 0-1 0 0,-1 0 0 0 0,1 0 0 0 0,-1 1 0 0 0,0-1 0 0 0,0 0 0 0 0,-1 0 0 0 0,1 1 1 0 0,-1-1-1 0 0,0 1 0 0 0,-4-7 0 0 0,-18-14-17 0 0,16 21-43 0 0,3 3 0 0 0,0-2-135 0 0,-1 1 1 0 0,0 0 0 0 0,0 1-1 0 0,1-1 1 0 0,-1 1-1 0 0,0 0 1 0 0,-1 0-1 0 0,1 1 1 0 0,-8 0-1 0 0,9 0 37 0 0,-8-1-735 0 0,-6 0 169 0 0,-3 2-1404 0 0,15-1 1570 0 0,-18 2-3136 0 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4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 3 3860 0 0,'14'-2'573'0'0,"0"1"0"0"0,0 1-1 0 0,-1 1 1 0 0,1 0 0 0 0,0 0-1 0 0,0 1 1 0 0,-1 1 0 0 0,24 8-1 0 0,-25-6-411 0 0,-1 0 1 0 0,0 1-1 0 0,0 0 0 0 0,-1 1 1 0 0,0 0-1 0 0,0 0 0 0 0,-1 1 1 0 0,1 0-1 0 0,-2 1 0 0 0,1 0 1 0 0,-1 1-1 0 0,-1 0 0 0 0,0 0 0 0 0,0 0 1 0 0,10 23-1 0 0,-4-3-59 0 0,-2 1 0 0 0,-1 1 0 0 0,-2 0-1 0 0,0 0 1 0 0,-3 1 0 0 0,0 0 0 0 0,-2 0 0 0 0,-2 0 0 0 0,-1 0 0 0 0,-1 0-1 0 0,-10 55 1 0 0,2-39-305 0 0,-3-1-1 0 0,-1 0 1 0 0,-2-1-1 0 0,-3 0 1 0 0,-1-1 0 0 0,-2-2-1 0 0,-31 48 1 0 0,29-58-1260 0 0,-1-1 0 0 0,-1-1 0 0 0,-47 44 0 0 0,16-23-3835 0 0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4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153 1 3100 0 0,'-31'63'1121'0'0,"3"2"-1"0"0,3 0 0 0 0,-23 97 0 0 0,41-134-987 0 0,2 2 0 0 0,1-1-1 0 0,1 1 1 0 0,1-1 0 0 0,2 1-1 0 0,1-1 1 0 0,1 1 0 0 0,2 0-1 0 0,1-1 1 0 0,15 50 0 0 0,-15-65-146 0 0,1 1 0 0 0,1-1 0 0 0,0-1 0 0 0,1 1 1 0 0,0-1-1 0 0,1 0 0 0 0,1-1 0 0 0,0 0 0 0 0,0-1 0 0 0,1 0 0 0 0,1 0 1 0 0,0-1-1 0 0,0-1 0 0 0,1 0 0 0 0,14 7 0 0 0,-9-7-278 0 0,1 0 0 0 0,0-2 0 0 0,0 0 0 0 0,1-1 0 0 0,0-1 0 0 0,-1-1 0 0 0,2-1 0 0 0,-1-1 0 0 0,0 0 0 0 0,1-1 0 0 0,21-3 0 0 0,17-4-1674 0 0,0-4-1373 0 0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579 181 2268 0 0,'0'-1'30'0'0,"8"-55"2770"0"0,-7 51-2624 0 0,-1 1 0 0 0,0-1 0 0 0,-1 1 0 0 0,1 0 0 0 0,-1-1 0 0 0,0 1 0 0 0,0 0 0 0 0,0-1 0 0 0,0 1 1 0 0,-1 0-1 0 0,0 0 0 0 0,-3-5 0 0 0,3 5-149 0 0,-1 0 50 0 0,1-1-1 0 0,-1 1 0 0 0,0 0 0 0 0,0 0 1 0 0,0 1-1 0 0,-1-1 0 0 0,1 1 0 0 0,-1-1 1 0 0,0 1-1 0 0,0 0 0 0 0,0 0 0 0 0,-1 1 1 0 0,1 0-1 0 0,-1-1 0 0 0,1 1 0 0 0,-1 1 1 0 0,-5-3-1 0 0,-2 4 11 0 0,0 0 0 0 0,-1 0 0 0 0,1 1 0 0 0,0 1 0 0 0,0 0 0 0 0,0 0 0 0 0,0 1 0 0 0,0 1 0 0 0,0 0 0 0 0,1 1 0 0 0,0 0 0 0 0,-17 10 0 0 0,-2 3 152 0 0,0 1 1 0 0,1 1 0 0 0,0 2 0 0 0,-45 46-1 0 0,59-52-127 0 0,0 1 1 0 0,1 0-1 0 0,1 1 0 0 0,1 1 0 0 0,0 0 1 0 0,2 0-1 0 0,0 1 0 0 0,-14 41 0 0 0,22-55-97 0 0,0 1-1 0 0,0-1 0 0 0,1 1 0 0 0,0 0 0 0 0,0 0 1 0 0,0 0-1 0 0,1-1 0 0 0,0 1 0 0 0,1 0 0 0 0,-1 0 0 0 0,1 0 1 0 0,1 0-1 0 0,-1-1 0 0 0,1 1 0 0 0,0-1 0 0 0,1 1 1 0 0,-1-1-1 0 0,1 0 0 0 0,1 0 0 0 0,-1 0 0 0 0,1 0 1 0 0,0 0-1 0 0,0-1 0 0 0,1 0 0 0 0,-1 0 0 0 0,1 0 0 0 0,0 0 1 0 0,1-1-1 0 0,-1 0 0 0 0,1 0 0 0 0,0 0 0 0 0,0-1 1 0 0,0 0-1 0 0,0 0 0 0 0,11 3 0 0 0,-4-2-6 0 0,-1-1 0 0 0,1-1 0 0 0,19 2 0 0 0,-17-4-7 0 0,0 0 0 0 0,0-1-1 0 0,0 0 1 0 0,0-2 0 0 0,0 0 0 0 0,0 0 0 0 0,-1-1-1 0 0,23-9 1 0 0,-17 3-3 0 0,0 0-1 0 0,0-1 1 0 0,-1-1 0 0 0,29-23-1 0 0,-41 29-24 0 0,0 0 0 0 0,0 0 0 0 0,-1 0 0 0 0,0-1 0 0 0,0 1 0 0 0,0-2 0 0 0,-1 1 0 0 0,-1 0 0 0 0,1-1 0 0 0,-1 0 0 0 0,0 0 0 0 0,5-17-1 0 0,-6 13-6 0 0,-1 0-1 0 0,0 0 0 0 0,-1 0 0 0 0,0 0 0 0 0,-1 0 0 0 0,0 0 0 0 0,-1 1 1 0 0,0-1-1 0 0,-1 0 0 0 0,0 0 0 0 0,-1 0 0 0 0,-1 1 0 0 0,1 0 0 0 0,-2-1 0 0 0,0 1 1 0 0,-9-16-1 0 0,14 27 35 0 0,-34-47 5 0 0,31 43-1 0 0,-1 1 0 0 0,0 0 0 0 0,0 0-1 0 0,0 0 1 0 0,0 1 0 0 0,0-1 0 0 0,0 1 0 0 0,-1 0-1 0 0,-7-3 1 0 0,8 4 6 0 0,-1 2 8 0 0,1 0-19 0 0,1-1 2 0 0,0 1 1 0 0,0 0-1 0 0,0-1 0 0 0,0 1 1 0 0,0 0-1 0 0,0 1 0 0 0,1-1 0 0 0,-1 0 1 0 0,0 1-1 0 0,1-1 0 0 0,-1 1 1 0 0,1 0-1 0 0,0 0 0 0 0,-1 0 1 0 0,1 0-1 0 0,0 1 0 0 0,0-1 1 0 0,0 0-1 0 0,-1 4 0 0 0,-3 4 7 0 0,0 0-1 0 0,1 0 0 0 0,1 1 0 0 0,0 0 0 0 0,0 0 0 0 0,1 0 0 0 0,1 0 0 0 0,0 1 0 0 0,0-1 1 0 0,1 1-1 0 0,0 17 0 0 0,2-13-5 0 0,1 0 0 0 0,0 0 0 0 0,1 0 0 0 0,0 0-1 0 0,2 0 1 0 0,-1-1 0 0 0,2 1 0 0 0,0-1 0 0 0,1-1 0 0 0,11 17 0 0 0,-8-17-76 0 0,1 0 1 0 0,1-1-1 0 0,0-1 0 0 0,1 0 0 0 0,16 12 1 0 0,-22-19-40 0 0,1 0 1 0 0,-1-1 0 0 0,1 0-1 0 0,0 0 1 0 0,0-1 0 0 0,0 0-1 0 0,0 0 1 0 0,1-1 0 0 0,-1 0 0 0 0,1 0-1 0 0,-1-1 1 0 0,1 0 0 0 0,11-1-1 0 0,38-6-270 0 0,-51 4 357 0 0,-1 0 0 0 0,0 0 0 0 0,0 0 0 0 0,-1-1 0 0 0,1 0 0 0 0,-1 0 0 0 0,9-6 0 0 0,-8 5 16 0 0,-1 0 31 0 0,1-1-1 0 0,-1 0 1 0 0,0 0 0 0 0,-1 0 0 0 0,1-1-1 0 0,-1 0 1 0 0,-1 0 0 0 0,7-11 0 0 0,-9 14 9 0 0,1 0 121 0 0,0-1 10 0 0,5-11-21 0 0,-6 11 402 0 0,-2 10-534 0 0,-6 23-29 0 0,1 1-1 0 0,1 0 1 0 0,0 43-1 0 0,6 93-3227 0 0,4-123-218 0 0,-4-35-217 0 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495 228 3364 0 0,'2'-15'337'0'0,"-1"11"-157"0"0,-1 0 0 0 0,0 0 1 0 0,1 0-1 0 0,-2-1 0 0 0,1 1 0 0 0,0 0 0 0 0,-3-8 0 0 0,2 1 50 0 0,-2-1-1 0 0,0 1 0 0 0,0 0 1 0 0,-1 0-1 0 0,0 0 0 0 0,-1 0 1 0 0,0 1-1 0 0,-1 0 0 0 0,0 0 0 0 0,-8-10 1 0 0,7 14-62 0 0,1 0-1 0 0,-1 0 1 0 0,-1 1 0 0 0,-9-5 0 0 0,16 9-140 0 0,-1 0-1 0 0,0 0 0 0 0,0 0 1 0 0,1 0-1 0 0,-1 0 1 0 0,0 0-1 0 0,0 1 1 0 0,0-1-1 0 0,0 1 0 0 0,0-1 1 0 0,0 1-1 0 0,0 0 1 0 0,0 0-1 0 0,-3 0 1 0 0,-2 0 54 0 0,5 0-53 0 0,0-1 0 0 0,-1 1-1 0 0,1 0 1 0 0,-1-1 0 0 0,1 1 0 0 0,0 1-1 0 0,-1-1 1 0 0,1 0 0 0 0,-1 0 0 0 0,1 1-1 0 0,0 0 1 0 0,-1-1 0 0 0,1 1 0 0 0,-3 2-1 0 0,-4 0 51 0 0,-6 2 12 0 0,1 1-1 0 0,0 0 1 0 0,1 1 0 0 0,-1 1 0 0 0,1 0 0 0 0,1 0 0 0 0,0 2 0 0 0,0-1 0 0 0,1 2 0 0 0,-11 11 0 0 0,2 0 34 0 0,1 2-1 0 0,1 0 0 0 0,1 1 0 0 0,-14 28 1 0 0,23-37-84 0 0,0 1 1 0 0,0-1 0 0 0,2 2-1 0 0,0-1 1 0 0,1 1 0 0 0,1-1-1 0 0,-3 33 1 0 0,6-47-42 0 0,1 0 1 0 0,0-1-1 0 0,0 1 1 0 0,0 0-1 0 0,0 0 0 0 0,0 0 1 0 0,0 0-1 0 0,1-1 1 0 0,-1 1-1 0 0,3 5 0 0 0,-1-1-7 0 0,-2-5 10 0 0,0 0-1 0 0,1 0 0 0 0,-1 0 1 0 0,0 0-1 0 0,1 0 0 0 0,-1 0 1 0 0,1-1-1 0 0,0 1 0 0 0,0 0 0 0 0,0 0 1 0 0,0 0-1 0 0,0-1 0 0 0,0 1 1 0 0,2 2-1 0 0,1 0-1 0 0,-3-2-1 0 0,-1 0 1 0 0,1 0-1 0 0,0 0 1 0 0,0-1-1 0 0,1 1 1 0 0,-1-1-1 0 0,0 1 1 0 0,0-1-1 0 0,1 1 1 0 0,-1-1-1 0 0,1 0 1 0 0,-1 0-1 0 0,1 1 0 0 0,0-1 1 0 0,1 1-1 0 0,2 1 9 0 0,-3-1-6 0 0,0-1 0 0 0,0 1 0 0 0,0-1 0 0 0,-1 1 0 0 0,1-1 0 0 0,1 1 0 0 0,-1-1 0 0 0,0 0 0 0 0,0 0 0 0 0,0 0 0 0 0,1 0 0 0 0,2 0 0 0 0,2 1 4 0 0,-4-1-5 0 0,-1 1 1 0 0,0-1-1 0 0,1 0 1 0 0,-1 0-1 0 0,0-1 1 0 0,1 1-1 0 0,-1 0 1 0 0,1-1-1 0 0,-1 1 1 0 0,1-1-1 0 0,0 0 1 0 0,4 0-1 0 0,1 0 2 0 0,6 1-36 0 0,1 0 1 0 0,0-1 0 0 0,0-1 0 0 0,0 0-1 0 0,0-1 1 0 0,0 0 0 0 0,0-2-1 0 0,-1 1 1 0 0,0-2 0 0 0,0 0-1 0 0,0-1 1 0 0,0 0 0 0 0,-1-1-1 0 0,0 0 1 0 0,0-1 0 0 0,-1-1 0 0 0,0 0-1 0 0,0 0 1 0 0,-1-1 0 0 0,13-15-1 0 0,-18 18 27 0 0,-3 4 4 0 0,0-1-1 0 0,0 0 1 0 0,0 1-1 0 0,-1-1 1 0 0,1 0-1 0 0,-1 0 1 0 0,3-9-1 0 0,6-18 11 0 0,-9 22-4 0 0,-1 1-1 0 0,0-1 0 0 0,0 1 0 0 0,-1-1 0 0 0,0 1 0 0 0,-2-11 1 0 0,1 10-3 0 0,-1 1 1 0 0,-1 0 0 0 0,1 0-1 0 0,-1 0 1 0 0,0 0 0 0 0,-1 1-1 0 0,-5-9 1 0 0,5 9 2 0 0,0-2 16 0 0,3 7-18 0 0,1 0 0 0 0,-1 0 0 0 0,0 1 0 0 0,0-1 0 0 0,0 0-1 0 0,0 0 1 0 0,-1 1 0 0 0,1-1 0 0 0,0 1 0 0 0,-1-1 0 0 0,1 1 0 0 0,-3-3 0 0 0,-7-4 38 0 0,-31-24 83 0 0,38 30-75 0 0,-2 1 26 0 0,3 1-53 0 0,-1 0-1 0 0,1 0 0 0 0,-1 0 0 0 0,0 1 1 0 0,1-1-1 0 0,-1 1 0 0 0,1 0 1 0 0,0 0-1 0 0,-1 0 0 0 0,1 0 0 0 0,0 1 1 0 0,-1-1-1 0 0,1 1 0 0 0,0 0 0 0 0,0 0 1 0 0,-5 4-1 0 0,4-1 18 0 0,-1 0 0 0 0,1 0 0 0 0,0 0 1 0 0,1 1-1 0 0,0 0 0 0 0,0-1 0 0 0,0 1 0 0 0,-4 13 0 0 0,2-3-12 0 0,1 0-1 0 0,0 0 0 0 0,2 1 1 0 0,0 0-1 0 0,0 0 0 0 0,2-1 1 0 0,0 1-1 0 0,1 0 0 0 0,1 0 1 0 0,0 0-1 0 0,1-1 0 0 0,1 0 1 0 0,1 1-1 0 0,0-1 0 0 0,1-1 0 0 0,11 22 1 0 0,-11-26-227 0 0,0-1 0 0 0,1 0 0 0 0,0-1 0 0 0,1 1 0 0 0,0-2 1 0 0,1 1-1 0 0,0-1 0 0 0,0 0 0 0 0,12 7 0 0 0,-13-9-190 0 0,0-2 1 0 0,0 1-1 0 0,1-1 0 0 0,-1 0 0 0 0,1-1 1 0 0,0 0-1 0 0,0-1 0 0 0,0 1 0 0 0,0-2 0 0 0,0 1 1 0 0,1-1-1 0 0,-1-1 0 0 0,12 0 0 0 0,7-2-1454 0 0,-21 1-1310 0 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8 1316 0 0,'0'0'648'0'0,"5"-2"-139"0"0,4 1-306 0 0,0-1 0 0 0,1 1 0 0 0,-1 0 1 0 0,0 1-1 0 0,1 0 0 0 0,-1 1 0 0 0,0 0 0 0 0,0 0 1 0 0,1 1-1 0 0,-1 0 0 0 0,15 6 0 0 0,-19-7-139 0 0,-1 1 0 0 0,0 0-1 0 0,0 0 1 0 0,0 1 0 0 0,-1-1-1 0 0,1 1 1 0 0,0-1 0 0 0,-1 1-1 0 0,0 0 1 0 0,6 7 0 0 0,-8-9-52 0 0,-1 0 1 0 0,1 0 0 0 0,0 0 0 0 0,0 0 0 0 0,0 0 0 0 0,0 0 0 0 0,-1 0 1 0 0,1 0-1 0 0,0 0 0 0 0,-1 0 0 0 0,1 0 0 0 0,-1 1 0 0 0,0-1 0 0 0,1 0 0 0 0,-1 0 0 0 0,0 1 0 0 0,1 1 0 0 0,-1 1 30 0 0,1 1 81 0 0,-1 2-6 0 0,-2 4-17 0 0,0 0-1 0 0,-1 0 1 0 0,0 0-1 0 0,-1 0 1 0 0,0-1-1 0 0,-1 0 1 0 0,0 0-1 0 0,-13 19 1 0 0,-34 36 1126 0 0,49-62-665 0 0,0 2-273 0 0,-2 4-254 0 0,5-9-28 0 0,0 0-1 0 0,0 0 1 0 0,0 0 0 0 0,0 0 0 0 0,0 0-1 0 0,0 0 1 0 0,0 1 0 0 0,0-1 0 0 0,0 0 0 0 0,0 0-1 0 0,0 0 1 0 0,0 0 0 0 0,-1 0 0 0 0,1 0-1 0 0,0 0 1 0 0,0 0 0 0 0,0 1 0 0 0,0-1-1 0 0,0 0 1 0 0,0 0 0 0 0,1 0 0 0 0,-1 0-1 0 0,0 0 1 0 0,0 0 0 0 0,0 0 0 0 0,0 1 0 0 0,0-1-1 0 0,0 0 1 0 0,0 0 0 0 0,0 0 0 0 0,0 0-1 0 0,0 0 1 0 0,0 0 0 0 0,0 0 0 0 0,0 0-1 0 0,0 0 1 0 0,0 0 0 0 0,0 0 0 0 0,1 1 0 0 0,-1-1-1 0 0,0 0 1 0 0,0 0 0 0 0,0 0 0 0 0,0 0-1 0 0,0 0 1 0 0,0 0 0 0 0,0 0 0 0 0,0 0-1 0 0,0 0 1 0 0,1 0 0 0 0,-1 0 0 0 0,0 0-1 0 0,0 0 1 0 0,0 0 0 0 0,0 0 0 0 0,0 0 0 0 0,0 0-1 0 0,0 0 1 0 0,1 0 0 0 0,42-6-167 0 0,84-21 0 0 0,52-26-2495 0 0,-140 41 1737 0 0,29-9-1170 0 0,1-2-1446 0 0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4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554 80 2324 0 0,'-1'-4'134'0'0,"0"0"-1"0"0,-1-1 0 0 0,0 1 1 0 0,0 0-1 0 0,0 0 1 0 0,0 0-1 0 0,-1 0 1 0 0,1 0-1 0 0,-1 0 1 0 0,0 1-1 0 0,0 0 0 0 0,-1-1 1 0 0,1 1-1 0 0,-1 0 1 0 0,1 0-1 0 0,-1 1 1 0 0,0-1-1 0 0,0 1 0 0 0,0 0 1 0 0,-1 0-1 0 0,1 0 1 0 0,0 1-1 0 0,-1-1 1 0 0,1 1-1 0 0,-1 0 0 0 0,1 1 1 0 0,-1-1-1 0 0,1 1 1 0 0,-1 0-1 0 0,0 0 1 0 0,-5 0-1 0 0,-9 4 67 0 0,0 0 0 0 0,1 0 0 0 0,-1 2 0 0 0,1 0 0 0 0,0 2 0 0 0,-29 15 0 0 0,26-10-12 0 0,1 1 0 0 0,0 1 0 0 0,1 1 0 0 0,0 0 1 0 0,2 2-1 0 0,0 0 0 0 0,0 1 0 0 0,2 0 0 0 0,1 1 0 0 0,0 1 0 0 0,1 1 0 0 0,2-1 0 0 0,0 2 1 0 0,1 0-1 0 0,1 0 0 0 0,2 0 0 0 0,0 1 0 0 0,1 1 0 0 0,2-1 0 0 0,0 0 0 0 0,0 29 0 0 0,4-49-167 0 0,0-1 0 0 0,0 1 0 0 0,0-1-1 0 0,1 1 1 0 0,-1-1 0 0 0,1 0 0 0 0,0 1-1 0 0,0-1 1 0 0,0 0 0 0 0,2 4 0 0 0,1 3 22 0 0,-1-4-52 0 0,-1 0-1 0 0,1-1 0 0 0,0 1 0 0 0,1-1 0 0 0,-1 0 0 0 0,1 0 0 0 0,0 0 0 0 0,0 0 0 0 0,1-1 0 0 0,0 1 0 0 0,-1-1 0 0 0,1-1 0 0 0,0 1 0 0 0,1 0 0 0 0,-1-1 0 0 0,1 0 0 0 0,-1-1 0 0 0,1 1 0 0 0,0-1 0 0 0,0 0 0 0 0,11 2 0 0 0,4 0-253 0 0,1-1-1 0 0,-1-1 0 0 0,1 0 1 0 0,39-3-1 0 0,-11-3-38 0 0,0-2-1 0 0,0-2 1 0 0,-1-3 0 0 0,-1-1-1 0 0,1-3 1 0 0,-2-2 0 0 0,0-1-1 0 0,-2-3 1 0 0,0-2 0 0 0,45-30-1 0 0,-43 12 465 0 0,-44 38-54 0 0,1-3 69 0 0,-3 6-141 0 0,-1 0 0 0 0,1-1 0 0 0,-1 1 0 0 0,1 0 1 0 0,-1-1-1 0 0,0 1 0 0 0,1 0 0 0 0,-1-1 0 0 0,0 1 0 0 0,1 0 0 0 0,-1-1 0 0 0,0 1 0 0 0,1-1 0 0 0,-1 1 0 0 0,0-1 0 0 0,0 1 0 0 0,0-1 0 0 0,0 1 0 0 0,1-1 0 0 0,-1 1 0 0 0,0-1 0 0 0,0 1 0 0 0,0-1 0 0 0,0 1 0 0 0,0-1 0 0 0,0 1 0 0 0,0-1 0 0 0,-1 0 0 0 0,-3 0 35 0 0,-1 0 1 0 0,0 0-1 0 0,0 1 1 0 0,0-1-1 0 0,0 1 0 0 0,-9 1 1 0 0,9 0 37 0 0,-1 1-3 0 0,-52 14 289 0 0,52-14-284 0 0,2-1 10 0 0,-19 3 213 0 0,4 0 673 0 0,20-1-717 0 0,12 1-395 0 0,-12-3 107 0 0,0-1-1 0 0,0 0 0 0 0,1 1 1 0 0,-1-1-1 0 0,0 1 1 0 0,0 0-1 0 0,0-1 1 0 0,0 1-1 0 0,0 0 1 0 0,0 0-1 0 0,0 0 1 0 0,0 0-1 0 0,0 0 1 0 0,0 0-1 0 0,0 0 1 0 0,-1 0-1 0 0,1 0 1 0 0,0 0-1 0 0,0 2 0 0 0,1 0-1 0 0,5 5 1 0 0,0 0 0 0 0,0 1-1 0 0,-1 0 1 0 0,0 0 0 0 0,-1 1-1 0 0,0 0 1 0 0,0 0-1 0 0,-1 0 1 0 0,0 0 0 0 0,-1 1-1 0 0,0 0 1 0 0,2 19-1 0 0,-4-17 1 0 0,-1 1 0 0 0,0 0 0 0 0,-1-1 0 0 0,0 1 0 0 0,-1 0 0 0 0,-1-1 0 0 0,0 0 0 0 0,-1 0 0 0 0,-7 17 0 0 0,2-9-6 0 0,-2-1-1 0 0,0 0 1 0 0,-1 0 0 0 0,-1-1-1 0 0,-1-1 1 0 0,0-1 0 0 0,-2 1 0 0 0,0-2-1 0 0,0-1 1 0 0,-2 0 0 0 0,-34 23-1 0 0,42-31-1 0 0,-1-1-1 0 0,1 0 1 0 0,-2-1-1 0 0,1 0 0 0 0,-1 0 1 0 0,1-1-1 0 0,-1-1 1 0 0,0 0-1 0 0,0-1 1 0 0,-1 0-1 0 0,1-1 0 0 0,-22 0 1 0 0,29-1 17 0 0,0-1 0 0 0,1 0 0 0 0,0 0 0 0 0,-1 0 0 0 0,1-1 0 0 0,0 0 0 0 0,-1 0 0 0 0,1 0 0 0 0,0 0 1 0 0,0 0-1 0 0,1-1 0 0 0,-7-5 0 0 0,7 6-12 0 0,1 1 5 0 0,0-1 0 0 0,0 1 0 0 0,1 0 0 0 0,-1-1 0 0 0,0 1 0 0 0,1-1 0 0 0,-1 0 0 0 0,1 1 0 0 0,0-1 0 0 0,-2-4 0 0 0,-1 1 3 0 0,3 4-5 0 0,0 0 0 0 0,0-1-1 0 0,0 1 1 0 0,0-1 0 0 0,0 1 0 0 0,0-1 0 0 0,0 0 0 0 0,1 1 0 0 0,-1-1-1 0 0,1 0 1 0 0,-1 1 0 0 0,1-1 0 0 0,-1 0 0 0 0,1 0 0 0 0,0-3 0 0 0,-1 0 3 0 0,0-1 3 0 0,-1-1 1 0 0,1 1 0 0 0,1-1 0 0 0,-1 1-1 0 0,1-1 1 0 0,0 1 0 0 0,1-1-1 0 0,-1 1 1 0 0,2-7 0 0 0,-1 7-6 0 0,1-6 28 0 0,-2 10-29 0 0,0 0 0 0 0,0-1 0 0 0,1 1 0 0 0,-1 0 0 0 0,1 0 0 0 0,0-1 0 0 0,-1 1 0 0 0,1 0-1 0 0,0 0 1 0 0,0 0 0 0 0,0 0 0 0 0,3-3 0 0 0,1-4-7 0 0,-1 2 1 0 0,-3 3 3 0 0,1 1-1 0 0,0-1 1 0 0,0 1-1 0 0,0-1 0 0 0,0 1 1 0 0,1 0-1 0 0,-1 0 1 0 0,1 0-1 0 0,0 0 0 0 0,0 0 1 0 0,5-3-1 0 0,17-8 1 0 0,5 5 3 0 0,-22 8 3 0 0,1 1-1 0 0,-1 1 0 0 0,0-1 0 0 0,0 1 0 0 0,0 1 0 0 0,0 0 0 0 0,-1 0 1 0 0,1 0-1 0 0,0 1 0 0 0,-1 0 0 0 0,1 0 0 0 0,-1 1 0 0 0,0 0 1 0 0,0 0-1 0 0,8 8 0 0 0,13 10-10 0 0,-1 2 0 0 0,29 33 0 0 0,-16-15-51 0 0,-17-19 0 0 0,-16-14-154 0 0,0-1-1 0 0,1 0 0 0 0,0-1 0 0 0,0 0 1 0 0,1 0-1 0 0,0 0 0 0 0,0-1 0 0 0,1-1 1 0 0,0 1-1 0 0,0-2 0 0 0,0 1 1 0 0,17 4-1 0 0,-19-6-139 0 0,-5-2 157 0 0,0 0 0 0 0,0 0 0 0 0,0 0 0 0 0,0-1 0 0 0,0 1 0 0 0,0-1 0 0 0,1 1 0 0 0,-1-1-1 0 0,0 0 1 0 0,5-1 0 0 0,31-1-2266 0 0,-4-1-1739 0 0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4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27 75 3812 0 0,'0'0'1179'0'0,"-5"-1"-197"0"0,-12-4-119 0 0,12 3 2185 0 0,6 1-3032 0 0,-1 0-1 0 0,0 0 1 0 0,1 0-1 0 0,-1 0 1 0 0,1 0-1 0 0,-1 0 1 0 0,1 0-1 0 0,-1 0 1 0 0,1 0-1 0 0,0 0 1 0 0,0 0-1 0 0,-1 0 1 0 0,1 0-1 0 0,0 1 1 0 0,0-1-1 0 0,0 0 1 0 0,0 0-1 0 0,0 1 1 0 0,0-1-1 0 0,0 1 1 0 0,2-2-1 0 0,18-5-69 0 0,-21 6 76 0 0,86-21-1822 0 0,-60 15 292 0 0,2 2-1026 0 0,-25 4 2022 0 0,27-3-3287 0 0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4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65 200 2632 0 0,'0'0'991'0'0,"-6"0"-148"0"0,-21 0 2027 0 0,22 0-2493 0 0,-16 0-18 0 0,15 0 2329 0 0,11-2-2584 0 0,30-9 88 0 0,1 1 1 0 0,68-8 0 0 0,-27 5-59 0 0,294-72 314 0 0,-220 37-2924 0 0,-146 47 1566 0 0,9-6-772 0 0,2 2-1388 0 0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4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 0 1840 0 0,'0'0'4493'0'0,"-1"5"-4208"0"0,-5 11-40 0 0,4-12 416 0 0,5 0-472 0 0,6 12-5 0 0,-7-11 104 0 0,0-5-273 0 0,-1 0 0 0 0,1 1 0 0 0,-1-1 0 0 0,1 1 0 0 0,-1-1 0 0 0,0 1 0 0 0,1 0 1 0 0,-1-1-1 0 0,0 1 0 0 0,1 0 0 0 0,-1 0 0 0 0,2 2 0 0 0,-1-1 15 0 0,3 0 44 0 0,0-1 16 0 0,17 1-16 0 0,-16-1-8 0 0,0-2-3 0 0,3 1-40 0 0,47-10 104 0 0,-3-6-87 0 0,-48 15-29 0 0,0-1-54 0 0,6-2 20 0 0,15-6 544 0 0,-21 10-297 0 0,-14 9-226 0 0,2-4 47 0 0,1 0 1 0 0,-1 1-1 0 0,2 0 1 0 0,-1 0 0 0 0,-9 13-1 0 0,12-14-63 0 0,-12 15 8 0 0,2 1 0 0 0,0 1 1 0 0,2 0-1 0 0,-15 38 0 0 0,24-55-3 0 0,0 0-1 0 0,0 0 1 0 0,0 1-1 0 0,1-1 1 0 0,0 0-1 0 0,0 1 1 0 0,-1 8 0 0 0,2-5-39 0 0,-1-4-82 0 0,1 0 0 0 0,0 0 0 0 0,0 0-1 0 0,0 0 1 0 0,1 0 0 0 0,-1 0 0 0 0,1 0 0 0 0,0 0 0 0 0,1 0 0 0 0,-1-1 0 0 0,1 1-1 0 0,3 6 1 0 0,-3-7-54 0 0,-1-2 69 0 0,-1 0 0 0 0,1 0-1 0 0,0 0 1 0 0,0 0 0 0 0,0 0-1 0 0,0 0 1 0 0,1 0-1 0 0,-1 0 1 0 0,0-1 0 0 0,1 1-1 0 0,-1 0 1 0 0,1-1 0 0 0,0 1-1 0 0,0-1 1 0 0,2 2-1 0 0,2 1-275 0 0,11 9-1616 0 0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4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387 85 3264 0 0,'0'-5'1440'0'0,"3"-15"-225"0"0,-3 15 525 0 0,-1 0-1088 0 0,-2-16-98 0 0,2 16-105 0 0,-2 2-75 0 0,1 1-332 0 0,1 1 1 0 0,-1-1-1 0 0,0 0 1 0 0,0 1-1 0 0,0-1 1 0 0,0 1-1 0 0,0-1 1 0 0,0 1-1 0 0,0 0 1 0 0,0 0-1 0 0,-1 0 1 0 0,1 0-1 0 0,0 0 1 0 0,-1 1-1 0 0,1-1 1 0 0,0 1-1 0 0,-1 0 0 0 0,1-1 1 0 0,-1 1-1 0 0,1 0 1 0 0,-1 0-1 0 0,-2 1 1 0 0,-12 5 27 0 0,0 0 0 0 0,1 2 0 0 0,-1 0 0 0 0,2 0 0 0 0,-1 1 0 0 0,1 1 0 0 0,1 1 0 0 0,0 0 0 0 0,0 1 0 0 0,1 1 0 0 0,1 0 0 0 0,0 0 0 0 0,-19 30 0 0 0,17-23 50 0 0,1 0 0 0 0,1 2-1 0 0,1-1 1 0 0,1 1 0 0 0,1 1 0 0 0,1 0 0 0 0,0 0 0 0 0,2 1-1 0 0,1-1 1 0 0,1 1 0 0 0,1 0 0 0 0,1 40 0 0 0,2-55-105 0 0,1-1 0 0 0,1 0 0 0 0,-1 0 0 0 0,1 0 1 0 0,1 0-1 0 0,-1 0 0 0 0,2 0 0 0 0,-1 0 1 0 0,1-1-1 0 0,0 0 0 0 0,0 0 0 0 0,1 0 0 0 0,0 0 1 0 0,0-1-1 0 0,1 1 0 0 0,0-1 0 0 0,7 6 1 0 0,-2-6 6 0 0,22 4 23 0 0,-21-8-48 0 0,1-2 0 0 0,-1 1 0 0 0,0-2 0 0 0,1 0 0 0 0,-1 0 0 0 0,0-1 0 0 0,0 0 0 0 0,0-1 0 0 0,0-1 0 0 0,20-8 0 0 0,-9 0-91 0 0,-1 0 0 0 0,0-2 0 0 0,0 0 0 0 0,-2-2 0 0 0,0 0 0 0 0,0-1 0 0 0,-2-1-1 0 0,0-1 1 0 0,-1-1 0 0 0,-1 0 0 0 0,-1-1 0 0 0,24-45 0 0 0,-34 57 56 0 0,-1-1-1 0 0,0 0 1 0 0,-1 0-1 0 0,0-1 1 0 0,-1 1-1 0 0,0-1 1 0 0,-1 1-1 0 0,0-1 1 0 0,0 1-1 0 0,-2-22 0 0 0,1 24 31 0 0,0 6 4 0 0,0-1 1 0 0,0 0-1 0 0,0 1 1 0 0,-1-1 0 0 0,1 1-1 0 0,-1-1 1 0 0,1 0 0 0 0,-1 1-1 0 0,0-1 1 0 0,0 1-1 0 0,-1-4 1 0 0,0-1-3 0 0,1 5 3 0 0,1-1 1 0 0,-1 1 0 0 0,1 0 0 0 0,-1-1 0 0 0,0 1 0 0 0,0 0-1 0 0,0 0 1 0 0,0 0 0 0 0,-1-1 0 0 0,1 1 0 0 0,-1 1 0 0 0,-2-4-1 0 0,-26-31-21 0 0,22 30 21 0 0,1 3-2 0 0,4 1 4 0 0,-1 0 0 0 0,1 0-1 0 0,-1 0 1 0 0,0 0-1 0 0,0 1 1 0 0,0 0-1 0 0,0 0 1 0 0,0 0 0 0 0,0 0-1 0 0,0 0 1 0 0,0 1-1 0 0,-7 0 1 0 0,6-1-8 0 0,0 2 12 0 0,1-1 0 0 0,0 1 0 0 0,0-1 0 0 0,0 1 0 0 0,0 1 0 0 0,-1-1 0 0 0,1 0-1 0 0,1 1 1 0 0,-1 0 0 0 0,0 0 0 0 0,0 0 0 0 0,1 0 0 0 0,-1 1 0 0 0,1-1 0 0 0,-5 5 0 0 0,1 0 56 0 0,0 0-1 0 0,1 0 1 0 0,0 0-1 0 0,0 1 1 0 0,-6 11 0 0 0,3-1 3 0 0,2-1 0 0 0,0 1 1 0 0,1 1-1 0 0,1-1 0 0 0,1 1 1 0 0,0-1-1 0 0,1 1 0 0 0,2 1 1 0 0,0-1-1 0 0,0 0 0 0 0,2 0 1 0 0,4 29-1 0 0,0-21-227 0 0,0-1-1 0 0,2 1 1 0 0,0-1-1 0 0,2 0 0 0 0,1-1 1 0 0,1 0-1 0 0,2 0 1 0 0,17 27-1 0 0,-25-45-229 0 0,1 0 0 0 0,-1 0 0 0 0,1 0 0 0 0,1-1 0 0 0,-1 0 0 0 0,1 0 0 0 0,0-1 0 0 0,1 0 0 0 0,-1 0 0 0 0,1 0 0 0 0,0-1 0 0 0,0 0 0 0 0,0-1 0 0 0,1 0 0 0 0,-1 0-1 0 0,18 3 1 0 0,-14-6-1329 0 0,17-2-1236 0 0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5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 77 2280 0 0,'30'-73'5418'0'0,"-29"69"-3198"0"0,-2 9-1989 0 0,-11 58 168 0 0,-16 211-311 0 0,22-96-3866 0 0,6-140 1262 0 0,2 0-1786 0 0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5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672 251 3460 0 0,'4'-18'1013'0'0,"-1"1"0"0"0,0-26 0 0 0,-3 35-814 0 0,-1 0 1 0 0,0-1-1 0 0,-1 1 1 0 0,0 0-1 0 0,0 1 1 0 0,-1-1-1 0 0,0 0 1 0 0,-1 1-1 0 0,1-1 1 0 0,-1 1-1 0 0,-1 0 1 0 0,-9-12-1 0 0,9 13-132 0 0,-1 1 1 0 0,0-1-1 0 0,0 1 0 0 0,-1 1 1 0 0,1-1-1 0 0,-1 1 0 0 0,0 0 0 0 0,0 1 1 0 0,0-1-1 0 0,0 1 0 0 0,-1 1 1 0 0,1 0-1 0 0,-1 0 0 0 0,0 0 0 0 0,0 1 1 0 0,0 0-1 0 0,1 0 0 0 0,-1 1 1 0 0,0 0-1 0 0,0 1 0 0 0,0-1 0 0 0,-12 4 1 0 0,2 0 16 0 0,1 1 1 0 0,1 1 0 0 0,-1 1-1 0 0,1 0 1 0 0,0 1 0 0 0,1 0-1 0 0,-24 18 1 0 0,6-1 190 0 0,0 2-1 0 0,-30 32 1 0 0,43-38-189 0 0,1-1-1 0 0,1 2 0 0 0,1 1 1 0 0,1 0-1 0 0,1 1 1 0 0,1 0-1 0 0,1 1 0 0 0,1 1 1 0 0,-16 48-1 0 0,26-66-64 0 0,2-6-17 0 0,-1 1 0 0 0,0-1-1 0 0,1 1 1 0 0,-1-1-1 0 0,1 1 1 0 0,0 0 0 0 0,-1-1-1 0 0,1 1 1 0 0,1-1-1 0 0,-1 1 1 0 0,0 0 0 0 0,1-1-1 0 0,0 4 1 0 0,1 3 15 0 0,5 24-1 0 0,-6-29-20 0 0,1 0 0 0 0,0 0 1 0 0,-1 0-1 0 0,2 0 0 0 0,-1 0 1 0 0,3 4-1 0 0,-1-3 8 0 0,1-1 0 0 0,-1 0 0 0 0,1 0 0 0 0,0-1 1 0 0,0 1-1 0 0,0-1 0 0 0,0 0 0 0 0,1 0 0 0 0,8 2 0 0 0,-11-3-8 0 0,-1-1-1 0 0,1 0 1 0 0,-1 0 0 0 0,1-1-1 0 0,0 1 1 0 0,-1 0-1 0 0,1-1 1 0 0,0 0-1 0 0,-1 0 1 0 0,1 1 0 0 0,3-2-1 0 0,2 1-6 0 0,2 1-9 0 0,0-1 0 0 0,0 0 1 0 0,0-1-1 0 0,0 0 0 0 0,0-1 1 0 0,0 0-1 0 0,-1 0 0 0 0,15-6 1 0 0,-5 0-64 0 0,0 0 0 0 0,30-19 1 0 0,-33 17 61 0 0,-1-1 0 0 0,0 0 1 0 0,-1-1-1 0 0,0 0 0 0 0,0-1 1 0 0,-2-1-1 0 0,0 0 0 0 0,0-1 1 0 0,-1 0-1 0 0,-1-1 0 0 0,-1 0 1 0 0,8-18-1 0 0,-2-6 11 0 0,-15 29 17 0 0,0 2-1 0 0,1 2 18 0 0,-1 1 0 0 0,1-1 0 0 0,-1 0 0 0 0,-1 0 0 0 0,1 0 0 0 0,-1 0 0 0 0,-1 1 0 0 0,-2-11 0 0 0,2 10-6 0 0,-1-9 85 0 0,3 15-99 0 0,-1-1 1 0 0,1 0-1 0 0,-1 0 0 0 0,1 0 0 0 0,-1 1 1 0 0,0-1-1 0 0,1 0 0 0 0,-1 0 1 0 0,0 1-1 0 0,-2-3 0 0 0,-3-6 56 0 0,-24-34 91 0 0,28 40-101 0 0,0 4-47 0 0,1-1 0 0 0,0 1 0 0 0,-1-1 0 0 0,1 0 0 0 0,0 0 0 0 0,-1 0 0 0 0,1 0 0 0 0,0 0 0 0 0,0 0 0 0 0,0 0 0 0 0,-2-3-1 0 0,2 4 1 0 0,-2-3 25 0 0,-2 5-8 0 0,-16 7 4 0 0,13-2 1 0 0,0 9 5 0 0,0 0 0 0 0,2 1 0 0 0,0 0 1 0 0,1 0-1 0 0,1 0 0 0 0,1 1 0 0 0,0-1 0 0 0,1 1 1 0 0,1 29-1 0 0,2 0-44 0 0,2 0 1 0 0,14 73-1 0 0,-14-103-231 0 0,1-1-1 0 0,1 1 1 0 0,0-1-1 0 0,12 24 0 0 0,-14-34-61 0 0,1 0 0 0 0,-1 0 0 0 0,1 0-1 0 0,0-1 1 0 0,0 0 0 0 0,0 0-1 0 0,1 0 1 0 0,0 0 0 0 0,0-1-1 0 0,0 1 1 0 0,0-1 0 0 0,1-1 0 0 0,0 1-1 0 0,0-1 1 0 0,10 4 0 0 0,42 4-3854 0 0,-52-11 829 0 0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5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1 137 2300 0 0,'1'-4'686'0'0,"1"-3"-549"0"0,0-1 0 0 0,0 1 0 0 0,1 0 0 0 0,0 1 0 0 0,0-1 0 0 0,1 0 0 0 0,0 1 0 0 0,0 0 1 0 0,1 0-1 0 0,-1 0 0 0 0,1 1 0 0 0,0-1 0 0 0,1 1 0 0 0,-1 0 0 0 0,1 1 0 0 0,0-1 0 0 0,0 1 0 0 0,1 0 1 0 0,-1 1-1 0 0,1-1 0 0 0,7-2 0 0 0,-7 4-68 0 0,-1 1-1 0 0,0-1 1 0 0,1 1 0 0 0,-1 0-1 0 0,1 0 1 0 0,-1 1 0 0 0,1 0 0 0 0,-1 0-1 0 0,9 1 1 0 0,-11 0-30 0 0,0 0 0 0 0,0 0 1 0 0,0 1-1 0 0,0-1 0 0 0,-1 1 1 0 0,1 0-1 0 0,-1 0 0 0 0,1 0 0 0 0,-1 1 1 0 0,0-1-1 0 0,1 1 0 0 0,-1 0 1 0 0,0 0-1 0 0,-1 0 0 0 0,4 4 0 0 0,-5-6-17 0 0,0 1 0 0 0,0-1 0 0 0,0 0 0 0 0,0 1 0 0 0,0-1 0 0 0,-1 1 0 0 0,1-1 0 0 0,0 1 0 0 0,-1-1 0 0 0,1 1 0 0 0,-1-1 0 0 0,0 1 0 0 0,1-1 0 0 0,-1 1 0 0 0,0 2 0 0 0,0 1 49 0 0,1 1 2 0 0,0 0 0 0 0,-1 0 0 0 0,0 0 0 0 0,0 0 0 0 0,0 0 0 0 0,-1 0 0 0 0,0 0 0 0 0,0 0 0 0 0,0 0 0 0 0,-3 6 0 0 0,3-7-39 0 0,-1 4 97 0 0,-6 17 100 0 0,-2-5 39 0 0,-26 59 781 0 0,34-76-209 0 0,4 0-661 0 0,0-1-136 0 0,5 14 163 0 0,1-18-144 0 0,37-12-866 0 0,-1-2-1 0 0,0-1 0 0 0,80-44 1 0 0,-23 10-3488 0 0,-59 30 230 0 0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5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73 27 3300 0 0,'-1'-4'1360'0'0,"-4"-18"3970"0"0,3 27-5101 0 0,-17 54 144 0 0,-19 89 33 0 0,36-140-373 0 0,0 0 0 0 0,1 0 0 0 0,-1 0 0 0 0,2 0 1 0 0,-1 0-1 0 0,1 0 0 0 0,0 0 0 0 0,1 0 0 0 0,0 0 1 0 0,0 0-1 0 0,1-1 0 0 0,0 1 0 0 0,5 14 0 0 0,-1-15-2 0 0,-4-5-29 0 0,1 1 1 0 0,0-1-1 0 0,0 0 0 0 0,0 0 0 0 0,1-1 1 0 0,-1 1-1 0 0,0-1 0 0 0,1 1 0 0 0,-1-1 1 0 0,1 0-1 0 0,-1 0 0 0 0,1-1 0 0 0,-1 1 1 0 0,1-1-1 0 0,0 0 0 0 0,-1 1 0 0 0,1-2 1 0 0,0 1-1 0 0,4-1 0 0 0,-2 0-1 0 0,6 0 3 0 0,1 0 0 0 0,0-2 0 0 0,-1 1 0 0 0,0-1 0 0 0,0-1 0 0 0,0 0 0 0 0,0-1-1 0 0,18-10 1 0 0,-19 9-3 0 0,0-1-1 0 0,0 0 1 0 0,-1-1-1 0 0,0 0 1 0 0,0 0-1 0 0,-1-1 1 0 0,0-1-1 0 0,0 1 1 0 0,-1-1-1 0 0,-1-1 0 0 0,0 0 1 0 0,8-14-1 0 0,-7 1 16 0 0,-8 19-14 0 0,1 0 6 0 0,0-1 9 0 0,1-15 16 0 0,-1 15-26 0 0,-3 1-8 0 0,0 2 10 0 0,-5-17 153 0 0,3 21-109 0 0,0 0-50 0 0,2-1 8 0 0,0 1-1 0 0,0-1 1 0 0,0 1 0 0 0,0 0 0 0 0,0-1 0 0 0,0 1 0 0 0,1 0-1 0 0,-1 0 1 0 0,0 0 0 0 0,0 0 0 0 0,1 0 0 0 0,-1 1-1 0 0,1-1 1 0 0,-1 1 0 0 0,1-1 0 0 0,-1 1 0 0 0,1-1 0 0 0,0 1-1 0 0,0-1 1 0 0,0 1 0 0 0,0 0 0 0 0,0 0 0 0 0,-1 3-1 0 0,-7 17 4 0 0,2 0 0 0 0,0 0 0 0 0,2 1 0 0 0,0 0 0 0 0,1 0 0 0 0,2 0 0 0 0,0 0 0 0 0,2 1 0 0 0,0-1-1 0 0,2 0 1 0 0,0 0 0 0 0,7 27 0 0 0,-6-33-408 0 0,-3-15 339 0 0,1 1 0 0 0,-1-1 0 0 0,1 1-1 0 0,0-1 1 0 0,-1 0 0 0 0,1 0-1 0 0,0 1 1 0 0,1-1 0 0 0,-1 0-1 0 0,0 0 1 0 0,0 0 0 0 0,1 0-1 0 0,2 2 1 0 0,27 33-1735 0 0,-28-34 1367 0 0,0-1 1 0 0,0 1-1 0 0,0 0 1 0 0,1-1-1 0 0,-1 0 1 0 0,1 1-1 0 0,-1-1 0 0 0,1-1 1 0 0,0 1-1 0 0,0 0 1 0 0,0-1-1 0 0,7 2 1 0 0,20-1-3416 0 0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5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89 3012 0 0,'16'-44'2544'0'0,"-15"40"-1975"0"0,2 0-113 0 0,10-12-130 0 0,-10 12-42 0 0,1 1-32 0 0,11-6 8 0 0,-11 6 32 0 0,2 3-172 0 0,16-1-8 0 0,-17 1-14 0 0,7 8 24 0 0,-10-7-98 0 0,0 1-1 0 0,0-1 1 0 0,0 0 0 0 0,-1 1-1 0 0,1-1 1 0 0,0 0-1 0 0,-1 1 1 0 0,1 0 0 0 0,-1-1-1 0 0,0 1 1 0 0,1 0-1 0 0,-1 0 1 0 0,0 0 0 0 0,0 0-1 0 0,0 0 1 0 0,-1 0 0 0 0,2 3-1 0 0,0 3 40 0 0,-1 1-1 0 0,0-1 0 0 0,-1 0 1 0 0,0 1-1 0 0,0-1 1 0 0,-1 0-1 0 0,0 1 1 0 0,0-1-1 0 0,-1 0 1 0 0,0 0-1 0 0,0 0 0 0 0,-1 0 1 0 0,0 0-1 0 0,-8 13 1 0 0,-4 6 371 0 0,-2 0 1 0 0,-30 37-1 0 0,44-60-248 0 0,0 0 33 0 0,2-3-119 0 0,0 0-32 0 0,0 0 0 0 0,-1 0 1 0 0,1 0-1 0 0,0 0 0 0 0,0 0 1 0 0,0 0-1 0 0,0 1 0 0 0,0-1 0 0 0,0 0 1 0 0,1 1-1 0 0,-1-1 0 0 0,-1 3 0 0 0,3-3-60 0 0,-1-1 0 0 0,0 1 0 0 0,0 0 0 0 0,1 0 0 0 0,-1-1 0 0 0,0 1 0 0 0,0 0 0 0 0,1-1 0 0 0,-1 1 0 0 0,1-1 0 0 0,-1 1 0 0 0,1 0 0 0 0,-1-1 0 0 0,1 1 0 0 0,-1-1 0 0 0,1 1 0 0 0,0-1 0 0 0,-1 0 0 0 0,1 1 0 0 0,-1-1 0 0 0,1 1 0 0 0,0-1 0 0 0,0 0 0 0 0,-1 0 0 0 0,1 1 0 0 0,0-1 0 0 0,-1 0 0 0 0,1 0 0 0 0,0 0 0 0 0,0 0 0 0 0,-1 0 0 0 0,1 0 0 0 0,1 0 0 0 0,17 0 41 0 0,15-7-338 0 0,-1 0 1 0 0,0-3-1 0 0,0 0 1 0 0,-1-2 0 0 0,48-26-1 0 0,-39 19-498 0 0,-14 5-1975 0 0,49-32-1 0 0,-44 25-1979 0 0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5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349 2 1912 0 0,'0'0'2208'0'0,"7"0"-1306"0"0,-3 0-650 0 0,-2-1-179 0 0,0 1 0 0 0,0 0 0 0 0,-1 0 0 0 0,1-1 0 0 0,0 1 0 0 0,-1 1 0 0 0,1-1 0 0 0,0 0 0 0 0,-1 0 0 0 0,1 1 0 0 0,0-1 0 0 0,-1 1 0 0 0,1-1 0 0 0,0 1 0 0 0,-1 0 1 0 0,1-1-1 0 0,2 3 0 0 0,4 3 202 0 0,1 0 1 0 0,-1 1 0 0 0,0 0-1 0 0,0 0 1 0 0,-1 1 0 0 0,0 0-1 0 0,0 1 1 0 0,-1-1-1 0 0,0 1 1 0 0,7 15 0 0 0,-5-7-22 0 0,-1 0 0 0 0,0 0 0 0 0,-1 1 0 0 0,-1 0 0 0 0,4 30 0 0 0,-6-13-139 0 0,-1 0 0 0 0,-1 0 0 0 0,-2 0-1 0 0,-2-1 1 0 0,-1 1 0 0 0,-1 0 0 0 0,-2-1 0 0 0,-2 0 0 0 0,-1-1 0 0 0,-16 35-1 0 0,5-20-429 0 0,-2-1 0 0 0,-2-2-1 0 0,-2-1 1 0 0,-2 0-1 0 0,-2-2 1 0 0,-41 42-1 0 0,30-42-2423 0 0,-87 67 0 0 0,65-63-1943 0 0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5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80 156 2844 0 0,'-56'14'4079'0'0,"51"-12"-2923"0"0,1 0-728 0 0,-11 5 499 0 0,15-7-869 0 0,1 1 0 0 0,-1-1 0 0 0,0 1 0 0 0,0-1 0 0 0,0 1 0 0 0,1-1 0 0 0,-1 1 0 0 0,0-1 1 0 0,0 1-1 0 0,1-1 0 0 0,-1 0 0 0 0,0 1 0 0 0,1-1 0 0 0,-1 0 0 0 0,1 1 0 0 0,-1-1 0 0 0,0 0 0 0 0,1 1 0 0 0,-1-1 0 0 0,1 0 1 0 0,-1 0-1 0 0,1 0 0 0 0,-1 1 0 0 0,1-1 0 0 0,-1 0 0 0 0,1 0 0 0 0,-1 0 0 0 0,1 0 0 0 0,0 0 0 0 0,0 1-46 0 0,0-1 0 0 0,0 1 1 0 0,1-1-1 0 0,-1 0 0 0 0,0 1 0 0 0,1-1 0 0 0,-1 0 0 0 0,1 0 0 0 0,-1 0 0 0 0,0 0 0 0 0,1 0 0 0 0,-1 0 0 0 0,0 0 0 0 0,1-1 0 0 0,-1 1 0 0 0,0 0 1 0 0,1-1-1 0 0,0 0 0 0 0,2 0 21 0 0,54-8 30 0 0,0-2 1 0 0,0-3-1 0 0,-1-2 1 0 0,-1-3-1 0 0,84-41 1 0 0,-116 45-40 0 0,-20 13-19 0 0,-1-1 0 0 0,10-9-1 0 0,-10 9-6 0 0,-4-1 15 0 0,-2-13 28 0 0,2 13-22 0 0,-2 4-16 0 0,-1 0 12 0 0,1 0 1 0 0,-1 1 0 0 0,1-1 0 0 0,-1 1 0 0 0,1 0 0 0 0,-1 0 0 0 0,1 0-1 0 0,0 0 1 0 0,-1 0 0 0 0,1 1 0 0 0,0 0 0 0 0,0-1 0 0 0,0 1 0 0 0,0 0-1 0 0,1 0 1 0 0,-1 1 0 0 0,0-1 0 0 0,1 1 0 0 0,-5 5 0 0 0,2 0 10 0 0,1 0 1 0 0,-1 1-1 0 0,2 0 1 0 0,-1 0-1 0 0,1 0 1 0 0,-4 17-1 0 0,-3 31 71 0 0,2 0 0 0 0,-1 90-1 0 0,1-8-75 0 0,-26 83-4382 0 0,33-218 3233 0 0,-1 0-143 0 0,-5 10-933 0 0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5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16 210 3284 0 0,'-13'-19'1092'0'0,"11"15"1151"0"0,3-1-1761 0 0,4-16-46 0 0,-5 20-416 0 0,0 1 0 0 0,0-1 0 0 0,1 0 0 0 0,-1 0 1 0 0,0 0-1 0 0,1 0 0 0 0,-1 1 0 0 0,1-1 0 0 0,-1 0 0 0 0,1 0 1 0 0,0 1-1 0 0,-1-1 0 0 0,1 1 0 0 0,0-1 0 0 0,-1 0 0 0 0,1 1 1 0 0,0-1-1 0 0,0 1 0 0 0,-1-1 0 0 0,1 1 0 0 0,0 0 0 0 0,0-1 0 0 0,0 1 1 0 0,1-1-1 0 0,-1 1 28 0 0,17-10-15 0 0,1 1-1 0 0,0 1 0 0 0,1 0 0 0 0,0 2 0 0 0,22-5 0 0 0,-11 2-277 0 0,215-61-4834 0 0,-206 57 2161 0 0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5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152 16 2224 0 0,'0'0'1012'0'0,"3"-3"-150"0"0,3-9 205 0 0,-15 11 946 0 0,5 3-1861 0 0,1-1 0 0 0,0 1 0 0 0,0 0 1 0 0,-1 0-1 0 0,1 0 0 0 0,0 0 0 0 0,0 0 1 0 0,1 0-1 0 0,-5 5 0 0 0,-10 14 152 0 0,0 0-1 0 0,1 1 0 0 0,-16 31 1 0 0,27-43-220 0 0,0 1 0 0 0,0 0 0 0 0,1 0 0 0 0,0 0 0 0 0,1 1 0 0 0,0-1 0 0 0,1 1 0 0 0,0 0 0 0 0,1-1 0 0 0,0 18 0 0 0,2-26-75 0 0,-1 0 0 0 0,1 0 0 0 0,0 1 0 0 0,0-1-1 0 0,0 0 1 0 0,1 0 0 0 0,-1 0 0 0 0,1 0 0 0 0,0-1 0 0 0,-1 1 0 0 0,1 0 0 0 0,0-1 0 0 0,4 5 0 0 0,-4-5 2 0 0,1 0-5 0 0,0 0-1 0 0,-1 1 0 0 0,1-2 0 0 0,0 1 0 0 0,0 0 0 0 0,0 0 1 0 0,0-1-1 0 0,1 0 0 0 0,-1 0 0 0 0,0 1 0 0 0,0-2 0 0 0,1 1 1 0 0,4 0-1 0 0,-5 0 4 0 0,3 0-13 0 0,0-1 1 0 0,0 1-1 0 0,0-1 1 0 0,0 0-1 0 0,0 0 1 0 0,0-1-1 0 0,0 0 1 0 0,9-2-1 0 0,-10 1-7 0 0,5 0 21 0 0,0 0 0 0 0,-1-1 0 0 0,1-1-1 0 0,-1 0 1 0 0,16-9 0 0 0,-18 9-5 0 0,-4 3-4 0 0,0 0 0 0 0,-1 0-1 0 0,1 0 1 0 0,-1-1 0 0 0,1 1-1 0 0,-1-1 1 0 0,1 1 0 0 0,-1-1 0 0 0,3-3-1 0 0,12-12 25 0 0,-11 13-13 0 0,-3 3-6 0 0,-1 0-1 0 0,0-1 1 0 0,0 1 0 0 0,-1-1 0 0 0,1 0-1 0 0,0 1 1 0 0,0-1 0 0 0,-1 0 0 0 0,1 0-1 0 0,-1 0 1 0 0,0 0 0 0 0,2-3 0 0 0,3-4 14 0 0,0 0 1 0 0,-1-1-1 0 0,0 0 1 0 0,-1 0-1 0 0,4-13 1 0 0,-7 18-23 0 0,0 0-1 0 0,0 1 1 0 0,0-1 0 0 0,-1 0-1 0 0,0 0 1 0 0,0 0 0 0 0,0 0-1 0 0,0 1 1 0 0,-1-1-1 0 0,0 0 1 0 0,0 0 0 0 0,0 1-1 0 0,-1-1 1 0 0,1 0 0 0 0,-1 1-1 0 0,-3-6 1 0 0,3 7-19 0 0,1 0 0 0 0,-1 0 0 0 0,0 0 0 0 0,0 1-1 0 0,0-1 1 0 0,-1 0 0 0 0,1 1 0 0 0,0 0 0 0 0,-1 0 0 0 0,0-1 0 0 0,1 1 0 0 0,-1 1 0 0 0,0-1-1 0 0,0 0 1 0 0,0 1 0 0 0,0-1 0 0 0,-1 1 0 0 0,1 0 0 0 0,0 0 0 0 0,0 0 0 0 0,-1 1 0 0 0,1-1-1 0 0,-1 1 1 0 0,1 0 0 0 0,0 0 0 0 0,-1 0 0 0 0,1 0 0 0 0,-1 1 0 0 0,1-1 0 0 0,0 1 0 0 0,-1 0-1 0 0,-3 1 1 0 0,-7 4-153 0 0,1 1 1 0 0,0 0-1 0 0,1 0 0 0 0,0 2 0 0 0,0-1 0 0 0,1 2 0 0 0,0-1 1 0 0,-12 15-1 0 0,8-8-1554 0 0,1 1 0 0 0,-21 35 0 0 0,23-30-2066 0 0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5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231 0 3488 0 0,'0'0'3386'0'0,"-1"5"-2923"0"0,-2 9-256 0 0,0 0 1 0 0,-1 0-1 0 0,-1-1 1 0 0,0 0 0 0 0,-14 25-1 0 0,-46 68-331 0 0,56-92 7 0 0,-83 114-4577 0 0,67-97 1087 0 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6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154 1 2296 0 0,'-15'14'335'0'0,"1"1"0"0"0,1 0 0 0 0,0 2 0 0 0,1-1 0 0 0,0 1 0 0 0,2 1 1 0 0,0 0-1 0 0,1 1 0 0 0,1 0 0 0 0,0 0 0 0 0,-6 28 0 0 0,9-22-153 0 0,1 0 0 0 0,1 1 0 0 0,1-1 0 0 0,1 1 0 0 0,1-1 0 0 0,2 1 0 0 0,0 0 1 0 0,9 36-1 0 0,-2-27-163 0 0,2 0 0 0 0,1-1 1 0 0,1 0-1 0 0,2 0 1 0 0,1-2-1 0 0,2 0 1 0 0,1-1-1 0 0,2-1 0 0 0,1-1 1 0 0,1 0-1 0 0,1-2 1 0 0,1-1-1 0 0,32 25 0 0 0,-20-23-427 0 0,0-1 0 0 0,76 39-1 0 0,-78-50-1416 0 0,70 23-1 0 0,-52-24-1485 0 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6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27 62 3468 0 0,'-5'1'1028'0'0,"-12"3"-149"0"0,13-3 2789 0 0,8 1-3478 0 0,2 0-122 0 0,0-1 1 0 0,0 1-1 0 0,1-1 1 0 0,-1-1 0 0 0,0 1-1 0 0,0-1 1 0 0,1 0-1 0 0,-1-1 1 0 0,11-1-1 0 0,86-11 309 0 0,123-32-1 0 0,-220 43-278 0 0,-1 1 2 0 0,10-3-7 0 0,12-4 66 0 0,-23 9-126 0 0,-12 7-65 0 0,4-5 45 0 0,1-1 0 0 0,0 1-1 0 0,0 0 1 0 0,0 0 0 0 0,1 0 0 0 0,-1 0 0 0 0,1 0 0 0 0,-1 1 0 0 0,1-1 0 0 0,-1 5 0 0 0,-7 8 34 0 0,-4 10-7 0 0,2 1-1 0 0,0 1 1 0 0,1 0-1 0 0,-8 38 1 0 0,-22 130 63 0 0,22-97-797 0 0,14-66-428 0 0,5-28 287 0 0,-2 0-126 0 0,-4 16-50 0 0,5-16-194 0 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6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33 308 1972 0 0,'-3'-3'1348'0'0,"-2"-3"-167"0"0,2 4-833 0 0,0-1 0 0 0,1 0 1 0 0,-1 0-1 0 0,1 0 0 0 0,0-1 0 0 0,0 1 1 0 0,0 0-1 0 0,0-1 0 0 0,-1-3 0 0 0,3 6-325 0 0,0 0 0 0 0,0 0-1 0 0,0 0 1 0 0,0 0-1 0 0,0 0 1 0 0,0-1-1 0 0,0 1 1 0 0,0 0-1 0 0,0 0 1 0 0,1 0-1 0 0,-1 0 1 0 0,0 0-1 0 0,1 0 1 0 0,-1 1-1 0 0,0-1 1 0 0,1 0-1 0 0,0-1 1 0 0,1 0-36 0 0,-1 0 1 0 0,1 0-1 0 0,0 0 0 0 0,0 1 0 0 0,0-1 1 0 0,0 1-1 0 0,0-1 0 0 0,0 1 1 0 0,0 0-1 0 0,4-1 0 0 0,86-34-1671 0 0,120-30-1 0 0,83-30 232 0 0,-283 91 1731 0 0,32-13-719 0 0,-19 12 4708 0 0,-26 11-4102 0 0,-1 13-115 0 0,1-13 287 0 0,-11 10-95 0 0,10-12-202 0 0,-1 0 356 0 0,2 2-230 0 0,0 15 14 0 0,1-15-6 0 0,2 0-3 0 0,4 8 30 0 0,0 0-1 0 0,16 21 1 0 0,-10-15-113 0 0,-1 0 0 0 0,0 0 0 0 0,-2 1 0 0 0,8 22 0 0 0,-14-33-78 0 0,1 24 8 0 0,-7-25-26 0 0,0-4 2 0 0,2 0-55 0 0,-2 0-98 0 0,-2 1-134 0 0,1 0-1 0 0,0 0 1 0 0,-1-1-1 0 0,0 0 1 0 0,0 0-1 0 0,0 0 1 0 0,-1 0-1 0 0,1-1 1 0 0,-1 0-1 0 0,0 0 0 0 0,-10 3 1 0 0,11-4-86 0 0,-5 1 35 0 0,-6-1-2699 0 0,-18-1 83 0 0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6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49 1204 0 0,'26'-13'1248'0'0,"0"3"-332"0"0,-2 0 92 0 0,18-1-108 0 0,-10 6-615 0 0,3 13-1010 0 0,-25 23-4071 0 0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6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367 1 1368 0 0,'-9'0'846'0'0,"-6"1"-545"0"0,1 0 0 0 0,-1 1 0 0 0,1 1 0 0 0,0 0 0 0 0,0 1 0 0 0,0 0 0 0 0,1 1 0 0 0,-21 10 0 0 0,20-6-52 0 0,0 1-1 0 0,1 0 0 0 0,0 0 1 0 0,1 2-1 0 0,0-1 1 0 0,1 2-1 0 0,1-1 1 0 0,-17 26-1 0 0,15-18-30 0 0,2 0 0 0 0,0 1 0 0 0,1 1 1 0 0,1-1-1 0 0,-10 41 0 0 0,11-25-85 0 0,2 0-1 0 0,2 1 1 0 0,0-1 0 0 0,3 1 0 0 0,1 0 0 0 0,2-1-1 0 0,12 59 1 0 0,-7-59-76 0 0,2 0-1 0 0,1-1 1 0 0,27 58-1 0 0,-28-74-104 0 0,1-1 0 0 0,1 0 0 0 0,0-1-1 0 0,1 0 1 0 0,1-1 0 0 0,1-1 0 0 0,28 26 0 0 0,-25-28-157 0 0,0-1-1 0 0,1 0 1 0 0,1-1 0 0 0,0-1-1 0 0,0-1 1 0 0,36 12 0 0 0,-29-14-1145 0 0,1-1 1 0 0,46 6 0 0 0,-18-6-2497 0 0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6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168 1 3028 0 0,'6'0'1068'0'0,"15"1"-86"0"0,-16-1 380 0 0,-3 5-870 0 0,0-1-401 0 0,0 1 0 0 0,-1-1 0 0 0,0 0 0 0 0,1 1 1 0 0,-1-1-1 0 0,-1 1 0 0 0,1 0 0 0 0,-1-1 0 0 0,0 1 0 0 0,0 0 0 0 0,0-1 0 0 0,0 1 1 0 0,-1-1-1 0 0,-2 9 0 0 0,-5 17-143 0 0,-2 0 1 0 0,-2-1 0 0 0,0-1-1 0 0,-2 1 1 0 0,-18 27 0 0 0,13-27-1513 0 0,-1-1-1 0 0,-34 37 1 0 0,28-38-1694 0 0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6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250 28 2908 0 0,'-2'-8'428'0'0,"-1"-11"2975"0"0,-2 19-3075 0 0,-17 0-64 0 0,16 0-30 0 0,1 3-39 0 0,-2 2-80 0 0,-1 0-1 0 0,1 1 0 0 0,0 0 1 0 0,0 0-1 0 0,1 0 1 0 0,0 1-1 0 0,0 0 1 0 0,0 1-1 0 0,1-1 1 0 0,0 1-1 0 0,1 0 1 0 0,0 0-1 0 0,0 0 0 0 0,0 1 1 0 0,1-1-1 0 0,1 1 1 0 0,-4 15-1 0 0,5-20-43 0 0,1 1 0 0 0,0-1-1 0 0,0 1 1 0 0,0 0 0 0 0,0-1-1 0 0,0 1 1 0 0,1-1 0 0 0,0 1 0 0 0,0-1-1 0 0,0 1 1 0 0,1-1 0 0 0,-1 1-1 0 0,1-1 1 0 0,3 4 0 0 0,-1-3-38 0 0,0 0 1 0 0,1 0-1 0 0,0 0 0 0 0,0-1 1 0 0,0 0-1 0 0,0 0 1 0 0,1 0-1 0 0,0-1 0 0 0,0 1 1 0 0,0-2-1 0 0,11 5 1 0 0,34 13 53 0 0,-7-3 64 0 0,83 45 0 0 0,-108-48-92 0 0,-16-12-39 0 0,-1 2-7 0 0,-1-3-8 0 0,0 1-1 0 0,0 0 1 0 0,0 0-1 0 0,0 0 0 0 0,0 0 1 0 0,-1 0-1 0 0,1 0 1 0 0,-1 0-1 0 0,1 0 1 0 0,-1 0-1 0 0,0 0 1 0 0,0 0-1 0 0,0 1 1 0 0,0-1-1 0 0,0 0 1 0 0,0 0-1 0 0,0 0 1 0 0,-1 0-1 0 0,1 0 1 0 0,-1 0-1 0 0,0 0 1 0 0,1 0-1 0 0,-1 0 0 0 0,0 0 1 0 0,0 0-1 0 0,-3 3 1 0 0,0 0-2 0 0,-1 0 0 0 0,0 0-1 0 0,0 0 1 0 0,0-1 0 0 0,0 0 0 0 0,-1 0-1 0 0,0 0 1 0 0,-8 3 0 0 0,-17 7-494 0 0,-1-2 0 0 0,-1-1 0 0 0,0-1 0 0 0,0-2 0 0 0,-1-1 0 0 0,-54 3-1 0 0,74-8-426 0 0,-14-3 37 0 0,7-2-475 0 0,-10-2-598 0 0,24 4-1368 0 0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6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1 102 2164 0 0,'33'-16'1052'0'0,"-5"4"-396"0"0,2 1-116 0 0,8-2-100 0 0,-8 3-180 0 0,-1 2-176 0 0,-1 0-300 0 0,2-1-292 0 0,-4 1-192 0 0,2 2-524 0 0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6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145 0 2308 0 0,'1'4'949'0'0,"4"13"-146"0"0,-4-13-106 0 0,-13 13 549 0 0,-11 19-496 0 0,1 0 0 0 0,1 1 0 0 0,2 2 0 0 0,-26 75 1 0 0,43-106-659 0 0,0 0 1 0 0,0 0-1 0 0,1 1 1 0 0,0-1-1 0 0,0 1 1 0 0,1-1 0 0 0,0 1-1 0 0,0-1 1 0 0,1 1-1 0 0,0-1 1 0 0,1 1 0 0 0,0-1-1 0 0,5 13 1 0 0,-6-18-74 0 0,1 0 0 0 0,0-1 1 0 0,0 0-1 0 0,-1 1 1 0 0,2-1-1 0 0,-1 0 0 0 0,0 0 1 0 0,0 0-1 0 0,1 0 0 0 0,-1 0 1 0 0,1-1-1 0 0,-1 1 1 0 0,1-1-1 0 0,4 2 0 0 0,-4-1-10 0 0,1 0 33 0 0,3-1 1 0 0,2 0-7 0 0,1-1 1 0 0,-1 0-1 0 0,1 0 0 0 0,0-1 0 0 0,-1 0 0 0 0,1 0 0 0 0,-1-1 0 0 0,1-1 0 0 0,11-4 0 0 0,-3-2 150 0 0,0-1 1 0 0,-1-1-1 0 0,-1 0 0 0 0,25-23 0 0 0,-37 31-157 0 0,-2-1 0 0 0,1 0 0 0 0,0 1 0 0 0,-1-1 0 0 0,0-1 0 0 0,1 1 0 0 0,-2 0 0 0 0,1 0 0 0 0,2-9 0 0 0,-3 8-13 0 0,1 1 3 0 0,-2 0 0 0 0,1 0 1 0 0,0-1-1 0 0,-1 1 0 0 0,0 0 0 0 0,0 0 1 0 0,0 0-1 0 0,-1 0 0 0 0,1-1 1 0 0,-1 1-1 0 0,-2-6 0 0 0,2 6-14 0 0,-1-2-25 0 0,0 1-1 0 0,0 0 1 0 0,-1-1 0 0 0,1 1-1 0 0,-1 0 1 0 0,0 1 0 0 0,-1-1 0 0 0,1 0-1 0 0,-1 1 1 0 0,-5-5 0 0 0,-1-1-356 0 0,-1 0 1 0 0,-20-13-1 0 0,18 14-688 0 0,0 1 0 0 0,-1 1-1 0 0,0 0 1 0 0,0 1 0 0 0,-1 0-1 0 0,-27-6 1 0 0,16 7-3364 0 0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222 3 3488 0 0,'8'0'1434'0'0,"-7"0"-1417"0"0,14-2 495 0 0,-1 1 0 0 0,0 1-1 0 0,1 1 1 0 0,-1 0 0 0 0,0 1-1 0 0,0 0 1 0 0,0 1 0 0 0,19 6-1 0 0,-26-5-375 0 0,1 0 0 0 0,-2 0 0 0 0,1 0 0 0 0,0 1-1 0 0,-1 0 1 0 0,0 0 0 0 0,0 0 0 0 0,0 1 0 0 0,-1 0 0 0 0,0 0 0 0 0,0 0-1 0 0,0 1 1 0 0,-1 0 0 0 0,5 9 0 0 0,-5-5-41 0 0,0 0 0 0 0,0 1 0 0 0,-1-1 0 0 0,-1 1 0 0 0,0 0 0 0 0,0 0-1 0 0,-1 0 1 0 0,-1 21 0 0 0,-2-4-56 0 0,-2 0 1 0 0,-1-1-1 0 0,-2 0 0 0 0,0 0 0 0 0,-2 0 0 0 0,-1-1 0 0 0,-15 29 0 0 0,0-7-475 0 0,-3-2 0 0 0,-2 0 0 0 0,-48 57 0 0 0,-125 111-5829 0 0,144-159 1565 0 0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7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359 101 3900 0 0,'2'-7'849'0'0,"0"-1"0"0"0,-1 0 0 0 0,0 0 0 0 0,0-16 0 0 0,-1 22-769 0 0,0 1-1 0 0,-1-1 1 0 0,1 0 0 0 0,-1 0 0 0 0,0 0 0 0 0,1 0-1 0 0,-1 0 1 0 0,0 1 0 0 0,0-1 0 0 0,0 0 0 0 0,-1 1-1 0 0,1-1 1 0 0,0 1 0 0 0,-1-1 0 0 0,1 1 0 0 0,0 0-1 0 0,-1 0 1 0 0,0-1 0 0 0,-2 0 0 0 0,1 0-21 0 0,0 0 0 0 0,0 1 1 0 0,-1-1-1 0 0,1 1 0 0 0,0 0 1 0 0,-1 0-1 0 0,1 0 0 0 0,0 0 0 0 0,-1 1 1 0 0,1 0-1 0 0,-5-1 0 0 0,-5 3 91 0 0,0 0-1 0 0,1 0 1 0 0,-1 1 0 0 0,1 1-1 0 0,0 0 1 0 0,0 1-1 0 0,0 0 1 0 0,0 1-1 0 0,1 0 1 0 0,0 0-1 0 0,0 2 1 0 0,1-1 0 0 0,-15 14-1 0 0,12-9 12 0 0,1 0 0 0 0,0 1 0 0 0,1 1 0 0 0,1 0 0 0 0,0 0 0 0 0,0 1 0 0 0,2 0 1 0 0,0 1-1 0 0,-10 26 0 0 0,16-35-79 0 0,1-5-68 0 0,0 0 0 0 0,0 1 0 0 0,0-1 0 0 0,1 1 0 0 0,-1-1-1 0 0,1 0 1 0 0,-1 1 0 0 0,1-1 0 0 0,0 1 0 0 0,0 0 0 0 0,1 2 0 0 0,0 11 105 0 0,-1-6-139 0 0,1 0-1 0 0,0-1 1 0 0,1 1-1 0 0,0 0 0 0 0,1-1 1 0 0,0 0-1 0 0,0 1 0 0 0,1-1 1 0 0,0-1-1 0 0,1 1 1 0 0,0 0-1 0 0,0-1 0 0 0,0 0 1 0 0,1 0-1 0 0,1-1 1 0 0,-1 0-1 0 0,1 0 0 0 0,1 0 1 0 0,-1-1-1 0 0,1 0 1 0 0,10 6-1 0 0,-5-5-827 0 0,1-1 0 0 0,1-1 0 0 0,-1 0 0 0 0,1 0 0 0 0,0-1 0 0 0,0-1 0 0 0,0-1 0 0 0,0 0 0 0 0,0-1 0 0 0,1-1 0 0 0,26-2 0 0 0,-34 2-3008 0 0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7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154 111 3200 0 0,'0'0'936'0'0,"1"-4"-43"0"0,3-15-87 0 0,-4 15 435 0 0,1-1-702 0 0,1-14-47 0 0,-1 15 384 0 0,0-1-513 0 0,21-33 869 0 0,-19 35-882 0 0,1 1-222 0 0,13-4-33 0 0,-13 4 80 0 0,1 2-116 0 0,29 7 45 0 0,-33-6-99 0 0,1-1 0 0 0,0 1 1 0 0,0 0-1 0 0,0 0 0 0 0,-1 0 0 0 0,1 0 0 0 0,0 0 0 0 0,-1 0 1 0 0,1 1-1 0 0,-1-1 0 0 0,0 0 0 0 0,1 1 0 0 0,-1-1 1 0 0,0 1-1 0 0,0-1 0 0 0,0 1 0 0 0,0 0 0 0 0,0 0 0 0 0,0-1 1 0 0,1 4-1 0 0,2 14-3 0 0,-2-14-32 0 0,-3 1-40 0 0,-2 14 91 0 0,0 0 0 0 0,-2 0 0 0 0,-8 22 0 0 0,11-37-31 0 0,0-1-8 0 0,-5 15-51 0 0,-6 3 1143 0 0,13-22-1073 0 0,0 0 0 0 0,1 1 1 0 0,-1-1-1 0 0,0 0 0 0 0,1 0 0 0 0,-1 0 0 0 0,0 0 0 0 0,0 0 1 0 0,1 0-1 0 0,-1 1 0 0 0,0-1 0 0 0,0 0 0 0 0,1 0 0 0 0,-1 0 1 0 0,0 1-1 0 0,0-1 0 0 0,0 0 0 0 0,1 0 0 0 0,-1 1 0 0 0,0-1 1 0 0,0 0-1 0 0,0 0 0 0 0,0 1 0 0 0,0-1 0 0 0,0 0 0 0 0,1 1 1 0 0,-1-1-1 0 0,0 0 0 0 0,0 0 0 0 0,0 1 0 0 0,0-1 0 0 0,0 0 1 0 0,0 1-1 0 0,0 0 0 0 0,0-1 1 0 0,0 1 0 0 0,0-1-1 0 0,0 1 1 0 0,0-1 0 0 0,0 1 0 0 0,0-1-1 0 0,0 0 1 0 0,1 1 0 0 0,-1-1-1 0 0,0 1 1 0 0,0-1 0 0 0,1 1-1 0 0,-1-1 1 0 0,0 1 0 0 0,1-1-1 0 0,-1 0 1 0 0,0 1 0 0 0,1-1-1 0 0,-1 0 1 0 0,1 1 0 0 0,-1-1-1 0 0,0 0 1 0 0,1 0 0 0 0,-1 1-1 0 0,1-1 1 0 0,-1 0 0 0 0,1 0-1 0 0,-1 0 1 0 0,1 1 0 0 0,-1-1-1 0 0,1 0 1 0 0,-1 0 0 0 0,1 0-1 0 0,-1 0 1 0 0,1 0 0 0 0,-1 0-1 0 0,1 0 1 0 0,0-1 0 0 0,25-1 8 0 0,-13 1 12 0 0,-5 0-21 0 0,1 0 0 0 0,0 0 0 0 0,0 1 0 0 0,0 0 1 0 0,-1 0-1 0 0,1 1 0 0 0,0 1 0 0 0,0-1 0 0 0,16 6 0 0 0,-13-3 6 0 0,-6-2-5 0 0,0 1-1 0 0,0-1 1 0 0,0 1 0 0 0,0 0 0 0 0,9 7-1 0 0,-13-9-1 0 0,1 1-7 0 0,0 2-45 0 0,-2-1 16 0 0,0-1 24 0 0,-1-1 1 0 0,1 1 0 0 0,0-1 0 0 0,-1 0 0 0 0,1 0 0 0 0,0 1 0 0 0,0-1 0 0 0,0 0 0 0 0,0 0 0 0 0,0 0 0 0 0,0 0 0 0 0,2 2-1 0 0,-3 2 56 0 0,0 0-33 0 0,0-4-8 0 0,0 1 0 0 0,0-1-1 0 0,0 1 1 0 0,-1-1 0 0 0,1 1-1 0 0,0-1 1 0 0,-1 1 0 0 0,1-1 0 0 0,0 1-1 0 0,-1-1 1 0 0,0 1 0 0 0,1-1-1 0 0,-1 0 1 0 0,-1 2 0 0 0,-18 30 26 0 0,11-26-28 0 0,1-2 3 0 0,-7 8 1 0 0,-2-2 0 0 0,1 0 0 0 0,-1-1 0 0 0,-1 0 0 0 0,-25 9 0 0 0,32-15-39 0 0,1-1 0 0 0,-1 0 0 0 0,0-1 1 0 0,0 0-1 0 0,-15 0 0 0 0,17-1-39 0 0,6 0 28 0 0,0-1 0 0 0,-1 1 0 0 0,1-1-1 0 0,0 0 1 0 0,-1 0 0 0 0,1 0 0 0 0,0 0-1 0 0,0 0 1 0 0,-5-2 0 0 0,0 0-69 0 0,2 2-10 0 0,0 0-1 0 0,0-1 0 0 0,0 0 0 0 0,0 0 1 0 0,1-1-1 0 0,-1 1 0 0 0,0-1 0 0 0,1-1 0 0 0,0 1 1 0 0,-1-1-1 0 0,-7-5 0 0 0,13 8 112 0 0,-8-5-483 0 0,0-1-1 0 0,0 0 0 0 0,0-1 0 0 0,1 0 1 0 0,0 0-1 0 0,0-1 0 0 0,1 1 1 0 0,0-1-1 0 0,1-1 0 0 0,0 1 0 0 0,0-1 1 0 0,-6-13-1 0 0,1-7-3302 0 0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7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32 141 3668 0 0,'0'0'2542'0'0,"-5"1"-1523"0"0,-16 4-130 0 0,16-4 1797 0 0,10 0-2388 0 0,16 2 37 0 0,-1-1-1 0 0,1-1 1 0 0,-1-1-1 0 0,26-3 0 0 0,95-14 319 0 0,-97 10-513 0 0,-36 6-146 0 0,228-37-82 0 0,-184 27-1621 0 0,-1-2-1 0 0,74-30 1 0 0,-84 22-2280 0 0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7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147 2 2128 0 0,'0'0'2465'0'0,"-6"1"-1501"0"0,1-2-671 0 0,3 0-190 0 0,1 1 0 0 0,-1 0 0 0 0,1 0 1 0 0,-1 0-1 0 0,0-1 0 0 0,1 2 0 0 0,-1-1 0 0 0,0 0 0 0 0,1 0 0 0 0,-1 0 1 0 0,1 1-1 0 0,-1-1 0 0 0,0 1 0 0 0,1-1 0 0 0,-1 1 0 0 0,1 0 1 0 0,-3 1-1 0 0,-6 4 209 0 0,0 0-1 0 0,1 1 1 0 0,-1 1 0 0 0,2 0 0 0 0,-1 0 0 0 0,1 0 0 0 0,0 1-1 0 0,1 0 1 0 0,-11 18 0 0 0,15-23-195 0 0,2 1-7 0 0,-2 13-20 0 0,2-13-18 0 0,3-1-5 0 0,0 0-56 0 0,0-1 0 0 0,0 0 0 0 0,1 1 0 0 0,-1-1-1 0 0,1 0 1 0 0,0-1 0 0 0,0 1 0 0 0,0 0 0 0 0,0-1 0 0 0,0 0 0 0 0,0 1 0 0 0,7 2-1 0 0,-3-2-1 0 0,1 0 0 0 0,-1-1 0 0 0,1 0 0 0 0,0 0 0 0 0,0 0 0 0 0,9-1 0 0 0,14 1 3 0 0,9-3-2 0 0,20-2-11 0 0,-52 1 0 0 0,-3 1-5 0 0,1 0-5 0 0,17-2 15 0 0,-17 2 44 0 0,-7 5-57 0 0,-1 1 10 0 0,0 0 0 0 0,0-1 1 0 0,0 1-1 0 0,-1-1 0 0 0,0 0 0 0 0,0 0 0 0 0,0 0 1 0 0,0 0-1 0 0,-1 0 0 0 0,1-1 0 0 0,-1 1 1 0 0,0-1-1 0 0,-6 4 0 0 0,-10 9 0 0 0,3 2-25 0 0,1 0 1 0 0,0 1-1 0 0,2 0 1 0 0,-18 30-1 0 0,29-43-164 0 0,0 0-1 0 0,1 0 0 0 0,0 1 1 0 0,-1-1-1 0 0,2 0 1 0 0,-1 1-1 0 0,0 11 1 0 0,1-14-55 0 0,1-1 0 0 0,1 1 0 0 0,-1-1 1 0 0,0 0-1 0 0,1 1 0 0 0,0-1 0 0 0,0 0 0 0 0,0 1 0 0 0,0-1 1 0 0,0 0-1 0 0,1 0 0 0 0,0 0 0 0 0,-1 0 0 0 0,4 4 0 0 0,-4-5 43 0 0,7 6-2038 0 0,17 9-1564 0 0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7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799 180 2848 0 0,'-9'-67'2576'0'0,"7"62"-2467"0"0,0-1 0 0 0,0 1-1 0 0,0 0 1 0 0,0-1-1 0 0,-1 1 1 0 0,0 1 0 0 0,0-1-1 0 0,-1 0 1 0 0,1 1-1 0 0,-1-1 1 0 0,0 1-1 0 0,0 0 1 0 0,0 1 0 0 0,-1-1-1 0 0,1 1 1 0 0,-1-1-1 0 0,0 1 1 0 0,-9-4-1 0 0,3 2 1 0 0,0 1-1 0 0,0 0 1 0 0,-1 1-1 0 0,1 0 1 0 0,-1 1-1 0 0,1 0 1 0 0,-19 0-1 0 0,5 2 41 0 0,-1 2 0 0 0,1 1 0 0 0,0 0 0 0 0,0 2 0 0 0,0 1 0 0 0,0 2-1 0 0,1 0 1 0 0,1 1 0 0 0,-1 1 0 0 0,-27 17 0 0 0,25-11-20 0 0,0 1 0 0 0,0 1 0 0 0,2 1 0 0 0,0 1 0 0 0,2 1 0 0 0,0 2 0 0 0,1 0 0 0 0,-19 28 0 0 0,28-32-47 0 0,0 1 1 0 0,2-1 0 0 0,0 2-1 0 0,1 0 1 0 0,-11 41 0 0 0,19-58-74 0 0,0-1 0 0 0,0 1 0 0 0,1 0 0 0 0,-1-1 0 0 0,1 1 0 0 0,0 0 1 0 0,0 0-1 0 0,1 4 0 0 0,0 1 6 0 0,-2-6-11 0 0,1 0 0 0 0,0 1 0 0 0,0-1 0 0 0,0 0 0 0 0,0 0 0 0 0,1 0 0 0 0,-1 0-1 0 0,1 0 1 0 0,0 0 0 0 0,0 0 0 0 0,0 0 0 0 0,2 3 0 0 0,1 4 5 0 0,-2-4-6 0 0,-1-1 1 0 0,2 1-1 0 0,-1-1 1 0 0,1 1-1 0 0,0-1 0 0 0,0 0 1 0 0,0 0-1 0 0,0-1 0 0 0,1 1 1 0 0,0-1-1 0 0,0 1 0 0 0,0-1 1 0 0,1 0-1 0 0,0-1 0 0 0,-1 1 1 0 0,1-1-1 0 0,0 0 1 0 0,1 0-1 0 0,-1 0 0 0 0,0-1 1 0 0,1 0-1 0 0,-1 0 0 0 0,1 0 1 0 0,0-1-1 0 0,7 1 0 0 0,-3 0-1 0 0,-6 0-3 0 0,0-2 1 0 0,0 1-1 0 0,0 0 1 0 0,1-1-1 0 0,-1 0 0 0 0,0 0 1 0 0,0 0-1 0 0,5-1 0 0 0,17-2-38 0 0,0 0-1 0 0,0-2 0 0 0,-1-1 0 0 0,0-1 0 0 0,0-1 1 0 0,-1-2-1 0 0,0 0 0 0 0,29-18 0 0 0,-32 17-59 0 0,-1-2 0 0 0,0-1-1 0 0,-1 0 1 0 0,-1-1 0 0 0,0-2-1 0 0,-2 1 1 0 0,1-2 0 0 0,-2 0-1 0 0,23-36 1 0 0,-34 46 82 0 0,0 0 0 0 0,0 0 0 0 0,0 0-1 0 0,-1-1 1 0 0,-1 0 0 0 0,0 1 0 0 0,0-1 0 0 0,0 0 0 0 0,-1 0 0 0 0,-1 0-1 0 0,1 0 1 0 0,-2 0 0 0 0,1 0 0 0 0,-1-1 0 0 0,0 2 0 0 0,-5-18 0 0 0,5 23 1 0 0,-1-1 0 0 0,1 0 0 0 0,-1 0 0 0 0,0 1 0 0 0,0-1 0 0 0,0 1 0 0 0,0 0 0 0 0,-1-1 0 0 0,1 1 1 0 0,-1 0-1 0 0,0 1 0 0 0,-3-4 0 0 0,-1-1 20 0 0,0 0 32 0 0,6 5-32 0 0,-1 0 0 0 0,0 0 0 0 0,0 1 1 0 0,0-1-1 0 0,0 1 0 0 0,0-1 0 0 0,0 1 1 0 0,-1-1-1 0 0,1 1 0 0 0,0 0 0 0 0,-1 0 1 0 0,1 0-1 0 0,-6 0 0 0 0,1-2 12 0 0,-1 0 0 0 0,0 1 0 0 0,0 1 0 0 0,0-1 0 0 0,0 1 0 0 0,0 1 0 0 0,0-1 0 0 0,0 1 0 0 0,-1 1-1 0 0,1 0 1 0 0,0 0 0 0 0,0 0 0 0 0,0 1 0 0 0,1 0 0 0 0,-1 1 0 0 0,0-1 0 0 0,1 1 0 0 0,-1 1 0 0 0,1 0 0 0 0,0 0 0 0 0,0 0-1 0 0,1 1 1 0 0,-9 7 0 0 0,5-2 24 0 0,1-1 0 0 0,1 1 1 0 0,0 1-1 0 0,1-1 0 0 0,0 1 0 0 0,0 1 0 0 0,1-1 0 0 0,0 1 0 0 0,1 0 0 0 0,1 0 0 0 0,0 1 0 0 0,1-1 0 0 0,0 1 0 0 0,0 0 1 0 0,2 0-1 0 0,0 0 0 0 0,0 23 0 0 0,2-23-80 0 0,-1-1 1 0 0,2 1 0 0 0,0-1-1 0 0,0 1 1 0 0,1-1-1 0 0,1 0 1 0 0,0 0-1 0 0,1 0 1 0 0,0 0 0 0 0,0-1-1 0 0,1 0 1 0 0,1 0-1 0 0,0-1 1 0 0,0 1 0 0 0,1-2-1 0 0,1 1 1 0 0,-1-1-1 0 0,12 9 1 0 0,-14-14-205 0 0,0-1 0 0 0,0 0 0 0 0,1 0-1 0 0,-1 0 1 0 0,1 0 0 0 0,0-1 0 0 0,-1 0 0 0 0,12 1 0 0 0,-12-2 169 0 0,2 0-217 0 0,0 1 0 0 0,0-2 0 0 0,0 1 0 0 0,0-1 0 0 0,0 0 0 0 0,0-1-1 0 0,12-2 1 0 0,-13 2 180 0 0,4-1-205 0 0,0 0 0 0 0,0-1 0 0 0,0 0-1 0 0,-1-1 1 0 0,1 0 0 0 0,16-9 0 0 0,-23 11 164 0 0,8-4 28 0 0,-1-1 1 0 0,1 0-1 0 0,-1-1 0 0 0,-1 0 0 0 0,0 0 1 0 0,0-1-1 0 0,12-15 0 0 0,-11 10 561 0 0,-1 0 0 0 0,0-1 0 0 0,-1-1 0 0 0,-1 0 0 0 0,7-17 0 0 0,3-10 966 0 0,-17 40-1050 0 0,3-3 68 0 0,-4 6-378 0 0,0-1 1 0 0,0 1-1 0 0,0 0 0 0 0,0-1 1 0 0,0 1-1 0 0,0 0 0 0 0,0-1 1 0 0,0 1-1 0 0,0 0 0 0 0,0 0 1 0 0,0-1-1 0 0,0 1 0 0 0,1 0 1 0 0,-1-1-1 0 0,0 1 0 0 0,0 0 1 0 0,0 0-1 0 0,1-1 1 0 0,-1 1-1 0 0,0 0 0 0 0,0 0 1 0 0,0-1-1 0 0,1 1 0 0 0,-1 0 1 0 0,0 0-1 0 0,0 0 0 0 0,1-1 1 0 0,-1 1-1 0 0,0 0 0 0 0,1 0 1 0 0,-1 0-1 0 0,0 0 0 0 0,1 0 1 0 0,-1 0-1 0 0,0 0 0 0 0,1 0 1 0 0,-1 0-1 0 0,1 33 162 0 0,-1 0-1 0 0,-10 65 0 0 0,-1 5-261 0 0,11-94-23 0 0,-3 109-1593 0 0,10-46-2600 0 0,-5-64 989 0 0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7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480 235 3296 0 0,'3'-6'288'0'0,"-1"-1"0"0"0,0 1 0 0 0,0 0-1 0 0,-1-1 1 0 0,0 0 0 0 0,0 1 0 0 0,0-1 0 0 0,-1 0-1 0 0,0 0 1 0 0,0 1 0 0 0,-1-1 0 0 0,1 0-1 0 0,-1 1 1 0 0,-1-1 0 0 0,0 1 0 0 0,0-1 0 0 0,0 1-1 0 0,0-1 1 0 0,-1 1 0 0 0,0 0 0 0 0,-1 1-1 0 0,1-1 1 0 0,-6-6 0 0 0,3 4-190 0 0,1 1-1 0 0,-2 1 1 0 0,1-1-1 0 0,0 1 1 0 0,-1 0 0 0 0,0 1-1 0 0,-14-9 1 0 0,16 12-79 0 0,-1-1 0 0 0,1 1 1 0 0,-1 0-1 0 0,0 0 0 0 0,1 1 0 0 0,-1 0 0 0 0,0 0 0 0 0,0 0 1 0 0,0 1-1 0 0,0-1 0 0 0,0 1 0 0 0,0 1 0 0 0,-9 1 0 0 0,1 1-1 0 0,1 1 0 0 0,-1 0 0 0 0,1 1 0 0 0,0 1 0 0 0,0 0 0 0 0,1 1 0 0 0,0 0 0 0 0,0 1 0 0 0,1 0 0 0 0,0 1 0 0 0,0 0-1 0 0,1 1 1 0 0,-17 19 0 0 0,13-12 2 0 0,1 2 0 0 0,0-1-1 0 0,1 1 1 0 0,1 1 0 0 0,1 0 0 0 0,1 1-1 0 0,-13 39 1 0 0,21-56-11 0 0,-2 5-15 0 0,0 1 1 0 0,1-1 0 0 0,0 1 0 0 0,1 0-1 0 0,0 0 1 0 0,1-1 0 0 0,0 1 0 0 0,2 20-1 0 0,8 14 46 0 0,-6-35-46 0 0,1-2 1 0 0,-5-5-3 0 0,1 0-1 0 0,0 0 1 0 0,0 0-1 0 0,0-1 1 0 0,0 1 0 0 0,0 0-1 0 0,0 0 1 0 0,1 0-1 0 0,-1-1 1 0 0,0 1 0 0 0,1-1-1 0 0,2 3 1 0 0,0 0-25 0 0,-1-2-7 0 0,0 1 0 0 0,-1-1 0 0 0,1 0 0 0 0,0 1 0 0 0,0-2 0 0 0,1 1 0 0 0,-1 0 0 0 0,0 0 0 0 0,0-1 0 0 0,1 0-1 0 0,-1 0 1 0 0,1 0 0 0 0,-1 0 0 0 0,6 0 0 0 0,-6 0 22 0 0,-1 0-1 0 0,0-1-1 0 0,0 1 1 0 0,0-1-1 0 0,1 0 1 0 0,-1 1-1 0 0,0-1 1 0 0,0 0-1 0 0,0 0 1 0 0,0 0-1 0 0,0 0 1 0 0,0-1-1 0 0,0 1 1 0 0,4-2-1 0 0,0 1-45 0 0,8-1-9 0 0,0-1 1 0 0,-1 0-1 0 0,0-1 1 0 0,1 0 0 0 0,-1-1-1 0 0,-1 0 1 0 0,1-1 0 0 0,-1-1-1 0 0,0 0 1 0 0,0 0-1 0 0,-1-1 1 0 0,0-1 0 0 0,0 0-1 0 0,-1 0 1 0 0,13-17 0 0 0,-18 20 83 0 0,-1 0 0 0 0,1 0 0 0 0,-2 0 0 0 0,1 0 1 0 0,-1-1-1 0 0,0 1 0 0 0,0-1 0 0 0,0 0 1 0 0,-1 0-1 0 0,-1 0 0 0 0,1 0 0 0 0,-1 0 0 0 0,0 0 1 0 0,0-1-1 0 0,-1 1 0 0 0,0 0 0 0 0,-1-1 1 0 0,1 1-1 0 0,-1 0 0 0 0,-3-9 0 0 0,3 12 20 0 0,0 0-1 0 0,0 1 1 0 0,0-1 0 0 0,-1 0-1 0 0,0 1 1 0 0,0-1 0 0 0,0 1-1 0 0,0-1 1 0 0,-4-4 0 0 0,2 3 23 0 0,1 2 42 0 0,3 3-91 0 0,-1 0 0 0 0,1 0 1 0 0,0 0-1 0 0,-1 0 0 0 0,1 0 0 0 0,-1-1 0 0 0,1 1 1 0 0,-1 0-1 0 0,1 0 0 0 0,0 0 0 0 0,-1 0 0 0 0,1-1 1 0 0,-1 1-1 0 0,1 0 0 0 0,0 0 0 0 0,-1-1 0 0 0,1 1 1 0 0,0 0-1 0 0,-1-1 0 0 0,1 1 0 0 0,0 0 0 0 0,0-1 1 0 0,-1 1-1 0 0,1 0 0 0 0,0-1 0 0 0,0 1 0 0 0,-1-1 1 0 0,1 0 5 0 0,0 0 1 0 0,-1 1-1 0 0,1-1 1 0 0,0 1 0 0 0,-1-1-1 0 0,1 1 1 0 0,0-1-1 0 0,-1 1 1 0 0,1-1 0 0 0,-1 1-1 0 0,1 0 1 0 0,-1-1-1 0 0,1 1 1 0 0,-1 0 0 0 0,1-1-1 0 0,-1 1 1 0 0,1 0-1 0 0,-1-1 1 0 0,1 1 0 0 0,-1 0-1 0 0,0 0 1 0 0,1 0-1 0 0,-1 0 1 0 0,1-1 0 0 0,-1 1-1 0 0,0 0 1 0 0,1 0-1 0 0,-1 0 1 0 0,0 0 0 0 0,1 1-1 0 0,-1-1 1 0 0,1 0-1 0 0,-2 0 1 0 0,-1 1-26 0 0,0-1 45 0 0,0 0-1 0 0,1 0 1 0 0,-1 0 0 0 0,1 1 0 0 0,-1-1 0 0 0,0 1-1 0 0,1 0 1 0 0,-1-1 0 0 0,1 1 0 0 0,-1 0-1 0 0,1 1 1 0 0,0-1 0 0 0,-1 0 0 0 0,1 1 0 0 0,0-1-1 0 0,0 1 1 0 0,0 0 0 0 0,-2 3 0 0 0,-3 5 19 0 0,1 1 0 0 0,1 0 0 0 0,0 1 0 0 0,0-1 0 0 0,1 1 0 0 0,1 0 0 0 0,0 0 0 0 0,1 0 0 0 0,0 1 0 0 0,1-1 0 0 0,0 0 0 0 0,1 1 0 0 0,1 13 0 0 0,1-8-147 0 0,1-1 0 0 0,0 0 0 0 0,2 0-1 0 0,0 0 1 0 0,1 0 0 0 0,0-1-1 0 0,1 0 1 0 0,1 0 0 0 0,12 17 0 0 0,-17-29-83 0 0,0 0 0 0 0,0 0 0 0 0,0 0 0 0 0,1-1 0 0 0,0 1 0 0 0,0-1-1 0 0,0 0 1 0 0,0 0 0 0 0,0-1 0 0 0,9 5 0 0 0,-8-4-12 0 0,0-1-31 0 0,0 0-1 0 0,-1-1 0 0 0,1 1 0 0 0,0-1 1 0 0,0 0-1 0 0,1 0 0 0 0,-1 0 0 0 0,0-1 1 0 0,0 0-1 0 0,7 0 0 0 0,-7-1 69 0 0,-2 2 44 0 0,-1-1 0 0 0,0 0 0 0 0,0 1 1 0 0,1-1-1 0 0,-1-1 0 0 0,0 1 0 0 0,1 0 0 0 0,-1 0 0 0 0,0-1 0 0 0,0 1 0 0 0,4-2 0 0 0,14-5-1825 0 0,10-3-700 0 0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7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 9 1560 0 0,'5'-2'758'0'0,"15"-3"-105"0"0,-15 3 456 0 0,0 4-641 0 0,14 5-66 0 0,-14-6 301 0 0,-4 4-391 0 0,0 2-176 0 0,0 0 0 0 0,-1 0 0 0 0,0 0 0 0 0,0 0 0 0 0,-1 0 0 0 0,0 0 0 0 0,0 0 1 0 0,-1 0-1 0 0,0 0 0 0 0,0 0 0 0 0,-5 10 0 0 0,-3 5 565 0 0,-25 39-1 0 0,27-50-337 0 0,3 4 295 0 0,10 4-376 0 0,-3-15-236 0 0,-2-4-43 0 0,0 1 0 0 0,0-1 0 0 0,0 0 0 0 0,0 0 0 0 0,0 1 0 0 0,0-1 0 0 0,0 0 0 0 0,0 0 1 0 0,1 1-1 0 0,-1-1 0 0 0,0 0 0 0 0,0 0 0 0 0,0 0 0 0 0,0 1 0 0 0,0-1 0 0 0,0 0 0 0 0,1 0 1 0 0,-1 0-1 0 0,0 0 0 0 0,0 1 0 0 0,0-1 0 0 0,1 0 0 0 0,-1 0 0 0 0,0 0 0 0 0,0 0 0 0 0,0 0 0 0 0,1 0 1 0 0,-1 0-1 0 0,0 1 0 0 0,0-1 0 0 0,1 0 0 0 0,-1 0 0 0 0,0 0 0 0 0,0 0 0 0 0,1 0 0 0 0,-1 0 1 0 0,0 0-1 0 0,24 2 43 0 0,0 0 0 0 0,0-1 1 0 0,44-5-1 0 0,82-18-172 0 0,-118 17 19 0 0,263-52-1795 0 0,-70 13-2883 0 0,-167 34 1094 0 0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7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74 0 2948 0 0,'0'0'5125'0'0,"-2"3"-4679"0"0,-1 1-336 0 0,1 1 0 0 0,-1-1 0 0 0,1 1 0 0 0,0-1 0 0 0,1 1 1 0 0,-1 0-1 0 0,1 0 0 0 0,0 0 0 0 0,0 0 0 0 0,1 0 0 0 0,-1 0 0 0 0,1 5 0 0 0,-1 10 74 0 0,-48 318 149 0 0,47-302-1673 0 0,2-30 226 0 0,0 0-285 0 0,3 18-1029 0 0,-3-18-1718 0 0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7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111 1 3128 0 0,'0'0'4280'0'0,"-5"0"-4084"0"0,-15 2 124 0 0,15-1 35 0 0,2 3-29 0 0,-32 55 1198 0 0,33-55-1238 0 0,1-2-220 0 0,0 0-1 0 0,0 0 1 0 0,0 0-1 0 0,0 0 1 0 0,0 1-1 0 0,0-1 1 0 0,1 0-1 0 0,-1 1 1 0 0,1-1 0 0 0,-1 0-1 0 0,1 5 1 0 0,0-2 68 0 0,0 0 0 0 0,0 0 1 0 0,0 0-1 0 0,1 0 0 0 0,0 0 1 0 0,0 0-1 0 0,0 0 1 0 0,1 0-1 0 0,-1 0 0 0 0,1-1 1 0 0,4 8-1 0 0,-2-7-54 0 0,0 0 0 0 0,1 0 0 0 0,-1-1 0 0 0,1 0 0 0 0,0 0 0 0 0,0 0 0 0 0,0-1 0 0 0,0 1 0 0 0,1-1 1 0 0,7 2-1 0 0,15 9 9 0 0,-9-6-49 0 0,1 2 1 0 0,-2 0-1 0 0,1 1 1 0 0,25 20-1 0 0,-41-27-54 0 0,4 17 69 0 0,-5-16 143 0 0,-9 12-246 0 0,4-13 16 0 0,1-1-1 0 0,-1 0 0 0 0,1 0 0 0 0,-1 0 0 0 0,0-1 1 0 0,0 1-1 0 0,0-1 0 0 0,-1 0 0 0 0,1 0 0 0 0,0 0 1 0 0,-1 0-1 0 0,-4 2 0 0 0,6-4 21 0 0,-6 5-230 0 0,-1-1 1 0 0,0 0-1 0 0,1 0 1 0 0,-2-1-1 0 0,-15 3 1 0 0,17-4 104 0 0,-2 0-563 0 0,0 1 1 0 0,-1-2-1 0 0,1 1 0 0 0,-1-1 0 0 0,-20-1 0 0 0,27-1 491 0 0,-11 0-2629 0 0,-20-4-2029 0 0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7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1 141 2624 0 0,'31'-20'1070'0'0,"1"1"0"0"0,0 1 0 0 0,2 2 0 0 0,0 2-1 0 0,1 1 1 0 0,0 1 0 0 0,53-10 0 0 0,-74 20-744 0 0,-1 0-1 0 0,28 0 1 0 0,-36 2-171 0 0,-3 1-137 0 0,0-1 0 0 0,0 1 0 0 0,0 0 0 0 0,0-1-1 0 0,0 0 1 0 0,0 1 0 0 0,0-1 0 0 0,0 0 0 0 0,0 0 0 0 0,4 0-1 0 0,0 0 24 0 0,1 1 92 0 0,-3 2-29 0 0,12 9-12 0 0,-12-9-20 0 0,-2 2-6 0 0,-1 0-52 0 0,0 1 0 0 0,0 0 0 0 0,-1-1 0 0 0,0 1 0 0 0,0 0 1 0 0,0-1-1 0 0,0 1 0 0 0,-1 0 0 0 0,0-1 0 0 0,-2 8 1 0 0,-24 60 63 0 0,2-9-28 0 0,10-9-6 0 0,14-50-26 0 0,2 0-2 0 0,0-3-17 0 0,-1 1 1 0 0,1-1-1 0 0,0 1 1 0 0,0-1 0 0 0,0 0-1 0 0,0 1 1 0 0,1-1 0 0 0,-1 0-1 0 0,1 0 1 0 0,-1 0-1 0 0,1 0 1 0 0,0 0 0 0 0,2 3-1 0 0,0-3-7 0 0,1-1-88 0 0,7 1 124 0 0,0-1 0 0 0,1-1 0 0 0,-1 0 0 0 0,0 0 0 0 0,1-2 0 0 0,-1 1 1 0 0,0-2-1 0 0,0 1 0 0 0,0-2 0 0 0,0 1 0 0 0,-1-2 0 0 0,1 1 0 0 0,-1-2 0 0 0,0 1 0 0 0,18-14 0 0 0,-27 17-6 0 0,0 0-1 0 0,0 0 1 0 0,0 0 0 0 0,0-1-1 0 0,-1 1 1 0 0,1-1 0 0 0,-1 1 0 0 0,1-1-1 0 0,-1 1 1 0 0,0-1 0 0 0,0 0-1 0 0,0 1 1 0 0,-1-1 0 0 0,1 0 0 0 0,0-5-1 0 0,-1 1 1 0 0,-1 0-1 0 0,0 0 0 0 0,-1-1 0 0 0,1 1 0 0 0,-1 0 1 0 0,-1 0-1 0 0,1 1 0 0 0,-1-1 0 0 0,0 0 1 0 0,-1 1-1 0 0,1 0 0 0 0,-9-10 0 0 0,-28-31-567 0 0,33 40 154 0 0,-1 0 0 0 0,1 0 0 0 0,-1 1 0 0 0,0 0 0 0 0,-12-5 0 0 0,14 7 245 0 0,-3-1-1001 0 0,-1 0-1 0 0,0 0 1 0 0,0 1-1 0 0,-20-5 0 0 0,22 7 210 0 0,1-1-3637 0 0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4 2736 0 0,'24'-2'917'0'0,"-1"1"0"0"0,1 0 0 0 0,-1 2-1 0 0,1 1 1 0 0,-1 1 0 0 0,1 0 0 0 0,-1 2 0 0 0,23 8 0 0 0,-35-9-749 0 0,0 0 0 0 0,-1 1 1 0 0,0 0-1 0 0,1 1 0 0 0,-2 0 1 0 0,1 1-1 0 0,-1 0 0 0 0,0 0 1 0 0,0 1-1 0 0,-1 0 0 0 0,0 0 1 0 0,-1 1-1 0 0,0 0 0 0 0,0 0 1 0 0,-1 1-1 0 0,0 0 0 0 0,0 0 1 0 0,5 15-1 0 0,-5-5-109 0 0,0 1 1 0 0,-1 0-1 0 0,-2 0 1 0 0,0 0-1 0 0,-1 1 0 0 0,-1-1 1 0 0,0 0-1 0 0,-2 1 0 0 0,-1-1 1 0 0,-6 28-1 0 0,0-10-171 0 0,-2-1 1 0 0,-1 0-1 0 0,-2-1 0 0 0,-30 58 1 0 0,25-58-441 0 0,-3-2 1 0 0,-1-1-1 0 0,-32 40 1 0 0,36-54-1088 0 0,0-1 0 0 0,0-1 1 0 0,-32 23-1 0 0,18-19-3841 0 0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122 1 4724 0 0,'0'0'8849'0'0,"-4"3"-8719"0"0,1 1-142 0 0,-1 0 0 0 0,0 0 0 0 0,1 1 1 0 0,0-1-1 0 0,0 1 0 0 0,1 0 1 0 0,-1-1-1 0 0,1 1 0 0 0,0 0 0 0 0,0 1 1 0 0,-1 5-1 0 0,-10 27 11 0 0,-36 117-262 0 0,27-55-2660 0 0,22-75 1088 0 0,1-20 1432 0 0,-1-1-1029 0 0,3 0-1029 0 0,8 15-1743 0 0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8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0 239 2140 0 0,'17'-32'1680'0'0,"1"1"-1"0"0,2 1 0 0 0,36-43 0 0 0,-55 71-1638 0 0,1 1-1 0 0,-1-1 1 0 0,1 0-1 0 0,-1 0 0 0 0,1 1 1 0 0,0-1-1 0 0,0 1 0 0 0,0 0 1 0 0,0-1-1 0 0,3 0 0 0 0,16-9 282 0 0,1 1-9 0 0,0 1 1 0 0,0 0-1 0 0,29-6 1 0 0,-46 14-214 0 0,0 1-31 0 0,16 0 4 0 0,-16 0 29 0 0,0 1-83 0 0,16 5-1 0 0,-15-5-10 0 0,-5 3-12 0 0,0-2 1 0 0,0 0 0 0 0,0 0-1 0 0,-1 1 1 0 0,1-1-1 0 0,-1 0 1 0 0,1 0-1 0 0,-1 1 1 0 0,0-1 0 0 0,0 0-1 0 0,0 1 1 0 0,0-1-1 0 0,0 0 1 0 0,-1 1-1 0 0,1-1 1 0 0,-1 0 0 0 0,1 0-1 0 0,-1 0 1 0 0,0 1-1 0 0,0-1 1 0 0,0 0-1 0 0,-2 3 1 0 0,-9 12-68 0 0,0 0 0 0 0,-1-2 1 0 0,-29 27-1 0 0,5-6 202 0 0,33-32 298 0 0,0 1-246 0 0,4-5-170 0 0,-1 0 0 0 0,1 1 0 0 0,-1-1 1 0 0,1 0-1 0 0,0 0 0 0 0,-1 0 0 0 0,1 1 0 0 0,0-1 1 0 0,-1 0-1 0 0,1 1 0 0 0,0-1 0 0 0,-1 0 0 0 0,1 1 1 0 0,0-1-1 0 0,0 0 0 0 0,-1 1 0 0 0,1-1 0 0 0,0 0 1 0 0,0 1-1 0 0,0-1 0 0 0,0 1 0 0 0,-1-1 0 0 0,1 1 1 0 0,0-1-1 0 0,0 0 0 0 0,0 1 0 0 0,0-1 0 0 0,0 1 1 0 0,0-1-1 0 0,0 1 0 0 0,0-1 0 0 0,0 1 0 0 0,19 4-11 0 0,-14-4 14 0 0,2-2 5 0 0,1 0-11 0 0,25 0 19 0 0,31 4-42 0 0,-52-2 16 0 0,1 0 0 0 0,0 1 1 0 0,21 6-1 0 0,-20-4 13 0 0,1 0-1 0 0,-1 1 0 0 0,16 9 0 0 0,-27-12 3 0 0,-1 1-5 0 0,0-2-14 0 0,-1 0 0 0 0,0 0 0 0 0,0 1 0 0 0,0-1 0 0 0,0 0 0 0 0,0 1 0 0 0,-1-1-1 0 0,1 1 1 0 0,0-1 0 0 0,-1 1 0 0 0,1 0 0 0 0,-1-1 0 0 0,1 1 0 0 0,-1 0-1 0 0,0-1 1 0 0,0 1 0 0 0,0 0 0 0 0,0-1 0 0 0,0 1 0 0 0,0 0 0 0 0,0-1 0 0 0,0 1-1 0 0,-1 0 1 0 0,1-1 0 0 0,-1 1 0 0 0,1-1 0 0 0,-1 1 0 0 0,0-1 0 0 0,-1 4-1 0 0,-5 2 13 0 0,1 0-1 0 0,-1-1 1 0 0,-1 0-1 0 0,1 0 1 0 0,-1 0-1 0 0,0-1 1 0 0,0 0-1 0 0,-1 0 0 0 0,-11 4 1 0 0,1-2-129 0 0,0-1 1 0 0,0 0-1 0 0,-26 4 0 0 0,40-9-81 0 0,5-2 186 0 0,-1 1 0 0 0,1 0 1 0 0,-1-1-1 0 0,0 1 0 0 0,1 0 0 0 0,-1 0 1 0 0,1 0-1 0 0,-1-1 0 0 0,1 1 0 0 0,-1 0 0 0 0,1 0 1 0 0,-1 0-1 0 0,0 0 0 0 0,1 0 0 0 0,-1 0 1 0 0,1 0-1 0 0,-1 0 0 0 0,1 0 0 0 0,-1 1 0 0 0,0-1 1 0 0,1 0-1 0 0,-1 0 0 0 0,1 0 0 0 0,-1 1 0 0 0,0-1-41 0 0,0 1 0 0 0,0-1-1 0 0,0 0 1 0 0,0 1-1 0 0,0-1 1 0 0,0 0-1 0 0,1 0 1 0 0,-1 0 0 0 0,0 0-1 0 0,0 0 1 0 0,0 0-1 0 0,0 0 1 0 0,0 0-1 0 0,0 0 1 0 0,0 0 0 0 0,0-1-1 0 0,0 1 1 0 0,0 0-1 0 0,1-1 1 0 0,-1 1-1 0 0,0 0 1 0 0,-1-1 0 0 0,-15-7-376 0 0,12 6 3 0 0,12-16-895 0 0,-5 14 1106 0 0,-1 3 141 0 0,-1-1 0 0 0,1 1 0 0 0,0 0 0 0 0,0 0 0 0 0,0-1 0 0 0,0 1 0 0 0,0 0 0 0 0,0 0 0 0 0,0 0 0 0 0,0 0 0 0 0,0 0 0 0 0,0 0-1 0 0,1 0 1 0 0,-1 0 0 0 0,0 0 0 0 0,1 1 0 0 0,2-2 0 0 0,1-1-190 0 0,40-27-2637 0 0,-19 15-227 0 0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8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18 3004 0 0,'49'-18'8810'0'0,"-49"23"-8654"0"0,1 13-2 0 0,-1-13 8 0 0,8 2 65 0 0,4 7 133 0 0,68 44 313 0 0,-77-55-606 0 0,1 0-10 0 0,13 10-13 0 0,-13-9-3 0 0,-4-3-39 0 0,1 0 1 0 0,-1 1 0 0 0,1-1 0 0 0,-1 1-1 0 0,1-1 1 0 0,0 0 0 0 0,0 1 0 0 0,-1-1 0 0 0,1 0-1 0 0,0 0 1 0 0,0 1 0 0 0,2 1 0 0 0,-1-2 1 0 0,0 3 15 0 0,0 0 5 0 0,1 0-16 0 0,-1 2-1 0 0,-4 26 12 0 0,1-30-24 0 0,1-1 0 0 0,0 1 1 0 0,0-1-1 0 0,-1 0 0 0 0,1 1 0 0 0,-1-1 0 0 0,1 0 1 0 0,-1 1-1 0 0,0-1 0 0 0,1 0 0 0 0,-1 0 1 0 0,0 0-1 0 0,0 0 0 0 0,0 1 0 0 0,0-1 0 0 0,0 0 1 0 0,0-1-1 0 0,-1 2 0 0 0,-1 1-23 0 0,0 1-203 0 0,-1 0 0 0 0,1 0 0 0 0,-1 0 1 0 0,0 0-1 0 0,0-1 0 0 0,0 0 0 0 0,-1 0 0 0 0,1 0 0 0 0,-1 0 0 0 0,1 0 0 0 0,-1-1 0 0 0,0 0 0 0 0,-6 2 0 0 0,6-3-742 0 0,-1 1 0 0 0,0-1 0 0 0,0-1 0 0 0,0 1-1 0 0,-11-1 1 0 0,-10-1-3668 0 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8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0 113 3480 0 0,'18'-9'1522'0'0,"1"0"0"0"0,1 1 0 0 0,36-10 0 0 0,51-5-689 0 0,32 0-1661 0 0,-25 6-4505 0 0,-83 12 1133 0 0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8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170 0 2496 0 0,'0'0'1602'0'0,"6"0"-257"0"0,6 1-945 0 0,0 0-1 0 0,0 1 1 0 0,0 1 0 0 0,-1 0-1 0 0,1 0 1 0 0,-1 1 0 0 0,1 0-1 0 0,-1 1 1 0 0,-1 1 0 0 0,1 0-1 0 0,-1 0 1 0 0,0 1-1 0 0,0 0 1 0 0,-1 1 0 0 0,0 0-1 0 0,0 0 1 0 0,-1 1 0 0 0,0 0-1 0 0,8 13 1 0 0,-8-11-320 0 0,0 0 0 0 0,-1 0-1 0 0,0 1 1 0 0,-1 1 0 0 0,-1-1 0 0 0,0 1 0 0 0,-1-1-1 0 0,0 2 1 0 0,-1-1 0 0 0,0 0 0 0 0,-1 0 0 0 0,0 1 0 0 0,-1-1-1 0 0,-1 1 1 0 0,0 0 0 0 0,-1-1 0 0 0,-4 21 0 0 0,-1-13-249 0 0,-1-1-1 0 0,0-1 1 0 0,-1 1 0 0 0,-2-1 0 0 0,0 0 0 0 0,-1-1 0 0 0,0-1 0 0 0,-2 1-1 0 0,0-2 1 0 0,-1 0 0 0 0,-20 19 0 0 0,3-8-1289 0 0,-1-1 1 0 0,-1-2-1 0 0,-2-1 0 0 0,-69 35 1 0 0,34-26-4058 0 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8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 13 3648 0 0,'-5'-12'3870'0'0,"1"12"-1397"0"0,4 21-585 0 0,6 42-2431 0 0,-5-58 1087 0 0,7 218-109 0 0,-6-111-1819 0 0,-1-106 875 0 0,0 0 0 0 0,-1 0 0 0 0,2 0 0 0 0,-1 0 0 0 0,1-1 0 0 0,3 11 0 0 0,-2-10-171 0 0,-2-2-1775 0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8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0 125 2040 0 0,'7'-13'782'0'0,"0"0"0"0"0,0 1 0 0 0,1-1 0 0 0,0 2 0 0 0,1-1-1 0 0,19-18 1 0 0,-25 28-409 0 0,2-1-31 0 0,12-7-27 0 0,-13 8-75 0 0,1 1-40 0 0,31-1 436 0 0,-34 2-612 0 0,-1 0 0 0 0,1 0 0 0 0,0 0 0 0 0,-1 1 0 0 0,1-1 0 0 0,0 1 0 0 0,0-1 1 0 0,-1 1-1 0 0,1 0 0 0 0,-1-1 0 0 0,1 1 0 0 0,-1 0 0 0 0,1 0 0 0 0,-1 0 0 0 0,1 0 0 0 0,-1 1 0 0 0,0-1 0 0 0,0 0 0 0 0,1 0 1 0 0,-1 1-1 0 0,0-1 0 0 0,0 1 0 0 0,1 2 0 0 0,-1 2-14 0 0,0 1 1 0 0,0-1-1 0 0,0 0 1 0 0,-1 1-1 0 0,0-1 1 0 0,0 0-1 0 0,-1 1 1 0 0,0-1-1 0 0,0 0 1 0 0,0 1-1 0 0,-1-1 1 0 0,0 0-1 0 0,-4 9 1 0 0,-4 9 49 0 0,-1-1 1 0 0,-19 30-1 0 0,22-39-21 0 0,6-11 1 0 0,0 0-2 0 0,-7 10 7 0 0,7-10 251 0 0,1 1-168 0 0,1-4-119 0 0,-1 1-1 0 0,1-1 1 0 0,0 0 0 0 0,0 1-1 0 0,-1-1 1 0 0,1 0 0 0 0,0 1-1 0 0,0-1 1 0 0,-1 1 0 0 0,1-1-1 0 0,0 1 1 0 0,0-1 0 0 0,0 0-1 0 0,0 1 1 0 0,0-1 0 0 0,0 1-1 0 0,0-1 1 0 0,0 1 0 0 0,0-1-1 0 0,0 1 1 0 0,0-1 0 0 0,0 1-1 0 0,0-1 1 0 0,0 0 0 0 0,0 1-1 0 0,1-1 1 0 0,-1 1 0 0 0,0-1-1 0 0,0 1 1 0 0,0-1 0 0 0,1 0-1 0 0,-1 1 1 0 0,0-1-1 0 0,0 0 1 0 0,1 1 0 0 0,27 0 180 0 0,-23-1-215 0 0,16-1 40 0 0,-16 0 14 0 0,1 1 4 0 0,20-1 6 0 0,-20 1-6 0 0,1 0 3 0 0,-4 0-31 0 0,15 1 71 0 0,0 0-1 0 0,0 1 1 0 0,-1 1 0 0 0,1 1-1 0 0,24 8 1 0 0,0 11-12 0 0,-38-20 27 0 0,-2 1-80 0 0,5 14-3 0 0,-5-14 37 0 0,-5 2-69 0 0,-2 2 25 0 0,-1 1 0 0 0,0-1 0 0 0,0 0 0 0 0,-1 0 0 0 0,0-1 0 0 0,0 0 0 0 0,0 0 0 0 0,-1-1 0 0 0,-12 8 0 0 0,9-6-94 0 0,0-1 0 0 0,0-1 0 0 0,-1 0 1 0 0,0 0-1 0 0,0-1 0 0 0,0-1 0 0 0,0 0 0 0 0,-1-1 1 0 0,-25 4-1 0 0,12-8-912 0 0,21 0 133 0 0,-12-12-4320 0 0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8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37 1 3296 0 0,'0'0'3830'0'0,"3"3"-3379"0"0,-1-1-296 0 0,0 0 0 0 0,0 1-1 0 0,0-1 1 0 0,0 1 0 0 0,0 0-1 0 0,-1 0 1 0 0,1 0-1 0 0,-1-1 1 0 0,0 1 0 0 0,0 0-1 0 0,0 1 1 0 0,0 4 0 0 0,0-3 138 0 0,5 14 268 0 0,0-4-210 0 0,1-1 0 0 0,0 0 1 0 0,1 0-1 0 0,0-1 0 0 0,20 24 1 0 0,13 21 71 0 0,-22-20-364 0 0,-18-34-48 0 0,1 1-21 0 0,0-1 8 0 0,-1-3 3 0 0,-1 1-1 0 0,1-1 1 0 0,0 1 0 0 0,-1-1-1 0 0,1 1 1 0 0,-1-1 0 0 0,1 1-1 0 0,-1-1 1 0 0,0 1 0 0 0,0-1-1 0 0,0 1 1 0 0,0 0 0 0 0,0-1 0 0 0,0 3-1 0 0,-3 31 35 0 0,0-29 3 0 0,0-3 7 0 0,1 1-59 0 0,-1 1 0 0 0,0-1 0 0 0,0 0 0 0 0,0 0 1 0 0,0 0-1 0 0,0-1 0 0 0,-1 1 0 0 0,1-1 0 0 0,-1 0 0 0 0,-6 4 0 0 0,7-5-7 0 0,-5 5-250 0 0,-13 6-61 0 0,4-7-236 0 0,-41 13-1960 0 0,53-17 1127 0 0,-2-3-25 0 0,-18 0-948 0 0,18 1-1671 0 0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8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1 113 2536 0 0,'57'-26'1463'0'0,"2"2"0"0"0,1 3-1 0 0,70-16 1 0 0,-93 33-1696 0 0,-31 3-208 0 0,-1 2-247 0 0,24 0-1317 0 0,-25 2 167 0 0,12 12-1304 0 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9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132 0 2300 0 0,'-11'10'323'0'0,"1"-1"1"0"0,0 1-1 0 0,1 1 0 0 0,0 0 0 0 0,1 0 0 0 0,0 1 0 0 0,0 0 0 0 0,1 0 1 0 0,1 1-1 0 0,0 0 0 0 0,1 0 0 0 0,0 0 0 0 0,-3 17 0 0 0,1 2 4 0 0,1 1 1 0 0,2-1-1 0 0,1 1 0 0 0,2 53 0 0 0,3-55-244 0 0,2 0 1 0 0,1 0-1 0 0,2-1 1 0 0,0 0-1 0 0,3 0 0 0 0,0-1 1 0 0,2 0-1 0 0,1-1 1 0 0,1-1-1 0 0,34 50 0 0 0,-27-48-430 0 0,1 0 1 0 0,2-2-1 0 0,0 0 0 0 0,2-2 0 0 0,1-1 0 0 0,1-1 1 0 0,1-1-1 0 0,1-2 0 0 0,35 19 0 0 0,-18-18-1831 0 0,2-4-1513 0 0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9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111 1 3356 0 0,'0'0'4650'0'0,"3"1"-4185"0"0,-1 0-424 0 0,-1 0 0 0 0,1 0 0 0 0,0 0-1 0 0,-1 0 1 0 0,0 0 0 0 0,1 0 0 0 0,-1 0-1 0 0,0 0 1 0 0,1 1 0 0 0,-1-1 0 0 0,0 1-1 0 0,0-1 1 0 0,0 1 0 0 0,0-1-1 0 0,0 1 1 0 0,0 0 0 0 0,-1-1 0 0 0,1 1-1 0 0,-1 0 1 0 0,1-1 0 0 0,-1 1 0 0 0,1 0-1 0 0,-1 0 1 0 0,0 0 0 0 0,0-1 0 0 0,0 1-1 0 0,0 0 1 0 0,0 0 0 0 0,-1 2 0 0 0,-1 13-127 0 0,0 1 0 0 0,-2 0 0 0 0,0-1 0 0 0,-1 0 0 0 0,0 0 1 0 0,-10 18-1 0 0,1-6-1678 0 0,0-2 1 0 0,-36 50-1 0 0,28-47-1998 0 0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9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47 27 3128 0 0,'0'0'3895'0'0,"0"-5"-2941"0"0,3-12-188 0 0,-3 12 2544 0 0,-3 10-2985 0 0,-3 6-301 0 0,1 0-1 0 0,0 0 0 0 0,1 1 0 0 0,0 0 0 0 0,0 0 0 0 0,2 0 0 0 0,-1 1 0 0 0,0 20 0 0 0,-2 2 142 0 0,1-12-142 0 0,3-2-60 0 0,2-3-56 0 0,0 7-896 0 0,2 1 0 0 0,1-1 0 0 0,12 39 0 0 0,-16-63 778 0 0,0 0 0 0 0,1 0-1 0 0,-1 1 1 0 0,1-1 0 0 0,-1 0 0 0 0,1 0 0 0 0,-1 0-1 0 0,1 1 1 0 0,0-1 0 0 0,0 0 0 0 0,0 0-1 0 0,-1 0 1 0 0,1 0 0 0 0,2 1 0 0 0,1 1-762 0 0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9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46 14 3716 0 0,'2'-4'1194'0'0,"4"-6"1837"0"0,-4 11-1244 0 0,-7 23-810 0 0,-14 44-1425 0 0,-12 43 1248 0 0,31-87-723 0 0,1-18-59 0 0,-1-5-19 0 0,0 0 0 0 0,0 0 0 0 0,0 0 0 0 0,0 0 0 0 0,0 0 0 0 0,0 0 0 0 0,1 0 0 0 0,-1 0 0 0 0,0 1 0 0 0,1-1 0 0 0,-1 0 0 0 0,0 0 0 0 0,1-1-1 0 0,-1 1 1 0 0,1 0 0 0 0,0 0 0 0 0,-1 0 0 0 0,1 0 0 0 0,0 0 0 0 0,0 0 0 0 0,2 2-9 0 0,-1 0 30 0 0,1 0 38 0 0,3 1-31 0 0,0-1 1 0 0,0 0-1 0 0,0-1 1 0 0,0 1-1 0 0,1-1 0 0 0,-1-1 1 0 0,1 1-1 0 0,-1-1 1 0 0,1 0-1 0 0,8 0 1 0 0,-9-1-53 0 0,1-1-2 0 0,-5 1 21 0 0,11-1-36 0 0,0-1 1 0 0,0 0 0 0 0,-1-1 0 0 0,1-1 0 0 0,-1 0 0 0 0,0 0 0 0 0,20-11 0 0 0,-28 13 51 0 0,0 0 0 0 0,0 0 0 0 0,-1 0 1 0 0,1-1-1 0 0,-1 1 0 0 0,1-1 0 0 0,-1 0 0 0 0,0 0 0 0 0,0 0 1 0 0,0 0-1 0 0,-1 0 0 0 0,1-1 0 0 0,-1 1 0 0 0,0-1 0 0 0,0 0 1 0 0,0 0-1 0 0,0 0 0 0 0,-1 0 0 0 0,1 0 0 0 0,-1 0 0 0 0,0 0 0 0 0,0 0 1 0 0,-1 0-1 0 0,1-8 0 0 0,-1 4 11 0 0,1 3 23 0 0,-5-18 62 0 0,3 18-57 0 0,-1 2-13 0 0,-6-15-12 0 0,8 17-24 0 0,0 1-1 0 0,0-1 1 0 0,-1 0-1 0 0,1 0 1 0 0,0 0 0 0 0,-1 1-1 0 0,1-1 1 0 0,-1 0-1 0 0,1 1 1 0 0,-1-1 0 0 0,1 0-1 0 0,-1 1 1 0 0,1-1-1 0 0,-1 1 1 0 0,0-1 0 0 0,1 1-1 0 0,-1-1 1 0 0,0 1-1 0 0,1-1 1 0 0,-1 1 0 0 0,0 0-1 0 0,0-1 1 0 0,1 1-1 0 0,-1 0 1 0 0,0 0 0 0 0,0 0-1 0 0,0 0 1 0 0,0-1-1 0 0,1 1 1 0 0,-1 0 0 0 0,0 0-1 0 0,-1 1 1 0 0,-1 0-6 0 0,1 0-1 0 0,0 1 1 0 0,0-1 0 0 0,0 1 0 0 0,0 0 0 0 0,0 0 0 0 0,0 0 0 0 0,0 0 0 0 0,0 0 0 0 0,1 0-1 0 0,-1 0 1 0 0,1 0 0 0 0,0 1 0 0 0,-1-1 0 0 0,1 0 0 0 0,-1 4 0 0 0,-4 9-11 0 0,0 1 1 0 0,1 0 0 0 0,0 1 0 0 0,2-1-1 0 0,-4 32 1 0 0,4-21-22 0 0,1-3-508 0 0,0-1 1 0 0,2 1-1 0 0,4 36 1 0 0,-4-59 456 0 0,0 1 1 0 0,0-1 0 0 0,1 1-1 0 0,-1-1 1 0 0,1 0 0 0 0,-1 1 0 0 0,1-1-1 0 0,-1 0 1 0 0,1 1 0 0 0,0-1 0 0 0,-1 0-1 0 0,1 0 1 0 0,1 2 0 0 0,1 1-187 0 0,-1 0-702 0 0,0-4 775 0 0,-1 0 1 0 0,1 1-1 0 0,-1-1 0 0 0,1 1 1 0 0,-1 0-1 0 0,1 0 0 0 0,-1-1 1 0 0,0 1-1 0 0,1 0 0 0 0,-1 0 1 0 0,0 0-1 0 0,2 3 0 0 0,-1-3-389 0 0,2 2-2880 0 0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9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158 48 2224 0 0,'2'-3'1385'0'0,"12"-35"2624"0"0,-13 33-2688 0 0,-6 6-1173 0 0,1-1-139 0 0,1 0 25 0 0,0 0 0 0 0,0 0 0 0 0,0 1-1 0 0,0 0 1 0 0,0-1 0 0 0,0 1 0 0 0,0 0 0 0 0,0 0-1 0 0,0 0 1 0 0,1 1 0 0 0,-1-1 0 0 0,1 1 0 0 0,-1-1-1 0 0,1 1 1 0 0,-4 3 0 0 0,-8 9 57 0 0,2 0 1 0 0,0 1-1 0 0,1 0 1 0 0,0 1-1 0 0,2 0 1 0 0,-1 1-1 0 0,2 0 1 0 0,0 0-1 0 0,2 1 1 0 0,-9 31-1 0 0,14-44-40 0 0,1-5-50 0 0,1 0 1 0 0,-1 0-1 0 0,0 1 1 0 0,0-1-1 0 0,1 0 1 0 0,-1 1 0 0 0,0-1-1 0 0,0 1 1 0 0,0-1-1 0 0,1 0 1 0 0,-1 1-1 0 0,0-1 1 0 0,0 1-1 0 0,0-1 1 0 0,0 0 0 0 0,0 1-1 0 0,0-1 1 0 0,0 1-1 0 0,0-1 1 0 0,0 0-1 0 0,0 1 1 0 0,0-1-1 0 0,0 1 1 0 0,0-1 0 0 0,0 0-1 0 0,0 1 1 0 0,-1-1-1 0 0,1 1 1 0 0,0-1-1 0 0,0 1 0 0 0,-1 0 1 0 0,1 0-1 0 0,0 0 0 0 0,0 0 0 0 0,-1 0 0 0 0,1 0 0 0 0,0-1 0 0 0,0 1 1 0 0,0 0-1 0 0,0 0 0 0 0,0 0 0 0 0,1 0 0 0 0,-1 0 0 0 0,0 0 0 0 0,0-1 1 0 0,0 1-1 0 0,1 0 0 0 0,-1 0 0 0 0,1 0 0 0 0,0 1 0 0 0,7 12 9 0 0,-6-10 12 0 0,2-2 12 0 0,0 0-40 0 0,-1-1 0 0 0,1 1 1 0 0,0-1-1 0 0,0 0 0 0 0,-1 0 1 0 0,1 0-1 0 0,0 0 0 0 0,0-1 1 0 0,0 0-1 0 0,0 1 1 0 0,0-2-1 0 0,0 1 0 0 0,0 0 1 0 0,6-2-1 0 0,47-14-25 0 0,-42 9 27 0 0,0-1-1 0 0,-1-1 0 0 0,1 0 1 0 0,-2 0-1 0 0,1-1 0 0 0,16-18 1 0 0,-9 10 84 0 0,-17 14-30 0 0,0-1 1 0 0,-1 1-1 0 0,0-1 0 0 0,0 1 0 0 0,0-1 0 0 0,0 0 0 0 0,3-11 0 0 0,-2 8 15 0 0,2-14 158 0 0,-6 17-168 0 0,1 0 108 0 0,-2-1-39 0 0,0 3-124 0 0,0-4-3 0 0,0 1 0 0 0,-1-1 1 0 0,0 1-1 0 0,0 0 0 0 0,-3-8 0 0 0,4 12 13 0 0,-1 0-1 0 0,1 0 0 0 0,-1-1 1 0 0,1 1-1 0 0,-1 0 0 0 0,1 0 1 0 0,-1 0-1 0 0,0 1 1 0 0,0-1-1 0 0,0 0 0 0 0,0 1 1 0 0,0-1-1 0 0,0 1 0 0 0,-1 0 1 0 0,1 0-1 0 0,0-1 1 0 0,-1 2-1 0 0,1-1 0 0 0,-1 0 1 0 0,1 0-1 0 0,-4 0 0 0 0,-13-1-259 0 0,14 2 154 0 0,-2 1 12 0 0,-3 1-305 0 0,1 0 1 0 0,-1 1-1 0 0,0 1 0 0 0,1 0 1 0 0,0 0-1 0 0,0 1 1 0 0,0 0-1 0 0,0 0 1 0 0,-13 12-1 0 0,18-14-982 0 0,2 1-944 0 0,-11 15-1625 0 0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9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207 1 3976 0 0,'0'0'3620'0'0,"0"5"-3094"0"0,-3 8-311 0 0,0-1 0 0 0,-1 1-1 0 0,0-1 1 0 0,-1 0 0 0 0,-6 13 0 0 0,-76 115-1373 0 0,20-54-3350 0 0,45-61 803 0 0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3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102 15 2052 0 0,'0'0'1144'0'0,"-4"-3"-210"0"0,-12-9 1214 0 0,12 15-1569 0 0,-1 1-406 0 0,0 0 1 0 0,0 1-1 0 0,1-1 1 0 0,0 1-1 0 0,0 1 1 0 0,0-1 0 0 0,0 0-1 0 0,1 1 1 0 0,0 0-1 0 0,0-1 1 0 0,0 1-1 0 0,1 1 1 0 0,0-1-1 0 0,-2 8 1 0 0,-2 14 377 0 0,-7 59 0 0 0,11-62-471 0 0,1-1-1 0 0,1 0 1 0 0,1 1-1 0 0,1-1 1 0 0,2 0-1 0 0,0 0 1 0 0,2 0-1 0 0,0 0 1 0 0,2-1-1 0 0,0 0 1 0 0,22 40 0 0 0,-21-46-372 0 0,1-1 1 0 0,1 0 0 0 0,0-1-1 0 0,2-1 1 0 0,-1 1 0 0 0,2-2-1 0 0,0 0 1 0 0,0 0 0 0 0,1-2-1 0 0,1 0 1 0 0,0 0 0 0 0,0-2-1 0 0,1 0 1 0 0,0-1 0 0 0,32 11-1 0 0,-4-7-2225 0 0,3-3-1781 0 0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0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20 3268 0 0,'0'0'5061'0'0,"4"-2"-4668"0"0,0 0-175 0 0,1 1 0 0 0,0 0 0 0 0,0 0 1 0 0,0 0-1 0 0,0 1 0 0 0,8-1 0 0 0,-8 1 72 0 0,25 2 158 0 0,-24-2-291 0 0,1 0-12 0 0,53 3 86 0 0,-40-1-359 0 0,1-3-406 0 0,-9 0 440 0 0,49-5-1785 0 0,-55 6 1030 0 0,-2-2-177 0 0,18-6-2329 0 0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49 1 3388 0 0,'0'0'3186'0'0,"-4"1"-2455"0"0,-14 6-97 0 0,14-6 414 0 0,2 3-618 0 0,-17 37 879 0 0,17-37-1069 0 0,4 1-153 0 0,5 11-23 0 0,-5-12-19 0 0,1-1 1 0 0,35 23 50 0 0,-34-24-137 0 0,2-1 26 0 0,17 5 23 0 0,-17-5-17 0 0,0 0-42 0 0,86-7 119 0 0,-87 5-27 0 0,14-5 568 0 0,-48 37-418 0 0,-62 71 360 0 0,76-84-556 0 0,1 1-1 0 0,0 1 0 0 0,-16 34 0 0 0,28-50-285 0 0,0 30-1783 0 0,3-32 1792 0 0,-1 0 0 0 0,1-1 0 0 0,0 1 1 0 0,0 0-1 0 0,0-1 0 0 0,0 1 1 0 0,0-1-1 0 0,0 0 0 0 0,0 1 0 0 0,3 1 1 0 0,3 3-2348 0 0,12 2-1871 0 0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0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426 63 2872 0 0,'-3'-5'302'0'0,"-1"0"0"0"0,0 0-1 0 0,0 1 1 0 0,-1-1 0 0 0,1 1 0 0 0,-1 0-1 0 0,0 0 1 0 0,0 0 0 0 0,0 1-1 0 0,-1-1 1 0 0,1 1 0 0 0,-1 1 0 0 0,0-1-1 0 0,-11-3 1 0 0,-47 5 1242 0 0,54 2-1366 0 0,0 1 0 0 0,0 0 1 0 0,0 0-1 0 0,0 1 0 0 0,0 1 0 0 0,1-1 0 0 0,0 2 0 0 0,0-1 1 0 0,0 1-1 0 0,-14 11 0 0 0,10-6 39 0 0,0 1 0 0 0,1 0 0 0 0,0 1-1 0 0,1 0 1 0 0,-13 20 0 0 0,14-17-86 0 0,1 1 1 0 0,0 0-1 0 0,1 1 0 0 0,1 0 1 0 0,1 0-1 0 0,0 0 0 0 0,1 1 0 0 0,1 0 1 0 0,-3 33-1 0 0,6-40-67 0 0,0-9-59 0 0,1 0 1 0 0,0 0 0 0 0,0 1 0 0 0,0-1-1 0 0,0 0 1 0 0,0 0 0 0 0,0 0 0 0 0,0 0-1 0 0,1 0 1 0 0,-1 0 0 0 0,1 0-1 0 0,0 0 1 0 0,0 0 0 0 0,1 3 0 0 0,1 2 33 0 0,-2 0-23 0 0,0-5-9 0 0,-1 1-1 0 0,1-1 0 0 0,-1 0 0 0 0,1 0 0 0 0,0 0 1 0 0,0 1-1 0 0,0-1 0 0 0,1 0 0 0 0,-1 0 1 0 0,0 0-1 0 0,3 2 0 0 0,41 44 52 0 0,-37-41-59 0 0,-6-6 0 0 0,-1 1 0 0 0,1-1 1 0 0,-1 0-1 0 0,1 1 0 0 0,0-1 0 0 0,0 0 0 0 0,-1 0 1 0 0,1 0-1 0 0,0 0 0 0 0,0 0 0 0 0,4 0 1 0 0,9 4-65 0 0,54 12-471 0 0,-59-16 235 0 0,0 0 0 0 0,0-1 0 0 0,0 0 0 0 0,0-1 0 0 0,16-2 0 0 0,-18 2 187 0 0,17-1-825 0 0,8-7-453 0 0,-32 8 1329 0 0,6-1-217 0 0,5-2-757 0 0,-1 0-1 0 0,1-1 1 0 0,-1-1 0 0 0,12-7 0 0 0,4-4-2386 0 0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0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52 18 2760 0 0,'0'0'4048'0'0,"1"-4"-3257"0"0,2-9 992 0 0,-14 21 1636 0 0,8-5-3239 0 0,0 0 1 0 0,1 1-1 0 0,0 0 0 0 0,0-1 0 0 0,0 1 1 0 0,0 0-1 0 0,1 0 0 0 0,-1 0 0 0 0,1 0 1 0 0,-1 5-1 0 0,2-5-86 0 0,-6 17 234 0 0,1 0 1 0 0,0 1-1 0 0,2 0 0 0 0,1 0 1 0 0,1 23-1 0 0,0-32-252 0 0,3 43 182 0 0,4 37-1808 0 0,-5-87 693 0 0,-1-1-155 0 0,2 1 449 0 0,1 6 222 0 0,-4 4-6829 0 0,0 7 1521 0 0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0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 3612 0 0,'0'0'7396'0'0,"6"0"-7059"0"0,55-1 588 0 0,-55 1-802 0 0,1 0-26 0 0,19 0-33 0 0,-19 0-75 0 0,0 0-97 0 0,21 0-126 0 0,-21 0-105 0 0,-2 0-222 0 0,6 1 678 0 0,26 5-7409 0 0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0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27 3184 0 0,'0'0'7307'0'0,"5"1"-6788"0"0,2 1-171 0 0,1-1 0 0 0,-1 0 0 0 0,1-1-1 0 0,13-1 1 0 0,-16 0-53 0 0,1 1-62 0 0,120-16-1290 0 0,-47 2-6301 0 0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0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428 51 3088 0 0,'-1'-3'166'0'0,"-1"-1"0"0"0,0 1 0 0 0,0 0 0 0 0,-1 0 0 0 0,1 0 0 0 0,-1 0 0 0 0,1 0 0 0 0,-1 0 0 0 0,0 1 0 0 0,0-1 0 0 0,0 1-1 0 0,0 0 1 0 0,0 0 0 0 0,-1 0 0 0 0,1 0 0 0 0,-1 1 0 0 0,1 0 0 0 0,-1-1 0 0 0,0 1 0 0 0,0 0 0 0 0,1 1 0 0 0,-1-1 0 0 0,0 1 0 0 0,0-1 0 0 0,0 1 0 0 0,1 0 0 0 0,-1 1-1 0 0,0-1 1 0 0,0 1 0 0 0,0-1 0 0 0,1 1 0 0 0,-6 2 0 0 0,-7 3 12 0 0,-1 1 1 0 0,1 1-1 0 0,0 1 1 0 0,1 0-1 0 0,0 1 0 0 0,0 0 1 0 0,1 1-1 0 0,1 1 0 0 0,0 0 1 0 0,0 1-1 0 0,1 0 1 0 0,1 1-1 0 0,0 0 0 0 0,-12 24 1 0 0,8-13-26 0 0,2 0 1 0 0,0 1-1 0 0,2 0 1 0 0,1 1-1 0 0,2 1 1 0 0,0 0-1 0 0,2 0 1 0 0,-5 48-1 0 0,10-61-140 0 0,1-1 0 0 0,0 0 0 0 0,1 1 0 0 0,1-1 0 0 0,0 0 0 0 0,1 1 0 0 0,0-1-1 0 0,2-1 1 0 0,-1 1 0 0 0,2 0 0 0 0,0-1 0 0 0,0 0 0 0 0,1-1 0 0 0,1 1 0 0 0,0-1 0 0 0,16 18 0 0 0,-11-16-308 0 0,1-1 1 0 0,0-1-1 0 0,1 0 0 0 0,0-1 1 0 0,0-1-1 0 0,1 0 1 0 0,1-1-1 0 0,-1-1 1 0 0,1 0-1 0 0,1-2 1 0 0,0 0-1 0 0,25 5 0 0 0,27 1-4008 0 0,-36-8-365 0 0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0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147 70 3048 0 0,'0'0'7267'0'0,"-2"4"-6937"0"0,0-2-156 0 0,0 1 1 0 0,1-1-1 0 0,-1 1 0 0 0,0-1 1 0 0,0 0-1 0 0,-1 0 1 0 0,1 0-1 0 0,0 0 0 0 0,-1 0 1 0 0,-4 3-1 0 0,3-3 841 0 0,3-3-982 0 0,-1 0 0 0 0,0 1 0 0 0,0 0 0 0 0,0-1-1 0 0,0 1 1 0 0,0 0 0 0 0,0 0 0 0 0,0 0 0 0 0,0 0 0 0 0,-3 1 0 0 0,0-1 382 0 0,3-4-304 0 0,1 3-102 0 0,1-1 0 0 0,-1 0 0 0 0,0 0 1 0 0,1 0-1 0 0,-1 0 0 0 0,1 0 0 0 0,0 0 0 0 0,-1 0 0 0 0,1 1 0 0 0,0-1 1 0 0,0 0-1 0 0,0 0 0 0 0,0 0 0 0 0,1 0 0 0 0,-1 0 0 0 0,1 0 0 0 0,-1 0 1 0 0,1 0-1 0 0,-1 0 0 0 0,1 0 0 0 0,0 1 0 0 0,0-1 0 0 0,0 0 1 0 0,2-2-1 0 0,10-11-11 0 0,-10 12 2 0 0,0 0 0 0 0,0 0 0 0 0,1 0 0 0 0,-1 1 0 0 0,1-1 0 0 0,-1 1 0 0 0,1 0 1 0 0,8-3-1 0 0,-6 2-2 0 0,-3 2 7 0 0,3 0 7 0 0,-1 0-13 0 0,-1 1 0 0 0,1-1 0 0 0,0 1 1 0 0,0 0-1 0 0,0 0 0 0 0,0 1 0 0 0,0 0 1 0 0,0-1-1 0 0,0 2 0 0 0,0-1 0 0 0,5 3 0 0 0,-8-3 4 0 0,1 0 0 0 0,-1 1 0 0 0,1 0 0 0 0,-1-1 0 0 0,0 1 0 0 0,0 0-1 0 0,0 0 1 0 0,0 0 0 0 0,0 0 0 0 0,0 1 0 0 0,0-1 0 0 0,-1 1-1 0 0,1-1 1 0 0,-1 1 0 0 0,0-1 0 0 0,1 1 0 0 0,-1 0 0 0 0,-1-1 0 0 0,1 1-1 0 0,0 0 1 0 0,-1 0 0 0 0,1 0 0 0 0,-1 0 0 0 0,0 4 0 0 0,-1 55-31 0 0,-1-50 31 0 0,0 0-1 0 0,-1-1 0 0 0,0 0 0 0 0,-1 0 1 0 0,0 0-1 0 0,0 0 0 0 0,-2 0 0 0 0,1-1 0 0 0,-8 11 1 0 0,-3 1 35 0 0,0 0 1 0 0,-24 23-1 0 0,34-38-42 0 0,0-1 0 0 0,-1 0-1 0 0,1-1 1 0 0,-1 1 0 0 0,-9 4-1 0 0,12-7-11 0 0,-1-2 24 0 0,-12 6 13 0 0,13-6-13 0 0,-1-2-101 0 0,1 0 73 0 0,0 0 1 0 0,1-1 0 0 0,-1 1-1 0 0,1-1 1 0 0,0 0 0 0 0,0 0-1 0 0,-1 0 1 0 0,1 0 0 0 0,-3-3-1 0 0,4 2-48 0 0,0-1 7 0 0,-6-11 1 0 0,6 11 9 0 0,1-2 4 0 0,0-3 23 0 0,1 0 1 0 0,1 0-1 0 0,0 1 0 0 0,0-1 1 0 0,0 0-1 0 0,1 0 0 0 0,4-10 1 0 0,-4 14 14 0 0,0 5 8 0 0,-1-1 1 0 0,1 0-1 0 0,-1 0 1 0 0,1 0-1 0 0,-1 0 0 0 0,1 0 1 0 0,-1 0-1 0 0,0 0 1 0 0,0 0-1 0 0,1 0 0 0 0,1-3 1 0 0,-3 3 0 0 0,4-2 1 0 0,0 2-13 0 0,1 0 18 0 0,0 0 0 0 0,0 0 0 0 0,0 1 0 0 0,0 0 0 0 0,0 0 0 0 0,0 0 0 0 0,0 0 0 0 0,0 1 0 0 0,0 0 1 0 0,0 0-1 0 0,0 0 0 0 0,0 0 0 0 0,-1 1 0 0 0,1 0 0 0 0,0 0 0 0 0,-1 0 0 0 0,7 5 0 0 0,7 5 34 0 0,0 1 0 0 0,-1 1 0 0 0,16 16 0 0 0,-15-14-1376 0 0,35 24 0 0 0,-50-38 584 0 0,2-1-172 0 0,13 3-136 0 0,-13-3-88 0 0,1-1-2584 0 0,26-3-295 0 0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0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34 26 3532 0 0,'1'-4'1404'0'0,"4"-18"6151"0"0,-5 22-7543 0 0,0 1-1 0 0,0-1 0 0 0,0 0 1 0 0,0 1-1 0 0,0-1 0 0 0,0 0 1 0 0,0 1-1 0 0,0-1 1 0 0,0 0-1 0 0,0 0 0 0 0,0 1 1 0 0,0-1-1 0 0,0 0 0 0 0,-1 1 1 0 0,1-1-1 0 0,0 0 1 0 0,0 1-1 0 0,0-1 0 0 0,0 0 1 0 0,0 0-1 0 0,-1 1 1 0 0,1-1-1 0 0,0 0 0 0 0,0 0 1 0 0,0 1-1 0 0,-1-1 0 0 0,1 0 1 0 0,0 0-1 0 0,0 0 1 0 0,-1 1-1 0 0,0-1-1 0 0,1 1-1 0 0,-1-1 1 0 0,1 0-1 0 0,-1 1 1 0 0,1-1-1 0 0,-1 1 1 0 0,1-1-1 0 0,-1 1 1 0 0,1 0-1 0 0,0-1 1 0 0,-1 1-1 0 0,1-1 1 0 0,0 1-1 0 0,0 0 1 0 0,-1-1 0 0 0,1 1-1 0 0,0 0 1 0 0,0-1-1 0 0,0 1 1 0 0,0 0-1 0 0,0 0 1 0 0,0-1-1 0 0,0 1 1 0 0,0 0-1 0 0,0 0 1 0 0,-1 65 315 0 0,-23 224-3000 0 0,21-254 1505 0 0,3-31 466 0 0,0 2-39 0 0,1 44-4016 0 0,0-47 1433 0 0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1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30 25 3708 0 0,'0'0'7132'0'0,"-5"1"-7076"0"0,-15 2-90 0 0,15-2 481 0 0,5-1-444 0 0,0 1-1 0 0,0-1 0 0 0,0 1 1 0 0,0-1-1 0 0,0 1 1 0 0,1-1-1 0 0,-1 1 1 0 0,0-1-1 0 0,0 1 1 0 0,0-1-1 0 0,0 1 1 0 0,1-1-1 0 0,-1 1 1 0 0,0-1-1 0 0,0 0 0 0 0,1 1 1 0 0,-1-1-1 0 0,0 1 1 0 0,1-1-1 0 0,-1 0 1 0 0,0 1-1 0 0,1-1 1 0 0,-1 0-1 0 0,0 0 1 0 0,1 1-1 0 0,-1-1 1 0 0,1 0-1 0 0,-1 0 0 0 0,1 1 1 0 0,-1-1-1 0 0,1 0 1 0 0,-1 0-1 0 0,1 0 1 0 0,-1 0-1 0 0,1 0 1 0 0,-1 0-1 0 0,1 0 1 0 0,-1 0-1 0 0,1 0 1 0 0,-1 0-1 0 0,1 0 1 0 0,17-5 514 0 0,-15 3-108 0 0,28-28 957 0 0,-29 27-960 0 0,-3 3-890 0 0,1-1 450 0 0,-1 1 0 0 0,0 0-1 0 0,0 0 1 0 0,0-1 0 0 0,0 1 0 0 0,0 0 0 0 0,0 0 0 0 0,0 0 0 0 0,0 0 0 0 0,0 0 0 0 0,0 0 0 0 0,0 1 0 0 0,0-1 0 0 0,0 0 0 0 0,-1 1 0 0 0,-10 1-706 0 0,8 0-1214 0 0,-10 7 1018 0 0,11-7-202 0 0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78 18 2808 0 0,'0'0'2764'0'0,"2"-3"-1709"0"0,8-12 4437 0 0,-14 18-5270 0 0,3-2-168 0 0,0 0-28 0 0,0 0 1 0 0,0 0-1 0 0,0 0 1 0 0,0 0-1 0 0,-1 0 0 0 0,1 0 1 0 0,0-1-1 0 0,0 1 0 0 0,-1 0 1 0 0,1-1-1 0 0,0 1 0 0 0,-3 0 180 0 0,2 2-48 0 0,-1 0-78 0 0,1 1 1 0 0,0-1 0 0 0,0 1 0 0 0,1-1 0 0 0,-1 1 0 0 0,1 0 0 0 0,0-1 0 0 0,0 1 0 0 0,0 0 0 0 0,0 0 0 0 0,0 0 0 0 0,1 0 0 0 0,0 8 0 0 0,1-8 36 0 0,-1-3-114 0 0,0-1 1 0 0,0 1 0 0 0,1-1-1 0 0,-1 1 1 0 0,0-1 0 0 0,1 1-1 0 0,-1-1 1 0 0,0 1 0 0 0,1-1-1 0 0,-1 0 1 0 0,1 1 0 0 0,-1-1-1 0 0,0 0 1 0 0,1 1 0 0 0,-1-1 0 0 0,1 0-1 0 0,-1 1 1 0 0,1-1 0 0 0,-1 0-1 0 0,1 0 1 0 0,0 1 0 0 0,-1-1-1 0 0,2 0 1 0 0,-2 0-2 0 0,1 0 0 0 0,-1 0 0 0 0,1 0 0 0 0,-1 1 0 0 0,1-1 0 0 0,-1 0 0 0 0,0 0 0 0 0,1 0 0 0 0,-1 1 0 0 0,1-1 0 0 0,-1 0 0 0 0,1 0-1 0 0,-1 1 1 0 0,0-1 0 0 0,1 0 0 0 0,-1 1 0 0 0,0-1 0 0 0,1 1 0 0 0,-1-1 0 0 0,0 0 0 0 0,1 1 0 0 0,-1-1 0 0 0,0 1 0 0 0,0-1 0 0 0,0 1 0 0 0,1 0 0 0 0,3 1 27 0 0,93 48 820 0 0,-92-48-698 0 0,-1 0 9 0 0,13 7 5 0 0,-13-7-19 0 0,7 9 84 0 0,-3-6 24 0 0,-5-1-154 0 0,-1-1-46 0 0,0 0 0 0 0,0 0 0 0 0,0 0 0 0 0,0 0 0 0 0,-1 1 0 0 0,1-1 0 0 0,-1 1 0 0 0,0-1 0 0 0,1 7 0 0 0,-1-5-14 0 0,-14 18 72 0 0,2-11-90 0 0,9-9 7 0 0,-2 0-1 0 0,-11 9-4 0 0,11-9-3 0 0,-1-2-1 0 0,5-1-21 0 0,-12 3-206 0 0,-1 0 0 0 0,1-1 0 0 0,-22 2 0 0 0,28-4-154 0 0,1 0-1 0 0,-1-1 1 0 0,1 0 0 0 0,-1 0 0 0 0,1 0 0 0 0,0 0-1 0 0,-1-1 1 0 0,1 0 0 0 0,0 0 0 0 0,0-1 0 0 0,0 1-1 0 0,-7-6 1 0 0,7 3-731 0 0,0 1-1 0 0,0-2 1 0 0,0 1 0 0 0,1 0-1 0 0,0-1 1 0 0,-7-11-1 0 0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1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79 3388 0 0,'12'-13'1164'0'0,"-10"10"-97"0"0,1-1-153 0 0,9-10-52 0 0,-9 11-36 0 0,0 0-60 0 0,67-27 2869 0 0,-65 28-3302 0 0,1 2-35 0 0,55-6 518 0 0,-54 6-718 0 0,0 0-18 0 0,20 0-16 0 0,-20 0-42 0 0,0 0-94 0 0,55 3-1815 0 0,-56-3 767 0 0,0 0-2270 0 0,18 0 514 0 0,-19 0-2072 0 0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1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 1 3184 0 0,'0'0'3986'0'0,"5"0"-2934"0"0,15 2-75 0 0,-15-1 650 0 0,-2 1-1010 0 0,2 3-487 0 0,-1-1 0 0 0,0 1 0 0 0,0 0 0 0 0,0 0 1 0 0,-1 0-1 0 0,0 0 0 0 0,0 1 0 0 0,0-1 0 0 0,0 1 0 0 0,-1 0 0 0 0,0 0 0 0 0,0 0 0 0 0,-1 0 1 0 0,1 0-1 0 0,-2 0 0 0 0,1 0 0 0 0,0 1 0 0 0,-1-1 0 0 0,0 0 0 0 0,-2 8 0 0 0,1-1-607 0 0,0 1 0 0 0,-2-1 0 0 0,1 0 0 0 0,-2 0 0 0 0,0 0 0 0 0,0 0 0 0 0,-1-1 0 0 0,-9 16 0 0 0,-17 15-4264 0 0,12-22-360 0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1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325 95 3120 0 0,'-4'0'1015'0'0,"-15"3"-87"0"0,14-3-116 0 0,0 1-148 0 0,-17 4-92 0 0,16-4-48 0 0,0-1-70 0 0,-63 5 1478 0 0,57-7-1553 0 0,0 0 0 0 0,0 0 0 0 0,0-1 0 0 0,1 0 0 0 0,-13-6-1 0 0,20 7-257 0 0,3 1-108 0 0,0 1-1 0 0,0-1 1 0 0,0 0 0 0 0,0 1-1 0 0,1-1 1 0 0,-1 0 0 0 0,0 1-1 0 0,0-1 1 0 0,1 0 0 0 0,-1 0-1 0 0,0 0 1 0 0,1 0-1 0 0,-1 0 1 0 0,1 0 0 0 0,-1 0-1 0 0,1 0 1 0 0,0 0 0 0 0,-1 0-1 0 0,1 0 1 0 0,0 0 0 0 0,0 0-1 0 0,-1 0 1 0 0,1-1 0 0 0,-3-18 47 0 0,2 16-44 0 0,3 1 5 0 0,-1 0-15 0 0,0 2-4 0 0,-1 0 0 0 0,0 0 0 0 0,1 0-1 0 0,-1 0 1 0 0,1 0 0 0 0,-1 0 0 0 0,1 0 0 0 0,-1 0 0 0 0,1 0-1 0 0,0 1 1 0 0,-1-1 0 0 0,1 0 0 0 0,0 0 0 0 0,0 1-1 0 0,-1-1 1 0 0,1 1 0 0 0,0-1 0 0 0,0 0 0 0 0,1 0 0 0 0,15-9 6 0 0,-15 9-7 0 0,-1 0-1 0 0,0 0 1 0 0,1 0-1 0 0,-1 0 1 0 0,1 1-1 0 0,-1-1 0 0 0,1 1 1 0 0,-1-1-1 0 0,1 1 1 0 0,-1 0-1 0 0,1-1 1 0 0,-1 1-1 0 0,1 0 1 0 0,-1 0-1 0 0,1 0 1 0 0,2 0-1 0 0,0 1 2 0 0,0-1-2 0 0,0-1 0 0 0,0 2 1 0 0,0-1-1 0 0,0 0 0 0 0,0 1 1 0 0,0 0-1 0 0,-1 0 0 0 0,1 0 1 0 0,0 0-1 0 0,-1 0 0 0 0,1 1 1 0 0,-1 0-1 0 0,5 2 1 0 0,-5-2 4 0 0,7 4 0 0 0,24 24-2 0 0,-28-22-6 0 0,-2-1-19 0 0,0-1 21 0 0,-1-1 0 0 0,1 1 0 0 0,-1 0 0 0 0,0 0 0 0 0,0 0 0 0 0,-1 1 0 0 0,0-1 0 0 0,3 13 0 0 0,-4-13 5 0 0,0 0 7 0 0,1 1 0 0 0,-1-1 1 0 0,-1 1-1 0 0,1-1 1 0 0,-1 1-1 0 0,0 0 1 0 0,-1-1-1 0 0,-1 12 1 0 0,1-13-5 0 0,-1 4 1 0 0,0 0 0 0 0,0 0 1 0 0,-1 0-1 0 0,0-1 1 0 0,-1 1-1 0 0,-6 11 1 0 0,7-13-6 0 0,-1 1 0 0 0,-10 15 0 0 0,0-8-2 0 0,6-6 3 0 0,2-2-16 0 0,0 0 0 0 0,0-1 1 0 0,0 0-1 0 0,-1 0 1 0 0,0 0-1 0 0,0-1 0 0 0,-1 0 1 0 0,0 0-1 0 0,0-1 0 0 0,0 0 1 0 0,0 0-1 0 0,0-1 0 0 0,-1 0 1 0 0,-14 3-1 0 0,22-6 12 0 0,-1 1 0 0 0,0-1 0 0 0,1 0 1 0 0,-1 1-1 0 0,1-1 0 0 0,-1 0 0 0 0,0 0 0 0 0,1 0 0 0 0,-1 0 0 0 0,1 0 0 0 0,-1 0 0 0 0,-3-1 0 0 0,-8-1-15 0 0,11 2 12 0 0,0-1 1 0 0,1 1-1 0 0,-1-1 0 0 0,1 1 0 0 0,-1-1 0 0 0,1 0 0 0 0,-1 0 1 0 0,1 0-1 0 0,-1 1 0 0 0,1-1 0 0 0,0 0 0 0 0,-3-3 1 0 0,2 2-4 0 0,0 1 1 0 0,-1-1 0 0 0,1 0 0 0 0,0 0 0 0 0,-1 0 0 0 0,1 0 0 0 0,0 0 0 0 0,0-1 0 0 0,0 1 0 0 0,1 0 1 0 0,-1-1-1 0 0,0 0 0 0 0,1 1 0 0 0,0-1 0 0 0,-2-5 0 0 0,2 6 2 0 0,0-2-29 0 0,-1-1-4 0 0,-2-16 11 0 0,3 16 11 0 0,1 0-4 0 0,0 4 16 0 0,0 0-1 0 0,0-1 0 0 0,0 0 0 0 0,-1 0 0 0 0,1 0 0 0 0,1 0 0 0 0,-1 0 0 0 0,0 0 0 0 0,0 0 0 0 0,1 1-1 0 0,-1-1 1 0 0,2-3 0 0 0,5-3-1 0 0,5-2 106 0 0,-7 11-74 0 0,2 2-24 0 0,0-1 0 0 0,-1 1 1 0 0,0 0-1 0 0,0 1 0 0 0,0-1 0 0 0,0 1 1 0 0,0 1-1 0 0,-1-1 0 0 0,7 7 1 0 0,70 70 134 0 0,-73-74-563 0 0,0 0 1 0 0,1 0 0 0 0,0-1-1 0 0,0-1 1 0 0,18 7 0 0 0,-24-10-769 0 0,3-1-415 0 0,20 2-1156 0 0,-21-2-1979 0 0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1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306 52 2880 0 0,'0'0'3219'0'0,"-4"2"-2517"0"0,-37 18 1687 0 0,37-17-2025 0 0,0-2-112 0 0,0 0 1 0 0,-1 1-1 0 0,1-1 0 0 0,1 1 0 0 0,-1 0 0 0 0,0 0 0 0 0,-4 4 1 0 0,-2 0 879 0 0,8-6-1063 0 0,0 1 0 0 0,-1 0 0 0 0,1 0 0 0 0,-1-1 0 0 0,1 1-1 0 0,-1-1 1 0 0,1 0 0 0 0,-1 0 0 0 0,1 0 0 0 0,-1 0 0 0 0,1 0 0 0 0,-1-1 0 0 0,1 1 0 0 0,-1-1 0 0 0,1 1 0 0 0,-1-1 0 0 0,1 0 0 0 0,0 0 0 0 0,-1 0 0 0 0,1 0 0 0 0,0-1-1 0 0,0 1 1 0 0,0-1 0 0 0,-4-2 0 0 0,3 1 22 0 0,2-2-47 0 0,-2-12-16 0 0,2 13-19 0 0,2-1-11 0 0,2-15 4 0 0,-3 19-6 0 0,0 0 0 0 0,1 0 1 0 0,-1 0-1 0 0,0 0 1 0 0,1 0-1 0 0,-1 0 0 0 0,0 0 1 0 0,1 0-1 0 0,-1 0 0 0 0,1 0 1 0 0,-1 0-1 0 0,1 0 0 0 0,0 0 1 0 0,-1 0-1 0 0,1 0 1 0 0,0 1-1 0 0,0-1 0 0 0,-1 0 1 0 0,3 0-1 0 0,-1-1-8 0 0,1-1 17 0 0,5-1 0 0 0,-6 3-4 0 0,-1 1-1 0 0,1-1 1 0 0,-1 0-1 0 0,1 1 1 0 0,-1-1-1 0 0,1 1 1 0 0,-1-1-1 0 0,1 1 1 0 0,-1 0-1 0 0,1 0 1 0 0,0 0-1 0 0,-1 0 1 0 0,1 0-1 0 0,0 0 1 0 0,-1 0-1 0 0,1 0 1 0 0,-1 0-1 0 0,1 1 0 0 0,-1-1 1 0 0,1 1-1 0 0,-1-1 1 0 0,1 1-1 0 0,-1 0 1 0 0,1-1-1 0 0,-1 1 1 0 0,3 2-1 0 0,-1 0-3 0 0,1 0 0 0 0,-1 1-1 0 0,1-1 1 0 0,-1 1-1 0 0,0 0 1 0 0,0 0 0 0 0,-1 0-1 0 0,1 0 1 0 0,-1 1-1 0 0,3 5 1 0 0,-3-2 11 0 0,0-1 0 0 0,-1 1 0 0 0,0-1 0 0 0,0 1 0 0 0,0 0 0 0 0,-1 0 0 0 0,0-1 0 0 0,-2 9 0 0 0,1-2-5 0 0,-2-1-1 0 0,0 1 1 0 0,0-1 0 0 0,-1 0-1 0 0,-1 0 1 0 0,-8 16 0 0 0,6-17-9 0 0,-1 1 0 0 0,-1-1 0 0 0,0-1 0 0 0,-1 0 1 0 0,0 0-1 0 0,-1-1 0 0 0,0 0 0 0 0,0-1 0 0 0,-1 0 0 0 0,-23 13 1 0 0,32-21-40 0 0,-19 5-94 0 0,18-5 25 0 0,-1-3-158 0 0,-15-4 183 0 0,15 4-40 0 0,2-1 47 0 0,-9-9 26 0 0,9 9 1 0 0,2 0-1 0 0,-9-40-175 0 0,9 38 209 0 0,2 1-20 0 0,4-13 0 0 0,-4 12-68 0 0,2 3 110 0 0,10-8 10 0 0,-10 8 13 0 0,3 2-174 0 0,18 4 169 0 0,-22-3-7 0 0,1 0-1 0 0,0 0 0 0 0,-1 0 1 0 0,1 1-1 0 0,-1-1 0 0 0,1 1 1 0 0,-1 0-1 0 0,1 0 0 0 0,-1 0 1 0 0,0 0-1 0 0,0 0 0 0 0,0 0 1 0 0,0 1-1 0 0,-1-1 0 0 0,4 6 1 0 0,-5-7-7 0 0,9 11 13 0 0,-1 1 0 0 0,0 1 0 0 0,-1 0 0 0 0,0 0 1 0 0,8 27-1 0 0,6 11-349 0 0,-20-49 16 0 0,2 2-92 0 0,6 11-94 0 0,-7-12-101 0 0,-1-4 572 0 0,-1 0-1 0 0,0 0 1 0 0,1 0 0 0 0,-1 0 0 0 0,0 0-1 0 0,0 0 1 0 0,1 0 0 0 0,-1 0-1 0 0,0 0 1 0 0,1 1 0 0 0,-1-1 0 0 0,0 0-1 0 0,1 0 1 0 0,-1 0 0 0 0,0 0-1 0 0,0 1 1 0 0,1-1 0 0 0,-1 0 0 0 0,0 0-1 0 0,0 0 1 0 0,1 1 0 0 0,-1-1-1 0 0,0 0 1 0 0,0 1 0 0 0,0-1-1 0 0,0 0 1 0 0,0 0 0 0 0,1 1 0 0 0,-1 0-1 0 0,5 5-735 0 0,5-5-2842 0 0,11-4 1494 0 0,-16 3-1470 0 0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1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36 3112 0 0,'0'0'6894'0'0,"-2"4"-6787"0"0,-5 17 500 0 0,8-20-487 0 0,0 0-93 0 0,-1-1 0 0 0,1 1 0 0 0,-1 0 0 0 0,1 0 0 0 0,0 0 0 0 0,0-1 0 0 0,-1 1-1 0 0,1 0 1 0 0,0-1 0 0 0,0 1 0 0 0,0-1 0 0 0,0 1 0 0 0,0-1 0 0 0,0 1 0 0 0,0-1 0 0 0,0 0 0 0 0,0 1 0 0 0,0-1 0 0 0,1 0 0 0 0,24-27 1056 0 0,-24 24-668 0 0,0-1-239 0 0,4-10-28 0 0,-5 11 275 0 0,-8-15-257 0 0,6 14-3289 0 0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1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79 1 3760 0 0,'0'0'6508'0'0,"-5"0"-6309"0"0,-16 1-12 0 0,16 0 262 0 0,2 2-315 0 0,-7 10 15 0 0,7-10 196 0 0,3 2-258 0 0,-1 13-10 0 0,0-13 47 0 0,12 16 137 0 0,-9-16-187 0 0,1-1 0 0 0,0 1 0 0 0,0-1 0 0 0,0 0 1 0 0,0 0-1 0 0,1 0 0 0 0,6 5 0 0 0,-6-5 56 0 0,-1-1 6 0 0,10 7-7 0 0,-10-7-8 0 0,0 0 5 0 0,26 29 350 0 0,-26-29-338 0 0,-3-3-132 0 0,0 1 1 0 0,0-1-1 0 0,0 1 1 0 0,0-1-1 0 0,0 1 1 0 0,0-1-1 0 0,0 0 1 0 0,0 1 0 0 0,1-1-1 0 0,-1 1 1 0 0,0-1-1 0 0,0 1 1 0 0,0-1-1 0 0,1 0 1 0 0,-1 1-1 0 0,0-1 1 0 0,1 0-1 0 0,-1 1 1 0 0,0-1 0 0 0,1 0-1 0 0,-1 1 1 0 0,0-1-1 0 0,1 0 1 0 0,-1 1-1 0 0,1-1 1 0 0,-1 0-1 0 0,1 0 1 0 0,0 1 2 0 0,-1-1-1 0 0,1 0 1 0 0,-1 1-1 0 0,1-1 1 0 0,-1 0 0 0 0,1 1-1 0 0,-1-1 1 0 0,1 1-1 0 0,-1-1 1 0 0,0 1 0 0 0,1-1-1 0 0,-1 1 1 0 0,1-1-1 0 0,-1 1 1 0 0,0-1 0 0 0,0 1-1 0 0,1-1 1 0 0,-1 1-1 0 0,0-1 1 0 0,0 2 0 0 0,7 15 383 0 0,-5-13-312 0 0,0 0 86 0 0,-1 0-33 0 0,2 12 9 0 0,-2-12-68 0 0,-2 1-9 0 0,0 1-44 0 0,-1 0-1 0 0,0 0 1 0 0,0 0-1 0 0,0 0 0 0 0,-1 0 1 0 0,0 0-1 0 0,0-1 1 0 0,0 1-1 0 0,-1-1 0 0 0,0 0 1 0 0,0 0-1 0 0,0-1 0 0 0,-1 1 1 0 0,1-1-1 0 0,-1 0 1 0 0,0 0-1 0 0,-1 0 0 0 0,-4 3 1 0 0,6-5-15 0 0,0 0 5 0 0,-4 1-218 0 0,-1 1-1 0 0,1-2 1 0 0,-17 4 0 0 0,20-5-407 0 0,2-4-856 0 0,1 1 1232 0 0,0 1 0 0 0,1-1 1 0 0,-1 1-1 0 0,0-1 1 0 0,1 0-1 0 0,0 1 1 0 0,-1-1-1 0 0,1 0 1 0 0,0 0-1 0 0,0 0 0 0 0,0 0 1 0 0,0 0-1 0 0,0 0 1 0 0,1-1-1 0 0,-1 1 1 0 0,1 0-1 0 0,-1 0 0 0 0,1 0 1 0 0,0-1-1 0 0,0 1 1 0 0,0 0-1 0 0,0-3 1 0 0,0-1-209 0 0,2-19-2752 0 0,1-5-691 0 0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1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0 146 2804 0 0,'0'0'1444'0'0,"1"-5"-149"0"0,6-41 3262 0 0,-6 41-3141 0 0,0 1-1101 0 0,5-13-58 0 0,-4 12-67 0 0,6 1 19 0 0,-7 4-195 0 0,0-1 0 0 0,-1 0 0 0 0,1 0 0 0 0,0 1 0 0 0,0-1 0 0 0,0 0 0 0 0,0 1 0 0 0,0-1 0 0 0,-1 1 0 0 0,1-1 0 0 0,0 1 0 0 0,0-1 0 0 0,0 1 0 0 0,0 0 0 0 0,1 0 0 0 0,0-1 0 0 0,35-8-586 0 0,62-7 0 0 0,-79 13-1872 0 0,1 0-1 0 0,33-10 1 0 0,-31 6-1764 0 0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1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118 30 3392 0 0,'1'-3'1238'0'0,"1"1"-887"0"0,-1-1-1 0 0,1 1 1 0 0,0 0 0 0 0,0 0 0 0 0,-1 0 0 0 0,1 0 0 0 0,1 1 0 0 0,-1-1 0 0 0,0 0-1 0 0,0 1 1 0 0,5-3 0 0 0,-3 3 384 0 0,2 4-34 0 0,10 7-318 0 0,0 0-1 0 0,0 2 1 0 0,-1 0 0 0 0,0 1-1 0 0,-1 0 1 0 0,-1 1-1 0 0,0 1 1 0 0,20 30-1 0 0,-16-19-36 0 0,-1 1 0 0 0,-1 1-1 0 0,-1 0 1 0 0,19 60-1 0 0,-27-69-295 0 0,-2 1-1 0 0,0 0 0 0 0,-1 0 0 0 0,-1 0 0 0 0,-1 1 1 0 0,-1-1-1 0 0,-1 0 0 0 0,-5 35 0 0 0,0-29-242 0 0,0 0 0 0 0,-2 0 0 0 0,-1 0 0 0 0,-1-1 0 0 0,-25 45 0 0 0,5-24-1393 0 0,-2 0 1 0 0,-1-2 0 0 0,-3-2 0 0 0,-1-1 0 0 0,-79 66-1 0 0,59-61-3594 0 0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2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293 39 2052 0 0,'-12'-15'1144'0'0,"10"12"-255"0"0,-3 1-127 0 0,-13-9-62 0 0,13 8-120 0 0,-1 2-90 0 0,1 0-434 0 0,1 0 64 0 0,0 1 0 0 0,-1-1 1 0 0,1 1-1 0 0,-1 0 0 0 0,1 0 0 0 0,-1 0 0 0 0,1 0 1 0 0,-1 1-1 0 0,1 0 0 0 0,-1 0 0 0 0,-7 3 0 0 0,-2 1 82 0 0,2 2 0 0 0,-1 0 0 0 0,1 0 0 0 0,0 1 0 0 0,0 1 0 0 0,1 0 0 0 0,0 0 0 0 0,0 1 0 0 0,-10 15 0 0 0,19-24-174 0 0,0 1 0 0 0,0 0 1 0 0,1 0-1 0 0,-1 0 0 0 0,1 0 1 0 0,-1 0-1 0 0,1 0 0 0 0,0 0 0 0 0,0 0 1 0 0,-1 4-1 0 0,-6 14 145 0 0,3-8-89 0 0,1 0 1 0 0,0 0-1 0 0,0 0 1 0 0,-2 21 0 0 0,5-28-80 0 0,1 1 1 0 0,0 0 0 0 0,0 0 0 0 0,0 0-1 0 0,1 0 1 0 0,0 0 0 0 0,0 0 0 0 0,0 0-1 0 0,1-1 1 0 0,0 1 0 0 0,0-1 0 0 0,0 1 0 0 0,7 9-1 0 0,-6-10-79 0 0,0 1 0 0 0,1-1-1 0 0,0 0 1 0 0,0-1-1 0 0,0 1 1 0 0,1-1-1 0 0,0 0 1 0 0,-1 0 0 0 0,1 0-1 0 0,1-1 1 0 0,-1 0-1 0 0,0 0 1 0 0,1 0-1 0 0,0 0 1 0 0,10 2 0 0 0,13 2-1323 0 0,-24-5 456 0 0,2-3-125 0 0,33-1-2067 0 0,-14 0-222 0 0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2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63 0 2760 0 0,'0'0'2203'0'0,"-2"3"-1351"0"0,-24 30 5712 0 0,27-38-6395 0 0,1-14-123 0 0,-1 14-27 0 0,23-2 39 0 0,-19 10-89 0 0,-1 0 30 0 0,1-1 0 0 0,-1 1 0 0 0,1 1 0 0 0,-1-1 0 0 0,0 1 0 0 0,0-1-1 0 0,-1 1 1 0 0,1 0 0 0 0,-1 0 0 0 0,0 1 0 0 0,0-1 0 0 0,0 1 0 0 0,2 6 0 0 0,-1-2-3 0 0,-2 0-1 0 0,1 0 1 0 0,-1 0 0 0 0,-1 0-1 0 0,0 0 1 0 0,0 0 0 0 0,-1 1-1 0 0,0-1 1 0 0,0 0 0 0 0,-1 1-1 0 0,-1-1 1 0 0,1 0 0 0 0,-1 0-1 0 0,-1 0 1 0 0,0 0 0 0 0,-6 13-1 0 0,5-11 5 0 0,1-3 5 0 0,-1 1-1 0 0,0 0 1 0 0,-1-1 0 0 0,0 0 0 0 0,0 0 0 0 0,-1 0 0 0 0,-8 8 0 0 0,-19 21 9 0 0,30-34-2 0 0,-2-4-47 0 0,-14-5 40 0 0,15 5-22 0 0,3-4-3 0 0,2-7 6 0 0,0-1-1 0 0,0 1 0 0 0,1-1 1 0 0,1 1-1 0 0,0 0 1 0 0,6-16-1 0 0,-7 24 6 0 0,0-1 2 0 0,-1-2 3 0 0,0 5 2 0 0,0-1 0 0 0,1 0-1 0 0,-1 0 1 0 0,0 1 0 0 0,1-1 0 0 0,-1 0 0 0 0,1 1-1 0 0,0 0 1 0 0,0-1 0 0 0,0 1 0 0 0,3-3-1 0 0,-3 2-7 0 0,3 3 8 0 0,14-4 14 0 0,-15 3-3 0 0,11 14 44 0 0,-8-6-56 0 0,1 0-1 0 0,-1 0 1 0 0,-1 1 0 0 0,0 0-1 0 0,0 0 1 0 0,7 14 0 0 0,14 18 9 0 0,-12-23-31 0 0,-13-14-67 0 0,2-1-94 0 0,37 17-1348 0 0,-37-18 894 0 0,1-1-232 0 0,-1-1 500 0 0,1 0-209 0 0,1 0 0 0 0,-1 0 0 0 0,0 0 0 0 0,0-1 0 0 0,0 0 0 0 0,0 0 0 0 0,0 0 0 0 0,5-4 0 0 0,10-7-2874 0 0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2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 69 2324 0 0,'0'0'3765'0'0,"-3"-2"-2882"0"0,-13-10 4097 0 0,35 3-4630 0 0,-15 8-214 0 0,2 0-33 0 0,184-35-192 0 0,-186 35-319 0 0,1 0-857 0 0,14-3 132 0 0,-15 3-543 0 0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2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6 3680 0 0,'0'0'6904'0'0,"5"2"-6336"0"0,12 5-73 0 0,-13-5-56 0 0,2-2-47 0 0,85-1 1177 0 0,-86 1-1442 0 0,2-1-26 0 0,64-1 35 0 0,-64 1-355 0 0,-2 1-166 0 0,15-4-158 0 0,-15 4-211 0 0,-1-2-1699 0 0,14-2 659 0 0,-14 3-1227 0 0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2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65 112 2716 0 0,'-3'-2'1116'0'0,"-46"-19"4275"0"0,36 15-4091 0 0,31 8-1171 0 0,-12-1-51 0 0,113 3 188 0 0,3-16-143 0 0,-117 12-96 0 0,-4 0-21 0 0,1 0 0 0 0,0 0 1 0 0,-1 0-1 0 0,1 0 1 0 0,-1-1-1 0 0,1 1 0 0 0,0 0 1 0 0,-1-1-1 0 0,1 1 1 0 0,-1-1-1 0 0,1 0 0 0 0,2-1 1 0 0,-1 1 9 0 0,2-1 82 0 0,-1 0-77 0 0,12-8-8 0 0,-11 8 64 0 0,-4-3-55 0 0,3-12 4 0 0,-2 13 80 0 0,-3-1-108 0 0,-3-14 26 0 0,3 15 20 0 0,-4 5-80 0 0,-14 6 83 0 0,18-7-42 0 0,0 1-1 0 0,0-1 1 0 0,0 1-1 0 0,0-1 1 0 0,0 1-1 0 0,0 0 1 0 0,1-1-1 0 0,-1 1 1 0 0,0 0-1 0 0,0-1 1 0 0,1 1-1 0 0,-1 0 1 0 0,0 0-1 0 0,1 0 1 0 0,-1 0-1 0 0,1 0 1 0 0,-1 0-1 0 0,1 0 1 0 0,0 0-1 0 0,-1 0 1 0 0,1 0-1 0 0,0 0 1 0 0,0 1-1 0 0,-1-1 5 0 0,-5 15 47 0 0,-1 1-1 0 0,2-1 0 0 0,0 2 0 0 0,1-1 0 0 0,1 0 1 0 0,0 1-1 0 0,1 24 0 0 0,-1-10-13 0 0,-32 384-1127 0 0,35-411 572 0 0,-1 0-223 0 0,-1 1 343 0 0,0 5 54 0 0,2 0-4835 0 0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2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 42 2212 0 0,'0'0'4007'0'0,"-3"-3"-3399"0"0,-9-5-124 0 0,9 6 786 0 0,8 0-1078 0 0,41-4 142 0 0,94-2 0 0 0,-100 7-465 0 0,26-1-959 0 0,-27-1 99 0 0,3-1-2682 0 0,-13 2 157 0 0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3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138 56 2816 0 0,'0'0'3392'0'0,"-4"1"-2879"0"0,-35 12 1497 0 0,35-11-378 0 0,0 0-1515 0 0,-10 4 8 0 0,11-4 2731 0 0,-1-3-2778 0 0,-11-5 17 0 0,11 5 285 0 0,5-4-358 0 0,1-12 14 0 0,-1 13 41 0 0,2-1-59 0 0,8-11-12 0 0,-8 12 6 0 0,-1 4-10 0 0,-1 0 0 0 0,1-1 0 0 0,0 1 0 0 0,-1 0 1 0 0,1-1-1 0 0,-1 0 0 0 0,1 1 0 0 0,-1-1 0 0 0,1 0 1 0 0,-1 0-1 0 0,0 1 0 0 0,2-3 0 0 0,1 1 2 0 0,1 0 1 0 0,-4 1-6 0 0,0 0-1 0 0,0 1 1 0 0,1-1 0 0 0,-1 0-1 0 0,0 1 1 0 0,1-1 0 0 0,-1 1-1 0 0,1-1 1 0 0,-1 1 0 0 0,1 0-1 0 0,-1 0 1 0 0,3-1 0 0 0,-1 1 1 0 0,2-1 13 0 0,25-1-8 0 0,-24 2-9 0 0,-1 1 6 0 0,1 0-2 0 0,0 1 0 0 0,0 0 1 0 0,0 0-1 0 0,0 0 0 0 0,5 4 1 0 0,-8-4-1 0 0,-5 3 7 0 0,-4 13-4 0 0,4-13-48 0 0,-16 15 133 0 0,4-11-42 0 0,11-6-35 0 0,-1-1 173 0 0,-22 6 159 0 0,23-9-298 0 0,1 0-34 0 0,1 0-1 0 0,-1 1 0 0 0,1-1 1 0 0,-1 0-1 0 0,1 0 0 0 0,0 0 0 0 0,-1 0 1 0 0,1 0-1 0 0,0 0 0 0 0,0-1 1 0 0,0 1-1 0 0,0 0 0 0 0,0-1 0 0 0,0 1 1 0 0,0-1-1 0 0,0 1 0 0 0,0-1 1 0 0,1 1-1 0 0,-1-1 0 0 0,1 1 1 0 0,-1-1-1 0 0,1 0 0 0 0,0 1 0 0 0,-1-4 37 0 0,3 1-33 0 0,5-15-14 0 0,-5 15-4 0 0,-2 4-16 0 0,0 0 18 0 0,1 0 0 0 0,-1 0 0 0 0,1 0 0 0 0,-1 0 0 0 0,0-1 1 0 0,1 1-1 0 0,-1 0 0 0 0,0 0 0 0 0,1 0 0 0 0,-1 0 0 0 0,0 0 0 0 0,1-1 0 0 0,-1 1 1 0 0,0 0-1 0 0,0 0 0 0 0,1 0 0 0 0,-1-1 0 0 0,0 1 0 0 0,1 0 0 0 0,-1 0 0 0 0,0-1 0 0 0,0 1 1 0 0,0 0-1 0 0,1-1 0 0 0,-1 1 0 0 0,0 0 0 0 0,0-1 0 0 0,0 1 0 0 0,0 0 0 0 0,0-1 1 0 0,1 0 2 0 0,-1 0 1 0 0,0 1 0 0 0,1-1 0 0 0,-1 0-1 0 0,1 1 1 0 0,-1-1 0 0 0,1 0 0 0 0,-1 1-1 0 0,1-1 1 0 0,-1 1 0 0 0,1-1 0 0 0,-1 0-1 0 0,1 1 1 0 0,0 0 0 0 0,-1-1 0 0 0,1 1-1 0 0,0-1 1 0 0,-1 1 0 0 0,1 0 0 0 0,0-1-1 0 0,0 1 1 0 0,-1 0 0 0 0,3 0 0 0 0,15-5 18 0 0,-13 4-24 0 0,0 3-32 0 0,17 4 39 0 0,-16-4-20 0 0,-2 1 14 0 0,1 2 3 0 0,-1-1 1 0 0,1 0-1 0 0,-1 1 1 0 0,0 0-1 0 0,0 0 0 0 0,-1 0 1 0 0,1 0-1 0 0,-1 0 1 0 0,0 1-1 0 0,-1 0 0 0 0,5 11 1 0 0,-3 13 12 0 0,-3-20-19 0 0,-1 0 0 0 0,0 0 0 0 0,0 0 0 0 0,-1 0 0 0 0,0 0 0 0 0,-1 0-1 0 0,0-1 1 0 0,-1 1 0 0 0,0 0 0 0 0,-1-1 0 0 0,1 0 0 0 0,-2 0 0 0 0,1 0 0 0 0,-11 14 0 0 0,4-7 24 0 0,-1 0 0 0 0,-1-1 0 0 0,0-1 1 0 0,0 0-1 0 0,-23 17 0 0 0,17-19-11 0 0,14-10-30 0 0,1-1-111 0 0,0 1 127 0 0,-2-1 22 0 0,1 1 0 0 0,0-1 1 0 0,-1-1-1 0 0,1 1 0 0 0,-1-1 0 0 0,-9-1 0 0 0,10 0-3 0 0,-4-7-25 0 0,8 8 14 0 0,0 0 0 0 0,1-1-1 0 0,-1 1 1 0 0,0 0 0 0 0,1-1 0 0 0,-1 1 0 0 0,0-1 0 0 0,1 1 0 0 0,-1-1 0 0 0,1 1 0 0 0,-1-1 0 0 0,1 0 0 0 0,-1 1 0 0 0,1-1 0 0 0,-1 1 0 0 0,1-1 0 0 0,-1 0 0 0 0,1 0 0 0 0,0 1 0 0 0,0-1-1 0 0,-1 0 1 0 0,1-1 0 0 0,-2-6-3 0 0,0 0-1 0 0,0 0 0 0 0,1 0 0 0 0,0 0 1 0 0,0 0-1 0 0,2-15 0 0 0,0 18-13 0 0,8-18-77 0 0,-7 21 129 0 0,32-19 99 0 0,-30 20-150 0 0,0 2 99 0 0,12 3-107 0 0,-12-3-20 0 0,0 2 1 0 0,4 3 27 0 0,-1 0 1 0 0,-1 1-1 0 0,1 0 1 0 0,-1 0-1 0 0,0 0 1 0 0,0 1-1 0 0,4 8 1 0 0,30 62-92 0 0,-37-71 4 0 0,1 0-1 0 0,0-1 1 0 0,0 1 0 0 0,0-1 0 0 0,0 0 0 0 0,1 0-1 0 0,0-1 1 0 0,1 1 0 0 0,-1-1 0 0 0,1 0 0 0 0,0-1-1 0 0,0 1 1 0 0,13 6 0 0 0,-15-9-433 0 0,2-2-19 0 0,16 2-22 0 0,-17-1-1 0 0,1-2-11 0 0,-4 0 505 0 0,5 0-215 0 0,-1 0 0 0 0,0 0-1 0 0,0-1 1 0 0,0 0-1 0 0,0-1 1 0 0,0 1-1 0 0,7-5 1 0 0,-9 4-209 0 0,-1 0 0 0 0,1 0 0 0 0,0 0-1 0 0,-1 0 1 0 0,0-1 0 0 0,0 1 0 0 0,0-1 0 0 0,0 0 0 0 0,3-7 0 0 0,6-11-2574 0 0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3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40 1 1900 0 0,'0'0'6055'0'0,"-3"2"-5727"0"0,-24 25 914 0 0,24-23-843 0 0,-3 15-223 0 0,5-15 575 0 0,6-5-695 0 0,15-4 27 0 0,-15 4 260 0 0,-4 0-317 0 0,0 0 0 0 0,-1 0-1 0 0,1 0 1 0 0,0 0 0 0 0,-1 0 0 0 0,1 0 0 0 0,-1 0-1 0 0,1 0 1 0 0,-1-1 0 0 0,1 1 0 0 0,-1 0-1 0 0,0 0 1 0 0,1 0 0 0 0,-1-1 0 0 0,0 1 0 0 0,0 0-1 0 0,0-2 1 0 0,-11-8-100 0 0,9 8-99 0 0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3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79 6 3028 0 0,'0'0'5982'0'0,"-4"-2"-5589"0"0,3 1-334 0 0,-1 1-1 0 0,1-1 1 0 0,0 1 0 0 0,-1-1 0 0 0,1 1-1 0 0,-1 0 1 0 0,0 0 0 0 0,1-1 0 0 0,-1 1-1 0 0,1 0 1 0 0,-1 0 0 0 0,1 1 0 0 0,-1-1-1 0 0,1 0 1 0 0,-1 0 0 0 0,1 1 0 0 0,-1-1 0 0 0,1 1-1 0 0,-1-1 1 0 0,1 1 0 0 0,-1 0 0 0 0,-1 1-1 0 0,-1 0 283 0 0,1 1-286 0 0,-10 8 83 0 0,10-9 18 0 0,2 2-26 0 0,-13 32 364 0 0,14-31-310 0 0,7 14-38 0 0,-6-16-10 0 0,17 12-36 0 0,-15-12-50 0 0,1 0-4 0 0,11 7-11 0 0,-11-8-32 0 0,0 0 46 0 0,14 7 11 0 0,-14-7-2 0 0,1 1-8 0 0,13 8 16 0 0,-13-8-42 0 0,-1-1-147 0 0,32 28 597 0 0,-32-26-345 0 0,-2 0 21 0 0,14 35 480 0 0,-15-35-380 0 0,-1 2-140 0 0,0 17-8 0 0,0-18 62 0 0,-2 0-82 0 0,-5 15 5 0 0,5-15 20 0 0,-15 15 82 0 0,17-20-189 0 0,0 0-1 0 0,-1 1 1 0 0,1-1-1 0 0,0 1 1 0 0,0-1-1 0 0,0 0 1 0 0,-1 1-1 0 0,1-1 1 0 0,0 0-1 0 0,-1 1 1 0 0,1-1-1 0 0,0 0 1 0 0,-1 1-1 0 0,1-1 1 0 0,0 0-1 0 0,-1 0 1 0 0,1 1-1 0 0,-1-1 1 0 0,1 0-1 0 0,0 0 1 0 0,-1 0-1 0 0,1 0 1 0 0,-1 1-1 0 0,1-1 1 0 0,-1 0-1 0 0,1 0 1 0 0,-1 0-1 0 0,0 0 0 0 0,1 0 0 0 0,-1 0 0 0 0,1 0 1 0 0,-1 0-1 0 0,1 0 0 0 0,-1 1 0 0 0,1-1 0 0 0,-1 0 0 0 0,1 0 0 0 0,-1 0 0 0 0,1 1 0 0 0,-1-1 0 0 0,1 0 0 0 0,-1 1 0 0 0,1-1 0 0 0,0 0 0 0 0,-1 1 0 0 0,1-1 0 0 0,0 0 0 0 0,-1 1 1 0 0,1-1-1 0 0,0 1 0 0 0,-1-1 0 0 0,1 1 0 0 0,-5 0-38 0 0,-15 4-286 0 0,15-4-188 0 0,1-3-793 0 0,-15-4 503 0 0,14 4-88 0 0,2-1-127 0 0,-1-3-263 0 0,-1 0 1 0 0,1-1-1 0 0,0 1 1 0 0,-5-14-1 0 0,7 14-2770 0 0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3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0 128 2508 0 0,'3'-6'295'0'0,"-1"0"0"0"0,1 1-1 0 0,0 0 1 0 0,1-1 0 0 0,-1 1-1 0 0,1 0 1 0 0,0 1 0 0 0,1-1-1 0 0,-1 1 1 0 0,1 0 0 0 0,0 0 0 0 0,-1 0-1 0 0,2 0 1 0 0,-1 1 0 0 0,0 0-1 0 0,1 0 1 0 0,8-3 0 0 0,53-17 415 0 0,-34 16-552 0 0,0 0 0 0 0,55-2 0 0 0,-83 9-505 0 0,1 0-274 0 0,1 1 293 0 0,4 0-53 0 0,1-1-3219 0 0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3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395 3 3244 0 0,'-7'-1'832'0'0,"-18"-1"-34"0"0,12 4-38 0 0,-6 8-439 0 0,1 0 0 0 0,0 1 0 0 0,1 0 0 0 0,1 2-1 0 0,0 0 1 0 0,0 1 0 0 0,1 0 0 0 0,1 1 0 0 0,0 1 0 0 0,2 0 0 0 0,-22 36 0 0 0,12-15 48 0 0,2 1 0 0 0,1 1-1 0 0,2 1 1 0 0,-22 81 0 0 0,32-89-268 0 0,1-1 0 0 0,1 1 0 0 0,2-1 0 0 0,1 1 1 0 0,1 0-1 0 0,2 0 0 0 0,1 0 0 0 0,2 0 0 0 0,1-1 0 0 0,2 1 0 0 0,17 51 0 0 0,-15-59-177 0 0,1-1-1 0 0,1-1 1 0 0,1 0-1 0 0,0-1 1 0 0,2 0-1 0 0,1-1 1 0 0,0 0-1 0 0,2-2 1 0 0,0 1-1 0 0,1-2 1 0 0,0-1-1 0 0,2 0 1 0 0,0-1-1 0 0,0-1 1 0 0,36 18-1 0 0,-21-17-1358 0 0,1-1 0 0 0,1-1 0 0 0,0-2 0 0 0,76 12-1 0 0,-57-14-2666 0 0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3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27 0 2788 0 0,'0'0'6057'0'0,"1"6"-5807"0"0,3 15-63 0 0,-2-15-58 0 0,-2 0-10 0 0,1 9-443 0 0,-1 1 1 0 0,0-1-1 0 0,-1 0 1 0 0,-6 30-1 0 0,0-24-1845 0 0,-13 34 0 0 0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3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51 12 2312 0 0,'0'0'2832'0'0,"-2"-3"-2184"0"0,2 2-569 0 0,0 1 1 0 0,0-1-1 0 0,0 1 1 0 0,0 0-1 0 0,-1-1 1 0 0,1 1-1 0 0,0-1 1 0 0,-1 1-1 0 0,1 0 1 0 0,0-1-1 0 0,0 1 1 0 0,-1 0-1 0 0,1-1 1 0 0,-1 1-1 0 0,1 0 0 0 0,0-1 1 0 0,-1 1-1 0 0,1 0 1 0 0,-1 0-1 0 0,1 0 1 0 0,-1-1-1 0 0,1 1 1 0 0,0 0-1 0 0,-1 0 1 0 0,1 0-1 0 0,-1 0 1 0 0,0 0-1 0 0,0 1 26 0 0,1 1-1 0 0,-1 0 0 0 0,1-1 1 0 0,-1 1-1 0 0,1 0 0 0 0,-1-1 1 0 0,1 1-1 0 0,0 0 0 0 0,0 0 1 0 0,0-1-1 0 0,0 1 0 0 0,0 0 1 0 0,1 3-1 0 0,-1 63 407 0 0,-12 95 0 0 0,0-98-348 0 0,11-60-109 0 0,0 1 19 0 0,-8 46 298 0 0,9-48 36 0 0,7 16-275 0 0,-5-17-60 0 0,2-2-54 0 0,15 2 0 0 0,-15-2-13 0 0,2-1 22 0 0,25-1-19 0 0,-1-2-1 0 0,0-1 0 0 0,0-1 0 0 0,0-2 0 0 0,44-15 0 0 0,-69 20-12 0 0,17-10 31 0 0,-18 9-13 0 0,-1 0-9 0 0,9-10-3 0 0,-9 10 33 0 0,-1-1-35 0 0,6-13-7 0 0,-6 13-9 0 0,-1 0-13 0 0,5-14 12 0 0,-4 14 7 0 0,-2-1-1 0 0,3-17 33 0 0,-3 16 46 0 0,0 2-67 0 0,-3-15-5 0 0,3 14 2 0 0,-2 2-2 0 0,2 2 8 0 0,0 1-1 0 0,0-1 1 0 0,0 1-1 0 0,0-1 0 0 0,0 1 1 0 0,-1-1-1 0 0,1 0 1 0 0,0 1-1 0 0,0-1 0 0 0,-1 1 1 0 0,1-1-1 0 0,0 1 1 0 0,-1-1-1 0 0,1 1 0 0 0,0 0 1 0 0,-1-1-1 0 0,1 1 0 0 0,-1-1 1 0 0,1 1-1 0 0,0 0 1 0 0,-1-1-1 0 0,1 1 0 0 0,-1 0 1 0 0,1 0-1 0 0,-1-1 1 0 0,1 1-1 0 0,-1 0 0 0 0,0 0 1 0 0,1 0-1 0 0,-1 0 1 0 0,1 0-1 0 0,-1-1 0 0 0,1 1 1 0 0,-1 0-1 0 0,0 0 0 0 0,1 0 1 0 0,-1 1-1 0 0,1-1 1 0 0,-1 0-1 0 0,1 0 0 0 0,-1 0 1 0 0,1 0-1 0 0,-1 0 1 0 0,0 1-1 0 0,1-1 0 0 0,-1 0 1 0 0,1 1-1 0 0,-1-1 1 0 0,1 0-1 0 0,0 1 0 0 0,-1-1 1 0 0,1 0-1 0 0,-1 1 1 0 0,1-1-1 0 0,0 1 0 0 0,-1-1 1 0 0,0 1-1 0 0,1 0-3 0 0,-1 0 0 0 0,0 0 0 0 0,0-1 0 0 0,1 1 0 0 0,-1 0 0 0 0,0 0 0 0 0,1 0 0 0 0,-1 0 1 0 0,1-1-1 0 0,-1 1 0 0 0,1 0 0 0 0,0 0 0 0 0,-1 0 0 0 0,1 0 0 0 0,0 0 0 0 0,-1 0 0 0 0,1 0 0 0 0,0 0 0 0 0,0 1 0 0 0,0-1 0 0 0,0 1 0 0 0,0-1-1 0 0,-3 13 56 0 0,0 0 0 0 0,-1 25 0 0 0,3-30-56 0 0,-2 42 31 0 0,3 64-1 0 0,1-104-33 0 0,4 90-629 0 0,1 60-6554 0 0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3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262 19 2860 0 0,'0'0'1326'0'0,"-3"-3"-364"0"0,-7-9-180 0 0,7 9 791 0 0,-2 3-1227 0 0,0-1-242 0 0,0 1 0 0 0,1 0 0 0 0,-1 1 0 0 0,0-1 0 0 0,0 1 0 0 0,1 0 1 0 0,-1 0-1 0 0,0 0 0 0 0,1 1 0 0 0,-1-1 0 0 0,1 1 0 0 0,-7 5 0 0 0,2-2 22 0 0,1 1 1 0 0,-1 0-1 0 0,2 1 0 0 0,-1 0 0 0 0,-10 12 0 0 0,3 1 11 0 0,0 0 0 0 0,1 1-1 0 0,2 0 1 0 0,-12 27 0 0 0,19-38-106 0 0,1 0 0 0 0,0 0-1 0 0,1 0 1 0 0,0 0 0 0 0,1 1 0 0 0,0-1 0 0 0,1 1-1 0 0,0 0 1 0 0,0-1 0 0 0,1 1 0 0 0,1 0 0 0 0,0 0-1 0 0,0-1 1 0 0,5 18 0 0 0,-5-24-29 0 0,0 0 1 0 0,0 0-1 0 0,0 0 0 0 0,1-1 0 0 0,0 1 1 0 0,-1 0-1 0 0,1-1 0 0 0,1 1 1 0 0,2 3-1 0 0,0-2-8 0 0,0 0 0 0 0,0-1 0 0 0,0 1 0 0 0,1-1 1 0 0,0 0-1 0 0,0-1 0 0 0,8 4 0 0 0,-9-5 3 0 0,-1 0 1 0 0,2-1-1 0 0,-1 0 0 0 0,0 0 0 0 0,0 0 1 0 0,0-1-1 0 0,0 0 0 0 0,1 1 0 0 0,7-2 1 0 0,-8 0 4 0 0,1 1 5 0 0,-1-2 4 0 0,14-4-7 0 0,-17 5-3 0 0,-1 1 0 0 0,1 0 0 0 0,-1-1 0 0 0,0 1 0 0 0,1-1 0 0 0,-1 0-1 0 0,0 1 1 0 0,0-1 0 0 0,0 0 0 0 0,1 0 0 0 0,-1 0 0 0 0,0 0 0 0 0,0 0-1 0 0,0 0 1 0 0,0 0 0 0 0,1-2 0 0 0,0 0 2 0 0,2 0 0 0 0,-2-2-5 0 0,8-12 14 0 0,-9 15-14 0 0,-1 1 0 0 0,1 0 0 0 0,0-1 0 0 0,-1 1 0 0 0,1-1 0 0 0,-1 1 0 0 0,1-1 0 0 0,-1 1 0 0 0,0-1 0 0 0,1 0 1 0 0,-1 1-1 0 0,0-1 0 0 0,0 1 0 0 0,0-1 0 0 0,-1-2 0 0 0,1-1-7 0 0,1 0 17 0 0,-2-1 15 0 0,-3-18-1 0 0,4 22-20 0 0,0 0 1 0 0,0 1 0 0 0,0-1 0 0 0,-1 0 0 0 0,1 1-1 0 0,-1-1 1 0 0,1 0 0 0 0,-1 1 0 0 0,1-1-1 0 0,-1 1 1 0 0,0-1 0 0 0,0 1 0 0 0,0 0-1 0 0,-1-2 1 0 0,-1-2 4 0 0,0 1 5 0 0,0 1-10 0 0,-2 0-8 0 0,0 0 1 0 0,1 1-1 0 0,-1-1 1 0 0,0 1 0 0 0,0 0-1 0 0,0 1 1 0 0,-7-2-1 0 0,7 2 20 0 0,-1 2-11 0 0,-2 0 1 0 0,5-1 1 0 0,0 0 0 0 0,-1 1 0 0 0,1-1 0 0 0,0 1 0 0 0,0 0 0 0 0,0 0 0 0 0,0 0 0 0 0,-3 2 0 0 0,-11 4-1 0 0,-12 7 2 0 0,15-1-46 0 0,-22 17-371 0 0,32-27 140 0 0,2 0-115 0 0,1-1 77 0 0,0-1-1 0 0,0 1 1 0 0,1-1-1 0 0,-1 1 0 0 0,0 0 1 0 0,1-1-1 0 0,-1 1 1 0 0,1 0-1 0 0,-1-1 1 0 0,1 1-1 0 0,0 0 1 0 0,0 0-1 0 0,0-1 1 0 0,0 1-1 0 0,0 0 0 0 0,0 0 1 0 0,0-1-1 0 0,1 1 1 0 0,-1 0-1 0 0,2 3 1 0 0,-1-1-3259 0 0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3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391 17 2412 0 0,'4'-2'1064'0'0,"-1"0"-814"0"0,0 0 1 0 0,0 0 0 0 0,0 1 0 0 0,0-1 0 0 0,1 1 0 0 0,-1 0 0 0 0,0 0-1 0 0,1 0 1 0 0,-1 1 0 0 0,1-1 0 0 0,-1 1 0 0 0,0-1 0 0 0,1 1 0 0 0,-1 0-1 0 0,1 1 1 0 0,6 0 0 0 0,-3 2-65 0 0,0 0 1 0 0,0 1-1 0 0,0-1 0 0 0,-1 1 1 0 0,0 1-1 0 0,0-1 0 0 0,0 1 1 0 0,0 0-1 0 0,-1 0 0 0 0,1 1 1 0 0,6 9-1 0 0,-3-3-25 0 0,-1 0 0 0 0,-1 0 0 0 0,0 1 0 0 0,-1 0 0 0 0,9 26 0 0 0,-9-20-88 0 0,-1 0 1 0 0,-2 0 0 0 0,0 0 0 0 0,0 0 0 0 0,-2 1-1 0 0,-1-1 1 0 0,0 1 0 0 0,-1-1 0 0 0,-5 21 0 0 0,1-13-52 0 0,-2-1 1 0 0,-1 0-1 0 0,-1 0 1 0 0,-1-1 0 0 0,-25 46-1 0 0,6-27-484 0 0,-1-1 0 0 0,-2-1 0 0 0,-1-2-1 0 0,-3-1 1 0 0,-1-2 0 0 0,-53 41-1 0 0,-94 58-4326 0 0,124-96 1039 0 0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4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384 21 1596 0 0,'-8'-4'263'0'0,"0"1"1"0"0,0 0-1 0 0,0 0 0 0 0,0 1 1 0 0,-1 0-1 0 0,1 1 0 0 0,-1-1 0 0 0,0 2 1 0 0,1-1-1 0 0,-1 1 0 0 0,0 0 1 0 0,1 1-1 0 0,-1 0 0 0 0,0 1 0 0 0,1 0 1 0 0,-1 0-1 0 0,1 0 0 0 0,-12 6 1 0 0,5-1-49 0 0,0 0 0 0 0,0 1 1 0 0,1 1-1 0 0,0 0 0 0 0,0 1 0 0 0,1 0 1 0 0,1 1-1 0 0,0 1 0 0 0,0 0 1 0 0,1 0-1 0 0,1 1 0 0 0,0 1 1 0 0,1-1-1 0 0,-11 21 0 0 0,17-27-159 0 0,1 0-1 0 0,-1 0 0 0 0,1 0 1 0 0,0 0-1 0 0,1 1 0 0 0,0-1 1 0 0,0 15-1 0 0,1-17-48 0 0,0 0 0 0 0,0-1 0 0 0,1 1 0 0 0,0 0 0 0 0,0 0 0 0 0,0 0 0 0 0,1-1 0 0 0,0 1 0 0 0,0 0 0 0 0,0-1 0 0 0,3 5 0 0 0,-3-5 0 0 0,1 1-15 0 0,0-1 0 0 0,0 0 0 0 0,0 0 0 0 0,0 0 0 0 0,1-1 0 0 0,-1 1 0 0 0,1-1 0 0 0,0 0 0 0 0,0 0 0 0 0,1 0 0 0 0,-1 0 0 0 0,6 2 0 0 0,-6-3-22 0 0,3 2-253 0 0,1 0 1 0 0,0 0 0 0 0,0-1 0 0 0,0 0-1 0 0,1 0 1 0 0,16 2 0 0 0,-18-3-5 0 0,-4-1 27 0 0,-1-1 1 0 0,1 1 0 0 0,0 0-1 0 0,-1-1 1 0 0,1 1-1 0 0,0-1 1 0 0,-1 0 0 0 0,1 0-1 0 0,0 0 1 0 0,2-1 0 0 0,2 1-678 0 0,0 0-3198 0 0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 56 2588 0 0,'0'0'3182'0'0,"-1"-4"-2658"0"0,-2-12-109 0 0,2 12 210 0 0,1 4-615 0 0,1 0 0 0 0,-1 0 0 0 0,0 0 0 0 0,1 0 0 0 0,-1 0 0 0 0,0-1 0 0 0,0 1-1 0 0,1 0 1 0 0,-1 0 0 0 0,0 0 0 0 0,0 0 0 0 0,1 0 0 0 0,-1 0 0 0 0,0-1 0 0 0,1 1 0 0 0,-1 0 0 0 0,0 0 0 0 0,0 0 0 0 0,0-1 0 0 0,1 1 0 0 0,-1 0 0 0 0,0 0-1 0 0,0 0 1 0 0,0-1 0 0 0,0 1 0 0 0,1 0 0 0 0,-1-1 0 0 0,0 1 0 0 0,0 0 0 0 0,0 0 0 0 0,0-1 0 0 0,0 0 7 0 0,1 0 1 0 0,-1 1-1 0 0,1-1 0 0 0,-1 0 1 0 0,0 0-1 0 0,1 1 0 0 0,-1-1 1 0 0,1 0-1 0 0,0 1 1 0 0,-1-1-1 0 0,1 1 0 0 0,-1-1 1 0 0,1 1-1 0 0,0-1 0 0 0,-1 1 1 0 0,1-1-1 0 0,0 1 1 0 0,0 0-1 0 0,-1-1 0 0 0,2 1 1 0 0,17-7 94 0 0,-14 5-16 0 0,0 1-6 0 0,6 0 38 0 0,1-1-1 0 0,0 2 0 0 0,-1-1 1 0 0,24 3-1 0 0,-31 0 41 0 0,-2 1-81 0 0,-1-1-70 0 0,0 0 1 0 0,-1 0 0 0 0,1 0-1 0 0,-1 0 1 0 0,1 0-1 0 0,-1 0 1 0 0,0 0-1 0 0,0 0 1 0 0,0 0-1 0 0,0 0 1 0 0,0 0 0 0 0,0 0-1 0 0,-1 0 1 0 0,1 0-1 0 0,-1 0 1 0 0,1 0-1 0 0,-1 0 1 0 0,0 0-1 0 0,0 0 1 0 0,1-1 0 0 0,-1 1-1 0 0,-1 0 1 0 0,1 0-1 0 0,0-1 1 0 0,0 1-1 0 0,-1-1 1 0 0,-1 2-1 0 0,-7 7 94 0 0,0 0 0 0 0,-1-1 0 0 0,-13 9-1 0 0,11-9-21 0 0,2 0-38 0 0,-27 20 150 0 0,35-26-134 0 0,4 0-112 0 0,0 0 58 0 0,1 0 0 0 0,-1 0 0 0 0,1 0 0 0 0,0 0 0 0 0,0-1 0 0 0,0 1-1 0 0,0-1 1 0 0,0 1 0 0 0,1-1 0 0 0,2 3 0 0 0,-4-4-19 0 0,2 2-2 0 0,-2-2 3 0 0,-1 1 1 0 0,1-1-1 0 0,0 0 0 0 0,0 1 0 0 0,0-1 0 0 0,-1 0 0 0 0,1 0 0 0 0,1 0 0 0 0,-1 0 0 0 0,0 1 0 0 0,2 0 1 0 0,-3-2 1 0 0,3 4 33 0 0,0-1 11 0 0,34 57-58 0 0,-35-56 74 0 0,-3 1-46 0 0,0 24 51 0 0,-18-13 28 0 0,9-12 17 0 0,9-4-111 0 0,0 1 0 0 0,1-1 0 0 0,-1 1 1 0 0,0-1-1 0 0,0 1 0 0 0,0-1 0 0 0,1 1 0 0 0,-1-1 0 0 0,0 0 1 0 0,0 0-1 0 0,0 1 0 0 0,0-1 0 0 0,1 0 0 0 0,-1 0 1 0 0,0 0-1 0 0,0 0 0 0 0,0 0 0 0 0,0 0 0 0 0,-1 0 1 0 0,-2-1-88 0 0,-1 1 1 0 0,1-1-1 0 0,0 1 1 0 0,-1-1-1 0 0,1-1 1 0 0,0 1-1 0 0,0 0 0 0 0,-7-5 1 0 0,7 4-503 0 0,3-2-305 0 0,-2-13-225 0 0,2 13-185 0 0,2-2-952 0 0,5-25-1579 0 0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4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30 2512 0 0,'4'-1'1295'0'0,"32"-9"4184"0"0,-25 7-5788 0 0,-6 2 588 0 0,0 1-17 0 0,62-3 659 0 0,-14 1-482 0 0,11-2-233 0 0,-30 2-54 0 0,-28 2-202 0 0,0 0-148 0 0,21-1-168 0 0,-20 0-295 0 0,24 0-9260 0 0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4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 0 2240 0 0,'0'0'1449'0'0,"-4"3"-228"0"0,2-2-734 0 0,-7 6-405 0 0,1-4 3757 0 0,8-3-3819 0 0,1 0 0 0 0,-1 0 0 0 0,0 0 0 0 0,0 0 0 0 0,1 0 0 0 0,-1 0 0 0 0,0 0 0 0 0,0 0 0 0 0,1 0 0 0 0,-1 0 1 0 0,0 0-1 0 0,0 0 0 0 0,1 0 0 0 0,-1 0 0 0 0,0 1 0 0 0,0-1 0 0 0,1 0 0 0 0,-1 0 0 0 0,0 0 0 0 0,0 0 1 0 0,0 1-1 0 0,1-1 0 0 0,-1 0 0 0 0,0 0 0 0 0,0 1 0 0 0,0-1 0 0 0,0 0 0 0 0,0 0 0 0 0,0 0 0 0 0,1 1 0 0 0,-1-1 1 0 0,0 0-1 0 0,0 1 0 0 0,0-1 0 0 0,0 0 0 0 0,0 1 10 0 0,0 0 1 0 0,0-1-1 0 0,1 1 0 0 0,-1-1 1 0 0,0 1-1 0 0,0 0 0 0 0,1-1 1 0 0,-1 1-1 0 0,0-1 0 0 0,1 1 1 0 0,-1-1-1 0 0,1 1 0 0 0,-1-1 1 0 0,1 0-1 0 0,-1 1 0 0 0,1-1 1 0 0,-1 0-1 0 0,1 1 1 0 0,-1-1-1 0 0,1 0 0 0 0,-1 1 1 0 0,1-1-1 0 0,-1 0 0 0 0,1 0 1 0 0,0 0-1 0 0,-1 1 0 0 0,1-1 1 0 0,-1 0-1 0 0,1 0 0 0 0,1 0 1 0 0,68 2-300 0 0,118-9 1 0 0,-165 1-1759 0 0,-8 3-1680 0 0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4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407 1 1536 0 0,'-9'0'287'0'0,"0"1"1"0"0,0 1-1 0 0,0-1 0 0 0,1 1 1 0 0,-1 1-1 0 0,1 0 0 0 0,-1 0 1 0 0,1 1-1 0 0,0 0 0 0 0,0 0 1 0 0,0 0-1 0 0,1 1 0 0 0,0 1 1 0 0,-11 9-1 0 0,-6 7 313 0 0,1 0 0 0 0,-35 46-1 0 0,37-40-339 0 0,1 1 0 0 0,1 1 0 0 0,2 0 0 0 0,1 1-1 0 0,1 1 1 0 0,2 0 0 0 0,1 1 0 0 0,2 1 0 0 0,-8 42 0 0 0,15-57-211 0 0,1 0 1 0 0,1-1 0 0 0,1 1 0 0 0,0 0-1 0 0,1 0 1 0 0,2-1 0 0 0,-1 1 0 0 0,8 21-1 0 0,-6-26-43 0 0,1-1 0 0 0,1 1 0 0 0,0-1 0 0 0,1 0 0 0 0,1 0 0 0 0,-1-1 0 0 0,2 0 0 0 0,0 0 0 0 0,1-1-1 0 0,-1 0 1 0 0,18 13 0 0 0,-14-13-84 0 0,0-2 0 0 0,1 0 0 0 0,0 0 0 0 0,0-1-1 0 0,1-1 1 0 0,17 6 0 0 0,-14-7-974 0 0,-1-1 0 0 0,28 4 0 0 0,-42-8 836 0 0,-1 0 0 0 0,1-1 0 0 0,-1 0 0 0 0,1 1 0 0 0,-1-1 0 0 0,1 0 0 0 0,-1-1 0 0 0,1 1 0 0 0,0 0 0 0 0,-1-1 0 0 0,5-1 0 0 0,0 0-597 0 0,0 2-2801 0 0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4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97 22 2268 0 0,'0'0'5559'0'0,"0"-5"-5103"0"0,-1-11 622 0 0,0 16-1003 0 0,1 0-1 0 0,-1 0 1 0 0,1 0 0 0 0,-1-1 0 0 0,1 1-1 0 0,-1 0 1 0 0,1 0 0 0 0,-1 0 0 0 0,1 0-1 0 0,-1 0 1 0 0,1 0 0 0 0,-1 0 0 0 0,0 1-1 0 0,1-1 1 0 0,-1 0 0 0 0,1 0 0 0 0,-1 0-1 0 0,1 0 1 0 0,-1 1 0 0 0,1-1-1 0 0,-1 0 1 0 0,1 0 0 0 0,-1 1 0 0 0,1-1-1 0 0,0 0 1 0 0,-1 1 0 0 0,1-1 0 0 0,-1 1-1 0 0,-2 1 29 0 0,0 3-8 0 0,-10 33 200 0 0,0 1 0 0 0,-12 74 0 0 0,24-108-247 0 0,1 1 3 0 0,-4 19-5 0 0,3-18 3 0 0,1-2-16 0 0,-6 53 54 0 0,5-53 1 0 0,1 0-93 0 0,-3 15-6 0 0,3-15 16 0 0,-4 8-3009 0 0,2-9 1836 0 0,1 3-3560 0 0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52 35 2560 0 0,'0'0'2330'0'0,"-5"-1"-1689"0"0,-20 0 2851 0 0,21 1-3165 0 0,1 0-457 0 0,-11 0 1047 0 0,14-1-882 0 0,-1 1 0 0 0,1-1 0 0 0,0 1 0 0 0,0-1 0 0 0,0 1-1 0 0,0 0 1 0 0,0-1 0 0 0,0 1 0 0 0,1-1 0 0 0,-1 1 0 0 0,0 0 0 0 0,0-1-1 0 0,0 1 1 0 0,0-1 0 0 0,0 1 0 0 0,1 0 0 0 0,-1-1 0 0 0,0 1 0 0 0,0 0-1 0 0,0-1 1 0 0,1 1 0 0 0,-1 0 0 0 0,0-1 0 0 0,1 1 0 0 0,-1 0 0 0 0,0-1-1 0 0,1 1 1 0 0,-1 0 0 0 0,0 0 0 0 0,1 0 0 0 0,-1-1 0 0 0,1 1 0 0 0,-1 0-1 0 0,3-3 0 0 0,38-7-21 0 0,-34 8-17 0 0,-2 1 0 0 0,0 0 1 0 0,17-2 6 0 0,-16 2-3 0 0,-4 2-2 0 0,0-1 1 0 0,-1 1-1 0 0,1-1 0 0 0,0 0 1 0 0,0 1-1 0 0,0-1 1 0 0,0 0-1 0 0,0 0 0 0 0,0-1 1 0 0,4 1-1 0 0,-2 0 26 0 0,47 15-45 0 0,-42 6 113 0 0,-10-17-112 0 0,-3 5 20 0 0,-1 0 0 0 0,1-1 0 0 0,-1 1 0 0 0,-1-1-1 0 0,0 0 1 0 0,0-1 0 0 0,0 1 0 0 0,-1-1 0 0 0,-12 10-1 0 0,16-15 17 0 0,0 1-3 0 0,-2 0-2 0 0,3-2 0 0 0,0 0 0 0 0,0 0-1 0 0,0 1 1 0 0,0-1 0 0 0,0 1 0 0 0,0-1-1 0 0,0 1 1 0 0,1-1 0 0 0,-1 1 0 0 0,-2 3-1 0 0,4-4-8 0 0,0-1 0 0 0,0 1-1 0 0,0-1 1 0 0,0 0 0 0 0,0 1-1 0 0,0-1 1 0 0,0 0 0 0 0,0 1-1 0 0,0-1 1 0 0,0 0 0 0 0,0 1-1 0 0,1-1 1 0 0,-1 0 0 0 0,0 1-1 0 0,0-1 1 0 0,0 0 0 0 0,0 1-1 0 0,1-1 1 0 0,-1 0 0 0 0,0 1-1 0 0,0-1 1 0 0,1 0 0 0 0,-1 0-1 0 0,0 1 1 0 0,1-1-1 0 0,-1 0 1 0 0,0 0 0 0 0,0 0-1 0 0,1 0 1 0 0,-1 1 0 0 0,0-1-1 0 0,1 0 1 0 0,-1 0 0 0 0,1 0-1 0 0,-1 0 1 0 0,37 6 24 0 0,-32-6-26 0 0,0 1-14 0 0,14 1-1 0 0,-14-1 7 0 0,-1 0-17 0 0,13 6 33 0 0,-13-6 43 0 0,0 2-58 0 0,11 8 9 0 0,-12-8 17 0 0,-2-2-18 0 0,0 1-1 0 0,0 0 1 0 0,0-1-1 0 0,1 1 1 0 0,-1-1 0 0 0,0 1-1 0 0,0-1 1 0 0,1 0 0 0 0,-1 0-1 0 0,3 2 1 0 0,0 1 16 0 0,-2 0-2 0 0,6 14 2 0 0,-6-14 52 0 0,-5 16 2 0 0,3-15-58 0 0,-1 0 46 0 0,-1-2-16 0 0,-3 2-24 0 0,0 0 0 0 0,-1-1 0 0 0,1 0 0 0 0,-1 0 0 0 0,0 0-1 0 0,0-1 1 0 0,0 0 0 0 0,0 0 0 0 0,0 0 0 0 0,-8 1-1 0 0,-3 1 16 0 0,-1 0-1 0 0,-28 3 0 0 0,42-8-100 0 0,-25 5 13 0 0,23-5-94 0 0,-20-5-826 0 0,20 4 529 0 0,2-24-4039 0 0,6 15 2234 0 0,11-14-1577 0 0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72 3120 0 0,'0'0'1056'0'0,"3"-2"-110"0"0,12-9 2833 0 0,-10 12-3576 0 0,13 2 25 0 0,-5-1-24 0 0,1 0 0 0 0,-1 0 0 0 0,26-1 0 0 0,21-5-10 0 0,-53 4-130 0 0,-1-1 50 0 0,18-3 86 0 0,-18 4-70 0 0,-1-2-18 0 0,36-14 308 0 0,-38 14-301 0 0,0-1-60 0 0,14-31 436 0 0,-16 30-227 0 0,-1 4-264 0 0,-1 0 0 0 0,1 1 0 0 0,0-1-1 0 0,-1 0 1 0 0,1 0 0 0 0,-1 0 0 0 0,1 1 0 0 0,0-1-1 0 0,-1 0 1 0 0,1 0 0 0 0,0 1 0 0 0,-1-1 0 0 0,1 0-1 0 0,0 1 1 0 0,-1-1 0 0 0,1 0 0 0 0,0 1 0 0 0,0-1-1 0 0,-1 0 1 0 0,1 1 0 0 0,0-1 0 0 0,0 1 0 0 0,0-1-1 0 0,0 1 1 0 0,0-1 0 0 0,-1 1 0 0 0,1 0 1 0 0,0-1 0 0 0,0 0 0 0 0,0 1 0 0 0,0-1 0 0 0,0 1 0 0 0,0-1 0 0 0,-1 1 0 0 0,1-1 0 0 0,0 0 0 0 0,0 1 0 0 0,0-1 0 0 0,-1 0 0 0 0,1 1 0 0 0,0-1 0 0 0,-1 0 0 0 0,1 1 0 0 0,0-1 0 0 0,-1 0 0 0 0,1 1 0 0 0,0-1 0 0 0,-1 0 0 0 0,1 0 0 0 0,0 0 0 0 0,-1 1 0 0 0,1-1-1 0 0,-1 0 1 0 0,-2 5 81 0 0,-7 22-40 0 0,1 0 0 0 0,1 0 0 0 0,2 0-1 0 0,0 1 1 0 0,-2 45 0 0 0,-2-6 46 0 0,6-42-1234 0 0,0 0 0 0 0,0 32 1 0 0,-2-37-942 0 0,5-16 754 0 0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5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 46 2588 0 0,'0'0'3818'0'0,"-2"-3"-3258"0"0,1 3-521 0 0,1-1 0 0 0,0 1 0 0 0,-1 0 0 0 0,1-1 0 0 0,0 1 0 0 0,0 0 0 0 0,-1-1 0 0 0,1 1 0 0 0,0-1 1 0 0,0 1-1 0 0,-1-1 0 0 0,1 1 0 0 0,0 0 0 0 0,0-1 0 0 0,0 1 0 0 0,0-1 0 0 0,0 1 0 0 0,0-1 0 0 0,0 1 0 0 0,0-1 0 0 0,0 1 0 0 0,0-1 0 0 0,0 1 0 0 0,0-1 0 0 0,0 1 0 0 0,0-1 1 0 0,0 1-1 0 0,0-1 0 0 0,1 1 0 0 0,-1 0 0 0 0,0-2 0 0 0,15-3 710 0 0,-13 5-870 0 0,3-2 358 0 0,3 2-13 0 0,158-9 429 0 0,-104 5-1158 0 0,37-3-5258 0 0,-93 6 2113 0 0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5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41 21 2236 0 0,'0'0'3573'0'0,"-4"1"-3185"0"0,0 1-144 0 0,-1 0 1 0 0,1 0 0 0 0,0 0-1 0 0,0 1 1 0 0,0 0 0 0 0,-4 3-1 0 0,5-3 1453 0 0,5 0-1577 0 0,-2-2-107 0 0,0 0 0 0 0,0-1 0 0 0,0 1-1 0 0,0-1 1 0 0,1 1 0 0 0,-1-1 0 0 0,0 1-1 0 0,1 0 1 0 0,-1-1 0 0 0,0 1 0 0 0,1-1-1 0 0,-1 1 1 0 0,0-1 0 0 0,1 0 0 0 0,-1 1 0 0 0,1-1-1 0 0,-1 1 1 0 0,1-1 0 0 0,-1 0 0 0 0,1 1-1 0 0,-1-1 1 0 0,1 0 0 0 0,0 0 0 0 0,-1 1 0 0 0,1-1-1 0 0,-1 0 1 0 0,1 0 0 0 0,-1 0 0 0 0,1 0-1 0 0,0 0 1 0 0,-1 0 0 0 0,1 0 0 0 0,0 0-1 0 0,-1 0 1 0 0,1 0 0 0 0,-1 0 0 0 0,1 0 0 0 0,0 0-1 0 0,-1 0 1 0 0,1-1 0 0 0,-1 1 0 0 0,1 0-1 0 0,-1 0 1 0 0,1-1 0 0 0,-1 1 0 0 0,1 0 0 0 0,-1-1-1 0 0,1 1 1 0 0,-1-1 0 0 0,1 0 0 0 0,3-1 244 0 0,-2 0-219 0 0,1 0 0 0 0,-1 0-1 0 0,1 0 1 0 0,-1 0 0 0 0,0-1 0 0 0,1 1-1 0 0,-1-1 1 0 0,-1 0 0 0 0,1 0 0 0 0,0 1 0 0 0,1-6-1 0 0,-1 5 243 0 0,-8-4-373 0 0,2-1-973 0 0,-4 7-5077 0 0,-14 5 2117 0 0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92 0 1984 0 0,'0'0'4840'0'0,"-2"3"-4448"0"0,-2 2-203 0 0,0-1 0 0 0,1 1 0 0 0,0-1 0 0 0,0 1 0 0 0,0 0 0 0 0,0 1 0 0 0,1-1 0 0 0,0 0 0 0 0,0 1 0 0 0,1-1 0 0 0,-1 1 0 0 0,1-1 0 0 0,0 1 0 0 0,0 0 0 0 0,1-1 0 0 0,0 1 0 0 0,0 0 0 0 0,0 0 0 0 0,2 6 0 0 0,-1-10-177 0 0,0-1 0 0 0,1 0 1 0 0,-1 0-1 0 0,0 0 0 0 0,0 0 1 0 0,1 0-1 0 0,-1 0 1 0 0,1 0-1 0 0,-1 0 0 0 0,4 1 1 0 0,-2 0 79 0 0,1 0-20 0 0,10 4-68 0 0,-11-4 64 0 0,17 5 126 0 0,-16-6-122 0 0,2 0-12 0 0,-1 0 0 0 0,0 1-1 0 0,1 0 1 0 0,-1-1 0 0 0,8 6-1 0 0,-9-6-55 0 0,0 1 94 0 0,-4-2-94 0 0,0 1-1 0 0,1-1 1 0 0,-1 1-1 0 0,1 0 0 0 0,-1-1 1 0 0,1 1-1 0 0,0-1 1 0 0,-1 1-1 0 0,1-1 0 0 0,-1 1 1 0 0,1-1-1 0 0,0 0 0 0 0,-1 1 1 0 0,1-1-1 0 0,0 0 1 0 0,0 0-1 0 0,-1 1 0 0 0,1-1 1 0 0,1 0-1 0 0,15 7 81 0 0,15 16 142 0 0,-30-21 246 0 0,-11 21-216 0 0,6-20-197 0 0,-10 3-21 0 0,0-1 0 0 0,0 0 0 0 0,-1-1 0 0 0,0 0 0 0 0,-14 1 0 0 0,23-4-60 0 0,-1 0-48 0 0,-21 1-69 0 0,20-2-61 0 0,2 1-185 0 0,-48-4-2479 0 0,48 2 1601 0 0,4 0 854 0 0,-1 0-1 0 0,1-1 1 0 0,-1 1 0 0 0,1 0-1 0 0,-1 0 1 0 0,0 0 0 0 0,0 1-1 0 0,0-1 1 0 0,-3-1-1 0 0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5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87 3344 0 0,'60'-34'3018'0'0,"-14"14"-1119"0"0,35-8-170 0 0,-76 27-1585 0 0,1 0-116 0 0,18-1 34 0 0,-18 2-111 0 0,0 0-204 0 0,18 1-143 0 0,-19-1-493 0 0,0 1-584 0 0,14 4-1151 0 0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5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114 0 3428 0 0,'0'0'1246'0'0,"2"3"-220"0"0,12 40 2297 0 0,-13-38-3059 0 0,-1 2-66 0 0,-2 8-246 0 0,-1 0 0 0 0,0 0 0 0 0,-1 0 1 0 0,0 0-1 0 0,-1-1 0 0 0,-9 18 0 0 0,7-20-732 0 0,0 0 0 0 0,-1 0 0 0 0,0-1 0 0 0,-1 0 0 0 0,0 0 0 0 0,-12 10 0 0 0,-6 3-2870 0 0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5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47 1 3268 0 0,'0'0'7316'0'0,"-1"5"-7136"0"0,-37 193 1206 0 0,37-193-1390 0 0,0 1-52 0 0,-5 51-1514 0 0,6-52 740 0 0,1-1-1635 0 0,3 17-1020 0 0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5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160 0 2580 0 0,'0'0'3863'0'0,"2"3"-3381"0"0,-2-1-423 0 0,1-1 0 0 0,0 1 1 0 0,0-1-1 0 0,-1 1 1 0 0,1-1-1 0 0,0 1 1 0 0,-1 0-1 0 0,0-1 0 0 0,1 1 1 0 0,-1 0-1 0 0,0-1 1 0 0,0 1-1 0 0,0 0 0 0 0,0-1 1 0 0,0 1-1 0 0,0 0 1 0 0,0-1-1 0 0,-1 1 0 0 0,1 0 1 0 0,-1-1-1 0 0,1 1 1 0 0,-1-1-1 0 0,0 1 0 0 0,1-1 1 0 0,-1 1-1 0 0,0-1 1 0 0,-1 3-1 0 0,-19 30 272 0 0,-1-1 1 0 0,-1 0-1 0 0,-36 38 0 0 0,56-68-283 0 0,0 1 1 0 0,-11 9-11 0 0,10-10 118 0 0,1 0-6 0 0,3-3-136 0 0,-1 0 0 0 0,1 0 1 0 0,0 1-1 0 0,-1-1 0 0 0,1 0 0 0 0,-1 0 0 0 0,1 0 1 0 0,0 1-1 0 0,-1-1 0 0 0,1 0 0 0 0,-1 1 0 0 0,1-1 1 0 0,0 0-1 0 0,0 1 0 0 0,-1-1 0 0 0,1 0 1 0 0,0 1-1 0 0,0-1 0 0 0,-1 0 0 0 0,1 1 0 0 0,0-1 1 0 0,0 1-1 0 0,0-1 0 0 0,0 1 0 0 0,-1-1 0 0 0,1 1 1 0 0,0-1-1 0 0,0 0 0 0 0,0 1 0 0 0,0-1 1 0 0,0 1-1 0 0,0-1 0 0 0,0 1 0 0 0,0-1 0 0 0,1 1 1 0 0,20 5 75 0 0,-16-5-48 0 0,2-2-38 0 0,244-31 8 0 0,-194 19-46 0 0,0-2-398 0 0,-52 14 154 0 0,0-1-186 0 0,21-11-1518 0 0,-7 3-2224 0 0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34 0 2496 0 0,'0'0'2209'0'0,"-5"1"-1308"0"0,-21 0 1746 0 0,25 3-2113 0 0,0 40 615 0 0,1-1 1 0 0,12 86 0 0 0,-7-80-1055 0 0,10 48-653 0 0,-14-92 219 0 0,1 0-121 0 0,6 12-127 0 0,-5-12-146 0 0,7 10-924 0 0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81 96 2468 0 0,'0'0'6413'0'0,"-4"1"-6141"0"0,-3 1 94 0 0,0 0 1 0 0,0 0-1 0 0,-1-1 1 0 0,-9 0-1 0 0,11-1 123 0 0,3-2-395 0 0,2 1-75 0 0,-1-1 0 0 0,1 0-1 0 0,-1 1 1 0 0,1-1 0 0 0,-1 0 0 0 0,1 0 0 0 0,0 0 0 0 0,0 0 0 0 0,0 0 0 0 0,0 0 0 0 0,0 0 0 0 0,1 0 0 0 0,-1-1 0 0 0,1 1 0 0 0,-1-4-1 0 0,0 1 31 0 0,4 1-24 0 0,6-14-4 0 0,-7 14-4 0 0,-1 4-16 0 0,-1 0-1 0 0,1 0 0 0 0,-1 0 1 0 0,1 0-1 0 0,-1 0 0 0 0,1-1 0 0 0,-1 1 1 0 0,1 0-1 0 0,-1 0 0 0 0,1 0 0 0 0,-1-1 1 0 0,1 1-1 0 0,-1 0 0 0 0,0 0 1 0 0,1-1-1 0 0,-1 1 0 0 0,1 0 0 0 0,-1-1 1 0 0,0 1-1 0 0,1 0 0 0 0,-1-1 1 0 0,0 1-1 0 0,1-1 0 0 0,-1 0 0 0 0,1 0 1 0 0,0 0-1 0 0,0-1 0 0 0,0 1 1 0 0,0 0-1 0 0,0 0 0 0 0,0 0 0 0 0,1 0 1 0 0,-1 0-1 0 0,0 0 0 0 0,1 1 1 0 0,-1-1-1 0 0,2 0 0 0 0,52-14 35 0 0,-49 14 9 0 0,0 2-26 0 0,-1-1-20 0 0,0 1-1 0 0,-1 0 0 0 0,1 1 1 0 0,0-1-1 0 0,0 1 0 0 0,-1 0 0 0 0,1 0 1 0 0,-1 0-1 0 0,1 1 0 0 0,-1 0 1 0 0,0-1-1 0 0,0 2 0 0 0,-1-1 0 0 0,5 4 1 0 0,-6-4-1 0 0,0 0 0 0 0,0 0 0 0 0,-1 0 0 0 0,1 1 0 0 0,-1-1 0 0 0,0 0 0 0 0,0 1 0 0 0,0-1 1 0 0,-1 1-1 0 0,1-1 0 0 0,-1 1 0 0 0,0-1 0 0 0,0 4 0 0 0,0-5 1 0 0,1 7-20 0 0,-1 0 0 0 0,0 0 0 0 0,-1 0 1 0 0,1 0-1 0 0,-2-1 0 0 0,0 1 0 0 0,0 0 0 0 0,0-1 0 0 0,-1 1 0 0 0,-5 9 0 0 0,0 0 66 0 0,-2 0 0 0 0,-1 0 0 0 0,-12 16 0 0 0,15-25-27 0 0,-1 1 0 0 0,0-2 0 0 0,-21 16 0 0 0,28-22-19 0 0,-1 0-6 0 0,0-1 4 0 0,-42 6-170 0 0,39-7 202 0 0,6-1-40 0 0,0-1 8 0 0,-1 1 0 0 0,1-1 0 0 0,0 1 0 0 0,-1-1 0 0 0,0 1 0 0 0,1-1 0 0 0,-1 1 0 0 0,0 0 0 0 0,0 0 0 0 0,-1-3 0 0 0,2 4 1 0 0,-2-4 14 0 0,2-2-31 0 0,1-19 2 0 0,-1 23 17 0 0,0 0 0 0 0,0 0 0 0 0,0 1 0 0 0,0-1-1 0 0,1 0 1 0 0,-1 0 0 0 0,0 1 0 0 0,1-1 0 0 0,-1 0 0 0 0,1 1 0 0 0,0-1 0 0 0,0 0 0 0 0,-1 1 0 0 0,3-3 0 0 0,0 0-4 0 0,-1-2-15 0 0,0 2 5 0 0,9-13 1 0 0,-9 12 14 0 0,0 5 0 0 0,0-1 0 0 0,-1 0 0 0 0,1 1 0 0 0,-1-1 0 0 0,1 0 0 0 0,-1 0 0 0 0,1 0 0 0 0,-1 0 0 0 0,0 0 0 0 0,0-1 0 0 0,1 1 0 0 0,0-2 0 0 0,-1 2 0 0 0,3-2 13 0 0,1 2 2 0 0,16-3 5 0 0,-16 3-28 0 0,0 2 20 0 0,12 4-13 0 0,-12-3-30 0 0,-1 1 20 0 0,8 8 20 0 0,-1 1 1 0 0,0 0-1 0 0,-1 0 0 0 0,0 1 0 0 0,-1 0 1 0 0,0 1-1 0 0,9 20 0 0 0,-17-31 10 0 0,2 2-33 0 0,-1-2-47 0 0,18 28-281 0 0,-19-29 115 0 0,1 0 1 0 0,-1 0-1 0 0,1-1 0 0 0,0 1 0 0 0,-1 0 1 0 0,1-1-1 0 0,0 1 0 0 0,0-1 0 0 0,0 1 1 0 0,1-1-1 0 0,-1 0 0 0 0,0 0 1 0 0,0 0-1 0 0,4 1 0 0 0,16 1-710 0 0,-17-2-82 0 0,1-2-75 0 0,14-4-713 0 0,-14 4-1274 0 0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5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63 10 2088 0 0,'0'0'2869'0'0,"-3"-3"-2386"0"0,3 3-428 0 0,-1-1-1 0 0,0 0 0 0 0,0 1 0 0 0,1-1 1 0 0,-1 1-1 0 0,0-1 0 0 0,0 1 0 0 0,0-1 0 0 0,0 1 1 0 0,0 0-1 0 0,0-1 0 0 0,0 1 0 0 0,0 0 1 0 0,0 0-1 0 0,0-1 0 0 0,0 1 0 0 0,0 0 0 0 0,0 0 1 0 0,0 0-1 0 0,0 0 0 0 0,0 0 0 0 0,1 1 1 0 0,-1-1-1 0 0,0 0 0 0 0,0 0 0 0 0,0 1 0 0 0,0-1 1 0 0,0 0-1 0 0,0 1 0 0 0,0-1 0 0 0,0 1 1 0 0,0-1-1 0 0,-1 2 0 0 0,-1 0 251 0 0,0 1-258 0 0,1-1 0 0 0,-1 1 0 0 0,1-1 0 0 0,0 1 0 0 0,0 0 0 0 0,0 0 0 0 0,0 0 0 0 0,1 0 0 0 0,-3 6 0 0 0,2-5 31 0 0,6 4-113 0 0,-4-8 36 0 0,0 0 1 0 0,-1 1-1 0 0,1-1 1 0 0,0 1-1 0 0,0-1 0 0 0,0 1 1 0 0,0-1-1 0 0,1 1 1 0 0,-1-1-1 0 0,0 1 0 0 0,0-1 1 0 0,0 1-1 0 0,0-1 1 0 0,0 1-1 0 0,1-1 0 0 0,-1 0 1 0 0,0 1-1 0 0,0-1 1 0 0,1 1-1 0 0,-1-1 0 0 0,0 0 1 0 0,1 1-1 0 0,-1-1 1 0 0,0 0-1 0 0,1 1 0 0 0,-1-1 1 0 0,0 0-1 0 0,1 0 1 0 0,-1 1-1 0 0,1-1 0 0 0,-1 0 1 0 0,0 0-1 0 0,1 0 1 0 0,-1 1-1 0 0,1-1 0 0 0,-1 0 1 0 0,1 0-1 0 0,-1 0 1 0 0,2 0-1 0 0,21-1 56 0 0,-17 1 166 0 0,10-8-4 0 0,-13 6-168 0 0,0 0 367 0 0,5-7-167 0 0,4-1 591 0 0,-11 10-852 0 0,-1-1 1 0 0,0 1-1 0 0,1 0 0 0 0,-1 0 1 0 0,0-1-1 0 0,1 1 1 0 0,-1 0-1 0 0,0-1 0 0 0,0 1 1 0 0,1 0-1 0 0,-1-1 1 0 0,0 1-1 0 0,0 0 0 0 0,0-1 1 0 0,1 1-1 0 0,-1 0 0 0 0,0-1 1 0 0,0 1-1 0 0,0-1 1 0 0,0 1-1 0 0,0 0 0 0 0,0-1 1 0 0,0 1-1 0 0,0-1 1 0 0,0 1-1 0 0,0 0 0 0 0,0-1 1 0 0,0 1-1 0 0,0-1 0 0 0,0 1 1 0 0,0 0-1 0 0,0-1 1 0 0,0 1-1 0 0,-1-1 0 0 0,-13 0-560 0 0,11 1 570 0 0,-2 0-703 0 0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6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65 1 2228 0 0,'0'0'6628'0'0,"-4"1"-6562"0"0,2 1-8 0 0,0-1 0 0 0,0 0 1 0 0,-1 0-1 0 0,1 1 0 0 0,0-1 0 0 0,1 1 0 0 0,-1 0 0 0 0,0-1 0 0 0,0 1 1 0 0,1 0-1 0 0,-1 0 0 0 0,1 0 0 0 0,0 0 0 0 0,-2 3 0 0 0,2-1 183 0 0,2 0-209 0 0,2 15 14 0 0,-2-15 57 0 0,1-1-89 0 0,26 26 422 0 0,-25-26-336 0 0,1-1 13 0 0,12 7 56 0 0,-12-7-56 0 0,0 0-76 0 0,11 7 5 0 0,-11-7 18 0 0,0 0-76 0 0,13 8 50 0 0,-13-7 19 0 0,-1-1 11 0 0,45 37 519 0 0,-45-36-300 0 0,4 16-44 0 0,-6-15 25 0 0,-4 6-179 0 0,3-9-80 0 0,0-1 0 0 0,0 1 0 0 0,0 0 0 0 0,0-1 0 0 0,0 1 0 0 0,0-1 0 0 0,0 1 1 0 0,0 0-1 0 0,-1-1 0 0 0,1 1 0 0 0,0-1 0 0 0,0 1 0 0 0,-1-1 0 0 0,1 1 0 0 0,0 0 1 0 0,0-1-1 0 0,-1 1 0 0 0,1-1 0 0 0,-1 0 0 0 0,1 1 0 0 0,0-1 0 0 0,-1 1 0 0 0,1-1 1 0 0,-1 0-1 0 0,1 1 0 0 0,-1-1 0 0 0,1 0 0 0 0,-2 1 0 0 0,-4 5 10 0 0,-7 4 13 0 0,-40 6 58 0 0,28-11-58 0 0,19-3 25 0 0,-20 0-53 0 0,21-1-44 0 0,0-2-340 0 0,-15-1 31 0 0,15 2-149 0 0,2-2-916 0 0,-10-6 570 0 0,10 6-280 0 0,1-1-184 0 0,-3-12 4 0 0,3 12-883 0 0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68 2780 0 0,'0'0'1185'0'0,"3"-3"-168"0"0,2 0-715 0 0,0-1-1 0 0,1 1 1 0 0,-1 0 0 0 0,1 1 0 0 0,0-1 0 0 0,-1 1-1 0 0,1 0 1 0 0,0 1 0 0 0,0-1 0 0 0,0 1-1 0 0,0 0 1 0 0,10 0 0 0 0,0 0-43 0 0,181-24-1344 0 0,-192 25-81 0 0,1-2-62 0 0,16-5-868 0 0,-17 6-1453 0 0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6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194 7 2640 0 0,'0'0'2257'0'0,"4"-1"-1327"0"0,14-4-138 0 0,-14 4 555 0 0,2 2-740 0 0,-6 0-595 0 0,5-1 203 0 0,1 1 1 0 0,-1 0-1 0 0,0 1 1 0 0,0-1-1 0 0,0 1 1 0 0,-1 0-1 0 0,1 1 1 0 0,0-1-1 0 0,-1 1 1 0 0,1 0-1 0 0,-1 0 1 0 0,0 0-1 0 0,5 5 1 0 0,-1 3 21 0 0,1 1-1 0 0,-1 1 1 0 0,-1 0 0 0 0,0 0 0 0 0,-1 0 0 0 0,-1 1 0 0 0,0 0-1 0 0,-1 0 1 0 0,0 0 0 0 0,-1 1 0 0 0,1 14 0 0 0,-2-9-154 0 0,-2-1 1 0 0,0 1 0 0 0,-2-1-1 0 0,0 1 1 0 0,-1-1 0 0 0,0 0-1 0 0,-12 33 1 0 0,4-24-580 0 0,-1-1-1 0 0,-1 0 1 0 0,-1 0 0 0 0,-1-1-1 0 0,-2-1 1 0 0,0-1 0 0 0,-2 0-1 0 0,0-1 1 0 0,-2-1 0 0 0,0-1-1 0 0,-26 18 1 0 0,-9 3-2874 0 0,-6-2-2377 0 0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1.46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36 0 4216 0 0,'0'0'2429'0'0,"-20"13"315"0"0,5 4-6120 0 0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24.93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34 0 2808 0 0,'0'0'860'0'0,"-33"2"-2696"0"0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49.0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136 1 3888 0 0,'0'0'7690'0'0,"-4"2"-7102"0"0,0 1-438 0 0,1 1 0 0 0,-1-1 0 0 0,1 1 0 0 0,0 0 0 0 0,0-1-1 0 0,1 1 1 0 0,-1 1 0 0 0,1-1 0 0 0,-1 0 0 0 0,-2 9 0 0 0,-16 57 614 0 0,11-33-333 0 0,-7 19-104 0 0,3 1 1 0 0,2 0-1 0 0,3 1 1 0 0,-3 67-1 0 0,11-94-302 0 0,1 0-1 0 0,2 0 0 0 0,1-1 1 0 0,1 1-1 0 0,2-1 0 0 0,0 0 1 0 0,3 0-1 0 0,0-1 1 0 0,22 47-1 0 0,-27-69-142 0 0,-1 0-108 0 0,1 0 0 0 0,-1 0 0 0 0,2 0 0 0 0,-1-1 0 0 0,0 1 0 0 0,1-1 0 0 0,1 0 0 0 0,-1-1 0 0 0,1 1 0 0 0,12 8 0 0 0,43 16-3067 0 0,-54-27 2092 0 0,-6-2 983 0 0,1 0 0 0 0,0-1 1 0 0,0 1-1 0 0,0-1 0 0 0,-1 1 0 0 0,1-1 0 0 0,0 1 0 0 0,0-1 0 0 0,0 0 0 0 0,0 0 0 0 0,0 0 1 0 0,0 0-1 0 0,0 0 0 0 0,0 0 0 0 0,0-1 0 0 0,3 0 0 0 0,0 0-1063 0 0,24-5-3487 0 0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58.9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156 72 2524 0 0,'0'0'2292'0'0,"-3"-2"-1353"0"0,-3-3-987 0 0,-18-12 5716 0 0,21 15-4719 0 0,-2 3-951 0 0,1 0 6 0 0,-1-1 0 0 0,1 2 0 0 0,0-1 0 0 0,0 0 0 0 0,0 1-1 0 0,0 0 1 0 0,-5 2 0 0 0,6-1-15 0 0,3-3-9 0 0,-1 0 20 0 0,1 1 1 0 0,0-1-1 0 0,-1 0 1 0 0,1 1-1 0 0,0-1 0 0 0,0 0 1 0 0,-1 1-1 0 0,1-1 0 0 0,0 1 1 0 0,0-1-1 0 0,-1 0 0 0 0,1 1 1 0 0,0-1-1 0 0,0 1 0 0 0,0-1 1 0 0,0 1-1 0 0,0-1 0 0 0,0 1 1 0 0,0-1-1 0 0,0 1 0 0 0,0-1 1 0 0,0 1-1 0 0,0 0 0 0 0,0-1-1 0 0,0 1 1 0 0,0-1-1 0 0,0 1 1 0 0,0-1-1 0 0,0 1 1 0 0,0-1 0 0 0,0 0-1 0 0,0 1 1 0 0,0-1-1 0 0,-1 1 1 0 0,1-1-1 0 0,0 1 1 0 0,0-1 0 0 0,0 1-1 0 0,-1-1 1 0 0,1 0-1 0 0,0 1 1 0 0,0-1 0 0 0,-1 0-1 0 0,1 1 1 0 0,0-1-1 0 0,-1 1 1 0 0,0 3-10 0 0,-3 14-1 0 0,3-14 2 0 0,2-4-54 0 0,-1 0 58 0 0,0 0 0 0 0,0 0 1 0 0,1 0-1 0 0,-1 0 1 0 0,0 1-1 0 0,0-1 1 0 0,0 0-1 0 0,1 0 0 0 0,-1 0 1 0 0,0 0-1 0 0,0 0 1 0 0,1 0-1 0 0,-1 1 1 0 0,0-1-1 0 0,0 0 1 0 0,0 0-1 0 0,0 0 0 0 0,1 1 1 0 0,-1-1-1 0 0,0 0 1 0 0,0 0-1 0 0,0 0 1 0 0,0 1-1 0 0,0-1 0 0 0,0 0 1 0 0,0 0-1 0 0,1 1 1 0 0,-1-1-1 0 0,0 0 1 0 0,0 0-1 0 0,0 1 0 0 0,0-1 1 0 0,0 1-1 0 0,0-1 6 0 0,0 1-1 0 0,0-1 1 0 0,0 1-1 0 0,0 0 1 0 0,0-1-1 0 0,1 1 1 0 0,-1-1-1 0 0,0 1 0 0 0,0-1 1 0 0,1 1-1 0 0,-1-1 1 0 0,0 1-1 0 0,1-1 1 0 0,-1 1-1 0 0,0-1 1 0 0,1 1-1 0 0,-1-1 0 0 0,1 0 1 0 0,-1 1-1 0 0,1-1 1 0 0,-1 0-1 0 0,1 1 1 0 0,-1-1-1 0 0,1 0 1 0 0,-1 1-1 0 0,1-1 1 0 0,0 0-1 0 0,0 0 0 0 0,16 5 8 0 0,-12-4 184 0 0,-1-2-139 0 0,15-2 9 0 0,-14 2 81 0 0,-5 0-140 0 0,0 1 0 0 0,0 0 0 0 0,1-1 0 0 0,-1 1 0 0 0,0-1 0 0 0,1 1 0 0 0,-1 0 0 0 0,0-1 0 0 0,1 1 0 0 0,-1 0 0 0 0,1 0 0 0 0,-1-1 0 0 0,1 1 0 0 0,-1 0 0 0 0,0 0 0 0 0,1 0 0 0 0,-1-1-1 0 0,1 1 1 0 0,-1 0 0 0 0,1 0 0 0 0,-1 0 0 0 0,1 0 0 0 0,0 0 0 0 0,0 0 14 0 0,-1 0 0 0 0,1 0-1 0 0,-1 0 1 0 0,1 0 0 0 0,-1 0-1 0 0,0 0 1 0 0,1 0 0 0 0,-1-1-1 0 0,1 1 1 0 0,-1 0 0 0 0,1 0-1 0 0,-1 0 1 0 0,1-1 0 0 0,-1 1 0 0 0,0 0-1 0 0,1-1 1 0 0,-1 1 0 0 0,1 0-1 0 0,-1-1 1 0 0,0 1 0 0 0,1 0-1 0 0,-1-1 1 0 0,1 0 0 0 0,-1 1-14 0 0,-1 0 0 0 0,1-1 0 0 0,0 1 0 0 0,0 0 0 0 0,1-1 0 0 0,-1 1 0 0 0,0 0 0 0 0,0-1 0 0 0,0 1 0 0 0,0 0 0 0 0,0 0 0 0 0,0-1 0 0 0,0 1 0 0 0,0 0 0 0 0,1-1 0 0 0,-1 1 0 0 0,0 0 0 0 0,0 0 0 0 0,0-1 0 0 0,1 1 0 0 0,-1 0 0 0 0,0 0 0 0 0,0 0 0 0 0,1-1 0 0 0,-1 1 0 0 0,0 0 1 0 0,0 0-1 0 0,1 0 0 0 0,-1 0 0 0 0,0-1 0 0 0,1 1 0 0 0,-1 0 14 0 0,1 0 1 0 0,0-1-1 0 0,-1 1 0 0 0,1 0 1 0 0,-1-1-1 0 0,1 1 1 0 0,-1-1-1 0 0,1 1 1 0 0,-1 0-1 0 0,1-1 0 0 0,-1 1 1 0 0,0-1-1 0 0,1 1 1 0 0,-1-1-1 0 0,0 0 1 0 0,1 1-1 0 0,-1-1 0 0 0,0 1 1 0 0,0-1-1 0 0,1 0 1 0 0,-1 1-1 0 0,0-1 1 0 0,0 1-1 0 0,0-1 0 0 0,0 0 1 0 0,0-1-1 0 0,3-22 158 0 0,-5 21-150 0 0,0 0-20 0 0,0 1 0 0 0,0 1-1 0 0,0-1 1 0 0,0 0 0 0 0,0 0-1 0 0,0 1 1 0 0,-1-1 0 0 0,1 1-1 0 0,-1 0 1 0 0,1-1 0 0 0,-1 1-1 0 0,1 0 1 0 0,-4 0 0 0 0,1 0 13 0 0,0 1-3 0 0,-13 4-5 0 0,13-3-15 0 0,2 0-7 0 0,-23 12-4 0 0,22-8 11 0 0,2-1 1 0 0,-1-1 29 0 0,-6 20-34 0 0,10-19 21 0 0,3 18-101 0 0,17-12 145 0 0,-20-11-50 0 0,0 0 1 0 0,1 0 0 0 0,-1 0-1 0 0,0 1 1 0 0,0-1 0 0 0,1 1-1 0 0,-1-1 1 0 0,0 1 0 0 0,1-1-1 0 0,-1 1 1 0 0,0 0 0 0 0,3-1-1 0 0,-1 0 2 0 0,1 0 130 0 0,-4 0-134 0 0,0 1 0 0 0,0 0 0 0 0,0-1 0 0 0,0 1 1 0 0,0 0-1 0 0,0-1 0 0 0,1 1 0 0 0,-1 0 0 0 0,0-1 0 0 0,0 1 1 0 0,0-1-1 0 0,0 1 0 0 0,0 0 0 0 0,0-1 0 0 0,1 1 0 0 0,-1 0 1 0 0,0 0-1 0 0,0-1 0 0 0,1 1 0 0 0,-1 0 0 0 0,0-1 1 0 0,0 1-1 0 0,1 0 0 0 0,-1 0 0 0 0,0 0 0 0 0,1-1 0 0 0,-1 1 1 0 0,1 0-1 0 0,-1-1 3 0 0,1 1 0 0 0,0 0 0 0 0,-1-1 0 0 0,1 1 0 0 0,0-1 0 0 0,-1 0 0 0 0,1 1 0 0 0,-1-1 0 0 0,1 1 0 0 0,-1-1 1 0 0,1 0-1 0 0,-1 1 0 0 0,0-1 0 0 0,1 0 0 0 0,-1 0 0 0 0,0 1 0 0 0,1-1 0 0 0,-1 0 0 0 0,0 0 0 0 0,0 1 0 0 0,0-2 0 0 0,4-16 36 0 0,-3 14 306 0 0,-2 0-234 0 0,-3-14-17 0 0,3 14 134 0 0,0 3-227 0 0,0 0 0 0 0,0 0 0 0 0,0 1-1 0 0,-1-1 1 0 0,1 0 0 0 0,0 1 0 0 0,-1-1 0 0 0,1 1 0 0 0,0-1 0 0 0,-1 1-1 0 0,1 0 1 0 0,-1 0 0 0 0,1 0 0 0 0,-1 0 0 0 0,1 0 0 0 0,-1 0 0 0 0,1 0-1 0 0,0 0 1 0 0,-1 0 0 0 0,1 0 0 0 0,-1 1 0 0 0,1-1 0 0 0,0 1 0 0 0,-3 1-1 0 0,0-1 11 0 0,2 1-19 0 0,-1-1 3 0 0,1 1-1 0 0,0 0 1 0 0,-1 0-1 0 0,1 0 1 0 0,0 0-1 0 0,0 0 0 0 0,1 1 1 0 0,-1-1-1 0 0,0 1 1 0 0,1-1-1 0 0,-2 3 0 0 0,3-4 0 0 0,-2 3-10 0 0,0-1-18 0 0,-2 13 21 0 0,3-13-1 0 0,15 17-477 0 0,-9-20 483 0 0,17-3 4 0 0,-16 3-8 0 0,15-10 211 0 0,-7-5 86 0 0,-11 12-68 0 0,-1-1-168 0 0,3-14 3 0 0,-3 14 50 0 0,-2-1-112 0 0,-2-13 74 0 0,2 13-10 0 0,-1 1-20 0 0,-21-30 71 0 0,19 31-70 0 0,-2 3-22 0 0,-16-1-54 0 0,15 0-21 0 0,3 3 83 0 0,-11 5 42 0 0,11-6 21 0 0,-1 2-65 0 0,-26 33-104 0 0,27-32 96 0 0,2-3-17 0 0,0 0-1 0 0,0 0 1 0 0,0 0-1 0 0,0 0 1 0 0,1 0-1 0 0,-1 0 1 0 0,0 0-1 0 0,1 0 1 0 0,-1 0-1 0 0,0 0 1 0 0,1 1-1 0 0,0-1 1 0 0,-1 0-1 0 0,1 0 1 0 0,0 1-1 0 0,-1-1 1 0 0,1 2-1 0 0,-2 16-29 0 0,1-14 43 0 0,3-2-93 0 0,-1-2 60 0 0,0 1 0 0 0,0-1 0 0 0,0 0 0 0 0,0 1-1 0 0,1-1 1 0 0,-1 0 0 0 0,0 0 0 0 0,1 0 0 0 0,-1 0 0 0 0,1 0-1 0 0,-1 0 1 0 0,1 0 0 0 0,-1 0 0 0 0,1-1 0 0 0,-1 1 0 0 0,1 0 0 0 0,0-1-1 0 0,0 1 1 0 0,-1-1 0 0 0,1 0 0 0 0,0 0 0 0 0,-1 0 0 0 0,1 0 0 0 0,0 0-1 0 0,0 0 1 0 0,2-1 0 0 0,41-11 15 0 0,-41 11 61 0 0,4-6 50 0 0,6-2 90 0 0,-3-5 143 0 0,-8 11-244 0 0,6-13 7 0 0,-7 12 18 0 0,-2-1-104 0 0,0-15 13 0 0,0 14 33 0 0,-1 3-18 0 0,0 2-34 0 0,0-1 0 0 0,0 1 0 0 0,0 0 0 0 0,0 0 0 0 0,0-1 0 0 0,1 1 0 0 0,-1 0 0 0 0,0-1 0 0 0,1 1 0 0 0,0-1 0 0 0,-1-1 0 0 0,-20 10-2 0 0,17-6 18 0 0,4-1-24 0 0,-1 1 0 0 0,1-1 0 0 0,-1 0 0 0 0,1 0 0 0 0,0 1 0 0 0,-1-1 0 0 0,1 0 0 0 0,-1 0 0 0 0,1 1-1 0 0,0-1 1 0 0,-1 0 0 0 0,1 1 0 0 0,-1-1 0 0 0,1 1 0 0 0,0-1 0 0 0,0 0 0 0 0,-1 1 0 0 0,1-1 0 0 0,0 1 0 0 0,0-1 0 0 0,-1 1 0 0 0,1-1 0 0 0,0 2-1 0 0,-7 8-11 0 0,6-9 11 0 0,0 0-1 0 0,0 0 1 0 0,0 1 0 0 0,0-1-1 0 0,0 0 1 0 0,0 1-1 0 0,1-1 1 0 0,-1 1 0 0 0,0-1-1 0 0,1 1 1 0 0,-1-1-1 0 0,1 3 1 0 0,0-4 0 0 0,-3 4 24 0 0,4 2-51 0 0,1 14 20 0 0,-1-14 8 0 0,-1-6-39 0 0,1 0 39 0 0,-1 0-1 0 0,0 0 0 0 0,1 0 0 0 0,-1 0 1 0 0,1 0-1 0 0,-1 0 0 0 0,0 0 0 0 0,1 0 1 0 0,-1 1-1 0 0,0-1 0 0 0,1 0 0 0 0,-1 0 1 0 0,0 0-1 0 0,0 1 0 0 0,1-1 0 0 0,-1 0 1 0 0,0 0-1 0 0,1 1 0 0 0,-1-1 0 0 0,0 0 1 0 0,0 1-1 0 0,0-1 0 0 0,1 0 0 0 0,-1 1 1 0 0,0-1-1 0 0,0 0 0 0 0,0 1 0 0 0,0-1 0 0 0,0 0 1 0 0,0 1-1 0 0,1 0 3 0 0,-1-1-1 0 0,0 1 1 0 0,0-1-1 0 0,0 1 1 0 0,1-1-1 0 0,-1 1 1 0 0,0-1-1 0 0,0 1 1 0 0,1-1-1 0 0,-1 1 1 0 0,1-1-1 0 0,-1 1 1 0 0,0-1-1 0 0,1 0 1 0 0,-1 1-1 0 0,1-1 1 0 0,-1 0 0 0 0,1 1-1 0 0,-1-1 1 0 0,1 0-1 0 0,-1 1 1 0 0,1-1-1 0 0,-1 0 1 0 0,1 0-1 0 0,-1 0 1 0 0,1 0-1 0 0,0 0 1 0 0,-1 1-1 0 0,1-1 1 0 0,-1 0-1 0 0,1 0 1 0 0,-1 0-1 0 0,1 0 1 0 0,0-1 0 0 0,20 0 12 0 0,-15 1 20 0 0,-6 0-33 0 0,0-1 0 0 0,0 1 1 0 0,0 0-1 0 0,0-1 1 0 0,0 1-1 0 0,1 0 1 0 0,-1-1-1 0 0,0 1 1 0 0,0 0-1 0 0,1 0 1 0 0,-1-1-1 0 0,0 1 1 0 0,0 0-1 0 0,1 0 1 0 0,-1 0-1 0 0,0-1 1 0 0,1 1-1 0 0,-1 0 1 0 0,0 0-1 0 0,1 0 1 0 0,-1 0-1 0 0,0 0 1 0 0,1 0-1 0 0,-1 0 1 0 0,0-1-1 0 0,1 1 1 0 0,-1 0-1 0 0,1 0 1 0 0,-1 0 10 0 0,1 0 0 0 0,0 0 0 0 0,-1 0 0 0 0,1 0 0 0 0,-1 0 0 0 0,1 0 0 0 0,0 0 0 0 0,-1-1 0 0 0,1 1 0 0 0,-1 0 0 0 0,1-1 0 0 0,-1 1 0 0 0,1 0 0 0 0,-1-1 0 0 0,1 1 0 0 0,-1 0 0 0 0,1-1 0 0 0,-1 1 0 0 0,0-1 0 0 0,1 1 0 0 0,-1-1 0 0 0,1 1 0 0 0,-1-1 0 0 0,0 1 0 0 0,0-1 0 0 0,1 0 0 0 0,0-1 5 0 0,8-14 147 0 0,-9 11-149 0 0,-1-1-8 0 0,0 0-1 0 0,0 1 1 0 0,0-1 0 0 0,-1 0-1 0 0,-4-9 1 0 0,4 12-12 0 0,-21-7 28 0 0,2 20 34 0 0,18-7-76 0 0,-23 34 6 0 0,24-33 2 0 0,2 1-30 0 0,0 15 9 0 0,0-16-20 0 0,0-3 32 0 0,0-1 20 0 0,1 0 0 0 0,-1 0-1 0 0,0 0 1 0 0,0 0 0 0 0,1 0 0 0 0,-1 0 0 0 0,0 0-1 0 0,0 0 1 0 0,1 0 0 0 0,-1 1 0 0 0,0-1 0 0 0,0 0 0 0 0,0 0-1 0 0,1 0 1 0 0,-1 0 0 0 0,0 1 0 0 0,0-1 0 0 0,0 0-1 0 0,0 0 1 0 0,1 0 0 0 0,-1 1 0 0 0,0-1 0 0 0,0 0-1 0 0,0 0 1 0 0,0 1 0 0 0,0-1 0 0 0,0 0 0 0 0,0 0-1 0 0,0 1 1 0 0,0-1 0 0 0,0 0 0 0 0,0 1 0 0 0,0 0-7 0 0,1-1 1 0 0,-1 1 0 0 0,0-1 0 0 0,0 1-1 0 0,0 0 1 0 0,1-1 0 0 0,-1 1 0 0 0,0 0-1 0 0,1-1 1 0 0,-1 1 0 0 0,0-1 0 0 0,1 1-1 0 0,-1-1 1 0 0,1 1 0 0 0,-1-1 0 0 0,1 1 0 0 0,-1-1-1 0 0,1 1 1 0 0,-1-1 0 0 0,1 0 0 0 0,-1 1-1 0 0,1-1 1 0 0,0 0 0 0 0,0 1 0 0 0,16 4-10 0 0,-13-3 14 0 0,-4-3 1 0 0,0 1 0 0 0,1 0-1 0 0,-1-1 1 0 0,0 1-1 0 0,1 0 1 0 0,-1-1 0 0 0,0 1-1 0 0,1 0 1 0 0,-1 0 0 0 0,1-1-1 0 0,-1 1 1 0 0,0 0 0 0 0,1 0-1 0 0,-1 0 1 0 0,1 0 0 0 0,-1 0-1 0 0,1 0 1 0 0,-1 0 0 0 0,1-1-1 0 0,-1 1 1 0 0,0 0 0 0 0,1 0-1 0 0,-1 1 1 0 0,1-1-1 0 0,-1 0 1 0 0,1 0 0 0 0,0 0 6 0 0,0 0 0 0 0,0 0 0 0 0,-1 0 0 0 0,1 0 0 0 0,0 0 0 0 0,0 0 0 0 0,0 0 0 0 0,0 0 0 0 0,-1 0 0 0 0,1 0 0 0 0,0 0 0 0 0,0-1 0 0 0,0 1 0 0 0,-1 0 0 0 0,1-1 0 0 0,0 1 0 0 0,0-1 0 0 0,-1 1 0 0 0,1-1 0 0 0,0 1 0 0 0,0-1 0 0 0,27-31 226 0 0,-26 28-20 0 0,-3 0-185 0 0,-2-13 2 0 0,2 12-13 0 0,-16 12-2 0 0,13-6-4 0 0,0 1 18 0 0,1 1-18 0 0,0 2-10 0 0,0-1 0 0 0,1 1 0 0 0,-1 0 0 0 0,1-1 0 0 0,-1 1 0 0 0,-1 8 0 0 0,3-8-8 0 0,3 0 19 0 0,-1-1-13 0 0,1 0 0 0 0,0 0-1 0 0,0 0 1 0 0,1 0 0 0 0,-1-1 0 0 0,1 1 0 0 0,0-1-1 0 0,5 5 1 0 0,-5-5-36 0 0,3-2-34 0 0,17 1 43 0 0,-17-2 19 0 0,-1-1-1 0 0,13-5 20 0 0,-13 5 15 0 0,-1-2 21 0 0,1 0-9 0 0,0-1 0 0 0,0 0 1 0 0,0-1-1 0 0,-1 1 1 0 0,0-1-1 0 0,0 0 0 0 0,0 0 1 0 0,5-10-1 0 0,-7 11-28 0 0,-3 4-94 0 0,1 0 80 0 0,0 0-1 0 0,0-1 1 0 0,-1 1 0 0 0,1 0-1 0 0,0 0 1 0 0,0 0 0 0 0,-1 0-1 0 0,1 0 1 0 0,0-1-1 0 0,0 1 1 0 0,0 0 0 0 0,-1 0-1 0 0,1 0 1 0 0,0-1-1 0 0,0 1 1 0 0,0 0 0 0 0,0 0-1 0 0,-1-1 1 0 0,1 1 0 0 0,0 0-1 0 0,0 0 1 0 0,0-1-1 0 0,0 1 1 0 0,0 0 0 0 0,0 0-1 0 0,0-1 1 0 0,0 1 0 0 0,0 0-1 0 0,0-1 1 0 0,0 0-34 0 0,0 1 0 0 0,0 0 1 0 0,0-1-1 0 0,0 1 1 0 0,-1-1-1 0 0,1 1 0 0 0,0-1 1 0 0,0 1-1 0 0,0 0 0 0 0,0-1 1 0 0,0 1-1 0 0,-1-1 0 0 0,1 1 1 0 0,0 0-1 0 0,0-1 1 0 0,-1 1-1 0 0,1 0 0 0 0,0-1 1 0 0,-1 1-1 0 0,1 0 0 0 0,0-1 1 0 0,-1 1-1 0 0,1 0 0 0 0,0 0 1 0 0,-1 0-1 0 0,1-1 1 0 0,-1 1-1 0 0,1 0 0 0 0,0 0 1 0 0,-1 0-1 0 0,1 0 0 0 0,-1 0 1 0 0,1-1-1 0 0,-1 1 1 0 0,1 0-1 0 0,0 0 0 0 0,-1 0 1 0 0,1 0-1 0 0,-1 1 0 0 0,1-1 1 0 0,-1 0-1 0 0,0 0 0 0 0,-5 1-378 0 0,0 1 1 0 0,0-1-1 0 0,0 1 0 0 0,0 0 0 0 0,1 1 0 0 0,-1 0 0 0 0,1-1 0 0 0,-1 2 0 0 0,1-1 0 0 0,0 1 0 0 0,0 0 0 0 0,0 0 0 0 0,-6 7 0 0 0,6-6-155 0 0,-3 4-127 0 0,-3 5-2722 0 0,-8 11-1613 0 0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59.50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153 95 2608 0 0,'0'-5'1360'0'0,"1"-16"-205"0"0,-1 16 609 0 0,1 0-1042 0 0,1-16-66 0 0,-1 16 1332 0 0,-2 0-1655 0 0,0-20 1904 0 0,-4 25-1925 0 0,-13-2-35 0 0,13 1-34 0 0,5 2-229 0 0,0-1 0 0 0,-1 1 0 0 0,1-1 0 0 0,0 1 1 0 0,-1 0-1 0 0,1-1 0 0 0,0 1 0 0 0,-1-1 0 0 0,1 1 0 0 0,-1-1 1 0 0,1 0-1 0 0,-1 1 0 0 0,1-1 0 0 0,-1 1 0 0 0,1-1 1 0 0,-1 0-1 0 0,1 0 0 0 0,-1 1 0 0 0,1-1 0 0 0,-1 0 1 0 0,0 1-1 0 0,-15 9 240 0 0,1 4-72 0 0,0 1-1 0 0,1 0 0 0 0,-18 25 1 0 0,18-17-4 0 0,11-19-80 0 0,2 2 11 0 0,-5 15-3 0 0,5-15 2 0 0,4 18 138 0 0,-3-19-101 0 0,3 0 6 0 0,2 1-67 0 0,0 1 1 0 0,0-1-1 0 0,1 0 0 0 0,-1 0 1 0 0,1 0-1 0 0,8 4 0 0 0,-10-8-7 0 0,1 0 1 0 0,19 4-6 0 0,-19-4-7 0 0,1-1-13 0 0,18 1-13 0 0,-19-2-79 0 0,1 0 16 0 0,16-2-89 0 0,-17 1-141 0 0,0 0-181 0 0,11-3-194 0 0,-12 3-187 0 0,0-1-1157 0 0,12-6 706 0 0,-12 6-187 0 0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8:59.73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25 3368 0 0,'0'0'5312'0'0,"1"-4"-4213"0"0,5-16 5848 0 0,-4 23-6770 0 0,4 9-104 0 0,-1 0 0 0 0,0 0 0 0 0,-1 1 1 0 0,0-1-1 0 0,-1 1 0 0 0,-1 0 0 0 0,2 21 0 0 0,3 12-139 0 0,23 143-3539 0 0,-16-85-4036 0 0,-9-76 1505 0 0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9:05.57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89 2 3004 0 0,'0'0'12905'0'0,"-5"0"-12871"0"0,-16-1-36 0 0,16 1-17 0 0,1 2 38 0 0,-26 27 89 0 0,27-26-103 0 0,1 1 12 0 0,-6 13-4 0 0,6-13-10 0 0,1 0-9 0 0,-5 12-1 0 0,4-12 2 0 0,2 2 7 0 0,2 8-13 0 0,0 1 0 0 0,7 27 0 0 0,-8-39 52 0 0,20 7 45 0 0,-16-12-63 0 0,12-5-14 0 0,-13 5-2 0 0,3-6 22 0 0,4-2-8 0 0,-1-5 151 0 0,-8 11-102 0 0,5-12 7 0 0,-5 11 178 0 0,-2 1-175 0 0,0-2-21 0 0,0 1 0 0 0,-1-1 0 0 0,1 1-1 0 0,-1-1 1 0 0,-3-7 0 0 0,3 9-8 0 0,-4 5-41 0 0,-15 0-14 0 0,15-1-1 0 0,2 3-8 0 0,-10 9 0 0 0,10-9 8 0 0,-7 16 18 0 0,8-15-25 0 0,1 1-1 0 0,-1 14-11 0 0,1-14-42 0 0,2-1-168 0 0,0-1 206 0 0,0 0 0 0 0,1 0 0 0 0,-1-1 0 0 0,0 1 0 0 0,1-1 0 0 0,-1 1 0 0 0,1-1 0 0 0,0 0 0 0 0,0 1 0 0 0,-1-1 0 0 0,4 2 0 0 0,-2-2 60 0 0,1-4-12 0 0,14-6 6 0 0,-14 7 84 0 0,0-10-43 0 0,-4 10-41 0 0,1 0 0 0 0,0 1 0 0 0,-1-1 1 0 0,1 0-1 0 0,-1 0 0 0 0,1 0 0 0 0,-1 0 0 0 0,1 1 1 0 0,-1-1-1 0 0,1 0 0 0 0,-1 0 0 0 0,0 0 0 0 0,0 0 1 0 0,1 0-1 0 0,-1 0 0 0 0,0-2 0 0 0,2-14 71 0 0,-1 12 149 0 0,-3 2-186 0 0,-5-11-32 0 0,5 10 34 0 0,-1 3-151 0 0,0 0 97 0 0,1 1 1 0 0,-1-1-1 0 0,1 1 1 0 0,-1 0-1 0 0,1-1 1 0 0,-1 1-1 0 0,1 0 1 0 0,-1 1-1 0 0,1-1 1 0 0,-1 0 0 0 0,1 1-1 0 0,-1 0 1 0 0,1-1-1 0 0,-4 3 1 0 0,2-2-10 0 0,1 2-13 0 0,-17 32 5 0 0,18-32-15 0 0,3 2-87 0 0,1 15 70 0 0,-1-15 129 0 0,2-3-65 0 0,-3-1-23 0 0,1 0 1 0 0,1 0-1 0 0,-1 0 1 0 0,0-1-1 0 0,0 1 0 0 0,0 0 1 0 0,0-1-1 0 0,0 1 1 0 0,1-1-1 0 0,-1 0 0 0 0,0 1 1 0 0,0-1-1 0 0,1 0 1 0 0,-1 0-1 0 0,0 1 1 0 0,1-1-1 0 0,-1 0 0 0 0,0 0 1 0 0,1-1-1 0 0,-1 1 1 0 0,0 0-1 0 0,0 0 0 0 0,1-1 1 0 0,-1 1-1 0 0,2-1 1 0 0,1-1 114 0 0,-4 2-113 0 0,0 0-1 0 0,0-1 1 0 0,0 1-1 0 0,0 0 1 0 0,0-1-1 0 0,0 1 1 0 0,0 0-1 0 0,0-1 1 0 0,0 1-1 0 0,0 0 1 0 0,0-1-1 0 0,1 1 1 0 0,-1 0-1 0 0,0-1 1 0 0,0 1 0 0 0,0 0-1 0 0,0-1 1 0 0,1 1-1 0 0,-1 0 1 0 0,0 0-1 0 0,0-1 1 0 0,1 1-1 0 0,-1 0 1 0 0,0 0-1 0 0,1 0 1 0 0,-1-1-1 0 0,0 1 1 0 0,1 0-1 0 0,0 0 31 0 0,-1-1-1 0 0,1 1 0 0 0,0-1 0 0 0,-1 1 0 0 0,1-1 0 0 0,0 0 0 0 0,-1 1 1 0 0,1-1-1 0 0,-1 1 0 0 0,1-1 0 0 0,-1 0 0 0 0,1 0 0 0 0,-1 1 0 0 0,0-1 0 0 0,1 0 1 0 0,-1 0-1 0 0,0 1 0 0 0,1-3 0 0 0,4-13-13 0 0,-4 12 161 0 0,-18 10-289 0 0,13-4 99 0 0,0 0-6 0 0,-1 6 13 0 0,-5 6-86 0 0,3 2 72 0 0,5-12-4 0 0,2 1-262 0 0,0-1 231 0 0,0-2 10 0 0,0-1 0 0 0,1 1-1 0 0,-1-1 1 0 0,0 0 0 0 0,0 1-1 0 0,0-1 1 0 0,-1 1-1 0 0,1-1 1 0 0,0 1 0 0 0,0-1-1 0 0,-1 1 1 0 0,0 1 0 0 0,4 0-41 0 0,12 12-148 0 0,-11-17 166 0 0,13-3 46 0 0,-12 3 26 0 0,-5 2-5 0 0,0 0-1 0 0,0-1 1 0 0,0 1-1 0 0,0 0 1 0 0,0-1-1 0 0,0 1 1 0 0,0-1-1 0 0,0 1 1 0 0,0 0 0 0 0,1-1-1 0 0,-1 1 1 0 0,0 0-1 0 0,0-1 1 0 0,0 1-1 0 0,1 0 1 0 0,-1-1-1 0 0,0 1 1 0 0,0 0-1 0 0,1 0 1 0 0,-1-1-1 0 0,0 1 1 0 0,0 0-1 0 0,1 0 1 0 0,-1 0 0 0 0,0-1-1 0 0,1 1 1 0 0,11-14 18 0 0,-5-2 51 0 0,-5 12 281 0 0,-2-1-250 0 0,-2-15 83 0 0,2 15-136 0 0,-4 4-53 0 0,-12-3 5 0 0,12 3-8 0 0,-4 6-9 0 0,-8 2 37 0 0,14-4 7 0 0,1-1-1 0 0,-1 1 0 0 0,0-1 0 0 0,1 1 1 0 0,-1 0-1 0 0,1-1 0 0 0,0 1 0 0 0,0 0 1 0 0,0 0-1 0 0,0 0 0 0 0,1 0 0 0 0,-1 4 1 0 0,6-8 97 0 0,17-2-12 0 0,-16 2 110 0 0,-4-2-111 0 0,0-1-267 0 0,0 0 0 0 0,0 0-1 0 0,-1 0 1 0 0,1 0 0 0 0,-1 0 0 0 0,0-1-1 0 0,0 1 1 0 0,0-7 0 0 0,-1 10-56 0 0,-1 0 1 0 0,1 0-1 0 0,-1 0 1 0 0,1 0-1 0 0,-1 0 1 0 0,0 0-1 0 0,0 0 1 0 0,1 1-1 0 0,-1-1 1 0 0,0 0-1 0 0,0 0 1 0 0,0 1-1 0 0,0-1 1 0 0,0 1-1 0 0,0-1 1 0 0,0 1-1 0 0,0-1 1 0 0,0 1-1 0 0,0-1 1 0 0,0 1-1 0 0,-2-1 1 0 0,-17-3-2115 0 0,15 3 431 0 0,0 0-1238 0 0,-20 0-2247 0 0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9:06.05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146 57 2920 0 0,'-1'-5'1540'0'0,"-1"-16"-195"0"0,1 16 526 0 0,-1 2-1136 0 0,0 1-587 0 0,1 0 1 0 0,-1 0-1 0 0,0 1 1 0 0,1-1-1 0 0,-1 0 1 0 0,0 1-1 0 0,0 0 1 0 0,0-1-1 0 0,0 1 0 0 0,-1 0 1 0 0,1 0-1 0 0,0 0 1 0 0,0 0-1 0 0,-1 1 1 0 0,1-1-1 0 0,-1 0 1 0 0,1 1-1 0 0,0 0 1 0 0,-1 0-1 0 0,1 0 1 0 0,-1 0-1 0 0,1 0 1 0 0,-1 0-1 0 0,-3 1 0 0 0,2 0 184 0 0,2 0-287 0 0,0 0 1 0 0,1-1 0 0 0,-1 1-1 0 0,1 0 1 0 0,-1 0 0 0 0,1 0-1 0 0,0 0 1 0 0,-1 0 0 0 0,1 1-1 0 0,0-1 1 0 0,-2 3 0 0 0,3-4 1 0 0,-5 5 76 0 0,0 0 1 0 0,0 0 0 0 0,1 0-1 0 0,0 0 1 0 0,0 1 0 0 0,0 0-1 0 0,0-1 1 0 0,1 1 0 0 0,0 1-1 0 0,1-1 1 0 0,-4 12 0 0 0,4-11-62 0 0,0-3 101 0 0,1 2-20 0 0,-2 19 7 0 0,2-18 28 0 0,1-1-82 0 0,0-3-90 0 0,-1 3 18 0 0,1 1 0 0 0,1-1 0 0 0,-1 0 0 0 0,1 0 0 0 0,0 1-1 0 0,0-1 1 0 0,1 0 0 0 0,-1 0 0 0 0,2 0 0 0 0,-1-1 0 0 0,0 1 0 0 0,1 0 0 0 0,0-1 0 0 0,1 1 0 0 0,-1-1 0 0 0,5 5-1 0 0,0-3-165 0 0,-1 0 0 0 0,1-1 0 0 0,-1 0-1 0 0,2 0 1 0 0,-1-1 0 0 0,1 0-1 0 0,0 0 1 0 0,16 5 0 0 0,-20-8-380 0 0,0-1-72 0 0,13 3-66 0 0,-13-3-20 0 0,0-1-1759 0 0,1 0 2063 0 0,4-1-28 0 0,0 1-3062 0 0,-7-3 1512 0 0,12-11-1368 0 0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9:06.50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60 2340 0 0,'0'0'2954'0'0,"0"-6"-2200"0"0,0-16-120 0 0,0 17 1209 0 0,1 1-1477 0 0,5-18 1545 0 0,0 22-1725 0 0,17 2-2 0 0,-17-1-18 0 0,-3 2-24 0 0,8 9-30 0 0,-8-9-22 0 0,-1 1-6 0 0,8 12-26 0 0,-8-11 6 0 0,0 0 0 0 0,3 15 13 0 0,-3-14 55 0 0,-2-1-73 0 0,-1 47 167 0 0,0-47-146 0 0,-8 17 130 0 0,8-20-161 0 0,0 0-1 0 0,-1 1 1 0 0,1-1-1 0 0,0 1 1 0 0,0-1 0 0 0,0 1-1 0 0,1-1 1 0 0,-1 1-1 0 0,0 4 1 0 0,1-7-47 0 0,0 1 0 0 0,0-1 0 0 0,0 1 0 0 0,0-1 0 0 0,0 1 1 0 0,0-1-1 0 0,0 1 0 0 0,-1-1 0 0 0,1 1 0 0 0,0-1 0 0 0,0 0 0 0 0,0 1 0 0 0,0-1 0 0 0,-1 1 1 0 0,1-1-1 0 0,0 1 0 0 0,-1-1 0 0 0,1 0 0 0 0,0 1 0 0 0,-1-1 0 0 0,1 1 0 0 0,0-1 0 0 0,-1 0 1 0 0,1 0-1 0 0,-1 1 0 0 0,1-1 0 0 0,0 0 0 0 0,-1 0 0 0 0,1 1 0 0 0,-1-1 0 0 0,1 0 0 0 0,-1 0 1 0 0,1 0-1 0 0,-1 0 0 0 0,1 0 0 0 0,-1 0 0 0 0,1 0 0 0 0,-1 0 0 0 0,-20-3 282 0 0,15 2 519 0 0,7-4-665 0 0,3-12 5 0 0,-3 13 400 0 0,4 5-356 0 0,17 3 3 0 0,-16-3-9 0 0,-1 1-22 0 0,44 15 322 0 0,-44-15-437 0 0,1 0-13 0 0,16 6 5 0 0,-17-6-6 0 0,1-1-16 0 0,15 6-3 0 0,-16-5-36 0 0,-1-1-65 0 0,47 6-2151 0 0,-45-7 1387 0 0,-1-1-1397 0 0,13-2 531 0 0,-13 2-23 0 0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9:08.69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306 188 3296 0 0,'-1'-4'1071'0'0,"-18"-32"1645"0"0,16 32-2282 0 0,1 0-53 0 0,-7-11-50 0 0,7 11-12 0 0,-1 1 2 0 0,-18-27 1268 0 0,18 27 77 0 0,-4-3-1296 0 0,7 5-331 0 0,0 1 0 0 0,-1-1 0 0 0,1 1 0 0 0,0 0 0 0 0,0-1 0 0 0,0 1 0 0 0,-1-1 0 0 0,1 1 0 0 0,0 0 0 0 0,-1-1 1 0 0,1 1-1 0 0,0 0 0 0 0,-1-1 0 0 0,1 1 0 0 0,0 0 0 0 0,-1 0 0 0 0,1-1 0 0 0,-1 1 0 0 0,1 0 0 0 0,0 0 0 0 0,-1 0 0 0 0,1-1 0 0 0,-1 1 1 0 0,1 0-1 0 0,-1 0 0 0 0,1 0 0 0 0,-1 0 0 0 0,1 0 0 0 0,-1 0 0 0 0,1 0 0 0 0,0 0 0 0 0,-1 0 0 0 0,1 0 0 0 0,-1 0 0 0 0,1 0 0 0 0,-1 0 1 0 0,0 1-1 0 0,-19 6 132 0 0,15-6 130 0 0,2 2-160 0 0,-4 7-17 0 0,1 0 0 0 0,-1 0 0 0 0,-7 19-1 0 0,13-25 77 0 0,0 1-225 0 0,-3 14 3 0 0,4-14-3 0 0,0-1-26 0 0,2 14 46 0 0,-1-14-6 0 0,3-2-108 0 0,-2-1 126 0 0,0-1-1 0 0,1 1 1 0 0,-1-1 0 0 0,1 1 0 0 0,-1-1 0 0 0,1 0 0 0 0,-1 0 0 0 0,0 0 0 0 0,1 0-1 0 0,-1 0 1 0 0,1 0 0 0 0,-1-1 0 0 0,0 1 0 0 0,1-1 0 0 0,3-1 0 0 0,-1 0 97 0 0,-4 1-80 0 0,1 0 0 0 0,-1 0 1 0 0,1 0-1 0 0,-1 0 0 0 0,0-1 1 0 0,1 1-1 0 0,-1 0 0 0 0,0 0 1 0 0,0-1-1 0 0,0 1 0 0 0,2-4 1 0 0,-3 5 1 0 0,3-3 43 0 0,0-1 1 0 0,0 0 0 0 0,0 1-1 0 0,0-1 1 0 0,-1 0-1 0 0,0 0 1 0 0,0 0 0 0 0,0-1-1 0 0,0 1 1 0 0,0 0 0 0 0,-1-1-1 0 0,0 1 1 0 0,0-1-1 0 0,0-7 1 0 0,-1 2 62 0 0,0 1 0 0 0,0 0 0 0 0,-1 0 0 0 0,-1 0 0 0 0,-3-15 0 0 0,3 19-38 0 0,-1 1-28 0 0,-8-11-7 0 0,8 11 11 0 0,1 4-62 0 0,1-1 1 0 0,-1 1 0 0 0,1 0 0 0 0,0-1 0 0 0,-1 1-1 0 0,1-1 1 0 0,-1 0 0 0 0,1 1 0 0 0,0-1 0 0 0,0 0-1 0 0,0 0 1 0 0,-2-1 0 0 0,0 0 11 0 0,-2 0 52 0 0,0 1 3 0 0,0 1-58 0 0,0 0 0 0 0,0 0 0 0 0,0 0 0 0 0,0 1 0 0 0,0 0 1 0 0,0 0-1 0 0,0 0 0 0 0,0 1 0 0 0,0-1 0 0 0,0 1 0 0 0,1 0 0 0 0,-1 1 0 0 0,1-1 0 0 0,-1 1 0 0 0,1 0 1 0 0,-4 3-1 0 0,-21 29 27 0 0,26-32-50 0 0,1 2 8 0 0,-6 15-10 0 0,7-19 7 0 0,1 0 0 0 0,-1 0 0 0 0,1 1 0 0 0,-1-1 0 0 0,1 0 0 0 0,0 1 0 0 0,-1-1 0 0 0,1 1 0 0 0,0-1 0 0 0,0 0 0 0 0,0 1 0 0 0,0-1 0 0 0,0 1 0 0 0,0-1 0 0 0,0 0 0 0 0,1 3 0 0 0,0 0-5 0 0,-1 1-15 0 0,2 0 2 0 0,3 13-15 0 0,-3-13-21 0 0,1-2 0 0 0,10 12 2 0 0,-10-12-10 0 0,1 0 16 0 0,14 6 7 0 0,-14-6 19 0 0,0-2-2 0 0,13 3 5 0 0,-13-3 3 0 0,1-1 24 0 0,2-2 33 0 0,0 0 0 0 0,1 0 1 0 0,-2 0-1 0 0,11-5 1 0 0,-13 4 44 0 0,-4 3-82 0 0,1 0 1 0 0,-1 0-1 0 0,1 0 1 0 0,-1-1-1 0 0,1 1 1 0 0,-1 0-1 0 0,0-1 1 0 0,1 1-1 0 0,-1 0 1 0 0,1-1-1 0 0,-1 1 0 0 0,0 0 1 0 0,1-1-1 0 0,-1 1 1 0 0,0-1-1 0 0,1 1 1 0 0,-1-1-1 0 0,0 1 1 0 0,0-1-1 0 0,0 1 1 0 0,1-1-1 0 0,-1 1 0 0 0,0-1 1 0 0,0 0-1 0 0,7-10 105 0 0,-1-8 37 0 0,-5 15-42 0 0,-1-2-42 0 0,-3-16 4 0 0,3 16-26 0 0,-4-4 6 0 0,4 9-37 0 0,0 0 0 0 0,0 0 1 0 0,0 1-1 0 0,0-1 0 0 0,0 0 0 0 0,0 0 1 0 0,0 0-1 0 0,0 1 0 0 0,-1-1 1 0 0,1 0-1 0 0,0 0 0 0 0,0 1 1 0 0,-1-1-1 0 0,1 0 0 0 0,-1 0 1 0 0,1 1-1 0 0,0-1 0 0 0,-1 1 1 0 0,0-2-1 0 0,0 1-15 0 0,1 0-1 0 0,0 1 0 0 0,0-1 1 0 0,-1 0-1 0 0,1 0 1 0 0,-1 1-1 0 0,1-1 1 0 0,-1 0-1 0 0,1 1 1 0 0,-1-1-1 0 0,1 0 1 0 0,-1 1-1 0 0,1-1 1 0 0,-1 1-1 0 0,0-1 1 0 0,1 1-1 0 0,-1-1 1 0 0,0 1-1 0 0,0-1 0 0 0,1 1 1 0 0,-1 0-1 0 0,0-1 1 0 0,0 1-1 0 0,1 0 1 0 0,-1 0-1 0 0,-2-1 1 0 0,-19 4-10 0 0,22-3 14 0 0,-1 0 0 0 0,0 0 0 0 0,0 0 0 0 0,1 0 0 0 0,-1 0 0 0 0,0 0 1 0 0,1 0-1 0 0,-1 0 0 0 0,0 1 0 0 0,0-1 0 0 0,1 0 0 0 0,-1 0 0 0 0,1 1 0 0 0,-1-1 0 0 0,0 1 0 0 0,1-1 0 0 0,-1 0 0 0 0,1 1 0 0 0,-1-1 1 0 0,1 1-1 0 0,-1-1 0 0 0,1 1 0 0 0,-1 0 0 0 0,1-1 0 0 0,-1 1 0 0 0,1-1 0 0 0,-1 2 0 0 0,1-1 0 0 0,0-1 0 0 0,0 0 0 0 0,0 1 1 0 0,0-1-1 0 0,-1 0 0 0 0,1 1 0 0 0,0-1 0 0 0,0 0 0 0 0,0 1 0 0 0,-1-1 0 0 0,1 0 1 0 0,0 0-1 0 0,0 1 0 0 0,-1-1 0 0 0,1 0 0 0 0,0 0 0 0 0,-1 0 0 0 0,1 1 0 0 0,0-1 1 0 0,-1 0-1 0 0,1 0 0 0 0,0 0 0 0 0,-1 0 0 0 0,1 0 0 0 0,0 0 0 0 0,-1 1 0 0 0,1-1 1 0 0,-1 0-1 0 0,1 0 0 0 0,0 0 0 0 0,-1 0 0 0 0,-2 3-10 0 0,2-2-6 0 0,-1 1 16 0 0,0 1-1 0 0,0-1 1 0 0,0 0 0 0 0,0 1-1 0 0,1-1 1 0 0,-1 1-1 0 0,1 0 1 0 0,-1-1-1 0 0,1 1 1 0 0,0 0 0 0 0,0 0-1 0 0,0 0 1 0 0,1 0-1 0 0,-1 0 1 0 0,0 4-1 0 0,4 16-34 0 0,-3-17-7 0 0,3-4-8 0 0,33 19-219 0 0,-31-20 252 0 0,1-1-30 0 0,38-1 54 0 0,-36-1 5 0 0,-2-2 6 0 0,0 3 83 0 0,-2-1 46 0 0,0-1-34 0 0,1 0 0 0 0,-1 0 0 0 0,0 0 1 0 0,0 0-1 0 0,0-1 0 0 0,-1 0 0 0 0,0 0 1 0 0,1 0-1 0 0,-1 0 0 0 0,0 0 0 0 0,3-7 0 0 0,-5 7 225 0 0,-2 0-206 0 0,-1-16-13 0 0,1 15 67 0 0,-1 1-117 0 0,-9-11-18 0 0,9 11-24 0 0,-11-1-50 0 0,13 5 24 0 0,-1-1-1 0 0,1 0 1 0 0,-1 1 0 0 0,0 0 0 0 0,1-1 0 0 0,-1 1 0 0 0,0-1 0 0 0,0 1 0 0 0,1 0 0 0 0,-1 0-1 0 0,0-1 1 0 0,0 1 0 0 0,1 0 0 0 0,-1 0 0 0 0,0 0 0 0 0,0 0 0 0 0,0 0 0 0 0,1 0 0 0 0,-1 0 0 0 0,0 0-1 0 0,0 0 1 0 0,1 0 0 0 0,-1 0 0 0 0,0 1 0 0 0,-1-1 0 0 0,-18 5 80 0 0,15-4-73 0 0,5-1-11 0 0,0 1 0 0 0,-1-1 0 0 0,1 1 0 0 0,0-1 0 0 0,-1 1 0 0 0,1-1 0 0 0,0 1 0 0 0,-1-1 0 0 0,1 1 1 0 0,-1-1-1 0 0,1 0 0 0 0,-1 1 0 0 0,1-1 0 0 0,-1 0 0 0 0,1 1 0 0 0,-1-1 0 0 0,1 0 0 0 0,-1 0 0 0 0,1 1 0 0 0,-1-1 1 0 0,0 0-1 0 0,0 0 0 0 0,-17 9-66 0 0,-23 40-713 0 0,38-45 583 0 0,1 0 12 0 0,-13 36-868 0 0,14-36 1003 0 0,7 3-227 0 0,-6-7 276 0 0,0 1 1 0 0,0-1-1 0 0,1 1 1 0 0,-1-1-1 0 0,0 1 0 0 0,0-1 1 0 0,0 0-1 0 0,0 1 1 0 0,0-1-1 0 0,1 1 1 0 0,-1-1-1 0 0,0 0 1 0 0,0 1-1 0 0,1-1 1 0 0,-1 0-1 0 0,0 1 1 0 0,1-1-1 0 0,-1 0 1 0 0,0 1-1 0 0,1-1 1 0 0,-1 0-1 0 0,0 0 0 0 0,1 0 1 0 0,-1 1-1 0 0,0-1 1 0 0,1 0-1 0 0,-1 0 1 0 0,1 0-1 0 0,-1 0 1 0 0,0 0-1 0 0,1 1 1 0 0,-1-1-1 0 0,1 0 1 0 0,-1 0-1 0 0,1 0 1 0 0,-1 0-1 0 0,1 0 1 0 0,0-1-1 0 0,16-4-7 0 0,-12 3 20 0 0,-3 0 27 0 0,26-24 267 0 0,-25 23-195 0 0,-2 0 12 0 0,13-41 274 0 0,-14 39-107 0 0,0 0-258 0 0,-2-15-43 0 0,1 16-13 0 0,-28 6-96 0 0,23-1 132 0 0,-11 17 38 0 0,13-15-51 0 0,1 1-8 0 0,-18 41-19 0 0,19-40 34 0 0,2 1-39 0 0,0 17 6 0 0,0-18-7 0 0,14 10-11 0 0,-11-12 20 0 0,2-1-7 0 0,46 6 305 0 0,-46-8-136 0 0,1-1 45 0 0,1-3 75 0 0,1 0 1 0 0,0 0-1 0 0,-1 0 0 0 0,0-1 0 0 0,0 0 0 0 0,9-9 1 0 0,-13 11 151 0 0,-1-2-59 0 0,-1 1-275 0 0,1 0 1 0 0,-1-1-1 0 0,0 1 0 0 0,0 0 1 0 0,0-1-1 0 0,0 1 0 0 0,-1-1 1 0 0,0 0-1 0 0,0 1 0 0 0,0-1 1 0 0,0 1-1 0 0,-1-1 0 0 0,-1-7 1 0 0,0 9-262 0 0,-3 2-822 0 0,-16-1 296 0 0,10 4-89 0 0,-14 14-1053 0 0,-1 2 1 0 0,2 0-1 0 0,1 2 0 0 0,0 0 1 0 0,1 2-1 0 0,1 0 0 0 0,-31 45 1 0 0,31-37-3611 0 0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9:09.06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216 53 4784 0 0,'-10'-10'2175'0'0,"-1"0"0"0"0,-20-14-1 0 0,27 22-1308 0 0,-1 1-141 0 0,-16-3-97 0 0,16 3-78 0 0,-1 2-45 0 0,2-1-454 0 0,0 1 64 0 0,0-1-1 0 0,0 0 0 0 0,1 1 0 0 0,-1 0 1 0 0,0 0-1 0 0,1 0 0 0 0,-1 1 1 0 0,1-1-1 0 0,-1 1 0 0 0,1 0 1 0 0,0 0-1 0 0,-1 0 0 0 0,-4 4 0 0 0,6-3-61 0 0,-4 2 43 0 0,0 1 1 0 0,1-1-1 0 0,0 1 1 0 0,1 0-1 0 0,-1 1 0 0 0,1-1 1 0 0,1 1-1 0 0,-1 0 1 0 0,1 0-1 0 0,-4 11 0 0 0,4-8-29 0 0,1 0 0 0 0,0 0 0 0 0,1 0 0 0 0,0 0 0 0 0,0 1-1 0 0,2 12 1 0 0,-1-17-48 0 0,1 0 0 0 0,1-1 0 0 0,-1 1 0 0 0,1 0 0 0 0,0 0 0 0 0,0-1 0 0 0,0 1 0 0 0,1-1 0 0 0,0 0 0 0 0,0 0 0 0 0,1 0 0 0 0,-1 0 0 0 0,1 0 0 0 0,6 5 0 0 0,-4-4-128 0 0,1-1 0 0 0,0 0-1 0 0,0 0 1 0 0,0 0 0 0 0,1-1 0 0 0,-1 0-1 0 0,1 0 1 0 0,0-1 0 0 0,0 0 0 0 0,1-1-1 0 0,-1 0 1 0 0,12 2 0 0 0,-14-3-718 0 0,1-2-211 0 0,-3 0 795 0 0,32-4-1691 0 0,-1-3-4394 0 0,-9 0 59 0 0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9:09.53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163 45 4424 0 0,'0'0'3950'0'0,"-4"-2"-2348"0"0,-26-21 4501 0 0,27 20-5257 0 0,7 1-682 0 0,41-11 240 0 0,-40 12-363 0 0,2 1-6 0 0,17 0-26 0 0,-18 0-69 0 0,-1 1 85 0 0,16 5 16 0 0,-16-5-10 0 0,-2 2 6 0 0,-1-1-18 0 0,0 1-1 0 0,0-1 1 0 0,-1 1 0 0 0,1 0-1 0 0,-1 0 1 0 0,0-1-1 0 0,0 1 1 0 0,0 0-1 0 0,0 0 1 0 0,0 0 0 0 0,-1 0-1 0 0,1 6 1 0 0,0-3 82 0 0,-3-1-4 0 0,-5 16 17 0 0,5-16-28 0 0,0 0-16 0 0,-9 14-8 0 0,8-14 12 0 0,1 0-26 0 0,-7 12-8 0 0,7-13-10 0 0,-9 16-12 0 0,11-15-21 0 0,-2 19 3 0 0,6-21 22 0 0,8 8 1 0 0,-8-8 5 0 0,-1-1-6 0 0,12 7-36 0 0,-11-7-82 0 0,0 0 174 0 0,13 5 88 0 0,-13-5 83 0 0,0 1-6 0 0,31 20 710 0 0,-32-21-615 0 0,0 1-17 0 0,12 11-18 0 0,-11-11-39 0 0,-1 1-22 0 0,-2-3-204 0 0,1 1 1 0 0,-1 0-1 0 0,1 0 0 0 0,-1 0 0 0 0,0 0 0 0 0,0 1 0 0 0,0-1 1 0 0,0 0-1 0 0,0 0 0 0 0,-1 1 0 0 0,1-1 0 0 0,-1 0 0 0 0,0 1 0 0 0,1-1 1 0 0,-1 0-1 0 0,0 1 0 0 0,0-1 0 0 0,0 0 0 0 0,-1 1 0 0 0,1-1 0 0 0,-1 1 1 0 0,0 3-1 0 0,-6 2-295 0 0,0 0-1 0 0,-1 0 1 0 0,0-1 0 0 0,0 0 0 0 0,0 0-1 0 0,-1-1 1 0 0,0 0 0 0 0,0 0 0 0 0,-1-1 0 0 0,0-1-1 0 0,-19 8 1 0 0,-18 3-3756 0 0,-60 12 0 0 0,93-24 2877 0 0,-19 3-2703 0 0,-3-1-2684 0 0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9:51.8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3356 0 0,'0'0'3437'0'0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9:52.60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198 87 4976 0 0,'-20'-46'5086'0'0,"17"41"-4383"0"0,2 4-628 0 0,-1 1-1 0 0,0-1 1 0 0,1 0 0 0 0,-1 0 0 0 0,1 0 0 0 0,0 0-1 0 0,-1 0 1 0 0,1 0 0 0 0,0 0 0 0 0,0-1-1 0 0,-2-2 1 0 0,2 4-2 0 0,-2-3 556 0 0,-4 4-395 0 0,2 0-208 0 0,1-1 6 0 0,1 1 0 0 0,-1 0 0 0 0,0 0 0 0 0,0 0 0 0 0,1 0 0 0 0,-1 0 0 0 0,0 1 0 0 0,1-1 0 0 0,-1 1 0 0 0,1 0 0 0 0,0 0 0 0 0,0 1 0 0 0,-1-1 0 0 0,2 1 0 0 0,-1-1 0 0 0,-3 5 1 0 0,-2 2 21 0 0,0 0 1 0 0,0 1 0 0 0,1 0-1 0 0,1 0 1 0 0,0 1 0 0 0,0 0-1 0 0,1 0 1 0 0,0 0 0 0 0,1 1-1 0 0,1 0 1 0 0,0-1 0 0 0,0 1-1 0 0,-1 20 1 0 0,3-25-45 0 0,0-5-10 0 0,0 1 1 0 0,1-1 0 0 0,0 1 0 0 0,0-1-1 0 0,0 1 1 0 0,0-1 0 0 0,0 1 0 0 0,0-1-1 0 0,1 1 1 0 0,-1-1 0 0 0,2 4 0 0 0,-2-4 9 0 0,14 45-243 0 0,-12-43 155 0 0,0 0 1 0 0,-1 0-1 0 0,2 0 0 0 0,-1 0 1 0 0,0-1-1 0 0,1 1 1 0 0,-1-1-1 0 0,1 0 1 0 0,0 0-1 0 0,0 0 0 0 0,0 0 1 0 0,4 3-1 0 0,-3-4 8 0 0,-1 0-26 0 0,1 1 1 0 0,0-1-1 0 0,0 0 1 0 0,0 0-1 0 0,0-1 1 0 0,0 1-1 0 0,0-1 1 0 0,0 0-1 0 0,0 0 1 0 0,1 0-1 0 0,-1-1 1 0 0,0 1-1 0 0,7-1 1 0 0,3-2 51 0 0,0 0 0 0 0,0-1 1 0 0,0 0-1 0 0,-1-1 1 0 0,1-1-1 0 0,-1 0 0 0 0,23-13 1 0 0,-26 12 220 0 0,-1 0 1 0 0,0 0-1 0 0,0-1 0 0 0,0 0 1 0 0,-1 0-1 0 0,0-1 1 0 0,-1 0-1 0 0,0-1 1 0 0,0 0-1 0 0,-1 0 0 0 0,8-15 1 0 0,-11 20-85 0 0,-1-1 0 0 0,0 0 0 0 0,0 0 0 0 0,0 0 1 0 0,0 0-1 0 0,-1 0 0 0 0,0 0 0 0 0,0-1 0 0 0,-1 1 0 0 0,0 0 0 0 0,1-1 1 0 0,-2-8-1 0 0,-1 2-9 0 0,0 1-1 0 0,0 0 1 0 0,-1 0 0 0 0,-7-16 0 0 0,8 21-53 0 0,0 1 0 0 0,-1 0 0 0 0,0 0 0 0 0,0 0 0 0 0,-1 0 0 0 0,1 0 0 0 0,-1 1 0 0 0,0-1 0 0 0,0 1 0 0 0,0 0 0 0 0,-1 0 0 0 0,1 1 0 0 0,-11-6 0 0 0,11 5-13 0 0,2 3-13 0 0,1 0 0 0 0,-1-1 0 0 0,1 1 0 0 0,-1 0-1 0 0,1 0 1 0 0,-1 1 0 0 0,0-1 0 0 0,1 0 0 0 0,-1 0 0 0 0,0 1 0 0 0,0-1 0 0 0,0 1-1 0 0,0 0 1 0 0,1-1 0 0 0,-5 1 0 0 0,0 0 3 0 0,0-1 0 0 0,-1 1-1 0 0,1 1 1 0 0,0-1 0 0 0,0 1 0 0 0,-1 0-1 0 0,1 1 1 0 0,0-1 0 0 0,0 1 0 0 0,0 0-1 0 0,1 1 1 0 0,-1 0 0 0 0,-9 6 0 0 0,7-4-69 0 0,1 1 1 0 0,0 0 0 0 0,1 0-1 0 0,-1 1 1 0 0,1 0-1 0 0,1 0 1 0 0,-1 0 0 0 0,1 1-1 0 0,-6 13 1 0 0,4-8-429 0 0,1 0-1 0 0,1 0 1 0 0,0 0 0 0 0,1 1 0 0 0,1 0 0 0 0,-4 26-1 0 0,6-26-1164 0 0,1 0 0 0 0,0-1 0 0 0,4 26 0 0 0,-2-31-3024 0 0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9:52.8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 69 4440 0 0,'4'-30'2358'0'0,"-3"24"-411"0"0,0 1-306 0 0,0-17-226 0 0,-1 17 2883 0 0,-2 10-3928 0 0,-4 14-234 0 0,1 0 0 0 0,1 1 0 0 0,1 0 0 0 0,0 0 0 0 0,2 0 0 0 0,1 23 0 0 0,2 12-1103 0 0,9 61-1 0 0,-9-103 158 0 0,0 1-1 0 0,1-1 1 0 0,0 1-1 0 0,1-1 1 0 0,0 0 0 0 0,1 0-1 0 0,1 0 1 0 0,0-1-1 0 0,10 15 1 0 0,-9-19-1894 0 0,12 6-1934 0 0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9:53.26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144 416 3884 0 0,'3'-11'315'0'0,"8"-43"4437"0"0,-11 51-4523 0 0,0 0 0 0 0,0 0-1 0 0,0 0 1 0 0,-1 0 0 0 0,1 0 0 0 0,-1 0 0 0 0,1 1-1 0 0,-1-1 1 0 0,0 0 0 0 0,0 0 0 0 0,0 1 0 0 0,-1-1-1 0 0,1 0 1 0 0,-1 1 0 0 0,1-1 0 0 0,-3-2 0 0 0,1 2 344 0 0,-28 7-174 0 0,30-4-387 0 0,0 0 1 0 0,-1 0-1 0 0,1 1 0 0 0,0-1 0 0 0,0 0 0 0 0,-1 1 0 0 0,1-1 1 0 0,0 1-1 0 0,0-1 0 0 0,-1 1 0 0 0,1 0 0 0 0,0-1 0 0 0,0 1 1 0 0,0 0-1 0 0,0 0 0 0 0,0 0 0 0 0,0 0 0 0 0,0 0 1 0 0,1 0-1 0 0,-2 2 0 0 0,0-1 28 0 0,-4 3-5 0 0,0 1-1 0 0,0-1 1 0 0,1 1-1 0 0,0 1 0 0 0,0-1 1 0 0,1 0-1 0 0,-1 1 1 0 0,1 0-1 0 0,1 0 0 0 0,-6 15 1 0 0,4-5 21 0 0,0 1 0 0 0,2-1 0 0 0,-3 23 0 0 0,2-17 40 0 0,4-21-99 0 0,0 0 0 0 0,-1 0-1 0 0,1 1 1 0 0,0-1-1 0 0,0 0 1 0 0,1 0-1 0 0,-1 0 1 0 0,0 1 0 0 0,1-1-1 0 0,-1 0 1 0 0,2 3-1 0 0,3 12-448 0 0,0 0 0 0 0,11 24 0 0 0,-14-38 135 0 0,0-3 277 0 0,-1 1 0 0 0,1-1 1 0 0,-1 0-1 0 0,1 1 0 0 0,-1-1 0 0 0,1 1 1 0 0,-1-1-1 0 0,1 1 0 0 0,-1 0 0 0 0,0 0 0 0 0,0-1 1 0 0,2 3-1 0 0,1-1-41 0 0,0 0-112 0 0,3-2 36 0 0,-3-1 125 0 0,0 2 25 0 0,0-2 0 0 0,0 1 0 0 0,-1 0 0 0 0,1-1 0 0 0,0 1 0 0 0,0-1 0 0 0,-1 0 0 0 0,1-1 0 0 0,-1 1 0 0 0,1-1 0 0 0,-1 1 0 0 0,1-1 0 0 0,-1 0 0 0 0,0 0 0 0 0,0 0 0 0 0,4-4 0 0 0,2-4 196 0 0,0 0 0 0 0,0-1 0 0 0,-1 0-1 0 0,-1 0 1 0 0,0-1 0 0 0,-1 0 0 0 0,0 0 0 0 0,0 0 0 0 0,5-20 0 0 0,-6 10 9 0 0,0 0 0 0 0,-1-1 1 0 0,-1 1-1 0 0,-1-1 0 0 0,-2-24 1 0 0,-4-13 352 0 0,-3 1 1 0 0,-2 0-1 0 0,-25-81 1 0 0,33 136 199 0 0,-1 8-693 0 0,-5 23-11 0 0,8 3-33 0 0,1 0-1 0 0,1 0 1 0 0,2-1 0 0 0,12 44 0 0 0,-3-15-117 0 0,80 523-4456 0 0,-67-282-2661 0 0,-18-202 937 0 0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9:54.27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161 1 6077 0 0,'0'0'3673'0'0,"-6"1"-2375"0"0,1 1-1061 0 0,1-1 0 0 0,-1 1 0 0 0,0 0 1 0 0,1 0-1 0 0,-1 0 0 0 0,1 1 0 0 0,-1 0 0 0 0,1 0 1 0 0,0 0-1 0 0,1 0 0 0 0,-1 1 0 0 0,0-1 1 0 0,1 1-1 0 0,-6 7 0 0 0,-5 13-94 0 0,2 0-1 0 0,0 1 1 0 0,1 1-1 0 0,2-1 1 0 0,1 1 0 0 0,-8 41-1 0 0,13-53-107 0 0,2 13-16 0 0,3-6-3 0 0,-3-13-12 0 0,1-5-4 0 0,-1-1 0 0 0,1 1 0 0 0,0 0 1 0 0,1 0-1 0 0,-1 0 0 0 0,0-1 0 0 0,1 1 0 0 0,-1 0 1 0 0,1-1-1 0 0,0 1 0 0 0,2 4 0 0 0,-2-3-5 0 0,0 1-17 0 0,0 0 1 0 0,1-1-1 0 0,0 1 0 0 0,0 0 1 0 0,0-1-1 0 0,0 1 0 0 0,1-1 0 0 0,-1 1 1 0 0,1-1-1 0 0,0 0 0 0 0,1 0 0 0 0,5 5 1 0 0,-5-6-35 0 0,0 0 0 0 0,0 0 0 0 0,1-1 1 0 0,0 1-1 0 0,-1-1 0 0 0,1 0 0 0 0,0 0 0 0 0,0 0 0 0 0,0-1 1 0 0,0 0-1 0 0,0 0 0 0 0,0 0 0 0 0,0-1 0 0 0,1 1 1 0 0,-1-1-1 0 0,6-1 0 0 0,0-2 108 0 0,-1 0-1 0 0,1-1 1 0 0,-1 0 0 0 0,0-1 0 0 0,0 0-1 0 0,11-8 1 0 0,-16 10 64 0 0,1-2 0 0 0,-1 1 0 0 0,0-1 1 0 0,0 1-1 0 0,0-1 0 0 0,-1-1 0 0 0,0 1 0 0 0,0-1 0 0 0,0 1 0 0 0,-1-1 0 0 0,0 0 0 0 0,0 0 0 0 0,3-9 1 0 0,-3 8-23 0 0,-1 5-54 0 0,-1-1-1 0 0,0 0 1 0 0,0 1-1 0 0,0-1 1 0 0,-1 0-1 0 0,1 0 1 0 0,-1 0-1 0 0,1 1 1 0 0,-1-1-1 0 0,0-3 1 0 0,2-2 31 0 0,-2 5-43 0 0,1 1 0 0 0,-1-1-1 0 0,1 0 1 0 0,-1 0 0 0 0,0 0 0 0 0,0 0 0 0 0,0 0 0 0 0,0 0 0 0 0,-1 1 0 0 0,0-6 0 0 0,-1-1 12 0 0,1 0 0 0 0,-2 0 0 0 0,1 1 0 0 0,-1-1-1 0 0,0 1 1 0 0,-1-1 0 0 0,0 1 0 0 0,0 0 0 0 0,-1 1 0 0 0,0-1 0 0 0,0 1 0 0 0,-12-13 0 0 0,16 19-37 0 0,0 0 0 0 0,0 1 0 0 0,0-1 0 0 0,0 0 1 0 0,0 1-1 0 0,0-1 0 0 0,0 1 0 0 0,0-1 0 0 0,0 1 0 0 0,0-1 1 0 0,0 1-1 0 0,0 0 0 0 0,-1 0 0 0 0,1 0 0 0 0,0-1 1 0 0,0 1-1 0 0,0 0 0 0 0,-3 1 0 0 0,1-1-2 0 0,1 0-9 0 0,1-1 1 0 0,-1 1-1 0 0,0 0 0 0 0,1 0 1 0 0,-1 0-1 0 0,1 1 0 0 0,-1-1 0 0 0,0 0 1 0 0,1 0-1 0 0,-1 1 0 0 0,0-1 1 0 0,1 1-1 0 0,-1 0 0 0 0,1-1 1 0 0,-1 1-1 0 0,1 0 0 0 0,-2 1 1 0 0,-2 1-32 0 0,-3 1-146 0 0,0 0 1 0 0,0 1-1 0 0,1 0 1 0 0,0 0-1 0 0,0 0 1 0 0,0 1-1 0 0,1 0 1 0 0,0 0-1 0 0,0 0 1 0 0,-5 9-1 0 0,0 1-1693 0 0,0 1 0 0 0,-16 35 0 0 0,24-42-1847 0 0,-3 22-2588 0 0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9:54.60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52 4436 0 0,'0'-6'2087'0'0,"-2"-16"-243"0"0,1 17 1044 0 0,0 0-1791 0 0,-3-8 3037 0 0,4 34-3188 0 0,5 39-868 0 0,16 198-79 0 0,-16-89-2871 0 0,-4-57-462 0 0,1-43-2463 0 0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9:55.04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172 378 5428 0 0,'-6'-27'1809'0'0,"5"22"-233"0"0,-2 3-201 0 0,-11-6-268 0 0,10 6-195 0 0,-1 3-140 0 0,-3 2-459 0 0,0-1 0 0 0,0 1-1 0 0,0 1 1 0 0,-11 6 0 0 0,11-3-195 0 0,0-1 0 0 0,1 1 0 0 0,0 1 0 0 0,0 0 1 0 0,1 0-1 0 0,0 0 0 0 0,1 0 0 0 0,-10 19 0 0 0,15-26-99 0 0,-2 1-5 0 0,1 0-1 0 0,0 1 0 0 0,0-1 0 0 0,0 0 1 0 0,0 0-1 0 0,0 0 0 0 0,0 1 0 0 0,1-1 1 0 0,-1 0-1 0 0,0 4 0 0 0,-2 16 82 0 0,2-15-147 0 0,-1 1-1 0 0,1-1 1 0 0,1 1-1 0 0,-1 0 1 0 0,1-1 0 0 0,1 1-1 0 0,0 0 1 0 0,0-1-1 0 0,0 1 1 0 0,1-1 0 0 0,0 1-1 0 0,0-1 1 0 0,1 0-1 0 0,0 1 1 0 0,0-1 0 0 0,1-1-1 0 0,6 11 1 0 0,-8-15-17 0 0,-1 0 0 0 0,1-1 0 0 0,-1 1 0 0 0,1-1 0 0 0,0 0 0 0 0,-1 1 1 0 0,1-1-1 0 0,0 0 0 0 0,0 0 0 0 0,0 0 0 0 0,0 0 0 0 0,0 0 0 0 0,0-1 1 0 0,0 1-1 0 0,0-1 0 0 0,1 1 0 0 0,-1-1 0 0 0,0 0 0 0 0,3 0 0 0 0,-2 1 99 0 0,1-1-260 0 0,2-2 46 0 0,1-1 167 0 0,-1 0 0 0 0,0 0 1 0 0,0-1-1 0 0,-1 0 1 0 0,1 0-1 0 0,-1 0 0 0 0,1-1 1 0 0,-1 0-1 0 0,-1 0 1 0 0,1 0-1 0 0,3-6 1 0 0,0-1 94 0 0,0-1 0 0 0,-1-1 0 0 0,-1 1 0 0 0,7-23 1 0 0,0-6 230 0 0,-2 0 1 0 0,-2-1 0 0 0,6-69 0 0 0,-10 35 712 0 0,-7-85 1 0 0,2 156-946 0 0,-2-13 160 0 0,1 15-196 0 0,0-1 149 0 0,-10 23-48 0 0,9-16-131 0 0,1 0 1 0 0,0 0-1 0 0,0 0 0 0 0,0 1 0 0 0,0-1 0 0 0,0 0 0 0 0,0 0 0 0 0,1 1 1 0 0,-1-1-1 0 0,1 1 0 0 0,-1-1 0 0 0,1 4 0 0 0,-1 4 15 0 0,-7 34-235 0 0,2 0 0 0 0,-1 63 1 0 0,10 90-2535 0 0,0-120 1145 0 0,4 96-1269 0 0,2-58-1888 0 0,-4-64-111 0 0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9:55.35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58 6181 0 0,'0'0'6329'0'0,"3"1"-5608"0"0,10 7-145 0 0,-10-6-110 0 0,1 0-120 0 0,10 2-319 0 0,0 0 0 0 0,0-1 0 0 0,0-1 0 0 0,0 0 1 0 0,1-1-1 0 0,16-1 0 0 0,5-1-915 0 0,56-8 0 0 0,-56 3-530 0 0,54-17 1 0 0,-73 17-505 0 0,-1 0 0 0 0,31-17 0 0 0,-26 10-2470 0 0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9:55.61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273 1 2536 0 0,'0'0'2854'0'0,"-4"1"-1834"0"0,-16 4 2023 0 0,24 2-2442 0 0,-4-6-551 0 0,0 0 0 0 0,1 0 1 0 0,-1-1-1 0 0,0 1 0 0 0,0 0 0 0 0,1 0 0 0 0,-1 0 1 0 0,1-1-1 0 0,-1 1 0 0 0,0 0 0 0 0,1 0 1 0 0,0-1-1 0 0,-1 1 0 0 0,1 0 0 0 0,-1-1 0 0 0,1 1 1 0 0,0-1-1 0 0,-1 1 0 0 0,2 0 0 0 0,14 8 359 0 0,-11-7 82 0 0,-1 1-96 0 0,46 21 1521 0 0,-45-21-1436 0 0,17 13 479 0 0,-18-13-552 0 0,-1 2-82 0 0,-2-3-255 0 0,1-1-40 0 0,-1 0 0 0 0,0 0 0 0 0,0 0 0 0 0,0 0 0 0 0,0 1 1 0 0,-1-1-1 0 0,1 0 0 0 0,0 1 0 0 0,-1-1 0 0 0,1 1 0 0 0,0-1 0 0 0,0 3 0 0 0,-2 7-9 0 0,0 0-1 0 0,-1-1 1 0 0,0 1 0 0 0,-1-1 0 0 0,0 0-1 0 0,-1 1 1 0 0,0-1 0 0 0,0-1 0 0 0,-1 1-1 0 0,0-1 1 0 0,-11 15 0 0 0,-9 9-982 0 0,-48 48 0 0 0,62-69 526 0 0,-38 37-3988 0 0,-78 60 0 0 0,78-72-1484 0 0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9:56.40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304 0 3032 0 0,'-19'5'789'0'0,"1"0"-1"0"0,0 2 0 0 0,0 0 0 0 0,1 1 1 0 0,0 0-1 0 0,0 2 0 0 0,1 0 1 0 0,1 0-1 0 0,-21 19 0 0 0,26-21-647 0 0,0 2-1 0 0,1-1 1 0 0,0 2-1 0 0,1-1 1 0 0,0 1-1 0 0,0 0 1 0 0,1 1-1 0 0,1-1 1 0 0,0 2-1 0 0,0-1 1 0 0,1 0-1 0 0,1 1 1 0 0,0 0-1 0 0,-3 23 1 0 0,5-28-103 0 0,0 28 140 0 0,1-28-150 0 0,1-5-18 0 0,0 0 0 0 0,-1 0-1 0 0,2 0 1 0 0,-1 0 0 0 0,0 0-1 0 0,0 0 1 0 0,1 0 0 0 0,0 0-1 0 0,1 5 1 0 0,-1-1-14 0 0,-1-5 5 0 0,0 0 0 0 0,0 1 0 0 0,1-1 0 0 0,-1 0 0 0 0,1 0 1 0 0,-1 0-1 0 0,1 0 0 0 0,0 0 0 0 0,0 0 0 0 0,0 0 0 0 0,0 0 1 0 0,0 0-1 0 0,2 2 0 0 0,-1 0 9 0 0,0-1-2 0 0,0 1-1 0 0,0 0 1 0 0,0-1 0 0 0,1 1 0 0 0,-1-1-1 0 0,1 0 1 0 0,0 0 0 0 0,0 0 0 0 0,0 0 0 0 0,0-1-1 0 0,1 1 1 0 0,-1-1 0 0 0,1 0 0 0 0,4 3 0 0 0,0-3-13 0 0,-1 0 1 0 0,0-1 0 0 0,1 0-1 0 0,-1 0 1 0 0,1-1 0 0 0,0 0 0 0 0,-1 0-1 0 0,1 0 1 0 0,-1-1 0 0 0,1-1-1 0 0,-1 1 1 0 0,13-5 0 0 0,-11 3 72 0 0,0 0 0 0 0,0-1 0 0 0,0-1 1 0 0,0 1-1 0 0,-1-1 0 0 0,0-1 0 0 0,0 0 0 0 0,0 0 0 0 0,-1 0 0 0 0,10-11 1 0 0,-10 8 42 0 0,0-1 1 0 0,0-1 0 0 0,-1 1 0 0 0,-1-1 0 0 0,0 0-1 0 0,0 0 1 0 0,-1 0 0 0 0,0-1 0 0 0,-1 1 0 0 0,0-1-1 0 0,-1 0 1 0 0,1-17 0 0 0,-2 9 51 0 0,-1 0 0 0 0,-1 0 0 0 0,-1 0 0 0 0,0 1-1 0 0,-2-1 1 0 0,-6-24 0 0 0,9 41-144 0 0,1 1 1 0 0,-1 0-1 0 0,0 0 0 0 0,1 0 0 0 0,-1 0 1 0 0,0 0-1 0 0,0 0 0 0 0,0 0 0 0 0,-1 0 1 0 0,1 0-1 0 0,-2-2 0 0 0,-1-1 16 0 0,3 4-28 0 0,0-1 0 0 0,1 1 0 0 0,-1 0-1 0 0,0-1 1 0 0,0 1 0 0 0,0 0 0 0 0,-1 0 0 0 0,1 0 0 0 0,0 0-1 0 0,0 0 1 0 0,-1 0 0 0 0,1 0 0 0 0,0 0 0 0 0,-1 0-1 0 0,1 1 1 0 0,-1-1 0 0 0,-2 0 0 0 0,-25 1-62 0 0,18 3-94 0 0,2 4-103 0 0,1 0 0 0 0,0 0 0 0 0,0 0 1 0 0,0 1-1 0 0,1 0 0 0 0,0 1 0 0 0,1 0 0 0 0,-1 0 0 0 0,-6 14 0 0 0,6-8-696 0 0,1 0-1 0 0,1 1 0 0 0,0-1 0 0 0,-2 17 0 0 0,4-25 386 0 0,-1 8-65 0 0,4 4-2839 0 0,1 10-1547 0 0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9:56.63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43 3820 0 0,'2'-4'2464'0'0,"2"-13"-313"0"0,-3 13 1202 0 0,1 0-2228 0 0,4-9-50 0 0,0 19 730 0 0,2 32 420 0 0,-7-29-2701 0 0,9 52 539 0 0,-1 3-1098 0 0,3-1 0 0 0,2-1 0 0 0,32 85 0 0 0,-18-95-1083 0 0,-26-49 1649 0 0,0 0-1 0 0,0 1 0 0 0,1-1 0 0 0,0 0 1 0 0,-1 0-1 0 0,1-1 0 0 0,0 1 1 0 0,1 0-1 0 0,-1-1 0 0 0,0 0 1 0 0,1 0-1 0 0,-1 0 0 0 0,5 2 1 0 0,15 2-4263 0 0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9:57.09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168 431 3232 0 0,'2'-7'1675'0'0,"2"-10"1462"0"0,-1-1 0 0 0,2-33-1 0 0,-12 52-2656 0 0,-21 3-94 0 0,16 2-83 0 0,-1 6-244 0 0,1 0 0 0 0,0 1 0 0 0,1 0 1 0 0,0 1-1 0 0,1 0 0 0 0,0 1 0 0 0,1 0 0 0 0,1 1 0 0 0,1 0 0 0 0,0 0 0 0 0,1 0 0 0 0,1 1 1 0 0,0 0-1 0 0,-4 34 0 0 0,11 42-723 0 0,-2-88 406 0 0,2 0 18 0 0,4 16-2 0 0,-5-16-22 0 0,2-3-12 0 0,10 7-18 0 0,-10-7 10 0 0,2-3 26 0 0,4-2 222 0 0,-1 0 0 0 0,0 0 0 0 0,0-1 0 0 0,-1-1 0 0 0,1 1 0 0 0,-1-1 0 0 0,0 0 0 0 0,0-1 0 0 0,-1 1 0 0 0,1-2 0 0 0,-1 1 0 0 0,-1 0 0 0 0,1-1-1 0 0,-1 0 1 0 0,0-1 0 0 0,7-13 0 0 0,6-14 267 0 0,-1-2-1 0 0,16-50 0 0 0,-4-15 1323 0 0,27-162-1 0 0,-55 254-1369 0 0,2-8 615 0 0,-1 0-1 0 0,0-21 1 0 0,-2 34-346 0 0,-2 0-29 0 0,-5-12-29 0 0,5 13-38 0 0,-18 10 261 0 0,12 2-373 0 0,-4 14-175 0 0,1 0 0 0 0,1 1 0 0 0,1 1 0 0 0,1 0 0 0 0,1 0 0 0 0,2 0 0 0 0,0 1 0 0 0,-3 48 0 0 0,10 213-2305 0 0,0-252 1665 0 0,-1 9-938 0 0,6 57-1767 0 0,9-25-5651 0 0,-5-41 3027 0 0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7:49:57.50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1 198 6801 0 0,'0'0'11513'0'0,"4"-1"-11425"0"0,156-42-2385 0 0,-153 40 2174 0 0,105-39-1420 0 0,-100 36 1441 0 0,-1 0-1 0 0,0-1 0 0 0,-1 0 0 0 0,1 0 0 0 0,-2-1 0 0 0,1 0 0 0 0,10-13 1 0 0,-17 18 130 0 0,6-18 357 0 0,-28 6 376 0 0,-3 29 103 0 0,17-9-782 0 0,1 1-1 0 0,0 0 0 0 0,0-1 0 0 0,0 2 0 0 0,1-1 0 0 0,0 0 0 0 0,0 0 0 0 0,1 1 0 0 0,-1 0 0 0 0,-1 9 1 0 0,3-12-60 0 0,2 3-44 0 0,2 14-97 0 0,1-1 0 0 0,0 1-1 0 0,2 0 1 0 0,1-1 0 0 0,9 21 0 0 0,-3-8-49 0 0,-12-28 21 0 0,1 0 1 0 0,-1 0-1 0 0,-1 0 0 0 0,1 1 1 0 0,-1-1-1 0 0,0 0 0 0 0,0 1 1 0 0,0-1-1 0 0,-1 0 1 0 0,1 0-1 0 0,-2 1 0 0 0,1-1 1 0 0,0 0-1 0 0,-1 0 1 0 0,0 0-1 0 0,0 0 0 0 0,0-1 1 0 0,-1 1-1 0 0,0-1 0 0 0,-6 9 1 0 0,3-6-595 0 0,-1 0 0 0 0,0 0 0 0 0,0-1 0 0 0,-1 0 0 0 0,1 0 0 0 0,-1-1 0 0 0,-1 0 0 0 0,-9 4 0 0 0,-18 7-5136 0 0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49:42.8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3464 0 0,'0'0'1488'0'0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49:44.56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430 176 3812 0 0,'6'-13'1067'0'0,"19"-47"2915"0"0,-17 35-3205 0 0,-6 19-147 0 0,-2-1-150 0 0,-1 0-349 0 0,2-20 419 0 0,-4 23-319 0 0,-12-13-36 0 0,6 11-34 0 0,-5 4-107 0 0,0 1-1 0 0,0 1 0 0 0,0 0 1 0 0,0 0-1 0 0,0 2 0 0 0,1-1 1 0 0,-1 2-1 0 0,0 0 0 0 0,1 1 1 0 0,-1 0-1 0 0,1 1 0 0 0,-15 7 1 0 0,-1 2 34 0 0,1 1 1 0 0,0 1-1 0 0,2 1 0 0 0,-33 28 1 0 0,52-39-48 0 0,0 0 1 0 0,1 1-1 0 0,0 0 0 0 0,1 1 1 0 0,-1-1-1 0 0,-4 9 0 0 0,8-11 7 0 0,2 1-7 0 0,3 19-1 0 0,1-14-10 0 0,4-4-19 0 0,-1 1 0 0 0,1-1 0 0 0,0 0 0 0 0,1-1-1 0 0,-1 0 1 0 0,1 0 0 0 0,0-1 0 0 0,1 0 0 0 0,0 0 0 0 0,15 4 0 0 0,22 6 15 0 0,51 8-1 0 0,-15-3-29 0 0,-52-11-5 0 0,0 1 0 0 0,-1 2 0 0 0,36 18 0 0 0,-56-23-9 0 0,5 8 4 0 0,-11-5 36 0 0,-3 15 94 0 0,-4-14-110 0 0,-5-1 3 0 0,-1 0 1 0 0,0-1 0 0 0,0 0-1 0 0,-1-1 1 0 0,0 0 0 0 0,0 0 0 0 0,-1-1-1 0 0,1-1 1 0 0,-2 0 0 0 0,1 0-1 0 0,-1-1 1 0 0,-13 4 0 0 0,-15 4 165 0 0,-1-3 0 0 0,-55 8 0 0 0,84-16-164 0 0,9-1-8 0 0,-1 0 0 0 0,0-1 1 0 0,1 1-1 0 0,-1-1 0 0 0,0 0 0 0 0,0 0 0 0 0,-6-1 0 0 0,-19-3-22 0 0,19 5 24 0 0,6-1 17 0 0,-1 0 1 0 0,1 0-1 0 0,0-1 1 0 0,0 1 0 0 0,0-1-1 0 0,0 0 1 0 0,0 0-1 0 0,-7-3 1 0 0,3 2-40 0 0,3 2-22 0 0,1-1-1 0 0,-1 0 1 0 0,1-1-1 0 0,0 1 1 0 0,-1-1-1 0 0,1 0 1 0 0,0 0-1 0 0,0 0 1 0 0,0-1-1 0 0,1 1 1 0 0,-1-1-1 0 0,-6-6 1 0 0,-10-12-402 0 0,12 8-146 0 0,-2-15-125 0 0,8 13-122 0 0,2 6 264 0 0,2 0 0 0 0,-1-1 0 0 0,1 1-1 0 0,0 0 1 0 0,1 0 0 0 0,0 0 0 0 0,1 0 0 0 0,-1 1 0 0 0,2-1-1 0 0,-1 1 1 0 0,9-10 0 0 0,9-7-4163 0 0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49:45.11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24 3004 0 0,'0'0'2580'0'0,"0"-6"-1617"0"0,2-11 2754 0 0,-1 39-2497 0 0,-2 44-1162 0 0,1-62 257 0 0,0 103 187 0 0,0-31-180 0 0,3-23-150 0 0,-2-35-119 0 0,-2-7-22 0 0,1 1-1 0 0,1-1 1 0 0,0 0 0 0 0,1 0-1 0 0,0 0 1 0 0,1 0 0 0 0,0 0-1 0 0,0-1 1 0 0,1 1 0 0 0,6 11-1 0 0,-7-19-16 0 0,0 1 1 0 0,-1-1-1 0 0,1 1 0 0 0,0-1 0 0 0,1 0 0 0 0,-1 0 0 0 0,0-1 0 0 0,1 1 1 0 0,0-1-1 0 0,-1 1 0 0 0,1-1 0 0 0,0 0 0 0 0,0 0 0 0 0,0-1 1 0 0,1 1-1 0 0,4 0 0 0 0,-2-1-48 0 0,1 0 0 0 0,0-1 1 0 0,0 1-1 0 0,0-2 0 0 0,0 1 0 0 0,0-1 0 0 0,-1 0 1 0 0,1-1-1 0 0,0 0 0 0 0,-1 0 0 0 0,10-4 1 0 0,-10 4-48 0 0,-3 1 23 0 0,-1 1-1 0 0,0-1 1 0 0,0 0 0 0 0,0-1 0 0 0,0 1 0 0 0,-1 0 0 0 0,1-1 0 0 0,5-3-1 0 0,4-4-746 0 0,-1 0-1 0 0,0-1 0 0 0,20-21 1 0 0,-29 27-378 0 0,-3-1-233 0 0,-5-16-1026 0 0,5 15-1729 0 0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49:45.27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30 104 2252 0 0,'0'0'1158'0'0,"-5"-1"-214"0"0,-19-3 1632 0 0,26 0-2337 0 0,1 0-197 0 0,0 0 0 0 0,0 1 0 0 0,0 0 1 0 0,0 0-1 0 0,1 0 0 0 0,0 0 1 0 0,-1 0-1 0 0,1 1 0 0 0,0-1 0 0 0,0 1 1 0 0,1 0-1 0 0,-1 0 0 0 0,0 1 1 0 0,1-1-1 0 0,-1 1 0 0 0,1 0 0 0 0,6-1 1 0 0,5-1-6 0 0,95-20-13 0 0,-72 16-486 0 0,27-5-2201 0 0,-36 8 886 0 0,-22 2-1272 0 0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49:45.93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3 125 2252 0 0,'0'0'3202'0'0,"-1"5"-2839"0"0,0 22 812 0 0,7-27-1060 0 0,18 1-49 0 0,-19-1 7 0 0,0-1 14 0 0,12-7-28 0 0,-13 6 28 0 0,0-1-13 0 0,14-8-16 0 0,-14 9 98 0 0,-4 1-152 0 0,0 1-1 0 0,0-1 0 0 0,0 1 0 0 0,0-1 1 0 0,0 1-1 0 0,0 0 0 0 0,0-1 0 0 0,0 1 1 0 0,0-1-1 0 0,1 1 0 0 0,-1 0 0 0 0,0-1 1 0 0,0 1-1 0 0,0 0 0 0 0,1-1 0 0 0,-1 1 1 0 0,0 0-1 0 0,0-1 0 0 0,1 1 0 0 0,-1 0 1 0 0,0-1-1 0 0,1 1 0 0 0,-1 0 0 0 0,0 0 1 0 0,1 0-1 0 0,-1-1 0 0 0,0 1 0 0 0,1 0 1 0 0,-1 0-1 0 0,1 0 0 0 0,0-1 0 0 0,-1 1 14 0 0,1 0 0 0 0,0 0-1 0 0,0-1 1 0 0,-1 1 0 0 0,1 0-1 0 0,0-1 1 0 0,-1 1 0 0 0,1-1-1 0 0,-1 1 1 0 0,1-1 0 0 0,0 1-1 0 0,-1-1 1 0 0,1 0 0 0 0,-1 1-1 0 0,0-1 1 0 0,1 0 0 0 0,-1 1-1 0 0,1-1 1 0 0,-1 0 0 0 0,0 1-1 0 0,0-1 1 0 0,1 0 0 0 0,-1 0-1 0 0,0 1 1 0 0,0-1 0 0 0,0 0-1 0 0,0-1 1 0 0,4-24 582 0 0,-5 24-582 0 0,1 1 0 0 0,-1-1 0 0 0,1 1 0 0 0,-1 0 0 0 0,0-1 0 0 0,1 1 0 0 0,-1 0 0 0 0,0-1 0 0 0,0 1 0 0 0,0 0 0 0 0,0 0 0 0 0,-2-2 0 0 0,1 2 17 0 0,0-3 638 0 0,-24 9-456 0 0,19-3-172 0 0,0 0 89 0 0,7-1-122 0 0,0 0 1 0 0,0 0-1 0 0,0 0 1 0 0,0 0-1 0 0,0-1 1 0 0,0 1-1 0 0,0 0 0 0 0,-1 0 1 0 0,1 0-1 0 0,0 0 1 0 0,-1 0-1 0 0,1 0 1 0 0,0-1-1 0 0,-1 1 1 0 0,1 0-1 0 0,-1 0 0 0 0,1 0 1 0 0,-2 0-1 0 0,-9 20 156 0 0,-2 30 82 0 0,12-45-188 0 0,1 1-11 0 0,5 61 83 0 0,-4-62-75 0 0,1-1-16 0 0,10 16-20 0 0,-9-15-10 0 0,2-3 30 0 0,15 9-20 0 0,-15-9-2 0 0,2-2 25 0 0,-2 0-31 0 0,2 0-19 0 0,0 0 0 0 0,0-1 0 0 0,0 0 0 0 0,-1 0 0 0 0,1 0 0 0 0,0-1 0 0 0,0 0 0 0 0,10-3 0 0 0,50-22-133 0 0,-48 17 93 0 0,-2-2 34 0 0,-2-1-21 0 0,-4 2 31 0 0,-1 0-1 0 0,1 0 0 0 0,-2-1 0 0 0,1 0 1 0 0,-1-1-1 0 0,-1 0 0 0 0,0-1 0 0 0,-1 0 1 0 0,7-17-1 0 0,-12 26 51 0 0,3-20 71 0 0,-4 20-6 0 0,-1-2-66 0 0,1-15 48 0 0,0 16 391 0 0,-2 0-411 0 0,0-16 13 0 0,1 16 784 0 0,-1 11-637 0 0,0 62 446 0 0,15 272 343 0 0,-3-140-1136 0 0,-6-139-631 0 0,-2-6-975 0 0,-3-49 1099 0 0,15-27-7962 0 0,-12 16 5370 0 0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49:46.20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0 154 2364 0 0,'13'-96'4381'0'0,"-12"90"-4031"0"0,2 1-77 0 0,10-14-9 0 0,-9 15-84 0 0,-3 3-166 0 0,1 1 1 0 0,0-1-1 0 0,-1 0 1 0 0,1 1-1 0 0,0-1 0 0 0,-1 0 1 0 0,1 0-1 0 0,-1 0 1 0 0,1 0-1 0 0,-1-1 0 0 0,0 1 1 0 0,2-2-1 0 0,-1 1 9 0 0,2-1 36 0 0,3 2-12 0 0,-2 0-51 0 0,1 0 23 0 0,0 1 1 0 0,-1-1-1 0 0,1 1 0 0 0,0 0 1 0 0,0 0-1 0 0,-1 0 0 0 0,1 1 1 0 0,0 0-1 0 0,9 3 0 0 0,-6-1 28 0 0,-1 0-1 0 0,0 1 1 0 0,0 0-1 0 0,-1 0 1 0 0,1 1-1 0 0,10 8 1 0 0,-15-10-6 0 0,0-1 1 0 0,0 1 0 0 0,-1 0-1 0 0,1 0 1 0 0,-1 0 0 0 0,1 0-1 0 0,-1 0 1 0 0,0 0 0 0 0,0 1-1 0 0,0-1 1 0 0,-1 1 0 0 0,1 0-1 0 0,-1-1 1 0 0,0 1 0 0 0,0 0-1 0 0,0 0 1 0 0,0 0 0 0 0,0 4-1 0 0,-2-1 8 0 0,0 1 0 0 0,0-1-1 0 0,-1 1 1 0 0,0-1 0 0 0,0 0 0 0 0,0 0 0 0 0,-1 0-1 0 0,0 0 1 0 0,-1 0 0 0 0,1-1 0 0 0,-1 1-1 0 0,-1-1 1 0 0,1 0 0 0 0,-10 9 0 0 0,-56 51-10 0 0,66-62-199 0 0,4-4 162 0 0,0 1 1 0 0,-1-1-1 0 0,1 1 1 0 0,0 0-1 0 0,0-1 0 0 0,-1 1 1 0 0,1-1-1 0 0,0 1 1 0 0,-1-1-1 0 0,1 0 0 0 0,0 1 1 0 0,-1-1-1 0 0,1 1 1 0 0,-1-1-1 0 0,1 1 0 0 0,0-1 1 0 0,-1 0-1 0 0,1 1 1 0 0,-1-1-1 0 0,1 0 0 0 0,-1 0 1 0 0,1 1-1 0 0,-2-1 1 0 0,-4 3-1138 0 0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49:46.51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120 4 3692 0 0,'0'0'4441'0'0,"-6"-1"-3952"0"0,-18-1-72 0 0,18 1-43 0 0,1 4-52 0 0,-4 4-105 0 0,-1 1 1 0 0,1 0-1 0 0,0 1 0 0 0,-11 15 1 0 0,17-20-100 0 0,2 1-38 0 0,-2 15-34 0 0,3-15-10 0 0,2 1 24 0 0,0 3-52 0 0,-1-5 2 0 0,1 0 0 0 0,-1 0 0 0 0,1 0 0 0 0,-1 0 1 0 0,1 0-1 0 0,0-1 0 0 0,4 6 0 0 0,4 2-8 0 0,-1 0 1 0 0,2-1-1 0 0,21 17 0 0 0,-23-21 6 0 0,0 0-4 0 0,-1 1-1 0 0,0 0 1 0 0,0 0 0 0 0,-1 0-1 0 0,1 1 1 0 0,11 17 0 0 0,-9-5 19 0 0,-7-15 46 0 0,-4 0-57 0 0,0-1-30 0 0,0-1 7 0 0,1 0 1 0 0,-1 0-1 0 0,0 1 1 0 0,0-1-1 0 0,0 0 0 0 0,0 0 1 0 0,-1 0-1 0 0,1 0 1 0 0,-1 0-1 0 0,0-1 0 0 0,0 1 1 0 0,0 0-1 0 0,0-1 1 0 0,0 1-1 0 0,-1-1 0 0 0,-2 2 1 0 0,-53 33 88 0 0,46-30-310 0 0,0-1 1 0 0,-26 9-1 0 0,35-15 152 0 0,-1 2-817 0 0,-25-4-3651 0 0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49:47.51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494 499 4872 0 0,'0'0'1682'0'0,"0"-7"-326"0"0,-1-17-281 0 0,0 17-234 0 0,-2 2-203 0 0,-12-14-138 0 0,5 11-105 0 0,5 5-292 0 0,4 2-74 0 0,-1 0 0 0 0,1 0 0 0 0,-1 0 0 0 0,0 0 0 0 0,0 0 0 0 0,1 0 0 0 0,-1 1 0 0 0,0-1 0 0 0,0 0 0 0 0,0 1 0 0 0,0 0 0 0 0,0 0 0 0 0,0-1 0 0 0,0 1 0 0 0,-3 1 0 0 0,-5-3 43 0 0,-32 3 219 0 0,17 2-222 0 0,-1 2 1 0 0,2 0-1 0 0,-1 1 0 0 0,1 2 0 0 0,0 1 1 0 0,-25 12-1 0 0,35-13-51 0 0,0 1 1 0 0,0 0 0 0 0,1 1-1 0 0,0 1 1 0 0,1 0 0 0 0,0 0-1 0 0,0 1 1 0 0,2 1-1 0 0,-1 0 1 0 0,2 1 0 0 0,0-1-1 0 0,0 2 1 0 0,-9 22 0 0 0,17-35-20 0 0,0 0 1 0 0,0 0-1 0 0,0 0 1 0 0,0 0-1 0 0,1 0 1 0 0,-1 0 0 0 0,1 0-1 0 0,-1 0 1 0 0,1 0-1 0 0,0 0 1 0 0,0 0-1 0 0,0 4 1 0 0,0 4-1 0 0,0-8 2 0 0,1 1 1 0 0,-1-1-1 0 0,0 0 0 0 0,1 0 1 0 0,-1 1-1 0 0,1-1 0 0 0,0 0 1 0 0,-1 0-1 0 0,3 4 0 0 0,0 0 1 0 0,-3-4-2 0 0,1-1 0 0 0,-1 0 0 0 0,0 1 1 0 0,1-1-1 0 0,-1 0 0 0 0,1 1 1 0 0,0-1-1 0 0,-1 0 0 0 0,1 0 1 0 0,0 0-1 0 0,0 0 0 0 0,-1 0 0 0 0,1 0 1 0 0,0 0-1 0 0,0 0 0 0 0,0 0 1 0 0,0 0-1 0 0,2 1 0 0 0,1 0 0 0 0,-3 0 0 0 0,0-1-1 0 0,0 0 1 0 0,0 0-1 0 0,0 0 1 0 0,0 0 0 0 0,0 0-1 0 0,0 0 1 0 0,0-1 0 0 0,1 1-1 0 0,-1 0 1 0 0,0-1 0 0 0,1 1-1 0 0,-1 0 1 0 0,1-1 0 0 0,-1 0-1 0 0,0 1 1 0 0,2-1 0 0 0,2 1-3 0 0,0 0 4 0 0,0 1 0 0 0,0-1 0 0 0,0 0 0 0 0,1-1 0 0 0,-1 0 0 0 0,0 0 0 0 0,0 0 0 0 0,1 0 0 0 0,-1-1 0 0 0,0 1 0 0 0,9-4 0 0 0,-10 3-18 0 0,7-1 25 0 0,0 0 0 0 0,0-1 0 0 0,0 0 0 0 0,-1-1 0 0 0,19-9 0 0 0,-22 9-9 0 0,8-2 59 0 0,-13 5-54 0 0,0 1 1 0 0,0-1-1 0 0,0 0 1 0 0,0 0-1 0 0,0 0 0 0 0,0-1 1 0 0,0 1-1 0 0,-1 0 1 0 0,1-1-1 0 0,0 1 1 0 0,2-4-1 0 0,6-6 47 0 0,-4 7-35 0 0,-4 2-10 0 0,0 1-1 0 0,0-1 1 0 0,0 1 0 0 0,0-1-1 0 0,0 0 1 0 0,-1 0-1 0 0,1 0 1 0 0,-1 0 0 0 0,1 0-1 0 0,-1 0 1 0 0,0 0-1 0 0,2-2 1 0 0,23-52 104 0 0,-24 51-94 0 0,-2-3 2 0 0,1 2-12 0 0,-1-1 0 0 0,0 1 1 0 0,0-1-1 0 0,-1 1 0 0 0,0-1 0 0 0,0 1 1 0 0,-1-1-1 0 0,1 1 0 0 0,-1 0 0 0 0,-1 0 1 0 0,1 0-1 0 0,-1 0 0 0 0,0 0 0 0 0,0 0 1 0 0,-8-9-1 0 0,7 11 172 0 0,-11 0-197 0 0,1-1 14 0 0,13 5 3 0 0,0 0 1 0 0,1 0-1 0 0,-1 0 0 0 0,1 0 0 0 0,-1 0 1 0 0,1 0-1 0 0,-1 0 0 0 0,0 0 1 0 0,1 1-1 0 0,-1-1 0 0 0,1 0 1 0 0,-1 0-1 0 0,1 1 0 0 0,-1-1 1 0 0,1 0-1 0 0,-1 1 0 0 0,1-1 1 0 0,-1 0-1 0 0,1 1 0 0 0,0-1 1 0 0,-1 1-1 0 0,1-1 0 0 0,0 1 0 0 0,-1 0 1 0 0,0-1-1 0 0,1 1 0 0 0,0 0 0 0 0,-1-1 0 0 0,1 1 0 0 0,-1-1 0 0 0,1 0 0 0 0,0 1 0 0 0,-1-1 0 0 0,1 1 0 0 0,-1-1 0 0 0,1 0-1 0 0,-1 1 1 0 0,0-1 0 0 0,1 0 0 0 0,-1 1 0 0 0,1-1 0 0 0,-1 0 0 0 0,0 0 0 0 0,1 0 0 0 0,-1 0 0 0 0,1 0 0 0 0,-2 1 0 0 0,3 3-24 0 0,3 15 3 0 0,-3-15-2 0 0,-1-4 25 0 0,1 0-1 0 0,0 0 1 0 0,-1 1-1 0 0,1-1 1 0 0,-1 0-1 0 0,1 0 0 0 0,-1 0 1 0 0,1 0-1 0 0,0 1 1 0 0,-1-1-1 0 0,1 0 1 0 0,-1 0-1 0 0,1 1 1 0 0,-1-1-1 0 0,1 0 1 0 0,-1 1-1 0 0,1-1 0 0 0,-1 1 1 0 0,0-1-1 0 0,1 0 1 0 0,-1 1-1 0 0,1-1 1 0 0,-1 1-1 0 0,1 0 1 0 0,-1 0-14 0 0,1 0 0 0 0,-1 0 0 0 0,1 0 1 0 0,-1-1-1 0 0,1 1 0 0 0,0 0 1 0 0,0-1-1 0 0,-1 1 0 0 0,1 0 0 0 0,0-1 1 0 0,0 1-1 0 0,0-1 0 0 0,0 1 0 0 0,0-1 1 0 0,-1 0-1 0 0,1 1 0 0 0,0-1 1 0 0,0 0-1 0 0,0 0 0 0 0,0 1 0 0 0,0-1 1 0 0,2 0-1 0 0,60 5-283 0 0,-48-6 226 0 0,0 0 0 0 0,1-1 0 0 0,-1-1 0 0 0,0 0 1 0 0,0-1-1 0 0,-1-1 0 0 0,22-10 0 0 0,-6 1-22 0 0,-2-1 0 0 0,34-25 0 0 0,-45 28 119 0 0,-1 0 1 0 0,0-1-1 0 0,-2-1 1 0 0,1-1-1 0 0,-2 0 0 0 0,0-1 1 0 0,12-17-1 0 0,-18 21 38 0 0,0 1-1 0 0,-1-2 1 0 0,0 1-1 0 0,-1-1 1 0 0,0 0 0 0 0,-1 0-1 0 0,-1 0 1 0 0,0 0-1 0 0,-1-1 1 0 0,0 0-1 0 0,-1 1 1 0 0,0-16 0 0 0,0 20-25 0 0,-1 6-21 0 0,0-1 0 0 0,1 1 0 0 0,-1-1 1 0 0,-1 1-1 0 0,1-1 0 0 0,0 1 0 0 0,-1 0 0 0 0,0-1 0 0 0,1 1 0 0 0,-3-4 0 0 0,2 0 18 0 0,1 4-24 0 0,0 1 0 0 0,0-1 1 0 0,-1 1-1 0 0,1 0 1 0 0,-1-1-1 0 0,0 1 0 0 0,0 0 1 0 0,1 0-1 0 0,-2-1 0 0 0,1 1 1 0 0,0 0-1 0 0,0 0 1 0 0,-2-2-1 0 0,-11-19 94 0 0,13 21-73 0 0,-1 1 0 0 0,1-1 0 0 0,0 1 0 0 0,0-1 1 0 0,-1 1-1 0 0,1 0 0 0 0,-1 0 0 0 0,1-1 0 0 0,-1 1 1 0 0,1 0-1 0 0,-1 0 0 0 0,0 1 0 0 0,1-1 0 0 0,-1 0 1 0 0,0 0-1 0 0,0 1 0 0 0,0-1 0 0 0,0 1 0 0 0,1 0 1 0 0,-1 0-1 0 0,-3-1 0 0 0,-1 3 5 0 0,0-1 1 0 0,0 1-1 0 0,1 0 0 0 0,-1 0 1 0 0,0 1-1 0 0,1-1 0 0 0,-1 1 1 0 0,1 1-1 0 0,0-1 1 0 0,0 1-1 0 0,0 0 0 0 0,1 0 1 0 0,-1 0-1 0 0,1 0 0 0 0,0 1 1 0 0,0 0-1 0 0,1 0 0 0 0,-4 7 1 0 0,-4 6 18 0 0,1 1 0 0 0,1 0 0 0 0,0 1 1 0 0,2 0-1 0 0,0 1 0 0 0,-5 29 0 0 0,-14 132 108 0 0,24-163-153 0 0,-17 247 78 0 0,16 289-1 0 0,5-479-761 0 0,1-43-494 0 0,-2-28 356 0 0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49:47.6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11 164 4132 0 0,'0'0'1316'0'0,"-10"-31"2657"0"0,14-5-3225 0 0,33 14-820 0 0,17 2-804 0 0,-22 7-252 0 0,1 1-148 0 0,11-2-937 0 0,1-1-2351 0 0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49:48.15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36 32 4516 0 0,'-1'-5'1320'0'0,"-1"0"-824"0"0,-1-6-227 0 0,3 0 4089 0 0,-4 17-3971 0 0,-12 16-46 0 0,11-6-50 0 0,1 93-185 0 0,4 1 0 0 0,5-1 0 0 0,29 165 0 0 0,-33-262-427 0 0,1 0 0 0 0,0-1 0 0 0,0 1 0 0 0,2 0-1 0 0,-1-1 1 0 0,2 0 0 0 0,-1 0 0 0 0,2 0 0 0 0,-1 0-1 0 0,1-1 1 0 0,1 0 0 0 0,9 11 0 0 0,-16-20 177 0 0,1 0 1 0 0,0 0-1 0 0,0 0 0 0 0,0-1 1 0 0,0 1-1 0 0,0 0 1 0 0,0-1-1 0 0,0 1 1 0 0,0 0-1 0 0,0-1 0 0 0,0 1 1 0 0,0-1-1 0 0,0 1 1 0 0,0-1-1 0 0,0 0 1 0 0,0 0-1 0 0,1 1 0 0 0,-1-1 1 0 0,0 0-1 0 0,0 0 1 0 0,2 0-1 0 0,0 0-623 0 0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49:48.54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664 50 3156 0 0,'-4'-37'3071'0'0,"-1"34"-2447"0"0,-15-5-111 0 0,20 7-498 0 0,0 1 0 0 0,-1 0 0 0 0,1 0 0 0 0,0 0-1 0 0,-1 0 1 0 0,1 0 0 0 0,0-1 0 0 0,-1 1 0 0 0,1 0 0 0 0,-1 0 0 0 0,1 0 0 0 0,0 0 0 0 0,-1 0 0 0 0,1 0-1 0 0,0 0 1 0 0,-1 0 0 0 0,1 0 0 0 0,0 0 0 0 0,-1 0 0 0 0,1 1 0 0 0,-1-1 0 0 0,1 0 0 0 0,0 0 0 0 0,-1 0-1 0 0,1 0 1 0 0,0 0 0 0 0,-1 1 0 0 0,1-1 0 0 0,-45 27 351 0 0,2 1 1 0 0,2 2-1 0 0,-73 68 1 0 0,16-13-159 0 0,30-30 148 0 0,-100 61 0 0 0,164-114-130 0 0,-1-1-139 0 0,-21 2 112 0 0,24-7-155 0 0,-6-12-16 0 0,6 12-7 0 0,3-2 17 0 0,-1 2-33 0 0,0 0 3 0 0,1 0-1 0 0,-1-1 0 0 0,1 1 1 0 0,0 0-1 0 0,0 0 1 0 0,0 0-1 0 0,1 0 0 0 0,0-1 1 0 0,0 2-1 0 0,2-5 1 0 0,14-17 10 0 0,-12 22-13 0 0,-2 1 0 0 0,-1 0 13 0 0,11-2 40 0 0,-13 3-55 0 0,0 0 0 0 0,0 1-1 0 0,0 0 1 0 0,0-1 0 0 0,0 1 0 0 0,0-1 0 0 0,0 1-1 0 0,0 0 1 0 0,0 0 0 0 0,0 0 0 0 0,0 0-1 0 0,1-1 1 0 0,-1 1 0 0 0,0 1 0 0 0,0-1-1 0 0,0 0 1 0 0,0 0 0 0 0,0 0 0 0 0,0 0 0 0 0,1 1-1 0 0,4 0 5 0 0,1 1 1 0 0,-1-1-1 0 0,0 1 0 0 0,0 0 0 0 0,6 4 0 0 0,66 41 135 0 0,-26-13-726 0 0,1-2-1 0 0,94 42 1 0 0,-127-67-580 0 0,6-1 251 0 0,-7-5-479 0 0,10 2-831 0 0,-22-3-1551 0 0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49:48.71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36 3748 0 0,'0'0'5561'0'0,"45"-2"-5345"0"0,5-2-376 0 0,-13 4-200 0 0,3-2-412 0 0,1-3-560 0 0,9-3 280 0 0,1 3-869 0 0,1-5-1967 0 0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49:49.63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27 3556 0 0,'0'0'2601'0'0,"1"-5"-1656"0"0,4-12-122 0 0,-3 13 2395 0 0,29 11-2777 0 0,-28-2-313 0 0,7 22-5 0 0,-1 0-1 0 0,6 32 0 0 0,-14-54-101 0 0,0 2-27 0 0,4 58-42 0 0,-5-60 558 0 0,0 1-357 0 0,-1-4-244 0 0,-1 14 635 0 0,1-16-527 0 0,0-1 1 0 0,0 1-1 0 0,0 0 1 0 0,1-1 0 0 0,-1 1-1 0 0,0-1 1 0 0,1 1-1 0 0,-1-1 1 0 0,1 0-1 0 0,-1 1 1 0 0,0-1 0 0 0,1 1-1 0 0,-1-1 1 0 0,1 0-1 0 0,-1 0 1 0 0,1 1-1 0 0,0-1 1 0 0,-1 0-1 0 0,1 0 1 0 0,0 1 0 0 0,0-1-1 0 0,-1 0 1 0 0,1-1-1 0 0,0 0-18 0 0,-1 0 1 0 0,1 1-1 0 0,0-1 0 0 0,-1 0 0 0 0,1 0 1 0 0,0 1-1 0 0,0-1 0 0 0,1 0 0 0 0,-1 0 1 0 0,0 0-1 0 0,0 1 0 0 0,2-4 0 0 0,-1 2-6 0 0,-1 1 3 0 0,0 0 0 0 0,0 0 1 0 0,0 0-1 0 0,0 0 0 0 0,0 0 0 0 0,1 1 1 0 0,-1-1-1 0 0,1 0 0 0 0,0 0 1 0 0,-1 0-1 0 0,1 1 0 0 0,0-1 0 0 0,0 0 1 0 0,1-1-1 0 0,2-2 3 0 0,-2-1 9 0 0,1 1-2 0 0,-1 2-12 0 0,0-1 0 0 0,0 0 0 0 0,1 0 0 0 0,-1 0 0 0 0,0 1 0 0 0,1-1 0 0 0,0 1 0 0 0,0 0-1 0 0,0 0 1 0 0,0 0 0 0 0,1 0 0 0 0,-1 0 0 0 0,6-2 0 0 0,-5 2 8 0 0,-2 2-2 0 0,-1 0 1 0 0,0 0-1 0 0,1 0 0 0 0,-1 0 1 0 0,1 0-1 0 0,-1 0 1 0 0,1 1-1 0 0,-1-1 0 0 0,1 1 1 0 0,0-1-1 0 0,-1 1 1 0 0,1 0-1 0 0,0-1 0 0 0,0 1 1 0 0,-1 0-1 0 0,4 0 1 0 0,1-1-1 0 0,-5 1 1 0 0,1 0-1 0 0,0-1 1 0 0,0 1-1 0 0,-1 0 1 0 0,1 0-1 0 0,0 0 1 0 0,0 0-1 0 0,0 0 1 0 0,-1 1-1 0 0,1-1 1 0 0,0 0-1 0 0,0 1 1 0 0,-1 0-1 0 0,3 0 1 0 0,28 12-9 0 0,-26-7 4 0 0,-3-2 0 0 0,4 3-2 0 0,-1 0 0 0 0,0 0-1 0 0,-1 1 1 0 0,1 0 0 0 0,-1 0-1 0 0,-1 0 1 0 0,7 16 0 0 0,-9-20 1 0 0,0 2 7 0 0,16 45-46 0 0,-17-47 66 0 0,0 1-19 0 0,3 15 23 0 0,-3-15 420 0 0,0-11-428 0 0,1-9-6 0 0,4-33 37 0 0,3 27-26 0 0,-2 7-16 0 0,12-23-3 0 0,-13 26-5 0 0,7-2 10 0 0,-10 8-7 0 0,1-1-1 0 0,24-14 4 0 0,-27 19-6 0 0,1 0 1 0 0,0 0 0 0 0,0-1-1 0 0,0 2 1 0 0,0-1-1 0 0,0 0 1 0 0,0 0-1 0 0,0 1 1 0 0,0-1-1 0 0,0 1 1 0 0,0-1-1 0 0,0 1 1 0 0,0 0 0 0 0,1 0-1 0 0,1 0 1 0 0,1 0-3 0 0,2 1 8 0 0,0 1 0 0 0,1 0 0 0 0,-1 0 0 0 0,0 1 0 0 0,-1-1 0 0 0,13 8 0 0 0,-14-7 7 0 0,0 1 0 0 0,0 0 0 0 0,0 0 0 0 0,-1 0 0 0 0,1 1 0 0 0,-1-1 0 0 0,0 1 0 0 0,-1 0 0 0 0,6 9 0 0 0,-6-10-50 0 0,7 10 33 0 0,0 4 34 0 0,-6-7-34 0 0,10 41-164 0 0,-13-47 30 0 0,0 2-68 0 0,0 58-1299 0 0,-1-59 994 0 0,1 0-1274 0 0,-1 0 1413 0 0,1 5 3 0 0,-1 0-5258 0 0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49:50.48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0 239 3392 0 0,'3'-4'1032'0'0,"4"-2"-258"0"0,-1 0-1 0 0,1 0 1 0 0,0 0-1 0 0,0 1 1 0 0,1 0-1 0 0,8-4 1 0 0,-11 7-518 0 0,1 3-165 0 0,3-1-62 0 0,2 1 3 0 0,1 0 0 0 0,-1-1 1 0 0,19-3-1 0 0,-10-1 29 0 0,-9 2-11 0 0,0 0-1 0 0,-1-1 0 0 0,1-1 1 0 0,-1 1-1 0 0,0-2 1 0 0,16-8-1 0 0,10-19 154 0 0,-33 28-157 0 0,-1 3-41 0 0,-1 0 0 0 0,0-1 0 0 0,0 1 0 0 0,0 0 1 0 0,0-1-1 0 0,0 1 0 0 0,0-1 0 0 0,0 1 0 0 0,-1-1 0 0 0,1 1 1 0 0,0-1-1 0 0,0-2 0 0 0,0 2 3 0 0,1-3 11 0 0,-1 0 9 0 0,3-16-12 0 0,-3 16-17 0 0,-2 0 0 0 0,-3-13 15 0 0,3 13 16 0 0,-2 1 30 0 0,-9-12-46 0 0,9 12-33 0 0,-1 2-28 0 0,-1 1 65 0 0,1 0-1 0 0,-1 0 1 0 0,1 0 0 0 0,-1 1 0 0 0,1 0 0 0 0,-1 0 0 0 0,1 0 0 0 0,-1 0 0 0 0,1 1-1 0 0,-6 0 1 0 0,9 0-14 0 0,0-1-1 0 0,0 0 1 0 0,-1 1 0 0 0,1-1-1 0 0,0 1 1 0 0,0-1-1 0 0,0 1 1 0 0,-1-1-1 0 0,1 1 1 0 0,0 0-1 0 0,0 0 1 0 0,0-1 0 0 0,0 1-1 0 0,0 0 1 0 0,0 0-1 0 0,1 0 1 0 0,-1 0-1 0 0,0 0 1 0 0,0 0-1 0 0,1 0 1 0 0,-2 2-1 0 0,1-1 12 0 0,-7 6 29 0 0,0 1-1 0 0,1-1 1 0 0,0 1 0 0 0,1 0 0 0 0,0 1-1 0 0,0-1 1 0 0,1 1 0 0 0,1 0-1 0 0,-1 1 1 0 0,1-1 0 0 0,1 1-1 0 0,-4 21 1 0 0,7-28-32 0 0,-1 0-1 0 0,1 0 1 0 0,1 1 0 0 0,-1-1-1 0 0,0 0 1 0 0,1 0-1 0 0,0 1 1 0 0,0-1 0 0 0,0 0-1 0 0,1 0 1 0 0,-1 0-1 0 0,5 7 1 0 0,-4-8-10 0 0,-2-1-5 0 0,1 0 1 0 0,0 0 0 0 0,0 0-1 0 0,0 0 1 0 0,0 0-1 0 0,1 0 1 0 0,-1-1-1 0 0,0 1 1 0 0,1 0 0 0 0,-1-1-1 0 0,1 1 1 0 0,-1-1-1 0 0,1 0 1 0 0,0 1 0 0 0,2 0-1 0 0,3 3-24 0 0,1 0-117 0 0,-1 0-1 0 0,1 0 1 0 0,0-1-1 0 0,0 0 1 0 0,11 4-1 0 0,-16-6 128 0 0,1-1-67 0 0,-1 1-1 0 0,1 0 0 0 0,0-1 0 0 0,0 0 0 0 0,0 0 0 0 0,0 0 0 0 0,-1-1 1 0 0,1 1-1 0 0,0-1 0 0 0,4 0 0 0 0,3 1-126 0 0,15 1-225 0 0,-1 0 1 0 0,0-2 0 0 0,1 0-1 0 0,-1-2 1 0 0,0-1 0 0 0,0-1-1 0 0,0-1 1 0 0,0-1 0 0 0,-1-1-1 0 0,36-16 1 0 0,-48 19 585 0 0,0-2 0 0 0,0 1 0 0 0,-1-2 0 0 0,0 0 0 0 0,0 0 0 0 0,-1-1 0 0 0,0 0 0 0 0,0 0 0 0 0,0-1 0 0 0,-2-1 0 0 0,1 0 0 0 0,10-16 0 0 0,-7 2 389 0 0,-11 18-465 0 0,1 1 157 0 0,-1-1 14 0 0,2-20 1 0 0,-3 19-21 0 0,-1 2-6 0 0,-4-14 40 0 0,3 14-60 0 0,1 4-169 0 0,-1 0-1 0 0,1 0 1 0 0,0 0 0 0 0,-1-1-1 0 0,1 1 1 0 0,0 0 0 0 0,0-1-1 0 0,0 1 1 0 0,0-1 0 0 0,-1-1-1 0 0,-1 0 285 0 0,-3 2-186 0 0,5 1-104 0 0,0-1-10 0 0,-1 0 0 0 0,0 1 1 0 0,1-1-1 0 0,-1 1 0 0 0,0-1 1 0 0,0 1-1 0 0,0 0 1 0 0,1-1-1 0 0,-1 1 0 0 0,0 0 1 0 0,0 0-1 0 0,-2 1 0 0 0,-5 3 28 0 0,0 1 0 0 0,1 0 0 0 0,-1 1 0 0 0,1 0 0 0 0,0 0 0 0 0,1 0 0 0 0,-12 13 0 0 0,10-6-20 0 0,1 0 1 0 0,-1 1 0 0 0,2-1-1 0 0,0 1 1 0 0,-5 17 0 0 0,10-27 19 0 0,-1 26-2 0 0,2-25-18 0 0,2 0 1 0 0,2 20 5 0 0,0-21-191 0 0,9 12 173 0 0,-9-12 44 0 0,3-3-33 0 0,2 1 6 0 0,0-1 1 0 0,1-1-1 0 0,-1 0 0 0 0,12-1 1 0 0,-15 0 37 0 0,-1-2 24 0 0,5-3 12 0 0,0 1 1 0 0,-1-2-1 0 0,0 1 1 0 0,-1-1-1 0 0,1-1 1 0 0,-1 1-1 0 0,9-14 1 0 0,-13 17 42 0 0,-1-1 9 0 0,7-15 8 0 0,-6 15 24 0 0,6-13 223 0 0,-7 14 180 0 0,7-13-568 0 0,-8 15-12 0 0,1-1 152 0 0,0 7-144 0 0,6 13 21 0 0,-6-12-12 0 0,-1 1-6 0 0,1 5-11 0 0,1 3 13 0 0,0-1 0 0 0,1 0 0 0 0,9 24 0 0 0,-5-18-259 0 0,2 1 0 0 0,11 17 0 0 0,-19-33-140 0 0,2-1-92 0 0,0 1-51 0 0,1-1 0 0 0,-1 0 0 0 0,1 0 0 0 0,0-1 0 0 0,0 0 1 0 0,-1 1-1 0 0,9 1 0 0 0,-8-3-788 0 0,1-3-2118 0 0,22-9-216 0 0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49:50.92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67 2908 0 0,'1'-5'912'0'0,"3"-14"-108"0"0,-3 14 1571 0 0,0 0-1923 0 0,4-12-58 0 0,-3 13 956 0 0,-1 4-1328 0 0,1 1 0 0 0,-1-1 0 0 0,0 1 0 0 0,0 0-1 0 0,1 0 1 0 0,-1 0 0 0 0,0 0 0 0 0,0 0 0 0 0,0 0 0 0 0,0 0 0 0 0,0 0 0 0 0,0 0 0 0 0,1 1 0 0 0,3 3 164 0 0,-3 1-140 0 0,-1 0 0 0 0,1 0-1 0 0,-1 0 1 0 0,0 0 0 0 0,0 0 0 0 0,0 0 0 0 0,-1 9-1 0 0,0-9 12 0 0,1 1-6 0 0,0 22 5 0 0,-1-22 19 0 0,0 0-15 0 0,0 22-18 0 0,0-22 5 0 0,0-2 8 0 0,-8 51 1900 0 0,8-57-1951 0 0,1 1-1 0 0,-2 0 1 0 0,1-1-1 0 0,0 1 1 0 0,0-1-1 0 0,0 1 1 0 0,0-1-1 0 0,0 1 1 0 0,0-1-1 0 0,0 1 1 0 0,0 0-1 0 0,-1-1 1 0 0,1 1-1 0 0,0-1 1 0 0,0 1-1 0 0,-1 0 1 0 0,1-1-1 0 0,0 1 1 0 0,-1 0-1 0 0,1-1 1 0 0,0 1-1 0 0,-1 0 1 0 0,1-1-1 0 0,0 1 1 0 0,-1 0-1 0 0,0-1 1 0 0,1 1-1 0 0,-1 0 1 0 0,1-1-1 0 0,-1 1 0 0 0,0-1 1 0 0,1 1-1 0 0,-1-1 1 0 0,1 1-1 0 0,0-1 0 0 0,-1 1 1 0 0,1-1-1 0 0,-1 1 1 0 0,1-1-1 0 0,0 0 1 0 0,-1 1-1 0 0,1-1 0 0 0,0 0 1 0 0,0 1-1 0 0,0-1 1 0 0,-1 0-1 0 0,1 1 0 0 0,0-1 1 0 0,0 0-1 0 0,0 1 1 0 0,0-1-1 0 0,0 0 0 0 0,0 1 1 0 0,0-1-1 0 0,1 0 1 0 0,-1 1-1 0 0,0-1 0 0 0,1-1 1 0 0,0-7-1 0 0,1-8 23 0 0,0 2 0 0 0,1-1 0 0 0,1 0 0 0 0,9-25 0 0 0,-10 35-28 0 0,-1 0 28 0 0,1 0 0 0 0,1-1 0 0 0,-1 1 0 0 0,1 0 0 0 0,0 0 0 0 0,0 1 0 0 0,8-8 0 0 0,14-10 23 0 0,-20 21-45 0 0,0 1 3 0 0,-3-1 9 0 0,4 1 1 0 0,18-2-5 0 0,-19 2-5 0 0,0 3 5 0 0,1-1-8 0 0,-5 0-2 0 0,0-1-1 0 0,0 1 0 0 0,0-1 0 0 0,0 1 1 0 0,0 0-1 0 0,0-1 0 0 0,0 1 0 0 0,0 0 0 0 0,-1 0 1 0 0,1 1-1 0 0,0-1 0 0 0,0 0 0 0 0,1 3 1 0 0,1-2-1 0 0,-1 0 0 0 0,1 0 0 0 0,-1 1 0 0 0,0 0 0 0 0,0 0 0 0 0,0 0 0 0 0,-1 0 0 0 0,1 0 0 0 0,2 5 0 0 0,-1-2 1 0 0,0 1-53 0 0,1 0 1 0 0,-2 1 0 0 0,1-1-1 0 0,-1 1 1 0 0,0 0 0 0 0,0 0-1 0 0,-1 0 1 0 0,0 0 0 0 0,0 0-1 0 0,-1 1 1 0 0,0-1 0 0 0,-1 12-1 0 0,1-6-207 0 0,0-7-244 0 0,0-2-126 0 0,1 14-117 0 0,-1-14-56 0 0,1 0-1432 0 0,7 12 912 0 0,-6-13-891 0 0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49:51.20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113 21 3388 0 0,'0'0'3060'0'0,"-3"-3"-2374"0"0,-14-14 903 0 0,16 17-1541 0 0,-1 1 0 0 0,1 0 0 0 0,-1-1 0 0 0,1 1 0 0 0,-1-1 1 0 0,1 1-1 0 0,-1-1 0 0 0,0 0 0 0 0,1 0 0 0 0,-1 0 0 0 0,1 0 0 0 0,-4 0 0 0 0,4 0 35 0 0,-4 1 431 0 0,0 2-288 0 0,4-1-169 0 0,0-1-25 0 0,0 1 0 0 0,0-1 1 0 0,0 0-1 0 0,-1 1 0 0 0,1-1 0 0 0,0 0 1 0 0,-1 0-1 0 0,1 0 0 0 0,-1 0 0 0 0,1 0 0 0 0,-1 0 1 0 0,-2 0-1 0 0,2 5 125 0 0,-4 16-49 0 0,4-16-16 0 0,3 0-6 0 0,5 15 41 0 0,1 1 1 0 0,1-1-1 0 0,1-1 0 0 0,22 37 1 0 0,-10-18-51 0 0,-19-34-47 0 0,-1 1-16 0 0,3 19-20 0 0,-3-19-5 0 0,-4 0-40 0 0,2-2 9 0 0,0-2 22 0 0,1-1-1 0 0,0 1 1 0 0,-1 0 0 0 0,1-1 0 0 0,-1 1 0 0 0,0-1-1 0 0,0 1 1 0 0,1-1 0 0 0,-1 1 0 0 0,0-1-1 0 0,0 0 1 0 0,-1 1 0 0 0,1-1 0 0 0,0 0 0 0 0,0 0-1 0 0,0 0 1 0 0,-1 0 0 0 0,-1 1 0 0 0,-53 32-2120 0 0,29-23-1149 0 0,20-9 2190 0 0,1-1-3687 0 0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01.06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18 194 3060 0 0,'-3'3'1056'0'0,"-8"11"-151"0"0,8-11-169 0 0,9-1-84 0 0,17 3-455 0 0,0 0 0 0 0,0-2 1 0 0,0-1-1 0 0,42 0 1 0 0,106-14 155 0 0,-90 5-132 0 0,574-42 1841 0 0,927-59 354 0 0,-534 66-2712 0 0,-352 28-7446 0 0,-615 14 3372 0 0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01.55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137 0 2452 0 0,'-67'4'1775'0'0,"3"1"133"0"0,59-4-238 0 0,10 1-1592 0 0,13 2 11 0 0,0-1 0 0 0,0-1 0 0 0,0 0 0 0 0,0-1-1 0 0,35-3 1 0 0,10 1 130 0 0,552-2 1168 0 0,-160-2-687 0 0,1109 13 69 0 0,-510 18-3218 0 0,-600-15-2407 0 0,-308-5 710 0 0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49:52.22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550 275 3328 0 0,'-6'-5'1144'0'0,"1"-1"-813"0"0,3 4-220 0 0,0 0 1 0 0,0 0-1 0 0,0 0 0 0 0,0 0 0 0 0,0 1 1 0 0,0-1-1 0 0,-1 0 0 0 0,1 1 0 0 0,0 0 1 0 0,-1-1-1 0 0,1 1 0 0 0,-4-1 0 0 0,-2-3 114 0 0,5 4-132 0 0,1-1-1 0 0,-1 0 0 0 0,0 1 0 0 0,0 0 0 0 0,0-1 0 0 0,0 1 0 0 0,0 0 0 0 0,0 1 0 0 0,0-1 0 0 0,-7 0 0 0 0,1-2 77 0 0,5 2-71 0 0,-1-1 1 0 0,1 1-1 0 0,0 1 0 0 0,-1-1 0 0 0,1 1 1 0 0,0 0-1 0 0,-9 0 0 0 0,-5 1 79 0 0,0 1 1 0 0,0 0-1 0 0,0 1 0 0 0,0 1 0 0 0,0 1 0 0 0,1 1 0 0 0,0 0 1 0 0,0 1-1 0 0,1 1 0 0 0,0 1 0 0 0,0 0 0 0 0,-15 12 1 0 0,15-10-38 0 0,1 2 0 0 0,0 0 0 0 0,1 0 0 0 0,0 2 0 0 0,1 0 0 0 0,0 0 0 0 0,2 1 0 0 0,0 1 0 0 0,0 0 0 0 0,2 0 0 0 0,-10 23 0 0 0,18-37-121 0 0,0 0 0 0 0,0-1 0 0 0,0 1 0 0 0,0 0 0 0 0,1 0 0 0 0,-1 0 0 0 0,1 0 1 0 0,0 0-1 0 0,0 4 0 0 0,0 2 13 0 0,-1-7-21 0 0,1 0-1 0 0,-1 0 1 0 0,1 1 0 0 0,0-1-1 0 0,0 0 1 0 0,0 1-1 0 0,0-1 1 0 0,0 0-1 0 0,1 1 1 0 0,-1-1 0 0 0,1 0-1 0 0,-1 1 1 0 0,3 3-1 0 0,-1 1 14 0 0,-1-5-17 0 0,-1 1-1 0 0,0-1 0 0 0,1 0 1 0 0,0 1-1 0 0,0-1 1 0 0,-1 0-1 0 0,1 1 0 0 0,0-1 1 0 0,1 0-1 0 0,-1 0 0 0 0,0 0 1 0 0,1 0-1 0 0,-1 0 1 0 0,3 3-1 0 0,2 1 23 0 0,0 1-25 0 0,0 0 1 0 0,1 0 0 0 0,-1-1-1 0 0,1 0 1 0 0,1 0-1 0 0,-1-1 1 0 0,1 0 0 0 0,0 0-1 0 0,0-1 1 0 0,0 0-1 0 0,1 0 1 0 0,-1-1-1 0 0,1 0 1 0 0,0-1 0 0 0,0 0-1 0 0,12 2 1 0 0,12-1-440 0 0,1-1 1 0 0,65-4-1 0 0,-78 1 116 0 0,33-6-1499 0 0,1-2 0 0 0,56-18 0 0 0,-85 21 1602 0 0,-21 4 181 0 0,1 1 70 0 0,15-5 53 0 0,-16 4 342 0 0,0 1-227 0 0,15-4 32 0 0,-15 4 881 0 0,-1-1-869 0 0,13-7-88 0 0,-13 7 21 0 0,-3 1-185 0 0,-1 0-1 0 0,0 1 0 0 0,0-1 0 0 0,0 0 0 0 0,0 1 1 0 0,0-1-1 0 0,1 0 0 0 0,-1 1 0 0 0,0-1 0 0 0,0 1 1 0 0,1-1-1 0 0,-1 0 0 0 0,1 1 0 0 0,-1-1 0 0 0,0 1 1 0 0,1-1-1 0 0,-1 1 0 0 0,1-1 0 0 0,-1 1 0 0 0,2-1 0 0 0,11-14 160 0 0,-6 2-97 0 0,-1 0 0 0 0,9-25-1 0 0,0-13 157 0 0,-2-1 0 0 0,-2 0 0 0 0,-2 0 0 0 0,-3-1 0 0 0,-1-98 0 0 0,-6 125 194 0 0,-3 2-186 0 0,1 13-26 0 0,-15-37 462 0 0,16 44-446 0 0,-17-7 243 0 0,16 9-217 0 0,-1 4 6 0 0,3-2-232 0 0,-3 2 39 0 0,1 0 0 0 0,0 0 0 0 0,-1 0 0 0 0,1 0-1 0 0,0 0 1 0 0,0 0 0 0 0,0 1 0 0 0,0 0 0 0 0,1 0 0 0 0,-1-1 0 0 0,1 2 0 0 0,0-1 0 0 0,0 0 0 0 0,0 0 0 0 0,-2 5 0 0 0,-7 18 11 0 0,1 1 1 0 0,2 0-1 0 0,1 1 1 0 0,1-1-1 0 0,1 1 1 0 0,1 1-1 0 0,2-1 1 0 0,1 0 0 0 0,1 1-1 0 0,1-1 1 0 0,2 0-1 0 0,1 1 1 0 0,1-1-1 0 0,1-1 1 0 0,2 1-1 0 0,0-1 1 0 0,2-1-1 0 0,21 41 1 0 0,-27-59-264 0 0,0-1 0 0 0,0 0 0 0 0,1 0 1 0 0,0 0-1 0 0,1-1 0 0 0,0 0 0 0 0,-1 0 1 0 0,2 0-1 0 0,-1-1 0 0 0,1 0 0 0 0,0 0 1 0 0,0 0-1 0 0,0-1 0 0 0,1 0 1 0 0,-1 0-1 0 0,14 3 0 0 0,-19-6 94 0 0,0 0 0 0 0,0 0 0 0 0,1-1 0 0 0,-1 1 1 0 0,0-1-1 0 0,0 0 0 0 0,1 1 0 0 0,-1-1 0 0 0,0 0 0 0 0,1 0 0 0 0,-1-1 0 0 0,0 1 0 0 0,3-1 1 0 0,2 0-223 0 0,-2 1-118 0 0,1-1-1 0 0,-1 1 1 0 0,0-1 0 0 0,1-1-1 0 0,-1 1 1 0 0,0-1 0 0 0,1 0-1 0 0,-1 0 1 0 0,0 0 0 0 0,7-5-1 0 0,-7 4-208 0 0,1 0-2917 0 0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49:52.66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19 168 3604 0 0,'13'-99'3203'0'0,"-12"94"-2715"0"0,-1-1-50 0 0,-5-46 1054 0 0,4 47-15 0 0,-3 8-1299 0 0,2 1-122 0 0,-1-1 1 0 0,1 1 0 0 0,-1 0 0 0 0,1 0 0 0 0,0 0-1 0 0,1 0 1 0 0,-1 1 0 0 0,1-1 0 0 0,-2 8 0 0 0,2-6 54 0 0,1 2 8 0 0,0 0-94 0 0,-1 2 23 0 0,1 1 0 0 0,1 0 0 0 0,0 0 0 0 0,0 0 0 0 0,1-1 0 0 0,0 1 0 0 0,1-1 1 0 0,0 1-1 0 0,9 18 0 0 0,19 12-41 0 0,-27-37-18 0 0,20 2 0 0 0,-20-5-17 0 0,2-1-5 0 0,0-1 28 0 0,1 1 0 0 0,-1-1 0 0 0,1-1 0 0 0,-1 1 0 0 0,0-1 0 0 0,0 0 0 0 0,0 0-1 0 0,0-1 1 0 0,0 0 0 0 0,0 0 0 0 0,-1 0 0 0 0,8-6 0 0 0,30-37-63 0 0,-30 30 115 0 0,0-7 52 0 0,-11 18-66 0 0,19-48 388 0 0,-19 48-276 0 0,1 0-6 0 0,-1 2-59 0 0,-1 2-19 0 0,0-1 0 0 0,0 1 1 0 0,0 0-1 0 0,0-1 0 0 0,-1 1 0 0 0,1-1 0 0 0,0 1 0 0 0,-1-1 1 0 0,1 1-1 0 0,-1-1 0 0 0,0 0 0 0 0,1-2 0 0 0,-1 5-57 0 0,0-1 0 0 0,0 1 0 0 0,0-1 0 0 0,0 1 0 0 0,0-1-1 0 0,0 1 1 0 0,0-1 0 0 0,0 1 0 0 0,0-1 0 0 0,0 1 0 0 0,0-1 0 0 0,1 1-1 0 0,-1-1 1 0 0,0 0 0 0 0,0 1 0 0 0,0-1 0 0 0,1 1 0 0 0,-1-1 0 0 0,0 1 0 0 0,1-1-1 0 0,-1 0 1 0 0,0 1 0 0 0,1-1 0 0 0,-1 0 0 0 0,0 1 0 0 0,1-1 0 0 0,0 1 2 0 0,0-1 1 0 0,0 1-1 0 0,-1 0 1 0 0,1 0 0 0 0,0-1-1 0 0,-1 1 1 0 0,1 0-1 0 0,-1 0 1 0 0,1 0-1 0 0,-1 0 1 0 0,1-1 0 0 0,-1 1-1 0 0,0 0 1 0 0,1 0-1 0 0,-1 0 1 0 0,0 0 0 0 0,0 0-1 0 0,1 0 1 0 0,-1 0-1 0 0,0 0 1 0 0,0 2 0 0 0,2 13-42 0 0,0-1 1 0 0,1 1-1 0 0,1-1 1 0 0,1 0-1 0 0,11 25 1 0 0,-14-37-101 0 0,0 0 1 0 0,1 0-1 0 0,-1 0 0 0 0,1 0 1 0 0,-1-1-1 0 0,1 1 0 0 0,0-1 1 0 0,0 1-1 0 0,0-1 0 0 0,0 0 1 0 0,7 3-1 0 0,-7-3-4 0 0,2 0-117 0 0,-1-1 0 0 0,1 1 0 0 0,-1-1 0 0 0,1 0 1 0 0,0 0-1 0 0,0 0 0 0 0,0-1 0 0 0,-1 1 0 0 0,1-1 0 0 0,0 0 0 0 0,8-2 0 0 0,-9 2 107 0 0,2 0-188 0 0,0-1 0 0 0,0 1 0 0 0,0-1 1 0 0,0 0-1 0 0,0 0 0 0 0,0-1 0 0 0,-1 0 0 0 0,1 0 0 0 0,9-5 1 0 0,3-1-1731 0 0,25-10-1259 0 0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49:52.98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198 41 3168 0 0,'0'0'1026'0'0,"-2"-4"-118"0"0,-9-13-154 0 0,8 12-100 0 0,-1 3-97 0 0,-1 0-433 0 0,0 0 0 0 0,1 0 0 0 0,-1 1 0 0 0,0-1 0 0 0,0 1 0 0 0,0 0 0 0 0,0 1 0 0 0,0-1 1 0 0,0 1-1 0 0,0 0 0 0 0,-1 0 0 0 0,1 0 0 0 0,0 1 0 0 0,0 0 0 0 0,0 0 0 0 0,0 0 0 0 0,0 1 0 0 0,1 0 1 0 0,-1-1-1 0 0,0 2 0 0 0,1-1 0 0 0,-8 5 0 0 0,7-3-53 0 0,-1-1 0 0 0,1 1 1 0 0,0 0-1 0 0,1 1 0 0 0,-1-1 0 0 0,-4 6 0 0 0,7-8-54 0 0,-1 2 61 0 0,1 1-10 0 0,-7 18-29 0 0,6-18-8 0 0,4 1-1 0 0,-1 0-18 0 0,-1-5-9 0 0,1 1 0 0 0,0 0 1 0 0,0 0-1 0 0,0 0 0 0 0,0-1 1 0 0,1 1-1 0 0,-1 0 0 0 0,0 0 1 0 0,1-1-1 0 0,-1 1 0 0 0,1 0 1 0 0,0-1-1 0 0,-1 1 0 0 0,3 2 1 0 0,9 19 18 0 0,7 4-10 0 0,37 23 3 0 0,-45-41-20 0 0,66 47 6 0 0,-55-36 64 0 0,-18-17-26 0 0,-3-3-38 0 0,-1 1 0 0 0,0-1 0 0 0,1 0 0 0 0,-1 0 0 0 0,1 0 0 0 0,-1 0-1 0 0,1 1 1 0 0,-1-1 0 0 0,0 0 0 0 0,1 1 0 0 0,-1-1 0 0 0,1 0 0 0 0,-1 0 0 0 0,0 1 0 0 0,1-1 0 0 0,-1 1 0 0 0,0-1 0 0 0,0 0 0 0 0,1 1-1 0 0,-1-1 1 0 0,0 1 0 0 0,0-1 0 0 0,0 1 0 0 0,1-1 0 0 0,-1 0 0 0 0,0 2 0 0 0,0-2 4 0 0,0 1-1 0 0,0-1 1 0 0,0 1 0 0 0,1-1 0 0 0,-1 0-1 0 0,0 1 1 0 0,0-1 0 0 0,0 1 0 0 0,1-1-1 0 0,-1 1 1 0 0,0-1 0 0 0,1 0-1 0 0,-1 1 1 0 0,0-1 0 0 0,1 0 0 0 0,-1 1-1 0 0,0-1 1 0 0,1 0 0 0 0,-1 0 0 0 0,0 1-1 0 0,1-1 1 0 0,-1 0 0 0 0,1 0-1 0 0,-1 1 1 0 0,1-1 0 0 0,0 0 0 0 0,-2 0-5 0 0,1 0 0 0 0,0 0 0 0 0,-1 0-1 0 0,1 0 1 0 0,-1 0 0 0 0,1 0 0 0 0,-1 0 0 0 0,1 0 0 0 0,0 0 0 0 0,-1 0 0 0 0,1 1 0 0 0,-1-1 0 0 0,1 0 0 0 0,0 0 0 0 0,-1 0 0 0 0,1 1 0 0 0,0-1 0 0 0,-1 0 0 0 0,1 0 0 0 0,0 1 0 0 0,-1-1 0 0 0,1 0 0 0 0,0 1 0 0 0,-1-1 0 0 0,1 0 0 0 0,0 1-1 0 0,0-1 1 0 0,0 1 0 0 0,-1 0 0 0 0,1-1-3 0 0,0 1 1 0 0,-1 0-1 0 0,1-1 0 0 0,-1 1 0 0 0,1 0 0 0 0,-1-1 0 0 0,1 1 0 0 0,-1-1 1 0 0,1 1-1 0 0,-1-1 0 0 0,0 1 0 0 0,1-1 0 0 0,-1 1 0 0 0,0-1 0 0 0,1 0 1 0 0,-1 1-1 0 0,0-1 0 0 0,1 0 0 0 0,-1 0 0 0 0,0 1 0 0 0,0-1 0 0 0,1 0 1 0 0,-1 0-1 0 0,0 0 0 0 0,0 0 0 0 0,1 0 0 0 0,-2 0 0 0 0,-21 1-194 0 0,18 0-140 0 0,-2-2-201 0 0,-46-11-2837 0 0,49 10 984 0 0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49:53.28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40 1 2368 0 0,'0'0'7785'0'0,"0"7"-7340"0"0,0 2-311 0 0,1-6-67 0 0,-1 1 0 0 0,0 0 1 0 0,0-1-1 0 0,-1 1 1 0 0,1-1-1 0 0,-1 1 1 0 0,1-1-1 0 0,-3 4 0 0 0,-7 37 319 0 0,1 3 83 0 0,2 1 0 0 0,-2 64 1 0 0,9-102-376 0 0,0 21 118 0 0,4-2 30 0 0,-3-20-190 0 0,-1-5-26 0 0,0-1 0 0 0,0 1 0 0 0,0 0 0 0 0,1 0 0 0 0,0-1 0 0 0,0 1 0 0 0,0 0 0 0 0,2 4 0 0 0,0 2 7 0 0,1 1 0 0 0,0-1 1 0 0,0 0-1 0 0,1 0 0 0 0,0 0 0 0 0,1-1 0 0 0,0 1 1 0 0,1-2-1 0 0,0 1 0 0 0,9 8 0 0 0,-15-16-46 0 0,0 0 1 0 0,0 0-1 0 0,0 0 0 0 0,1 0 0 0 0,-1-1 0 0 0,0 1 0 0 0,1 0 0 0 0,-1 0 0 0 0,0-1 0 0 0,1 1 0 0 0,-1-1 0 0 0,1 0 1 0 0,-1 1-1 0 0,3-1 0 0 0,1 1-80 0 0,-1 0-338 0 0,3-1-138 0 0,27-5-705 0 0,-25 3-12 0 0,-1 0 0 0 0,0-1 0 0 0,0 1 0 0 0,11-7 0 0 0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49:53.47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32 38 2936 0 0,'0'0'1235'0'0,"-5"-1"-126"0"0,-22-4 3232 0 0,34 5-4134 0 0,59-4 15 0 0,-24 2-1633 0 0,68-11 0 0 0,-53 2-2515 0 0,-52 10 664 0 0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49:53.8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77 82 2708 0 0,'0'0'1855'0'0,"-3"3"-1374"0"0,-11 8-38 0 0,11-8 1189 0 0,1 1-1364 0 0,2-4-239 0 0,-1 1 1 0 0,1-1-1 0 0,0 0 1 0 0,-1 1-1 0 0,1-1 1 0 0,0 1-1 0 0,0-1 1 0 0,-1 0-1 0 0,1 1 1 0 0,0-1-1 0 0,0 1 1 0 0,0-1-1 0 0,-1 1 1 0 0,1-1-1 0 0,0 1 1 0 0,0-1-1 0 0,0 1 1 0 0,0-1-1 0 0,0 1 1 0 0,0-1-1 0 0,0 1 1 0 0,0-1-1 0 0,0 1 1 0 0,1-1-1 0 0,-1 1 1 0 0,0-1-1 0 0,0 1 1 0 0,0-1-1 0 0,0 1 1 0 0,1-1-1 0 0,-1 1 1 0 0,0-1-1 0 0,0 0 1 0 0,1 1-1 0 0,16 1 633 0 0,-13-2-850 0 0,2 0 253 0 0,-2-2-25 0 0,13-9-26 0 0,-12 8-13 0 0,-6 2-17 0 0,1 1 15 0 0,0-1 0 0 0,0 1 0 0 0,0-1 0 0 0,0 1 1 0 0,1-1-1 0 0,-1 1 0 0 0,0 0 0 0 0,0-1 0 0 0,0 1 0 0 0,0-1 1 0 0,0 1-1 0 0,1-1 0 0 0,-1 1 0 0 0,0-1 0 0 0,0 1 1 0 0,1 0-1 0 0,-1-1 0 0 0,0 1 0 0 0,0 0 0 0 0,1-1 0 0 0,-1 1 1 0 0,0 0-1 0 0,1-1 0 0 0,-1 1 0 0 0,1 0 0 0 0,-1 0 1 0 0,0-1-1 0 0,1 1 0 0 0,0 0 3 0 0,0-1 0 0 0,0 1 1 0 0,0-1-1 0 0,-1 0 0 0 0,1 1 0 0 0,0-1 1 0 0,-1 1-1 0 0,1-1 0 0 0,0 0 0 0 0,-1 1 1 0 0,1-1-1 0 0,-1 0 0 0 0,1 0 0 0 0,-1 0 1 0 0,0 1-1 0 0,1-1 0 0 0,-1 0 0 0 0,0 0 1 0 0,0 0-1 0 0,1 0 0 0 0,-1 0 0 0 0,0 0 1 0 0,0 1-1 0 0,0-1 0 0 0,0-1 0 0 0,3-23-25 0 0,-3 19-147 0 0,-1 4 181 0 0,0 1 0 0 0,0 0 0 0 0,0-1-1 0 0,0 1 1 0 0,0-1 0 0 0,0 1 0 0 0,0-1-1 0 0,0 0 1 0 0,1 1 0 0 0,-1-1 0 0 0,1 0 0 0 0,-1-2-1 0 0,1 3 6 0 0,-3-3 233 0 0,-2 2-158 0 0,-16-7 17 0 0,16 7 0 0 0,0 4 36 0 0,1 0-95 0 0,-1 0 1 0 0,0 0 0 0 0,1 1 0 0 0,-1 0-1 0 0,1 0 1 0 0,0 0 0 0 0,0 0 0 0 0,0 1 0 0 0,0 0-1 0 0,0 0 1 0 0,1 0 0 0 0,0 0 0 0 0,0 0 0 0 0,0 1-1 0 0,0-1 1 0 0,1 1 0 0 0,-1 0 0 0 0,1-1-1 0 0,1 1 1 0 0,-1 0 0 0 0,1 0 0 0 0,0 1 0 0 0,0-1-1 0 0,0 0 1 0 0,0 0 0 0 0,1 9 0 0 0,0-5-15 0 0,-1-1 1 0 0,2 0-1 0 0,-1 0 1 0 0,1 0 0 0 0,0 0-1 0 0,0 0 1 0 0,1 0-1 0 0,1 0 1 0 0,-1 0 0 0 0,1-1-1 0 0,0 1 1 0 0,1-1-1 0 0,-1 0 1 0 0,2 0-1 0 0,4 7 1 0 0,-6-10-44 0 0,1 0-1 0 0,-1 1 1 0 0,1-1 0 0 0,0 0-1 0 0,1-1 1 0 0,-1 1-1 0 0,0-1 1 0 0,1 0 0 0 0,10 5-1 0 0,-10-5-54 0 0,-4-2 17 0 0,1 0 0 0 0,0 1 0 0 0,0-1 0 0 0,0 0-1 0 0,0 0 1 0 0,0 0 0 0 0,0-1 0 0 0,0 1 0 0 0,0 0 0 0 0,1-1 0 0 0,-1 1 0 0 0,0-1 0 0 0,2 0 0 0 0,12 1-659 0 0,44-1-2664 0 0,-49-2 894 0 0,17-7-1751 0 0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49:54.17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23 2296 0 0,'0'0'2185'0'0,"4"-3"-1458"0"0,11-11-246 0 0,-11 11 331 0 0,3 2-706 0 0,-4 1-84 0 0,1-1 51 0 0,-1 1 0 0 0,0 0 0 0 0,1 0 1 0 0,-1 0-1 0 0,0 0 0 0 0,1 0 0 0 0,-1 1 1 0 0,0 0-1 0 0,0-1 0 0 0,0 1 0 0 0,1 0 1 0 0,-1 1-1 0 0,0-1 0 0 0,0 0 1 0 0,0 1-1 0 0,3 2 0 0 0,3 3 69 0 0,1 1 1 0 0,-2 1-1 0 0,1 0 1 0 0,-1 0-1 0 0,0 0 0 0 0,-1 1 1 0 0,0 0-1 0 0,11 22 1 0 0,-16-27-84 0 0,1 1 1 0 0,-1-1 0 0 0,0 1 0 0 0,-1 0 0 0 0,0 0 0 0 0,2 11 0 0 0,-1-5 43 0 0,-1-7 33 0 0,-2 2 16 0 0,-2 22 2 0 0,3-22 24 0 0,-3-2 15 0 0,-1 4 50 0 0,-1 0 0 0 0,0-1 0 0 0,-12 14-1 0 0,13-18 61 0 0,2-2-134 0 0,1-1-1 0 0,-1 0 1 0 0,0 0 0 0 0,0 0-1 0 0,0 0 1 0 0,0 0-1 0 0,0 0 1 0 0,0 0 0 0 0,0-1-1 0 0,-3 2 1 0 0,4-3-122 0 0,-1 1 0 0 0,0 0 0 0 0,1 0 0 0 0,-1-1 0 0 0,1 1 0 0 0,-1-1 0 0 0,0 1 0 0 0,1-1 0 0 0,-1 0 1 0 0,1 1-1 0 0,-2-2 0 0 0,-1-1 51 0 0,-1 1 454 0 0,1-13-289 0 0,4 14-253 0 0,-1 0-1 0 0,1-1 1 0 0,0 1-1 0 0,-1-1 0 0 0,1 1 1 0 0,0 0-1 0 0,0-1 0 0 0,0 1 1 0 0,0 0-1 0 0,0-1 1 0 0,0 1-1 0 0,0-1 0 0 0,0 1 1 0 0,1 0-1 0 0,-1-1 1 0 0,1 1-1 0 0,-1 0 0 0 0,2-3 1 0 0,3-10-144 0 0,1 0 0 0 0,1 0 0 0 0,0 0 0 0 0,1 1 0 0 0,1 0 1 0 0,0 0-1 0 0,0 1 0 0 0,1 0 0 0 0,14-12 0 0 0,-14 15-440 0 0,1 0-1 0 0,0 1 0 0 0,0 0 1 0 0,1 1-1 0 0,0 0 1 0 0,1 1-1 0 0,15-7 1 0 0,37-7-4554 0 0,-59 19 954 0 0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49:54.41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50 10 3304 0 0,'0'0'5189'0'0,"5"-2"-4569"0"0,18-6 1733 0 0,-25 13-2115 0 0,-24 56 505 0 0,17-44-668 0 0,1 0 0 0 0,1 0 0 0 0,1 1 1 0 0,0 0-1 0 0,-4 26 0 0 0,8-23-57 0 0,1-16-9 0 0,1 2-22 0 0,0 21-22 0 0,0-25-15 0 0,0 0 0 0 0,1 0 0 0 0,0 0 1 0 0,-1-1-1 0 0,1 1 0 0 0,0 0 0 0 0,0-1 1 0 0,0 1-1 0 0,1-1 0 0 0,-1 1 1 0 0,1-1-1 0 0,-1 0 0 0 0,1 1 0 0 0,0-1 1 0 0,0 0-1 0 0,0 0 0 0 0,3 2 1 0 0,-2 0-93 0 0,0-2-38 0 0,0 0 1 0 0,0 0-1 0 0,0 0 0 0 0,0-1 0 0 0,0 1 0 0 0,1-1 0 0 0,-1 1 0 0 0,0-1 0 0 0,1 0 0 0 0,-1 0 0 0 0,1-1 0 0 0,-1 1 0 0 0,6-1 0 0 0,-6 1 47 0 0,8-1-806 0 0,19-1-57 0 0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49:54.73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232 54 2900 0 0,'-4'-3'1064'0'0,"-2"-1"-769"0"0,0 0 0 0 0,0 0 1 0 0,0 1-1 0 0,-1 0 0 0 0,1 0 1 0 0,-1 1-1 0 0,0 0 1 0 0,1 0-1 0 0,-1 0 0 0 0,0 1 1 0 0,-12-1-1 0 0,6 4-56 0 0,1 1-1 0 0,0 0 1 0 0,0 0-1 0 0,0 1 1 0 0,1 1-1 0 0,-22 11 1 0 0,29-13-49 0 0,0 1-30 0 0,-11 12-66 0 0,12-12-24 0 0,2 0 35 0 0,-3 15 4 0 0,3-14 53 0 0,5-2-154 0 0,13 11-142 0 0,-12-11 194 0 0,0-2 65 0 0,18 3 8 0 0,-18-3 4 0 0,-4-2-122 0 0,0 0 0 0 0,0 1 0 0 0,0-1 0 0 0,1 1 0 0 0,-1-1-1 0 0,0 1 1 0 0,0 0 0 0 0,0-1 0 0 0,0 1 0 0 0,1 0 0 0 0,-1 0 0 0 0,0 0 0 0 0,0 0 0 0 0,0 0 0 0 0,3 0 0 0 0,-2 1-14 0 0,-1-1 0 0 0,1 0 0 0 0,0 0 1 0 0,0 0-1 0 0,0-1 0 0 0,0 1 1 0 0,0 0-1 0 0,0-1 0 0 0,0 1 0 0 0,0-1 1 0 0,0 0-1 0 0,3-1 0 0 0,6-3 148 0 0,-1-1 0 0 0,1 0 0 0 0,-1 0 0 0 0,-1-1 0 0 0,1 0 0 0 0,-1-1 0 0 0,16-17 0 0 0,-22 21-72 0 0,-2-1-27 0 0,3-13-51 0 0,-3 13-133 0 0,-9-3-423 0 0,7 7 484 0 0,0 1 1 0 0,1-1-1 0 0,-1 1 1 0 0,1 0-1 0 0,-1-1 1 0 0,1 1-1 0 0,-1-1 1 0 0,1 1-1 0 0,0-1 1 0 0,-1 1-1 0 0,1-1 1 0 0,0 1 0 0 0,-1-1-1 0 0,1 0 1 0 0,0 1-1 0 0,0-1 1 0 0,-1 1-1 0 0,1-1 1 0 0,0 0-1 0 0,0 0 1 0 0,-7 0-1616 0 0,-21-1-1262 0 0,21 1-2129 0 0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49:55.36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8 3516 0 0,'0'0'4412'0'0,"4"-2"-3360"0"0,-4 1-972 0 0,0 1 0 0 0,1-1 1 0 0,-1 1-1 0 0,0 0 0 0 0,1-1 0 0 0,-1 1 0 0 0,0 0 0 0 0,1-1 1 0 0,-1 1-1 0 0,0 0 0 0 0,1 0 0 0 0,-1-1 0 0 0,1 1 0 0 0,-1 0 1 0 0,1 0-1 0 0,-1 0 0 0 0,1-1 0 0 0,-1 1 0 0 0,0 0 0 0 0,1 0 0 0 0,-1 0 1 0 0,1 0-1 0 0,-1 0 0 0 0,1 0 0 0 0,-1 0 0 0 0,1 0 0 0 0,-1 0 1 0 0,1 0-1 0 0,-1 0 0 0 0,1 1 0 0 0,-1-1 0 0 0,1 0 0 0 0,-1 0 1 0 0,0 0-1 0 0,1 1 0 0 0,0 1 7 0 0,0 1 0 0 0,0 0 1 0 0,-1-1-1 0 0,0 1 0 0 0,1-1 0 0 0,-1 1 1 0 0,0 0-1 0 0,0-1 0 0 0,0 1 1 0 0,-1 3-1 0 0,0 15-8 0 0,0-16-22 0 0,1 2 1 0 0,-1 1-36 0 0,0-4-5 0 0,1-1 0 0 0,-1 1 0 0 0,1-1 0 0 0,0 1 0 0 0,0-1 1 0 0,1 1-1 0 0,0 6 0 0 0,20 83 72 0 0,-19-88-65 0 0,1-1-19 0 0,11 11 1 0 0,-11-11 159 0 0,3-5-86 0 0,18-1 13 0 0,-19 1 26 0 0,-1-3 26 0 0,138-183 1754 0 0,-139 183-1791 0 0,-2 4-102 0 0,-1 0 0 0 0,1 0 0 0 0,-1-1-1 0 0,1 1 1 0 0,-1 0 0 0 0,1 0 0 0 0,-1-1 0 0 0,1 1 0 0 0,-1 0-1 0 0,1-1 1 0 0,-1 1 0 0 0,1 0 0 0 0,-1-1 0 0 0,1 1 0 0 0,-1-1-1 0 0,0 1 1 0 0,1-1 0 0 0,-1 1 0 0 0,0-1 0 0 0,1 1 0 0 0,-1-1-1 0 0,0 1 1 0 0,0-1 0 0 0,1 0 0 0 0,-1 0 4 0 0,0 1 0 0 0,0-1 0 0 0,0 1 0 0 0,1-1 0 0 0,-1 1 0 0 0,0-1 0 0 0,0 1 0 0 0,1-1-1 0 0,-1 1 1 0 0,0-1 0 0 0,1 1 0 0 0,-1 0 0 0 0,0-1 0 0 0,1 1 0 0 0,-1-1 0 0 0,1 1 0 0 0,-1 0 0 0 0,0-1 0 0 0,1 1 0 0 0,-1 0 0 0 0,1 0 0 0 0,-1 0 0 0 0,1-1 0 0 0,-1 1 0 0 0,1 0 0 0 0,-1 0 0 0 0,2 0-1 0 0,29 5 109 0 0,-28-1-101 0 0,3 6-2 0 0,0-1-1 0 0,-1 1 1 0 0,0 0-1 0 0,5 14 1 0 0,-5-10-426 0 0,1 0 1 0 0,1-1 0 0 0,0 1 0 0 0,16 22-1 0 0,22 13-2325 0 0,-40-45 2062 0 0,0 0 0 0 0,0-1-1 0 0,0 1 1 0 0,0-1 0 0 0,1 0 0 0 0,-1-1 0 0 0,1 1 0 0 0,8 1 0 0 0,-7-1-407 0 0,-2-2-3404 0 0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49:55.98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253 140 3072 0 0,'8'-15'1033'0'0,"-2"0"0"0"0,0-1 0 0 0,0 1 0 0 0,3-22 0 0 0,-8 31-549 0 0,-3 1-47 0 0,-6-12-42 0 0,6 13-26 0 0,-3 2-30 0 0,1 1-307 0 0,1-1 25 0 0,0 1 0 0 0,0 0 0 0 0,-1 0 1 0 0,1 1-1 0 0,0-1 0 0 0,-1 1 1 0 0,1 0-1 0 0,0 0 0 0 0,-1 0 0 0 0,1 0 1 0 0,0 0-1 0 0,-1 1 0 0 0,1-1 1 0 0,0 1-1 0 0,0 0 0 0 0,-4 1 0 0 0,-1 0 5 0 0,-24 11 219 0 0,15-3-185 0 0,1 1 0 0 0,0 1 0 0 0,0 0 1 0 0,1 1-1 0 0,-17 20 0 0 0,26-26-61 0 0,0 0 0 0 0,0 0 0 0 0,1 1 0 0 0,0 0 0 0 0,1 0 0 0 0,-5 11 0 0 0,-6 19 15 0 0,15-29-51 0 0,1-3 3 0 0,-1-1 16 0 0,2 2 72 0 0,6 20-99 0 0,-7-24 3 0 0,0 0 0 0 0,0-1-1 0 0,1 1 1 0 0,-1-1 0 0 0,1 1-1 0 0,0-1 1 0 0,-1 0 0 0 0,1 0-1 0 0,0 0 1 0 0,0 0 0 0 0,1 0 0 0 0,-1 0-1 0 0,0 0 1 0 0,1-1 0 0 0,3 3-1 0 0,-1-1 1 0 0,-2-1-4 0 0,4 0 1 0 0,0 0 7 0 0,-5-1 1 0 0,1 0-1 0 0,-1-1 1 0 0,0 1 0 0 0,1 0-1 0 0,-1-1 1 0 0,0 0-1 0 0,1 0 1 0 0,-1 1 0 0 0,1-1-1 0 0,-1-1 1 0 0,0 1 0 0 0,1 0-1 0 0,2-1 1 0 0,3 1-5 0 0,-5 0 6 0 0,0 0 0 0 0,0 0 0 0 0,0 0 1 0 0,0 0-1 0 0,0-1 0 0 0,0 1 0 0 0,0-1 1 0 0,-1 0-1 0 0,1 0 0 0 0,0 0 0 0 0,3-1 0 0 0,58-29 228 0 0,-56 26-156 0 0,-1 0 0 0 0,1-1-1 0 0,-1 1 1 0 0,-1-1 0 0 0,1-1 0 0 0,-1 1 0 0 0,0-1 0 0 0,0-1 0 0 0,6-10-1 0 0,-3 2 174 0 0,-1 1-1 0 0,-1-1 1 0 0,8-22-1 0 0,-8 9 96 0 0,-6 25-181 0 0,0-1-46 0 0,2-15-60 0 0,-2 15 599 0 0,-2 9-596 0 0,-3 6-17 0 0,1 0 0 0 0,1 1-1 0 0,-3 15 1 0 0,4 25 4 0 0,1 0 1 0 0,3-1-1 0 0,2 1 0 0 0,17 71 1 0 0,-19-105-34 0 0,106 439 2 0 0,-72-317-6 0 0,-20-75-23 0 0,-3-17-18 0 0,-3 1 0 0 0,10 77-1 0 0,-23-88 31 0 0,1-28 7 0 0,1-7-1 0 0,0-1-1 0 0,0 1 1 0 0,0 0-1 0 0,0 0 0 0 0,-1-1 1 0 0,1 1-1 0 0,0 0 1 0 0,-1-1-1 0 0,0 1 0 0 0,1-1 1 0 0,-1 1-1 0 0,0 0 1 0 0,1-1-1 0 0,-1 1 0 0 0,0-1 1 0 0,0 0-1 0 0,-2 2 1 0 0,0 1-2 0 0,-4 4-1 0 0,-2-5 9 0 0,0 1 0 0 0,0-2 0 0 0,0 1 0 0 0,-11 0 0 0 0,4-5 1 0 0,-2-4 5 0 0,1-2 0 0 0,1 0-1 0 0,-1 0 1 0 0,1-2 0 0 0,1 0-1 0 0,0-1 1 0 0,0 0 0 0 0,1-1 0 0 0,0-1-1 0 0,1 0 1 0 0,-21-27 0 0 0,25 27-51 0 0,1-1 1 0 0,-1 1 0 0 0,2-1-1 0 0,0 0 1 0 0,1-1 0 0 0,0 1 0 0 0,1-1-1 0 0,1-1 1 0 0,0 1 0 0 0,1-1 0 0 0,1 1-1 0 0,0-1 1 0 0,1 0 0 0 0,1 1 0 0 0,2-19-1 0 0,2 9-157 0 0,1 1-1 0 0,0 0 0 0 0,2 0 0 0 0,1 0 0 0 0,1 1 0 0 0,1 0 0 0 0,1 1 1 0 0,1 0-1 0 0,1 0 0 0 0,17-20 0 0 0,-3 6-1026 0 0,45-44 0 0 0,40-22-4622 0 0,-82 75 721 0 0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49:57.09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218 102 3660 0 0,'-7'-63'3815'0'0,"6"58"-2987"0"0,-1-1-164 0 0,-4-16-129 0 0,4 16 941 0 0,-4 8-1206 0 0,-16 7-26 0 0,22-9-236 0 0,-1 0 0 0 0,1 0 1 0 0,-1 1-1 0 0,1-1 1 0 0,-1 0-1 0 0,1 0 0 0 0,-1 1 1 0 0,1-1-1 0 0,-1 0 0 0 0,1 1 1 0 0,0-1-1 0 0,-1 0 1 0 0,1 1-1 0 0,0-1 0 0 0,-1 0 1 0 0,1 1-1 0 0,0-1 0 0 0,0 1 1 0 0,-1-1-1 0 0,1 1 1 0 0,0-1-1 0 0,0 1 0 0 0,0-1 1 0 0,-1 1-1 0 0,1-1 0 0 0,0 1 1 0 0,-48 137 701 0 0,-43 202 1 0 0,84-308-682 0 0,-8 33 54 0 0,13-60-64 0 0,3 1-54 0 0,0 20-42 0 0,3-29 176 0 0,4-5-113 0 0,0 0 0 0 0,0 0 0 0 0,-1-1 0 0 0,-1 0-1 0 0,1 0 1 0 0,-1 0 0 0 0,-1-1 0 0 0,7-17 0 0 0,33-96-29 0 0,-36 97 35 0 0,40-142 57 0 0,7-21 151 0 0,-54 184-115 0 0,0 2-19 0 0,10-14 148 0 0,-12 17-210 0 0,0 1 1 0 0,0-1 0 0 0,0 0 0 0 0,0 1-1 0 0,1-1 1 0 0,-1 1 0 0 0,0-1 0 0 0,0 0 0 0 0,1 1-1 0 0,-1-1 1 0 0,0 0 0 0 0,0 0 0 0 0,1 1 0 0 0,-1-1-1 0 0,0 0 1 0 0,1 0 0 0 0,-1 1 0 0 0,0-1-1 0 0,1 0 1 0 0,-1 0 0 0 0,1 0 0 0 0,-1 0 0 0 0,0 0-1 0 0,1 1 1 0 0,-1-1 0 0 0,1 0 0 0 0,0 0 1 0 0,0 0 0 0 0,-1 0 1 0 0,1 0-1 0 0,0 1 0 0 0,-1-1 1 0 0,1 0-1 0 0,0 1 0 0 0,-1-1 0 0 0,1 0 1 0 0,0 1-1 0 0,-1-1 0 0 0,1 1 1 0 0,-1-1-1 0 0,1 1 0 0 0,-1-1 1 0 0,1 1-1 0 0,-1 0 0 0 0,1-1 0 0 0,-1 1 1 0 0,0-1-1 0 0,1 1 0 0 0,-1 0 1 0 0,0-1-1 0 0,0 1 0 0 0,1 0 1 0 0,-1 0-1 0 0,60 135 408 0 0,47 93 65 0 0,-14-51-1856 0 0,-90-173 712 0 0,-3-3 489 0 0,0 0-1 0 0,0 0 1 0 0,0-1-1 0 0,1 1 1 0 0,-1 0 0 0 0,1 0-1 0 0,-1 0 1 0 0,1 0-1 0 0,0-1 1 0 0,1 4-1 0 0,0 0-1361 0 0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49:57.2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33 19 2608 0 0,'-33'-4'2456'0'0,"59"1"1194"0"0,32 0-905 0 0,-34 2-3733 0 0,262-5-151 0 0,-99 4-4242 0 0,-143 2 1470 0 0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49:57.66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19 523 2272 0 0,'0'0'6773'0'0,"4"-1"-6663"0"0,-1-1-83 0 0,0 0 0 0 0,0 0 0 0 0,0 0 0 0 0,0 0 0 0 0,-1-1 0 0 0,1 1 0 0 0,-1-1 0 0 0,0 1 0 0 0,0-1 0 0 0,4-5 0 0 0,-4 3-25 0 0,0-1-68 0 0,3-13 91 0 0,-1 0 0 0 0,-1 0 0 0 0,-1-1 1 0 0,-1-28-1 0 0,-8-86 419 0 0,-18-54 1248 0 0,24 183-1574 0 0,-5-23 252 0 0,6 29-365 0 0,0-1 1 0 0,0 0-1 0 0,0 1 1 0 0,0-1-1 0 0,0 0 1 0 0,0 1-1 0 0,0-1 1 0 0,0 1-1 0 0,0-1 1 0 0,0 0-1 0 0,0 1 1 0 0,0-1-1 0 0,0 0 1 0 0,0 1-1 0 0,-1-1 1 0 0,1 0-1 0 0,0 1 1 0 0,0-1-1 0 0,0 0 1 0 0,-1 1-1 0 0,1-1 1 0 0,0 0-1 0 0,0 0 1 0 0,-1 1-1 0 0,1-1 0 0 0,0 0 1 0 0,-1 0-1 0 0,1 0 1 0 0,0 1-1 0 0,-1-1 1 0 0,0 1 1 0 0,0-1 0 0 0,0 1 1 0 0,1-1-1 0 0,-1 1 0 0 0,0-1 0 0 0,0 1 0 0 0,1 0 1 0 0,-1 0-1 0 0,1-1 0 0 0,-1 1 0 0 0,0 0 0 0 0,1 0 1 0 0,-1 0-1 0 0,1 0 0 0 0,0 0 0 0 0,-1-1 1 0 0,1 1-1 0 0,0 0 0 0 0,0 0 0 0 0,-1 0 0 0 0,1 0 1 0 0,0 2-1 0 0,-8 42 151 0 0,2 6-118 0 0,2 1 0 0 0,6 100 0 0 0,-1-130-272 0 0,2 0 1 0 0,0 0 0 0 0,2-1-1 0 0,0 0 1 0 0,1 0-1 0 0,1 0 1 0 0,2-1-1 0 0,-1 0 1 0 0,2 0 0 0 0,14 20-1 0 0,-16-29-126 0 0,0-1-1 0 0,0 0 0 0 0,1-1 1 0 0,1 0-1 0 0,-1 0 1 0 0,20 12-1 0 0,-22-16-202 0 0,1-1-1 0 0,-1 0 1 0 0,1-1 0 0 0,0 0 0 0 0,0 0-1 0 0,1-1 1 0 0,14 3 0 0 0,24 1-2605 0 0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49:58.24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250 86 2648 0 0,'0'-6'1273'0'0,"1"-3"-442"0"0,-1 1 1 0 0,0-1-1 0 0,-4-17 0 0 0,3 21-334 0 0,-19-14 551 0 0,-6 16-555 0 0,20 3-279 0 0,6 0-201 0 0,-1 1 0 0 0,1 0 0 0 0,-1-1 0 0 0,0 1 0 0 0,1 0 1 0 0,-1-1-1 0 0,0 1 0 0 0,0-1 0 0 0,1 1 0 0 0,-1-1 0 0 0,0 1 1 0 0,0-1-1 0 0,0 0 0 0 0,0 1 0 0 0,0-1 0 0 0,1 0 0 0 0,-1 0 1 0 0,0 0-1 0 0,0 0 0 0 0,-1 0 0 0 0,0 0 0 0 0,0 1 0 0 0,1-1 0 0 0,-1 0 0 0 0,1 0 0 0 0,-1 1 0 0 0,0-1 0 0 0,1 1 0 0 0,-1 0 0 0 0,1-1 0 0 0,-1 1 0 0 0,1 0 0 0 0,-1 0-1 0 0,1 0 1 0 0,0 0 0 0 0,0 0 0 0 0,-2 2 0 0 0,0-1 2 0 0,-6 5 29 0 0,1 0 1 0 0,0 0-1 0 0,0 1 1 0 0,0 0-1 0 0,1 1 0 0 0,1-1 1 0 0,0 1-1 0 0,-9 16 0 0 0,11-17-26 0 0,-10 26 86 0 0,10-21-90 0 0,1 0 1 0 0,0 1 0 0 0,1-1 0 0 0,1 0-1 0 0,0 1 1 0 0,1-1 0 0 0,3 26 0 0 0,-2-35-19 0 0,2 1 4 0 0,10 15-21 0 0,-9-15-10 0 0,1-3 10 0 0,-1 0 19 0 0,1 0 1 0 0,-1 0-1 0 0,1-1 0 0 0,0 1 1 0 0,-1-1-1 0 0,1-1 0 0 0,0 1 1 0 0,0-1-1 0 0,0 1 0 0 0,0-2 1 0 0,0 1-1 0 0,0 0 1 0 0,-1-1-1 0 0,1 0 0 0 0,0 0 1 0 0,0 0-1 0 0,-1-1 0 0 0,8-2 1 0 0,39-30 281 0 0,-45 29-206 0 0,-1 0 0 0 0,0 0 0 0 0,0-1 0 0 0,0 0-1 0 0,0 0 1 0 0,-1 0 0 0 0,0 0 0 0 0,5-10 0 0 0,-6 10-38 0 0,2-2 122 0 0,4-12 117 0 0,-4 1 12 0 0,2-3-137 0 0,-6 16-12 0 0,0 1-23 0 0,3-18-25 0 0,-3 18 526 0 0,-2 10-577 0 0,-2 6-34 0 0,1 0 0 0 0,0 0 0 0 0,1 0 0 0 0,0 1 0 0 0,1-1 0 0 0,0 0 0 0 0,3 15 0 0 0,16 89 147 0 0,-12-83-120 0 0,9 50-155 0 0,12 62-1235 0 0,16 213 0 0 0,-43-336 1221 0 0,-1-19 130 0 0,1 0 1 0 0,-1-1-1 0 0,0 1 1 0 0,-1 0-1 0 0,1 0 1 0 0,0 0-1 0 0,0 0 1 0 0,-1-1-1 0 0,1 1 1 0 0,-1 0-1 0 0,1 0 1 0 0,-2 2-1 0 0,-1 2-39 0 0,2-3 48 0 0,1 0 6 0 0,-1 0-1 0 0,0 0 1 0 0,0 0-1 0 0,0 0 1 0 0,0 0-1 0 0,-1 0 1 0 0,1-1 0 0 0,-1 1-1 0 0,0 0 1 0 0,1-1-1 0 0,-1 0 1 0 0,0 1-1 0 0,-1-1 1 0 0,1 0-1 0 0,0 0 1 0 0,-1 0 0 0 0,1 0-1 0 0,-5 2 1 0 0,-6 0 160 0 0,-1 0 0 0 0,-22 3 0 0 0,22-7-106 0 0,0-1 0 0 0,0 0 0 0 0,-1-1 0 0 0,1-1 0 0 0,1 0 0 0 0,-1-1 0 0 0,0 0 0 0 0,1-1 0 0 0,-19-10 0 0 0,28 13-34 0 0,-7-3 6 0 0,1 0 0 0 0,0 0 0 0 0,0-1 0 0 0,1 0 0 0 0,0-1 0 0 0,0 0 0 0 0,0-1 0 0 0,1 1 0 0 0,0-2 0 0 0,0 1 0 0 0,1-1 0 0 0,0 0 0 0 0,-9-16 0 0 0,15 22-44 0 0,-1 0 0 0 0,1 0 0 0 0,0 1 0 0 0,0-1 0 0 0,0 0 0 0 0,0 0 0 0 0,1 0 0 0 0,-1 0 0 0 0,1 0 1 0 0,0-5-1 0 0,-1-1-37 0 0,2-9-169 0 0,4-2-31 0 0,2 0 0 0 0,0 1 0 0 0,1 0 0 0 0,1 1 0 0 0,1-1 0 0 0,0 2 0 0 0,14-18 0 0 0,10-5-1320 0 0,3 1 1 0 0,1 2-1 0 0,54-42 0 0 0,-43 44-2058 0 0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49:58.8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248 121 2040 0 0,'12'-23'1215'0'0,"-10"18"607"0"0,-3 0-1149 0 0,-4-19 427 0 0,5 23-1073 0 0,0 1 0 0 0,0-1-1 0 0,-1 1 1 0 0,1 0 0 0 0,0-1 0 0 0,-1 1-1 0 0,1-1 1 0 0,0 1 0 0 0,-1 0 0 0 0,1-1 0 0 0,-1 1-1 0 0,1 0 1 0 0,-1 0 0 0 0,1-1 0 0 0,0 1 0 0 0,-1 0-1 0 0,1 0 1 0 0,-1 0 0 0 0,1 0 0 0 0,-1-1-1 0 0,1 1 1 0 0,-1 0 0 0 0,1 0 0 0 0,-2 0 0 0 0,2 0 5 0 0,-1 0 1 0 0,1 0 0 0 0,-1 0 0 0 0,1 0 0 0 0,-1 0-1 0 0,1 0 1 0 0,-1 0 0 0 0,1-1 0 0 0,-1 1 0 0 0,1 0 0 0 0,0 0-1 0 0,-1 0 1 0 0,1-1 0 0 0,-1 1 0 0 0,1 0 0 0 0,-1-1 0 0 0,1 1-1 0 0,0 0 1 0 0,-1-1 0 0 0,1 1 0 0 0,0 0 0 0 0,-1-1-1 0 0,1 1 1 0 0,0-1 0 0 0,-9 1 239 0 0,4 1-238 0 0,-2-1 45 0 0,1 0-1 0 0,-1 1 1 0 0,0 0 0 0 0,1 0 0 0 0,0 1 0 0 0,-1 0 0 0 0,1 0-1 0 0,0 0 1 0 0,-10 6 0 0 0,9-5-27 0 0,4-2-27 0 0,1 0 0 0 0,-1 1 0 0 0,0-1 0 0 0,0 1 0 0 0,1-1 0 0 0,-1 1 0 0 0,1 0 0 0 0,-5 4 0 0 0,3-2 11 0 0,-8 6 24 0 0,1 0 1 0 0,1 0 0 0 0,-1 1 0 0 0,2 1 0 0 0,-1 0-1 0 0,-7 13 1 0 0,-3 21-4 0 0,19-39-50 0 0,-1-2 5 0 0,1 1 8 0 0,-2 27 8 0 0,3-32-29 0 0,0 1 1 0 0,1 0-1 0 0,-1 0 1 0 0,0-1-1 0 0,1 1 1 0 0,-1 0-1 0 0,1-1 0 0 0,0 1 1 0 0,-1-1-1 0 0,1 1 1 0 0,1 2-1 0 0,1 0 0 0 0,-3-3 1 0 0,1 0 0 0 0,-1 1 0 0 0,1-1 0 0 0,-1 0 1 0 0,1 0-1 0 0,0 1 0 0 0,0-1 0 0 0,-1 0 0 0 0,1 0 0 0 0,0 0 0 0 0,0 0 0 0 0,0 0 0 0 0,0 0 0 0 0,0-1 0 0 0,0 1 0 0 0,0 0 0 0 0,0 0 0 0 0,1-1 0 0 0,1 2 0 0 0,0-1 4 0 0,1 3 15 0 0,1-3-6 0 0,18 5-6 0 0,-18-4 60 0 0,3-3-51 0 0,22-1 7 0 0,-22 1 6 0 0,-3-1 4 0 0,15-7-19 0 0,-16 7 3 0 0,-1-2 8 0 0,9-12-1 0 0,-9 12 10 0 0,-1-2-6 0 0,4-59 108 0 0,-6 58-146 0 0,0 0 21 0 0,-3-23-4 0 0,2 23-12 0 0,2-1 11 0 0,3-22-7 0 0,-3 23-19 0 0,1 1-17 0 0,-1 3 38 0 0,0-1-13 0 0,0 1-1 0 0,0 0 1 0 0,0 0 0 0 0,0-1 0 0 0,1 1 0 0 0,-1 0 0 0 0,1 0 0 0 0,0 0 0 0 0,0 0-1 0 0,0 0 1 0 0,0 1 0 0 0,1-1 0 0 0,-1 1 0 0 0,0-1 0 0 0,6-3 0 0 0,9-2-30 0 0,-12 6 8 0 0,2 0 12 0 0,27-2 3 0 0,-25 5 17 0 0,0 0 1 0 0,-1 0-1 0 0,1 1 0 0 0,-1 0 1 0 0,14 5-1 0 0,-20-7 2 0 0,5 3-10 0 0,-1 0 0 0 0,1 1-1 0 0,-1-1 1 0 0,0 1 0 0 0,0 0 0 0 0,0 0 0 0 0,0 1 0 0 0,8 9 0 0 0,-10-10-3 0 0,8 6-8 0 0,-10-9 21 0 0,-1 1 0 0 0,1-1 0 0 0,-1 1 1 0 0,1-1-1 0 0,-1 1 0 0 0,1-1 0 0 0,-1 1 0 0 0,0 0 0 0 0,0 0 1 0 0,0-1-1 0 0,0 1 0 0 0,0 0 0 0 0,1 4 0 0 0,-1-3 4 0 0,17 52-37 0 0,-17-49 32 0 0,-1 2 15 0 0,0-4-3 0 0,0 2 25 0 0,0 0 0 0 0,-1 0 0 0 0,1 0 0 0 0,-1 0 0 0 0,-1 0 0 0 0,1 0 0 0 0,-1-1 1 0 0,0 1-1 0 0,-3 6 0 0 0,-4 5 134 0 0,6-12 10 0 0,0-2 8 0 0,-12 12 30 0 0,12-11 10 0 0,1-4-197 0 0,1 0-1 0 0,0 1 1 0 0,-1-1 0 0 0,1 1-1 0 0,0-1 1 0 0,0 1-1 0 0,-1-1 1 0 0,1 1-1 0 0,0 0 1 0 0,0 0-1 0 0,0-1 1 0 0,-2 3-1 0 0,1-1 41 0 0,-2 0 586 0 0,0-4-497 0 0,-13-4-36 0 0,12 5 65 0 0,4-5-121 0 0,1-4-110 0 0,0 1 1 0 0,1-1-1 0 0,-1 1 1 0 0,2-1-1 0 0,0 1 1 0 0,0 0-1 0 0,0-1 1 0 0,5-10 0 0 0,5-4-815 0 0,2 1 1 0 0,0 0 0 0 0,1 0 0 0 0,1 2 0 0 0,1 0 0 0 0,1 0 0 0 0,0 2 0 0 0,34-26 0 0 0,-24 26-1046 0 0,-21 16 1288 0 0,-1 0-2056 0 0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49:59.01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16 3388 0 0,'10'-5'190'0'0,"-8"4"-105"0"0,0 0 0 0 0,-1 0 0 0 0,1 0 0 0 0,0 0 0 0 0,0 0 0 0 0,0 1 0 0 0,0-1 0 0 0,0 1-1 0 0,0-1 1 0 0,3 1 1107 0 0,1-1-653 0 0,18 0 34 0 0,-18 1 263 0 0,-3 3-454 0 0,-1-1-289 0 0,0 0 0 0 0,0 1 1 0 0,0 0-1 0 0,0-1 0 0 0,0 1 1 0 0,0 0-1 0 0,-1 0 0 0 0,1 0 1 0 0,-1 0-1 0 0,0 0 0 0 0,0 0 1 0 0,0 0-1 0 0,-1 1 1 0 0,1-1-1 0 0,0 6 0 0 0,23 234 911 0 0,-23-235-1029 0 0,4 17-27 0 0,2-4-167 0 0,-3-10-470 0 0,0-1 1 0 0,1 0-1 0 0,0 0 0 0 0,1 0 0 0 0,8 10 0 0 0,-11-16-1526 0 0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49:59.41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305 9 2168 0 0,'-8'-1'1267'0'0,"-2"-2"-900"0"0,7 2-191 0 0,-1 0 0 0 0,0 0 1 0 0,0 1-1 0 0,0-1 0 0 0,0 1 0 0 0,0 0 0 0 0,0 0 0 0 0,-5 1 0 0 0,-1-1 83 0 0,-30 3 813 0 0,30-3-901 0 0,-31 8 554 0 0,32-7-605 0 0,5 0-53 0 0,-1 0 0 0 0,1 0 0 0 0,0 0 0 0 0,0 0 0 0 0,0 0 0 0 0,1 1 0 0 0,-8 3 0 0 0,-12 8 400 0 0,-36 25 1 0 0,55-35-347 0 0,2 3-27 0 0,-6 16-13 0 0,6-16-4 0 0,3 0-15 0 0,0-3-51 0 0,-1 0-6 0 0,1 0 0 0 0,-1 0 0 0 0,1-1 0 0 0,-1 1 0 0 0,1 0 0 0 0,0 0 0 0 0,0 0 0 0 0,1-1 0 0 0,-1 1 0 0 0,1 0 0 0 0,-1-1 0 0 0,1 0 0 0 0,0 1 0 0 0,0-1 0 0 0,0 0 0 0 0,0 0 1 0 0,3 3-1 0 0,-2-3-1 0 0,2 2 5 0 0,1-1 1 0 0,0 0 0 0 0,0 0-1 0 0,0 0 1 0 0,0 0 0 0 0,13 2 0 0 0,3 0-14 0 0,-18-4 7 0 0,-1 0 1 0 0,1 0 0 0 0,-1-1 0 0 0,1 1-1 0 0,-1-1 1 0 0,1 0 0 0 0,-1 0 0 0 0,1 0 0 0 0,3-1-1 0 0,3 0 13 0 0,-2 0 46 0 0,0 1 0 0 0,-1-1 0 0 0,1 0 0 0 0,0-1 1 0 0,-1 1-1 0 0,13-6 0 0 0,-12 4-8 0 0,-3 2 9 0 0,0-1 0 0 0,0-1 0 0 0,-1 1 0 0 0,1-1 0 0 0,0 0 0 0 0,-1 0 0 0 0,0 0 0 0 0,0-1 0 0 0,5-4 0 0 0,-2 2 11 0 0,-5 4-53 0 0,1-1 0 0 0,-1 1 0 0 0,0 0 0 0 0,0-1 1 0 0,0 1-1 0 0,0-1 0 0 0,-1 0 0 0 0,1 0 0 0 0,-1 0 0 0 0,1 0 1 0 0,-1 0-1 0 0,0 0 0 0 0,0 0 0 0 0,-1 0 0 0 0,1 0 0 0 0,0 0 1 0 0,-1-1-1 0 0,0 1 0 0 0,0-6 0 0 0,-7-21 64 0 0,6 24-57 0 0,-2 3-6 0 0,-9-12-1 0 0,9 11-8 0 0,-2 4-42 0 0,-16-3-70 0 0,15 3-114 0 0,2 3-50 0 0,0 1-35 0 0,0 0 1 0 0,0 0 0 0 0,1 1 0 0 0,-1 0-1 0 0,1 0 1 0 0,0 0 0 0 0,-3 6-1 0 0,4-6-755 0 0,2 2-268 0 0,3 20-991 0 0,-2-20-1627 0 0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49:59.6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28 4244 0 0,'0'0'2441'0'0,"2"-4"-1716"0"0,5-15 81 0 0,-6 14 2684 0 0,-3 10-3208 0 0,-2 10-151 0 0,0 0-1 0 0,1 0 1 0 0,1 0 0 0 0,0 0 0 0 0,1 0 0 0 0,1 1 0 0 0,2 19-1 0 0,-2 25-29 0 0,0-11-320 0 0,8 50-1 0 0,-4-54-612 0 0,1-8-486 0 0,-4-31 444 0 0,1 0-223 0 0,3 19-393 0 0,-4-19-1109 0 0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49:59.80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22 166 2708 0 0,'0'0'1408'0'0,"-3"-4"-60"0"0,-9-9-194 0 0,9 9 1349 0 0,0-20-1498 0 0,2 19-677 0 0,2 5-314 0 0,-1 0 0 0 0,1 0 0 0 0,-1 0 0 0 0,1 0 0 0 0,0-1 0 0 0,-1 1 0 0 0,0 0 0 0 0,1 0 0 0 0,-1 0 0 0 0,1 0 0 0 0,-1-1 0 0 0,1 1 0 0 0,-1 0 0 0 0,1 0 0 0 0,-1-1 0 0 0,1 1 0 0 0,-1 0 0 0 0,0-1 0 0 0,1 1 0 0 0,-1 0 0 0 0,0-1 0 0 0,1 1 0 0 0,-1-1 0 0 0,0 1-1 0 0,1-1 1 0 0,0 0-4 0 0,0-1 0 0 0,0 1 0 0 0,0 0 0 0 0,0 0 0 0 0,0 0 0 0 0,0 0 0 0 0,0 0 0 0 0,0 0 0 0 0,0 0 0 0 0,1 1 0 0 0,-1-1 0 0 0,0 0 0 0 0,2 0 0 0 0,62-22-347 0 0,18-2-1165 0 0,23-9-3536 0 0,-74 22 998 0 0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00.18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46 32 3940 0 0,'-1'-5'1240'0'0,"-1"-1"-796"0"0,-2-4-139 0 0,3 0 3657 0 0,-3 13-3671 0 0,-15 12-34 0 0,19-15-248 0 0,-1 1 0 0 0,1-1 0 0 0,0 0 0 0 0,-1 1 0 0 0,1-1 0 0 0,0 0 0 0 0,-1 1 0 0 0,1-1 1 0 0,0 0-1 0 0,-1 1 0 0 0,1-1 0 0 0,0 0 0 0 0,0 1 0 0 0,0-1 0 0 0,-1 1 0 0 0,1-1 0 0 0,0 1 0 0 0,0-1 0 0 0,0 1 0 0 0,0-1 0 0 0,0 0 0 0 0,0 1 0 0 0,0-1 1 0 0,0 1-1 0 0,-7 74 555 0 0,5 37-137 0 0,1-41-154 0 0,1 5-68 0 0,1-69-86 0 0,-1 3 143 0 0,0 0 0 0 0,1 0 1 0 0,0 0-1 0 0,5 17 0 0 0,-4-22 184 0 0,4-6-374 0 0,21-5-3 0 0,-26 5-64 0 0,0 1 0 0 0,0 0 0 0 0,0 0 0 0 0,1 0 0 0 0,-1-1 1 0 0,0 1-1 0 0,0 0 0 0 0,0-1 0 0 0,0 1 0 0 0,0-1 0 0 0,0 1 0 0 0,0-1 0 0 0,0 0 0 0 0,0 0 1 0 0,0 1-1 0 0,0-1 0 0 0,0 0 0 0 0,0 0 0 0 0,1-1 0 0 0,11-13 78 0 0,3 0-38 0 0,1 1 0 0 0,0 1 0 0 0,1 0 0 0 0,0 2 0 0 0,1 0 1 0 0,35-15-1 0 0,-52 25-48 0 0,0 0-1 0 0,1 1 1 0 0,-1-1 0 0 0,0 0 0 0 0,0 1 0 0 0,0 0 0 0 0,1-1 0 0 0,-1 1 0 0 0,0 0-1 0 0,0 0 1 0 0,3 1 0 0 0,2 0-7 0 0,6 1-22 0 0,-5 0 20 0 0,-6-2 7 0 0,1 0 0 0 0,-1 1 0 0 0,1 0 0 0 0,-1 0 0 0 0,1 0 0 0 0,-1 0-1 0 0,1 0 1 0 0,-1 0 0 0 0,0 0 0 0 0,0 1 0 0 0,0-1 0 0 0,0 1 0 0 0,3 2 0 0 0,1 1-87 0 0,1 1 0 0 0,-1 0 1 0 0,0 1-1 0 0,-1-1 0 0 0,1 1 0 0 0,-1 0 0 0 0,-1 0 0 0 0,1 1 1 0 0,-1-1-1 0 0,-1 1 0 0 0,1 0 0 0 0,-1 0 0 0 0,3 12 1 0 0,-5-3-519 0 0,1-1 0 0 0,-2 1 0 0 0,0-1 0 0 0,-1 1 0 0 0,-1-1 0 0 0,0 0 0 0 0,-1 1 0 0 0,-1-1 0 0 0,-1-1 0 0 0,0 1 0 0 0,-1 0 0 0 0,-13 23 0 0 0,-16 28-4625 0 0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01.86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35 164 3460 0 0,'0'0'1104'0'0,"-7"0"-79"0"0,-2-2-714 0 0,-10 0 3053 0 0,53-7-3249 0 0,1 1-1 0 0,-1 2 0 0 0,1 2 1 0 0,65-1-1 0 0,-20 1 88 0 0,1354-66 2204 0 0,-475 38-4731 0 0,-916 31 2076 0 0,275-14-5164 0 0,-236 10 996 0 0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02.16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68 3308 0 0,'8'0'1319'0'0,"44"-5"822"0"0,1020-57 4462 0 0,14 76-8195 0 0,-774-14-4585 0 0,-225 0 615 0 0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02.39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0 194 3452 0 0,'8'-2'982'0'0,"116"-20"3091"0"0,-37 5-2769 0 0,316-59 2306 0 0,0 22-5243 0 0,-353 47 0 0 0,-20 1-2959 0 0,11-3-931 0 0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05.2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42 32 8189 0 0,'0'0'2468'0'0,"-13"-20"-3164"0"0,-15 9-4809 0 0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06.1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73 3792 0 0,'-2'-6'1709'0'0,"-16"-43"3117"0"0,16 45-2785 0 0,0-1-1578 0 0,-2-4 1037 0 0,3 14-533 0 0,7 32-164 0 0,11 43-478 0 0,62 189 750 0 0,-77-264-1066 0 0,0 0-18 0 0,3 17 15 0 0,0-1 105 0 0,-8-48-139 0 0,-7-39-56 0 0,-19-106-184 0 0,14 104 204 0 0,14 63 88 0 0,-5-21-14 0 0,5 21 21 0 0,-1 10-20 0 0,0 10-123 0 0,0 0-1 0 0,1 1 1 0 0,1-1 0 0 0,0 0-1 0 0,4 24 1 0 0,0 5-1126 0 0,-3-36 732 0 0,0 0 0 0 0,0-1-1 0 0,1 1 1 0 0,4 11 0 0 0,-4-11 109 0 0,-1-4-385 0 0,2 1-78 0 0,9 16-202 0 0,-9-15-212 0 0,1-4-219 0 0,14 10-1051 0 0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06.5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148 47 2668 0 0,'0'0'1485'0'0,"0"-6"-240"0"0,-1-15-214 0 0,0 16 1334 0 0,0 5-2277 0 0,0-1 0 0 0,0 0 0 0 0,-1 1 1 0 0,1-1-1 0 0,0 0 0 0 0,0 1 0 0 0,0-1 0 0 0,-1 0 0 0 0,1 0 0 0 0,0 0 0 0 0,0 0 1 0 0,0-2-1 0 0,0 3 39 0 0,-2-3 891 0 0,2 4-955 0 0,-1 0-1 0 0,1 0 1 0 0,0 0-1 0 0,-1 0 1 0 0,1 0-1 0 0,-1 0 1 0 0,1 0 0 0 0,-1-1-1 0 0,1 1 1 0 0,-1 0-1 0 0,1-1 1 0 0,-3 1-1 0 0,3-1 34 0 0,-3 2 340 0 0,1 3-19 0 0,-4 7-31 0 0,1 1 1 0 0,0 0 0 0 0,-7 26 0 0 0,12-34-190 0 0,2 3-25 0 0,0-3-148 0 0,-1 0 7 0 0,0 1 1 0 0,1-1 0 0 0,0 0 0 0 0,0 0-1 0 0,0 0 1 0 0,0 1 0 0 0,1-1-1 0 0,0-1 1 0 0,0 1 0 0 0,1 0 0 0 0,2 5-1 0 0,0-4-42 0 0,1 1 0 0 0,-1-1 0 0 0,1-1-1 0 0,0 1 1 0 0,0-1 0 0 0,1 0 0 0 0,0 0 0 0 0,0-1-1 0 0,0 0 1 0 0,0 0 0 0 0,0-1 0 0 0,1 0-1 0 0,0 0 1 0 0,-1 0 0 0 0,1-1 0 0 0,0-1-1 0 0,0 1 1 0 0,0-1 0 0 0,13 0 0 0 0,41 0-24 0 0,-55-1 44 0 0,21-3 17 0 0,-23 3 148 0 0,-9 2-130 0 0,-28 22-26 0 0,0 0 0 0 0,2 2 0 0 0,1 2 0 0 0,1 0 0 0 0,1 2 0 0 0,2 1 0 0 0,1 1 0 0 0,1 1 0 0 0,-35 70 0 0 0,55-98-110 0 0,0 2-268 0 0,-1-1 0 0 0,1 1 1 0 0,0-1-1 0 0,1 1 0 0 0,0 0 0 0 0,0 0 0 0 0,0 0 0 0 0,1 0 0 0 0,0 0 1 0 0,0 1-1 0 0,1-1 0 0 0,0 13 0 0 0,1-14-251 0 0,0 7 6 0 0,7 2-3254 0 0,7 7-1597 0 0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08.4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5 126 3260 0 0,'0'0'4083'0'0,"-1"-5"-3641"0"0,0-16-224 0 0,1 16 3207 0 0,0 0-3323 0 0,10-42 643 0 0,-8 43-240 0 0,4-17-423 0 0,-4 16 369 0 0,-24-8-13724 0 0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08.9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64 4772 0 0,'24'-46'5542'0'0,"-22"42"-3460"0"0,0 1-1604 0 0,-2 2-430 0 0,0 0 1 0 0,1 1 0 0 0,-1-1-1 0 0,0 1 1 0 0,0-1 0 0 0,1 1-1 0 0,-1-1 1 0 0,0 1-1 0 0,1 0 1 0 0,-1-1 0 0 0,0 1-1 0 0,1-1 1 0 0,-1 1 0 0 0,1-1-1 0 0,-1 1 1 0 0,1 0-1 0 0,-1 0 1 0 0,1-1 0 0 0,-1 1-1 0 0,1 0 1 0 0,-1 0-1 0 0,1-1 1 0 0,-1 1 0 0 0,1 0-1 0 0,0 0 1 0 0,0 2 30 0 0,0 0 1 0 0,0 1-1 0 0,-1-1 0 0 0,1 0 1 0 0,-1 1-1 0 0,1-1 0 0 0,-1 0 1 0 0,0 1-1 0 0,0-1 0 0 0,0 4 1 0 0,0 73 441 0 0,1 45-178 0 0,-1 9-853 0 0,-3-107-1267 0 0,-9 44-1 0 0,10-60 1171 0 0,-1 6-172 0 0,-5 7-3452 0 0,-5 13-1922 0 0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09.3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111 291 2804 0 0,'3'-14'369'0'0,"1"1"0"0"0,1 0-1 0 0,0 0 1 0 0,1 1 0 0 0,0 0-1 0 0,1 0 1 0 0,0 0 0 0 0,1 1 0 0 0,1 0-1 0 0,-1 0 1 0 0,14-11 0 0 0,-8 9-99 0 0,1 0 0 0 0,1 2 1 0 0,0 0-1 0 0,0 0 0 0 0,1 2 0 0 0,1 0 1 0 0,25-9-1 0 0,-15 9-62 0 0,0 1 1 0 0,0 1-1 0 0,1 1 0 0 0,0 2 1 0 0,0 1-1 0 0,0 1 0 0 0,0 1 1 0 0,0 2-1 0 0,0 1 0 0 0,49 10 0 0 0,-50-5-97 0 0,-1 2 0 0 0,1 0 0 0 0,-1 2 0 0 0,-1 1 0 0 0,0 1 0 0 0,-1 2 0 0 0,0 0 0 0 0,-1 2 0 0 0,-1 0 0 0 0,-1 2 0 0 0,0 0 0 0 0,-2 1 0 0 0,34 43-1 0 0,-43-47-71 0 0,1 1 1 0 0,-2 0-1 0 0,0 1 0 0 0,-1 1 0 0 0,-1-1 0 0 0,-1 1 0 0 0,-1 1 0 0 0,8 38 0 0 0,-11-40-8 0 0,-2-1 1 0 0,0 0 0 0 0,-1 1-1 0 0,-1-1 1 0 0,0 0 0 0 0,-2 0 0 0 0,0 1-1 0 0,0-1 1 0 0,-2-1 0 0 0,0 1 0 0 0,-11 23-1 0 0,4-18 30 0 0,0-1 0 0 0,-1 0-1 0 0,-2 0 1 0 0,0-1 0 0 0,-1-1-1 0 0,-1-1 1 0 0,-1 0 0 0 0,0-1-1 0 0,-1-1 1 0 0,-1-1 0 0 0,0-1 0 0 0,-27 14-1 0 0,2-4-21 0 0,-1-2 0 0 0,0-2 0 0 0,-2-2 0 0 0,0-2 0 0 0,-52 10 0 0 0,59-17-23 0 0,-1-2 0 0 0,0-2 0 0 0,0-2-1 0 0,-58-2 1 0 0,83-2-83 0 0,0 0 0 0 0,0-1 0 0 0,1-1 0 0 0,-1-1 0 0 0,1 0 0 0 0,0-1 0 0 0,0-1 0 0 0,1 0 0 0 0,-1-2 0 0 0,1 1 0 0 0,1-2 0 0 0,0 0 0 0 0,-25-20 0 0 0,33 23-34 0 0,0 0 0 0 0,0-1-1 0 0,0 0 1 0 0,1 0-1 0 0,0 0 1 0 0,1-1 0 0 0,-1 0-1 0 0,1 0 1 0 0,1 0 0 0 0,0 0-1 0 0,0 0 1 0 0,0-1 0 0 0,1 1-1 0 0,0-1 1 0 0,1 0-1 0 0,0 1 1 0 0,0-1 0 0 0,1 0-1 0 0,0 0 1 0 0,1 0 0 0 0,0 1-1 0 0,0-1 1 0 0,5-15 0 0 0,-1 7-205 0 0,1 0 1 0 0,1 0 0 0 0,1 0 0 0 0,0 1 0 0 0,2 0-1 0 0,-1 1 1 0 0,2 0 0 0 0,0 0 0 0 0,1 1 0 0 0,21-20-1 0 0,-8 11-1018 0 0,1 2-1 0 0,34-21 0 0 0,3 4-3002 0 0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09.9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65 171 3028 0 0,'0'0'9188'0'0,"4"3"-9036"0"0,-1-1-116 0 0,1-1 0 0 0,-1 1 0 0 0,1-1 0 0 0,-1 0 0 0 0,1 0 0 0 0,-1 0 0 0 0,1 0 0 0 0,0-1-1 0 0,0 1 1 0 0,-1-1 0 0 0,1 0 0 0 0,0 0 0 0 0,0 0 0 0 0,-1-1 0 0 0,1 1 0 0 0,4-2 0 0 0,6 0 81 0 0,-1-1 0 0 0,1 0 0 0 0,-1-1 1 0 0,0 0-1 0 0,0-1 0 0 0,18-10 0 0 0,-7-3-44 0 0,-20 15-41 0 0,-3 1-30 0 0,0 1 1 0 0,0-1-1 0 0,0 0 1 0 0,-1 1-1 0 0,2-1 1 0 0,-1 0-1 0 0,0 1 1 0 0,0-1-1 0 0,0 1 0 0 0,1 0 1 0 0,-1-1-1 0 0,2 0 1 0 0,-2 1 0 0 0,2-3 13 0 0,-2-1-10 0 0,2-15-20 0 0,-3 19 14 0 0,0 0-1 0 0,0-1 1 0 0,0 1-1 0 0,0-1 0 0 0,0 1 1 0 0,0 0-1 0 0,0-1 1 0 0,-1 1-1 0 0,1 0 1 0 0,0-1-1 0 0,-1 1 0 0 0,1 0 1 0 0,-1-1-1 0 0,1 1 1 0 0,-1 0-1 0 0,0 0 0 0 0,1 0 1 0 0,-3-3-1 0 0,1 2-1 0 0,2 0 1 0 0,0 1 1 0 0,-1 0 0 0 0,1 0-1 0 0,-1 0 1 0 0,1 0-1 0 0,-1 0 1 0 0,0 0-1 0 0,1-1 1 0 0,-1 1-1 0 0,0 1 1 0 0,0-1 0 0 0,0 0-1 0 0,0 0 1 0 0,0 0-1 0 0,1 0 1 0 0,-3-1-1 0 0,-1 0 3 0 0,1-1 4 0 0,3 3-5 0 0,-1 0-1 0 0,0 0 1 0 0,1 0 0 0 0,-1 0 0 0 0,0 0-1 0 0,1 0 1 0 0,-1 0 0 0 0,0 0 0 0 0,1 0-1 0 0,-1 0 1 0 0,0-1 0 0 0,1 1 0 0 0,-1 0 0 0 0,1 0-1 0 0,-1-1 1 0 0,0 1 0 0 0,1-1 0 0 0,-1 1-1 0 0,1 0 1 0 0,-1-1 0 0 0,1 1 0 0 0,-1-1-1 0 0,1 1 1 0 0,-1-1 0 0 0,0 0 0 0 0,0 0 0 0 0,0 0-1 0 0,1 0 1 0 0,-1 0 0 0 0,0 0 0 0 0,0 1 0 0 0,0-1 0 0 0,-1 0 0 0 0,1 1 0 0 0,0-1-1 0 0,0 1 1 0 0,0-1 0 0 0,0 1 0 0 0,-1 0 0 0 0,1-1 0 0 0,0 1 0 0 0,0 0 0 0 0,-1 0 0 0 0,1 0-1 0 0,-2 0 1 0 0,-2-1 2 0 0,-1 0-2 0 0,0 0 1 0 0,1 1-1 0 0,-1 0 1 0 0,0 0-1 0 0,1 0 1 0 0,-1 1-1 0 0,1-1 1 0 0,-1 1-1 0 0,1 1 0 0 0,-9 2 1 0 0,-47 27-20 0 0,44-21 59 0 0,15-9-35 0 0,0 0-1 0 0,0 1 0 0 0,0-1 1 0 0,0 1-1 0 0,0 0 1 0 0,0-1-1 0 0,0 1 0 0 0,0 0 1 0 0,1 0-1 0 0,-1 0 0 0 0,-1 3 1 0 0,0-1 9 0 0,-2 2 11 0 0,-14 22 128 0 0,15-21-99 0 0,0 0 1 0 0,1 1 0 0 0,0-1-1 0 0,1 1 1 0 0,0-1 0 0 0,0 1 0 0 0,1 0-1 0 0,-1 0 1 0 0,2 0 0 0 0,-1 0-1 0 0,1 0 1 0 0,0 0 0 0 0,1 0-1 0 0,2 11 1 0 0,-3-17-40 0 0,1 0-1 0 0,-1 0 1 0 0,1 0 0 0 0,-1 0-1 0 0,1 0 1 0 0,0-1-1 0 0,-1 1 1 0 0,1 0 0 0 0,0 0-1 0 0,0-1 1 0 0,1 1 0 0 0,-1-1-1 0 0,3 4 1 0 0,0-1 22 0 0,-3-2-26 0 0,0 0 0 0 0,0 0 0 0 0,0-1 0 0 0,0 1 0 0 0,1 0 0 0 0,-1-1 0 0 0,1 1 0 0 0,-1-1 0 0 0,1 1 0 0 0,0-1 0 0 0,-1 0 0 0 0,1 0-1 0 0,0 0 1 0 0,3 2 0 0 0,1 0 18 0 0,0 2-7 0 0,0-1-1 0 0,1 0 0 0 0,0 0 1 0 0,-1-1-1 0 0,15 6 1 0 0,-7-4-1 0 0,-12-4-29 0 0,1 0-1 0 0,-1 0 1 0 0,1 0 0 0 0,0 0 0 0 0,0 0-1 0 0,-1-1 1 0 0,1 1 0 0 0,0-1 0 0 0,0 0-1 0 0,0 0 1 0 0,5 0 0 0 0,1 0-43 0 0,6 0-242 0 0,0 1-1 0 0,0-1 0 0 0,-1-1 1 0 0,1-1-1 0 0,0 0 1 0 0,19-6-1 0 0,-3-1-2106 0 0,47-22 0 0 0,-47 16-812 0 0,-3-1-2286 0 0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10.8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98 41 4292 0 0,'0'0'2468'0'0,"-1"-5"-1564"0"0,-2-19 1626 0 0,-1 22-2312 0 0,-12-6-20 0 0,12 7 227 0 0,0 4-226 0 0,-1 0-117 0 0,0 1 0 0 0,1-1-1 0 0,0 1 1 0 0,0 1 0 0 0,0-1-1 0 0,0 0 1 0 0,1 1 0 0 0,0 0-1 0 0,0 0 1 0 0,0 0-1 0 0,0 0 1 0 0,-3 10 0 0 0,-7 42 290 0 0,12-51-342 0 0,1 2-1 0 0,0-2-38 0 0,1 2 23 0 0,-1 0 0 0 0,1-1 0 0 0,0 1 0 0 0,0 0 0 0 0,4 8 0 0 0,-4-13-26 0 0,0 1 1 0 0,0-1 0 0 0,1 0 0 0 0,0 0 0 0 0,-1 0-1 0 0,1-1 1 0 0,0 1 0 0 0,0 0 0 0 0,1-1 0 0 0,-1 1 0 0 0,0-1-1 0 0,1 0 1 0 0,0 1 0 0 0,-1-1 0 0 0,1 0 0 0 0,0-1 0 0 0,0 1-1 0 0,6 2 1 0 0,0-1-106 0 0,0 0 0 0 0,0 0 0 0 0,-1-1 0 0 0,1 0 0 0 0,1-1 0 0 0,-1 0 0 0 0,13 0 0 0 0,-9-3 11 0 0,-1 1 0 0 0,-1-1 0 0 0,1-1 0 0 0,0 0 0 0 0,-1-1 0 0 0,1 0 0 0 0,12-7 0 0 0,-13 6 68 0 0,-1-1 0 0 0,1 1 0 0 0,-1-2-1 0 0,0 1 1 0 0,15-15 0 0 0,-20 16 29 0 0,-1 0 0 0 0,1-1 0 0 0,-1 1 0 0 0,0-1 0 0 0,0 0 0 0 0,-1-1 0 0 0,1 1 0 0 0,-1 0 0 0 0,-1-1 1 0 0,1 0-1 0 0,-1 0 0 0 0,1-8 0 0 0,1-4 55 0 0,-3 14 30 0 0,-1-2 35 0 0,1-24 163 0 0,0 10 1012 0 0,-1 46-560 0 0,1-13-693 0 0,1-1 1 0 0,0 0 0 0 0,1 0 0 0 0,0 0-1 0 0,1 0 1 0 0,0 0 0 0 0,1 0 0 0 0,0-1-1 0 0,0 0 1 0 0,12 15 0 0 0,-15-21-269 0 0,-1-5 215 0 0,0 1 0 0 0,-1 0 0 0 0,1 0 0 0 0,-1 0 0 0 0,1 0 1 0 0,-1 0-1 0 0,1 1 0 0 0,0-1 0 0 0,-1 0 0 0 0,1 0 0 0 0,-1 0 1 0 0,1 0-1 0 0,-1 1 0 0 0,1-1 0 0 0,-1 0 0 0 0,1 0 0 0 0,-1 1 1 0 0,1-1-1 0 0,-1 1 0 0 0,1-1 0 0 0,-1 0 0 0 0,0 1 0 0 0,1 0 1 0 0,0 0-56 0 0,0 0 0 0 0,0 0 0 0 0,0 0 0 0 0,0-1 0 0 0,0 1 0 0 0,0 0 0 0 0,0 0 1 0 0,1-1-1 0 0,-1 1 0 0 0,0-1 0 0 0,0 1 0 0 0,0-1 0 0 0,1 1 0 0 0,-1-1 0 0 0,0 0 1 0 0,2 1-1 0 0,2 1-131 0 0,-4-2 110 0 0,1 1-1 0 0,0 0 0 0 0,-1-1 1 0 0,1 1-1 0 0,0-1 1 0 0,-1 1-1 0 0,1-1 1 0 0,0 0-1 0 0,-1 0 0 0 0,1 0 1 0 0,0 0-1 0 0,-1 0 1 0 0,1 0-1 0 0,0 0 0 0 0,0 0 1 0 0,2-1-1 0 0,6-2-569 0 0,0 1 0 0 0,-1-1 0 0 0,1-1 0 0 0,-1 0 0 0 0,0 0-1 0 0,0-1 1 0 0,0 0 0 0 0,0 0 0 0 0,12-11 0 0 0,-17 12-2151 0 0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11.2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209 19 1900 0 0,'-6'0'1170'0'0,"-18"-3"-237"0"0,18 3-280 0 0,-1 1 69 0 0,-3 2-469 0 0,-1 0-1 0 0,1 0 1 0 0,0 1-1 0 0,0 0 1 0 0,1 0-1 0 0,-1 1 1 0 0,1 1-1 0 0,0 0 0 0 0,0 0 1 0 0,1 0-1 0 0,0 1 1 0 0,-13 15-1 0 0,17-19-109 0 0,4-1-125 0 0,-1 0 1 0 0,0-1-1 0 0,0 1 1 0 0,0 0 0 0 0,0-1-1 0 0,0 1 1 0 0,0-1-1 0 0,0 1 1 0 0,0-1-1 0 0,-1 1 1 0 0,1-1-1 0 0,-2 1 1 0 0,2-1 6 0 0,-2 3 180 0 0,2-3-193 0 0,0 0 0 0 0,0 1 0 0 0,1-1 0 0 0,-1 0 0 0 0,1 0 0 0 0,-1 1 0 0 0,1-1 0 0 0,-1 0 1 0 0,1 1-1 0 0,0-1 0 0 0,0 0 0 0 0,-1 3 0 0 0,1-1 11 0 0,-1 1 224 0 0,2-3-231 0 0,1 0 1 0 0,0 1-1 0 0,-1-1 1 0 0,1 0-1 0 0,-1 0 0 0 0,0 1 1 0 0,1-1-1 0 0,-1 1 1 0 0,0 0-1 0 0,1 1 1 0 0,2 1 49 0 0,2-5-10 0 0,7 0-32 0 0,1 0 38 0 0,0 0-1 0 0,0-1 1 0 0,-1-1-1 0 0,1 0 1 0 0,-1 0-1 0 0,1-2 1 0 0,-1 1-1 0 0,0-2 1 0 0,-1 0-1 0 0,1 0 1 0 0,12-10-1 0 0,-10 5 236 0 0,-1-1-1 0 0,21-21 1 0 0,-33 30-101 0 0,-2-3-120 0 0,3-16-20 0 0,-2 16-9 0 0,-2 6-45 0 0,1 0-1 0 0,0 0 1 0 0,0 0-1 0 0,-1 0 1 0 0,1 0-1 0 0,0 0 1 0 0,-1 0-1 0 0,1 0 1 0 0,0-1-1 0 0,-1 1 1 0 0,1 0-1 0 0,0 0 1 0 0,0 0-1 0 0,-1-1 1 0 0,1 1-1 0 0,0 0 1 0 0,0 0-1 0 0,0 0 1 0 0,-1-1-1 0 0,1 1 1 0 0,0 0-1 0 0,0-1 1 0 0,0 1-1 0 0,0 0 1 0 0,-1 0-1 0 0,1-1 1 0 0,0 1-1 0 0,0 0 1 0 0,0-1-1 0 0,0 1 1 0 0,0 0-1 0 0,0-1 1 0 0,0 0-3 0 0,0 1-1 0 0,0-1 1 0 0,0 1 0 0 0,-1-1-1 0 0,1 1 1 0 0,0-1 0 0 0,0 1 0 0 0,0-1-1 0 0,-1 1 1 0 0,1-1 0 0 0,0 1-1 0 0,-1-1 1 0 0,1 1 0 0 0,0 0 0 0 0,-1-1-1 0 0,1 1 1 0 0,0 0 0 0 0,-1-1 0 0 0,1 1-1 0 0,-1 0 1 0 0,1-1 0 0 0,-1 1-1 0 0,1 0 1 0 0,-1 0 0 0 0,1-1 0 0 0,-1 1-1 0 0,1 0 1 0 0,-1 0 0 0 0,1 0 0 0 0,-1 0-1 0 0,1 0 1 0 0,-1 0 0 0 0,1 0-1 0 0,-1 0 1 0 0,1 0 0 0 0,-1 0 0 0 0,1 0-1 0 0,-1 0 1 0 0,-4-1-39 0 0,3 1 20 0 0,1-1 0 0 0,-1 1 0 0 0,0 0-1 0 0,1 0 1 0 0,-1 0 0 0 0,0 0 0 0 0,1 0-1 0 0,-1 0 1 0 0,0 0 0 0 0,1 1 0 0 0,-1-1-1 0 0,0 1 1 0 0,1-1 0 0 0,-1 1-1 0 0,1-1 1 0 0,-1 1 0 0 0,1 0 0 0 0,-2 1-1 0 0,-20 10-239 0 0,22-11 230 0 0,0-1 1 0 0,-1 1 0 0 0,1 0 0 0 0,0 0-1 0 0,0-1 1 0 0,0 1 0 0 0,0 0 0 0 0,0 0-1 0 0,0 0 1 0 0,0 0 0 0 0,0 0 0 0 0,0 1-1 0 0,0-1 1 0 0,1 0 0 0 0,-1 0 0 0 0,0 1-1 0 0,1-1 1 0 0,-1 0 0 0 0,0 3-1 0 0,0-1-92 0 0,-1 1-124 0 0,0 0 1 0 0,0 0 0 0 0,0 0-1 0 0,1 1 1 0 0,0-1 0 0 0,0 0 0 0 0,0 1-1 0 0,0-1 1 0 0,0 0 0 0 0,1 1-1 0 0,0-1 1 0 0,1 8 0 0 0,-1-8 86 0 0,0-1-32 0 0,0-1 1 0 0,0 0-1 0 0,0 0 0 0 0,0 0 0 0 0,0 0 1 0 0,0 0-1 0 0,1 0 0 0 0,-1 0 1 0 0,1 0-1 0 0,0 0 0 0 0,0 0 0 0 0,-1 0 1 0 0,3 3-1 0 0,0 1-634 0 0,-1 0-2930 0 0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12.2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323 646 3516 0 0,'0'0'1361'0'0,"-3"-3"-206"0"0,0 0-871 0 0,0 0 1 0 0,0 0-1 0 0,-1 0 1 0 0,1 1-1 0 0,0 0 1 0 0,-1 0-1 0 0,0 0 0 0 0,1 0 1 0 0,-1 0-1 0 0,-5-1 1 0 0,3 2 281 0 0,-1 0-55 0 0,0 0-380 0 0,4 0-87 0 0,1 1-1 0 0,-1-1 0 0 0,1 1 1 0 0,-1 0-1 0 0,1 0 0 0 0,-1 0 0 0 0,1 0 1 0 0,-1 0-1 0 0,1 1 0 0 0,-1-1 1 0 0,1 1-1 0 0,-4 0 0 0 0,-60 19 602 0 0,59-17-583 0 0,4-2-48 0 0,1-1 1 0 0,-1 1 0 0 0,0 0-1 0 0,1 1 1 0 0,-1-1 0 0 0,1 0-1 0 0,-1 1 1 0 0,1-1 0 0 0,-3 3-1 0 0,-14 10 114 0 0,12-9-109 0 0,4-4-28 0 0,0 1 1 0 0,0 0-1 0 0,0 0 0 0 0,0 0 0 0 0,0 1 0 0 0,1-1 1 0 0,-1 1-1 0 0,-2 2 0 0 0,-1 1 9 0 0,-16 20 127 0 0,13-10-84 0 0,1 0 0 0 0,1 1 0 0 0,-6 18 0 0 0,12-30-29 0 0,1 1-4 0 0,2 18-4 0 0,-2-18-13 0 0,2-2 1 0 0,6 13 23 0 0,-6-13-78 0 0,-1-3 49 0 0,1 0 1 0 0,-1-1-1 0 0,1 1 0 0 0,-1 0 0 0 0,1-1 0 0 0,-1 1 1 0 0,0 0-1 0 0,1 0 0 0 0,-1 0 0 0 0,0 0 1 0 0,0 0-1 0 0,2 2 0 0 0,-2-2-10 0 0,3 2-78 0 0,2-3-112 0 0,0 1 175 0 0,-4 0 22 0 0,0-1 0 0 0,0 1 0 0 0,0-1 1 0 0,0 0-1 0 0,0 0 0 0 0,0 0 1 0 0,0 0-1 0 0,0 0 0 0 0,0-1 0 0 0,0 1 1 0 0,0 0-1 0 0,0-1 0 0 0,0 0 0 0 0,0 1 1 0 0,2-2-1 0 0,62-28-118 0 0,-56 24 92 0 0,1-1 0 0 0,-1-1 0 0 0,-1 0 0 0 0,0 0 0 0 0,0-1 0 0 0,0 0 0 0 0,-1 0-1 0 0,12-19 1 0 0,-3 3 101 0 0,-2-1 0 0 0,0 0 0 0 0,-2-1 0 0 0,-1 0 0 0 0,-1-1 0 0 0,-1 0 0 0 0,-2-1 0 0 0,0 0 0 0 0,4-43 0 0 0,-8 27 133 0 0,-1 0 1 0 0,-3-1-1 0 0,-1 1 0 0 0,-3 0 1 0 0,-13-66-1 0 0,14 92 8 0 0,-5-5-81 0 0,2 10 23 0 0,-5-11 22 0 0,9 19-7 0 0,-2 2-12 0 0,-9-12 23 0 0,10 12 14 0 0,-14 11 120 0 0,14-5-249 0 0,-3 6 119 0 0,-3 14-61 0 0,2 0 1 0 0,1 1-1 0 0,1 0 0 0 0,1 0 0 0 0,-2 31 0 0 0,3 129 189 0 0,4-119-205 0 0,5 261 394 0 0,1-224-1465 0 0,22 115 0 0 0,-29-214 890 0 0,0 0 0 0 0,1 1 0 0 0,-1-1 1 0 0,1 1-1 0 0,0-1 0 0 0,0 0 1 0 0,-1 0-1 0 0,1 1 0 0 0,1-1 0 0 0,0 2 1 0 0,2 2-105 0 0,-2-1-402 0 0,2-3-6 0 0,-2 0 476 0 0,0-1 0 0 0,0 0 0 0 0,0 0 0 0 0,0 0 0 0 0,0 0 0 0 0,0 0-1 0 0,0 0 1 0 0,0 0 0 0 0,0-1 0 0 0,1 1 0 0 0,-1-1 0 0 0,0 0 0 0 0,0 0-1 0 0,1 1 1 0 0,-1-2 0 0 0,0 1 0 0 0,0 0 0 0 0,1 0 0 0 0,-1-1 0 0 0,0 1-1 0 0,0-1 1 0 0,0 1 0 0 0,1-1 0 0 0,-1 0 0 0 0,3-2 0 0 0,8-6-191 0 0,0-2-1 0 0,0 1 1 0 0,-1-2 0 0 0,0 1 0 0 0,-1-2 0 0 0,16-21 0 0 0,-2-2 698 0 0,25-48-1 0 0,-48 79-55 0 0,-1 3-295 0 0,-1 1 0 0 0,1-1 0 0 0,-1 1-1 0 0,1-1 1 0 0,-1 1 0 0 0,1-1 0 0 0,0 1-1 0 0,0-1 1 0 0,0 1 0 0 0,0 0-1 0 0,0 0 1 0 0,2-3 0 0 0,-1 2 35 0 0,0-3 536 0 0,1 1-388 0 0,6-10-49 0 0,-7 10 847 0 0,1 7-962 0 0,-2-1-13 0 0,0 0 0 0 0,0-1 0 0 0,0 1 0 0 0,1 0 1 0 0,-1-1-1 0 0,0 1 0 0 0,1-1 0 0 0,-1 0 0 0 0,3 2 1 0 0,29-4 10 0 0,-26 0-40 0 0,-3-1-12 0 0,5-3 46 0 0,0 0 0 0 0,-1 0 0 0 0,1-1-1 0 0,-1-1 1 0 0,0 1 0 0 0,-1-1 0 0 0,0-1 0 0 0,0 1-1 0 0,0-1 1 0 0,-1-1 0 0 0,7-12 0 0 0,-11 17 48 0 0,1-1 0 0 0,6-16-22 0 0,-7 16 28 0 0,-1-1-45 0 0,0-19-22 0 0,-1 19-1 0 0,-3 2-46 0 0,3 4 14 0 0,-2-2-2 0 0,1 1 0 0 0,-1 0 1 0 0,1 0-1 0 0,-1-1 0 0 0,1 1 0 0 0,0-1 1 0 0,0 1-1 0 0,0-1 0 0 0,0 1 0 0 0,0-1 1 0 0,-1-2-1 0 0,-5 4 23 0 0,2 0-25 0 0,1 0 16 0 0,0 0 0 0 0,0 0 0 0 0,-1 0 0 0 0,1 1 0 0 0,0 0 1 0 0,0 0-1 0 0,0 0 0 0 0,0 0 0 0 0,0 1 0 0 0,0-1 0 0 0,0 1 1 0 0,-6 4-1 0 0,-36 36 230 0 0,42-37-181 0 0,1 0 0 0 0,-1 0 0 0 0,1 1-1 0 0,0-1 1 0 0,0 1 0 0 0,1 0 0 0 0,0 0-1 0 0,-2 7 1 0 0,2-6 10 0 0,1-5-45 0 0,0-1 0 0 0,1 1 0 0 0,0 0 0 0 0,-1-1 0 0 0,1 1 0 0 0,0-1 0 0 0,-1 1-1 0 0,1 0 1 0 0,0-1 0 0 0,0 1 0 0 0,1 0 0 0 0,-1-1 0 0 0,0 1 0 0 0,0 0 0 0 0,1 1-1 0 0,1 2 60 0 0,-1 0-21 0 0,0 0-1 0 0,0 0 0 0 0,0 0 1 0 0,1 0-1 0 0,0 0 0 0 0,0-1 1 0 0,1 1-1 0 0,-1-1 0 0 0,1 1 1 0 0,0-1-1 0 0,0 0 0 0 0,4 4 1 0 0,-4-5-44 0 0,-2-1 0 0 0,0 0-1 0 0,0 0 1 0 0,1 0 0 0 0,-1 0 0 0 0,1-1 0 0 0,-1 1 0 0 0,1 0 0 0 0,0-1 0 0 0,0 0 0 0 0,-1 1-1 0 0,1-1 1 0 0,3 1 0 0 0,0 2 16 0 0,-3-3-28 0 0,-1 1 0 0 0,1-1 0 0 0,-1 0 0 0 0,1 0-1 0 0,0 0 1 0 0,0 0 0 0 0,-1 0 0 0 0,1 0 0 0 0,0 0 0 0 0,0 0-1 0 0,0-1 1 0 0,0 1 0 0 0,0-1 0 0 0,3 1 0 0 0,2 0 1 0 0,-4 0-31 0 0,0 0 0 0 0,0 0 0 0 0,0 0 0 0 0,0 0-1 0 0,0-1 1 0 0,0 1 0 0 0,0-1 0 0 0,6 0 0 0 0,-1 0-66 0 0,-5 1 12 0 0,1 0 1 0 0,0-1-1 0 0,0 0 0 0 0,-1 0 0 0 0,1 0 0 0 0,0 0 1 0 0,0 0-1 0 0,-1-1 0 0 0,1 0 0 0 0,5-1 0 0 0,5-2-140 0 0,12-2-1007 0 0,1-1 0 0 0,-2-1-1 0 0,1-2 1 0 0,-1 0 0 0 0,31-18-1 0 0,-49 24 671 0 0,31-16-4537 0 0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13.6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1 3200 0 0,'0'0'3053'0'0,"-2"4"-2424"0"0,-2 8-148 0 0,0 0 1 0 0,1 1-1 0 0,-3 19 0 0 0,1 34-64 0 0,3-11-154 0 0,9 35-4 0 0,-6-85-213 0 0,1 1 1 0 0,-2-3-23 0 0,0-1-13 0 0,0-1 0 0 0,0 1 0 0 0,0-1 0 0 0,0 1-1 0 0,0-1 1 0 0,1 1 0 0 0,-1-1 0 0 0,1 0 0 0 0,-1 1 0 0 0,1-1 0 0 0,-1 1 0 0 0,1-1-1 0 0,0 0 1 0 0,0 0 0 0 0,0 1 0 0 0,-1-1 0 0 0,1 0 0 0 0,2 2 0 0 0,12 10-3 0 0,-11-9 34 0 0,1-5-8 0 0,18-1 31 0 0,-18 1 28 0 0,-1-2 12 0 0,13-11 159 0 0,-1-2-1 0 0,-1 0 1 0 0,-1-1 0 0 0,0-1 0 0 0,-1 0-1 0 0,16-29 1 0 0,-13 25 21 0 0,-13 19-187 0 0,0-1-15 0 0,12-9 3 0 0,-11 9 278 0 0,2 6-222 0 0,19 4-14 0 0,-24-6-120 0 0,0 0 1 0 0,0 1 0 0 0,0-1 0 0 0,0 0 0 0 0,0 1 0 0 0,0-1-1 0 0,0 1 1 0 0,0-1 0 0 0,0 1 0 0 0,0 0 0 0 0,0-1 0 0 0,0 1-1 0 0,-1 0 1 0 0,1-1 0 0 0,0 1 0 0 0,0 0 0 0 0,-1 0 0 0 0,1 0 0 0 0,0 0-1 0 0,-1 0 1 0 0,1 0 0 0 0,-1 0 0 0 0,1 1 0 0 0,0 0 21 0 0,6 6 46 0 0,-1 2 1 0 0,0-1 0 0 0,8 19 0 0 0,2 3 2 0 0,-13-26-101 0 0,1 2-94 0 0,0 1 1 0 0,0-1-1 0 0,1 0 0 0 0,0 0 1 0 0,0-1-1 0 0,1 0 1 0 0,10 10-1 0 0,-8-12-453 0 0,1 0 0 0 0,0 0 0 0 0,17 5 0 0 0,-20-8-146 0 0,1-1-92 0 0,3 0 323 0 0,0-1 1 0 0,0 0-1 0 0,0-1 0 0 0,-1 0 1 0 0,1-1-1 0 0,-1 0 0 0 0,1 0 0 0 0,-1-1 1 0 0,0 0-1 0 0,0 0 0 0 0,-1-1 0 0 0,1-1 1 0 0,-1 1-1 0 0,9-9 0 0 0,-12 10-1552 0 0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14.0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40 125 3568 0 0,'3'-5'500'0'0,"20"-46"1186"0"0,-21 46-1150 0 0,0-1 6 0 0,12-51 3446 0 0,-20 59-3752 0 0,-18 6-13 0 0,18-5-30 0 0,6-2-181 0 0,0-1 1 0 0,0 1-1 0 0,0 0 1 0 0,0 0 0 0 0,0 0-1 0 0,-1 0 1 0 0,1-1-1 0 0,0 1 1 0 0,0 0 0 0 0,-1 0-1 0 0,1-1 1 0 0,0 1-1 0 0,-1 0 1 0 0,1 0-1 0 0,-1-1 1 0 0,1 1 0 0 0,-1 0-1 0 0,1-1 1 0 0,-2 2-1 0 0,-11 18 225 0 0,-10 52 349 0 0,22-67-520 0 0,1 2-8 0 0,-1-1-42 0 0,0-4-11 0 0,1 1 0 0 0,-1-1-1 0 0,1 0 1 0 0,0 0 0 0 0,-1 0 0 0 0,1 1 0 0 0,1-1-1 0 0,-1 0 1 0 0,0 0 0 0 0,0 1 0 0 0,1-1 0 0 0,-1 0-1 0 0,2 3 1 0 0,5 20 15 0 0,-6-19-4 0 0,2-2-4 0 0,9 13-3 0 0,-9-12-2 0 0,-1-5-7 0 0,0 1 0 0 0,-1-1 0 0 0,1 1 0 0 0,-1 0-1 0 0,1 0 1 0 0,0 0 0 0 0,-1 0 0 0 0,1 0 0 0 0,-1 0 0 0 0,0 0 0 0 0,1 0-1 0 0,1 3 1 0 0,-2-3 2 0 0,4 2 6 0 0,0-1 0 0 0,50 2-2 0 0,-50-4-9 0 0,1-2 47 0 0,42-16 251 0 0,-44 16-138 0 0,0-2 10 0 0,11-11-8 0 0,-11 11-18 0 0,-1-1-21 0 0,6-14-42 0 0,-7 14-1 0 0,-2-1-26 0 0,0 0-136 0 0,0-1-1 0 0,0 1 0 0 0,-1 0 0 0 0,0 0 1 0 0,0 0-1 0 0,-1 0 0 0 0,0 0 1 0 0,0 0-1 0 0,0 0 0 0 0,0 0 1 0 0,-1 1-1 0 0,0-1 0 0 0,-1 1 0 0 0,1 0 1 0 0,-1 0-1 0 0,0 0 0 0 0,0 1 1 0 0,0-1-1 0 0,-1 1 0 0 0,1 0 1 0 0,-1 0-1 0 0,0 0 0 0 0,-7-3 0 0 0,-4-2-492 0 0,12 7-107 0 0,-1 1-205 0 0,-18-4-262 0 0,17 4-376 0 0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14.4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1 199 3376 0 0,'1'-7'1320'0'0,"-1"4"-1253"0"0,1-4 309 0 0,0 0-1 0 0,0-1 0 0 0,0 1 0 0 0,1 0 1 0 0,0 1-1 0 0,1-1 0 0 0,-1 0 1 0 0,1 0-1 0 0,1 1 0 0 0,-1 0 1 0 0,9-11-1 0 0,-6 11-245 0 0,0 1-1 0 0,0-1 1 0 0,1 1 0 0 0,0 1-1 0 0,0 0 1 0 0,0-1 0 0 0,0 2-1 0 0,1-1 1 0 0,0 1 0 0 0,-1 1 0 0 0,1-1-1 0 0,0 1 1 0 0,0 1 0 0 0,1-1-1 0 0,-1 1 1 0 0,0 1 0 0 0,0-1-1 0 0,11 2 1 0 0,-13 0-85 0 0,0 0 0 0 0,-1 0-1 0 0,1 0 1 0 0,-1 1 0 0 0,1 0-1 0 0,-1 0 1 0 0,1 0 0 0 0,-1 1 0 0 0,0 0-1 0 0,5 3 1 0 0,-5-3-36 0 0,-1 0 20 0 0,0 0 0 0 0,0-1 0 0 0,0 2 1 0 0,0-1-1 0 0,0 0 0 0 0,-1 1 0 0 0,0 0 0 0 0,1 0 1 0 0,-1 0-1 0 0,2 5 0 0 0,-3-6-7 0 0,1 1 87 0 0,3 18 88 0 0,-4-17-155 0 0,0 1 364 0 0,-3 0-136 0 0,-3 16 44 0 0,3-17 357 0 0,-2-1-336 0 0,-9 13 23 0 0,9-13 985 0 0,-29-1-640 0 0,33-9-696 0 0,-1 1-17 0 0,0 3 3 0 0,0 1 1 0 0,0-1-1 0 0,0 0 1 0 0,0 0-1 0 0,0 1 1 0 0,0-1-1 0 0,0 0 1 0 0,1 1-1 0 0,-1-1 1 0 0,1 0-1 0 0,-1 1 0 0 0,1-1 1 0 0,0 1-1 0 0,0-1 1 0 0,-1 1-1 0 0,1-1 1 0 0,1-1-1 0 0,11-15-583 0 0,1-1 0 0 0,1 2-1 0 0,0 0 1 0 0,1 1-1 0 0,0 1 1 0 0,2 0 0 0 0,-1 1-1 0 0,25-14 1 0 0,-19 20-1103 0 0,-18 7 1289 0 0,0 0-1040 0 0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14.5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 1 3820 0 0,'-42'39'3657'0'0,"39"-36"-2771"0"0,0 1 90 0 0,1-3-717 0 0,1 0 1 0 0,-1 0-1 0 0,1 0 1 0 0,0 0-1 0 0,0 1 0 0 0,0-1 1 0 0,-1 0-1 0 0,1 1 1 0 0,0-1-1 0 0,-1 4 0 0 0,3-4-200 0 0,-1 1-1 0 0,1-1 0 0 0,0 1 0 0 0,0-1 0 0 0,0 1 0 0 0,0-1 1 0 0,0 0-1 0 0,0 1 0 0 0,0-1 0 0 0,1 0 0 0 0,1 2 0 0 0,-2-3-5 0 0,2 4 205 0 0,5-3-78 0 0,1 1-146 0 0,29 1-72 0 0,121-14-2376 0 0,-48-7-3371 0 0,-64 8 647 0 0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15.4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78 582 4620 0 0,'8'-18'3589'0'0,"12"-36"0"0"0,-19 50-2825 0 0,-6 6-650 0 0,-1 0-7 0 0,1 0-1 0 0,0 1 1 0 0,-1-1 0 0 0,1 2-1 0 0,1-1 1 0 0,-1 0 0 0 0,0 1-1 0 0,1 0 1 0 0,0 0 0 0 0,-1 0-1 0 0,2 0 1 0 0,-1 1 0 0 0,-6 9-1 0 0,1 6 136 0 0,-12 41-1 0 0,20-56-184 0 0,2 2-19 0 0,-1-5-37 0 0,-1 2 6 0 0,1-1 1 0 0,0 0-1 0 0,0 1 0 0 0,0-1 1 0 0,1 0-1 0 0,-1 1 1 0 0,1-1-1 0 0,0 0 1 0 0,0 0-1 0 0,0 1 0 0 0,0-1 1 0 0,0 0-1 0 0,1 0 1 0 0,-1 0-1 0 0,1 0 1 0 0,4 4-1 0 0,-1-2-5 0 0,1-1 0 0 0,0 0 1 0 0,0 0-1 0 0,0 0 0 0 0,0-1 0 0 0,0 0 0 0 0,1 0 0 0 0,0-1 1 0 0,12 4-1 0 0,-9-5-9 0 0,1 0 1 0 0,0 0-1 0 0,-1-1 1 0 0,1 0-1 0 0,0-1 1 0 0,-1 0-1 0 0,1-1 1 0 0,10-2-1 0 0,40-15 103 0 0,-55 17-80 0 0,-1 0-1 0 0,0-1 0 0 0,1 1 1 0 0,-1-1-1 0 0,-1 0 1 0 0,1-1-1 0 0,0 1 1 0 0,-1-1-1 0 0,0 0 0 0 0,6-7 1 0 0,-7 7 0 0 0,-2-2 0 0 0,-1 2-13 0 0,1 1-1 0 0,0-1 0 0 0,-1 0-1 0 0,0 1 1 0 0,1-1 0 0 0,-1 0 0 0 0,-1 1-1 0 0,1-1 1 0 0,-1 1 0 0 0,1-1 0 0 0,-1 0-1 0 0,0 1 1 0 0,0-1 0 0 0,0 1 0 0 0,-1 0-1 0 0,-1-4 1 0 0,-35-46-2 0 0,28 45-1 0 0,-34-19-49 0 0,37 25 43 0 0,5 0 7 0 0,0 1 1 0 0,1 1 0 0 0,0-1 0 0 0,-1 0 0 0 0,1 1-1 0 0,0-1 1 0 0,-1 0 0 0 0,1 1 0 0 0,-1 0 0 0 0,1-1-1 0 0,0 1 1 0 0,-1 0 0 0 0,1 0 0 0 0,-1-1 0 0 0,-1 1-1 0 0,-14 0 15 0 0,-12-1-9 0 0,27 1-5 0 0,1 0-1 0 0,-1-1 1 0 0,0 1 0 0 0,0 0-1 0 0,1 0 1 0 0,-1 1-1 0 0,0-1 1 0 0,0 0-1 0 0,1 1 1 0 0,-1-1-1 0 0,0 1 1 0 0,1-1 0 0 0,-1 1-1 0 0,0 0 1 0 0,-2 1-1 0 0,-1 1-2 0 0,-1-1-29 0 0,6-2 30 0 0,0 1 0 0 0,0-1 0 0 0,0 1 0 0 0,0-1 0 0 0,-1 0 1 0 0,1 1-1 0 0,0-1 0 0 0,0 1 0 0 0,0-1 0 0 0,-1 0 0 0 0,1 1 1 0 0,0-1-1 0 0,-1 0 0 0 0,1 1 0 0 0,0-1 0 0 0,-1 0 0 0 0,1 1 0 0 0,0-1 1 0 0,-1 0-1 0 0,1 0 0 0 0,-1 0 0 0 0,1 1 0 0 0,-1-1 0 0 0,1 0 1 0 0,0 0-1 0 0,-2 0 0 0 0,2 0-9 0 0,0 0 1 0 0,-1 1-1 0 0,1-1 1 0 0,-1 0-1 0 0,1 0 1 0 0,-1 0-1 0 0,1 0 0 0 0,0 1 1 0 0,-1-1-1 0 0,1 0 1 0 0,-1 0-1 0 0,1 1 1 0 0,0-1-1 0 0,-1 0 1 0 0,1 1-1 0 0,0-1 1 0 0,-1 0-1 0 0,1 1 0 0 0,0-1 1 0 0,0 0-1 0 0,0 1 1 0 0,-1-1-1 0 0,1 1 1 0 0,0-1-1 0 0,0 0 1 0 0,0 2-1 0 0,1 2-41 0 0,0-3 35 0 0,-1 1 1 0 0,1 0-1 0 0,0 0 1 0 0,0-1 0 0 0,0 1-1 0 0,0-1 1 0 0,0 1-1 0 0,0 0 1 0 0,0-1-1 0 0,1 0 1 0 0,-1 1 0 0 0,0-1-1 0 0,1 0 1 0 0,-1 0-1 0 0,1 0 1 0 0,0 0-1 0 0,-1 0 1 0 0,1 0 0 0 0,0 0-1 0 0,-1 0 1 0 0,1-1-1 0 0,0 1 1 0 0,0-1-1 0 0,0 1 1 0 0,-1-1 0 0 0,1 0-1 0 0,0 0 1 0 0,2 0-1 0 0,5 3-47 0 0,-6-2 0 0 0,1 0 0 0 0,0-1-1 0 0,0 1 1 0 0,0 0-1 0 0,0-1 1 0 0,0 0 0 0 0,6-1-1 0 0,30 0-212 0 0,-1-2 0 0 0,1-2 0 0 0,-1-1 0 0 0,0-3 0 0 0,55-18 0 0 0,-69 18 299 0 0,0-1 0 0 0,0-1-1 0 0,-1-1 1 0 0,-1-1-1 0 0,0-1 1 0 0,0-1 0 0 0,-2-1-1 0 0,0 0 1 0 0,26-28 0 0 0,-37 31 60 0 0,-1 0 0 0 0,-1 0 0 0 0,0-1 0 0 0,0 0 1 0 0,-1-1-1 0 0,-1 1 0 0 0,-1-1 0 0 0,0-1 0 0 0,-1 1 0 0 0,3-20 1 0 0,-6 32-52 0 0,0-1 1 0 0,-1 0 0 0 0,1 0 0 0 0,-1 1 0 0 0,0-1 0 0 0,0 0 0 0 0,0 0 0 0 0,-1 1 0 0 0,0-5 0 0 0,-1-2 35 0 0,2 3-32 0 0,0 1 0 0 0,-1 0 0 0 0,0-1 1 0 0,0 1-1 0 0,0 0 0 0 0,-1 0 0 0 0,0 0 0 0 0,0 0 0 0 0,-1 0 1 0 0,-3-6-1 0 0,1 2 51 0 0,-13-17 153 0 0,13 21-186 0 0,4 4-34 0 0,0 1 0 0 0,0-1 0 0 0,0 1 0 0 0,-1-1 0 0 0,1 1 0 0 0,0 0 0 0 0,-1-1 0 0 0,1 1 0 0 0,-1 0 0 0 0,1 0 0 0 0,-1 0 0 0 0,0 0 0 0 0,1 0 0 0 0,-1 0 0 0 0,0 1 0 0 0,0-1 0 0 0,-2 0 0 0 0,-1-1 50 0 0,4 1-47 0 0,-1 0 0 0 0,1 1 0 0 0,0-1 0 0 0,-1 0 0 0 0,1 0 0 0 0,-1 1 0 0 0,1-1 0 0 0,-1 1 0 0 0,1-1 0 0 0,-1 1 0 0 0,1 0 0 0 0,-1 0 0 0 0,0 0 0 0 0,1 0 0 0 0,-1 0 0 0 0,1 0 0 0 0,-3 0 0 0 0,-1 1 53 0 0,-9 1 172 0 0,5 2-165 0 0,-1 1 1 0 0,1 0-1 0 0,0 0 0 0 0,0 1 0 0 0,0 0 0 0 0,1 1 0 0 0,0-1 0 0 0,0 2 0 0 0,1-1 0 0 0,0 1 0 0 0,-12 17 0 0 0,6-1 24 0 0,0 0-1 0 0,2 1 0 0 0,0 0 1 0 0,2 1-1 0 0,1 0 0 0 0,-9 48 1 0 0,-9 168 104 0 0,23-198-166 0 0,-7 419-909 0 0,10-372-168 0 0,4 39-2723 0 0,-3-109 2790 0 0,0-15-281 0 0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15.6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10 153 3944 0 0,'0'0'3713'0'0,"-10"-31"-1833"0"0,24 10-1200 0 0,10 6-460 0 0,17-3-312 0 0,-9 7-164 0 0,6 1-252 0 0,-1 1-408 0 0,9-4-468 0 0,3 0-965 0 0,3 2-2543 0 0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17.0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331 398 3244 0 0,'-6'-2'976'0'0,"-24"-8"620"0"0,21 12-934 0 0,-25 4-45 0 0,18 0-2 0 0,-2 7-137 0 0,0 1-1 0 0,1 0 1 0 0,0 1-1 0 0,1 1 1 0 0,-27 35-1 0 0,22-21 58 0 0,1 0 0 0 0,1 1 0 0 0,-14 36 0 0 0,31-64-500 0 0,1 0 0 0 0,0 0-1 0 0,-1 0 1 0 0,1 0 0 0 0,1 0 0 0 0,-1 0 0 0 0,0 1-1 0 0,1-1 1 0 0,-1 5 0 0 0,1 0 23 0 0,-1-5-35 0 0,0 0 0 0 0,0 0 0 0 0,1 0-1 0 0,-1 0 1 0 0,1 0 0 0 0,0 0 0 0 0,0 0-1 0 0,0 0 1 0 0,1 4 0 0 0,0 0 20 0 0,-1-5-33 0 0,0 0 1 0 0,0-1-1 0 0,0 1 0 0 0,0 0 1 0 0,0 0-1 0 0,1-1 1 0 0,-1 1-1 0 0,0 0 0 0 0,1 0 1 0 0,0-1-1 0 0,-1 1 1 0 0,1-1-1 0 0,0 1 0 0 0,0 0 1 0 0,0-1-1 0 0,0 1 1 0 0,1 1-1 0 0,1 1 20 0 0,4 7 57 0 0,19 12-15 0 0,-17-17-103 0 0,0-1 1 0 0,0-1 0 0 0,0 1-1 0 0,1-2 1 0 0,-1 1-1 0 0,1-1 1 0 0,0-1-1 0 0,0 1 1 0 0,14 0-1 0 0,0-1-216 0 0,1-1-1 0 0,0-1 0 0 0,25-3 0 0 0,-17-1-265 0 0,0-1-1 0 0,0-1 0 0 0,-1-2 0 0 0,0-2 0 0 0,0-1 0 0 0,-1-1 0 0 0,0-1 0 0 0,51-32 0 0 0,-79 43 628 0 0,-1 1-101 0 0,-1 1 0 0 0,0-1 0 0 0,0 1 0 0 0,0-1 0 0 0,0 1 0 0 0,0-1 0 0 0,0 1 0 0 0,0-1-1 0 0,0 0 1 0 0,0 0 0 0 0,-1 1 0 0 0,1-1 0 0 0,0 0 0 0 0,0 0 0 0 0,0-1 0 0 0,6-6 398 0 0,-5 5-327 0 0,1 0 1 0 0,-1 0-1 0 0,-1 0 0 0 0,1 0 1 0 0,0 0-1 0 0,-1 0 0 0 0,0-1 1 0 0,1 1-1 0 0,-1-1 0 0 0,0-4 1 0 0,0 3 116 0 0,0-1-108 0 0,11-57 154 0 0,0-5-142 0 0,-3-1 1 0 0,-2 1-1 0 0,-4-1 0 0 0,-2 0 0 0 0,-10-74 1 0 0,4 109 194 0 0,-2 8-58 0 0,3 9-27 0 0,-1 0 0 0 0,-12-23-1 0 0,15 37 356 0 0,-2 7-322 0 0,0-1-167 0 0,3-2-57 0 0,0 0-1 0 0,-1 0 1 0 0,1 0 0 0 0,0 0-1 0 0,0 0 1 0 0,-1 0 0 0 0,1 1-1 0 0,0-1 1 0 0,0 0 0 0 0,1 1 0 0 0,-1-1-1 0 0,0 0 1 0 0,0 1 0 0 0,1-1-1 0 0,-1 1 1 0 0,1 0 0 0 0,-1-1-1 0 0,1 1 1 0 0,-1 1 0 0 0,-6 35 38 0 0,1 1 1 0 0,2 0 0 0 0,1 0 0 0 0,3 0 0 0 0,1 0-1 0 0,1 0 1 0 0,3 0 0 0 0,1-1 0 0 0,1 0 0 0 0,3 0-1 0 0,1 0 1 0 0,1-1 0 0 0,3-1 0 0 0,20 39 0 0 0,-31-68-262 0 0,0 1 0 0 0,1-1 0 0 0,-1 1 0 0 0,2-1 0 0 0,-1-1 0 0 0,1 1 0 0 0,0-1 0 0 0,0 0 0 0 0,1 0 0 0 0,0-1 1 0 0,0 1-1 0 0,0-2 0 0 0,1 1 0 0 0,-1-1 0 0 0,1 0 0 0 0,12 4 0 0 0,-15-7-148 0 0,2-1-152 0 0,-2 1 452 0 0,-1-1-88 0 0,0 1 0 0 0,0-1 0 0 0,1 0-1 0 0,-1 0 1 0 0,0-1 0 0 0,1 1 0 0 0,-1-1-1 0 0,0 0 1 0 0,0 0 0 0 0,0 0 0 0 0,0-1-1 0 0,0 1 1 0 0,4-3 0 0 0,0-1 93 0 0,0-1 0 0 0,-1 0 1 0 0,0 0-1 0 0,0-1 0 0 0,0 0 1 0 0,-1 0-1 0 0,0-1 0 0 0,-1 1 1 0 0,1-1-1 0 0,-1 0 0 0 0,-1-1 0 0 0,0 1 1 0 0,0-1-1 0 0,0 0 0 0 0,-1 0 1 0 0,-1 0-1 0 0,0-1 0 0 0,2-15 1 0 0,6-29 775 0 0,-9 49-478 0 0,0 0-14 0 0,2-15-18 0 0,-3 15 1822 0 0,0 5-2034 0 0,-1 1 0 0 0,0-1-1 0 0,1 0 1 0 0,-1 0 0 0 0,1 0 0 0 0,-1 1 0 0 0,0-1-1 0 0,1 0 1 0 0,-1 0 0 0 0,1 1 0 0 0,-1-1-1 0 0,1 1 1 0 0,-1-1 0 0 0,1 0 0 0 0,0 1 0 0 0,-1-1-1 0 0,1 1 1 0 0,-1-1 0 0 0,1 1 0 0 0,0-1 0 0 0,-1 1-1 0 0,1-1 1 0 0,0 1 0 0 0,0 0 0 0 0,-1 0 0 0 0,1 0 2 0 0,0-1 0 0 0,-1 1 1 0 0,1 0-1 0 0,0-1 1 0 0,-1 1-1 0 0,1 0 0 0 0,0-1 1 0 0,-1 1-1 0 0,1-1 1 0 0,-1 1-1 0 0,1 0 0 0 0,-1-1 1 0 0,1 0-1 0 0,-1 1 1 0 0,1-1-1 0 0,-1 1 0 0 0,0-1 1 0 0,1 0-1 0 0,-1 1 1 0 0,0-1-1 0 0,-1 1 0 0 0,1 5 144 0 0,-2 22-38 0 0,2-22-26 0 0,1 2-16 0 0,0-1-58 0 0,0 0 0 0 0,0 1 1 0 0,0-1 0 0 0,1 1 0 0 0,0-1 0 0 0,0 1 0 0 0,1-1 0 0 0,0 0 0 0 0,0 1-1 0 0,1-1 1 0 0,0 0 0 0 0,0 0 0 0 0,1-1 0 0 0,6 11 0 0 0,2-5-9 0 0,-9-8-14 0 0,2-2 34 0 0,13 8-48 0 0,-13-8-18 0 0,-5-2 33 0 0,1 0-1 0 0,-1-1 1 0 0,1 1 0 0 0,-1 0 0 0 0,1 0-1 0 0,-1 0 1 0 0,1-1 0 0 0,0 1 0 0 0,-1 0-1 0 0,1 0 1 0 0,-1 0 0 0 0,1 0 0 0 0,-1 0-1 0 0,1 0 1 0 0,0 0 0 0 0,-1 0 0 0 0,1 0-1 0 0,-1 0 1 0 0,1 1 0 0 0,-1-1 0 0 0,1 0 0 0 0,-1 0-1 0 0,1 0 1 0 0,0 1 0 0 0,0-1 0 0 0,0 1-10 0 0,0 0 0 0 0,1-1 1 0 0,-1 1-1 0 0,0-1 0 0 0,1 0 1 0 0,-1 1-1 0 0,1-1 0 0 0,-1 0 1 0 0,1 0-1 0 0,-1 0 0 0 0,1 0 1 0 0,-1 0-1 0 0,1 0 0 0 0,-1 0 1 0 0,3-1-1 0 0,6-1-8 0 0,-1-1 0 0 0,1 0 0 0 0,-1 0 0 0 0,0-1 0 0 0,0 0 0 0 0,0-1 0 0 0,0 0 0 0 0,13-10 0 0 0,-16 11 13 0 0,-4 3 5 0 0,1-1 1 0 0,-1 1-1 0 0,0-1 0 0 0,0 0 1 0 0,0 1-1 0 0,0-1 0 0 0,0 0 0 0 0,0 0 1 0 0,-1 0-1 0 0,3-4 0 0 0,11-16 165 0 0,-2-1-1 0 0,21-45 0 0 0,-33 64-17 0 0,1-1-18 0 0,5-12-15 0 0,-6 13 651 0 0,2 8-706 0 0,7 15-11 0 0,-7-14-6 0 0,-2 2-19 0 0,0 7-43 0 0,0-5-101 0 0,-1 0 0 0 0,1 0 1 0 0,1 0-1 0 0,-1 0 0 0 0,1 0 1 0 0,1 0-1 0 0,0-1 0 0 0,0 1 0 0 0,1-1 1 0 0,0 0-1 0 0,9 14 0 0 0,-12-20-44 0 0,1 0-13 0 0,0 0 0 0 0,-1 1 1 0 0,1-1-1 0 0,0 0 0 0 0,0 0 1 0 0,0-1-1 0 0,0 1 0 0 0,0 0 1 0 0,0-1-1 0 0,1 1 0 0 0,-1-1 0 0 0,0 0 1 0 0,1 1-1 0 0,-1-1 0 0 0,1 0 1 0 0,0-1-1 0 0,3 2 0 0 0,4-1-1012 0 0,1 0 1 0 0,0-1-1 0 0,21-2 0 0 0,-27 1-2662 0 0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17.4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151 43 2440 0 0,'0'0'1301'0'0,"-1"-4"-203"0"0,-1-16-194 0 0,1 15 458 0 0,-3 3-786 0 0,-12-7-63 0 0,12 7 346 0 0,-2 3-506 0 0,-5 1-110 0 0,1 1-1 0 0,0 0 0 0 0,-15 7 1 0 0,20-7-40 0 0,0 1-70 0 0,-13 11-39 0 0,13-12-17 0 0,5-1-81 0 0,-1 0 0 0 0,1-1 0 0 0,-1 1 0 0 0,0-1 0 0 0,0 1 0 0 0,1 0 0 0 0,-1-1 0 0 0,0 0 0 0 0,0 1 0 0 0,0-1 0 0 0,-1 0 0 0 0,-1 3 0 0 0,1-2-5 0 0,-1 2 45 0 0,2 2 43 0 0,-6 16-18 0 0,5-16-21 0 0,3-1-13 0 0,0 1-24 0 0,0-1-1 0 0,0 1 1 0 0,0 0-1 0 0,1-1 1 0 0,0 0-1 0 0,0 1 1 0 0,0-1-1 0 0,1 0 1 0 0,0 0-1 0 0,0 0 1 0 0,0 0-1 0 0,0-1 1 0 0,8 8-1 0 0,8 4-24 0 0,2-2 0 0 0,0 0 0 0 0,1-1 0 0 0,30 13 0 0 0,-47-24 33 0 0,-4-1-10 0 0,1-1 1 0 0,0 0-1 0 0,0 1 0 0 0,-1-1 0 0 0,1 1 1 0 0,0 0-1 0 0,-1 0 0 0 0,1 0 1 0 0,-1-1-1 0 0,1 1 0 0 0,-1 1 0 0 0,3 1 1 0 0,-1-1 1 0 0,2 1 46 0 0,-1 0 18 0 0,12 8 47 0 0,-12-8 129 0 0,-5-2-236 0 0,1 1 0 0 0,-1-1 0 0 0,0 1-1 0 0,0-1 1 0 0,1 1 0 0 0,-1-1-1 0 0,0 1 1 0 0,0-1 0 0 0,-1 0 0 0 0,1 0-1 0 0,0 1 1 0 0,-2 0 0 0 0,2-1 3 0 0,0 0-7 0 0,1 0 0 0 0,-1 0-1 0 0,0-1 1 0 0,0 1 0 0 0,0 0 0 0 0,0 0-1 0 0,0 0 1 0 0,0-1 0 0 0,0 1-1 0 0,0-1 1 0 0,0 1 0 0 0,0-1-1 0 0,0 1 1 0 0,0-1 0 0 0,-1 1-1 0 0,1-1 1 0 0,0 0 0 0 0,0 0 0 0 0,0 0-1 0 0,-3 0 1 0 0,2 1 0 0 0,-8 2-85 0 0,-1-1-1 0 0,1 0 1 0 0,-18 1-1 0 0,19-2 29 0 0,3 0-156 0 0,-1-1-63 0 0,-20 0-146 0 0,20 0-168 0 0,1-2-1249 0 0,3-1 1399 0 0,1 2 179 0 0,1 0 0 0 0,0 0 1 0 0,-1 0-1 0 0,1 0 1 0 0,-1 0-1 0 0,1 1 0 0 0,-1-1 1 0 0,0 0-1 0 0,1 1 1 0 0,-1-1-1 0 0,0 1 1 0 0,-2-1-1 0 0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17.7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24 3172 0 0,'4'-4'1539'0'0,"12"-16"5189"0"0,-15 22-6687 0 0,1-1-1 0 0,-1 1 0 0 0,0 0 1 0 0,0-1-1 0 0,-1 1 1 0 0,1 0-1 0 0,0-1 1 0 0,0 1-1 0 0,-1 0 1 0 0,1 0-1 0 0,-1 0 1 0 0,1 2-1 0 0,0 1 47 0 0,0-4-63 0 0,-1 1 0 0 0,1-1-1 0 0,0 0 1 0 0,-1 1 0 0 0,1-1 0 0 0,-1 1 0 0 0,1 0 0 0 0,-1-1 0 0 0,0 1 0 0 0,0-1 0 0 0,0 1 0 0 0,0 0 0 0 0,0-1-1 0 0,0 1 1 0 0,0 3 0 0 0,-3 20 279 0 0,3 24 60 0 0,2 7-20 0 0,1-1-49 0 0,1 0-93 0 0,0-3 82 0 0,-2-41-313 0 0,-1-1-11 0 0,0 0 1 0 0,1 0-1 0 0,0 0 0 0 0,0 0 0 0 0,1 0 0 0 0,1-1 0 0 0,0 0 0 0 0,0 1 0 0 0,0-1 0 0 0,1 0 0 0 0,8 10 1 0 0,-11-17-97 0 0,0 1 0 0 0,1-1 0 0 0,-1 0 0 0 0,0 0 0 0 0,1 0 0 0 0,-1-1 0 0 0,1 1 0 0 0,0 0 0 0 0,-1-1 0 0 0,1 0 0 0 0,0 0 0 0 0,0 0 1 0 0,0 0-1 0 0,0 0 0 0 0,0 0 0 0 0,0-1 0 0 0,0 1 0 0 0,4-1 0 0 0,36-8-1788 0 0,-36 6 1017 0 0,-1 0 1 0 0,1-1-1 0 0,0 0 0 0 0,-1-1 0 0 0,12-7 0 0 0,7-7-2779 0 0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17.9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68 34 2292 0 0,'-36'2'1458'0'0,"28"-2"1573"0"0,3 1-2313 0 0,-13 2 110 0 0,33-3 222 0 0,51-5-999 0 0,-14-2-984 0 0,2-1-735 0 0,1-2-1585 0 0,-12 1-281 0 0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18.3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74 67 3176 0 0,'0'0'2044'0'0,"-2"4"-1310"0"0,-18 40 1964 0 0,19-40-2132 0 0,8 9-436 0 0,-1 0-65 0 0,1-13-42 0 0,21-1-83 0 0,-21 1-123 0 0,-3-2 167 0 0,13-6 54 0 0,-12 6 5 0 0,-1-1-12 0 0,36-29 134 0 0,-37 28-133 0 0,7-22 109 0 0,-10 21-91 0 0,-2-19-19 0 0,2 23-29 0 0,0 0 0 0 0,0 0 0 0 0,0-1 0 0 0,0 1 1 0 0,0 0-1 0 0,-1 0 0 0 0,1 0 0 0 0,-1 0 0 0 0,1 0 1 0 0,0 0-1 0 0,-1 0 0 0 0,0 0 0 0 0,1 0 0 0 0,-1 0 1 0 0,0 0-1 0 0,1 0 0 0 0,-1 0 0 0 0,0 0 0 0 0,0 1 1 0 0,0-1-1 0 0,0 0 0 0 0,-1 0 0 0 0,0 0 6 0 0,-1-3 23 0 0,-2 2 22 0 0,2 0-13 0 0,-1 1 1 0 0,1 0 0 0 0,-1 0 0 0 0,1 0 0 0 0,-1 0 0 0 0,0 1 0 0 0,1-1 0 0 0,-1 1-1 0 0,0 0 1 0 0,1 0 0 0 0,-1 0 0 0 0,0 1 0 0 0,0 0 0 0 0,1-1 0 0 0,-1 1 0 0 0,1 0-1 0 0,-1 0 1 0 0,1 1 0 0 0,-1-1 0 0 0,1 1 0 0 0,0 0 0 0 0,-5 3 0 0 0,-37 35 395 0 0,42-36-391 0 0,0 0 0 0 0,0 0 0 0 0,0 1-1 0 0,0-1 1 0 0,1 1 0 0 0,-1-1 0 0 0,1 1-1 0 0,0 0 1 0 0,1 0 0 0 0,-3 7 0 0 0,3-7-25 0 0,-1 1 70 0 0,2 2 5 0 0,0-1-93 0 0,-1 0 0 0 0,1 0-1 0 0,0-1 1 0 0,0 1 0 0 0,1 0-1 0 0,0 0 1 0 0,0 0-1 0 0,0-1 1 0 0,1 1-1 0 0,0-1 1 0 0,0 1-1 0 0,1-1 1 0 0,0 0-1 0 0,0 1 1 0 0,0-2 0 0 0,1 1-1 0 0,0 0 1 0 0,0-1-1 0 0,9 9 1 0 0,-8-9-195 0 0,0-1-1 0 0,0 0 1 0 0,1-1 0 0 0,-1 1 0 0 0,1-1 0 0 0,0 0 0 0 0,0 0 0 0 0,1-1-1 0 0,-1 0 1 0 0,0 0 0 0 0,1 0 0 0 0,9 0 0 0 0,-9-1-481 0 0,1-1 0 0 0,0-1 1 0 0,-1 1-1 0 0,1-1 0 0 0,-1 0 0 0 0,1-1 0 0 0,-1 0 1 0 0,13-5-1 0 0,8-3-2667 0 0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18.8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0 256 2816 0 0,'0'0'1048'0'0,"2"-4"-168"0"0,23-35 1376 0 0,-22 35-1669 0 0,1 2-349 0 0,13-7-6 0 0,-13 7 30 0 0,2 3-327 0 0,0 0 165 0 0,0 1-1 0 0,-1 0 0 0 0,1 0 1 0 0,0 0-1 0 0,-1 1 1 0 0,0-1-1 0 0,1 1 1 0 0,-1 1-1 0 0,0-1 1 0 0,-1 1-1 0 0,1 0 0 0 0,-1 0 1 0 0,1 0-1 0 0,-1 0 1 0 0,0 1-1 0 0,-1 0 1 0 0,1 0-1 0 0,-1 0 1 0 0,0 0-1 0 0,0 0 1 0 0,-1 1-1 0 0,1-1 0 0 0,-1 1 1 0 0,2 9-1 0 0,-3-10 55 0 0,0 1-12 0 0,2 22 22 0 0,-3-22 2 0 0,0 0 5 0 0,-3 18-6 0 0,2-18 108 0 0,0-1-140 0 0,-4 18 15 0 0,3-18 722 0 0,-12 16 833 0 0,14-22-1691 0 0,1 1 0 0 0,-2-1 0 0 0,1 1 1 0 0,0-1-1 0 0,0 1 0 0 0,0-1 0 0 0,0 1 0 0 0,0-1 0 0 0,0 1 0 0 0,0 0 0 0 0,0-1 0 0 0,-1 1 0 0 0,1-1 0 0 0,0 1 0 0 0,0 0 0 0 0,-1-1 0 0 0,1 1 0 0 0,0 0 0 0 0,-1-1 0 0 0,1 1 0 0 0,0 0 0 0 0,-1-1 0 0 0,1 1 0 0 0,0 0 0 0 0,-1 0 0 0 0,1-1 0 0 0,-1 1 0 0 0,1 0 0 0 0,-1-1 2 0 0,0 1-1 0 0,1 0 1 0 0,-1-1-1 0 0,1 1 1 0 0,-1 0-1 0 0,1-1 1 0 0,-1 1-1 0 0,1-1 1 0 0,-1 1-1 0 0,1-1 0 0 0,-1 0 1 0 0,1 1-1 0 0,-1-1 1 0 0,1 1-1 0 0,0-1 1 0 0,0 0-1 0 0,-1 1 1 0 0,1-1-1 0 0,0 0 0 0 0,0 1 1 0 0,0-1-1 0 0,-1 0 1 0 0,1 1-1 0 0,0-1 1 0 0,0 0-1 0 0,0 1 1 0 0,0-1-1 0 0,0 0 1 0 0,1 1-1 0 0,-1-2 0 0 0,8-54-49 0 0,-4 45-77 0 0,0-1 0 0 0,0 1 0 0 0,1 0 0 0 0,0 0 0 0 0,1 0 0 0 0,1 1 0 0 0,-1 0 0 0 0,2 0 0 0 0,8-9 0 0 0,2 0-449 0 0,1 0 1 0 0,39-28 0 0 0,-21 22-278 0 0,2 1 0 0 0,1 2 0 0 0,1 2 1 0 0,1 2-1 0 0,49-15 0 0 0,-86 31 631 0 0,4 0-4 0 0,-9 1 251 0 0,0 1-1 0 0,0 0 1 0 0,1-1-1 0 0,-1 1 1 0 0,0 0 0 0 0,1 0-1 0 0,-1-1 1 0 0,1 1-1 0 0,-1 0 1 0 0,0 0-1 0 0,1 0 1 0 0,-1-1-1 0 0,1 1 1 0 0,-1 0-1 0 0,0 0 1 0 0,1 0 0 0 0,-1 0-1 0 0,1 0 1 0 0,-1 0-1 0 0,1 0 1 0 0,-1 0-1 0 0,0 0 1 0 0,1 0-1 0 0,-1 0 1 0 0,1 0 0 0 0,-1 0-1 0 0,1 0 1 0 0,-1 1-1 0 0,0-1 1 0 0,1 0-1 0 0,-1 0 1 0 0,1 0-1 0 0,-1 1 1 0 0,1-1-1 0 0,-15 27 292 0 0,3-9 148 0 0,-15 40 0 0 0,24-53-346 0 0,2 2-4 0 0,0 7-17 0 0,1-1 1 0 0,1 1-1 0 0,0-1 1 0 0,1 0-1 0 0,0 0 0 0 0,1 0 1 0 0,6 15-1 0 0,2-5 36 0 0,3 8 154 0 0,22 61 0 0 0,-33-63-268 0 0,-4-22-25 0 0,-3 4 20 0 0,2-6-38 0 0,1-3 0 0 0,0-1 1 0 0,-1 1-1 0 0,1 0 1 0 0,-1-1-1 0 0,1 1 0 0 0,-1-1 1 0 0,0 1-1 0 0,0 0 0 0 0,0-1 1 0 0,1 0-1 0 0,-1 1 0 0 0,-1-1 1 0 0,1 0-1 0 0,0 1 1 0 0,0-1-1 0 0,0 0 0 0 0,-1 0 1 0 0,-1 1-1 0 0,-10 8-299 0 0,-1-1-1 0 0,0 0 1 0 0,0-1 0 0 0,-25 10 0 0 0,16-9-1552 0 0,-1 0 1 0 0,-42 8-1 0 0,26-11-2674 0 0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20.4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4764 0 0,'0'0'9137'0'0,"3"8"-8739"0"0,0 1-279 0 0,6 29 410 0 0,7 77 65 0 0,31 167-1970 0 0,-46-276 946 0 0,2 1 0 0 0,-1 0 0 0 0,1-1 0 0 0,-1 1 0 0 0,2-1 0 0 0,6 11 0 0 0,-9-15 329 0 0,2 2-1002 0 0,2-1-255 0 0,13 10-181 0 0,-13-10-1047 0 0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20.8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377 28 3016 0 0,'0'0'1229'0'0,"-2"-5"-215"0"0,-3-13-244 0 0,4 13 302 0 0,-5 6-622 0 0,-4 1-284 0 0,-1 1 0 0 0,1 1 0 0 0,-1 0 0 0 0,1 0 0 0 0,1 1 0 0 0,-1 0 0 0 0,0 0 0 0 0,-8 8 0 0 0,-81 63 393 0 0,82-62-394 0 0,13-11-130 0 0,-90 67 572 0 0,72-56-424 0 0,18-12 109 0 0,0 0-178 0 0,-12 7-18 0 0,12-7 89 0 0,5-4-186 0 0,-1 1 0 0 0,0 0 0 0 0,1-1 0 0 0,-1 1 0 0 0,1 0 0 0 0,0-1 0 0 0,-1 1 0 0 0,1 0 0 0 0,0 0 0 0 0,0 0 0 0 0,0 0 0 0 0,1-2 0 0 0,0 1 5 0 0,0-2 40 0 0,-1 4-44 0 0,0 0 1 0 0,-1 0-1 0 0,1 0 0 0 0,-1 0 0 0 0,1 0 0 0 0,0 0 0 0 0,-1-1 0 0 0,1 1 0 0 0,0 0 0 0 0,-1 0 0 0 0,1 0 0 0 0,-1-1 0 0 0,1 1 1 0 0,0 0-1 0 0,-1-1 0 0 0,1 1 0 0 0,-1 0 0 0 0,1-1 0 0 0,-1 1 0 0 0,1-1 0 0 0,-1 1 0 0 0,0-1 0 0 0,1 1 0 0 0,-1-1 0 0 0,1 0 11 0 0,0 0 0 0 0,-1 1 0 0 0,1-1-1 0 0,0 0 1 0 0,-1 1 0 0 0,1-1-1 0 0,0 1 1 0 0,0-1 0 0 0,0 1 0 0 0,-1-1-1 0 0,1 1 1 0 0,0 0 0 0 0,0-1-1 0 0,0 1 1 0 0,0 0 0 0 0,0 0 0 0 0,0-1-1 0 0,0 1 1 0 0,0 0 0 0 0,0 0-1 0 0,0 0 1 0 0,0 0 0 0 0,-1 0 0 0 0,1 1-1 0 0,0-1 1 0 0,2 0 0 0 0,25 3 139 0 0,-21-2 8 0 0,-2 2 9 0 0,15 10 22 0 0,-1 1-1 0 0,28 27 0 0 0,3 5-104 0 0,-37-34-142 0 0,1-2 6 0 0,1-2-132 0 0,-3-1-147 0 0,-1-1-1 0 0,1-1 1 0 0,1 0 0 0 0,-1 0 0 0 0,1-1 0 0 0,17 3-1 0 0,-18-6-730 0 0,0 0 0 0 0,0-1-1 0 0,0 0 1 0 0,0 0-1 0 0,17-4 1 0 0,7-2-2643 0 0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21.0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61 3656 0 0,'0'0'4915'0'0,"4"-3"-4340"0"0,3-1-376 0 0,0-1 0 0 0,0 1 0 0 0,1 0 0 0 0,0 1 0 0 0,0 0 0 0 0,0 0 0 0 0,0 1 0 0 0,15-2 0 0 0,78-10 42 0 0,-83 12-366 0 0,96-8-4401 0 0,-109 10 2127 0 0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21.2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94 3 3688 0 0,'-44'25'3512'0'0,"40"-23"-2604"0"0,0 1-109 0 0,-1 2-139 0 0,-1-1-1 0 0,1 1 0 0 0,-1-1 1 0 0,0-1-1 0 0,-7 5 0 0 0,13-8-656 0 0,1 0 0 0 0,-1 0-1 0 0,1 0 1 0 0,0 0 0 0 0,-1 0 0 0 0,1 0-1 0 0,-1 0 1 0 0,1 0 0 0 0,0 0-1 0 0,-1 1 1 0 0,1-1 0 0 0,-1 0 0 0 0,1 0-1 0 0,-1 1 1 0 0,1-1 0 0 0,-1 0-1 0 0,1 1 1 0 0,-1-1 0 0 0,1 0 0 0 0,-1 1-1 0 0,1-1 1 0 0,-1 1 0 0 0,1 0-1 0 0,0-1 0 0 0,-1 1 0 0 0,1 0 0 0 0,0-1 0 0 0,-1 1 0 0 0,1 0-1 0 0,0-1 1 0 0,0 1 0 0 0,0-1 0 0 0,-1 0 0 0 0,1 1-1 0 0,0-1 1 0 0,0 0 0 0 0,0 1 0 0 0,0-1 0 0 0,0 0 0 0 0,0 0-1 0 0,0 0 1 0 0,0 0 0 0 0,0 0 0 0 0,-1 0 0 0 0,1 0-1 0 0,0 0 1 0 0,0 0 0 0 0,1 0 0 0 0,50-5-1108 0 0,84-18-1 0 0,-9-10-4719 0 0,-84 20 931 0 0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21.8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153 108 2468 0 0,'-3'-3'1392'0'0,"-9"-6"-592"0"0,9 4 2361 0 0,13-27-2063 0 0,-6 29-829 0 0,4-4-51 0 0,0 1 0 0 0,1 1-1 0 0,0 0 1 0 0,0 0 0 0 0,0 1 0 0 0,0 0 0 0 0,14-4-1 0 0,26-3 542 0 0,-44 10-442 0 0,2 1-194 0 0,28 2 176 0 0,-34-2-295 0 0,0 0-1 0 0,0 0 1 0 0,0 0-1 0 0,-1 1 0 0 0,1-1 1 0 0,0 0-1 0 0,0 1 0 0 0,0-1 1 0 0,0 0-1 0 0,-1 1 0 0 0,1-1 1 0 0,0 1-1 0 0,0-1 0 0 0,-1 1 1 0 0,1 0-1 0 0,0-1 0 0 0,0 2 1 0 0,10 7 161 0 0,-11-4-114 0 0,1 0-42 0 0,-1 0-1 0 0,0 0 0 0 0,0 0 1 0 0,0 0-1 0 0,-1 0 1 0 0,0 0-1 0 0,0-1 0 0 0,0 1 1 0 0,0 0-1 0 0,-1 0 0 0 0,0-1 1 0 0,0 1-1 0 0,0-1 1 0 0,-1 0-1 0 0,1 1 0 0 0,-5 4 1 0 0,-33 40 52 0 0,31-38 36 0 0,-1-2-1 0 0,0 1 0 0 0,-20 13 1 0 0,20-16-13 0 0,6-4 604 0 0,0-1-572 0 0,-12 5-16 0 0,12-5 54 0 0,4-3-152 0 0,1 1 0 0 0,-1 0 0 0 0,0-1 0 0 0,0 1 0 0 0,0-1 0 0 0,0 1 0 0 0,0-1 0 0 0,1 1 0 0 0,-1 0 1 0 0,0-1-1 0 0,0 1 0 0 0,1 0 0 0 0,-1-1 0 0 0,0 1 0 0 0,1 0 0 0 0,-1-1 0 0 0,0 1 0 0 0,1 0 0 0 0,-1-1 0 0 0,0 1 0 0 0,1 0 0 0 0,-1 0 0 0 0,1-1 0 0 0,-1 1 0 0 0,0 0 0 0 0,2 0 0 0 0,-2 0 0 0 0,1-1 0 0 0,-1 1-1 0 0,1 0 1 0 0,0 0 0 0 0,-1-1 0 0 0,1 1 0 0 0,-1 0 0 0 0,1-1-1 0 0,-1 1 1 0 0,0 0 0 0 0,1-1 0 0 0,-1 1 0 0 0,1-1 0 0 0,-1 1 0 0 0,0-1-1 0 0,1 1 1 0 0,-1-1 0 0 0,0 1 0 0 0,1-1 0 0 0,-1-1 0 0 0,5-1 20 0 0,40-21 2 0 0,-41 22 21 0 0,2 0 102 0 0,64-7-255 0 0,-62 9 103 0 0,1 1 1 0 0,0 0 0 0 0,-1 0-1 0 0,1 1 1 0 0,0 0-1 0 0,-1 0 1 0 0,0 1 0 0 0,1 0-1 0 0,-1 1 1 0 0,13 7 0 0 0,-4 2 59 0 0,26 25 1 0 0,-40-34-31 0 0,-1 1-2 0 0,6 18 10 0 0,-6-18-1 0 0,-3 2-8 0 0,0-3-28 0 0,1-1 7 0 0,-1 1 0 0 0,1-1-1 0 0,-1 1 1 0 0,0-1 0 0 0,0 0 0 0 0,0 1 0 0 0,-1-1-1 0 0,1 0 1 0 0,-1 0 0 0 0,0 1 0 0 0,0-1 0 0 0,0-1-1 0 0,0 1 1 0 0,0 0 0 0 0,-1 0 0 0 0,-4 3 0 0 0,-10 6-189 0 0,-1 0 1 0 0,-1-2 0 0 0,0 0 0 0 0,0-1-1 0 0,-1-1 1 0 0,0-1 0 0 0,-1 0-1 0 0,-33 5 1 0 0,10-5-1871 0 0,-1-1-1 0 0,1-3 0 0 0,-59-3 0 0 0,55-2-2913 0 0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22.3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646 3 2280 0 0,'-15'-2'663'0'0,"0"2"-1"0"0,1-1 1 0 0,-1 2-1 0 0,-25 4 1 0 0,20-1-366 0 0,0 2 1 0 0,1 0-1 0 0,0 1 1 0 0,0 1 0 0 0,1 1-1 0 0,0 0 1 0 0,1 1 0 0 0,0 1-1 0 0,0 1 1 0 0,-18 17 0 0 0,4 0 179 0 0,1 1 0 0 0,2 1 1 0 0,-43 62-1 0 0,48-58-293 0 0,1 1-1 0 0,3 0 1 0 0,1 2-1 0 0,1 0 1 0 0,2 1-1 0 0,2 1 1 0 0,2 0-1 0 0,1 1 1 0 0,-7 71-1 0 0,15-83-145 0 0,2 0 0 0 0,0 0-1 0 0,2 0 1 0 0,1-1 0 0 0,2 1 0 0 0,10 38-1 0 0,-9-47-67 0 0,2 1-1 0 0,0-1 0 0 0,1 0 1 0 0,1-1-1 0 0,1 0 0 0 0,0-1 1 0 0,2 0-1 0 0,0-1 0 0 0,18 18 0 0 0,-16-20-181 0 0,1-1-1 0 0,1 0 1 0 0,1-1-1 0 0,0-1 0 0 0,0-1 1 0 0,1 0-1 0 0,1-1 0 0 0,24 8 1 0 0,-8-6-1281 0 0,1-1 0 0 0,1-2 0 0 0,65 7 0 0 0,-34-10-3150 0 0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22.7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 2716 0 0,'17'-3'502'0'0,"2"2"0"0"0,-1-1-1 0 0,0 2 1 0 0,0 0 0 0 0,0 2-1 0 0,0 0 1 0 0,0 1 0 0 0,0 0-1 0 0,-1 1 1 0 0,1 2 0 0 0,-1-1-1 0 0,0 2 1 0 0,-1 0 0 0 0,17 11 0 0 0,-5-3-173 0 0,-1 2 0 0 0,-1 1 1 0 0,-1 1-1 0 0,0 1 1 0 0,-1 2-1 0 0,-2 0 1 0 0,25 31-1 0 0,-33-35-230 0 0,0 1 0 0 0,-2 1 0 0 0,0 0 0 0 0,-1 0 0 0 0,-1 1 0 0 0,-1 0 0 0 0,-1 1 1 0 0,-1 0-1 0 0,-1 1 0 0 0,4 23 0 0 0,-8-26-144 0 0,0 0 0 0 0,-1 0 0 0 0,-2 1 1 0 0,0-1-1 0 0,0 0 0 0 0,-2 0 1 0 0,-1 0-1 0 0,0 0 0 0 0,-2 0 0 0 0,0-1 1 0 0,-16 35-1 0 0,6-25-281 0 0,-1 0 1 0 0,-1 0-1 0 0,-1-2 0 0 0,-2-1 1 0 0,-1 0-1 0 0,-38 35 0 0 0,2-12-2751 0 0,-116 77 0 0 0,94-74-1879 0 0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24.0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307 84 4244 0 0,'-3'-3'1451'0'0,"-10"-8"-271"0"0,9 8 712 0 0,1 0-1103 0 0,-8-11-127 0 0,8 11 702 0 0,2-2-1027 0 0,1 5-266 0 0,-1-1 1 0 0,0-1 0 0 0,0 0 0 0 0,1 1 0 0 0,-1-1 1 0 0,1 0-1 0 0,-1 1 0 0 0,1-1 0 0 0,0 0 0 0 0,0 1 0 0 0,0-1 1 0 0,0-3-1 0 0,0 5-61 0 0,1-1 1 0 0,-1 0-1 0 0,0 1 0 0 0,1-1 1 0 0,-1 1-1 0 0,1-1 0 0 0,0 0 1 0 0,-1 1-1 0 0,1 0 1 0 0,-1-1-1 0 0,1 1 0 0 0,0-1 1 0 0,-1 1-1 0 0,1 0 1 0 0,0-1-1 0 0,-1 1 0 0 0,1 0 1 0 0,1-1-1 0 0,-1 1-4 0 0,-1 0 0 0 0,1 0 0 0 0,-1 0 1 0 0,1 0-1 0 0,-1 0 0 0 0,1-1 0 0 0,0 1 0 0 0,-1 0 0 0 0,1 0 1 0 0,-1-1-1 0 0,1 1 0 0 0,-1-1 0 0 0,0 1 0 0 0,1 0 0 0 0,-1-1 0 0 0,1 1 1 0 0,-1-1-1 0 0,0 1 0 0 0,1-1 0 0 0,-1 1 0 0 0,0-1 0 0 0,1 1 0 0 0,-1-1 1 0 0,0 1-1 0 0,0-1 0 0 0,5 2 112 0 0,-1 1-96 0 0,1 0 0 0 0,-1 0 0 0 0,1 0 0 0 0,-1 0-1 0 0,0 1 1 0 0,0-1 0 0 0,0 1 0 0 0,0 0 0 0 0,-1 1 0 0 0,1-1 0 0 0,-1 1-1 0 0,0-1 1 0 0,0 1 0 0 0,0 0 0 0 0,0 0 0 0 0,-1 0 0 0 0,1 1 0 0 0,-1-1-1 0 0,0 0 1 0 0,-1 1 0 0 0,1 0 0 0 0,-1-1 0 0 0,0 1 0 0 0,0 0 0 0 0,0 0-1 0 0,0-1 1 0 0,-1 1 0 0 0,0 8 0 0 0,0 1 39 0 0,-1 1 0 0 0,0-1 0 0 0,-1 0 0 0 0,0 1 0 0 0,-1-1 0 0 0,-1 0 0 0 0,0 0 0 0 0,-1-1 0 0 0,-1 1 0 0 0,0-1 0 0 0,-15 24 0 0 0,15-27 13 0 0,-2 0 0 0 0,1-1 1 0 0,-1 1-1 0 0,0-2 0 0 0,-18 16 0 0 0,16-18-50 0 0,0 1-1 0 0,-1-1 1 0 0,1-1-1 0 0,-2 0 1 0 0,1 0-1 0 0,0-1 1 0 0,-1-1-1 0 0,-14 3 0 0 0,21-5-14 0 0,-2 0 4 0 0,-21 2-10 0 0,22-3-12 0 0,-2 0 60 0 0,-21-3-52 0 0,22 2-1 0 0,3 0-10 0 0,-13-5-12 0 0,12 4 4 0 0,2-1-18 0 0,1 1 19 0 0,0 0 0 0 0,0 0 0 0 0,1-1 0 0 0,-1 1 1 0 0,1-1-1 0 0,0 1 0 0 0,-1-1 0 0 0,1 1 0 0 0,0-1 0 0 0,0 0 0 0 0,1 1 0 0 0,-1-1 0 0 0,1 0 0 0 0,-1-4 0 0 0,0 2 6 0 0,4 1 104 0 0,6-12-130 0 0,-7 12-28 0 0,4 1 16 0 0,-3 0 65 0 0,1 1-30 0 0,-1 0-1 0 0,1-1 1 0 0,0 1 0 0 0,-1 0 0 0 0,1 1 0 0 0,0-1 0 0 0,0 1 0 0 0,0 0 0 0 0,1 0 0 0 0,-1 0-1 0 0,0 0 1 0 0,0 1 0 0 0,6-1 0 0 0,5 3 20 0 0,0-1 0 0 0,-1 2 0 0 0,1 0 0 0 0,-1 1-1 0 0,0 1 1 0 0,0 0 0 0 0,15 7 0 0 0,102 65 28 0 0,-48-20-390 0 0,-79-53 75 0 0,1-1-128 0 0,13 9-121 0 0,-13-9-128 0 0,0-2-179 0 0,6 1 600 0 0,27-2-6473 0 0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24.4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208 30 3500 0 0,'-10'-25'1329'0'0,"8"20"2147"0"0,-3 6-2875 0 0,-20 6 421 0 0,23-5-876 0 0,-1 1 0 0 0,1 0 0 0 0,0 1 1 0 0,0-1-1 0 0,0 0 0 0 0,0 0 0 0 0,0 1 1 0 0,1 0-1 0 0,-1-1 0 0 0,1 1 0 0 0,-1 6 1 0 0,1-9-176 0 0,0 4 307 0 0,1 0-18 0 0,1 1-175 0 0,0 0-1 0 0,0-1 1 0 0,0 1-1 0 0,1-1 1 0 0,0 0-1 0 0,0 0 1 0 0,0 1-1 0 0,1-1 1 0 0,-1 0-1 0 0,1-1 1 0 0,0 1-1 0 0,1 0 1 0 0,-1-1-1 0 0,6 5 1 0 0,-1-2-3 0 0,0-1 1 0 0,1 0-1 0 0,0-1 0 0 0,0 0 0 0 0,0 0 1 0 0,0-1-1 0 0,18 6 0 0 0,-9-3 18 0 0,-13-6-41 0 0,1 1-34 0 0,1-1 0 0 0,-1 1 0 0 0,0 0 0 0 0,0 1 0 0 0,10 5 0 0 0,-9-5-8 0 0,-3-1 47 0 0,-6 4-60 0 0,1 2-16 0 0,0-5 11 0 0,1-1 0 0 0,-1 1 0 0 0,1-1 0 0 0,-1 1 0 0 0,0 0-1 0 0,0-1 1 0 0,0 0 0 0 0,0 1 0 0 0,0-1 0 0 0,0 1 0 0 0,-4 3 0 0 0,-20 35 67 0 0,-42 69-1745 0 0,-94 210-1 0 0,100-174-4518 0 0,43-99 1242 0 0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29.2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70 3400 0 0,'0'0'1552'0'0,"0"-6"-205"0"0,2-52 3282 0 0,-2 53-3021 0 0,0 12-1106 0 0,3 38 347 0 0,28 183 424 0 0,-12-105-1194 0 0,5 177 0 0 0,-36-85-2520 0 0,5-127-728 0 0,6-83 1690 0 0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29.7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518 124 2060 0 0,'9'-12'321'0'0,"0"0"-1"0"0,2 1 0 0 0,-1 0 1 0 0,1 1-1 0 0,1 0 0 0 0,0 1 1 0 0,0 0-1 0 0,1 1 0 0 0,0 0 1 0 0,15-5-1 0 0,-26 11-262 0 0,1 1 0 0 0,-1 0 0 0 0,1 0-1 0 0,0 0 1 0 0,-1 1 0 0 0,1-1 0 0 0,0 1 0 0 0,0-1 0 0 0,4 1 0 0 0,1-1 44 0 0,-6 1-68 0 0,-1 0 1 0 0,1-1 0 0 0,0 1 0 0 0,0 0 0 0 0,0 0 0 0 0,0 0 0 0 0,0 0 0 0 0,0 0-1 0 0,0 0 1 0 0,-1 0 0 0 0,1 1 0 0 0,0-1 0 0 0,0 1 0 0 0,0-1 0 0 0,0 1 0 0 0,2 2-1 0 0,2-1 87 0 0,6 4 284 0 0,-6-1-307 0 0,0 0 1 0 0,-1 0 0 0 0,0 1 0 0 0,0-1-1 0 0,-1 1 1 0 0,1 0 0 0 0,-1 1-1 0 0,-1-1 1 0 0,1 1 0 0 0,-1-1 0 0 0,0 1-1 0 0,-1 0 1 0 0,1 0 0 0 0,-1 0-1 0 0,1 10 1 0 0,-2-1-18 0 0,-1 0-1 0 0,-1 0 0 0 0,0 0 1 0 0,-1 0-1 0 0,0 0 1 0 0,-2 0-1 0 0,0-1 0 0 0,0 1 1 0 0,-2-1-1 0 0,1 0 1 0 0,-2-1-1 0 0,-11 19 1 0 0,0-3 0 0 0,-1-1 1 0 0,-2-1 0 0 0,-1 0 0 0 0,-41 39-1 0 0,34-42-70 0 0,0-1-1 0 0,-2-1 0 0 0,0-2 0 0 0,-2-1 1 0 0,0-2-1 0 0,-1-1 0 0 0,-1-2 1 0 0,-1-1-1 0 0,0-2 0 0 0,0-1 0 0 0,-74 11 1 0 0,97-20-13 0 0,-26 0 19 0 0,31-3-19 0 0,0 0 1 0 0,0 0-1 0 0,-1 0 0 0 0,1-1 0 0 0,0 0 1 0 0,-8-4-1 0 0,11 4 30 0 0,1-2-45 0 0,4 3 5 0 0,-2 0 4 0 0,1 0-1 0 0,-1 0 1 0 0,1-1 0 0 0,0 1-1 0 0,-1-1 1 0 0,1 1-1 0 0,0-1 1 0 0,0 1-1 0 0,0-1 1 0 0,0 1-1 0 0,0-1 1 0 0,0-2-1 0 0,1 2 3 0 0,0 1-1 0 0,1-1 0 0 0,-1 0 0 0 0,1 1 0 0 0,-1-1 1 0 0,1 0-1 0 0,-1 1 0 0 0,1-1 0 0 0,0 1 0 0 0,0-1 1 0 0,0 1-1 0 0,1-2 0 0 0,1-1-8 0 0,-3 3 13 0 0,0 1 1 0 0,0 0-1 0 0,0-1 1 0 0,0 1-1 0 0,0 0 0 0 0,0-1 1 0 0,0 1-1 0 0,1 0 0 0 0,-1-1 1 0 0,0 1-1 0 0,0 0 1 0 0,0 0-1 0 0,1-1 0 0 0,-1 1 1 0 0,0 0-1 0 0,1 0 1 0 0,-1-1-1 0 0,0 1 0 0 0,0 0 1 0 0,1 0-1 0 0,-1 0 1 0 0,0 0-1 0 0,1-1 0 0 0,-1 1 1 0 0,0 0-1 0 0,1 0 0 0 0,-1 0 1 0 0,1 0-1 0 0,58-11-102 0 0,-54 10 101 0 0,0 1-1 0 0,-1 0 1 0 0,1 0 0 0 0,0 0-1 0 0,0 0 1 0 0,-1 1-1 0 0,1 0 1 0 0,6 1 0 0 0,4 2-3 0 0,21 2 24 0 0,-2 3 0 0 0,1 0 0 0 0,37 17 0 0 0,94 48-87 0 0,-139-60 92 0 0,109 52 57 0 0,114 53 162 0 0,-222-107-263 0 0,0-2-1 0 0,1-1 0 0 0,0-1 1 0 0,0-2-1 0 0,31 4 0 0 0,-41-8-679 0 0,0-1-1 0 0,0-1 0 0 0,1-1 1 0 0,-1 0-1 0 0,0-1 1 0 0,0-1-1 0 0,0-1 0 0 0,32-12 1 0 0,-24 5-3305 0 0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30.5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249 132 2496 0 0,'0'0'1253'0'0,"1"-5"-196"0"0,-1-49 1682 0 0,-1 48-2327 0 0,0 1 20 0 0,-21-38 663 0 0,20 39-759 0 0,-3 2-166 0 0,-15-8-24 0 0,15 7 114 0 0,-3 5-156 0 0,-25 3-15 0 0,31-5-80 0 0,1 0 0 0 0,-1 0 0 0 0,1 0 0 0 0,-1 0 0 0 0,1 1 0 0 0,-1-1 0 0 0,1 1 0 0 0,0-1 0 0 0,-1 1 0 0 0,1-1 0 0 0,-1 1 0 0 0,1 0 0 0 0,0 0 0 0 0,0 0 0 0 0,0 0 0 0 0,-1 0 0 0 0,1 0 0 0 0,0 0 0 0 0,0 0 0 0 0,-1 2 0 0 0,-1 0 25 0 0,-8 6 26 0 0,0 1 0 0 0,1 0 1 0 0,0 1-1 0 0,0 0 0 0 0,1 1 1 0 0,1 0-1 0 0,-9 16 0 0 0,7-13-39 0 0,-2 11 20 0 0,11-20-35 0 0,-1-1 11 0 0,-4 20-9 0 0,4-19-2 0 0,0 1 36 0 0,3-2-41 0 0,1 19 2 0 0,-1-18-16 0 0,3-3-53 0 0,12 11 17 0 0,-12-11 8 0 0,2-3-206 0 0,1 0 246 0 0,0-1 0 0 0,1 0 0 0 0,-1-1 0 0 0,0 1 0 0 0,0-1 0 0 0,0-1 0 0 0,0 1 0 0 0,0-1 0 0 0,-1-1 0 0 0,7-3 0 0 0,-1-1 121 0 0,-1-1 1 0 0,0 0-1 0 0,0-1 0 0 0,18-22 1 0 0,-19 20 68 0 0,-7 9-4 0 0,0 0-29 0 0,7-10-31 0 0,-7 10 198 0 0,2 4-286 0 0,16 3 5 0 0,-21-4-41 0 0,1 0 0 0 0,-1 0 0 0 0,0 0-1 0 0,1 0 1 0 0,-1 0 0 0 0,0 0 0 0 0,0 0 0 0 0,1 0 0 0 0,-1 0-1 0 0,0 0 1 0 0,0 0 0 0 0,1 0 0 0 0,-1 1 0 0 0,0-1 0 0 0,0 0-1 0 0,1 0 1 0 0,-1 0 0 0 0,0 0 0 0 0,0 1 0 0 0,1-1 0 0 0,-1 0-1 0 0,0 0 1 0 0,0 0 0 0 0,0 1 0 0 0,0-1 0 0 0,1 0 0 0 0,-1 0-1 0 0,0 1 1 0 0,0-1 0 0 0,0 0 0 0 0,0 0 0 0 0,0 1-1 0 0,8 16 18 0 0,-6-12 7 0 0,1 0-2 0 0,7 18-3 0 0,-7-18 3 0 0,0 0-23 0 0,11 15-26 0 0,-11-15-45 0 0,1-2-64 0 0,13 11-66 0 0,-12-11-80 0 0,0-1-79 0 0,16 4-87 0 0,-16-4-33 0 0,1-3 30 0 0,0 1-27 0 0,0-1 0 0 0,0 1 0 0 0,0-2 1 0 0,0 1-1 0 0,0 0 0 0 0,-1-1 0 0 0,1 0 1 0 0,0-1-1 0 0,-1 1 0 0 0,1-1 0 0 0,-1 0 1 0 0,0-1-1 0 0,0 1 0 0 0,5-5 0 0 0,8-14-2687 0 0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30.9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76 3464 0 0,'0'0'1526'0'0,"2"-6"-817"0"0,0-9-398 0 0,4-14 2245 0 0,-1 26-1587 0 0,1 16-1022 0 0,-5-8 246 0 0,-1 0-26 0 0,-1 19-33 0 0,0-18-8 0 0,1 0 6 0 0,-4 32 141 0 0,-4 61 1631 0 0,5-113-1889 0 0,3 13-16 0 0,-1 0 0 0 0,1-1 0 0 0,-1 1 0 0 0,1 0 0 0 0,-1 0 0 0 0,1-1 0 0 0,0 1 1 0 0,0 0-1 0 0,0-1 0 0 0,0 1 0 0 0,0 0 0 0 0,0-1 0 0 0,0 1 0 0 0,0 0 0 0 0,0 0 0 0 0,1-1 0 0 0,-1 0 0 0 0,2-12-7 0 0,0 0-2 0 0,1 1 1 0 0,0-1-1 0 0,1 1 1 0 0,1-1 0 0 0,0 1-1 0 0,0 1 1 0 0,15-24-1 0 0,-18 31-2 0 0,2 1 0 0 0,-4 4 12 0 0,18-17-16 0 0,-16 15 11 0 0,-1 1 0 0 0,0 0 0 0 0,1 0 0 0 0,-1 0 0 0 0,1 0 0 0 0,-1 1 0 0 0,1-1 0 0 0,0 0 0 0 0,-1 1 0 0 0,1-1 0 0 0,0 1 0 0 0,-1-1 0 0 0,1 1 0 0 0,0 0 0 0 0,0 0 0 0 0,-1 0 0 0 0,1 0 0 0 0,0 0 0 0 0,0 0 0 0 0,2 1 0 0 0,2 1 2 0 0,0 0 0 0 0,0 1-1 0 0,-1 0 1 0 0,1 0 0 0 0,-1 1-1 0 0,1-1 1 0 0,-1 1 0 0 0,7 7-1 0 0,35 48-183 0 0,-28-33-90 0 0,-4-6-850 0 0,1 0 1 0 0,29 26 0 0 0,-44-45 1007 0 0,0 0 0 0 0,0 0 0 0 0,0 0-1 0 0,1 0 1 0 0,-1 0 0 0 0,0 0 0 0 0,1 0 0 0 0,-1 0 0 0 0,0-1 0 0 0,1 1 0 0 0,-1-1 0 0 0,1 1 0 0 0,3 0 0 0 0,-1 0-227 0 0,1 0-798 0 0,2 0-742 0 0,29 2-1338 0 0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31.8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323 828 2776 0 0,'4'-36'2266'0'0,"-6"33"-1371"0"0,1 2-759 0 0,0-1-1 0 0,0 0 0 0 0,0 0 0 0 0,0 0 0 0 0,-1 0 0 0 0,1 1 0 0 0,0-1 0 0 0,-1 1 1 0 0,0-1-1 0 0,1 1 0 0 0,-1 0 0 0 0,0-1 0 0 0,0 1 0 0 0,1 0 0 0 0,-1 0 0 0 0,0 0 0 0 0,0 0 0 0 0,0 1 0 0 0,0-1 0 0 0,0 0 0 0 0,0 1 0 0 0,-1 0 0 0 0,1-1 0 0 0,-4 1 0 0 0,-2 0 10 0 0,6 0-82 0 0,-1 0 0 0 0,0 0-1 0 0,0 0 1 0 0,1 0 0 0 0,-1 1 0 0 0,0 0 0 0 0,1-1 0 0 0,-1 1 0 0 0,1 0-1 0 0,-5 2 1 0 0,-9 4 136 0 0,0 1 0 0 0,0 0 0 0 0,1 1 0 0 0,1 1 0 0 0,-1 0 0 0 0,2 1-1 0 0,-1 1 1 0 0,1 0 0 0 0,1 1 0 0 0,1 0 0 0 0,-1 1 0 0 0,-12 21 0 0 0,18-25-143 0 0,0-1-9 0 0,0-1 0 0 0,1 2 0 0 0,1-1 0 0 0,-5 13 0 0 0,5-9-9 0 0,2 1 1 0 0,0 0 0 0 0,0 0 0 0 0,1 19 0 0 0,2-27-108 0 0,3-2-84 0 0,13 11-36 0 0,-12-12-41 0 0,1-2-44 0 0,0 0 231 0 0,0 0-59 0 0,-1 0 0 0 0,1-1 0 0 0,0 1-1 0 0,0-1 1 0 0,0 0 0 0 0,-1-1-1 0 0,1 0 1 0 0,0 1 0 0 0,0-2 0 0 0,6-1-1 0 0,-4 1 21 0 0,26-12-298 0 0,-20 6 348 0 0,-1 0 0 0 0,-1 0 0 0 0,0-1 0 0 0,0-1 0 0 0,0 0 0 0 0,-1 0 0 0 0,-1-2 0 0 0,0 1 0 0 0,0-1 0 0 0,-1 0 0 0 0,-1-1 0 0 0,0 0 0 0 0,-1 0 0 0 0,0-1 0 0 0,-1 0 0 0 0,0 0 0 0 0,-2-1 0 0 0,7-28 0 0 0,0-25 142 0 0,3-131 1 0 0,-19-70 167 0 0,3 216-257 0 0,1 17 10 0 0,-11-179 880 0 0,11 209-37 0 0,0 7-826 0 0,-1 0 0 0 0,0 0 0 0 0,1 1 0 0 0,-1-1 0 0 0,1 0-1 0 0,0 1 1 0 0,-1-1 0 0 0,1 1 0 0 0,0-1 0 0 0,-1 3 0 0 0,-3 10 207 0 0,-1 57 255 0 0,3 0 1 0 0,11 130-1 0 0,38 152 80 0 0,-37-296-1397 0 0,2 0 0 0 0,19 57 0 0 0,-28-107 535 0 0,1-1 0 0 0,0 1 1 0 0,0 0-1 0 0,1-1 0 0 0,-1 0 0 0 0,2 0 1 0 0,-1 0-1 0 0,0 0 0 0 0,8 6 0 0 0,-11-11 199 0 0,1 0 0 0 0,-1 0-1 0 0,1 0 1 0 0,-1-1 0 0 0,1 1-1 0 0,-1 0 1 0 0,1-1 0 0 0,0 1 0 0 0,-1-1-1 0 0,1 0 1 0 0,-1 0 0 0 0,4 1-1 0 0,-2-1-87 0 0,3 2-374 0 0,0-4 70 0 0,19-6 106 0 0,-23 8 329 0 0,-1 0 1 0 0,1-1 0 0 0,-1 1 0 0 0,1-1-1 0 0,-1 1 1 0 0,0-1 0 0 0,1 0-1 0 0,-1 0 1 0 0,0 0 0 0 0,1 0-1 0 0,-1 0 1 0 0,0 0 0 0 0,0 0 0 0 0,0 0-1 0 0,0 0 1 0 0,0 0 0 0 0,0 0-1 0 0,1-3 1 0 0,1 0-58 0 0,7-7 0 0 0,1 0 0 0 0,-2-1-1 0 0,0-1 1 0 0,0 1 0 0 0,-1-2 0 0 0,-1 1-1 0 0,0-1 1 0 0,-1 0 0 0 0,6-19-1 0 0,-8 22 156 0 0,6-24 275 0 0,-9 30-112 0 0,0-2-26 0 0,5-17-23 0 0,-5 17 437 0 0,-2 3-448 0 0,-5-15 16 0 0,5 15 274 0 0,-3 7-235 0 0,-2 3-118 0 0,0 1-1 0 0,0-1 1 0 0,1 1-1 0 0,0 1 1 0 0,0-1-1 0 0,0 0 1 0 0,1 1-1 0 0,-3 9 1 0 0,-19 101 361 0 0,26-112-448 0 0,1-1 16 0 0,3 15-45 0 0,-3-15-50 0 0,3-2-180 0 0,12 11 90 0 0,-12-11 14 0 0,1-2-50 0 0,16 3 108 0 0,-16-3-2 0 0,0-3 43 0 0,2-1 71 0 0,1-1 1 0 0,-1 0-1 0 0,14-10 1 0 0,-17 11 129 0 0,-1-2 9 0 0,21-43 448 0 0,-22 43-444 0 0,-1-2-16 0 0,2-21-27 0 0,-3 21-17 0 0,-1-1-21 0 0,-3-21-22 0 0,3 21-12 0 0,-1 2-26 0 0,0 1-32 0 0,1 3-5 0 0,0 1 1 0 0,0-1-1 0 0,0 0 0 0 0,0 0 0 0 0,1 0 1 0 0,-1 0-1 0 0,1 0 0 0 0,-1 0 0 0 0,1 0 0 0 0,0-3 1 0 0,-4 1-53 0 0,-12-11-43 0 0,12 12-43 0 0,-56 7-1201 0 0,54-3 836 0 0,2 2-127 0 0,-16 10-139 0 0,15-10-164 0 0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32.4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2844 0 0,'0'0'2174'0'0,"6"1"-1346"0"0,24 3 390 0 0,-29-3-1120 0 0,1 0 0 0 0,-1 0 1 0 0,1 0-1 0 0,-1 0 0 0 0,1 0 0 0 0,-1 0 1 0 0,0 0-1 0 0,0 0 0 0 0,1 1 0 0 0,-1-1 0 0 0,0 0 1 0 0,0 1-1 0 0,0-1 0 0 0,0 1 0 0 0,0 1 1 0 0,10 16 316 0 0,-5-6-177 0 0,0-1 0 0 0,-1 1 0 0 0,0 0-1 0 0,-1 0 1 0 0,0 0 0 0 0,-1 1 0 0 0,-1-1-1 0 0,2 23 1 0 0,-4-32-173 0 0,1 2 275 0 0,-1 0-178 0 0,0 19 12 0 0,0-19 843 0 0,-1-1-845 0 0,-1 16-36 0 0,1-16 422 0 0,1-10-448 0 0,0-17-29 0 0,0 16 7 0 0,2 0-10 0 0,17-51 74 0 0,-16 52-151 0 0,1 0 0 0 0,-1 0 0 0 0,1 0 0 0 0,0 0 0 0 0,0 1 0 0 0,0-1 0 0 0,1 1-1 0 0,-1 0 1 0 0,1 1 0 0 0,10-7 0 0 0,-12 8-21 0 0,1-1-134 0 0,3 2 63 0 0,19-7 21 0 0,-19 6-6 0 0,0 2 7 0 0,22 0 19 0 0,-22 0 4 0 0,0 2 16 0 0,2 0 2 0 0,1 1 1 0 0,-1 0 0 0 0,0 1-1 0 0,-1 0 1 0 0,1 0-1 0 0,-1 1 1 0 0,0 0-1 0 0,0 1 1 0 0,9 7-1 0 0,-14-10-6 0 0,0 2 7 0 0,7 13 2 0 0,-7-13 7 0 0,-2 1 23 0 0,-3 49 447 0 0,1-49 1451 0 0,4-21-1853 0 0,0 0 1 0 0,1 1 0 0 0,0 0-1 0 0,1-1 1 0 0,1 2 0 0 0,0-1-1 0 0,1 1 1 0 0,11-16 0 0 0,-13 21-94 0 0,0 1 0 0 0,0-1 0 0 0,1 1 0 0 0,0 0 0 0 0,1 1 1 0 0,0-1-1 0 0,0 1 0 0 0,0 1 0 0 0,0-1 0 0 0,1 1 0 0 0,0 0 0 0 0,0 1 1 0 0,1 0-1 0 0,-1 0 0 0 0,1 1 0 0 0,14-3 0 0 0,-18 5 38 0 0,2 2 7 0 0,-2 0 0 0 0,1 0-7 0 0,-1-1 0 0 0,1 2 0 0 0,-1-1 0 0 0,0 0 0 0 0,0 1 0 0 0,0 0-1 0 0,0 0 1 0 0,0 1 0 0 0,0 0 0 0 0,8 5 0 0 0,-8-4-85 0 0,0 0 0 0 0,-1 0 1 0 0,1 0-1 0 0,-1 0 0 0 0,-1 1 1 0 0,1-1-1 0 0,0 1 0 0 0,-1 0 1 0 0,0 0-1 0 0,0 0 0 0 0,-1 1 1 0 0,1-1-1 0 0,-1 1 0 0 0,0-1 1 0 0,-1 1-1 0 0,1 0 0 0 0,-1 0 1 0 0,0-1-1 0 0,-1 1 0 0 0,1 0 1 0 0,-1 0-1 0 0,0 0 0 0 0,-1 0 1 0 0,1 0-1 0 0,-1 0 0 0 0,-1 0 1 0 0,1-1-1 0 0,-1 1 0 0 0,-3 7 0 0 0,3-4-159 0 0,1-5 100 0 0,0-1 1 0 0,0 0-1 0 0,0 0 1 0 0,0 1-1 0 0,-1-1 0 0 0,1 0 1 0 0,-1 0-1 0 0,0 0 1 0 0,0-1-1 0 0,-3 5 0 0 0,-3 4-863 0 0,-1 0 0 0 0,0 0 0 0 0,0-1 0 0 0,-1-1 0 0 0,-11 10 0 0 0,-1-6-3680 0 0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33.6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13 481 4060 0 0,'0'0'7244'0'0,"1"-6"-6976"0"0,6-61 277 0 0,-1 9-318 0 0,4-136-15 0 0,-8 76-198 0 0,-2 112-40 0 0,-1 1 10 0 0,-1-16 102 0 0,1 16 183 0 0,-1 11-165 0 0,-16 59 187 0 0,14-45-219 0 0,1 1-1 0 0,-2 29 1 0 0,4-36-66 0 0,0 9-6 0 0,0 1 0 0 0,2-1 0 0 0,0 0 0 0 0,2 1 0 0 0,1-1 0 0 0,0-1 0 0 0,14 41 0 0 0,-5-31-229 0 0,-9-24 165 0 0,-2-5-13 0 0,0 0 1 0 0,0 0 0 0 0,0 0-1 0 0,1 0 1 0 0,-1 0-1 0 0,1-1 1 0 0,0 1 0 0 0,0-1-1 0 0,0 1 1 0 0,0-1-1 0 0,0 0 1 0 0,0 0 0 0 0,5 2-1 0 0,-2-1-62 0 0,-2-1-170 0 0,16 0-98 0 0,-18-1 378 0 0,1-1 1 0 0,-1 1 0 0 0,1-1-1 0 0,-1 0 1 0 0,1 0 0 0 0,-1 0-1 0 0,1 0 1 0 0,0-1 0 0 0,-1 1-1 0 0,5-2 1 0 0,56-20-326 0 0,-55 18 353 0 0,0-1 0 0 0,1 0 0 0 0,-2 0 0 0 0,1 0 0 0 0,-1-1 0 0 0,10-10 0 0 0,-13 12 21 0 0,6-7 65 0 0,0 0 1 0 0,-1 0-1 0 0,0-1 1 0 0,12-22-1 0 0,-19 30-18 0 0,-1 0-15 0 0,5-13-16 0 0,-5 12 212 0 0,0 12-237 0 0,7 51-7 0 0,-1-41 5 0 0,-3-9-8 0 0,-1-1 6 0 0,0 0 1 0 0,0-1-1 0 0,1 1 0 0 0,8 10 0 0 0,-8-12-4 0 0,-2-1 10 0 0,3 0-8 0 0,12 11 2 0 0,-13-12 20 0 0,2-1-3 0 0,18 4 16 0 0,-18-4-2 0 0,0-3 16 0 0,3 0-13 0 0,-1 0 0 0 0,1-1 1 0 0,-1 1-1 0 0,1-2 0 0 0,-1 1 0 0 0,0-1 1 0 0,0-1-1 0 0,0 1 0 0 0,11-8 0 0 0,30-34 251 0 0,-30 21-160 0 0,-8 5 29 0 0,15-28 378 0 0,-24 43-345 0 0,1-1-27 0 0,-1 2-88 0 0,-1 2-22 0 0,0 0 0 0 0,0 0 0 0 0,0-1 0 0 0,0 1 0 0 0,-1 0-1 0 0,1-1 1 0 0,0 1 0 0 0,-1 0 0 0 0,1-1 0 0 0,-1 1 0 0 0,1-1-1 0 0,-1-2 1 0 0,4 8 51 0 0,10 12-7 0 0,-9-3-16 0 0,-1 39 14 0 0,1 91 18 0 0,-5 0 0 0 0,-7 0-1 0 0,-6 0 1 0 0,-42 186 0 0 0,51-312-79 0 0,2-4 117 0 0,-1-1 0 0 0,-1 1 0 0 0,0 0 0 0 0,0-1 0 0 0,-8 12 0 0 0,-16 16 89 0 0,25-36-104 0 0,0-6-97 0 0,-13-5-9 0 0,10-1 28 0 0,2-8-144 0 0,1-2 0 0 0,0 1 0 0 0,2 0 0 0 0,0 0 0 0 0,0-1 0 0 0,2 1 0 0 0,0 0 0 0 0,1 0 0 0 0,1-1 0 0 0,0 1 0 0 0,2 1 0 0 0,0-1 0 0 0,0 1 0 0 0,17-32 0 0 0,-7 16-876 0 0,3 1 0 0 0,27-39 0 0 0,-16 33-2537 0 0,37-39 1 0 0,-44 51-2286 0 0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34.4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56 242 3468 0 0,'11'-71'3732'0'0,"-9"42"-1326"0"0,-4 27-1326 0 0,-3 13-180 0 0,-4 17-753 0 0,2 0-1 0 0,0 1 0 0 0,2 0 0 0 0,-1 29 0 0 0,0-3 15 0 0,-15 133 131 0 0,21-182-227 0 0,0 1-4 0 0,0 19 26 0 0,0-20 243 0 0,5-7-343 0 0,16-7-5 0 0,-21 8 17 0 0,1 0-1 0 0,-1 0 1 0 0,1 0 0 0 0,-1 0 0 0 0,0 0-1 0 0,1-1 1 0 0,-1 1 0 0 0,0 0 0 0 0,0 0-1 0 0,1 0 1 0 0,-1 0 0 0 0,0-1 0 0 0,1 1 0 0 0,-1 0-1 0 0,0 0 1 0 0,0-1 0 0 0,1 1 0 0 0,-1 0-1 0 0,0 0 1 0 0,0-1 0 0 0,0 1 0 0 0,1 0-1 0 0,-1-1 1 0 0,0 1 0 0 0,0 0 0 0 0,0-1-1 0 0,0 1 1 0 0,0-1 0 0 0,19-62-60 0 0,-2-2 0 0 0,-4 1 0 0 0,7-81 0 0 0,17-82 68 0 0,-36 221 14 0 0,2 2 2 0 0,9-12 9 0 0,-9 12 36 0 0,2 6 28 0 0,3 2-34 0 0,0 0 0 0 0,0 1 1 0 0,0 0-1 0 0,-1 1 0 0 0,0 0 0 0 0,0 0 0 0 0,0 0 0 0 0,-1 1 0 0 0,0 0 0 0 0,0 0 0 0 0,-1 0 0 0 0,0 1 1 0 0,6 11-1 0 0,9 20 246 0 0,24 63 0 0 0,-30-66-214 0 0,4 12-536 0 0,-3 0 1 0 0,-1 1 0 0 0,-3 1-1 0 0,8 88 1 0 0,-20-103-1055 0 0,0-30 494 0 0,-1 1-302 0 0,-7 16-262 0 0,7-16-1093 0 0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34.9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30 352 3364 0 0,'-5'-3'1506'0'0,"2"1"-1050"0"0,1 1-233 0 0,1 0 0 0 0,0 0 0 0 0,-1 0-1 0 0,1 0 1 0 0,0 0 0 0 0,-1 0 0 0 0,1 1 0 0 0,-1-1 0 0 0,1 1-1 0 0,-1-1 1 0 0,0 1 0 0 0,-2-1 0 0 0,8-4 187 0 0,10-16-127 0 0,-13 20-277 0 0,-1 0-1 0 0,0 1 1 0 0,1-1-1 0 0,-1 1 0 0 0,1-1 1 0 0,0 0-1 0 0,-1 1 1 0 0,1-1-1 0 0,-1 1 1 0 0,1 0-1 0 0,0-1 1 0 0,-1 1-1 0 0,1-1 1 0 0,0 1-1 0 0,-1 0 1 0 0,1 0-1 0 0,0-1 1 0 0,0 1-1 0 0,0 0 0 0 0,156-47-491 0 0,194-31-1 0 0,-231 54 406 0 0,-14 3 59 0 0,361-89-2348 0 0,-460 108 2478 0 0,6-5 197 0 0,-13 7-289 0 0,0 0 0 0 0,0 0 0 0 0,1-1 0 0 0,-1 1 0 0 0,0 0 0 0 0,0 0 0 0 0,0 0 0 0 0,0 0 0 0 0,0-1 0 0 0,0 1 0 0 0,0 0 0 0 0,0 0 0 0 0,0 0 0 0 0,0-1 1 0 0,0 1-1 0 0,0 0 0 0 0,0 0 0 0 0,0 0 0 0 0,0-1 0 0 0,0 1 0 0 0,0 0 0 0 0,0 0 0 0 0,0 0 0 0 0,0-1 0 0 0,0 1 0 0 0,0 0 0 0 0,0 0 0 0 0,0 0 0 0 0,-1-1 0 0 0,1 1 0 0 0,0 0 0 0 0,0 0 0 0 0,0 0 0 0 0,0 0 1 0 0,0 0-1 0 0,-1-1 0 0 0,1 1 0 0 0,0 0 0 0 0,-2-1 45 0 0,0 0 1 0 0,0 0 0 0 0,-1 1 0 0 0,1-1-1 0 0,0 1 1 0 0,-1-1 0 0 0,1 1-1 0 0,0 0 1 0 0,-1-1 0 0 0,1 1 0 0 0,0 1-1 0 0,-1-1 1 0 0,1 0 0 0 0,-4 1-1 0 0,-42 8 596 0 0,21-3-438 0 0,1 1-1 0 0,1 1 0 0 0,0 1 1 0 0,0 1-1 0 0,-23 15 1 0 0,26-7-72 0 0,19-14-37 0 0,8 31-14 0 0,0-23-65 0 0,4-4-20 0 0,0 0 0 0 0,1 0 1 0 0,0 0-1 0 0,0-2 0 0 0,14 8 1 0 0,66 30 66 0 0,0 0 118 0 0,-67-25-205 0 0,-19-16-15 0 0,-6 23 131 0 0,2-25-105 0 0,0-1-1 0 0,0 0 1 0 0,0 1-1 0 0,0-1 1 0 0,0 0-1 0 0,0 0 1 0 0,0 1-1 0 0,0-1 1 0 0,0 0 0 0 0,0 0-1 0 0,0 1 1 0 0,0-1-1 0 0,0 0 1 0 0,0 0-1 0 0,0 1 1 0 0,0-1-1 0 0,0 0 1 0 0,-1 0 0 0 0,1 1-1 0 0,0-1 1 0 0,0 0-1 0 0,0 0 1 0 0,0 0-1 0 0,-1 1 1 0 0,1-1-1 0 0,0 0 1 0 0,0 0 0 0 0,0 0-1 0 0,-1 0 1 0 0,1 1-1 0 0,0-1 1 0 0,-1 0-1 0 0,-1 2 13 0 0,-4 1-18 0 0,0 1 0 0 0,0-1 0 0 0,-1-1 0 0 0,1 1-1 0 0,0-1 1 0 0,-1 0 0 0 0,-10 2 0 0 0,-50 7 69 0 0,60-10-125 0 0,1-2-132 0 0,-23-4-1481 0 0,28 0 631 0 0,-2-16-252 0 0,6 10-967 0 0,16-17-1585 0 0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35.2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95 17 2560 0 0,'0'0'4021'0'0,"-3"-3"-3417"0"0,2 2-528 0 0,0-1 1 0 0,0 1 0 0 0,0 0 0 0 0,0 0 0 0 0,0 0-1 0 0,-1 0 1 0 0,1-1 0 0 0,0 2 0 0 0,-1-1 0 0 0,1 0-1 0 0,-2-1 1 0 0,-17 8 478 0 0,15-4-460 0 0,0 0 170 0 0,0 0-45 0 0,4-1-209 0 0,-2 0 22 0 0,1 0 0 0 0,0 0 0 0 0,-1 0 0 0 0,1 1 0 0 0,0-1-1 0 0,0 1 1 0 0,0-1 0 0 0,0 1 0 0 0,0 0 0 0 0,1 0 0 0 0,-1 0 0 0 0,0 0 0 0 0,1 0-1 0 0,-1 0 1 0 0,1 0 0 0 0,0 0 0 0 0,0 0 0 0 0,0 1 0 0 0,0-1 0 0 0,0 1 0 0 0,0-1-1 0 0,0 4 1 0 0,0 20 14 0 0,0-20-8 0 0,2-5-36 0 0,0 0-1 0 0,0-1 1 0 0,0 1 0 0 0,-1 0-1 0 0,1 0 1 0 0,0 0-1 0 0,-1-1 1 0 0,1 1-1 0 0,-1 0 1 0 0,1 0-1 0 0,-1 0 1 0 0,1 0 0 0 0,-1 0-1 0 0,0 0 1 0 0,1 2-1 0 0,-1-1 1 0 0,1 0 0 0 0,-1 0 0 0 0,1 0 0 0 0,0 0 0 0 0,-1 0 0 0 0,1 0 0 0 0,0-1 0 0 0,0 1 0 0 0,1 0 0 0 0,-1-1 0 0 0,2 3 0 0 0,34 41 47 0 0,2-5-30 0 0,-37-38-20 0 0,5 3 0 0 0,-1 1-1 0 0,-1-1 1 0 0,1 1-1 0 0,-1 0 0 0 0,0 1 1 0 0,-1-1-1 0 0,1 1 1 0 0,-1 0-1 0 0,-1 0 1 0 0,7 15-1 0 0,-9-18-2 0 0,-4 1 36 0 0,-19 29-5 0 0,16-30-12 0 0,1-1-12 0 0,-1 1-46 0 0,1-1 1 0 0,-1 1-1 0 0,0-1 1 0 0,1 0-1 0 0,-11 4 0 0 0,9-4-21 0 0,3-1-153 0 0,-2-1-688 0 0,-15 4-5 0 0,16-4-453 0 0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35.5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13 2956 0 0,'0'0'1546'0'0,"5"-2"-269"0"0,12-7-211 0 0,-13 7 1479 0 0,0 4-1912 0 0,-1 0-496 0 0,0 0 0 0 0,0 0 0 0 0,0 0-1 0 0,0 0 1 0 0,0 1 0 0 0,0-1 0 0 0,-1 1 0 0 0,1 0 0 0 0,-1 0 0 0 0,0 0 0 0 0,0 0-1 0 0,0 0 1 0 0,2 5 0 0 0,22 60 432 0 0,-16-38-338 0 0,-4-10-200 0 0,4 12-625 0 0,19 41 0 0 0,-27-70 214 0 0,0 1 1 0 0,1-1 0 0 0,-1 0 0 0 0,1 1-1 0 0,0-1 1 0 0,0 0 0 0 0,0-1 0 0 0,0 1 0 0 0,1-1-1 0 0,5 4 1 0 0,-5-3-948 0 0,1-5-913 0 0,16-6-1563 0 0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35.8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145 6 1888 0 0,'-5'-1'930'0'0,"-16"-3"-239"0"0,15 3-146 0 0,1 3-90 0 0,-49 19 595 0 0,48-18-916 0 0,2 2-22 0 0,-29 40 66 0 0,30-41-50 0 0,2 1-52 0 0,-4 15 2 0 0,4-15 254 0 0,3-1-195 0 0,-1-3-84 0 0,1 0-16 0 0,-1 0 1 0 0,0 0 0 0 0,0 0 0 0 0,1 0 0 0 0,-1 1-1 0 0,0-1 1 0 0,0 0 0 0 0,0 1 0 0 0,-1-1 0 0 0,1 1-1 0 0,0-1 1 0 0,0 3 0 0 0,5-3 70 0 0,18 1-107 0 0,-18-1 141 0 0,1-3 66 0 0,4 0 15 0 0,0 0 1 0 0,-1-1-1 0 0,1-1 1 0 0,0 0 0 0 0,-1 0-1 0 0,0-1 1 0 0,0 0-1 0 0,0-1 1 0 0,-1 0-1 0 0,0-1 1 0 0,13-10 0 0 0,-19 13-7 0 0,1 0-28 0 0,11-13-1 0 0,-12 12 97 0 0,-2 0-229 0 0,2-15-9 0 0,-3 15 11 0 0,-19 1-41 0 0,15 2-15 0 0,-1 1-27 0 0,0 3-75 0 0,-2 1-85 0 0,0 0 0 0 0,0 0-1 0 0,1 1 1 0 0,-1-1-1 0 0,1 1 1 0 0,0 1 0 0 0,0-1-1 0 0,1 1 1 0 0,-9 9-1 0 0,9-8-735 0 0,1 0 0 0 0,0 0 0 0 0,0 0-1 0 0,1 0 1 0 0,-6 14 0 0 0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36.5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153 71 3388 0 0,'2'-4'1426'0'0,"7"-32"3846"0"0,-8 24-5421 0 0,-1 6 1268 0 0,-5 4-844 0 0,-12-6-20 0 0,13 5-17 0 0,-1 6-12 0 0,-6 2-146 0 0,1 1 0 0 0,0 1 0 0 0,1-1 1 0 0,0 2-1 0 0,0-1 0 0 0,0 1 0 0 0,1 0 0 0 0,0 1 1 0 0,1 0-1 0 0,0 0 0 0 0,0 1 0 0 0,-10 20 1 0 0,15-25-66 0 0,0 1 1 0 0,0 0 0 0 0,0 0 0 0 0,1-1 0 0 0,-1 1 0 0 0,1 0-1 0 0,1 0 1 0 0,-1 0 0 0 0,2 12 0 0 0,-1-12-21 0 0,-1 1-5 0 0,3-1-41 0 0,-1-3 44 0 0,-1-1-16 0 0,1 1 0 0 0,0 0 1 0 0,-1 0-1 0 0,1-1 0 0 0,0 1 1 0 0,0 0-1 0 0,1-1 0 0 0,-1 1 1 0 0,0-1-1 0 0,1 1 0 0 0,0-1 1 0 0,0 0-1 0 0,-1 1 0 0 0,1-1 1 0 0,0 0-1 0 0,1 0 0 0 0,-1-1 1 0 0,4 4-1 0 0,16 4-44 0 0,-16-6 3 0 0,0-3 10 0 0,3 0 61 0 0,0-1 0 0 0,0 0 0 0 0,0-1 0 0 0,0 1 0 0 0,0-2 0 0 0,0 1 0 0 0,-1-1 0 0 0,1-1 0 0 0,13-7 0 0 0,31-29 257 0 0,-6-9 545 0 0,-43 45-582 0 0,-1 0-38 0 0,12-12-33 0 0,-12 12 271 0 0,2 7-405 0 0,15 8-15 0 0,-20-11-8 0 0,1 0 0 0 0,-1 0-1 0 0,0 1 1 0 0,1-1 0 0 0,-1 0-1 0 0,0 0 1 0 0,1 0 0 0 0,-1 1-1 0 0,0-1 1 0 0,1 0-1 0 0,-1 0 1 0 0,0 1 0 0 0,0-1-1 0 0,1 0 1 0 0,-1 1 0 0 0,0-1-1 0 0,0 0 1 0 0,0 1 0 0 0,0-1-1 0 0,1 0 1 0 0,-1 1 0 0 0,0-1-1 0 0,0 0 1 0 0,0 1-1 0 0,0-1 1 0 0,0 0 0 0 0,0 1-1 0 0,0-1 1 0 0,0 1 0 0 0,0-1-1 0 0,12 90 0 0 0,19 232-1228 0 0,-28-247 886 0 0,-4 1 0 0 0,-12 89 0 0 0,12-152 377 0 0,-1 0-1 0 0,0 0 0 0 0,-1-1 1 0 0,-1 1-1 0 0,0-1 0 0 0,0 0 1 0 0,-2 0-1 0 0,1 0 1 0 0,-1-1-1 0 0,-1 1 0 0 0,-12 14 1 0 0,18-25-12 0 0,1 1 0 0 0,-1-1 0 0 0,0 0 0 0 0,-1 0 0 0 0,1 0 0 0 0,0 0 0 0 0,0 0 0 0 0,0 0 0 0 0,-1 0-1 0 0,1 0 1 0 0,0 0 0 0 0,-1-1 0 0 0,1 1 0 0 0,0-1 0 0 0,-1 1 0 0 0,-1 0 0 0 0,-2 0 71 0 0,1 2 275 0 0,-4-4-162 0 0,-21-1-46 0 0,28 2-143 0 0,-1 0-1 0 0,0-1 0 0 0,1 1 0 0 0,-1 0 1 0 0,0 0-1 0 0,1-1 0 0 0,-1 1 0 0 0,1-1 1 0 0,-1 1-1 0 0,1-1 0 0 0,-1 0 1 0 0,1 1-1 0 0,-1-1 0 0 0,1 0 0 0 0,0 0 1 0 0,-1 0-1 0 0,1 0 0 0 0,-2-2 1 0 0,0-1 27 0 0,0 3-30 0 0,1 0 1 0 0,0 0-1 0 0,0-1 1 0 0,0 1-1 0 0,0-1 1 0 0,0 1 0 0 0,0-1-1 0 0,0 0 1 0 0,0 0-1 0 0,1 0 1 0 0,-1 0-1 0 0,-2-4 1 0 0,0-1 14 0 0,2 5-20 0 0,1 1 0 0 0,-1-1-1 0 0,0 0 1 0 0,1 0 0 0 0,0 0 0 0 0,-1 0 0 0 0,1 0 0 0 0,0 0 0 0 0,0 0 0 0 0,0 0 0 0 0,0-1 0 0 0,0 1 0 0 0,1 0 0 0 0,-1-4 0 0 0,-1-1 13 0 0,0 4-16 0 0,1 0 1 0 0,0-1-1 0 0,0 1 1 0 0,0 0-1 0 0,0 0 1 0 0,0 0 0 0 0,1-1-1 0 0,-1 1 1 0 0,1 0-1 0 0,0-1 1 0 0,0 1-1 0 0,1-4 1 0 0,-1-5 3 0 0,0-5-53 0 0,1 0 0 0 0,1 0 0 0 0,0 0 0 0 0,1 0 1 0 0,1 1-1 0 0,0-1 0 0 0,2 1 0 0 0,12-28 0 0 0,0 8-396 0 0,1 2 1 0 0,39-52-1 0 0,-18 35-652 0 0,78-78 1 0 0,60-34-5482 0 0,-147 135 2329 0 0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36.9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 0 3252 0 0,'0'0'5263'0'0,"1"5"-4972"0"0,5 13-52 0 0,-5-13-21 0 0,-1-3-191 0 0,0 0 1 0 0,1 0-1 0 0,-1-1 0 0 0,0 1 1 0 0,1 0-1 0 0,0 0 1 0 0,-1-1-1 0 0,1 1 0 0 0,0 0 1 0 0,0-1-1 0 0,2 4 1 0 0,-1-1 19 0 0,1 2 75 0 0,-1 0-35 0 0,6 18-8 0 0,-6-17 5 0 0,-1-1-6 0 0,7 56 277 0 0,-7-56 37 0 0,-3-2-226 0 0,-6 15 30 0 0,6-14 832 0 0,-5-6-857 0 0,-18-1-17 0 0,19 1-22 0 0,6 1-127 0 0,0-1 0 0 0,0 1 1 0 0,0-1-1 0 0,0 1 0 0 0,0 0 0 0 0,0-1 0 0 0,0 1 0 0 0,0 0 1 0 0,0-1-1 0 0,0 1 0 0 0,0-1 0 0 0,-1 1 0 0 0,1 0 0 0 0,0-1 1 0 0,0 1-1 0 0,0 0 0 0 0,-1-1 0 0 0,1 1 0 0 0,0 0 0 0 0,0 0 1 0 0,-1-1-1 0 0,1 1 0 0 0,0 0 0 0 0,-1-1 0 0 0,1 1 0 0 0,0 0 1 0 0,-1 0-1 0 0,0-1 7 0 0,1 1 1 0 0,-1-1-1 0 0,0 0 0 0 0,0 1 1 0 0,1-1-1 0 0,-1 0 1 0 0,0 1-1 0 0,1-1 0 0 0,-1 0 1 0 0,1 0-1 0 0,-1 1 1 0 0,1-1-1 0 0,0 0 0 0 0,-1 0 1 0 0,1 0-1 0 0,0 0 1 0 0,-1 0-1 0 0,1 1 0 0 0,0-3 1 0 0,-1-2 0 0 0,0 0 1 0 0,0-1-1 0 0,0 1 1 0 0,1 0-1 0 0,0-1 0 0 0,0 1 1 0 0,0-1-1 0 0,1 1 1 0 0,0 0-1 0 0,0 0 0 0 0,0-1 1 0 0,0 1-1 0 0,1 0 1 0 0,0 0-1 0 0,0 0 0 0 0,5-7 1 0 0,2 3-24 0 0,0 1 0 0 0,0 0-1 0 0,1 1 1 0 0,11-8 0 0 0,-17 13 10 0 0,3 1 2 0 0,-3 1-3 0 0,0-1 0 0 0,-1 0 0 0 0,1 0 0 0 0,0 1 0 0 0,0-1-1 0 0,-1 1 1 0 0,1 0 0 0 0,0 1 0 0 0,0-1 0 0 0,0 0-1 0 0,-1 1 1 0 0,1 0 0 0 0,0 0 0 0 0,-1 0 0 0 0,1 0-1 0 0,3 3 1 0 0,-1 0-16 0 0,0 0 0 0 0,0 0-1 0 0,0 1 1 0 0,-1-1 0 0 0,0 1-1 0 0,0 0 1 0 0,0 1 0 0 0,-1 0-1 0 0,0-1 1 0 0,0 1 0 0 0,0 1 0 0 0,-1-1-1 0 0,0 0 1 0 0,0 1 0 0 0,0 0-1 0 0,-1-1 1 0 0,0 1 0 0 0,0 0-1 0 0,-1 0 1 0 0,0 0 0 0 0,0 0-1 0 0,-1 9 1 0 0,1 8-226 0 0,0-19-117 0 0,-1 3-100 0 0,1 22-110 0 0,0-23-128 0 0,0-6 549 0 0,0 1 1 0 0,0 0 0 0 0,-1-1-1 0 0,1 1 1 0 0,0-1 0 0 0,-1 1-1 0 0,1 0 1 0 0,-1 0 0 0 0,1-1-1 0 0,-1 1 1 0 0,0 2 0 0 0,1 5-4312 0 0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37.2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244 1 3276 0 0,'0'0'1177'0'0,"-7"0"-172"0"0,-22 1-234 0 0,21 0-125 0 0,2 1-98 0 0,1-1-405 0 0,1 1 0 0 0,-1 0-1 0 0,1-1 1 0 0,-1 1 0 0 0,1 1 0 0 0,0-1 0 0 0,0 1 0 0 0,0-1 0 0 0,0 1 0 0 0,1 0 0 0 0,-1 0 0 0 0,1 1 0 0 0,-1-1-1 0 0,1 1 1 0 0,0 0 0 0 0,1 0 0 0 0,-1 0 0 0 0,1 0 0 0 0,0 0 0 0 0,0 0 0 0 0,0 1 0 0 0,-1 4 0 0 0,3-6-67 0 0,0 1 0 0 0,0-1-1 0 0,0 1 1 0 0,1-1 0 0 0,-1 1 0 0 0,1-1 0 0 0,0 0 0 0 0,0 1 0 0 0,1-1 0 0 0,-1 0 0 0 0,0 0 0 0 0,1 0 0 0 0,0 0 0 0 0,3 5 0 0 0,-4-8-49 0 0,5 11 160 0 0,1-1 1 0 0,1 0 0 0 0,-1-1-1 0 0,18 17 1 0 0,7 8 80 0 0,-30-31-274 0 0,0 2-71 0 0,6 14-56 0 0,-6-15-47 0 0,-5 1-44 0 0,-2 1 83 0 0,1-1 0 0 0,-2 0 1 0 0,1 0-1 0 0,-1 0 0 0 0,1-1 0 0 0,-1 1 1 0 0,0-1-1 0 0,-1-1 0 0 0,1 1 0 0 0,-1-1 1 0 0,0 0-1 0 0,1-1 0 0 0,-1 1 0 0 0,-10 1 1 0 0,-14 3-3006 0 0,-57 5 1 0 0,78-11-875 0 0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49.0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92 164 2352 0 0,'0'0'1384'0'0,"-1"-5"-132"0"0,-3-15-181 0 0,3 15-164 0 0,0 1-92 0 0,-1-91 3505 0 0,3 89-3504 0 0,-1 0-504 0 0,2-16 64 0 0,-4 32 568 0 0,-6 46 384 0 0,6-44-1596 0 0,-21 130 698 0 0,-25 239-233 0 0,46-322-1081 0 0,2-36 393 0 0,0-18-101 0 0,1 2-126 0 0,4 19-78 0 0,-3-20-103 0 0,-1-5 668 0 0,1 0 0 0 0,0 0 0 0 0,-1 1 0 0 0,1-1 0 0 0,-1 0 0 0 0,1 0 0 0 0,-1 1 0 0 0,0-1 1 0 0,1 1-1 0 0,1 2 0 0 0,0 0-1440 0 0,3-4-1129 0 0,22 3-2005 0 0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49.5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352 18 3284 0 0,'0'0'2166'0'0,"-3"-3"-1675"0"0,-9-8-132 0 0,9 8 226 0 0,-2 4-373 0 0,-15 3-29 0 0,15-3-51 0 0,-1 1 45 0 0,-124 61 1333 0 0,80-34-842 0 0,-25 15 17 0 0,71-41-643 0 0,3-3-38 0 0,0 0-1 0 0,0 0 0 0 0,0 0 1 0 0,-1 0-1 0 0,1 1 0 0 0,0-1 1 0 0,0 1-1 0 0,0-1 1 0 0,0 1-1 0 0,0-1 0 0 0,0 1 1 0 0,0-1-1 0 0,1 1 0 0 0,-1 0 1 0 0,0-1-1 0 0,-1 2 0 0 0,-9 7 163 0 0,2-2-120 0 0,10-3 34 0 0,16-4 11 0 0,-10 0-127 0 0,0-1-8 0 0,0 2-16 0 0,39 4 41 0 0,-38-1 19 0 0,-1-1-1 0 0,11 5 7 0 0,0 1-1 0 0,0 1 1 0 0,-1 0-1 0 0,0 1 0 0 0,-1 1 1 0 0,0 1-1 0 0,22 23 0 0 0,-17-17 13 0 0,17 17-188 0 0,-16-14-76 0 0,31 23 1 0 0,-45-39-530 0 0,0 0 0 0 0,1-1 0 0 0,0 0 0 0 0,0 0-1 0 0,1-1 1 0 0,-1 0 0 0 0,20 4 0 0 0,1-1-3158 0 0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50.2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231 17 3028 0 0,'-5'-3'1290'0'0,"-17"-7"-156"0"0,17 8-187 0 0,-1 2-149 0 0,2-1-697 0 0,1 1 51 0 0,-1 0 0 0 0,1-1 0 0 0,-1 1 0 0 0,1 1 0 0 0,-1-1 0 0 0,1 0 1 0 0,-1 1-1 0 0,1 0 0 0 0,-1 0 0 0 0,1 0 0 0 0,0 0 0 0 0,-1 0 0 0 0,1 1 0 0 0,0-1 0 0 0,-5 4 1 0 0,-2 4 77 0 0,1-1 1 0 0,0 1 0 0 0,0 1-1 0 0,1 0 1 0 0,1 0 0 0 0,-1 0-1 0 0,1 1 1 0 0,-7 16 0 0 0,5-8 36 0 0,2 0 0 0 0,0 1 0 0 0,1 0 0 0 0,-7 37 0 0 0,8 19 227 0 0,4-71-464 0 0,1 1 0 0 0,0-1 0 0 0,0 0-1 0 0,0 0 1 0 0,1 0 0 0 0,1 7 0 0 0,0-2 15 0 0,-2-7-28 0 0,1 1 1 0 0,-1 0-1 0 0,1 0 1 0 0,-1-1-1 0 0,1 1 1 0 0,0-1 0 0 0,1 1-1 0 0,-1-1 1 0 0,1 1-1 0 0,2 4 1 0 0,1 2 3 0 0,-2-4-40 0 0,0 1 0 0 0,1-1 0 0 0,-1 0-1 0 0,1 0 1 0 0,1 0 0 0 0,-1 0 0 0 0,1-1 0 0 0,0 1 0 0 0,0-1 0 0 0,0-1 0 0 0,1 1 0 0 0,0-1 0 0 0,0 0 0 0 0,0 0 0 0 0,0 0 0 0 0,0-1 0 0 0,1 0 0 0 0,0-1 0 0 0,-1 1 0 0 0,1-1 0 0 0,9 1 0 0 0,-6 0-123 0 0,-6-2 43 0 0,0 0 1 0 0,0 0-1 0 0,0 0 0 0 0,0-1 1 0 0,1 0-1 0 0,-1 0 0 0 0,0 0 1 0 0,8-1-1 0 0,14 0-803 0 0,0-2 1 0 0,0 0-1 0 0,0-2 1 0 0,33-10-1 0 0,-25 1-2079 0 0,-2 0-2146 0 0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50.6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149 544 2144 0 0,'0'0'2425'0'0,"-5"2"-1592"0"0,-1 0-412 0 0,0 0-1 0 0,1 0 0 0 0,-1 1 0 0 0,1-1 0 0 0,-8 7 0 0 0,9-6 743 0 0,6-23-1101 0 0,7-36-1 0 0,-4 30 30 0 0,3-38 0 0 0,-6 7 14 0 0,-4-7 319 0 0,-2 1 1 0 0,-19-91 0 0 0,5 95 204 0 0,15 54 2 0 0,1 5-602 0 0,0 0 0 0 0,0 1 0 0 0,0-1 0 0 0,0 1 0 0 0,0-1 0 0 0,0 1 0 0 0,1 0 0 0 0,-1 0 0 0 0,0 0 0 0 0,0 0 0 0 0,0 0-1 0 0,-1 2 1 0 0,-2 0 37 0 0,5-3-58 0 0,-1 0 0 0 0,1 0 1 0 0,-1 0-1 0 0,1 1 0 0 0,-1-1 0 0 0,1 0 0 0 0,-1 0 1 0 0,1 1-1 0 0,-1-1 0 0 0,1 0 0 0 0,0 1 1 0 0,-1-1-1 0 0,1 1 0 0 0,-1-1 0 0 0,1 0 1 0 0,0 1-1 0 0,0-1 0 0 0,-1 1 0 0 0,1-1 1 0 0,0 1-1 0 0,0-1 0 0 0,-1 1 0 0 0,1-1 1 0 0,0 2-1 0 0,-8 20 110 0 0,1 1 0 0 0,1 1 0 0 0,2-1 0 0 0,0 1 0 0 0,1 0 0 0 0,2 0 0 0 0,0 0-1 0 0,3 31 1 0 0,1-21-39 0 0,2 0-1 0 0,1-1 0 0 0,1 1 0 0 0,2-1 0 0 0,20 49 0 0 0,-24-69-83 0 0,-1-4-38 0 0,-1-1-1 0 0,1 1 0 0 0,0-1 0 0 0,1 0 1 0 0,0 0-1 0 0,0 0 0 0 0,1-1 0 0 0,0 0 1 0 0,12 11-1 0 0,-13-12-31 0 0,-3-4 32 0 0,-1 0 0 0 0,1 0-1 0 0,0 0 1 0 0,1 0 0 0 0,-1 0 0 0 0,0-1 0 0 0,0 1-1 0 0,1-1 1 0 0,-1 0 0 0 0,1 1 0 0 0,2 0 0 0 0,1 2-94 0 0,-4-3 73 0 0,0 1-1 0 0,0-1 1 0 0,0 0 0 0 0,1 0-1 0 0,-1 0 1 0 0,0 0 0 0 0,0 0-1 0 0,1 0 1 0 0,-1 0 0 0 0,0-1-1 0 0,1 0 1 0 0,4 1 0 0 0,62 2-2488 0 0,-65-3 2203 0 0,-1 0 1 0 0,1 0-1 0 0,-1 0 0 0 0,1-1 0 0 0,-1 0 1 0 0,1 1-1 0 0,-1-1 0 0 0,1 0 0 0 0,5-3 1 0 0,2-1-755 0 0,20-8-3915 0 0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51.4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0 105 2908 0 0,'1'-7'1271'0'0,"0"-21"-140"0"0,-1 22-138 0 0,1 0-105 0 0,0-15-81 0 0,-1 16 1172 0 0,1 0-1556 0 0,3-16-89 0 0,-3 16 1117 0 0,1 10-1269 0 0,3 59 316 0 0,-6-14-198 0 0,3 12-136 0 0,-2-55-148 0 0,1 0 1 0 0,0-1-1 0 0,1 1 1 0 0,0 0-1 0 0,2 6 1 0 0,2 15-6 0 0,-6-28-14 0 0,0 1 0 0 0,0 0 0 0 0,0-1 0 0 0,0 1 0 0 0,1-1 0 0 0,-1 1 0 0 0,0 0 0 0 0,0-1 0 0 0,0 1 0 0 0,1-1 0 0 0,-1 1 0 0 0,0-1 0 0 0,1 1 0 0 0,-1-1-1 0 0,0 1 1 0 0,1-1 0 0 0,-1 1 0 0 0,1-1 0 0 0,-1 0 0 0 0,1 1 0 0 0,-1-1 0 0 0,1 1 0 0 0,-1-1 0 0 0,2 1 0 0 0,-1-1-3 0 0,-1 0 0 0 0,1 0 0 0 0,-1 1 0 0 0,1-1 1 0 0,-1 0-1 0 0,1 1 0 0 0,-1-1 0 0 0,1 1 0 0 0,-1-1 0 0 0,0 1 0 0 0,1-1 0 0 0,-1 1 0 0 0,1-1 1 0 0,-1 1-1 0 0,0-1 0 0 0,0 1 0 0 0,1-1 0 0 0,-1 1 0 0 0,0-1 0 0 0,0 1 0 0 0,0 0 1 0 0,1-1-1 0 0,-1 1 0 0 0,0 1 0 0 0,4-1-111 0 0,13 5 18 0 0,-12-4 4 0 0,0-3 11 0 0,16-1 10 0 0,-16 1 17 0 0,1-2-3 0 0,3-1 38 0 0,-1-1-1 0 0,0 0 1 0 0,0 0-1 0 0,0-1 0 0 0,-1 0 1 0 0,0 0-1 0 0,0-1 1 0 0,0 0-1 0 0,9-14 0 0 0,53-110 161 0 0,-66 126-31 0 0,-1-1 100 0 0,7-16-144 0 0,-7 16-39 0 0,0 2-4 0 0,3-6 95 0 0,-3 10 259 0 0,-1 15 99 0 0,-1-10-582 0 0,0 0 203 0 0,-1 3-3 0 0,-5 58 151 0 0,5-60-190 0 0,2 2-38 0 0,-1 1-46 0 0,-1 1-50 0 0,2 0 0 0 0,-1 0 0 0 0,4 17 0 0 0,-3-24-24 0 0,0 0 0 0 0,-1 0 0 0 0,1 0-1 0 0,1 0 1 0 0,-1 0 0 0 0,0-1-1 0 0,1 1 1 0 0,-1 0 0 0 0,1-1 0 0 0,0 1-1 0 0,0-1 1 0 0,0 1 0 0 0,0-1-1 0 0,0 0 1 0 0,1 0 0 0 0,-1 0 0 0 0,1 0-1 0 0,-1 0 1 0 0,4 1 0 0 0,1 0-393 0 0,1 0 0 0 0,0 0 0 0 0,0 0 0 0 0,0-1 0 0 0,0-1 1 0 0,0 1-1 0 0,1-1 0 0 0,-1-1 0 0 0,0 1 0 0 0,1-2 0 0 0,-1 1 0 0 0,0-1 0 0 0,0 0 1 0 0,1-1-1 0 0,-1 1 0 0 0,14-7 0 0 0,21-9-2804 0 0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51.7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183 34 3088 0 0,'0'0'1154'0'0,"-2"-4"-168"0"0,-8-13-163 0 0,8 12 555 0 0,-3 4-853 0 0,-18-4-68 0 0,18 4-59 0 0,-1 2-59 0 0,-15 4-39 0 0,16-4-22 0 0,-1 2-2 0 0,-40 21 136 0 0,42-21-328 0 0,0 1-20 0 0,-13 12 0 0 0,13-12 33 0 0,2 1-59 0 0,0-2-36 0 0,1-1 0 0 0,0 1 0 0 0,0 0 0 0 0,0 1 0 0 0,0-1 1 0 0,0 0-1 0 0,1 0 0 0 0,-1 0 0 0 0,1 0 0 0 0,0 1 0 0 0,0-1 0 0 0,0 0 0 0 0,1 0 0 0 0,-1 0 0 0 0,1 1 1 0 0,0-1-1 0 0,-1 0 0 0 0,1 0 0 0 0,2 4 0 0 0,8 7-22 0 0,0-1 0 0 0,1 0 0 0 0,0-1 0 0 0,1 0 0 0 0,1-1 0 0 0,27 17 0 0 0,9 9-37 0 0,-12-2 212 0 0,-34-31 3 0 0,-3 1-27 0 0,4 20 101 0 0,-6-23-219 0 0,0-1-1 0 0,0 1 0 0 0,0-1 0 0 0,1 1 0 0 0,-1-1 0 0 0,0 1 0 0 0,-1-1 1 0 0,1 0-1 0 0,0 0 0 0 0,0 1 0 0 0,-3 1 0 0 0,4-3 0 0 0,-4 3-6 0 0,1 0 1 0 0,-1-1 0 0 0,0 1 0 0 0,0-1-1 0 0,0 1 1 0 0,0-1 0 0 0,0-1 0 0 0,0 1-1 0 0,-1 0 1 0 0,1-1 0 0 0,-1 0 0 0 0,-7 1-1 0 0,9-1-17 0 0,-16 4-118 0 0,4-2 50 0 0,-1-2-127 0 0,-48-1-1502 0 0,57 0 814 0 0,2-4-273 0 0,1 3 747 0 0,3 0 181 0 0,-1 1 0 0 0,0-1 0 0 0,1 0 0 0 0,-1 0 0 0 0,1 0 1 0 0,-1 0-1 0 0,1 0 0 0 0,-1 0 0 0 0,1 0 0 0 0,-1 0 0 0 0,1-1 1 0 0,-2-2-1 0 0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52.0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1 3776 0 0,'0'0'5450'0'0,"3"3"-4876"0"0,9 11-52 0 0,-12-14-507 0 0,1 0 1 0 0,-1 0-1 0 0,0 1 0 0 0,0-1 1 0 0,0 0-1 0 0,1 0 1 0 0,-1 1-1 0 0,0-1 1 0 0,0 0-1 0 0,0 0 1 0 0,0 1-1 0 0,0-1 0 0 0,0 0 1 0 0,1 0-1 0 0,-1 1 1 0 0,0-1-1 0 0,0 0 1 0 0,0 1-1 0 0,0-1 1 0 0,0 0-1 0 0,0 1 0 0 0,0-1 1 0 0,0 0-1 0 0,0 0 1 0 0,0 1-1 0 0,0-1 1 0 0,-1 0-1 0 0,1 1 1 0 0,0-1-1 0 0,-13 62 1137 0 0,-1 9-236 0 0,-9 106-1 0 0,22-165-847 0 0,2 15 30 0 0,4-7-111 0 0,15 43 219 0 0,-20-60-199 0 0,1-1-1 0 0,0 1 1 0 0,0-1 0 0 0,0 0-1 0 0,1 0 1 0 0,-1 0-1 0 0,0 0 1 0 0,1 0-1 0 0,0 0 1 0 0,2 3-1 0 0,0-1 4 0 0,-3-2-14 0 0,1 0 1 0 0,-1-1 0 0 0,0 1 0 0 0,0 0-1 0 0,1-1 1 0 0,-1 0 0 0 0,1 1-1 0 0,-1-1 1 0 0,1 0 0 0 0,0 0 0 0 0,-1 0-1 0 0,1 0 1 0 0,0 0 0 0 0,3 1-1 0 0,1 1-21 0 0,-1 0-49 0 0,0-1 0 0 0,0 1-1 0 0,0-1 1 0 0,0 0 0 0 0,0 0 0 0 0,1-1 0 0 0,-1 1 0 0 0,1-1 0 0 0,-1-1-1 0 0,1 1 1 0 0,5-1 0 0 0,-6 1 9 0 0,7 0-380 0 0,0-1 0 0 0,0 0 0 0 0,-1-1-1 0 0,16-2 1 0 0,-22 2 292 0 0,-1 0-62 0 0,-1 1 0 0 0,0 0 0 0 0,0-1 0 0 0,1 0 0 0 0,-1 0 0 0 0,0 0 0 0 0,0 0 0 0 0,5-3 0 0 0,0 0-229 0 0,-6 4 188 0 0,0-1 0 0 0,0 1 0 0 0,0-1 0 0 0,0 0 0 0 0,0 0 0 0 0,0 0 0 0 0,0 0 0 0 0,0 0 0 0 0,0-1 0 0 0,0 1 0 0 0,3-4 0 0 0,-1 1-715 0 0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52.2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62 3444 0 0,'-7'0'1174'0'0,"-16"-1"-171"0"0,22 0-101 0 0,4 0 130 0 0,40-4 2333 0 0,-14 2-4087 0 0,114-18 55 0 0,-41 1-4784 0 0,-63 10 1411 0 0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52.6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36 105 3364 0 0,'0'0'1850'0'0,"-3"4"-1135"0"0,1 1-306 0 0,0 0 0 0 0,0 0 0 0 0,1 0 0 0 0,-1 1 0 0 0,1-1 0 0 0,1 1 0 0 0,-1 6 1 0 0,1-6 178 0 0,16 6-99 0 0,-13-9 37 0 0,32-3-199 0 0,-28 0-203 0 0,-2-1-4 0 0,46-18 190 0 0,-46 17-225 0 0,-1-2-68 0 0,11-11 3 0 0,-12 11-14 0 0,0 0-23 0 0,7-15-24 0 0,-7 14-24 0 0,-3-1-60 0 0,0-22 70 0 0,0 22 22 0 0,-2 1-1 0 0,-4-15 10 0 0,4 15 0 0 0,-1 1 0 0 0,-10-12 20 0 0,12 15 28 0 0,0-1 0 0 0,0 1 0 0 0,0 0 0 0 0,-1 0-1 0 0,1 0 1 0 0,0 0 0 0 0,0 0 0 0 0,-1 0-1 0 0,1 0 1 0 0,0 1 0 0 0,-1-1 0 0 0,1 0 0 0 0,-1 1-1 0 0,1-1 1 0 0,-1 1 0 0 0,1-1 0 0 0,-1 1 0 0 0,-1 0-1 0 0,-34 4 373 0 0,36-4-380 0 0,-1 0 0 0 0,1 0 0 0 0,0 1 0 0 0,-1-1 0 0 0,1 0 0 0 0,0 0-1 0 0,-1 1 1 0 0,1-1 0 0 0,0 1 0 0 0,-1-1 0 0 0,1 1 0 0 0,0 0-1 0 0,0-1 1 0 0,0 1 0 0 0,0 0 0 0 0,0 0 0 0 0,-1 0 0 0 0,1 0 0 0 0,-1 1-1 0 0,0 1 36 0 0,-3 0 38 0 0,1 1 0 0 0,0-1 0 0 0,0 1 0 0 0,0 0 0 0 0,0 0 0 0 0,1 1 0 0 0,0-1 0 0 0,-4 7 0 0 0,4-6-62 0 0,-2 1 148 0 0,4-4-152 0 0,-1-1 1 0 0,1 1-1 0 0,0 0 1 0 0,0-1 0 0 0,0 1-1 0 0,0 0 1 0 0,1 0-1 0 0,-1-1 1 0 0,0 1-1 0 0,1 0 1 0 0,-1 0 0 0 0,1 0-1 0 0,0 0 1 0 0,-1 2-1 0 0,0 4 170 0 0,-1-1-154 0 0,1 0 0 0 0,0 1 0 0 0,1-1 1 0 0,-1 0-1 0 0,1 0 0 0 0,1 0 0 0 0,-1 0 1 0 0,1 0-1 0 0,0 0 0 0 0,1 0 0 0 0,0 0 1 0 0,0 0-1 0 0,0 0 0 0 0,1-1 1 0 0,0 1-1 0 0,1-1 0 0 0,-1 0 0 0 0,1 0 1 0 0,0 0-1 0 0,0 0 0 0 0,1-1 0 0 0,0 1 1 0 0,0-1-1 0 0,0 0 0 0 0,9 5 0 0 0,-8-5-134 0 0,-3-2 23 0 0,0-1 1 0 0,-1 0 0 0 0,1 0 0 0 0,1 0-1 0 0,-1-1 1 0 0,0 1 0 0 0,0-1-1 0 0,5 2 1 0 0,0 1-84 0 0,26 8-771 0 0,-25-9 712 0 0,-5-2 84 0 0,-1 0 1 0 0,1 0-1 0 0,0 0 0 0 0,-1 0 0 0 0,1 0 1 0 0,0-1-1 0 0,0 0 0 0 0,5 0 1 0 0,-1 1-131 0 0,29-1-1165 0 0,-27 0 1099 0 0,28-5-1430 0 0,-31 4 1489 0 0,1 0-335 0 0,0 0-1 0 0,0-1 0 0 0,-1 0 0 0 0,1-1 1 0 0,-1 1-1 0 0,1-1 0 0 0,11-7 0 0 0,4-6-2455 0 0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52.9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0 227 1824 0 0,'0'0'890'0'0,"0"-7"-84"0"0,2-23 1205 0 0,7-39 0 0 0,-8 63-1699 0 0,0 6-303 0 0,-1 0 0 0 0,0 0 1 0 0,0 0-1 0 0,1 0 0 0 0,-1 0 0 0 0,0 0 0 0 0,1 0 0 0 0,-1 0 1 0 0,0 0-1 0 0,1 0 0 0 0,-1 0 0 0 0,0 0 0 0 0,0-1 0 0 0,1 1 1 0 0,-1 0-1 0 0,0 0 0 0 0,0 0 0 0 0,1-1 0 0 0,-1 1 1 0 0,0 0-1 0 0,0 0 0 0 0,0-1 0 0 0,1 1 0 0 0,-1 0 0 0 0,0 0 1 0 0,0-1-1 0 0,0 1 0 0 0,0 0 0 0 0,0 0 0 0 0,1-1 0 0 0,-1 1 1 0 0,0 0-1 0 0,0-1 0 0 0,0 1 0 0 0,0-1 23 0 0,0 1 0 0 0,0-1 0 0 0,1 1 0 0 0,-1-1 0 0 0,0 0 0 0 0,0 1 0 0 0,1-1 0 0 0,-1 1 0 0 0,0-1 0 0 0,1 1 0 0 0,-1 0 0 0 0,0-1 0 0 0,1 1 0 0 0,-1-1 0 0 0,1 1 0 0 0,-1 0 0 0 0,1-1 0 0 0,-1 1 0 0 0,1 0 0 0 0,-1-1 0 0 0,1 1 0 0 0,-1 0 0 0 0,1 0 0 0 0,0 0 0 0 0,-1 0 0 0 0,1-1 0 0 0,-1 1 0 0 0,1 0 0 0 0,-1 0 0 0 0,1 0 0 0 0,0 0 0 0 0,-1 0 0 0 0,1 0 1 0 0,-1 0-1 0 0,1 1 0 0 0,0-1 0 0 0,28 1 166 0 0,-21-1-14 0 0,-3 4-46 0 0,3 1-80 0 0,-1 0 0 0 0,0 0 0 0 0,0 1 0 0 0,0 0 0 0 0,-1 0 0 0 0,0 1 0 0 0,0 0 0 0 0,0 0 0 0 0,-1 0 0 0 0,0 0 0 0 0,0 1 0 0 0,-1 0 0 0 0,0 0 0 0 0,3 11 0 0 0,-5-15 125 0 0,-1 27 297 0 0,0-25-225 0 0,-2 0 22 0 0,-2 16 35 0 0,3-16-20 0 0,-2-2 125 0 0,-6 13 86 0 0,6-12 571 0 0,-2-3-552 0 0,-10 8 8 0 0,10-7 1003 0 0,0-5-1128 0 0,-16-8 401 0 0,21 3-631 0 0,0-5-216 0 0,1 1 0 0 0,0-1-1 0 0,1 0 1 0 0,1 1 0 0 0,0-1-1 0 0,0 1 1 0 0,1 0 0 0 0,0 1-1 0 0,1-1 1 0 0,0 1 0 0 0,1 0-1 0 0,0 1 1 0 0,1-1 0 0 0,12-11-1 0 0,-2 3-1063 0 0,1 1 0 0 0,24-17 0 0 0,44-21-6582 0 0,-58 40 835 0 0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54.0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330 1 2732 0 0,'-24'9'1237'0'0,"1"2"1"0"0,-1 1-1 0 0,2 1 0 0 0,-33 23 0 0 0,36-21-832 0 0,0 1 1 0 0,1 1-1 0 0,1 0 0 0 0,0 2 0 0 0,1 0 0 0 0,2 0 0 0 0,0 2 0 0 0,-12 21 0 0 0,20-31-218 0 0,5-9-169 0 0,-1 1 1 0 0,1-1 0 0 0,0 1-1 0 0,0-1 1 0 0,0 1 0 0 0,0 0-1 0 0,1-1 1 0 0,-1 1 0 0 0,1 0 0 0 0,-1-1-1 0 0,1 1 1 0 0,0 3 0 0 0,-1 2 61 0 0,0-4-65 0 0,0 1 6 0 0,0-1 0 0 0,1 1 0 0 0,-1 0 0 0 0,1 0 0 0 0,0 0 0 0 0,0 0 0 0 0,0-1 0 0 0,1 1 0 0 0,-1 0 0 0 0,1 0 0 0 0,0 0 0 0 0,4 8 0 0 0,-3-7-4 0 0,-2-4-12 0 0,1 0 0 0 0,0-1 0 0 0,-1 1 0 0 0,1 0 1 0 0,0 0-1 0 0,0 0 0 0 0,0-1 0 0 0,0 1 0 0 0,0 0 1 0 0,1-1-1 0 0,-1 1 0 0 0,0-1 0 0 0,1 0 0 0 0,1 2 1 0 0,53 36-183 0 0,-53-38 156 0 0,-1 0 0 0 0,0 1 0 0 0,0-1 0 0 0,1 0 0 0 0,-1-1 0 0 0,1 1 0 0 0,-1 0 1 0 0,0-1-1 0 0,1 1 0 0 0,0-1 0 0 0,-1 0 0 0 0,1 1 0 0 0,4-2 0 0 0,1 1-42 0 0,-4 1 4 0 0,1 0 0 0 0,0 0-1 0 0,0-1 1 0 0,0 0 0 0 0,0 0 0 0 0,8-1 0 0 0,-3 0-37 0 0,8 1-248 0 0,-1-2-1 0 0,1 0 0 0 0,-1-2 0 0 0,0 0 0 0 0,0 0 0 0 0,0-2 0 0 0,-1 0 0 0 0,0-1 0 0 0,0 0 0 0 0,0-1 0 0 0,-1-1 0 0 0,0-1 0 0 0,-1 0 0 0 0,0-1 0 0 0,18-18 0 0 0,15-25-591 0 0,-43 49 1015 0 0,-2 1 100 0 0,9-15 94 0 0,-9 15 1432 0 0,-9-22-33 0 0,2 27-1501 0 0,-15 5 27 0 0,18-6-164 0 0,1 0-1 0 0,0 1 1 0 0,-1-1 0 0 0,1 1 0 0 0,0-1 0 0 0,0 1 0 0 0,0-1-1 0 0,-1 1 1 0 0,1 0 0 0 0,0 0 0 0 0,0-1 0 0 0,0 1 0 0 0,0 0-1 0 0,0 0 1 0 0,0 0 0 0 0,0 0 0 0 0,1 0 0 0 0,-1 0 0 0 0,-1 3-1 0 0,8-5-6 0 0,18-3-4 0 0,-18 3-36 0 0,-1-2-60 0 0,6-3 99 0 0,-1 0-1 0 0,1-1 1 0 0,-2-1-1 0 0,1 0 1 0 0,-1 0-1 0 0,14-17 1 0 0,-20 22-5 0 0,-3 1-21 0 0,0 1 1 0 0,0-1-1 0 0,1 0 0 0 0,-1 1 0 0 0,0-1 0 0 0,1 1 0 0 0,0-1 0 0 0,-1 1 1 0 0,1-1-1 0 0,0 1 0 0 0,1-3 0 0 0,1 0 2 0 0,-1-1 6 0 0,-3-1-214 0 0,-2-17 207 0 0,3 17 216 0 0,-9 6-81 0 0,8 0-116 0 0,-1 0 0 0 0,0 0-1 0 0,0 0 1 0 0,0 0 0 0 0,1 0-1 0 0,-1 0 1 0 0,0-1 0 0 0,0 1-1 0 0,1 0 1 0 0,-1-1 0 0 0,-2-1-1 0 0,-1 5 151 0 0,-2 1-83 0 0,1 0 0 0 0,0 0 0 0 0,0 0 0 0 0,0 1-1 0 0,1-1 1 0 0,-1 1 0 0 0,1 1 0 0 0,0-1-1 0 0,1 1 1 0 0,-1 0 0 0 0,1 0 0 0 0,0 0 0 0 0,1 1-1 0 0,-1-1 1 0 0,2 1 0 0 0,-1 0 0 0 0,-3 12 0 0 0,5-14 16 0 0,1-4-98 0 0,1-1 0 0 0,-1 1 0 0 0,0 0 0 0 0,1-1 1 0 0,-1 1-1 0 0,0 0 0 0 0,0 0 0 0 0,0-1 0 0 0,1 1 0 0 0,-1 0 0 0 0,0 0 0 0 0,0-1 1 0 0,0 1-1 0 0,0 0 0 0 0,0 0 0 0 0,0-1 0 0 0,-1 1 0 0 0,1 0 0 0 0,0 0 0 0 0,0-1 1 0 0,0 1-1 0 0,-1 0 0 0 0,0 1 0 0 0,1-1-2 0 0,-1 0 1 0 0,1 0-1 0 0,0 0 0 0 0,-1 0 1 0 0,1 0-1 0 0,0 0 1 0 0,0 0-1 0 0,-1 0 1 0 0,1 0-1 0 0,0 0 0 0 0,0 0 1 0 0,0 1-1 0 0,1-1 1 0 0,-1 0-1 0 0,0 0 0 0 0,0 0 1 0 0,0 0-1 0 0,1 0 1 0 0,-1 0-1 0 0,1 0 0 0 0,-1 0 1 0 0,1 0-1 0 0,0 1 1 0 0,2 4-114 0 0,0-1 1 0 0,0 1-1 0 0,0-1 1 0 0,0 0-1 0 0,1-1 1 0 0,0 1-1 0 0,0 0 1 0 0,0-1-1 0 0,1 0 1 0 0,-1 0-1 0 0,1-1 1 0 0,0 1 0 0 0,0-1-1 0 0,0 0 1 0 0,1 0-1 0 0,-1 0 1 0 0,1-1-1 0 0,-1 0 1 0 0,1 0-1 0 0,0-1 1 0 0,0 1-1 0 0,0-1 1 0 0,0 0-1 0 0,0-1 1 0 0,0 0-1 0 0,7 0 1 0 0,62-6-2690 0 0,-64 4 1887 0 0,-9 2 807 0 0,1 0 0 0 0,-1-1 0 0 0,1 1-1 0 0,-1-1 1 0 0,1 1 0 0 0,-1-1 0 0 0,0 0-1 0 0,1 0 1 0 0,2-1 0 0 0,15-8-2275 0 0,13-6-994 0 0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54.4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90 2932 0 0,'10'-24'4838'0'0,"0"6"-4067"0"0,-8 14 739 0 0,-2 4-1494 0 0,0 1 1 0 0,0 0 0 0 0,0-1-1 0 0,0 1 1 0 0,0-1-1 0 0,0 1 1 0 0,0-1-1 0 0,0 1 1 0 0,0 0-1 0 0,0-1 1 0 0,0 1 0 0 0,0-1-1 0 0,1 1 1 0 0,-1-1-1 0 0,0 1 1 0 0,0 0-1 0 0,1-1 1 0 0,-1 1-1 0 0,0-1 1 0 0,1 1-1 0 0,-1-1 1 0 0,0 0 0 0 0,1 1-1 0 0,5 12 320 0 0,-3 12 134 0 0,-2-21-293 0 0,-1 2-2 0 0,0 48 354 0 0,0-49-438 0 0,-1 1-19 0 0,-3 15 20 0 0,3-16 105 0 0,0 0-59 0 0,-17 38 1251 0 0,15-39-660 0 0,-1-7-639 0 0,-12-11-14 0 0,12 10-10 0 0,4 0-22 0 0,-2-5-19 0 0,0-1 1 0 0,1 1-1 0 0,0 0 1 0 0,1 0 0 0 0,0 0-1 0 0,0-1 1 0 0,1 1-1 0 0,1 0 1 0 0,-1 0 0 0 0,1 0-1 0 0,1 0 1 0 0,4-12-1 0 0,-6 18-22 0 0,0 1-3 0 0,0 0 0 0 0,-1-1-1 0 0,1 1 1 0 0,0 0-1 0 0,0 0 1 0 0,0 0 0 0 0,0 0-1 0 0,0 0 1 0 0,1 0 0 0 0,-1 0-1 0 0,1 0 1 0 0,2-2 0 0 0,6-7-32 0 0,-6 5 23 0 0,17-14-41 0 0,4 4 32 0 0,-21 15 18 0 0,1-1-1 0 0,0 1 1 0 0,0 0-1 0 0,-1 0 1 0 0,1 1-1 0 0,0-1 0 0 0,0 1 1 0 0,0 0-1 0 0,0 0 1 0 0,0 1-1 0 0,8 1 1 0 0,-10-1-2 0 0,-1-1-3 0 0,0 0 1 0 0,0 0 0 0 0,0 0-1 0 0,0 1 1 0 0,0-1 0 0 0,0 1-1 0 0,0 0 1 0 0,0-1-1 0 0,0 1 1 0 0,0 0 0 0 0,0 0-1 0 0,0 0 1 0 0,3 3 0 0 0,0 0-6 0 0,1-1-4 0 0,0 1 1 0 0,-1 0-1 0 0,1 0 0 0 0,-1 1 0 0 0,0 0 1 0 0,0 0-1 0 0,0 0 0 0 0,-1 0 1 0 0,5 8-1 0 0,-5-8 8 0 0,6 7-53 0 0,3 8-4 0 0,-4-1-147 0 0,17 48-822 0 0,-6-4-1655 0 0,-18-58 1614 0 0,-1 0-269 0 0,5 14-202 0 0,-5-14-1061 0 0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54.8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3736 0 0,'0'0'8904'0'0,"0"7"-8515"0"0,3 66 683 0 0,27 124 74 0 0,-29-191-1133 0 0,4 17 82 0 0,12 36 1 0 0,-16-51-83 0 0,0-6-5 0 0,-1 1-1 0 0,1 0 1 0 0,-1-1-1 0 0,1 1 0 0 0,0-1 1 0 0,0 1-1 0 0,1-1 0 0 0,-1 1 1 0 0,0-1-1 0 0,4 5 0 0 0,1 1-87 0 0,0 1 0 0 0,1-1 0 0 0,0 0 0 0 0,0-1-1 0 0,0 1 1 0 0,1-2 0 0 0,1 1 0 0 0,-1-1 0 0 0,18 10-1 0 0,-22-14-499 0 0,29 1-1016 0 0,-26-2 497 0 0,-1-3-357 0 0,16-6-333 0 0,-16 6-1217 0 0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55.0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76 114 4216 0 0,'-69'-2'5499'0'0,"63"2"-2032"0"0,12-3-3214 0 0,10-5-197 0 0,0 1 0 0 0,1 1-1 0 0,0 1 1 0 0,20-5 0 0 0,81-10-679 0 0,-48 9-184 0 0,55-13-2146 0 0,-48 8-1892 0 0,-71 15 399 0 0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55.3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41 112 2688 0 0,'0'0'1204'0'0,"-2"3"-204"0"0,-10 14 3133 0 0,13-11-3818 0 0,2 18-25 0 0,-3-18 306 0 0,14-3-354 0 0,-13-2-224 0 0,0-1 0 0 0,0 0 0 0 0,0 1-1 0 0,0-1 1 0 0,1 0 0 0 0,-1 1 0 0 0,0-1 0 0 0,0 0-1 0 0,0 0 1 0 0,0 0 0 0 0,1 0 0 0 0,-1 0 0 0 0,0 0-1 0 0,0 0 1 0 0,0 0 0 0 0,0-1 0 0 0,0 1 0 0 0,1 0 0 0 0,0-1-1 0 0,23-6 29 0 0,-18 6 24 0 0,-2-2 10 0 0,39-24 261 0 0,-40 23-273 0 0,-1-1 9 0 0,7-14 11 0 0,-7 14 77 0 0,-3-2-99 0 0,0-19-10 0 0,0 20-22 0 0,-2 1 29 0 0,-8-15 5 0 0,8 15 14 0 0,-13-10 81 0 0,12 12-125 0 0,-1-1 114 0 0,-16-2 179 0 0,16 4-262 0 0,-1 1 139 0 0,-1 2 14 0 0,1 0-132 0 0,0 1 0 0 0,0 0 0 0 0,0 0 0 0 0,0 0 0 0 0,0 0 1 0 0,0 1-1 0 0,1 0 0 0 0,0 0 0 0 0,-1 0 0 0 0,1 0 0 0 0,0 1 1 0 0,0 0-1 0 0,1 0 0 0 0,-1 0 0 0 0,-3 5 0 0 0,4-3-44 0 0,-1 0-1 0 0,1 1 1 0 0,0-1-1 0 0,1 1 1 0 0,0-1-1 0 0,0 1 1 0 0,0 0-1 0 0,1 0 1 0 0,0 0 0 0 0,0 0-1 0 0,1 0 1 0 0,0 0-1 0 0,0 0 1 0 0,2 12-1 0 0,-1-14-40 0 0,0 0 1 0 0,0 0-1 0 0,1-1 0 0 0,0 1 0 0 0,0 0 1 0 0,0-1-1 0 0,0 1 0 0 0,1-1 1 0 0,0 0-1 0 0,3 4 0 0 0,-4-4-41 0 0,1 0-81 0 0,0-1 1 0 0,0 1-1 0 0,0-1 0 0 0,1 0 1 0 0,-1 0-1 0 0,1 0 0 0 0,0-1 1 0 0,0 1-1 0 0,-1-1 0 0 0,2 0 0 0 0,7 3 1 0 0,-8-3 37 0 0,3 1-247 0 0,-1-1 0 0 0,1 1 0 0 0,0-1 0 0 0,0-1 0 0 0,0 1 0 0 0,-1-1 0 0 0,1-1 0 0 0,9 1 0 0 0,-10-1 132 0 0,24 1-1832 0 0,-7-6-1780 0 0,10 1-1173 0 0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55.9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1 204 2356 0 0,'0'0'2536'0'0,"1"-4"-1531"0"0,4-15-316 0 0,-3 14 858 0 0,4 5-1302 0 0,-2 0-192 0 0,0-1-18 0 0,0 1-1 0 0,0 0 1 0 0,0 0 0 0 0,0 0 0 0 0,0 1 0 0 0,0-1-1 0 0,0 1 1 0 0,0 0 0 0 0,0 0 0 0 0,0 0 0 0 0,-1 0 0 0 0,1 1-1 0 0,6 4 1 0 0,2 2 142 0 0,0 0-1 0 0,0 1 1 0 0,-1 1 0 0 0,-1 0-1 0 0,0 0 1 0 0,0 1-1 0 0,-1 0 1 0 0,15 25 0 0 0,-21-32 81 0 0,-2 3 51 0 0,4 17-21 0 0,-3-18 11 0 0,-3 0 3 0 0,-10 43 1584 0 0,9-44-640 0 0,-16 6-560 0 0,14-9-96 0 0,3-3-560 0 0,-1 1 1 0 0,1-1-1 0 0,0 1 0 0 0,-1-1 0 0 0,1 1 1 0 0,0-1-1 0 0,0 0 0 0 0,0 0 0 0 0,0 0 1 0 0,0 0-1 0 0,0 0 0 0 0,-2-1 0 0 0,2 0 24 0 0,-3 0 290 0 0,1-16-208 0 0,2 16-139 0 0,0 1 0 0 0,1-1 1 0 0,-1 1-1 0 0,1-1 1 0 0,0 1-1 0 0,0-1 0 0 0,-1 0 1 0 0,1 1-1 0 0,0-1 1 0 0,0 0-1 0 0,0 1 0 0 0,1-1 1 0 0,-1 1-1 0 0,0-1 1 0 0,1-2-1 0 0,4-12-386 0 0,-1 1 0 0 0,2-1 0 0 0,0 1 0 0 0,1 1 0 0 0,0-1 1 0 0,1 1-1 0 0,1 0 0 0 0,0 1 0 0 0,1 0 0 0 0,1 0 0 0 0,15-14 0 0 0,-8 9-504 0 0,1 1 0 0 0,1 1-1 0 0,1 1 1 0 0,0 0 0 0 0,1 2 0 0 0,35-16-1 0 0,-3 6-874 0 0,-52 21 2113 0 0,28-14-1442 0 0,-9 10 6243 0 0,-22 12-4752 0 0,-4 23 303 0 0,5-28-684 0 0,0-1 0 0 0,0 1 0 0 0,0-1 0 0 0,0 1 0 0 0,0-1 0 0 0,0 0 0 0 0,0 1 0 0 0,0-1 0 0 0,0 1 0 0 0,0-1 0 0 0,-1 1 0 0 0,1-1 0 0 0,0 0 0 0 0,0 1 0 0 0,-1-1 0 0 0,1 0 0 0 0,0 1 0 0 0,0-1 0 0 0,-1 0 0 0 0,1 1 0 0 0,0-1 0 0 0,-1 0 0 0 0,1 0 0 0 0,0 1 0 0 0,-1-1 0 0 0,1 0-1 0 0,-1 0 1 0 0,1 0 0 0 0,-1 1 0 0 0,0-1 11 0 0,0 1 0 0 0,0-1 0 0 0,0 1 0 0 0,0-1 0 0 0,1 1 0 0 0,-1 0-1 0 0,0 0 1 0 0,0-1 0 0 0,0 1 0 0 0,1 0 0 0 0,-1 0 0 0 0,0 0-1 0 0,1 0 1 0 0,-1 0 0 0 0,1 0 0 0 0,-1-1 0 0 0,1 1 0 0 0,0 1-1 0 0,-1 0 1 0 0,-6 19 143 0 0,6-16-24 0 0,2 2-8 0 0,3 7-55 0 0,0 0 0 0 0,1-1 0 0 0,1 1 0 0 0,0-1 0 0 0,10 14 0 0 0,6 6 7 0 0,20 15-47 0 0,-26-27-56 0 0,14 30-20 0 0,-28-46-2 0 0,-2 1-6 0 0,-2 19-38 0 0,2-24 67 0 0,0 0 1 0 0,0 1 0 0 0,0-1 0 0 0,0 0-1 0 0,0 0 1 0 0,-1 1 0 0 0,1-1-1 0 0,0 0 1 0 0,-1 0 0 0 0,1 0-1 0 0,-1 0 1 0 0,0 0 0 0 0,1 0-1 0 0,-1 0 1 0 0,0 0 0 0 0,0 0 0 0 0,1 0-1 0 0,-1 0 1 0 0,0 0 0 0 0,0 0-1 0 0,-2 1 1 0 0,1-1-52 0 0,-1 3-125 0 0,-1-1-1 0 0,0 0 1 0 0,1 1 0 0 0,-1-2-1 0 0,-1 1 1 0 0,1 0 0 0 0,0-1 0 0 0,-1 0-1 0 0,1 0 1 0 0,-1 0 0 0 0,1-1-1 0 0,-6 2 1 0 0,6-2-16 0 0,1 0-106 0 0,0 1 0 0 0,1-1 0 0 0,-1-1 0 0 0,0 1 0 0 0,1 0 0 0 0,-1-1 0 0 0,0 1 0 0 0,0-1 0 0 0,-5 0 0 0 0,1 0-704 0 0,0 1-3477 0 0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56.6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561 61 3264 0 0,'-3'-6'1268'0'0,"3"5"-1171"0"0,-2-3 103 0 0,1 1 1 0 0,0 0 0 0 0,-1-1-1 0 0,1 1 1 0 0,-1 0-1 0 0,0 0 1 0 0,0 0-1 0 0,0 0 1 0 0,0 1-1 0 0,0-1 1 0 0,-1 0-1 0 0,0 1 1 0 0,1 0 0 0 0,-1 0-1 0 0,0-1 1 0 0,0 2-1 0 0,-5-4 1 0 0,3 5-13 0 0,-1-1 0 0 0,0 1 1 0 0,1 0-1 0 0,-1 0 0 0 0,0 1 1 0 0,1-1-1 0 0,-1 1 0 0 0,0 1 1 0 0,1-1-1 0 0,-10 5 0 0 0,3 0 15 0 0,0 0-1 0 0,1 2 1 0 0,-1-1-1 0 0,1 2 1 0 0,1-1-1 0 0,0 2 1 0 0,-10 10-1 0 0,-58 75 740 0 0,71-86-867 0 0,-32 44 266 0 0,2 1 0 0 0,3 2 0 0 0,2 1 0 0 0,-28 71 0 0 0,48-100-297 0 0,2 0 0 0 0,1 1 1 0 0,2 1-1 0 0,0-1 0 0 0,2 1 0 0 0,2 0 1 0 0,0 0-1 0 0,2 0 0 0 0,1 0 0 0 0,2 0 0 0 0,6 41 1 0 0,-4-55-90 0 0,1-1 1 0 0,0 1-1 0 0,1-1 1 0 0,0 0-1 0 0,1 0 1 0 0,1-1 0 0 0,0 0-1 0 0,1-1 1 0 0,1 1-1 0 0,0-2 1 0 0,0 1-1 0 0,1-1 1 0 0,1-1-1 0 0,0 0 1 0 0,1-1-1 0 0,0 0 1 0 0,0-1 0 0 0,1-1-1 0 0,0 0 1 0 0,28 11-1 0 0,-20-10-358 0 0,0-2 1 0 0,0 0-1 0 0,1-2 0 0 0,-1-1 1 0 0,1 0-1 0 0,25 0 0 0 0,-24-4-701 0 0,0 0 1 0 0,1-2-1 0 0,-1 0 0 0 0,0-2 1 0 0,40-11-1 0 0,-20-1-3664 0 0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57.1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246 64 2560 0 0,'-3'-8'432'0'0,"2"7"-282"0"0,0-1 1 0 0,0 1-1 0 0,0-1 0 0 0,1 0 0 0 0,-1 1 0 0 0,1-1 0 0 0,-1 0 0 0 0,1 1 0 0 0,-1-1 0 0 0,1 0 1 0 0,0 0-1 0 0,0-1 885 0 0,-3-2-307 0 0,-9-12-122 0 0,9 13 460 0 0,-20-3-142 0 0,22 7-890 0 0,0 0 1 0 0,0 0-1 0 0,0 0 0 0 0,0 0 1 0 0,0 0-1 0 0,0 0 0 0 0,0 1 1 0 0,0-1-1 0 0,0 0 0 0 0,0 0 1 0 0,0 1-1 0 0,0-1 1 0 0,0 1-1 0 0,0-1 0 0 0,0 1 1 0 0,0-1-1 0 0,1 1 0 0 0,-1-1 1 0 0,0 1-1 0 0,0 0 0 0 0,0 0 1 0 0,1-1-1 0 0,-2 2 1 0 0,-5 3 130 0 0,0 0 0 0 0,0 1 1 0 0,1 0-1 0 0,-1 0 0 0 0,1 0 1 0 0,0 1-1 0 0,-8 12 0 0 0,-27 53 653 0 0,33-57-642 0 0,-3 5 40 0 0,1 1-1 0 0,1 0 1 0 0,1 1-1 0 0,-6 27 1 0 0,14-48-215 0 0,-3 11 47 0 0,0-1 0 0 0,1 1 0 0 0,1-1 0 0 0,0 1 1 0 0,1 16-1 0 0,0-24-63 0 0,1 0 1 0 0,-1 1 0 0 0,1-1 0 0 0,1 0 0 0 0,-1 0-1 0 0,0 0 1 0 0,1 0 0 0 0,0-1 0 0 0,0 1 0 0 0,0 0-1 0 0,0-1 1 0 0,1 1 0 0 0,-1-1 0 0 0,1 0 0 0 0,0 0-1 0 0,0 0 1 0 0,0 0 0 0 0,0 0 0 0 0,1-1 0 0 0,-1 1-1 0 0,5 1 1 0 0,-2 1-72 0 0,-5-4 42 0 0,1 1 0 0 0,0-1 1 0 0,0 1-1 0 0,0-1 0 0 0,0 0 1 0 0,1 0-1 0 0,-1 0 0 0 0,0 0 1 0 0,0 0-1 0 0,1 0 0 0 0,-1-1 1 0 0,4 1-1 0 0,3 2-102 0 0,29 4-682 0 0,-27-5 636 0 0,33 1-925 0 0,-18-5-415 0 0,0 0 0 0 0,0-2 0 0 0,50-13 0 0 0,-44 5-2712 0 0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57.5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237 1 3132 0 0,'0'0'2294'0'0,"-7"0"-1349"0"0,3 1-857 0 0,-1-1 148 0 0,0 0 1 0 0,0 1-1 0 0,0 0 0 0 0,1 0 1 0 0,-1 0-1 0 0,0 0 1 0 0,1 1-1 0 0,-1 0 1 0 0,1 0-1 0 0,-1 0 1 0 0,-4 4-1 0 0,-7 6 336 0 0,1 0 0 0 0,0 1 0 0 0,1 0 0 0 0,-22 28 0 0 0,28-30-349 0 0,0-1 0 0 0,1 1 1 0 0,0 0-1 0 0,1 1 0 0 0,1 0 1 0 0,-1 0-1 0 0,2 0 1 0 0,0 0-1 0 0,-4 18 0 0 0,7-27-186 0 0,0 2-9 0 0,0-1-1 0 0,0 1 1 0 0,0-1-1 0 0,1 1 1 0 0,-1-1 0 0 0,1 1-1 0 0,0 0 1 0 0,0-1 0 0 0,1 1-1 0 0,-1-1 1 0 0,1 1-1 0 0,0-1 1 0 0,2 6 0 0 0,30 47 80 0 0,-32-55-113 0 0,1 0 0 0 0,-1 1 0 0 0,1-1 0 0 0,0 0 0 0 0,-1 0 0 0 0,1 0 0 0 0,0-1 0 0 0,0 1 0 0 0,1 0 0 0 0,-1-1 1 0 0,3 3-1 0 0,2 0-24 0 0,-5-3 9 0 0,0 1 1 0 0,-1 0-1 0 0,1-1 1 0 0,0 0-1 0 0,0 1 1 0 0,0-1-1 0 0,1 0 1 0 0,-1 0-1 0 0,0 0 1 0 0,0 0-1 0 0,1 0 1 0 0,-1-1-1 0 0,4 2 0 0 0,1-1-47 0 0,4 3-152 0 0,1 0 0 0 0,-1-1 0 0 0,0-1 0 0 0,1 0 0 0 0,18 1 0 0 0,-21-2 93 0 0,6-1-596 0 0,-1 0 1 0 0,1 0 0 0 0,0-1-1 0 0,-1-1 1 0 0,1-1-1 0 0,-1 0 1 0 0,1-1 0 0 0,-1 0-1 0 0,-1-1 1 0 0,1-1-1 0 0,22-12 1 0 0,-12 2-3634 0 0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0:57.7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3088 0 0,'0'0'1200'0'0,"5"3"-116"0"0,9 7-468 0 0,-1 0 0 0 0,0 1 0 0 0,-1 0 0 0 0,0 1-1 0 0,14 18 1 0 0,52 75 1057 0 0,-46-57-1224 0 0,-1 1 0 0 0,-2 2 0 0 0,-3 1-1 0 0,38 106 1 0 0,-55-127-521 0 0,0 0 0 0 0,-3 0 0 0 0,0 1 0 0 0,-2 0 0 0 0,-1 0 0 0 0,-2 0 0 0 0,-1 0 0 0 0,-2 0 0 0 0,-1 0 0 0 0,-10 50 0 0 0,1-40-832 0 0,-2 0 0 0 0,-2-1 0 0 0,-1-1 0 0 0,-3 0 0 0 0,0-2 0 0 0,-3 0 0 0 0,-49 63 0 0 0,10-27-4016 0 0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07.0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115 168 2140 0 0,'0'0'2383'0'0,"-5"2"-1452"0"0,-12 6-150 0 0,13-5 2302 0 0,-2-4-2832 0 0,-20-2-57 0 0,20 3 98 0 0,5-5-209 0 0,-4-12-12 0 0,3 13 38 0 0,4-2-132 0 0,-1-2 24 0 0,1 0 0 0 0,0 0-1 0 0,1 1 1 0 0,0-1 0 0 0,0 1 0 0 0,1 0 0 0 0,0 0 0 0 0,0 0-1 0 0,1 1 1 0 0,-1-1 0 0 0,1 1 0 0 0,10-9 0 0 0,3-2 5 0 0,-1 4-6 0 0,3 3 5 0 0,-15 8 6 0 0,-1 1 62 0 0,1 2-310 0 0,16 4 169 0 0,-15-4 108 0 0,7 22-102 0 0,-11-18 107 0 0,-1 1 24 0 0,2 20-35 0 0,-3-19 0 0 0,0 0 11 0 0,-5 51 51 0 0,5-53-35 0 0,-2 1-85 0 0,-5 19 98 0 0,6-19 15 0 0,-7 20 102 0 0,7-23-18 0 0,-1 1 1 0 0,1-1-1 0 0,0 1 1 0 0,0-1-1 0 0,0 1 0 0 0,0 7 1 0 0,3-7-102 0 0,-1-4-53 0 0,1 1-8 0 0,-1 0-1 0 0,0 0 1 0 0,0 1-1 0 0,0-1 1 0 0,0 0-1 0 0,0 0 1 0 0,0 0-1 0 0,-1 1 1 0 0,1-1-1 0 0,0 0 1 0 0,-1 1-1 0 0,2 1 1 0 0,4-2-5 0 0,29 2 4 0 0,-23-1 6 0 0,1-1 0 0 0,-1 2-1 0 0,0 0 1 0 0,0 0 0 0 0,0 1-1 0 0,0 0 1 0 0,22 12-1 0 0,-20-9-19 0 0,-8-3 17 0 0,0-1-1 0 0,0 1 1 0 0,-1 0-1 0 0,1 1 1 0 0,-1-1 0 0 0,8 10-1 0 0,-4-6 16 0 0,-8-7-22 0 0,0 0 1 0 0,0 0-1 0 0,0 0 1 0 0,0 1-1 0 0,0-1 0 0 0,0 0 1 0 0,0 0-1 0 0,0 1 0 0 0,0-1 1 0 0,-1 0-1 0 0,1 1 0 0 0,0-1 1 0 0,-1 1-1 0 0,1-1 0 0 0,-1 2 1 0 0,2 2 18 0 0,0-1 22 0 0,-1 3-8 0 0,3 17 30 0 0,-3-17 5 0 0,-3-1 2 0 0,0-2-70 0 0,1 1 18 0 0,0-1 0 0 0,-1 0 0 0 0,0 0 0 0 0,1 0 0 0 0,-2 0 0 0 0,1 0 1 0 0,0-1-1 0 0,-1 1 0 0 0,1-1 0 0 0,-1 1 0 0 0,0-1 0 0 0,-7 6 0 0 0,-48 28 145 0 0,48-32-143 0 0,-1 0 0 0 0,0 0 0 0 0,-1-2-1 0 0,1 1 1 0 0,-16 2 0 0 0,20-5-18 0 0,-19 6 26 0 0,-2-4-10 0 0,17-3-9 0 0,-61-2-39 0 0,67 2 1 0 0,3 0 15 0 0,-1 0-1 0 0,1 0 1 0 0,-1 0 0 0 0,0 0-1 0 0,1 0 1 0 0,-1-1 0 0 0,1 1 0 0 0,0-1-1 0 0,-1 0 1 0 0,1 0 0 0 0,-3-1-1 0 0,-13-6-222 0 0,8 3-159 0 0,1 0 0 0 0,0-1 0 0 0,0-1 0 0 0,0 1 0 0 0,1-2-1 0 0,-8-8 1 0 0,13 12-590 0 0,2-3-191 0 0,0-23-294 0 0,3 17-1071 0 0,10-18-1802 0 0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07.3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117 1 2412 0 0,'0'0'1466'0'0,"1"6"-197"0"0,5 54 2077 0 0,-5-54-2727 0 0,0 1-76 0 0,0-2-485 0 0,0 4 132 0 0,1-1-1 0 0,-1 1 1 0 0,2-1-1 0 0,-1 1 1 0 0,1-1-1 0 0,1 0 1 0 0,-1 0-1 0 0,2 0 1 0 0,-1 0-1 0 0,8 9 1 0 0,41 27 279 0 0,-46-39-432 0 0,1-1 1 0 0,-1 0-1 0 0,1 0 1 0 0,16 5-1 0 0,-5-2 66 0 0,-16-5-79 0 0,0-1-9 0 0,-1 1 0 0 0,1-1-1 0 0,0 0 1 0 0,0 1 0 0 0,1-2 0 0 0,-1 1-1 0 0,0 0 1 0 0,0-1 0 0 0,5 1 0 0 0,18 1 69 0 0,129 12 160 0 0,-148-14-182 0 0,-7 1-58 0 0,1-1 0 0 0,-1 1 0 0 0,1-1 1 0 0,-1 0-1 0 0,1 1 0 0 0,0-1 0 0 0,-1 0 1 0 0,1 1-1 0 0,-1-1 0 0 0,1 0 0 0 0,0 0 1 0 0,-1 0-1 0 0,1 1 0 0 0,0-1 0 0 0,-1 0 1 0 0,1 0-1 0 0,0 0 0 0 0,-1 0 0 0 0,1 0 1 0 0,0 0-1 0 0,1-1 0 0 0,12 3 155 0 0,-14 3-113 0 0,-2 4-22 0 0,-1 1 1 0 0,1-1-1 0 0,-1 0 0 0 0,-1 0 0 0 0,0 0 1 0 0,-5 9-1 0 0,-38 57 34 0 0,8-13-42 0 0,-80 144-158 0 0,-62 113-1658 0 0,70-102-4778 0 0,87-167 1477 0 0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09.2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400 123 4088 0 0,'0'0'1992'0'0,"0"-6"-453"0"0,-1-17-341 0 0,0 17 1161 0 0,-2 3-1924 0 0,-12-8-50 0 0,15 11-378 0 0,0 0 0 0 0,0-1 0 0 0,0 1 0 0 0,0 0 0 0 0,-1 0 0 0 0,1 0 0 0 0,0 0 1 0 0,0 0-1 0 0,0 0 0 0 0,0-1 0 0 0,-1 1 0 0 0,1 0 0 0 0,0 0 0 0 0,0 0 0 0 0,0 0 0 0 0,0 0 0 0 0,-1 0 0 0 0,1 0 1 0 0,0 0-1 0 0,0 0 0 0 0,0 0 0 0 0,-1 0 0 0 0,1 0 0 0 0,0 0 0 0 0,0 0 0 0 0,0 0 0 0 0,-1 0 0 0 0,1 0 0 0 0,0 0 1 0 0,0 0-1 0 0,0 0 0 0 0,0 0 0 0 0,-1 0 0 0 0,1 0 0 0 0,0 0 0 0 0,0 1 0 0 0,0-1 0 0 0,0 0 0 0 0,-1 0 0 0 0,1 0 1 0 0,0 0-1 0 0,0 0 0 0 0,0 1 0 0 0,0-1 0 0 0,0 0 0 0 0,0 0 0 0 0,-12 11 175 0 0,0 0 0 0 0,1 0 1 0 0,1 1-1 0 0,0 1 0 0 0,-15 25 0 0 0,-38 79 284 0 0,53-97-402 0 0,-56 118 611 0 0,-86 261 0 0 0,150-394-646 0 0,8-7-116 0 0,0 0 82 0 0,0-1 0 0 0,-1 0 0 0 0,0 0 0 0 0,1 0 0 0 0,-1-1 0 0 0,0 0 0 0 0,-1 0 0 0 0,1 0 0 0 0,-1 0-1 0 0,0-1 1 0 0,0 1 0 0 0,0-1 0 0 0,0 0 0 0 0,3-8 0 0 0,11-17-26 0 0,17-43-1 0 0,-25 52 37 0 0,170-438 372 0 0,-119 290 35 0 0,-49 144-278 0 0,-10 22 30 0 0,4 4-25 0 0,-2 0-111 0 0,-1 0 0 0 0,1 1-1 0 0,-1-1 1 0 0,1 1 0 0 0,-1 0-1 0 0,1 0 1 0 0,-1 0 0 0 0,0 0-1 0 0,0 0 1 0 0,0 1 0 0 0,0 0-1 0 0,4 5 1 0 0,-1 0 16 0 0,0 1 0 0 0,0 0 1 0 0,0 0-1 0 0,5 14 0 0 0,3 11 51 0 0,16 64 0 0 0,-29-93-90 0 0,15 63 30 0 0,-3 1 0 0 0,6 117 0 0 0,-15 138-665 0 0,-5-204-136 0 0,-3-59-1168 0 0,3-38 1117 0 0,0-18-77 0 0,0 0-270 0 0,0 1 600 0 0,-1 3-96 0 0,0 1-4241 0 0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09.4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25 184 4764 0 0,'-7'-3'588'0'0,"-3"-3"61"0"0,3 4 2782 0 0,10-2-2807 0 0,0 1-552 0 0,0 0 0 0 0,0 1 0 0 0,1-1 0 0 0,-1 1 1 0 0,1-1-1 0 0,-1 1 0 0 0,1 0 0 0 0,0 1 0 0 0,0-1 0 0 0,0 0 1 0 0,8-1-1 0 0,55-8 298 0 0,-43 8-282 0 0,434-55 19 0 0,-242 32-1147 0 0,48-7-4921 0 0,-201 24 1515 0 0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10.0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196 63 3044 0 0,'0'0'1388'0'0,"3"-4"-239"0"0,-2 2-899 0 0,0 0-1 0 0,0-1 0 0 0,0 0 1 0 0,0 1-1 0 0,0-1 0 0 0,-1 1 1 0 0,1-1-1 0 0,-1 0 0 0 0,0 1 1 0 0,1-1-1 0 0,-1 0 0 0 0,-1 0 1 0 0,1 1-1 0 0,-1-5 1 0 0,0 2 443 0 0,-4 3-388 0 0,-16-5-39 0 0,16 5-22 0 0,-2 3-13 0 0,-2 0-145 0 0,0 1 1 0 0,0 0-1 0 0,0 0 0 0 0,1 1 0 0 0,-1 0 1 0 0,1 0-1 0 0,0 1 0 0 0,0 0 1 0 0,0 0-1 0 0,0 1 0 0 0,1 0 0 0 0,-1 1 1 0 0,2-1-1 0 0,-1 1 0 0 0,0 1 1 0 0,-8 10-1 0 0,-6 26 108 0 0,19-38-284 0 0,4-1 121 0 0,5 12 24 0 0,-6-12-32 0 0,3 0-21 0 0,4 3 28 0 0,1 0 0 0 0,0-1 0 0 0,11 7 0 0 0,60 22-237 0 0,-23-14 95 0 0,2 1 54 0 0,-53-20 34 0 0,-1 1 8 0 0,16 6 10 0 0,-16-6 14 0 0,-3-2-1 0 0,-1 0-1 0 0,1 1 0 0 0,-1-1 0 0 0,1 0 0 0 0,-1 1 1 0 0,0-1-1 0 0,1 1 0 0 0,-1 0 0 0 0,1 2 0 0 0,1-1 113 0 0,-7 1-48 0 0,-4 3-46 0 0,-2-1 1 0 0,1 0-1 0 0,-1 0 1 0 0,0-1-1 0 0,0-1 1 0 0,0 1-1 0 0,-20 4 1 0 0,-79 17-511 0 0,104-25 400 0 0,-2 0-203 0 0,1 0-83 0 0,-21 3-62 0 0,21-3-71 0 0,-1-25-5964 0 0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10.4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171 22 2660 0 0,'1'-1'206'0'0,"-1"1"-1"0"0,1 0 0 0 0,0-1 1 0 0,0 1-1 0 0,0-1 1 0 0,-1 1-1 0 0,1-1 1 0 0,0 1-1 0 0,-1-1 0 0 0,1 1 1 0 0,0-1-1 0 0,-1 0 1 0 0,1 1-1 0 0,-1-1 0 0 0,1 0 1 0 0,-1 0-1 0 0,1 1 1 0 0,-1-1-1 0 0,0 0 1 0 0,1 0-1 0 0,-1-1 0 0 0,-13-3 3285 0 0,8 4-4343 0 0,1 1 957 0 0,1 0 0 0 0,-1 0 0 0 0,0 1 0 0 0,0 0 0 0 0,1-1 0 0 0,-1 1 0 0 0,1 1 0 0 0,-1-1 0 0 0,1 1 0 0 0,-1-1 0 0 0,1 1 0 0 0,0 0-1 0 0,-5 3 1 0 0,8-5-86 0 0,-10 5 102 0 0,0 0 0 0 0,0 0 0 0 0,1 1 0 0 0,-1 0-1 0 0,1 1 1 0 0,1 0 0 0 0,-1 1 0 0 0,1-1 0 0 0,-10 14 0 0 0,15-17-32 0 0,2 0-34 0 0,-4 15-16 0 0,4-15 1 0 0,3 1-20 0 0,2 2-21 0 0,0-1-1 0 0,1 1 1 0 0,0-1 0 0 0,1 0 0 0 0,-1 0 0 0 0,1 0 0 0 0,0-1-1 0 0,1 0 1 0 0,-1 0 0 0 0,14 7 0 0 0,7 3-117 0 0,40 16 0 0 0,-35-18 33 0 0,-27-10-38 0 0,1-1 105 0 0,15 8 32 0 0,-16-8 21 0 0,-5-1-33 0 0,0-1 0 0 0,1 1 0 0 0,-1-1 0 0 0,0 1 0 0 0,0-1 0 0 0,1 0 0 0 0,-1 1 0 0 0,0-1 1 0 0,0 0-1 0 0,1 1 0 0 0,-1-1 0 0 0,0 0 0 0 0,1 1 0 0 0,-1-1 0 0 0,1 0 0 0 0,-1 1 0 0 0,0-1 0 0 0,1 0 0 0 0,-1 0 0 0 0,1 0 1 0 0,-1 0-1 0 0,0 1 0 0 0,1-1 0 0 0,-1 0 0 0 0,1 0 0 0 0,-1 0 0 0 0,1 0 0 0 0,0 0 6 0 0,0 0 0 0 0,-1 0 0 0 0,1 0 0 0 0,-1 1 0 0 0,1-1 0 0 0,0 0 0 0 0,-1 0 0 0 0,1 0 0 0 0,-1 1 0 0 0,1-1 0 0 0,-1 0 0 0 0,1 1 0 0 0,-1-1 0 0 0,1 0 0 0 0,-1 1 0 0 0,1-1 0 0 0,-1 1 0 0 0,0-1 0 0 0,1 1 0 0 0,0 0 0 0 0,-1 0-5 0 0,0-1 0 0 0,0 1 1 0 0,0 0-1 0 0,0-1 0 0 0,0 1 0 0 0,0-1 0 0 0,0 1 0 0 0,0-1 1 0 0,0 1-1 0 0,-1-1 0 0 0,1 1 0 0 0,0-1 0 0 0,0 1 0 0 0,0-1 0 0 0,-1 1 1 0 0,1-1-1 0 0,0 1 0 0 0,0-1 0 0 0,-1 1 0 0 0,1-1 0 0 0,-1 0 1 0 0,1 1-1 0 0,0-1 0 0 0,-1 0 0 0 0,0 1 0 0 0,0 0-1 0 0,1-1-1 0 0,0 0 1 0 0,-1 1-1 0 0,1-1 1 0 0,-1 0-1 0 0,1 1 1 0 0,0-1-1 0 0,-1 1 1 0 0,1-1-1 0 0,0 0 1 0 0,-1 1-1 0 0,1-1 0 0 0,0 1 1 0 0,0-1-1 0 0,-1 1 1 0 0,1-1-1 0 0,0 1 1 0 0,0-1-1 0 0,0 1 1 0 0,0 0-1 0 0,0-1 1 0 0,0 1-1 0 0,0-1 1 0 0,0 1-1 0 0,0 0 1 0 0,-5 2-20 0 0,-78 23-727 0 0,78-25 499 0 0,-2 0-67 0 0,-19 1-56 0 0,19-1-87 0 0,2-3-934 0 0,-14-6 396 0 0,14 7-376 0 0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10.6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3712 0 0,'0'0'6985'0'0,"6"1"-6225"0"0,22 6 464 0 0,-28-7-1195 0 0,1 0 0 0 0,-1 0 0 0 0,0 1 0 0 0,1-1 0 0 0,-1 0 0 0 0,1 1 0 0 0,-1-1 0 0 0,0 1 0 0 0,0-1 0 0 0,1 1 0 0 0,-1-1 0 0 0,0 0 0 0 0,1 1 0 0 0,-1-1 0 0 0,0 1 0 0 0,0-1-1 0 0,0 1 1 0 0,0-1 0 0 0,0 1 0 0 0,1-1 0 0 0,-1 1 0 0 0,0-1 0 0 0,0 2 0 0 0,0-2-9 0 0,0 1 0 0 0,0-1 0 0 0,0 1 0 0 0,0-1 0 0 0,0 1 0 0 0,0-1 0 0 0,0 1 0 0 0,0-1 0 0 0,0 1 0 0 0,1-1 0 0 0,-1 1 0 0 0,0-1 0 0 0,0 1 0 0 0,1-1 0 0 0,-1 1 0 0 0,0-1 0 0 0,1 0 0 0 0,-1 1 0 0 0,0-1 0 0 0,1 0 0 0 0,-1 1 0 0 0,1-1 0 0 0,0 1 0 0 0,0 5 227 0 0,16 72 420 0 0,9 38-1369 0 0,-25-112 293 0 0,1 1-82 0 0,6 20 147 0 0,4-8-1638 0 0,-11-16 1604 0 0,0 0 0 0 0,0 0 0 0 0,-1-1 0 0 0,1 1 0 0 0,0 0 0 0 0,0-1 0 0 0,0 1 0 0 0,0-1 0 0 0,0 1 0 0 0,0-1 0 0 0,0 0 0 0 0,0 1 0 0 0,0-1 0 0 0,0 0 0 0 0,0 0 0 0 0,2 1 0 0 0,28-1-3998 0 0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11.0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157 8 2936 0 0,'-6'1'1129'0'0,"-8"3"-503"0"0,0 0 0 0 0,0 1 0 0 0,0 1-1 0 0,1 0 1 0 0,-21 14 0 0 0,30-18-406 0 0,0 1-88 0 0,-33 31 448 0 0,35-30-311 0 0,3 1-213 0 0,4 13-9 0 0,-3-13-19 0 0,-1-5-27 0 0,13 0 35 0 0,1 0 1 0 0,0-1 0 0 0,0-1-1 0 0,0 0 1 0 0,20-6-1 0 0,41-27 216 0 0,-72 33-225 0 0,-1-2 59 0 0,-3 4-78 0 0,2-2 4 0 0,-1 1 1 0 0,1 0-1 0 0,-1 0 1 0 0,1-1-1 0 0,-1 1 0 0 0,0-1 1 0 0,0 1-1 0 0,0-1 1 0 0,0 0-1 0 0,0 1 1 0 0,2-4-1 0 0,-11-26-70 0 0,3 28 72 0 0,-13-6-10 0 0,13 6-29 0 0,-2 3-21 0 0,0-2 28 0 0,5 2 5 0 0,0-1 1 0 0,0 1-1 0 0,-1 0 1 0 0,1 0-1 0 0,0-1 1 0 0,-1 1 0 0 0,1 1-1 0 0,0-1 1 0 0,-1 0-1 0 0,1 1 1 0 0,0-1-1 0 0,-3 2 1 0 0,-1-1-89 0 0,0 0 0 0 0,0 1-1 0 0,0 0 1 0 0,0 0 0 0 0,0 1 0 0 0,1 0 0 0 0,-1-1 0 0 0,1 2 0 0 0,0-1-1 0 0,0 1 1 0 0,0 0 0 0 0,0 0 0 0 0,1 0 0 0 0,0 0 0 0 0,-1 1 0 0 0,-4 8-1 0 0,6-9-554 0 0,0 11-590 0 0,3-14 1114 0 0,-1 0-1 0 0,1 1 1 0 0,-1-1 0 0 0,1 0-1 0 0,0 0 1 0 0,0 1 0 0 0,0-1-1 0 0,-1 0 1 0 0,1 0-1 0 0,0 1 1 0 0,1-1 0 0 0,-1 0-1 0 0,0 0 1 0 0,0 1 0 0 0,0-1-1 0 0,1 0 1 0 0,-1 0-1 0 0,1 0 1 0 0,0 2 0 0 0,7 17-3162 0 0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11.7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167 88 3060 0 0,'4'-3'1594'0'0,"37"-37"4922"0"0,-42 35-6163 0 0,-3-16-42 0 0,3 16 204 0 0,-3 3-296 0 0,-13-7-24 0 0,12 7 151 0 0,-1 2-189 0 0,1 1-136 0 0,0-1 20 0 0,0 0-1 0 0,0 0 1 0 0,0 1-1 0 0,0 0 1 0 0,0 0 0 0 0,0 1-1 0 0,0-1 1 0 0,0 1-1 0 0,1 0 1 0 0,-9 5-1 0 0,-34 31 203 0 0,40-29-212 0 0,0-1 0 0 0,0 1 0 0 0,0 0 0 0 0,-8 16 1 0 0,15-25-32 0 0,-9 22 52 0 0,9-16-43 0 0,-2-2 17 0 0,1 2-23 0 0,-3 18-56 0 0,3-18-47 0 0,3-2-24 0 0,-1 0 84 0 0,-1-2 20 0 0,0-1 1 0 0,0 1 0 0 0,0-1-1 0 0,1 1 1 0 0,-1-1-1 0 0,0 1 1 0 0,1-1 0 0 0,0 1-1 0 0,-1-1 1 0 0,1 0-1 0 0,0 1 1 0 0,1 1 0 0 0,18 9-290 0 0,-15-10 243 0 0,0 1-139 0 0,2-3 7 0 0,-1 1 178 0 0,1-1-32 0 0,0 1 0 0 0,0-1-1 0 0,1-1 1 0 0,-1 1 0 0 0,0-1 0 0 0,0-1 0 0 0,0 1 0 0 0,9-4 0 0 0,19-9 10 0 0,-15 4 248 0 0,-1-1 1 0 0,0-1-1 0 0,-1-1 1 0 0,0 0-1 0 0,-1-1 1 0 0,-1-1-1 0 0,22-25 1 0 0,-35 36 194 0 0,0 0-193 0 0,9-12-72 0 0,-9 12 593 0 0,-6 9-649 0 0,-7 13-49 0 0,2 0-1 0 0,0 1 1 0 0,1 0-1 0 0,1 0 1 0 0,0 1 0 0 0,-3 27-1 0 0,-9 135-14 0 0,12-102 57 0 0,-79 527 23 0 0,83-595-172 0 0,-1 0 0 0 0,-1 0 0 0 0,-9 21 0 0 0,11-28 6 0 0,-2-3 13 0 0,-10 9 8 0 0,10-8 20 0 0,-2-6 8 0 0,-18-8-19 0 0,23 11 38 0 0,-1-1 1 0 0,0 0-1 0 0,1 0 0 0 0,-1 0 0 0 0,1 0 0 0 0,-1 0 0 0 0,1 0 0 0 0,-1-1 0 0 0,1 1 0 0 0,0 0 0 0 0,0-1 0 0 0,-1 1 1 0 0,1-1-1 0 0,0 1 0 0 0,0-1 0 0 0,1 1 0 0 0,-2-3 0 0 0,-1-3-6 0 0,-4-3-21 0 0,2 0 0 0 0,0-1-1 0 0,0 1 1 0 0,1-1 0 0 0,0 0-1 0 0,0-1 1 0 0,2 1 0 0 0,-1 0-1 0 0,2-1 1 0 0,-1 0 0 0 0,1 1-1 0 0,1-1 1 0 0,0 0 0 0 0,1 1-1 0 0,0-1 1 0 0,6-22 0 0 0,1 5-262 0 0,1 0 1 0 0,1 1-1 0 0,1 0 1 0 0,2 1-1 0 0,23-38 1 0 0,-5 20-643 0 0,2 1 1 0 0,2 2-1 0 0,1 1 0 0 0,65-55 1 0 0,-10 3-3652 0 0,-64 65 775 0 0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12.1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44 3264 0 0,'0'0'2816'0'0,"0"-5"-2191"0"0,3-15-91 0 0,-2 15 2272 0 0,4 6-2618 0 0,19 3 207 0 0,-22-2-374 0 0,-1-1 0 0 0,-1 0 0 0 0,1 0 0 0 0,0 1 0 0 0,0-1 1 0 0,0 0-1 0 0,-1 1 0 0 0,1-1 0 0 0,0 1 0 0 0,-1-1 0 0 0,0 0 1 0 0,1 3-1 0 0,-1-4 9 0 0,2 5 112 0 0,0 0-25 0 0,6 16-9 0 0,-6-16 13 0 0,-1 1 6 0 0,3 16 17 0 0,-3-17 154 0 0,-1 2-134 0 0,-8 53 689 0 0,6-54-337 0 0,0-2-242 0 0,1-3-120 0 0,-1 0 0 0 0,1 1 1 0 0,0-1-1 0 0,0 0 1 0 0,0 1-1 0 0,0 0 1 0 0,0-1-1 0 0,0 1 1 0 0,1-1-1 0 0,-2 3 0 0 0,-3-5-29 0 0,-18-3-3 0 0,18 4 21 0 0,0-30-69 0 0,4 24-52 0 0,2 0 12 0 0,0-2-63 0 0,0-1 0 0 0,1 1 0 0 0,0 0-1 0 0,0 0 1 0 0,1 0 0 0 0,0 1 0 0 0,1-1-1 0 0,-1 1 1 0 0,1-1 0 0 0,1 1-1 0 0,8-11 1 0 0,42-24-266 0 0,-54 41 284 0 0,1 0 1 0 0,-1 0-1 0 0,1 0 0 0 0,0 0 0 0 0,-1 0 0 0 0,1 0 0 0 0,0 1 0 0 0,0-1 0 0 0,0 1 0 0 0,-1-1 0 0 0,1 1 0 0 0,0-1 0 0 0,0 1 1 0 0,0 0-1 0 0,3 0 0 0 0,1 0-21 0 0,0 0-15 0 0,1 0 0 0 0,-1 0 0 0 0,1 1 0 0 0,-1 0 0 0 0,0 0 0 0 0,0 1 0 0 0,1-1 0 0 0,-1 1 0 0 0,0 0 0 0 0,-1 1 1 0 0,1 0-1 0 0,0 0 0 0 0,-1 0 0 0 0,1 0 0 0 0,-1 1 0 0 0,0 0 0 0 0,0 0 0 0 0,-1 1 0 0 0,1-1 0 0 0,4 7 0 0 0,-2-1-88 0 0,-1 0 0 0 0,-1 0-1 0 0,0 0 1 0 0,0 1 0 0 0,-1-1-1 0 0,0 1 1 0 0,-1 0 0 0 0,-1 0-1 0 0,1 1 1 0 0,-2-1 0 0 0,1 0 0 0 0,-2 1-1 0 0,0-1 1 0 0,0 1 0 0 0,-1-1-1 0 0,0 1 1 0 0,-3 11 0 0 0,-1 1-762 0 0,-1 0 0 0 0,-1-1 0 0 0,-1 0 0 0 0,-2 0 0 0 0,0-1 0 0 0,-1 0 0 0 0,-14 21 0 0 0,2-11-3629 0 0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13.6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363 444 3060 0 0,'-3'-4'1437'0'0,"1"-1"-1184"0"0,0 1 0 0 0,0 1 0 0 0,-1-1-1 0 0,1 0 1 0 0,-1 0 0 0 0,0 1 0 0 0,0 0 0 0 0,0-1 0 0 0,-1 1-1 0 0,1 0 1 0 0,-1 1 0 0 0,0-1 0 0 0,0 1 0 0 0,1-1 0 0 0,-2 1-1 0 0,1 1 1 0 0,-8-4 0 0 0,10 5-195 0 0,-2-1 51 0 0,0 0 0 0 0,-1 0-1 0 0,1 1 1 0 0,0 0 0 0 0,0 0 0 0 0,0 0 0 0 0,0 0 0 0 0,-1 1 0 0 0,1 0 0 0 0,0 0 0 0 0,0 0 0 0 0,0 0 0 0 0,0 0-1 0 0,0 1 1 0 0,-4 2 0 0 0,-7 5 97 0 0,0 0 1 0 0,1 1-1 0 0,0 1 0 0 0,1 1 0 0 0,0 0 0 0 0,1 0 0 0 0,-19 25 0 0 0,17-17 6 0 0,0 1-1 0 0,1 0 1 0 0,1 1-1 0 0,1 1 1 0 0,-8 24 0 0 0,13-33-10 0 0,5-11-177 0 0,0 0 0 0 0,1-1 0 0 0,-1 1 0 0 0,0 0 0 0 0,1 0 0 0 0,-1-1 0 0 0,1 1-1 0 0,0 0 1 0 0,0 0 0 0 0,0 0 0 0 0,1 0 0 0 0,0 2 0 0 0,-1-4-19 0 0,-1 6 49 0 0,0-5-37 0 0,1 0 0 0 0,0 0 0 0 0,0 0 0 0 0,0 1 0 0 0,0-1 0 0 0,0 0 0 0 0,0 0 0 0 0,1 1 0 0 0,-1-1 0 0 0,1 0 0 0 0,0 0 0 0 0,-1 0 0 0 0,3 3 0 0 0,-2 1 23 0 0,-1-4-28 0 0,0 0 0 0 0,1 0 0 0 0,-1 0 0 0 0,1 0 0 0 0,-1 0 0 0 0,1 0 0 0 0,0-1 0 0 0,0 1-1 0 0,0 0 1 0 0,0 0 0 0 0,0-1 0 0 0,0 1 0 0 0,0-1 0 0 0,0 1 0 0 0,2 1 0 0 0,1 2 16 0 0,-3-3-22 0 0,0 0-1 0 0,0 0 0 0 0,0-1 1 0 0,0 1-1 0 0,0-1 1 0 0,1 1-1 0 0,-1-1 0 0 0,0 1 1 0 0,1-1-1 0 0,0 0 0 0 0,-1 1 1 0 0,1-1-1 0 0,0 0 1 0 0,0 0-1 0 0,1 0 0 0 0,4 4 1 0 0,-5-3-11 0 0,1 0 0 0 0,-1 0 0 0 0,1-1 0 0 0,-1 1 1 0 0,1-1-1 0 0,0 0 0 0 0,0 1 0 0 0,-1-1 0 0 0,1-1 1 0 0,0 1-1 0 0,3 0 0 0 0,4 3-38 0 0,-6-2 8 0 0,-1 0 0 0 0,1-1 1 0 0,0 0-1 0 0,0 0 1 0 0,0 0-1 0 0,0 0 1 0 0,0-1-1 0 0,0 0 1 0 0,6 0-1 0 0,31 1-543 0 0,-1-2 0 0 0,1-2 1 0 0,-1-1-1 0 0,0-2 0 0 0,0-3 0 0 0,-1 0 1 0 0,0-3-1 0 0,0-1 0 0 0,-2-2 0 0 0,71-38 0 0 0,-60 27 631 0 0,-44 24 39 0 0,0 0 10 0 0,31-23 1905 0 0,-32 22-1933 0 0,-2-2-43 0 0,4-15-32 0 0,-4 15-1 0 0,1-2-27 0 0,15-61-93 0 0,-8 23 105 0 0,-2 0-1 0 0,2-92 0 0 0,-10 96 156 0 0,-3 1-1 0 0,-1 0 0 0 0,-17-70 1 0 0,16 89 52 0 0,-4-3-48 0 0,6 14-37 0 0,-6-13 4 0 0,10 21-83 0 0,-1 1 1 0 0,0-1-1 0 0,0 1 0 0 0,1-1 0 0 0,-1 1 0 0 0,0-1 0 0 0,0 1 0 0 0,-1 0 1 0 0,1-1-1 0 0,0 1 0 0 0,0 0 0 0 0,-1 0 0 0 0,1 0 0 0 0,0 0 1 0 0,-1 0-1 0 0,1 0 0 0 0,-1 0 0 0 0,0 1 0 0 0,1-1 0 0 0,-3 0 0 0 0,-20 1 145 0 0,24 0-167 0 0,-1 0 1 0 0,1 0-1 0 0,0 0 1 0 0,-1 0 0 0 0,1-1-1 0 0,0 2 1 0 0,-1-1-1 0 0,1 0 1 0 0,0 0-1 0 0,-1 0 1 0 0,1 0-1 0 0,0 0 1 0 0,-1 0-1 0 0,1 0 1 0 0,0 0 0 0 0,-1 0-1 0 0,1 1 1 0 0,0-1-1 0 0,-1 0 1 0 0,1 0-1 0 0,0 0 1 0 0,-1 1-1 0 0,1-1 1 0 0,0 0 0 0 0,0 1-1 0 0,0-1 1 0 0,-1 0-1 0 0,1 0 1 0 0,0 1-1 0 0,0-1 1 0 0,-11 16 43 0 0,2-1 0 0 0,0 2-1 0 0,1-1 1 0 0,1 1 0 0 0,0 0 0 0 0,2 0 0 0 0,-1 1 0 0 0,2 0-1 0 0,1 0 1 0 0,-3 35 0 0 0,4-15-29 0 0,1 0-1 0 0,3 0 1 0 0,1 0 0 0 0,11 54-1 0 0,-9-69-110 0 0,0 0-1 0 0,2-1 0 0 0,1 0 1 0 0,14 27-1 0 0,-17-39-79 0 0,0 0 0 0 0,1-1 1 0 0,1 0-1 0 0,0 0 0 0 0,0 0 0 0 0,0-1 0 0 0,1 0 0 0 0,0 0 0 0 0,1-1 0 0 0,0 0 0 0 0,16 9 0 0 0,-19-11 58 0 0,-4-3 67 0 0,0-1 0 0 0,0 1 1 0 0,0-1-1 0 0,0 0 0 0 0,0 0 1 0 0,0 0-1 0 0,1 0 0 0 0,-1 0 1 0 0,0 0-1 0 0,1 0 0 0 0,-1-1 1 0 0,4 1-1 0 0,1 2-61 0 0,-4-2 52 0 0,0 0-1 0 0,0 0 1 0 0,0-1 0 0 0,0 1-1 0 0,-1-1 1 0 0,1 1-1 0 0,0-1 1 0 0,0 0 0 0 0,5 0-1 0 0,0 1-64 0 0,-4-1 52 0 0,-1 0 0 0 0,0 1 1 0 0,0-1-1 0 0,1-1 0 0 0,-1 1 0 0 0,0 0 1 0 0,0-1-1 0 0,6-1 0 0 0,0 1-53 0 0,-4 1 34 0 0,-1-1 1 0 0,1 1-1 0 0,-1-1 0 0 0,0 0 0 0 0,1-1 1 0 0,6-2-1 0 0,4-2-79 0 0,-1 0 0 0 0,1-1-1 0 0,-2-1 1 0 0,1 0 0 0 0,-1-1-1 0 0,0 0 1 0 0,-1-1 0 0 0,0 0 0 0 0,-1-1-1 0 0,0 0 1 0 0,0-1 0 0 0,-1-1 0 0 0,-1 1-1 0 0,0-1 1 0 0,7-15 0 0 0,20-66 2099 0 0,-34 89-1538 0 0,-1 0-29 0 0,1-15 1 0 0,-1 15 812 0 0,-1 4-1147 0 0,-1-1 0 0 0,1 1 0 0 0,-1 0 0 0 0,1 0 0 0 0,-1-1 1 0 0,1 1-1 0 0,-1 0 0 0 0,0 0 0 0 0,0 0 0 0 0,1 0 1 0 0,-1 0-1 0 0,-2-2 0 0 0,1 2 30 0 0,0-3 374 0 0,-1 8-229 0 0,-12 10-28 0 0,11-10-39 0 0,2 2 3 0 0,-26 72 341 0 0,27-73-544 0 0,0 2 126 0 0,-2 20 8 0 0,3-20-17 0 0,0 0-9 0 0,12 47 27 0 0,-10-50-96 0 0,1 0-15 0 0,12 14-26 0 0,-12-14 4 0 0,-1-4 48 0 0,0 0 0 0 0,-1 1 0 0 0,1-1 0 0 0,-1 1 0 0 0,0-1 0 0 0,1 1 0 0 0,-1 0 0 0 0,1 0 0 0 0,-1-1 0 0 0,0 1 0 0 0,1 0 0 0 0,1 2 0 0 0,0-1-12 0 0,1 1-39 0 0,2-3 25 0 0,19 3 26 0 0,-18-3 35 0 0,0-1 37 0 0,-1 0-39 0 0,4 0 79 0 0,0-1 0 0 0,0-1 0 0 0,15-5 0 0 0,-21 7-9 0 0,0-1 1 0 0,0 0-1 0 0,-1 0 1 0 0,1 0-1 0 0,0-1 1 0 0,-1 1-1 0 0,0-1 0 0 0,1 0 1 0 0,-1 0-1 0 0,0 0 1 0 0,0 0-1 0 0,-1-1 1 0 0,1 1-1 0 0,3-7 1 0 0,-3 4-14 0 0,0 0 1 0 0,0-1 0 0 0,0 0 0 0 0,-1 0 0 0 0,0 1 0 0 0,0-1 0 0 0,-1-1 0 0 0,0 1 0 0 0,0 0 0 0 0,-1 0 0 0 0,0 0 0 0 0,0 0 0 0 0,-1 0 0 0 0,0-1 0 0 0,0 1-1 0 0,0 0 1 0 0,-5-12 0 0 0,4 14-15 0 0,-1 0-24 0 0,-10-16-7 0 0,10 16 44 0 0,-18-1-101 0 0,17 4 6 0 0,-1 1-89 0 0,1 2-84 0 0,-34 27-1133 0 0,34-24 852 0 0,2 0-62 0 0,1 0 206 0 0,0-1-1 0 0,0 1 1 0 0,0 0-1 0 0,1-1 1 0 0,-1 1-1 0 0,1 0 1 0 0,0 0-1 0 0,0 0 1 0 0,0-1-1 0 0,1 1 1 0 0,0 5-1 0 0,0-4-1100 0 0,4-2-1061 0 0,16 9-1760 0 0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14.0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173 21 4128 0 0,'0'0'5686'0'0,"-2"-4"-5119"0"0,-10-13 337 0 0,11 18-856 0 0,-1 0 0 0 0,0 0 0 0 0,1 0 0 0 0,-1 0 0 0 0,0 0-1 0 0,0-1 1 0 0,1 1 0 0 0,-1-1 0 0 0,0 0 0 0 0,0 1 0 0 0,0-1 0 0 0,-3 0 0 0 0,2 0 46 0 0,-8 3 53 0 0,1 1 0 0 0,0 0 0 0 0,0 0 0 0 0,0 1-1 0 0,1 1 1 0 0,-1-1 0 0 0,1 1 0 0 0,1 1 0 0 0,-9 7 0 0 0,14-11-73 0 0,0 1-4 0 0,-8 14-9 0 0,9-14-24 0 0,2 2-21 0 0,3 16-34 0 0,-2-17-26 0 0,2 0-40 0 0,8 5-19 0 0,-1 0 0 0 0,2-1 0 0 0,-1 0 0 0 0,20 11 1 0 0,41 26-100 0 0,-68-43 212 0 0,0 1-4 0 0,12 10-50 0 0,-12-10 258 0 0,-4-3-202 0 0,1 1 1 0 0,-1-1-1 0 0,0 1 1 0 0,1-1-1 0 0,-1 0 1 0 0,1 0 0 0 0,0 1-1 0 0,0-1 1 0 0,-1 0-1 0 0,1 0 1 0 0,0 0 0 0 0,2 2-1 0 0,-2-1 23 0 0,2 2 220 0 0,-5 0-159 0 0,-6 12-15 0 0,6-12 2 0 0,-3-1-16 0 0,-14 7 14 0 0,-41 13 0 0 0,55-22-107 0 0,-2 1-46 0 0,-21 3-54 0 0,21-4-78 0 0,1-1-68 0 0,-17-2-84 0 0,17 2-79 0 0,2-3-607 0 0,-12-11 454 0 0,12 11-103 0 0,4-3-132 0 0,3-5-50 0 0,1 0 0 0 0,0-1 0 0 0,0 2 0 0 0,1-1 1 0 0,1 0-1 0 0,12-18 0 0 0,1 5-2337 0 0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14.5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1 174 3084 0 0,'23'-11'1145'0'0,"-19"9"-112"0"0,21-6 488 0 0,-20 7 1730 0 0,1 2-2877 0 0,22 3 910 0 0,-28-4-1275 0 0,0 0 0 0 0,1 0-1 0 0,-1 0 1 0 0,0 1-1 0 0,1-1 1 0 0,-1 0 0 0 0,0 0-1 0 0,1 0 1 0 0,-1 0 0 0 0,0 1-1 0 0,1-1 1 0 0,-1 0-1 0 0,0 0 1 0 0,1 0 0 0 0,-1 1-1 0 0,0-1 1 0 0,0 0-1 0 0,1 0 1 0 0,-1 1 0 0 0,0-1-1 0 0,0 0 1 0 0,0 1-1 0 0,0-1 1 0 0,1 0 0 0 0,-1 1-1 0 0,0-1 1 0 0,0 1 0 0 0,1 0 48 0 0,-1 0 1 0 0,1 0-1 0 0,-1 0 1 0 0,1 1-1 0 0,0-1 1 0 0,0 0-1 0 0,0 0 1 0 0,-1-1-1 0 0,1 1 1 0 0,0 0 0 0 0,0 0-1 0 0,0 0 1 0 0,2 0-1 0 0,14 9 102 0 0,-13-7 110 0 0,2-3-162 0 0,14-1 13 0 0,1-1-1 0 0,29-7 1 0 0,-44 8-141 0 0,-5 1 22 0 0,-1 0 0 0 0,1 0 0 0 0,0-1 0 0 0,0 1 0 0 0,-1 0 0 0 0,1 0 0 0 0,0 0 0 0 0,-1 0 0 0 0,1-1 0 0 0,0 1 0 0 0,-1 0 0 0 0,1-1 0 0 0,0 1 0 0 0,-1 0 0 0 0,1-1 0 0 0,-1 1 0 0 0,1-1 0 0 0,-1 1 0 0 0,1-1 0 0 0,-1 1 0 0 0,1-1 0 0 0,0-1 1 0 0,-1 2 0 0 0,1-1 0 0 0,-1 0 0 0 0,1 1 1 0 0,-1-1-1 0 0,0 1 0 0 0,1-1 0 0 0,0 1 1 0 0,-1-1-1 0 0,1 1 0 0 0,-1 0 0 0 0,1-1 1 0 0,-1 1-1 0 0,1 0 0 0 0,0-1 0 0 0,-1 1 1 0 0,1 0-1 0 0,0 0 0 0 0,0-1 0 0 0,-1 1 1 0 0,1 0-1 0 0,0 0 0 0 0,1 0 0 0 0,-2 0 1 0 0,1 0-1 0 0,0 0 1 0 0,-1-1-1 0 0,1 1 0 0 0,0 0 1 0 0,-1 0-1 0 0,1 0 1 0 0,-1-1-1 0 0,1 1 1 0 0,0 0-1 0 0,-1-1 1 0 0,1 1-1 0 0,-1 0 1 0 0,1-1-1 0 0,-1 1 0 0 0,1-1 1 0 0,-1 1-1 0 0,0-1 1 0 0,1 1-1 0 0,-1-1 1 0 0,1 1-1 0 0,-1-1 1 0 0,1-1-1 0 0,-1 2 0 0 0,0-1-1 0 0,0 1 1 0 0,1-1-1 0 0,-1 1 1 0 0,0-1 0 0 0,1 1-1 0 0,-1-1 1 0 0,0 1-1 0 0,1-1 1 0 0,-1 1 0 0 0,1 0-1 0 0,-1-1 1 0 0,1 1 0 0 0,-1-1-1 0 0,1 1 1 0 0,-1 0-1 0 0,1 0 1 0 0,-1-1 0 0 0,1 1-1 0 0,0 0 1 0 0,-1 0-1 0 0,1 0 1 0 0,-1 0 0 0 0,1-1-1 0 0,0 1 1 0 0,2-5 26 0 0,15-46-40 0 0,-17 46 12 0 0,-1-2-229 0 0,-3-21 152 0 0,2 20 46 0 0,-1 4 7 0 0,-7-14 37 0 0,9 17-14 0 0,-1 0 0 0 0,1 0 1 0 0,-1 0-1 0 0,0 0 0 0 0,1 0 0 0 0,-1 0 0 0 0,0 0 0 0 0,1 0 1 0 0,-1 1-1 0 0,0-1 0 0 0,0 0 0 0 0,0 1 0 0 0,0-1 0 0 0,0 1 1 0 0,0-1-1 0 0,0 1 0 0 0,0-1 0 0 0,0 1 0 0 0,0 0 0 0 0,0-1 1 0 0,0 1-1 0 0,0 0 0 0 0,0 0 0 0 0,0 0 0 0 0,-1 0 0 0 0,1 0 1 0 0,0 0-1 0 0,-1 0 0 0 0,-6 3 19 0 0,1 0 0 0 0,-1 1 0 0 0,1 0 0 0 0,0 0 0 0 0,1 0 0 0 0,-1 1 0 0 0,1 0 1 0 0,0 0-1 0 0,0 1 0 0 0,0 0 0 0 0,1 0 0 0 0,0 0 0 0 0,0 1 0 0 0,-7 12 0 0 0,4-4 23 0 0,0 0 0 0 0,1 0-1 0 0,1 1 1 0 0,1 0 0 0 0,-6 29-1 0 0,10-39-14 0 0,0 0-1 0 0,1 0 1 0 0,0 0-1 0 0,0 0 1 0 0,0 1-1 0 0,1-1 1 0 0,0 0-1 0 0,0 0 1 0 0,1 0-1 0 0,2 6 1 0 0,-3-7-20 0 0,0-3-2 0 0,-1 0 0 0 0,1 0 0 0 0,-1 0 0 0 0,1 0 0 0 0,0 0 0 0 0,-1 0 0 0 0,1-1 0 0 0,0 1 0 0 0,0 0 0 0 0,0-1 0 0 0,1 1 0 0 0,-1 0 0 0 0,0-1 1 0 0,1 1-1 0 0,1 1 0 0 0,2 1 5 0 0,-4-1-7 0 0,1-1 1 0 0,-1 0-1 0 0,1 0 0 0 0,-1 0 1 0 0,1 0-1 0 0,0 0 0 0 0,0-1 1 0 0,0 1-1 0 0,0-1 0 0 0,0 1 1 0 0,0-1-1 0 0,4 2 0 0 0,1 1-7 0 0,-5-2-11 0 0,0 0 1 0 0,0 0-1 0 0,0 0 1 0 0,1-1-1 0 0,-1 1 1 0 0,1-1-1 0 0,0 0 1 0 0,-1 0-1 0 0,1 0 1 0 0,0 0 0 0 0,4 1-1 0 0,1 0-42 0 0,-5 0 21 0 0,-1-1 1 0 0,1 0-1 0 0,0 1 1 0 0,0-2-1 0 0,0 1 1 0 0,1 0-1 0 0,-1 0 0 0 0,0-1 1 0 0,0 0-1 0 0,0 1 1 0 0,5-1-1 0 0,1 0-69 0 0,10 1-314 0 0,-1-1 0 0 0,1 0 0 0 0,0-1-1 0 0,-1-1 1 0 0,1-1 0 0 0,-1-1 0 0 0,28-9 0 0 0,-30 8-494 0 0,0-1 0 0 0,0 0 0 0 0,-1-1 0 0 0,0-1 0 0 0,-1-1-1 0 0,27-20 1 0 0,-21 12-2830 0 0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14.8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149 32 3176 0 0,'0'0'1424'0'0,"-3"-4"-209"0"0,1 2-889 0 0,0-1 1 0 0,-1 0 0 0 0,0 1 0 0 0,1-1-1 0 0,-1 1 1 0 0,0 0 0 0 0,0 0 0 0 0,0 0-1 0 0,0 1 1 0 0,-6-3 0 0 0,4 2 643 0 0,0 4-596 0 0,-44 15 632 0 0,44-15-839 0 0,1 2-23 0 0,-10 10-4 0 0,10-10-16 0 0,2 1-16 0 0,-9 15-20 0 0,8-15-18 0 0,2 0-8 0 0,-4 16 4 0 0,4-16-5 0 0,1 1-7 0 0,1 0-42 0 0,0 0 0 0 0,0 0 0 0 0,0 0 0 0 0,1 0 0 0 0,0-1 0 0 0,0 1 0 0 0,1-1 0 0 0,0 1 0 0 0,-1-1 0 0 0,2 0 0 0 0,-1 0 0 0 0,7 8 0 0 0,38 31 6 0 0,-2-12 51 0 0,28 17-193 0 0,-70-46 139 0 0,0 1-1 0 0,-1-2 8 0 0,-2-1-3 0 0,0 0 0 0 0,1 0 1 0 0,-1 0-1 0 0,0 0 0 0 0,0 0 0 0 0,0 0 0 0 0,0 0 1 0 0,0 1-1 0 0,0-1 0 0 0,0 0 0 0 0,0 1 0 0 0,1 2 1 0 0,-2-3-13 0 0,1 0 0 0 0,-1 0 0 0 0,0 0 1 0 0,0 0-1 0 0,0 0 0 0 0,0 0 0 0 0,0 0 1 0 0,0 0-1 0 0,0 0 0 0 0,0 0 0 0 0,0 0 1 0 0,0 0-1 0 0,-1 0 0 0 0,1 0 0 0 0,-1 2 1 0 0,1-3-2 0 0,-1 1 0 0 0,1 0-1 0 0,0 0 1 0 0,-1 0 0 0 0,1 0 0 0 0,0 1 0 0 0,0-1 0 0 0,0 0 0 0 0,0 0 0 0 0,0 0 0 0 0,0 0 0 0 0,0 0 0 0 0,0 0-1 0 0,1 0 1 0 0,-1 1 0 0 0,-5 2 23 0 0,-53 22 12 0 0,30-20-109 0 0,4-4-132 0 0,-3 2-34 0 0,21-3-79 0 0,-2-2-123 0 0,-21-1-101 0 0,22 1-74 0 0,3-2-127 0 0,-13-8-264 0 0,12 8-231 0 0,-1-26-2677 0 0,5 23-311 0 0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15.1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17 3344 0 0,'5'-4'2050'0'0,"4"-5"-1997"0"0,-1 5 5090 0 0,-5 9-4546 0 0,6 13-36 0 0,-7-13-99 0 0,-1 2-9 0 0,6 121 1608 0 0,4 41-1046 0 0,-9-138-846 0 0,-2-27-150 0 0,0 0 0 0 0,0 0 0 0 0,1 0 0 0 0,0 1 0 0 0,0-1 0 0 0,0 0 0 0 0,2 6 0 0 0,13 43 104 0 0,-13-42-286 0 0,1 1 1 0 0,0-1-1 0 0,0 0 1 0 0,1 0-1 0 0,1-1 0 0 0,0 0 1 0 0,0 0-1 0 0,1 0 1 0 0,0-1-1 0 0,15 16 1 0 0,-18-23-62 0 0,0 1 0 0 0,0-1 0 0 0,0 0 0 0 0,0 0 0 0 0,1-1-1 0 0,-1 1 1 0 0,0-1 0 0 0,1 0 0 0 0,-1 0 0 0 0,1 0 0 0 0,8 0 0 0 0,-9-1 114 0 0,2 1-268 0 0,-1-1-1 0 0,1 0 1 0 0,0 0 0 0 0,-1-1-1 0 0,1 0 1 0 0,-1 1-1 0 0,1-2 1 0 0,-1 1-1 0 0,1-1 1 0 0,8-4-1 0 0,-9 4 66 0 0,6-3-2299 0 0,12-10-1856 0 0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15.3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 97 4272 0 0,'0'0'1245'0'0,"-34"-4"3427"0"0,50-14-4192 0 0,29 9-460 0 0,-11 3-232 0 0,2 0-176 0 0,3-1-240 0 0,1-2-572 0 0,3-6-104 0 0,5 4-949 0 0,-1 0-2411 0 0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16.5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348 667 3184 0 0,'15'-11'952'0'0,"-1"0"-1"0"0,-1-1 1 0 0,0-1-1 0 0,0 0 0 0 0,-1 0 1 0 0,-1-1-1 0 0,13-21 1 0 0,-21 31-843 0 0,-1-1 1 0 0,0 1-1 0 0,0 0 1 0 0,-1-1 0 0 0,1 1-1 0 0,-1-1 1 0 0,0 0-1 0 0,0 1 1 0 0,0-1 0 0 0,-1 0-1 0 0,0 0 1 0 0,0-7 0 0 0,0 7-175 0 0,0 4 76 0 0,0 0-1 0 0,0 0 0 0 0,0 0 0 0 0,-1 0 0 0 0,1 0 0 0 0,0 0 0 0 0,0 0 0 0 0,-1 0 0 0 0,1 0 0 0 0,-1 0 0 0 0,1 0 0 0 0,-1 0 0 0 0,1 0 0 0 0,-1 0 1 0 0,1 0-1 0 0,-1 0 0 0 0,0 0 0 0 0,1 1 0 0 0,-1-1 0 0 0,0 0 0 0 0,0 1 0 0 0,0-1 0 0 0,0 0 0 0 0,-1 0 0 0 0,1 0 16 0 0,0 0-17 0 0,0 0 1 0 0,0-1 0 0 0,-1 1-1 0 0,1 0 1 0 0,0 0 0 0 0,-1 0-1 0 0,1 0 1 0 0,0 0-1 0 0,-1 0 1 0 0,0 0 0 0 0,1 0-1 0 0,-1 1 1 0 0,1-1-1 0 0,-3 0 1 0 0,-1-1 25 0 0,3 1-24 0 0,1 0-1 0 0,-1 0 0 0 0,0 0 1 0 0,0 0-1 0 0,0 1 0 0 0,0-1 1 0 0,0 0-1 0 0,0 1 0 0 0,1-1 1 0 0,-2 1-1 0 0,1 0 1 0 0,0 0-1 0 0,0 0 0 0 0,0 0 1 0 0,-2 0-1 0 0,-2 1 20 0 0,-5-2 2 0 0,1 0 1 0 0,0 1-1 0 0,-1 1 1 0 0,1 0-1 0 0,0 0 1 0 0,0 1-1 0 0,0 0 1 0 0,0 1 0 0 0,0 0-1 0 0,0 0 1 0 0,-9 6-1 0 0,-1 1 51 0 0,1 1 0 0 0,1 0-1 0 0,-31 26 1 0 0,32-22-62 0 0,0 0-1 0 0,2 2 1 0 0,0-1-1 0 0,0 2 1 0 0,2 0 0 0 0,0 1-1 0 0,1 0 1 0 0,1 1-1 0 0,-15 38 1 0 0,25-54-35 0 0,0 0 0 0 0,0 0 0 0 0,0 0 0 0 0,0 0 1 0 0,1 1-1 0 0,-1-1 0 0 0,1 0 0 0 0,0 0 0 0 0,0 0 0 0 0,1 0 0 0 0,0 1 0 0 0,1 5 1 0 0,-1-6-7 0 0,0-1-12 0 0,0-1 0 0 0,0 1 0 0 0,0 0 0 0 0,1-1 1 0 0,-1 1-1 0 0,1-1 0 0 0,0 1 0 0 0,-1-1 0 0 0,1 0 0 0 0,0 0 0 0 0,1 1 0 0 0,-1-1 1 0 0,0-1-1 0 0,1 1 0 0 0,3 2 0 0 0,-3-2 7 0 0,0 0-11 0 0,1-1 0 0 0,0 1 0 0 0,0-1 0 0 0,0 1 0 0 0,0-1 0 0 0,0-1 0 0 0,0 1 1 0 0,0 0-1 0 0,1-1 0 0 0,-1 0 0 0 0,0 0 0 0 0,7-1 0 0 0,-8 1 24 0 0,6-1-26 0 0,-1 0 0 0 0,1 0-1 0 0,-1-1 1 0 0,1 0-1 0 0,-1 0 1 0 0,0-1 0 0 0,0 0-1 0 0,0-1 1 0 0,14-8-1 0 0,-5 2-48 0 0,-1-1-1 0 0,-1-1 0 0 0,14-14 1 0 0,-13 10 11 0 0,-2-1 1 0 0,0 0-1 0 0,-1-1 1 0 0,0-1-1 0 0,-2 0 1 0 0,-1-1-1 0 0,0 0 0 0 0,-1-1 1 0 0,-1 1-1 0 0,-1-2 1 0 0,6-31-1 0 0,-2-4 234 0 0,-3 0-1 0 0,-2-1 0 0 0,-2-69 0 0 0,-8-6 727 0 0,-6 76-537 0 0,8 52-233 0 0,-2 7-62 0 0,-1 3-45 0 0,0 0 1 0 0,0 0 0 0 0,0 0 0 0 0,0 1 0 0 0,1 0 0 0 0,0 0 0 0 0,1 0 0 0 0,-1 0 0 0 0,1 0 0 0 0,0 1 0 0 0,0 0 0 0 0,1-1 0 0 0,0 1 0 0 0,0 0 0 0 0,-1 12 0 0 0,-2 15-37 0 0,-3 67 0 0 0,8-73-79 0 0,1-1 0 0 0,1 1 0 0 0,1-1 0 0 0,1 0 0 0 0,1 0 0 0 0,2 0 0 0 0,1-1 0 0 0,17 39 0 0 0,-20-53-139 0 0,1 0 0 0 0,0-1 1 0 0,1 0-1 0 0,0-1 0 0 0,1 1 0 0 0,0-1 0 0 0,1 0 0 0 0,0-1 0 0 0,0 0 0 0 0,1-1 1 0 0,0 0-1 0 0,1 0 0 0 0,0-1 0 0 0,0-1 0 0 0,0 0 0 0 0,1 0 0 0 0,0-1 1 0 0,0 0-1 0 0,0-1 0 0 0,15 3 0 0 0,-7-5-1026 0 0,1 0 0 0 0,28-1-1 0 0,-11-4-1686 0 0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17.2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319 257 2620 0 0,'-1'-4'352'0'0,"-1"0"-1"0"0,0 0 0 0 0,0 0 1 0 0,0 0-1 0 0,-1 0 1 0 0,1 0-1 0 0,-1 1 0 0 0,0 0 1 0 0,0-1-1 0 0,0 1 0 0 0,0 0 1 0 0,-1 0-1 0 0,1 1 1 0 0,-5-3-1 0 0,4 3-173 0 0,-1 0 1 0 0,1 1-1 0 0,-1-1 1 0 0,1 1-1 0 0,-1 0 1 0 0,0 1-1 0 0,1-1 1 0 0,-1 1-1 0 0,0 0 1 0 0,1 0-1 0 0,-1 0 1 0 0,0 1-1 0 0,1 0 1 0 0,-1 0-1 0 0,-7 2 1 0 0,4-1-77 0 0,5-2-57 0 0,0 0 0 0 0,0 1 0 0 0,0 0 1 0 0,0 0-1 0 0,0 0 0 0 0,0 0 0 0 0,1 0 0 0 0,-1 1 0 0 0,-3 1 0 0 0,-2 0 28 0 0,-23 16 302 0 0,23-14-320 0 0,4-3-30 0 0,0 0 0 0 0,1 1 0 0 0,0-1 0 0 0,-1 1 0 0 0,1 0 0 0 0,0 0 0 0 0,-3 4 0 0 0,-4 4 10 0 0,0 0-1 0 0,1 1 1 0 0,1 0-1 0 0,0 1 1 0 0,1 0 0 0 0,0 0-1 0 0,-9 24 1 0 0,15-31 11 0 0,1 2-14 0 0,0-5-31 0 0,0 1-9 0 0,0 1-1 0 0,0 0 1 0 0,0-1 0 0 0,1 1-1 0 0,-1 0 1 0 0,1-1 0 0 0,0 1-1 0 0,1-1 1 0 0,-1 1 0 0 0,1-1-1 0 0,0 1 1 0 0,4 7-1 0 0,1-7-16 0 0,0 1 0 0 0,1-1-1 0 0,-1 0 1 0 0,1 0 0 0 0,0-1-1 0 0,9 4 1 0 0,-12-7 24 0 0,2-1 14 0 0,3 0 66 0 0,0 0-1 0 0,1-1 0 0 0,-1 0 1 0 0,0-1-1 0 0,0 0 1 0 0,0-1-1 0 0,0 0 0 0 0,-1 0 1 0 0,10-6-1 0 0,-5 1 165 0 0,-1-2 0 0 0,-1 0 0 0 0,1 0-1 0 0,-2-1 1 0 0,17-20 0 0 0,-25 28-88 0 0,-3 1-139 0 0,0 1 0 0 0,1-1 0 0 0,0 1 1 0 0,-1-1-1 0 0,1 1 0 0 0,0 0 0 0 0,0-1 0 0 0,-1 1 1 0 0,1 0-1 0 0,0 0 0 0 0,0 0 0 0 0,2-2 1 0 0,-1 1 10 0 0,0-2 147 0 0,-1 4-173 0 0,-1 0 1 0 0,1 0 0 0 0,-1 0-1 0 0,1 0 1 0 0,-1-1 0 0 0,0 1-1 0 0,1 0 1 0 0,-1 0 0 0 0,0-1-1 0 0,1 1 1 0 0,-1 0 0 0 0,0 0-1 0 0,1-1 1 0 0,-1 1 0 0 0,0-1-1 0 0,1 1 1 0 0,-1 0 0 0 0,0-1-1 0 0,0 1 1 0 0,0 0 0 0 0,1-1-1 0 0,-1 1 1 0 0,0-1 0 0 0,0 1 0 0 0,0-1-1 0 0,0 0 1 0 0,0 1 11 0 0,0-1-1 0 0,1 1 1 0 0,-1-1-1 0 0,0 1 1 0 0,0 0 0 0 0,0-1-1 0 0,0 1 1 0 0,0-1 0 0 0,1 1-1 0 0,-1-1 1 0 0,0 1 0 0 0,0 0-1 0 0,1-1 1 0 0,-1 1 0 0 0,0 0-1 0 0,1-1 1 0 0,-1 1 0 0 0,0 0-1 0 0,1 0 1 0 0,-1-1 0 0 0,0 1-1 0 0,1 0 1 0 0,-1 0-1 0 0,1-1 1 0 0,-1 1 0 0 0,1 0-1 0 0,2 5 48 0 0,7 13-6 0 0,-7-13-16 0 0,0 0-15 0 0,1 3-34 0 0,1 0 0 0 0,0 0 0 0 0,0-1 0 0 0,1 0 0 0 0,0 0 1 0 0,0 0-1 0 0,14 11 0 0 0,-3-9-201 0 0,1 0 0 0 0,26 8 0 0 0,-38-16 63 0 0,2-1 11 0 0,-2 0 127 0 0,2 1-21 0 0,0-1 0 0 0,0-1 0 0 0,0 1 0 0 0,-1-1 0 0 0,1-1 0 0 0,0 1 0 0 0,0-1 0 0 0,8-4 0 0 0,41-26 44 0 0,-48 24-10 0 0,0 1 1 0 0,0-2-1 0 0,-1 1 0 0 0,-1-1 0 0 0,0 0 0 0 0,0-1 1 0 0,0 0-1 0 0,-1 0 0 0 0,-1 0 0 0 0,0-1 0 0 0,0 0 1 0 0,-1 0-1 0 0,5-22 0 0 0,-5 22 13 0 0,5-34 77 0 0,-8 36-82 0 0,2-18 135 0 0,-1-1 0 0 0,-2-41-1 0 0,-7 5 317 0 0,7 59-341 0 0,-1-2-13 0 0,-2-25 650 0 0,-2 33-668 0 0,-15 2-6 0 0,20-3-81 0 0,0 0-1 0 0,-1 0 1 0 0,1 0-1 0 0,0 0 0 0 0,0 0 1 0 0,-1 1-1 0 0,1-1 1 0 0,0 0-1 0 0,0 0 1 0 0,-1 0-1 0 0,1 0 1 0 0,0 0-1 0 0,0 0 1 0 0,-1 0-1 0 0,1 0 1 0 0,0 1-1 0 0,0-1 0 0 0,0 0 1 0 0,-1 0-1 0 0,1 0 1 0 0,0 0-1 0 0,0 1 1 0 0,0-1-1 0 0,0 0 1 0 0,-1 0-1 0 0,1 0 1 0 0,0 1-1 0 0,0-1 1 0 0,0 0-1 0 0,0 0 1 0 0,0 1-1 0 0,0-1 0 0 0,0 0 1 0 0,0 0-1 0 0,0 1 1 0 0,-3 6 5 0 0,0 1-7 0 0,0 1 0 0 0,1-1 0 0 0,0 1 0 0 0,0 0 0 0 0,0 10 0 0 0,-1 24 50 0 0,2-27-10 0 0,2 34 75 0 0,0-43-139 0 0,-1 14-107 0 0,2 1 0 0 0,1-1 0 0 0,0 1 1 0 0,2-1-1 0 0,0 0 0 0 0,2 0 0 0 0,12 28 0 0 0,-16-42-20 0 0,-3-4 72 0 0,2 0-1 0 0,-1 0 1 0 0,0 0 0 0 0,1-1-1 0 0,-1 1 1 0 0,1 0 0 0 0,0-1 0 0 0,-1 1-1 0 0,1-1 1 0 0,4 3 0 0 0,-2 2-112 0 0,-3-5 106 0 0,1 0 1 0 0,-1 0-1 0 0,1 0 1 0 0,-1 0 0 0 0,1 0-1 0 0,0 0 1 0 0,0 0-1 0 0,0-1 1 0 0,0 1-1 0 0,0-1 1 0 0,0 1-1 0 0,3 1 1 0 0,1 2-149 0 0,-4-4 120 0 0,0 1-1 0 0,1 0 1 0 0,-1-1 0 0 0,0 1 0 0 0,0-1 0 0 0,1 0 0 0 0,-1 1 0 0 0,1-1 0 0 0,-1-1 0 0 0,6 2-1 0 0,-4 0-94 0 0,33 9-1521 0 0,-2-12-3084 0 0,-5-5-157 0 0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17.4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 58 4932 0 0,'-33'4'4529'0'0,"3"2"-2865"0"0,69-10-1620 0 0,29-5-532 0 0,-17 3-68 0 0,7-1-500 0 0,-3-8-404 0 0,6 4-985 0 0,3-4-2679 0 0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18.4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357 145 3176 0 0,'1'-7'1167'0'0,"3"-20"-88"0"0,-3 20-286 0 0,-2 1-148 0 0,0 1-597 0 0,1 1 123 0 0,-1 0-1 0 0,1-1 1 0 0,-1 1 0 0 0,-1 0 0 0 0,1 0 0 0 0,0 0 0 0 0,-1-1 0 0 0,0 2-1 0 0,0-1 1 0 0,0 0 0 0 0,-1 0 0 0 0,-3-5 0 0 0,3 6-47 0 0,-1 0 0 0 0,1 0 0 0 0,-1 0-1 0 0,0 0 1 0 0,1 1 0 0 0,-1-1 0 0 0,0 1 0 0 0,0 0 0 0 0,-1 0 0 0 0,1 0 0 0 0,0 1 0 0 0,-1 0 0 0 0,1 0 0 0 0,-5-1 0 0 0,2 2-4 0 0,0 0 1 0 0,0 0-1 0 0,0 0 1 0 0,0 1-1 0 0,0 1 1 0 0,0-1-1 0 0,0 1 1 0 0,1 0-1 0 0,-1 0 1 0 0,-10 6-1 0 0,1 0-12 0 0,0 0 0 0 0,1 1 0 0 0,0 1 0 0 0,1 0 1 0 0,-23 22-1 0 0,29-24-77 0 0,1 0 1 0 0,0 0-1 0 0,0 1 1 0 0,0 0 0 0 0,1 0-1 0 0,1 1 1 0 0,0 0-1 0 0,0 0 1 0 0,1 0 0 0 0,-6 21-1 0 0,7 0-15 0 0,3-24-15 0 0,0 0-8 0 0,2-2 3 0 0,-2-4 6 0 0,0 2 2 0 0,1-1-1 0 0,-1 1 1 0 0,1-1 0 0 0,0 0-1 0 0,0 1 1 0 0,-1-1-1 0 0,2 0 1 0 0,-1 1 0 0 0,0-1-1 0 0,0 0 1 0 0,1 0 0 0 0,-1 0-1 0 0,1 0 1 0 0,-1 0 0 0 0,1-1-1 0 0,0 1 1 0 0,0 0-1 0 0,0-1 1 0 0,0 1 0 0 0,0-1-1 0 0,0 0 1 0 0,4 2 0 0 0,15 2-43 0 0,-16-4 0 0 0,2-2 36 0 0,5-1 64 0 0,-1-1 1 0 0,1 0-1 0 0,-1-1 1 0 0,0 0-1 0 0,0-1 0 0 0,0 0 1 0 0,-1-1-1 0 0,1 0 1 0 0,-1-1-1 0 0,-1 0 1 0 0,0 0-1 0 0,0-1 1 0 0,14-15-1 0 0,-19 19 136 0 0,-1 1 71 0 0,10-11-148 0 0,-10 11 20 0 0,1 0-158 0 0,12-9 180 0 0,-15 13-159 0 0,0 0-1 0 0,0 1 0 0 0,0-1 0 0 0,0 0 0 0 0,0 1 0 0 0,-1-1 0 0 0,1 0 1 0 0,0 1-1 0 0,-1-1 0 0 0,1 1 0 0 0,-1-1 0 0 0,1 2 0 0 0,-1-2 4 0 0,2 3 41 0 0,0 1-26 0 0,8 12-19 0 0,-8-13-24 0 0,1 1-40 0 0,6 3-137 0 0,0 0 0 0 0,1 0 0 0 0,-1 0 0 0 0,12 5 1 0 0,-17-11-146 0 0,3-1-58 0 0,22 1-46 0 0,-21-1-18 0 0,0-2-42 0 0,3-1 263 0 0,0 0 0 0 0,-1 0 0 0 0,1-1 0 0 0,0 0 0 0 0,-1-1 0 0 0,0 0 0 0 0,1-1 0 0 0,16-11 0 0 0,-20 11 284 0 0,0 0 0 0 0,0-1 0 0 0,-1 0 0 0 0,0 0 0 0 0,0 0 0 0 0,0-1 0 0 0,-1 0 0 0 0,0 0 0 0 0,0-1 0 0 0,-1 1 0 0 0,0-1 0 0 0,0 0 0 0 0,-1 0 0 0 0,0-1 0 0 0,0 1 0 0 0,-1 0 0 0 0,0-1 0 0 0,-1 0 0 0 0,1-12 0 0 0,1 0 313 0 0,-3 15 19 0 0,0 0 18 0 0,-1-20 13 0 0,1 20 422 0 0,-1 0-419 0 0,-4-22 1758 0 0,1 32-1893 0 0,-12 11-26 0 0,11-5 3 0 0,3 49-19 0 0,3 1 1 0 0,2-1 0 0 0,19 101-1 0 0,4 61-1586 0 0,-22-86-1310 0 0,-4-111 2204 0 0,0-18-2 0 0,1 0 7 0 0,0 16-412 0 0,0-35-2335 0 0,0-47-2110 0 0,-1 50 5745 0 0,-2-27-3073 0 0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18.7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0 200 2252 0 0,'1'-9'1334'0'0,"22"-135"3199"0"0,-21 139-4293 0 0,-2 5-227 0 0,0-1 0 0 0,0 0-1 0 0,0 0 1 0 0,0 1 0 0 0,0-1 0 0 0,0 0 0 0 0,0 1 0 0 0,1-1 0 0 0,-1 0 0 0 0,0 1 0 0 0,1-1 0 0 0,-1 1 0 0 0,0-1-1 0 0,1 0 1 0 0,-1 1 0 0 0,0-1 0 0 0,1 1 0 0 0,-1-1 0 0 0,1 1 0 0 0,-1-1 0 0 0,2 0 0 0 0,-2 1-6 0 0,1 0 1 0 0,-1-1 0 0 0,1 1-1 0 0,-1-1 1 0 0,1 1 0 0 0,-1-1 0 0 0,1 0-1 0 0,-1 1 1 0 0,0-1 0 0 0,1 1-1 0 0,-1-1 1 0 0,0 1 0 0 0,1-1 0 0 0,-1 0-1 0 0,0 1 1 0 0,0-1 0 0 0,0 0-1 0 0,1 1 1 0 0,-1-1 0 0 0,0 0-1 0 0,0-1 1 0 0,4 0 53 0 0,0 0-58 0 0,-1 1 0 0 0,1-1 0 0 0,0 1 0 0 0,-1-1-1 0 0,1 1 1 0 0,0 0 0 0 0,0 1 0 0 0,0-1 0 0 0,0 1-1 0 0,0-1 1 0 0,0 1 0 0 0,0 1 0 0 0,0-1 0 0 0,7 2-1 0 0,-1 0 27 0 0,-1 0 0 0 0,0 1-1 0 0,0 0 1 0 0,0 1-1 0 0,-1 0 1 0 0,1 0 0 0 0,-1 1-1 0 0,0 0 1 0 0,0 1-1 0 0,-1-1 1 0 0,0 2 0 0 0,0-1-1 0 0,0 1 1 0 0,0 0-1 0 0,-1 0 1 0 0,-1 1 0 0 0,9 13-1 0 0,-12-17-7 0 0,0 0 0 0 0,-1 1 0 0 0,1-1 1 0 0,-1 1-1 0 0,0-1 0 0 0,-1 1 0 0 0,1-1 0 0 0,-1 1 0 0 0,0 0 0 0 0,0-1 0 0 0,0 1 0 0 0,-2 9 0 0 0,2-10-8 0 0,0-1-3 0 0,0-1-1 0 0,0 1 1 0 0,-1 0 0 0 0,1 0 0 0 0,-1 0-1 0 0,1 0 1 0 0,-1-1 0 0 0,0 1-1 0 0,0 0 1 0 0,-1 2 0 0 0,-2 2 14 0 0,4-4-14 0 0,-1-1 1 0 0,1 0 0 0 0,-1 1 0 0 0,0-1 0 0 0,0 1 0 0 0,-1-1-1 0 0,1 0 1 0 0,0 0 0 0 0,-1 1 0 0 0,1-1 0 0 0,-1 0 0 0 0,0 0-1 0 0,-2 2 1 0 0,-3 3 10 0 0,6-5-16 0 0,-4 5 18 0 0,-1 1 1 0 0,0-1-1 0 0,-1 0 1 0 0,1 0-1 0 0,-1-1 1 0 0,-9 7-1 0 0,-28 19-144 0 0,40-29-29 0 0,-1-2-861 0 0,5 0 928 0 0,-1-1 0 0 0,1 0 0 0 0,0 0 0 0 0,-1 1 0 0 0,1-1 0 0 0,-1 0 0 0 0,1 0 0 0 0,-1 1 0 0 0,1-1 0 0 0,-1 0 0 0 0,1 0 0 0 0,-1 0 0 0 0,1 0 0 0 0,-1 0 0 0 0,1 0 0 0 0,-1 0 0 0 0,1 0-1 0 0,-1 0 1 0 0,1 0 0 0 0,-1 0 0 0 0,1 0 0 0 0,-1 0 0 0 0,1 0 0 0 0,-1-1 0 0 0,1 1 0 0 0,-1 0 0 0 0,1 0 0 0 0,-1-1 0 0 0,1 1 0 0 0,0 0 0 0 0,-1 0 0 0 0,1-1 0 0 0,-1 1 0 0 0,9-16-2816 0 0,-6 14 2998 0 0,1-3-3343 0 0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19.1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81 15 3756 0 0,'3'-3'1587'0'0,"1"-9"3057"0"0,-19 16-641 0 0,9-2-5128 0 0,-2 4 1439 0 0,0 4-225 0 0,1 1 0 0 0,0 0 0 0 0,1 1 1 0 0,1 0-1 0 0,0 0 0 0 0,0 0 1 0 0,1 0-1 0 0,1 1 0 0 0,0-1 0 0 0,1 1 1 0 0,0 0-1 0 0,1 0 0 0 0,0 22 1 0 0,2-27-171 0 0,-1 0 0 0 0,2 0 0 0 0,-1 0 0 0 0,1 0 0 0 0,0 0 0 0 0,0 0 0 0 0,5 10 0 0 0,-5-14 3 0 0,1 0-1 0 0,-1 0 1 0 0,1-1 0 0 0,0 1-1 0 0,-1 0 1 0 0,2-1 0 0 0,-1 0-1 0 0,0 0 1 0 0,1 0 0 0 0,-1 0-1 0 0,1 0 1 0 0,0-1 0 0 0,8 4-1 0 0,-8-4-91 0 0,4-1 33 0 0,-3 0 118 0 0,1 1 17 0 0,0-1 1 0 0,-1-1-1 0 0,1 1 0 0 0,0-1 0 0 0,0 0 0 0 0,0 0 0 0 0,0-1 0 0 0,-1 0 0 0 0,1 0 0 0 0,7-2 0 0 0,-13 3 2 0 0,9-3 129 0 0,-1 0 1 0 0,1 0-1 0 0,-1-1 0 0 0,0 0 1 0 0,0-1-1 0 0,0 1 0 0 0,0-2 1 0 0,-1 1-1 0 0,0-1 1 0 0,10-10-1 0 0,19-46 574 0 0,-28 46-491 0 0,-7 15-198 0 0,0-1-1 0 0,0 0 0 0 0,-1 0 0 0 0,1 1 0 0 0,0-1 1 0 0,-1 0-1 0 0,1 0 0 0 0,-1 0 0 0 0,0 0 0 0 0,0 0 1 0 0,1-2-1 0 0,0-8 137 0 0,0-50 158 0 0,-1 56-262 0 0,-1-1-55 0 0,-5-20-45 0 0,5 20-71 0 0,-2 3-78 0 0,-7-13-97 0 0,7 12-80 0 0,-8 1-294 0 0,11 3 620 0 0,-1 1-1 0 0,1-1 0 0 0,-1 1 0 0 0,0-1 1 0 0,1 1-1 0 0,-1 0 0 0 0,1-1 0 0 0,-1 1 1 0 0,0 0-1 0 0,1-1 0 0 0,-1 1 0 0 0,0 0 1 0 0,0 0-1 0 0,1 0 0 0 0,-1 0 0 0 0,0 0 1 0 0,1 0-1 0 0,-1 0 0 0 0,0 0 0 0 0,0 0 1 0 0,1 0-1 0 0,-1 0 0 0 0,0 0 0 0 0,1 0 1 0 0,-1 1-1 0 0,0-1 0 0 0,0 1 0 0 0,-4 0-419 0 0,0 2-1 0 0,1-1 0 0 0,0 0 0 0 0,-1 1 0 0 0,1-1 1 0 0,0 1-1 0 0,-7 7 0 0 0,8-6-995 0 0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19.3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16 3344 0 0,'5'-3'1659'0'0,"18"-9"6666"0"0,-21 12-8254 0 0,-1 1-1 0 0,1-1 1 0 0,-1 1 0 0 0,1 0 0 0 0,-1 0-1 0 0,0 0 1 0 0,1-1 0 0 0,-1 1 0 0 0,0 0-1 0 0,0 1 1 0 0,0-1 0 0 0,2 2 0 0 0,-2-2 42 0 0,3 2 281 0 0,-3 2-50 0 0,0 0-297 0 0,6 33 41 0 0,1 1 0 0 0,2-1-1 0 0,29 70 1 0 0,-16-63-1917 0 0,-21-41 1021 0 0,2-1-10 0 0,10 12-93 0 0,-10-11-188 0 0,24-3-4429 0 0,-23 0 1064 0 0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19.6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202 13 2704 0 0,'0'0'1210'0'0,"-5"-2"-210"0"0,-2-1-717 0 0,1 1 0 0 0,0 1 0 0 0,-1-1 0 0 0,1 1 0 0 0,-1 0 0 0 0,1 0 0 0 0,-1 1 0 0 0,1 0 0 0 0,-1 0 0 0 0,0 1 0 0 0,1 0 0 0 0,-1 0 0 0 0,-11 3 0 0 0,17-3-275 0 0,-9 3 224 0 0,0 1-1 0 0,0 0 0 0 0,1 1 0 0 0,0-1 0 0 0,-17 16 1 0 0,11-7-99 0 0,11-10 322 0 0,5 2-343 0 0,3 17-8 0 0,-3-17-23 0 0,4-4-21 0 0,11 0 125 0 0,0 0 1 0 0,0-2-1 0 0,30-1 0 0 0,-40 0 5 0 0,-1 0-8 0 0,19-7 229 0 0,-6 3-2493 0 0,-32 12 240 0 0,9-6 744 0 0,-19 11-6581 0 0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20.1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76 3216 0 0,'5'3'1299'0'0,"57"49"3461"0"0,-58-48-4227 0 0,-1 1-28 0 0,9 15-68 0 0,-9-15-30 0 0,-1 0-9 0 0,4 13 17 0 0,-4-13 230 0 0,-1 0-345 0 0,4 16-6 0 0,-3-16 535 0 0,-3 0-597 0 0,-3 14 21 0 0,3-15 750 0 0,-4-3-840 0 0,-13 4-11 0 0,13-3 122 0 0,-10-16-54 0 0,12 11-54 0 0,2-3-111 0 0,0-1-43 0 0,1 0 1 0 0,-1 0 0 0 0,1 0 0 0 0,1 0 0 0 0,-1 0 0 0 0,1 0 0 0 0,0 0 0 0 0,1 0 0 0 0,0 0 0 0 0,4-12-1 0 0,1 6-51 0 0,0-1 0 0 0,1 1 0 0 0,0 0 0 0 0,13-15 0 0 0,-14 19-22 0 0,-6 7 54 0 0,1 0 1 0 0,-1 0 0 0 0,0 1-1 0 0,1-1 1 0 0,-1 1-1 0 0,1-1 1 0 0,-1 1 0 0 0,1 0-1 0 0,0-1 1 0 0,2 0 0 0 0,12-8-85 0 0,40-17-44 0 0,-50 26 105 0 0,1 1-8 0 0,-3 0 36 0 0,0-1-8 0 0,0 1 0 0 0,0 0 0 0 0,0 0 1 0 0,0 0-1 0 0,0 0 0 0 0,0 1 0 0 0,0 0 1 0 0,0-1-1 0 0,0 2 0 0 0,0-1 0 0 0,0 0 1 0 0,0 1-1 0 0,-1 0 0 0 0,1 0 1 0 0,5 3-1 0 0,31 43-134 0 0,-36-40 98 0 0,-1-1 0 0 0,1 0 1 0 0,-1 1-1 0 0,-1 0 0 0 0,1 0 1 0 0,-1 0-1 0 0,-1 0 0 0 0,2 11 1 0 0,-2-13 12 0 0,3 19-259 0 0,-3-2 52 0 0,-1-9-62 0 0,-5 99-2751 0 0,4-107 2201 0 0,1 0-156 0 0,2 20-228 0 0,-2-19-241 0 0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20.4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71 4596 0 0,'7'-30'1721'0'0,"-6"25"-228"0"0,0-1-171 0 0,2-24 6032 0 0,0 37-7022 0 0,53 208 716 0 0,-24-84-1572 0 0,8 25-2967 0 0,-38-149 3310 0 0,0 4-575 0 0,1 0 0 0 0,0 0 0 0 0,1 0 0 0 0,6 12 0 0 0,-2-11-323 0 0,-6-6-2552 0 0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20.7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1 201 3736 0 0,'0'0'2323'0'0,"1"-5"-1574"0"0,5-16-202 0 0,-6 19-515 0 0,0 1-1 0 0,0 0 1 0 0,1 0 0 0 0,-1 0-1 0 0,1 0 1 0 0,-1 0-1 0 0,1 0 1 0 0,0 1-1 0 0,-1-1 1 0 0,1 0-1 0 0,0 0 1 0 0,0 0 0 0 0,-1 0-1 0 0,1 1 1 0 0,0-1-1 0 0,0 0 1 0 0,0 1-1 0 0,0-1 1 0 0,0 1-1 0 0,0-1 1 0 0,0 1-1 0 0,2-1 1 0 0,-2 0 58 0 0,16-9 148 0 0,1 0-1 0 0,1 1 1 0 0,37-13 0 0 0,-24 10-191 0 0,129-41 798 0 0,-74 26 264 0 0,-81 25-781 0 0,-5 2-288 0 0,0 0 1 0 0,1-1-1 0 0,-1 1 1 0 0,1 0-1 0 0,-1-1 0 0 0,1 1 1 0 0,-1-1-1 0 0,1 1 0 0 0,-1-1 1 0 0,0 1-1 0 0,1-1 1 0 0,0-1-1 0 0,4-1 2719 0 0,-12 5-2671 0 0,1 0 0 0 0,-1 1 0 0 0,1 0 0 0 0,0-1 0 0 0,0 2 0 0 0,0-1 0 0 0,0 1 0 0 0,1-1 0 0 0,-1 1 0 0 0,1 0 0 0 0,0 1 0 0 0,-4 5 0 0 0,5-6-61 0 0,1-2-18 0 0,1-1 1 0 0,0 0-1 0 0,1 1 0 0 0,-1-1 0 0 0,0 1 0 0 0,0-1 0 0 0,1 1 0 0 0,-1-1 0 0 0,1 1 0 0 0,-1-1 1 0 0,1 1-1 0 0,-1 3 0 0 0,-5 32 18 0 0,8-29-26 0 0,0-2 3 0 0,1 6 4 0 0,11 22-15 0 0,0-9-31 0 0,2 0 0 0 0,30 36 0 0 0,8 12-376 0 0,-51-68 190 0 0,-3 1-126 0 0,1 19-107 0 0,-1-24 413 0 0,0 0 0 0 0,0 0-1 0 0,0 0 1 0 0,0 0 0 0 0,0 0 0 0 0,0 0 0 0 0,0 0 0 0 0,-1 0 0 0 0,1 0 0 0 0,0 0 0 0 0,-1 0 0 0 0,1 0 0 0 0,-1 0 0 0 0,1 0 0 0 0,-1 0-1 0 0,1-1 1 0 0,-1 1 0 0 0,0 0 0 0 0,1 0 0 0 0,-1-1 0 0 0,0 1 0 0 0,0 0 0 0 0,1-1 0 0 0,-3 2 0 0 0,2-2-110 0 0,-2 4-208 0 0,0-1 0 0 0,-1 0 0 0 0,1 0 0 0 0,-1-1 0 0 0,0 1 0 0 0,0-1 0 0 0,0 0 0 0 0,0 0 0 0 0,0 0 0 0 0,-1 0 0 0 0,1-1 0 0 0,0 1 0 0 0,-6 0 0 0 0,7-2 130 0 0,-11 3-2675 0 0,-24-2-2089 0 0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21.4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135 1023 5705 0 0,'0'0'3959'0'0,"-5"-2"-3121"0"0,-18-11 826 0 0,22 8-1306 0 0,-6-58 532 0 0,13-32-234 0 0,-4 9 33 0 0,-11-132 0 0 0,4 159-479 0 0,1-1 48 0 0,-28-272 1051 0 0,29 303-1097 0 0,0-2-45 0 0,-3 8-82 0 0,5 17 342 0 0,-3 11-310 0 0,-2 5-93 0 0,1 0 1 0 0,1 0-1 0 0,-1 1 1 0 0,2-1-1 0 0,-1 1 0 0 0,2 0 1 0 0,-1 0-1 0 0,2 0 0 0 0,-2 13 1 0 0,0 112 67 0 0,6-43-164 0 0,24 147 1 0 0,-17-189-1214 0 0,1-1 1 0 0,3 0-1 0 0,2-1 1 0 0,31 65-1 0 0,-29-87-1988 0 0,-14-22 72 0 0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21.8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88 248 4212 0 0,'-7'-3'1789'0'0,"-51"-22"1566"0"0,54 23-2647 0 0,1-1-184 0 0,-9-8-153 0 0,9 8-110 0 0,6 0-79 0 0,6-4-171 0 0,1 0 0 0 0,-1 1 0 0 0,1 0 0 0 0,0 0 0 0 0,0 1 0 0 0,1 1 0 0 0,21-7 0 0 0,92-18-282 0 0,-75 19 208 0 0,191-38-348 0 0,15-3 402 0 0,-249 49 271 0 0,-1 1-108 0 0,19-3 968 0 0,-26 9-898 0 0,-13 31 156 0 0,11-26-326 0 0,-1-1 1 0 0,1 1-1 0 0,1 0 0 0 0,0 1 1 0 0,0-1-1 0 0,1 0 1 0 0,0 1-1 0 0,1 0 1 0 0,0-1-1 0 0,1 1 1 0 0,0 12-1 0 0,15 45 148 0 0,0-36-65 0 0,-11-24-107 0 0,-3-6-18 0 0,0 0 0 0 0,0 0 0 0 0,0 0 1 0 0,0 0-1 0 0,0 0 0 0 0,1 0 0 0 0,-1-1 0 0 0,0 1 1 0 0,1 0-1 0 0,0-1 0 0 0,-1 1 0 0 0,1-1 0 0 0,3 3 1 0 0,1 0 25 0 0,4 6 105 0 0,-9-9-126 0 0,0 1-1 0 0,1-1 0 0 0,0 1 0 0 0,-1-1 0 0 0,1 1 1 0 0,0-1-1 0 0,0 0 0 0 0,0 0 0 0 0,0 0 1 0 0,0 0-1 0 0,0 0 0 0 0,0 0 0 0 0,0-1 1 0 0,3 1-1 0 0,0 1 65 0 0,3 1 48 0 0,1 0 0 0 0,-1-1-1 0 0,1 0 1 0 0,0 0-1 0 0,0-1 1 0 0,0 0 0 0 0,0-1-1 0 0,-1 0 1 0 0,1 0 0 0 0,13-3-1 0 0,35-23 264 0 0,-55 25-396 0 0,0 0 0 0 0,-1 0 0 0 0,1 0-1 0 0,0 0 1 0 0,-1 0 0 0 0,1-1 0 0 0,-1 1 0 0 0,1 0 0 0 0,-1-1-1 0 0,0 1 1 0 0,0-1 0 0 0,1 1 0 0 0,-1-1 0 0 0,1-2-1 0 0,1-1-45 0 0,-1 2-109 0 0,0 0-1 0 0,0-1 0 0 0,-1 1 0 0 0,1-1 0 0 0,-1 0 0 0 0,1 1 0 0 0,-1-1 1 0 0,0 0-1 0 0,-1 0 0 0 0,1 0 0 0 0,0 0 0 0 0,-1 0 0 0 0,0 0 0 0 0,-1-6 0 0 0,1 7 16 0 0,0 1-25 0 0,1-1 1 0 0,-1 1-1 0 0,0 0 1 0 0,0-1 0 0 0,-1 1-1 0 0,1 0 1 0 0,0-1-1 0 0,-1 1 1 0 0,0 0 0 0 0,1 0-1 0 0,-1-1 1 0 0,0 1-1 0 0,0 0 1 0 0,-2-2 0 0 0,-1-4-361 0 0,2 3-42 0 0,0 0 0 0 0,-1 1 0 0 0,1-1 0 0 0,-1 1 0 0 0,0 0 0 0 0,-1-1 0 0 0,1 2 0 0 0,-7-7 0 0 0,-11-7-4924 0 0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22.8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0 107 4616 0 0,'0'-6'1506'0'0,"1"-7"-352"0"0,0 1 0 0 0,1 0 1 0 0,1-1-1 0 0,7-22 0 0 0,-7 31-378 0 0,2 2-499 0 0,16-5-88 0 0,-16 5-19 0 0,0 4-26 0 0,0 0-116 0 0,0 1 0 0 0,0 0 0 0 0,0 0 0 0 0,0 0 0 0 0,-1 0 0 0 0,0 1 0 0 0,1-1 0 0 0,-1 1 0 0 0,-1 0 0 0 0,1 0 1 0 0,0 1-1 0 0,-1-1 0 0 0,0 1 0 0 0,5 9 0 0 0,7 41 67 0 0,-14-50-39 0 0,-1 3-14 0 0,0 21-64 0 0,0-21 140 0 0,-1-2 60 0 0,-16 51 464 0 0,15-52-376 0 0,-1-1-149 0 0,3-4-82 0 0,-2 1-8 0 0,1 0 1 0 0,0 0-1 0 0,0 0 0 0 0,0 0 0 0 0,0 0 1 0 0,0 0-1 0 0,0 1 0 0 0,0-1 0 0 0,1 0 1 0 0,-1 1-1 0 0,0-1 0 0 0,0 2 0 0 0,0-5-31 0 0,0 0 0 0 0,0 1 0 0 0,0-1-1 0 0,-1 1 1 0 0,1-1 0 0 0,0 1-1 0 0,-1 0 1 0 0,1 0 0 0 0,-1-1-1 0 0,-2 0 1 0 0,1-2-40 0 0,4-2-32 0 0,2-10-56 0 0,0 1 1 0 0,1 0-1 0 0,0 0 0 0 0,1 0 1 0 0,10-20-1 0 0,-11 27 119 0 0,-3 4 6 0 0,1 1 0 0 0,-1 0-1 0 0,1 0 1 0 0,0-1 0 0 0,0 1 0 0 0,0 1 0 0 0,5-7-1 0 0,-4 6 10 0 0,32-35 25 0 0,-32 35-25 0 0,1 0 0 0 0,-1 0-1 0 0,1 1 1 0 0,-1-1 0 0 0,1 1-1 0 0,0 0 1 0 0,0 0-1 0 0,0 0 1 0 0,0 0 0 0 0,0 1-1 0 0,7-2 1 0 0,-4 2 7 0 0,-2 1 2 0 0,1-1-1 0 0,-1 0 0 0 0,1 1 0 0 0,0 0 0 0 0,-1 1 0 0 0,1-1 0 0 0,-1 1 0 0 0,1 0 1 0 0,5 2-1 0 0,20 10 0 0 0,-24-9-12 0 0,-1-1 0 0 0,1 1-1 0 0,-1 1 1 0 0,0-1 0 0 0,0 1 0 0 0,-1 1 0 0 0,1-1 0 0 0,-1 1 0 0 0,0-1 0 0 0,-1 1 0 0 0,1 1 0 0 0,-1-1-1 0 0,4 10 1 0 0,-3-3-93 0 0,-1-1 0 0 0,0 1-1 0 0,-1 0 1 0 0,-1 0 0 0 0,0 0-1 0 0,0 0 1 0 0,-2 0 0 0 0,0 15-1 0 0,-1-22-306 0 0,0 0-111 0 0,-2 22-130 0 0,2-22-122 0 0,0-1-201 0 0,-3 14-358 0 0,3-15-343 0 0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23.2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1 187 4040 0 0,'0'0'6622'0'0,"3"3"-6222"0"0,9 8-79 0 0,-9-8 425 0 0,1-1-563 0 0,16 7-31 0 0,-15-7-27 0 0,1-2-28 0 0,55-5-41 0 0,-53 3-83 0 0,-1 0 0 0 0,0 0 0 0 0,0-1 0 0 0,0 0 1 0 0,0-1-1 0 0,0 0 0 0 0,-1 0 0 0 0,1 0 0 0 0,-1 0 0 0 0,0-1 1 0 0,0 0-1 0 0,-1-1 0 0 0,0 1 0 0 0,8-11 0 0 0,-12 15 29 0 0,1-1 0 0 0,-1 1-1 0 0,0 0 1 0 0,0-1 0 0 0,0 1 0 0 0,0-1 0 0 0,-1 1-1 0 0,1-1 1 0 0,0 1 0 0 0,-1-1 0 0 0,1 0-1 0 0,0-2 1 0 0,0-1-2 0 0,1 0-8 0 0,-1 0 3 0 0,0-5 5 0 0,-1 1-1 0 0,0 0 1 0 0,0-1-1 0 0,-2-10 0 0 0,0 14 6 0 0,2 6-5 0 0,-1 0 0 0 0,1 0-1 0 0,-1-1 1 0 0,1 1 0 0 0,-1 0 0 0 0,1-1 0 0 0,-1 1-1 0 0,1-1 1 0 0,-1 1 0 0 0,1 0 0 0 0,-1-1 0 0 0,1 1-1 0 0,0-1 1 0 0,-1 1 0 0 0,1-1 0 0 0,0 0-1 0 0,-1 1 1 0 0,1-1 0 0 0,0 1 0 0 0,0-1 0 0 0,0 1-1 0 0,-1-1 1 0 0,1 0 0 0 0,0 1 0 0 0,0-2 0 0 0,0 1 1 0 0,0 0 0 0 0,0 0 0 0 0,0 1 0 0 0,-1-1-1 0 0,1 0 1 0 0,0 0 0 0 0,0 0 0 0 0,-1 0 0 0 0,1 1 0 0 0,-1-1 0 0 0,1 0 0 0 0,-1 0 0 0 0,1 1 0 0 0,-1-1 0 0 0,1 0 0 0 0,-1 1 0 0 0,1-1 0 0 0,-1 1 0 0 0,0-1 0 0 0,0 1 0 0 0,1-1 0 0 0,-1 1 0 0 0,0-1 0 0 0,0 1 0 0 0,1 0 0 0 0,-1-1 0 0 0,-1 1 0 0 0,-2-2 16 0 0,0 0 0 0 0,0 1 0 0 0,0-1 0 0 0,0 1 0 0 0,0 0-1 0 0,0 1 1 0 0,-1-1 0 0 0,1 1 0 0 0,0 0 0 0 0,0 0 0 0 0,0 0 0 0 0,-1 0 0 0 0,1 1-1 0 0,0-1 1 0 0,0 1 0 0 0,0 0 0 0 0,0 1 0 0 0,0-1 0 0 0,0 1 0 0 0,0 0 0 0 0,-3 2 0 0 0,-39 39 66 0 0,32-29-75 0 0,12-13-6 0 0,1 1-1 0 0,-1 0 1 0 0,1 0 0 0 0,-1 0 0 0 0,1 0 0 0 0,-1 0 0 0 0,1 0 0 0 0,0 1 0 0 0,0-1 0 0 0,0 0 0 0 0,1 1 0 0 0,-2 2 0 0 0,2-5-2 0 0,-2 4-5 0 0,0 0-6 0 0,0 0 0 0 0,1 0 0 0 0,-1 0 0 0 0,1 0 0 0 0,0 0 0 0 0,0 0 0 0 0,0 0 0 0 0,1 0 0 0 0,-1 1 0 0 0,1-1 0 0 0,0 0 0 0 0,0 1 0 0 0,2 5 0 0 0,0-3-63 0 0,0-1-1 0 0,0 0 1 0 0,0 0-1 0 0,1-1 1 0 0,0 1-1 0 0,1 0 1 0 0,-1-1-1 0 0,1 0 1 0 0,0 0-1 0 0,0 0 1 0 0,1 0-1 0 0,-1-1 0 0 0,1 1 1 0 0,0-1-1 0 0,10 6 1 0 0,-3-3-161 0 0,0-1 0 0 0,0 0 0 0 0,1-1 0 0 0,0 0 0 0 0,0-1 0 0 0,0 0 0 0 0,15 1 0 0 0,-5 0-306 0 0,0-2 0 0 0,1-1-1 0 0,-1 0 1 0 0,1-2 0 0 0,-1-1-1 0 0,1-1 1 0 0,-1 0 0 0 0,1-2-1 0 0,-1-1 1 0 0,0-1 0 0 0,22-9-1 0 0,-15 3-2552 0 0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23.7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250 23 3636 0 0,'0'0'2420'0'0,"-2"-4"-1485"0"0,0 3-761 0 0,0-1 1 0 0,0 0 0 0 0,1 1 0 0 0,-1-1-1 0 0,0 1 1 0 0,0 0 0 0 0,0 0-1 0 0,-1-1 1 0 0,1 1 0 0 0,0 1 0 0 0,0-1-1 0 0,-1 0 1 0 0,1 0 0 0 0,0 1 0 0 0,-1 0-1 0 0,1-1 1 0 0,-1 1 0 0 0,-2 0-1 0 0,-1 0-79 0 0,0 1 0 0 0,0 0 0 0 0,1 0 0 0 0,-1 0 0 0 0,0 1 0 0 0,0 0 0 0 0,1 0 0 0 0,-7 3 0 0 0,-42 24 336 0 0,46-24-377 0 0,1 0 0 0 0,0 1 1 0 0,0 0-1 0 0,1 0 0 0 0,0 0 0 0 0,0 1 1 0 0,0 0-1 0 0,1 0 0 0 0,0 1 1 0 0,0-1-1 0 0,1 1 0 0 0,0 0 1 0 0,-4 11-1 0 0,7-15-12 0 0,-4 27-20 0 0,4-25-37 0 0,2 0-17 0 0,5 15-7 0 0,-5-16-9 0 0,17 10-32 0 0,-14-11 80 0 0,0-3-6 0 0,15 5-1 0 0,-15-4 12 0 0,3-3-31 0 0,0 1 116 0 0,0-1-1 0 0,0 1 1 0 0,0-2 0 0 0,0 1 0 0 0,0-1-1 0 0,-1 0 1 0 0,1 0 0 0 0,0-1 0 0 0,-1 0 0 0 0,0 0-1 0 0,1-1 1 0 0,-1 1 0 0 0,-1-1 0 0 0,1-1 0 0 0,0 1-1 0 0,-1-1 1 0 0,0 0 0 0 0,0 0 0 0 0,-1 0 0 0 0,6-8-1 0 0,0-3 123 0 0,-7 12 9 0 0,-1-1 34 0 0,9-16 59 0 0,-8 15-12 0 0,-2 2-166 0 0,0 1-1 0 0,0-1 1 0 0,1 0 0 0 0,0 0 0 0 0,0 0 0 0 0,0 1 0 0 0,0-1-1 0 0,4-4 1 0 0,-4 5-114 0 0,0 0 98 0 0,1 9-79 0 0,21 51-45 0 0,-11-30-2410 0 0,30 48 0 0 0,-41-71 1165 0 0,-1-4 1139 0 0,-1 1 0 0 0,0 0 0 0 0,1-1 0 0 0,-1 1 0 0 0,0 0 1 0 0,1-1-1 0 0,-1 1 0 0 0,1-1 0 0 0,-1 1 0 0 0,1-1 0 0 0,-1 1 0 0 0,1-1 0 0 0,0 1 0 0 0,-1-1 0 0 0,1 0 1 0 0,0 1-1 0 0,-1-1 0 0 0,1 0 0 0 0,0 0 0 0 0,0 1 0 0 0,-1-1-22 0 0,1 0 1 0 0,0 0-1 0 0,-1 0 1 0 0,1 1-1 0 0,-1-1 0 0 0,1 0 1 0 0,-1 0-1 0 0,0 0 1 0 0,1 1-1 0 0,-1-1 0 0 0,1 0 1 0 0,-1 1-1 0 0,1-1 1 0 0,-1 1-1 0 0,0-1 1 0 0,1 0-1 0 0,-1 1 0 0 0,0-1 1 0 0,1 1-1 0 0,-1-1 1 0 0,0 1-1 0 0,0-1 0 0 0,0 1 1 0 0,1-1-1 0 0,-1 1 1 0 0,0-1-1 0 0,0 1 0 0 0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24.0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0 214 3748 0 0,'1'-5'1286'0'0,"5"-18"-208"0"0,-5 18-209 0 0,2-1-137 0 0,-1 1-636 0 0,0 0-1 0 0,1 1 1 0 0,0-1 0 0 0,0 1 0 0 0,0-1 0 0 0,0 1 0 0 0,1 0-1 0 0,-1 0 1 0 0,1 0 0 0 0,0 1 0 0 0,0 0 0 0 0,0-1 0 0 0,1 1 0 0 0,-1 1-1 0 0,1-1 1 0 0,0 1 0 0 0,0-1 0 0 0,0 1 0 0 0,0 1 0 0 0,0-1 0 0 0,0 1-1 0 0,0 0 1 0 0,1 0 0 0 0,-1 0 0 0 0,0 1 0 0 0,1 0 0 0 0,-1 0-1 0 0,6 1 1 0 0,49 13 414 0 0,-44-9-376 0 0,-14-5-122 0 0,1 1 1 0 0,-1 0 0 0 0,0 0-1 0 0,0 0 1 0 0,1 0-1 0 0,-1 0 1 0 0,0 1-1 0 0,0-1 1 0 0,0 1 0 0 0,0-1-1 0 0,-1 1 1 0 0,1 0-1 0 0,0-1 1 0 0,1 4-1 0 0,8 7 212 0 0,-1 1-1 0 0,-1 1 0 0 0,8 14 0 0 0,-15-24 78 0 0,-2 2 71 0 0,0 18-46 0 0,0-19 30 0 0,-2 1 39 0 0,-8 15 11 0 0,8-16-4 0 0,0-2-14 0 0,-9 11-13 0 0,8-11 0 0 0,2-2-301 0 0,-1 0-1 0 0,0 0 0 0 0,0 0 0 0 0,1 0 0 0 0,-1 0 0 0 0,1 0 0 0 0,-1 0 1 0 0,1 0-1 0 0,-3 3 0 0 0,1-2 1133 0 0,-1-4-970 0 0,1-1-176 0 0,-12-7 199 0 0,15 5-180 0 0,3-7-167 0 0,0-1-1 0 0,1 1 1 0 0,0 0 0 0 0,1-1-1 0 0,0 2 1 0 0,1-1-1 0 0,1 1 1 0 0,-1 0 0 0 0,2 0-1 0 0,8-10 1 0 0,-1 3-723 0 0,0 1-1 0 0,2 1 1 0 0,0 0-1 0 0,32-22 1 0 0,-31 25-484 0 0,11-2-102 0 0,-25 13 1077 0 0,51-16-3676 0 0,-50 17 1628 0 0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24.4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89 2328 0 0,'2'32'3040'0'0,"-2"-26"-2359"0"0,-2 60 2278 0 0,2-65-2954 0 0,0 0-1 0 0,0-1 1 0 0,0 1 0 0 0,0-1-1 0 0,0 1 1 0 0,0 0 0 0 0,1-1-1 0 0,-1 1 1 0 0,0-1 0 0 0,0 1-1 0 0,1-1 1 0 0,-1 1 0 0 0,0-1-1 0 0,1 1 1 0 0,-1-1 0 0 0,0 1-1 0 0,1-1 1 0 0,-1 1-1 0 0,1-1 1 0 0,-1 1 0 0 0,1-1-1 0 0,-1 0 1 0 0,2 1 0 0 0,-2 0-23 0 0,1-1 1 0 0,-1 0 0 0 0,1 1 0 0 0,-1-1 0 0 0,1 0-1 0 0,-1 1 1 0 0,1-1 0 0 0,-1 1 0 0 0,1-1 0 0 0,-1 1-1 0 0,0-1 1 0 0,1 1 0 0 0,-1-1 0 0 0,0 1 0 0 0,1-1-1 0 0,-1 1 1 0 0,0-1 0 0 0,0 1 0 0 0,0 0 0 0 0,0-1-1 0 0,1 1 1 0 0,-1-1 0 0 0,0 2 0 0 0,7-2-32 0 0,-2 0 51 0 0,0 0-10 0 0,0 0 0 0 0,1 0-1 0 0,-1-1 1 0 0,0 0 0 0 0,0 0 0 0 0,0 0-1 0 0,0-1 1 0 0,0 1 0 0 0,0-1 0 0 0,8-5-1 0 0,-4 2 56 0 0,0-1-1 0 0,0 0 1 0 0,-1 0-1 0 0,1-1 0 0 0,-1-1 1 0 0,-1 1-1 0 0,0-1 1 0 0,0 0-1 0 0,7-11 0 0 0,-3-3 290 0 0,-9 17-256 0 0,0 0 197 0 0,-1-1 5 0 0,6-17-18 0 0,-5 17-16 0 0,-3 1-17 0 0,-2-15 20 0 0,3 15 6 0 0,-1 5-247 0 0,1 0-1 0 0,0 0 1 0 0,0 0 0 0 0,-1 0-1 0 0,1 0 1 0 0,0 0 0 0 0,-1 0-1 0 0,1 0 1 0 0,0 0 0 0 0,0-1-1 0 0,-1 1 1 0 0,1 0 0 0 0,0 0-1 0 0,0 0 1 0 0,-1 0 0 0 0,1-1-1 0 0,0 1 1 0 0,0 0-1 0 0,-1 0 1 0 0,1-1 0 0 0,0 1-1 0 0,0 0 1 0 0,0 0 0 0 0,0-1-1 0 0,-1 1 1 0 0,1 0 0 0 0,0 0-1 0 0,0-1 1 0 0,0 1 0 0 0,0 0-1 0 0,0-1 1 0 0,0 1 0 0 0,0 0-1 0 0,0-1 1 0 0,0 1 0 0 0,0-1 25 0 0,0 0 1 0 0,0 1-1 0 0,-1-1 1 0 0,1 0-1 0 0,0 1 1 0 0,0-1-1 0 0,-1 1 0 0 0,1-1 1 0 0,0 0-1 0 0,-1 1 1 0 0,1-1-1 0 0,0 1 1 0 0,-1-1-1 0 0,1 1 1 0 0,-1-1-1 0 0,1 1 1 0 0,-1-1-1 0 0,1 1 1 0 0,-1 0-1 0 0,1-1 1 0 0,-1 1-1 0 0,1 0 1 0 0,-1-1-1 0 0,0 1 1 0 0,1 0-1 0 0,-1 0 1 0 0,0-1-1 0 0,1 1 1 0 0,-1 0-1 0 0,-1 0 0 0 0,-3 0 56 0 0,-18-5 357 0 0,18 9-203 0 0,-1 0-157 0 0,0 0 0 0 0,1 1 0 0 0,-1 0 0 0 0,1 0 0 0 0,0 0 0 0 0,0 1 0 0 0,0 0 0 0 0,1 0 0 0 0,0 0 1 0 0,0 0-1 0 0,-5 13 0 0 0,6-11-113 0 0,1 1 0 0 0,-1-1 1 0 0,2 1-1 0 0,-1 0 0 0 0,1 0 1 0 0,1 0-1 0 0,-1-1 0 0 0,1 1 1 0 0,1 0-1 0 0,0 0 0 0 0,0 0 1 0 0,1-1-1 0 0,0 1 0 0 0,0 0 1 0 0,1-1-1 0 0,7 16 0 0 0,-9-22-32 0 0,0 0 0 0 0,0 0 0 0 0,0 0 0 0 0,1 0 0 0 0,-1 0 0 0 0,1 0 0 0 0,-1 0 0 0 0,1 0 0 0 0,-1-1 0 0 0,1 1 0 0 0,2 1 0 0 0,1 1-99 0 0,-2-1-5 0 0,1-1 0 0 0,-1 1 1 0 0,1-1-1 0 0,-1 0 1 0 0,1 0-1 0 0,-1 0 1 0 0,1-1-1 0 0,0 1 1 0 0,0-1-1 0 0,0 0 0 0 0,0 0 1 0 0,0-1-1 0 0,7 2 1 0 0,-8-2 50 0 0,0 1-11 0 0,-1-1 0 0 0,0 1 0 0 0,1-1 0 0 0,-1 1 0 0 0,0-1 0 0 0,1 0 0 0 0,-1 0-1 0 0,1 0 1 0 0,-1-1 0 0 0,0 1 0 0 0,4-1 0 0 0,1 0-230 0 0,-3 1 158 0 0,-1 0 0 0 0,1-1 0 0 0,0 1 1 0 0,0-1-1 0 0,-1 0 0 0 0,1 0 0 0 0,-1 0 0 0 0,1 0 1 0 0,-1 0-1 0 0,5-3 0 0 0,4-1-316 0 0,22-8-1876 0 0,-5-1-1685 0 0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24.7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110 11 4424 0 0,'-4'-2'1373'0'0,"-12"-5"-293"0"0,12 5 584 0 0,-2 3-1012 0 0,0 0-444 0 0,1 0 0 0 0,-1 1 0 0 0,1-1 0 0 0,-1 1 0 0 0,1 1 0 0 0,0-1 0 0 0,-6 4 0 0 0,6-3 74 0 0,2 3-23 0 0,-18 42 415 0 0,20-44-482 0 0,1 3-34 0 0,0 4-102 0 0,1 0 0 0 0,1 1 0 0 0,0-1-1 0 0,0 0 1 0 0,1 0 0 0 0,0-1 0 0 0,9 20 0 0 0,18 13-102 0 0,66 73 0 0 0,-92-113 45 0 0,-1 1 9 0 0,-3-3-5 0 0,0-1 1 0 0,0 1 0 0 0,0-1-1 0 0,0 1 1 0 0,0-1 0 0 0,0 1-1 0 0,0-1 1 0 0,0 1 0 0 0,1-1-1 0 0,-1 1 1 0 0,0-1-1 0 0,0 1 1 0 0,0-1 0 0 0,1 1-1 0 0,-1-1 1 0 0,0 0 0 0 0,0 1-1 0 0,1-1 1 0 0,-1 1 0 0 0,1-1-1 0 0,-1 0 1 0 0,0 1-1 0 0,1-1 1 0 0,-1 0 0 0 0,1 1-1 0 0,0-1 1 0 0,0 1 2 0 0,0-1 0 0 0,-1 1 0 0 0,1 0 0 0 0,0-1 0 0 0,0 1 0 0 0,0 0 0 0 0,-1 0-1 0 0,1 0 1 0 0,0-1 0 0 0,-1 1 0 0 0,1 0 0 0 0,-1 0 0 0 0,1 0 0 0 0,-1 0 0 0 0,0 0 0 0 0,1 0 0 0 0,-1 0 0 0 0,0 0 0 0 0,1 2 0 0 0,0 0 2 0 0,0-2-7 0 0,-1 0 1 0 0,1 1-1 0 0,-1-1 1 0 0,1 0-1 0 0,-1 1 1 0 0,0-1-1 0 0,1 1 1 0 0,-1-1-1 0 0,0 0 0 0 0,0 1 1 0 0,0-1-1 0 0,0 3 1 0 0,-1-3-6 0 0,0 1-1 0 0,0-1 1 0 0,0 1 0 0 0,0-1-1 0 0,0 1 1 0 0,0-1 0 0 0,0 0-1 0 0,0 0 1 0 0,-1 1 0 0 0,1-1-1 0 0,0 0 1 0 0,-4 1 0 0 0,3 0-15 0 0,-1 0-37 0 0,0 0 0 0 0,0 0 0 0 0,0 0 0 0 0,-1 0 0 0 0,1-1 0 0 0,0 1 0 0 0,-1-1 0 0 0,1 0-1 0 0,-1 0 1 0 0,1-1 0 0 0,-1 1 0 0 0,0-1 0 0 0,-6 1 0 0 0,8-1 28 0 0,-3 1-266 0 0,-3-1-70 0 0,-22 1-72 0 0,22 0-90 0 0,7-1 457 0 0,0 0 1 0 0,0 0-1 0 0,0 0 1 0 0,0 0-1 0 0,0-1 1 0 0,0 1-1 0 0,0 0 1 0 0,0 0 0 0 0,0-1-1 0 0,0 1 1 0 0,0 0-1 0 0,0-1 1 0 0,1 1-1 0 0,-1-1 1 0 0,0 1-1 0 0,-1-2 1 0 0,1 2-59 0 0,1-1 1 0 0,-1 0-1 0 0,0 1 1 0 0,0-1-1 0 0,0 1 0 0 0,0-1 1 0 0,0 1-1 0 0,0 0 1 0 0,1-1-1 0 0,-1 1 1 0 0,0 0-1 0 0,0 0 0 0 0,0 0 1 0 0,0 0-1 0 0,0 0 1 0 0,-2 0-1 0 0,2-5-2515 0 0,-7-16-1880 0 0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25.0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28 4248 0 0,'3'-5'1846'0'0,"8"-18"6923"0"0,-12 29-8272 0 0,-4 57 617 0 0,3-17-929 0 0,2 0 1 0 0,2-1 0 0 0,2 1-1 0 0,2-1 1 0 0,2 0 0 0 0,2 0-1 0 0,18 50 1 0 0,-24-83-266 0 0,0-1-1 0 0,1 0 1 0 0,0 0-1 0 0,1 0 1 0 0,0-1-1 0 0,1 1 1 0 0,0-2-1 0 0,0 1 1 0 0,1-1-1 0 0,0 0 1 0 0,18 14 0 0 0,-22-20-148 0 0,1 0 1 0 0,-1 0-1 0 0,1-1 1 0 0,-1 0-1 0 0,1 0 1 0 0,0 0-1 0 0,0 0 1 0 0,0-1-1 0 0,0 0 1 0 0,7 1-1 0 0,-7-1 16 0 0,0 0-678 0 0,3-2-61 0 0,-4 1 864 0 0,1 0-299 0 0,1 0 1 0 0,-1-1-1 0 0,0 1 1 0 0,0-1-1 0 0,0 0 1 0 0,0 0-1 0 0,0-1 1 0 0,0 0-1 0 0,0 0 1 0 0,0 0-1 0 0,-1 0 1 0 0,1-1-1 0 0,5-4 1 0 0,7-9-2166 0 0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25.2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89 218 3016 0 0,'-6'-3'1664'0'0,"-45"-17"2025"0"0,47 19-2689 0 0,-1-1-79 0 0,-18-8 1786 0 0,24 5-2433 0 0,3-17-80 0 0,-4 21-192 0 0,0 1 0 0 0,0 0 0 0 0,0-1 0 0 0,0 1 0 0 0,0 0 0 0 0,0-1 0 0 0,0 1 0 0 0,0 0 0 0 0,0-1 0 0 0,1 1 0 0 0,-1 0 0 0 0,0-1 0 0 0,0 1 0 0 0,0 0 0 0 0,0 0 0 0 0,1-1 0 0 0,-1 1 0 0 0,0 0 0 0 0,0 0 0 0 0,0-1 0 0 0,1 1 0 0 0,-1 0 0 0 0,0 0 0 0 0,0 0 0 0 0,1-1 0 0 0,-1 1 0 0 0,0 0 0 0 0,1 0 0 0 0,-1 0 0 0 0,0 0 0 0 0,1 0 0 0 0,252-111-5240 0 0,-213 93 2207 0 0,0 1-2189 0 0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26.2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327 12 4536 0 0,'-7'-1'1521'0'0,"0"-2"-1054"0"0,5 1-213 0 0,-1 1 0 0 0,0 0 1 0 0,1 1-1 0 0,-1-1 0 0 0,0 0 1 0 0,1 1-1 0 0,-1-1 0 0 0,0 1 0 0 0,0 0 1 0 0,-4 0-1 0 0,-3-1 87 0 0,0 1 0 0 0,0 1 1 0 0,1 0-1 0 0,-1 0 0 0 0,0 0 1 0 0,0 1-1 0 0,0 1 0 0 0,1 0 1 0 0,-16 7-1 0 0,11-2-105 0 0,1 0 0 0 0,1 1 0 0 0,0 1 1 0 0,0 0-1 0 0,1 0 0 0 0,0 1 0 0 0,-12 17 0 0 0,15-17-124 0 0,1 0 0 0 0,1 1 0 0 0,-1 0 0 0 0,2 0 0 0 0,0 0-1 0 0,1 1 1 0 0,0-1 0 0 0,0 1 0 0 0,1 0 0 0 0,1 0 0 0 0,-1 18-1 0 0,3-26-89 0 0,1 1 0 0 0,-1-1 0 0 0,1 0 0 0 0,0 1-1 0 0,0-1 1 0 0,1 0 0 0 0,-1 1 0 0 0,1-1 0 0 0,1 0-1 0 0,4 8 1 0 0,-5-8-15 0 0,1 0 6 0 0,0 1 1 0 0,0-1-1 0 0,1 0 0 0 0,-1 0 0 0 0,1-1 0 0 0,0 1 0 0 0,1-1 1 0 0,-1 0-1 0 0,1 0 0 0 0,6 5 0 0 0,-7-6-47 0 0,0 0 0 0 0,0 0-1 0 0,1 0 1 0 0,-1-1 0 0 0,1 0 0 0 0,0 0-1 0 0,-1 0 1 0 0,1 0 0 0 0,0 0 0 0 0,0-1-1 0 0,0 0 1 0 0,7 0 0 0 0,-7 0 5 0 0,15 4-274 0 0,7-5-128 0 0,-19-1 229 0 0,58-9-1712 0 0,-50 6 855 0 0,6-5 119 0 0,-11 2-308 0 0,-4 3 702 0 0,4-2-141 0 0,4-4-2758 0 0,6-6-1623 0 0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27.3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92 776 2668 0 0,'0'0'8451'0'0,"-1"-5"-8106"0"0,-6-12-57 0 0,5 13-50 0 0,3-3-64 0 0,14-119 257 0 0,-9 45-103 0 0,-3-1 0 0 0,-3 0 1 0 0,-4 0-1 0 0,-18-97 0 0 0,10 120 535 0 0,-6 11-63 0 0,16 44-521 0 0,-16 15 0 0 0,12-3-164 0 0,0 10-72 0 0,1 0-1 0 0,1 0 0 0 0,0 1 1 0 0,1 0-1 0 0,2-1 1 0 0,0 1-1 0 0,0 0 1 0 0,2 0-1 0 0,4 28 0 0 0,5 15-40 0 0,28 95 0 0 0,-26-119-929 0 0,2 0 0 0 0,1 0 0 0 0,38 65 0 0 0,-50-99 723 0 0,0 1-1 0 0,0-1 1 0 0,0 0-1 0 0,1-1 1 0 0,0 1 0 0 0,0-1-1 0 0,0 1 1 0 0,0-1-1 0 0,0 0 1 0 0,1-1 0 0 0,5 4-1 0 0,-6-4 71 0 0,0 0-509 0 0,2-1 7 0 0,1-1 448 0 0,-5 0 111 0 0,0 0 1 0 0,0 0-1 0 0,0 0 1 0 0,0 0-1 0 0,0 1 0 0 0,0-1 1 0 0,0 1-1 0 0,0-1 1 0 0,0 1-1 0 0,3 1 0 0 0,1-4-210 0 0,-2 0 257 0 0,0 1-25 0 0,0 0 1 0 0,-1 0-1 0 0,1 0 0 0 0,-1-1 1 0 0,1 1-1 0 0,-1-1 1 0 0,0 0-1 0 0,0 0 0 0 0,0-1 1 0 0,0 1-1 0 0,0 0 0 0 0,0-1 1 0 0,-1 0-1 0 0,5-6 1 0 0,26-48 49 0 0,-28 48 55 0 0,4-14 1 0 0,-4 1 136 0 0,10-35 728 0 0,-14 52-485 0 0,0 0 30 0 0,0 2-859 0 0,1-13 2556 0 0,-8 29 875 0 0,4-9-2864 0 0,2 3-40 0 0,1 6-103 0 0,0 0-1 0 0,1 1 1 0 0,0-1-1 0 0,1 0 1 0 0,0-1-1 0 0,1 1 1 0 0,1 0-1 0 0,0-1 1 0 0,0 0-1 0 0,1 0 1 0 0,1-1 0 0 0,10 15-1 0 0,-14-23-69 0 0,-1-2 37 0 0,-1-1 0 0 0,1 1 0 0 0,0 0 1 0 0,-1 0-1 0 0,1 0 0 0 0,0 0 0 0 0,-1 0 1 0 0,1 0-1 0 0,-1 0 0 0 0,1 0 0 0 0,1 3 1 0 0,1-1-8 0 0,0 1-29 0 0,1-3-2 0 0,-1 0 28 0 0,0 0 0 0 0,0 0 0 0 0,0 0 0 0 0,0-1 0 0 0,1 1 0 0 0,-1-1 1 0 0,0 0-1 0 0,0 0 0 0 0,0-1 0 0 0,0 1 0 0 0,0-1 0 0 0,0 0 0 0 0,0 0 1 0 0,0 0-1 0 0,0-1 0 0 0,0 1 0 0 0,-1-1 0 0 0,1 0 0 0 0,4-3 0 0 0,3-5 26 0 0,-1-1 0 0 0,0 0-1 0 0,-1 0 1 0 0,0-1 0 0 0,-1 0-1 0 0,0-1 1 0 0,-1 0 0 0 0,-1 0-1 0 0,0 0 1 0 0,0-1 0 0 0,4-17-1 0 0,14-51 1079 0 0,-23 77 315 0 0,0 10-1347 0 0,4 59 282 0 0,-4-50-470 0 0,0 0 0 0 0,2 0 0 0 0,-1-1 1 0 0,2 1-1 0 0,0-1 0 0 0,0 1 0 0 0,12 22 0 0 0,-14-32-44 0 0,0-1-1 0 0,0 0 0 0 0,1 0 0 0 0,-1 0 0 0 0,1-1 0 0 0,-1 1 0 0 0,1 0 0 0 0,0-1 0 0 0,0 0 0 0 0,0 1 1 0 0,0-1-1 0 0,0 0 0 0 0,0-1 0 0 0,6 3 0 0 0,-6-3 76 0 0,3 2-384 0 0,0-1 1 0 0,-1 0 0 0 0,1 0 0 0 0,0-1 0 0 0,0 1 0 0 0,0-1 0 0 0,0-1 0 0 0,12 1-1 0 0,-13-1 209 0 0,-3 0 51 0 0,0 0-1 0 0,0 0 1 0 0,0 0-1 0 0,0 0 1 0 0,0 0-1 0 0,0 0 1 0 0,0 0-1 0 0,0-1 0 0 0,0 1 1 0 0,0-1-1 0 0,0 1 1 0 0,0-1-1 0 0,3-1 1 0 0,0-1-743 0 0,1 2-3444 0 0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27.9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163 32 2592 0 0,'0'0'2897'0'0,"-1"-5"-1785"0"0,-3-16-197 0 0,3 15 1251 0 0,-33 6-1102 0 0,27 0-628 0 0,0 2-62 0 0,-44 18 473 0 0,47-17-616 0 0,-1 0-40 0 0,-14 11-56 0 0,14-11-20 0 0,4-1-102 0 0,0-1 0 0 0,1 1 0 0 0,-1-1 0 0 0,0 1 0 0 0,0-1 0 0 0,0 1 0 0 0,0-1 0 0 0,0 0 0 0 0,0 0 0 0 0,0 1 0 0 0,0-1 0 0 0,-2 1 0 0 0,2-1 6 0 0,-2 3 42 0 0,2 1 0 0 0,-3 13-21 0 0,3-13-22 0 0,3-1 0 0 0,0 3-18 0 0,2-1-1 0 0,-1 1 0 0 0,1-1 1 0 0,0 0-1 0 0,0 0 0 0 0,1 0 1 0 0,-1-1-1 0 0,11 10 0 0 0,67 57-58 0 0,-77-68 84 0 0,-1 1 0 0 0,0-1 0 0 0,0 1-1 0 0,0 0 1 0 0,0 1 0 0 0,-1-1 0 0 0,3 7 0 0 0,-5-11-14 0 0,1 3 222 0 0,1 10-62 0 0,-3-13-154 0 0,0 0-1 0 0,1 1 1 0 0,-1-1-1 0 0,0 1 0 0 0,0-1 1 0 0,0 0-1 0 0,0 1 1 0 0,0-1-1 0 0,0 0 0 0 0,0 1 1 0 0,0-1-1 0 0,0 0 0 0 0,-1 1 1 0 0,1-1-1 0 0,-1 0 1 0 0,1 1-1 0 0,-2 1 0 0 0,-2 5 36 0 0,0 0-1 0 0,-1-1 0 0 0,0 0 1 0 0,-7 8-1 0 0,9-11-16 0 0,-2-1-119 0 0,-15 8-42 0 0,15-8-76 0 0,0-2-96 0 0,-17 6-92 0 0,17-6-109 0 0,0-2-793 0 0,-22-2-1534 0 0,25-2 1269 0 0,-7-17-1125 0 0,7 16-1919 0 0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28.2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5116 0 0,'0'0'9224'0'0,"2"3"-8707"0"0,7 12-52 0 0,-6-11-53 0 0,-3 3-21 0 0,-1 2-262 0 0,0-6-58 0 0,1 1 0 0 0,0 0-1 0 0,0 0 1 0 0,0-1 0 0 0,0 1 0 0 0,1 0-1 0 0,1 6 1 0 0,5 36 434 0 0,-2 6-146 0 0,0-16-222 0 0,2 0 0 0 0,19 57 0 0 0,-18-72-113 0 0,1 0-1 0 0,0-1 1 0 0,2 0 0 0 0,0 0 0 0 0,1-1 0 0 0,21 24 0 0 0,-28-36-362 0 0,1 0 0 0 0,1 0 0 0 0,-1 0 0 0 0,1-1 0 0 0,1 0 0 0 0,-1-1 0 0 0,1 0 0 0 0,0 0 0 0 0,0 0-1 0 0,9 3 1 0 0,7-2-676 0 0,-18-4-119 0 0,-1-3-249 0 0,16-1-326 0 0,-15 1-11 0 0,-3-2-1060 0 0,14-9-1989 0 0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28.4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100 131 2888 0 0,'-63'-14'4505'0'0,"58"13"-3401"0"0,0-1-137 0 0,-16-5-145 0 0,16 5 1034 0 0,5 0-1836 0 0,0 1 1 0 0,0 0 0 0 0,1-1 0 0 0,-1 1-1 0 0,0 0 1 0 0,1-1 0 0 0,0 1-1 0 0,-1 0 1 0 0,1-1 0 0 0,0 1 0 0 0,-1 0-1 0 0,2-2 1 0 0,0 0 6 0 0,-1 3-28 0 0,-1 0 1 0 0,0-1 0 0 0,0 1-1 0 0,0 0 1 0 0,0-1 0 0 0,1 1-1 0 0,-1 0 1 0 0,0-1-1 0 0,0 1 1 0 0,0 0 0 0 0,1-1-1 0 0,-1 1 1 0 0,0 0-1 0 0,1 0 1 0 0,-1 0 0 0 0,0-1-1 0 0,0 1 1 0 0,1 0 0 0 0,-1 0-1 0 0,0 0 1 0 0,1 0-1 0 0,-1-1 1 0 0,0 1 0 0 0,1 0-1 0 0,-1 0 1 0 0,1 0 0 0 0,-1 0-1 0 0,222-51-3143 0 0,-109 28-2363 0 0,-105 21 1771 0 0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28.8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77 99 3400 0 0,'0'0'1100'0'0,"-2"4"-162"0"0,1-2-929 0 0,-18 33 2763 0 0,18-33-2660 0 0,0 0-1 0 0,-1 1 0 0 0,1-1 1 0 0,1 0-1 0 0,-1 1 0 0 0,0-1 0 0 0,1 1 1 0 0,-1-1-1 0 0,1 1 0 0 0,0-1 1 0 0,0 1-1 0 0,-1-1 0 0 0,2 1 1 0 0,-1 2-1 0 0,5-3-126 0 0,17 5 1 0 0,-17-5 0 0 0,1-4 9 0 0,-2 2-1 0 0,2-1 20 0 0,1-1 0 0 0,-1 1 1 0 0,0-1-1 0 0,0 0 0 0 0,0 0 0 0 0,0-1 0 0 0,0 0 0 0 0,-1 0 1 0 0,1 0-1 0 0,-1-1 0 0 0,0 1 0 0 0,1-1 0 0 0,-2-1 1 0 0,1 1-1 0 0,-1-1 0 0 0,1 1 0 0 0,4-8 0 0 0,5-38 44 0 0,-13 44-22 0 0,-1 1 19 0 0,-3-16 30 0 0,3 16 13 0 0,-4 1-3 0 0,-9-12 19 0 0,10 12 36 0 0,-2 1 39 0 0,-15-5 21 0 0,15 6 28 0 0,-1 3 16 0 0,-2 1-141 0 0,0 1 0 0 0,0 0 0 0 0,0 0 0 0 0,0 1-1 0 0,0 0 1 0 0,1 1 0 0 0,0 0 0 0 0,0 0-1 0 0,0 0 1 0 0,1 1 0 0 0,-1 0 0 0 0,1 0 0 0 0,1 0-1 0 0,-1 1 1 0 0,1 0 0 0 0,0 0 0 0 0,1 0-1 0 0,-7 15 1 0 0,9-20-87 0 0,1 0 0 0 0,0 0 0 0 0,-1 1 0 0 0,1-1 0 0 0,0 0 0 0 0,0 1 0 0 0,0-1 0 0 0,1 1 0 0 0,-1-1 0 0 0,0 4 0 0 0,-1 14 172 0 0,1-15-176 0 0,0 1-1 0 0,0-1 1 0 0,1 1-1 0 0,0-1 1 0 0,0 0-1 0 0,1 1 1 0 0,0-1-1 0 0,0 1 1 0 0,0-1-1 0 0,0 0 1 0 0,1 0-1 0 0,0 0 1 0 0,0 0-1 0 0,0 0 1 0 0,6 9-1 0 0,-4-9-139 0 0,1 0-1 0 0,-1-1 0 0 0,1 0 0 0 0,0 0 1 0 0,1 0-1 0 0,-1 0 0 0 0,1-1 0 0 0,0 0 1 0 0,-1 0-1 0 0,1 0 0 0 0,7 1 0 0 0,6 2-811 0 0,1-2-1 0 0,28 4 1 0 0,-45-8 748 0 0,0 1 0 0 0,0-1 0 0 0,0 0 0 0 0,0 1-1 0 0,0-1 1 0 0,0-1 0 0 0,0 1 0 0 0,-1 0 0 0 0,1-1 0 0 0,6-1 0 0 0,-1 0-253 0 0,29-6-2456 0 0,-29 4 1941 0 0,0 2-3158 0 0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29.2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85 3296 0 0,'0'0'1040'0'0,"2"-4"-99"0"0,26-28 1925 0 0,-24 29-2316 0 0,3 4-322 0 0,-4-1-218 0 0,2 1 85 0 0,0-1 0 0 0,1 1 0 0 0,-1 0 0 0 0,0 0 0 0 0,0 1 0 0 0,0 0 0 0 0,0-1 0 0 0,0 2 0 0 0,8 4 1 0 0,-5-2 68 0 0,-1 1 1 0 0,0 0-1 0 0,0 1 1 0 0,0 0 0 0 0,-1 0-1 0 0,0 0 1 0 0,0 1-1 0 0,-1 0 1 0 0,0 0-1 0 0,0 0 1 0 0,-1 1 0 0 0,0 0-1 0 0,0 0 1 0 0,2 12-1 0 0,-4-15 56 0 0,-2 1 24 0 0,0-1-199 0 0,0 4 164 0 0,0 1 1 0 0,-1-1-1 0 0,-2 15 1 0 0,2-21-113 0 0,0 0-1 0 0,0-1 1 0 0,0 1-1 0 0,0 0 0 0 0,-1-1 1 0 0,1 1-1 0 0,-1-1 1 0 0,0 1-1 0 0,0-1 1 0 0,-1 0-1 0 0,1 0 1 0 0,-1 0-1 0 0,1 0 1 0 0,-1-1-1 0 0,0 1 1 0 0,-3 2-1 0 0,-11 6 246 0 0,13-8-15 0 0,-2-1 14 0 0,0 0-215 0 0,4-1-46 0 0,0 0 0 0 0,1 0-1 0 0,-1 0 1 0 0,0 0-1 0 0,0-1 1 0 0,0 1 0 0 0,0-1-1 0 0,0 0 1 0 0,0 1-1 0 0,-3-1 1 0 0,-35-8 667 0 0,25-12-315 0 0,15 15-453 0 0,0-1 1 0 0,1 1 0 0 0,0 0 0 0 0,0 0 0 0 0,1 0-1 0 0,0 0 1 0 0,-1 0 0 0 0,2 0 0 0 0,-1 0 0 0 0,0 0-1 0 0,6-6 1 0 0,37-53-1066 0 0,-26 41 165 0 0,1 2 0 0 0,1-1 0 0 0,1 2 1 0 0,32-22-1 0 0,-30 25-1630 0 0,0 2 0 0 0,32-15 0 0 0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31.0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243 28 3976 0 0,'0'0'1599'0'0,"-2"-3"-335"0"0,-7-12-202 0 0,7 11 709 0 0,-4 3-1017 0 0,3 0-672 0 0,1 0 13 0 0,-1 0 0 0 0,1 1 1 0 0,0-1-1 0 0,-1 1 0 0 0,1-1 1 0 0,0 1-1 0 0,-1 0 0 0 0,1 0 1 0 0,-1 0-1 0 0,1 0 0 0 0,0 1 1 0 0,-1-1-1 0 0,1 1 0 0 0,0-1 1 0 0,-1 1-1 0 0,1 0 0 0 0,0 0 1 0 0,0 0-1 0 0,0 0 0 0 0,0 0 1 0 0,-4 3-1 0 0,-9 7 103 0 0,1 1 1 0 0,1 1-1 0 0,0 0 0 0 0,0 1 0 0 0,2 0 0 0 0,-1 1 1 0 0,2 1-1 0 0,0-1 0 0 0,1 1 0 0 0,1 1 1 0 0,0 0-1 0 0,-8 25 0 0 0,14-35-187 0 0,-1 0 13 0 0,1 0 1 0 0,0 1-1 0 0,0-1 1 0 0,1 1-1 0 0,0-1 1 0 0,0 1-1 0 0,0 0 1 0 0,2 10-1 0 0,-1-14-12 0 0,0 1-39 0 0,0 0 0 0 0,0-1-1 0 0,0 1 1 0 0,1 0 0 0 0,0-1 0 0 0,0 1-1 0 0,0-1 1 0 0,1 1 0 0 0,0-1-1 0 0,-1 0 1 0 0,1 1 0 0 0,1-1 0 0 0,4 7-1 0 0,-3-5-45 0 0,-3-4 37 0 0,0 0 1 0 0,1 0-1 0 0,-1 0 1 0 0,1 0-1 0 0,-1 0 1 0 0,1-1-1 0 0,0 1 1 0 0,0-1-1 0 0,0 1 0 0 0,0-1 1 0 0,3 3-1 0 0,1 1-59 0 0,-5-4 56 0 0,1 1 0 0 0,0 0 0 0 0,0-1-1 0 0,0 1 1 0 0,-1-1 0 0 0,2 0 0 0 0,-1 0-1 0 0,0 0 1 0 0,0 0 0 0 0,0 0 0 0 0,0 0 0 0 0,1 0-1 0 0,2 0 1 0 0,4 2-79 0 0,28 6-450 0 0,-26-7 459 0 0,34 2-475 0 0,-34-2 460 0 0,-6-1 40 0 0,0-1 0 0 0,0 1-1 0 0,0-1 1 0 0,0 0 0 0 0,0 0-1 0 0,0-1 1 0 0,9-2 0 0 0,2 2-99 0 0,-3 0-77 0 0,0 0 0 0 0,0-1 0 0 0,1-1 0 0 0,-1 0 0 0 0,-1-1 0 0 0,14-5 1 0 0,-14 4 108 0 0,-1-1 0 0 0,1 0 1 0 0,-1 0-1 0 0,0-2 0 0 0,0 1 1 0 0,-1-1-1 0 0,0-1 1 0 0,-1 0-1 0 0,12-13 0 0 0,-18 17 75 0 0,-1 0 61 0 0,7-18 81 0 0,-6 18 298 0 0,-5-1-211 0 0,-3-18 14 0 0,4 18 143 0 0,-4 4-145 0 0,-12-8 10 0 0,13 8 363 0 0,-2 2-452 0 0,-19 1-86 0 0,18-1 302 0 0,4 3-260 0 0,3-3-50 0 0,0 1-1 0 0,-1-1 1 0 0,1 0 0 0 0,-1 0 0 0 0,1 1 0 0 0,0-1 0 0 0,-1 0 0 0 0,1 1 0 0 0,0-1 0 0 0,-1 0 0 0 0,1 1 0 0 0,0-1 0 0 0,-1 1-1 0 0,1-1 1 0 0,0 0 0 0 0,0 1 0 0 0,0-1 0 0 0,-1 1 0 0 0,1-1 0 0 0,0 1 0 0 0,0-1 0 0 0,0 0 0 0 0,0 1 0 0 0,0-1-1 0 0,0 1 1 0 0,0-1 0 0 0,0 1 0 0 0,0-1 0 0 0,0 1 0 0 0,0-1 0 0 0,0 1 0 0 0,0-1 0 0 0,0 1 0 0 0,1 0 0 0 0,0 0-14 0 0,1-1 1 0 0,-1 1-1 0 0,1 0 1 0 0,-1-1-1 0 0,1 1 1 0 0,-1-1-1 0 0,1 0 1 0 0,0 1 0 0 0,-1-1-1 0 0,1 0 1 0 0,-1 0-1 0 0,1 0 1 0 0,2 0-1 0 0,2-2-36 0 0,0 0 0 0 0,0 0 0 0 0,-1-1 0 0 0,1 0-1 0 0,-1 0 1 0 0,1 0 0 0 0,7-6 0 0 0,-12 7 62 0 0,4-1-22 0 0,0-1 0 0 0,-1 1 0 0 0,0-1 0 0 0,0 0 0 0 0,0 0 1 0 0,0-1-1 0 0,-1 1 0 0 0,1-1 0 0 0,-1 0 0 0 0,-1 0 0 0 0,1 0 0 0 0,-1 0 0 0 0,1-1 1 0 0,-1 1-1 0 0,-1 0 0 0 0,1-1 0 0 0,0-7 0 0 0,-1 11 30 0 0,0-4 115 0 0,-1-1-66 0 0,0-22 26 0 0,0 22 13 0 0,-2 3 20 0 0,-6-12 20 0 0,6 12 250 0 0,-11 0-63 0 0,-2 0 14 0 0,11 7-246 0 0,0-1 0 0 0,-1 1 1 0 0,1-1-1 0 0,0 1 0 0 0,0 0 1 0 0,0 0-1 0 0,1 1 0 0 0,-1-1 1 0 0,-4 7-1 0 0,8-10-95 0 0,-4 6 70 0 0,-1-1-1 0 0,1 2 1 0 0,1-1 0 0 0,-1 0-1 0 0,1 1 1 0 0,0 0-1 0 0,-4 11 1 0 0,6-12-54 0 0,-7 13 96 0 0,7-17-101 0 0,0 0-1 0 0,0 0 1 0 0,1 1-1 0 0,-1-1 1 0 0,1 1-1 0 0,-1-1 1 0 0,1 0 0 0 0,0 1-1 0 0,0 4 1 0 0,-1 2-7 0 0,1 0 1 0 0,0 0 0 0 0,1 0 0 0 0,0 0-1 0 0,0 0 1 0 0,5 15 0 0 0,-4-19-109 0 0,0 0 1 0 0,0 0 0 0 0,0 0 0 0 0,1-1 0 0 0,0 1 0 0 0,0 0 0 0 0,0-1 0 0 0,1 0-1 0 0,-1 0 1 0 0,1 0 0 0 0,0 0 0 0 0,0-1 0 0 0,1 1 0 0 0,7 4 0 0 0,3-2-674 0 0,0 0 1 0 0,0-1 0 0 0,29 5 0 0 0,-38-10-308 0 0,1-1-123 0 0,24-6-881 0 0,-24 6-1446 0 0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31.5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38 3256 0 0,'0'0'1872'0'0,"4"-2"-1107"0"0,-4 0-597 0 0,1 1 1 0 0,1 0 0 0 0,-1-1 0 0 0,0 1 0 0 0,0 0 0 0 0,0 0 0 0 0,1 0 0 0 0,-1 0 0 0 0,0 0 0 0 0,1 0-1 0 0,1 0 1 0 0,0 5 251 0 0,1 4-223 0 0,0 1 0 0 0,0 0 0 0 0,0 0 0 0 0,-1 0 0 0 0,-1 1 0 0 0,0-1 0 0 0,0 1 0 0 0,1 14 0 0 0,-2 0 229 0 0,0-1 1 0 0,-4 32 0 0 0,3-49-251 0 0,-2-2 10 0 0,-5 12-6 0 0,6-12 377 0 0,-1-3-531 0 0,1-1-1 0 0,-1 1 1 0 0,1 0-1 0 0,-1 0 1 0 0,1-1-1 0 0,0 1 1 0 0,-1 0-1 0 0,1 0 1 0 0,0 0-1 0 0,0 0 1 0 0,0 0-1 0 0,-2 2 1 0 0,2-2 17 0 0,-3 2 344 0 0,-1-5-388 0 0,-13-5 92 0 0,13 5 17 0 0,5 2-103 0 0,0-1 0 0 0,0 1-1 0 0,0-1 1 0 0,0 1 0 0 0,0 0-1 0 0,0-1 1 0 0,0 1 0 0 0,0 0 0 0 0,0-1-1 0 0,0 1 1 0 0,0-1 0 0 0,0 1-1 0 0,0 0 1 0 0,-1-1 0 0 0,1 1 0 0 0,0 0-1 0 0,0-1 1 0 0,0 1 0 0 0,-1 0-1 0 0,1-1 1 0 0,0 1 0 0 0,0 0 0 0 0,-1 0-1 0 0,1-1 1 0 0,0 1 0 0 0,-1 0-1 0 0,1 0 1 0 0,0-1 0 0 0,-1 1-1 0 0,0 0 7 0 0,0-1-1 0 0,0 1 0 0 0,1-1 0 0 0,-1 0 1 0 0,0 1-1 0 0,1-1 0 0 0,-1 1 0 0 0,0-1 0 0 0,1 0 1 0 0,-1 1-1 0 0,1-1 0 0 0,-1 0 0 0 0,1 0 0 0 0,-1 0 1 0 0,1 1-1 0 0,0-1 0 0 0,-1 0 0 0 0,1 0 0 0 0,0 0 1 0 0,0 0-1 0 0,0 0 0 0 0,0-1 0 0 0,-2-7-13 0 0,2 1-1 0 0,-1-1 0 0 0,1 1 1 0 0,1 0-1 0 0,-1-1 1 0 0,1 1-1 0 0,1-1 0 0 0,0 1 1 0 0,0 0-1 0 0,1 0 0 0 0,-1 0 1 0 0,2 0-1 0 0,-1 0 1 0 0,1 1-1 0 0,0-1 0 0 0,1 1 1 0 0,0 0-1 0 0,0 0 1 0 0,1 1-1 0 0,8-9 0 0 0,-4 6-40 0 0,0 1-1 0 0,21-14 0 0 0,-27 20 51 0 0,-3 0-5 0 0,1 1 0 0 0,0-1 0 0 0,0 1 0 0 0,0 0 0 0 0,0 0 0 0 0,1 0 0 0 0,-1 0 0 0 0,0 0 0 0 0,0 1-1 0 0,1-1 1 0 0,-1 0 0 0 0,0 1 0 0 0,1 0 0 0 0,2-1 0 0 0,3 1 4 0 0,-6-1-3 0 0,1 0 1 0 0,-1 0-1 0 0,1 1 1 0 0,0-1-1 0 0,0 1 0 0 0,-1 0 1 0 0,1 0-1 0 0,0 0 1 0 0,0 0-1 0 0,-1 0 0 0 0,4 1 1 0 0,2 0 4 0 0,-5-1-3 0 0,0 0 0 0 0,0 0-1 0 0,0 0 1 0 0,0 0 0 0 0,0 1 0 0 0,-1-1 0 0 0,1 1-1 0 0,0 0 1 0 0,0 0 0 0 0,0 0 0 0 0,-1 0 0 0 0,4 2 0 0 0,3 1 5 0 0,1 0 4 0 0,-1 1 0 0 0,0 0 0 0 0,0 0 0 0 0,0 1 0 0 0,-1 0 0 0 0,0 0 0 0 0,0 1 0 0 0,0 0 0 0 0,-1 1 0 0 0,0-1 0 0 0,-1 1 0 0 0,0 1 0 0 0,0-1 0 0 0,0 1 0 0 0,-1 0 0 0 0,-1 0 0 0 0,7 19 0 0 0,-3-5-356 0 0,-2 0 1 0 0,0 0-1 0 0,-2 1 0 0 0,0 0 1 0 0,-2 0-1 0 0,0 28 0 0 0,-5-21-932 0 0,2-26 377 0 0,1 1-210 0 0,-1 1 635 0 0,0 4-68 0 0,1 0-3118 0 0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31.7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62 4208 0 0,'4'-25'1767'0'0,"-4"20"-302"0"0,1 0-199 0 0,0-21 4552 0 0,0 31-5378 0 0,58 454 1840 0 0,-50-405-2451 0 0,12 60-1736 0 0,-14-87 62 0 0,1 0 0 0 0,12 28 0 0 0,-18-50 157 0 0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31.9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34 109 4280 0 0,'-28'-7'1763'0'0,"23"6"2495"0"0,7-3-3649 0 0,-1 3-539 0 0,0-1 0 0 0,1 0 0 0 0,-1 1-1 0 0,0-1 1 0 0,1 1 0 0 0,-1 0-1 0 0,1-1 1 0 0,-1 1 0 0 0,1 0 0 0 0,3-2-1 0 0,35-7 493 0 0,122-14-185 0 0,-26 6-2576 0 0,-42 0-3478 0 0,-51 9 977 0 0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32.4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76 142 3784 0 0,'-24'42'4939'0'0,"23"-38"-3490"0"0,5-2-1338 0 0,3 0-84 0 0,-1 0 1 0 0,1-1 0 0 0,-1 0-1 0 0,1 0 1 0 0,-1 0-1 0 0,13-1 1 0 0,-12-1-6 0 0,-1 0-5 0 0,46-14 31 0 0,-46 11-39 0 0,1 1-10 0 0,-1-1-1 0 0,1 0 1 0 0,-1-1-1 0 0,0 0 1 0 0,0 1 0 0 0,-1-2-1 0 0,1 1 1 0 0,-1-1-1 0 0,7-9 1 0 0,-10 11 123 0 0,0-2-10 0 0,5-18 8 0 0,-6 18-6 0 0,-1 1-11 0 0,-3-17 14 0 0,2 16 16 0 0,1 6-124 0 0,-1 0 1 0 0,1-1-1 0 0,-1 1 0 0 0,1 0 1 0 0,-1-1-1 0 0,0 1 0 0 0,1 0 1 0 0,0-1-1 0 0,-1 1 0 0 0,1-1 1 0 0,-1 1-1 0 0,1-1 0 0 0,-1 1 1 0 0,1-1-1 0 0,0 1 1 0 0,-1-1-1 0 0,1 1 0 0 0,0-1 1 0 0,0 1-1 0 0,-1-1 0 0 0,1 0 1 0 0,0 1-1 0 0,0-1 0 0 0,0 0 1 0 0,0 0 3 0 0,-1 0 0 0 0,1 0 1 0 0,0 0-1 0 0,-1 0 1 0 0,1 0-1 0 0,0 0 0 0 0,-1 0 1 0 0,1 0-1 0 0,-1 0 0 0 0,1 1 1 0 0,-1-1-1 0 0,0 0 1 0 0,1 0-1 0 0,-1 1 0 0 0,0-1 1 0 0,1 0-1 0 0,-1 1 1 0 0,0-1-1 0 0,0 1 0 0 0,0-1 1 0 0,-1 0-1 0 0,-6-2 170 0 0,-1 0-1 0 0,1 0 1 0 0,-1 1-1 0 0,-11-2 1 0 0,18 3-162 0 0,0 1 0 0 0,0-1 0 0 0,0 1 0 0 0,1 0 0 0 0,-1 0 0 0 0,0 0-1 0 0,0 0 1 0 0,1 0 0 0 0,-1 1 0 0 0,0-1 0 0 0,0 0 0 0 0,1 1 0 0 0,-1-1 0 0 0,0 1 0 0 0,1 0 0 0 0,-3 1 0 0 0,-1 0 38 0 0,-3 1 5 0 0,0 0 0 0 0,0 0 0 0 0,0 1 0 0 0,1 0 0 0 0,0 0 0 0 0,0 0 0 0 0,0 1 0 0 0,-7 6 0 0 0,9-7-38 0 0,2-2-2 0 0,0 0 0 0 0,1 0 1 0 0,-1 0-1 0 0,0 0 0 0 0,1 1 0 0 0,0-1 0 0 0,-1 1 0 0 0,1-1 0 0 0,-1 4 0 0 0,-2 1 14 0 0,3-5-25 0 0,0 0 1 0 0,0 0 0 0 0,0 0-1 0 0,0 0 1 0 0,1 1-1 0 0,-1-1 1 0 0,1 0-1 0 0,0 1 1 0 0,-1-1-1 0 0,0 5 1 0 0,-1 0 19 0 0,1-2-13 0 0,0-1 1 0 0,1 1-1 0 0,-1 0 0 0 0,1-1 0 0 0,0 1 1 0 0,0 0-1 0 0,0 0 0 0 0,1 0 1 0 0,0 0-1 0 0,0 0 0 0 0,0 0 0 0 0,1 7 1 0 0,0-8-14 0 0,-1-1-5 0 0,0 0 1 0 0,0 0-1 0 0,0 0 1 0 0,1 0-1 0 0,-1 0 1 0 0,1 0-1 0 0,0-1 1 0 0,-1 1-1 0 0,1 0 1 0 0,3 4-1 0 0,0 1-7 0 0,-4-6-7 0 0,1 1 1 0 0,-1-1 0 0 0,1 0 0 0 0,0 1 0 0 0,0-1-1 0 0,0 0 1 0 0,0 0 0 0 0,0 0 0 0 0,1 0 0 0 0,-1 0-1 0 0,1 0 1 0 0,-1 0 0 0 0,3 1 0 0 0,1 3-36 0 0,-2-2-7 0 0,0 1 1 0 0,1-1 0 0 0,0 0 0 0 0,0 0-1 0 0,0 0 1 0 0,0-1 0 0 0,0 1 0 0 0,1-1-1 0 0,5 3 1 0 0,0 1-152 0 0,1-1-124 0 0,1 1 1 0 0,-1-2-1 0 0,1 0 0 0 0,18 6 0 0 0,-22-8 206 0 0,-5-2 7 0 0,0 1-1 0 0,0-1 1 0 0,1 0 0 0 0,-1 0 0 0 0,0 0 0 0 0,1 0-1 0 0,-1-1 1 0 0,6 1 0 0 0,15 0-1272 0 0,-18 1 969 0 0,-4-1 237 0 0,0-1-1 0 0,0 1 1 0 0,1-1 0 0 0,-1 0-1 0 0,0 1 1 0 0,0-1-1 0 0,0 0 1 0 0,0 0-1 0 0,0-1 1 0 0,0 1-1 0 0,1 0 1 0 0,3-2-1 0 0,19-3-2260 0 0,-19 4-1731 0 0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32.7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89 3148 0 0,'0'0'1174'0'0,"4"-4"-164"0"0,14-15 1123 0 0,-13 19-1605 0 0,18-3-67 0 0,-18 3-53 0 0,0 2-10 0 0,2 0-272 0 0,-1 1 0 0 0,1 1-1 0 0,-1-1 1 0 0,0 1 0 0 0,-1 0 0 0 0,1 0-1 0 0,-1 1 1 0 0,1 0 0 0 0,-1 0 0 0 0,-1 0-1 0 0,1 0 1 0 0,-1 1 0 0 0,0 0 0 0 0,0 0-1 0 0,0 0 1 0 0,-1 0 0 0 0,0 1-1 0 0,0-1 1 0 0,-1 1 0 0 0,0 0 0 0 0,2 11-1 0 0,1 60 904 0 0,-11-52-567 0 0,4-20-373 0 0,0 1 179 0 0,0-2-35 0 0,-28 33 1043 0 0,27-35 12 0 0,-3-3-1020 0 0,-18 0-42 0 0,18 0 97 0 0,2-16-149 0 0,3 15-171 0 0,0 0 0 0 0,1 0 1 0 0,-1 0-1 0 0,1 0 0 0 0,0 0 1 0 0,-1 0-1 0 0,1 0 0 0 0,0-1 0 0 0,-1 1 1 0 0,1 0-1 0 0,0 0 0 0 0,0 0 1 0 0,0-1-1 0 0,0 1 0 0 0,0 0 0 0 0,1 0 1 0 0,-1 0-1 0 0,0 0 0 0 0,1-2 1 0 0,4-13-144 0 0,0 1 0 0 0,0-1 0 0 0,2 2 0 0 0,0-1 0 0 0,1 1 0 0 0,0 0 1 0 0,1 0-1 0 0,0 1 0 0 0,1 0 0 0 0,1 1 0 0 0,14-13 0 0 0,0 1-1481 0 0,35-26-1 0 0,26-7-5438 0 0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33.3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516 70 3320 0 0,'0'-5'1316'0'0,"-11"-32"1141"0"0,10 35-2355 0 0,1 1 1 0 0,-1-1-1 0 0,1 1 0 0 0,-1-1 0 0 0,0 1 0 0 0,0-1 0 0 0,0 1 0 0 0,0 0 0 0 0,0-1 0 0 0,0 1 0 0 0,0 0 0 0 0,0 0 0 0 0,-1 0 0 0 0,1 0 0 0 0,0 0 0 0 0,-1 0 0 0 0,1 0 0 0 0,-1 0 0 0 0,1 1 0 0 0,-1-1 0 0 0,1 0 0 0 0,-1 1 0 0 0,1-1 0 0 0,-1 1 0 0 0,0 0 0 0 0,1-1 0 0 0,-1 1 0 0 0,-2 0 0 0 0,-10 4 157 0 0,0 0 0 0 0,0 0 0 0 0,1 1 0 0 0,0 1 0 0 0,0 0 0 0 0,0 1 0 0 0,1 1 0 0 0,0 0 0 0 0,1 0 0 0 0,-1 1 0 0 0,-16 18 0 0 0,-6 8 253 0 0,2 1-1 0 0,-33 49 0 0 0,43-55-316 0 0,1 2 0 0 0,2 1 0 0 0,1 0 0 0 0,1 1 0 0 0,2 1 0 0 0,2 1 0 0 0,1 0 0 0 0,-9 49 1 0 0,18-67-238 0 0,0 0 1 0 0,2 0 0 0 0,0 0 0 0 0,1 0 0 0 0,0 0-1 0 0,2 1 1 0 0,0-1 0 0 0,1-1 0 0 0,1 1-1 0 0,0 0 1 0 0,2-1 0 0 0,0 0 0 0 0,1 0 0 0 0,0-1-1 0 0,2 0 1 0 0,-1 0 0 0 0,2-1 0 0 0,0 0 0 0 0,18 19-1 0 0,-15-21-419 0 0,1 0-1 0 0,0-1 1 0 0,0-1 0 0 0,1 0-1 0 0,1-1 1 0 0,0-1-1 0 0,0 0 1 0 0,1-2-1 0 0,0 0 1 0 0,0 0-1 0 0,1-2 1 0 0,34 7-1 0 0,-46-11-33 0 0,0 0 0 0 0,1 0 0 0 0,-1-1 0 0 0,0 0 0 0 0,0 0 0 0 0,11-2 0 0 0,1 0-652 0 0,25-1-3827 0 0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33.8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219 13 4140 0 0,'0'0'3743'0'0,"-5"-2"-2709"0"0,-13-7-97 0 0,13 7-111 0 0,-1 5-100 0 0,-9 5-238 0 0,0 0 0 0 0,1 1-1 0 0,1 1 1 0 0,-1 0-1 0 0,-21 23 1 0 0,26-24-319 0 0,2 0 1 0 0,-1 1-1 0 0,1 0 0 0 0,0 1 0 0 0,1-1 1 0 0,1 1-1 0 0,0 1 0 0 0,0-1 1 0 0,1 1-1 0 0,0-1 0 0 0,1 1 1 0 0,0 0-1 0 0,-1 22 0 0 0,3-31-155 0 0,1 0 0 0 0,0-1 1 0 0,-1 1-1 0 0,1 0 0 0 0,1 0 0 0 0,-1 0 0 0 0,0 0 0 0 0,1 0 0 0 0,-1 0 0 0 0,2 3 0 0 0,0 1 1 0 0,0 1-88 0 0,0 0-1 0 0,1-1 0 0 0,0 1 1 0 0,0-1-1 0 0,1 0 0 0 0,-1 0 1 0 0,1 0-1 0 0,1-1 0 0 0,0 1 0 0 0,0-1 1 0 0,0 0-1 0 0,0 0 0 0 0,13 9 1 0 0,-9-8-286 0 0,0-1 0 0 0,1 0 0 0 0,0 0 1 0 0,0-1-1 0 0,19 7 0 0 0,-23-10 267 0 0,1 1-252 0 0,-4-1 262 0 0,-1-1 1 0 0,1 0 0 0 0,-1 0 0 0 0,1 0 0 0 0,0 0 0 0 0,-1-1 0 0 0,1 1 0 0 0,0-1 0 0 0,5 1 0 0 0,16 0-945 0 0,-16 1 716 0 0,-6-1 140 0 0,1-1 1 0 0,0 1-1 0 0,0-1 0 0 0,0 1 1 0 0,0-1-1 0 0,0 0 1 0 0,-1 0-1 0 0,1-1 0 0 0,0 1 1 0 0,0 0-1 0 0,3-2 0 0 0,2 2-348 0 0,6-2-89 0 0,7-5-2615 0 0,16-7-1460 0 0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34.3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146 0 3612 0 0,'0'0'2641'0'0,"-6"1"-1568"0"0,-20 3-89 0 0,23-3-794 0 0,0 1-1 0 0,-1-1 1 0 0,1 1 0 0 0,0 0-1 0 0,0 0 1 0 0,0 0 0 0 0,0 0-1 0 0,0 0 1 0 0,1 0-1 0 0,-1 1 1 0 0,1 0 0 0 0,-1-1-1 0 0,1 1 1 0 0,0 0 0 0 0,-2 4-1 0 0,3-5-137 0 0,-8 8 445 0 0,1 1-1 0 0,0 1 1 0 0,-11 23 0 0 0,16-31-453 0 0,-2 6 239 0 0,4-8-251 0 0,0 0 0 0 0,0 0-1 0 0,0 0 1 0 0,0 1-1 0 0,0-1 1 0 0,0 0-1 0 0,1 0 1 0 0,-1 0-1 0 0,1 1 1 0 0,-1-1-1 0 0,1 4 1 0 0,-1 10 288 0 0,0-11-274 0 0,0 1 18 0 0,0 0-1 0 0,0-1 0 0 0,1 1 1 0 0,-1 0-1 0 0,2-1 1 0 0,-1 1-1 0 0,0 0 0 0 0,1-1 1 0 0,0 1-1 0 0,4 10 1 0 0,-3-8-26 0 0,-2-6-26 0 0,1 1 0 0 0,-1 0 0 0 0,1-1 0 0 0,0 1 0 0 0,0-1-1 0 0,0 1 1 0 0,1-1 0 0 0,-1 0 0 0 0,0 1 0 0 0,1-1 0 0 0,2 3-1 0 0,0 2 8 0 0,-2-4-14 0 0,-1 0 1 0 0,1-1 0 0 0,0 1-1 0 0,-1-1 1 0 0,1 1-1 0 0,1-1 1 0 0,-1 0 0 0 0,0 0-1 0 0,4 3 1 0 0,-4-3-1 0 0,6 6-131 0 0,1-1 0 0 0,0 0-1 0 0,0-1 1 0 0,0 0-1 0 0,1 0 1 0 0,0-1 0 0 0,0 0-1 0 0,13 4 1 0 0,23 3-900 0 0,-44-12 932 0 0,51 7-1560 0 0,-47-6 1011 0 0,-1-1-1 0 0,1 0 1 0 0,-1 0-1 0 0,1-1 1 0 0,-1 1 0 0 0,0-1-1 0 0,1 0 1 0 0,-1 0-1 0 0,7-3 1 0 0,11-9-4385 0 0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34.6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 3976 0 0,'0'0'3502'0'0,"4"-2"-2613"0"0,12-5-74 0 0,-9 7-72 0 0,6 9-373 0 0,-1 1 1 0 0,0 0-1 0 0,0 1 1 0 0,-1 0 0 0 0,-1 1-1 0 0,0 0 1 0 0,0 0-1 0 0,-1 1 1 0 0,13 26-1 0 0,1 7 318 0 0,29 85 0 0 0,-37-89-629 0 0,-3 1-1 0 0,-1 1 1 0 0,-3-1 0 0 0,-1 2-1 0 0,-2-1 1 0 0,-2 73 0 0 0,-4-91-537 0 0,-1 0 1 0 0,-2 1-1 0 0,0-1 1 0 0,-2-1 0 0 0,-1 1-1 0 0,-1-1 1 0 0,-1 0-1 0 0,-1-1 1 0 0,-1 0-1 0 0,-2 0 1 0 0,0-1 0 0 0,-24 32-1 0 0,-16 4-2909 0 0,-6-1-2396 0 0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36.7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464 2 2864 0 0,'0'0'4119'0'0,"-5"-1"-3577"0"0,-2 1-415 0 0,1 0-1 0 0,0 0 1 0 0,-1 1 0 0 0,1-1 0 0 0,-1 2 0 0 0,1-1 0 0 0,0 0 0 0 0,0 1 0 0 0,0 0 0 0 0,0 1 0 0 0,-12 6-1 0 0,-35 19 329 0 0,1 3 0 0 0,1 2-1 0 0,1 2 1 0 0,3 3-1 0 0,-45 44 1 0 0,88-78-286 0 0,0 0 28 0 0,2 0-123 0 0,1-2-32 0 0,0-1 0 0 0,0 1-1 0 0,0-1 1 0 0,0 0 0 0 0,0 0-1 0 0,0 1 1 0 0,0-1 0 0 0,-1 0-1 0 0,1 0 1 0 0,0 0 0 0 0,-3 1-1 0 0,5 3 89 0 0,5 12-93 0 0,-6-17-34 0 0,0 1-1 0 0,0-1 1 0 0,0 0 0 0 0,0 0 0 0 0,0 1-1 0 0,0-1 1 0 0,0 0 0 0 0,0 0 0 0 0,0 1 0 0 0,0-1-1 0 0,1 0 1 0 0,-1 0 0 0 0,0 1 0 0 0,0-1-1 0 0,0 0 1 0 0,0 0 0 0 0,1 0 0 0 0,-1 0 0 0 0,0 1-1 0 0,0-1 1 0 0,1 0 0 0 0,-1 0 0 0 0,0 0-1 0 0,0 0 1 0 0,0 0 0 0 0,1 1 0 0 0,-1-1-1 0 0,0 0 1 0 0,1 0 0 0 0,-1 0 0 0 0,1 0 0 0 0,61 12 240 0 0,-13-9-180 0 0,-1-2 0 0 0,75-9 1 0 0,-60 4-42 0 0,-4-2-1126 0 0,0-1-1 0 0,87-24 1 0 0,-120 20-1110 0 0,-21 7 1644 0 0,-1 2-2117 0 0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36.9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176 26 1832 0 0,'-49'-23'3687'0'0,"44"20"-2519"0"0,0 5-658 0 0,-16 3-101 0 0,20-5-385 0 0,0 0 1 0 0,0 1-1 0 0,0-1 0 0 0,0 1 0 0 0,0-1 1 0 0,0 1-1 0 0,0-1 0 0 0,0 1 1 0 0,0 0-1 0 0,1-1 0 0 0,-1 1 0 0 0,0 0 1 0 0,0 0-1 0 0,1 0 0 0 0,-1-1 1 0 0,0 1-1 0 0,1 0 0 0 0,-1 0 1 0 0,1 0-1 0 0,-1 0 0 0 0,1 0 0 0 0,0 0 1 0 0,-1 2-1 0 0,1-3 49 0 0,-2 2-28 0 0,1 1-1 0 0,-1-1 0 0 0,1 0 1 0 0,0 0-1 0 0,0 0 1 0 0,0 1-1 0 0,0-1 1 0 0,0 1-1 0 0,1-1 0 0 0,-1 1 1 0 0,1-1-1 0 0,0 1 1 0 0,-1 2-1 0 0,0 6 65 0 0,-22 116 631 0 0,-14 256 0 0 0,34-355-859 0 0,3-23 78 0 0,0 0 0 0 0,0-1 0 0 0,0 1-1 0 0,0 0 1 0 0,1-1 0 0 0,0 1 0 0 0,1 5-1 0 0,16 52-1504 0 0,-16-58 493 0 0,3 0-243 0 0,15 8-959 0 0,-15-9-1579 0 0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37.3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183 38 3544 0 0,'0'-6'1002'0'0,"0"-19"-109"0"0,0 19 3536 0 0,-2 10-4044 0 0,0-1-288 0 0,1-2-58 0 0,0 0 0 0 0,0 0 0 0 0,0 0 0 0 0,0 0 0 0 0,0 1 0 0 0,1-1 0 0 0,-1 0 0 0 0,0 1-1 0 0,1-1 1 0 0,-1 0 0 0 0,1 1 0 0 0,-1 2 0 0 0,3 1 242 0 0,2 8-176 0 0,1-2 1 0 0,1 1-1 0 0,0 0 0 0 0,1-1 1 0 0,0 0-1 0 0,0-1 0 0 0,1 0 1 0 0,1 0-1 0 0,-1 0 0 0 0,2-1 1 0 0,18 14-1 0 0,-18-15-48 0 0,-9-6-51 0 0,1-1 0 0 0,0 1 0 0 0,0-1 0 0 0,0 1 0 0 0,-1-1 0 0 0,1 0 0 0 0,1 0 0 0 0,-1 0 0 0 0,4 2 0 0 0,13 4 76 0 0,-11-3-65 0 0,-5-2-9 0 0,0 0-1 0 0,1-1 1 0 0,-1 0-1 0 0,1 1 1 0 0,-1-1-1 0 0,1 0 1 0 0,7 0-1 0 0,133 20 370 0 0,-138-21-274 0 0,11 14-36 0 0,-17-14-67 0 0,0 0 1 0 0,0 0-1 0 0,1 0 1 0 0,-1 0-1 0 0,0 0 1 0 0,0 1-1 0 0,0-1 1 0 0,0 0-1 0 0,0 0 1 0 0,0 0-1 0 0,1 0 1 0 0,-1 0-1 0 0,0 0 1 0 0,0 0-1 0 0,0 1 1 0 0,0-1-1 0 0,0 0 1 0 0,0 0-1 0 0,0 0 1 0 0,0 0-1 0 0,0 0 1 0 0,0 1-1 0 0,0-1 0 0 0,0 0 1 0 0,1 0-1 0 0,-1 0 1 0 0,0 0-1 0 0,0 0 1 0 0,0 1-1 0 0,0-1 1 0 0,0 0-1 0 0,0 0 1 0 0,0 0-1 0 0,-1 0 1 0 0,1 1-1 0 0,0-1 1 0 0,0 0-1 0 0,0 0 1 0 0,0 0-1 0 0,0 0 1 0 0,0 0-1 0 0,0 1 1 0 0,0-1-1 0 0,0 0 1 0 0,0 0-1 0 0,0 0 1 0 0,-1 0-1 0 0,1 0 1 0 0,0 0-1 0 0,0 1 1 0 0,-115 152 9 0 0,48-69-70 0 0,-116 172-43 0 0,138-186-2511 0 0,-62 133-1 0 0,94-168-263 0 0,5-3-2071 0 0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48.6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9 338 3916 0 0,'23'-148'6490'0'0,"-22"142"-5908"0"0,0-1-68 0 0,6-58 1411 0 0,-7 59-1009 0 0,0 11-738 0 0,-39 589 736 0 0,38-571-907 0 0,0 0 0 0 0,1 1 1 0 0,1-1-1 0 0,7 41 0 0 0,1-24 6 0 0,-6-28-9 0 0,-3-10-2 0 0,0 1 1 0 0,1-1-1 0 0,0 1 0 0 0,-1-1 0 0 0,1 1 1 0 0,0-1-1 0 0,0 1 0 0 0,0-1 0 0 0,1 0 1 0 0,-1 0-1 0 0,0 0 0 0 0,1 0 0 0 0,2 3 0 0 0,-2-3 0 0 0,0 1 0 0 0,0 1 0 0 0,0-1 1 0 0,1 0-1 0 0,-1 0 0 0 0,1-1 0 0 0,0 1 0 0 0,-1-1 0 0 0,1 1 0 0 0,1-1 0 0 0,-1 0 0 0 0,0 0 0 0 0,0 0 0 0 0,1 0 1 0 0,-1-1-1 0 0,8 3 0 0 0,-2-4-5 0 0,0 0 0 0 0,0 0 0 0 0,-1 0 0 0 0,1-1 0 0 0,0 0 0 0 0,-1-1 0 0 0,1 0 0 0 0,-1-1 0 0 0,1 1 0 0 0,8-6-1 0 0,-3 1 5 0 0,0 0-1 0 0,0-1 1 0 0,-1-1-1 0 0,0 0 1 0 0,15-15-1 0 0,-10 6-3 0 0,0-1 0 0 0,-1-1-1 0 0,0 0 1 0 0,-2-1 0 0 0,0-1-1 0 0,20-43 1 0 0,-23 37-17 0 0,-2 0-1 0 0,0-1 1 0 0,-2 0 0 0 0,-2-1 0 0 0,0 1-1 0 0,-2-1 1 0 0,0-54 0 0 0,-5 47 4 0 0,-1 0-1 0 0,-2 1 1 0 0,-2 0-1 0 0,-1 0 1 0 0,-2 0-1 0 0,-14-36 1 0 0,7 30-19 0 0,10 34 25 0 0,0 1-2 0 0,3 3-9 0 0,1 0 1 0 0,-1 0-1 0 0,0 0 0 0 0,-1 0 0 0 0,1 1 0 0 0,-1 0 0 0 0,1 0 0 0 0,-1 0 0 0 0,0 0 0 0 0,-8-4 0 0 0,9 5 11 0 0,-2-1-25 0 0,-2 2-1 0 0,-21-3-4 0 0,21 3 9 0 0,0 2 1 0 0,-59 13-130 0 0,60-12 146 0 0,2 0 8 0 0,-13 8-21 0 0,12-7 58 0 0,11-1-15 0 0,-2 1-11 0 0,-2-2-4 0 0,-1 0 0 0 0,1 0 0 0 0,-1-1 0 0 0,1 1 0 0 0,-1 0 0 0 0,1 0 0 0 0,-1-1 0 0 0,1 1 0 0 0,-1-1 0 0 0,1 0 0 0 0,0 1 0 0 0,-1-1 1 0 0,1 0-1 0 0,0 0 0 0 0,0 0 0 0 0,-1 0 0 0 0,3-1 0 0 0,42-1-36 0 0,-3-6-915 0 0,0-1 1 0 0,48-17-1 0 0,-68 20-984 0 0,-11 1 1171 0 0,0-4-2820 0 0,4-7-1832 0 0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48.8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12 3668 0 0,'0'0'2325'0'0,"-32"6"895"0"0,78-6-3264 0 0,11-2-548 0 0,15-4-1428 0 0,-31 1-113 0 0,3 1-2251 0 0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49.6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329 69 2240 0 0,'-2'-5'878'0'0,"-5"-16"-134"0"0,6 15-103 0 0,-4 3-68 0 0,-7-4-123 0 0,0 2 0 0 0,0-1 1 0 0,0 2-1 0 0,-23-7 0 0 0,30 10-89 0 0,-4 1-30 0 0,-18 2 258 0 0,-53 11 0 0 0,75-11-444 0 0,4-2-136 0 0,0 0 0 0 0,1 0 1 0 0,-1 0-1 0 0,0 0 1 0 0,0 1-1 0 0,1-1 1 0 0,-1 0-1 0 0,0 0 1 0 0,1 1-1 0 0,-1-1 1 0 0,0 0-1 0 0,0 1 1 0 0,1-1-1 0 0,-1 0 1 0 0,1 1-1 0 0,-1-1 1 0 0,0 1-1 0 0,1-1 1 0 0,-1 1-1 0 0,1 0 1 0 0,-1-1-1 0 0,1 1 1 0 0,-1 0-1 0 0,1 0-1 0 0,-1 0-1 0 0,1-1 1 0 0,-1 1-1 0 0,1-1 1 0 0,-1 1-1 0 0,1 0 1 0 0,-1-1-1 0 0,1 1 1 0 0,-1-1 0 0 0,1 1-1 0 0,-1-1 1 0 0,0 0-1 0 0,1 1 1 0 0,-1-1-1 0 0,0 0 1 0 0,1 1-1 0 0,-1-1 1 0 0,0 0-1 0 0,0 0 1 0 0,1 0 0 0 0,-1 0-1 0 0,0 1 1 0 0,-1-1-1 0 0,0 3 85 0 0,-7 12 22 0 0,6-11-30 0 0,5 1-15 0 0,-1-1-54 0 0,1 0-1 0 0,0 0 1 0 0,0 0 0 0 0,1 0 0 0 0,-1 0-1 0 0,1 0 1 0 0,-1-1 0 0 0,1 1 0 0 0,1-1-1 0 0,-1 0 1 0 0,0 0 0 0 0,1 0 0 0 0,-1 0 0 0 0,8 4-1 0 0,5 2-2 0 0,0-2 0 0 0,32 13 0 0 0,59 20-70 0 0,-56-14 15 0 0,-46-21 35 0 0,0-1-3 0 0,-3-3 10 0 0,-1 0 0 0 0,0-1 0 0 0,0 1 0 0 0,0 0 0 0 0,1 0 0 0 0,-1 0 0 0 0,0 0 0 0 0,0 0 0 0 0,0 0 0 0 0,-1 0 0 0 0,1 0 0 0 0,0 0 0 0 0,0 0 0 0 0,0 1 0 0 0,0 1 0 0 0,-1 21 7 0 0,-2-19-6 0 0,-2 5 15 0 0,-45 25 142 0 0,41-30-123 0 0,0-1 0 0 0,0 0-1 0 0,0-1 1 0 0,0 0 0 0 0,-12 3-1 0 0,1-1 11 0 0,17-4-39 0 0,-32 7 49 0 0,6-5-44 0 0,14-2-61 0 0,-1 0 1 0 0,1 0-1 0 0,-1-2 0 0 0,1 0 1 0 0,0 0-1 0 0,-1-2 0 0 0,-24-6 1 0 0,37 8-110 0 0,-1-1 0 0 0,1 0 0 0 0,0 1 0 0 0,-1-1 1 0 0,1 0-1 0 0,0 0 0 0 0,0 0 0 0 0,0 0 1 0 0,1 0-1 0 0,-1-1 0 0 0,0 1 0 0 0,1-1 0 0 0,0 1 1 0 0,-1-1-1 0 0,1 1 0 0 0,0-1 0 0 0,-1-3 0 0 0,1 3 154 0 0,1 2-121 0 0,0 0 1 0 0,-1 0 0 0 0,1 0 0 0 0,0 0 0 0 0,-1 0-1 0 0,1 0 1 0 0,0 0 0 0 0,0 0 0 0 0,0 0 0 0 0,0-1-1 0 0,0 1 1 0 0,0 0 0 0 0,1 0 0 0 0,-1 0 0 0 0,0 0-1 0 0,0 0 1 0 0,1 0 0 0 0,-1 0 0 0 0,1 0 0 0 0,-1 0-1 0 0,1 0 1 0 0,-1 0 0 0 0,2-1 0 0 0,-1 1-384 0 0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49.9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 2808 0 0,'32'-7'8346'0'0,"-32"8"-8309"0"0,0 1 0 0 0,1 0 0 0 0,-1-1 0 0 0,0 1 0 0 0,1-1 0 0 0,-1 1 0 0 0,1-1 0 0 0,0 1 0 0 0,-1-1 0 0 0,1 1 0 0 0,2 2-1 0 0,-1 0 39 0 0,0 0 127 0 0,-2 3-38 0 0,9 209 3 0 0,-8-210-413 0 0,0 1-53 0 0,3 20-35 0 0,-3-20-39 0 0,0-3-59 0 0,1 0 124 0 0,2 5 241 0 0,-3 0-4177 0 0,3-8 2069 0 0,15 9-1512 0 0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50.3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143 100 1628 0 0,'-50'-25'2958'0'0,"44"23"-2122"0"0,-27 2-205 0 0,27 0-143 0 0,1 3-265 0 0,-35 29 674 0 0,37-28-227 0 0,4-4-677 0 0,-1 0 0 0 0,1 0 0 0 0,-1 0 0 0 0,1 0 0 0 0,-1 1 0 0 0,0-1 0 0 0,1 0 1 0 0,-1 0-1 0 0,1 1 0 0 0,-1-1 0 0 0,0 0 0 0 0,1 1 0 0 0,-1-1 0 0 0,0 0 0 0 0,1 1 0 0 0,-1-1 0 0 0,0 0 0 0 0,1 1 1 0 0,-1-1-1 0 0,0 1 0 0 0,0-1 0 0 0,0 1 0 0 0,1-1 0 0 0,-1 1 0 0 0,0-1 0 0 0,0 1 0 0 0,0 0 0 0 0,0-1 24 0 0,0 1 1 0 0,0-1-1 0 0,1 1 0 0 0,-1-1 0 0 0,0 1 0 0 0,0-1 0 0 0,0 1 0 0 0,1-1 0 0 0,-1 1 0 0 0,0-1 0 0 0,0 0 0 0 0,1 1 0 0 0,-1-1 0 0 0,0 1 1 0 0,1-1-1 0 0,-1 0 0 0 0,1 1 0 0 0,-1-1 0 0 0,0 0 0 0 0,1 1 0 0 0,-1-1 0 0 0,1 0 0 0 0,-1 0 0 0 0,1 1 0 0 0,0-1 0 0 0,25-6 279 0 0,-20 5-148 0 0,-1-2 6 0 0,44-28 568 0 0,-44 27-533 0 0,-4 3-161 0 0,0-1 1 0 0,0 0 0 0 0,0 1 0 0 0,0-1 0 0 0,0 0-1 0 0,0 1 1 0 0,0-1 0 0 0,1 1 0 0 0,-1 0 0 0 0,1-1 0 0 0,2-1-1 0 0,-4 3-13 0 0,3-4 112 0 0,-1 0-23 0 0,4-15-8 0 0,-4 15 32 0 0,-3-1-73 0 0,-4-18-142 0 0,0 21-83 0 0,-15-3-88 0 0,15 4-115 0 0,5 2 350 0 0,0-1-1 0 0,0 0 0 0 0,0 1 1 0 0,-1-1-1 0 0,1 0 0 0 0,0 1 0 0 0,0-1 1 0 0,0 0-1 0 0,-1 1 0 0 0,1-1 1 0 0,0 0-1 0 0,-1 0 0 0 0,1 1 1 0 0,0-1-1 0 0,0 0 0 0 0,-1 0 1 0 0,1 1-1 0 0,0-1 0 0 0,-1 0 1 0 0,1 0-1 0 0,-1 0 0 0 0,1 0 1 0 0,0 0-1 0 0,-1 0 0 0 0,1 1 1 0 0,0-1-1 0 0,-1 0 0 0 0,0 0 1 0 0,0 0-79 0 0,1 0 0 0 0,-1 0 1 0 0,0 0-1 0 0,0 0 1 0 0,0 1-1 0 0,1-1 1 0 0,-1 0-1 0 0,0 1 1 0 0,0-1-1 0 0,0 1 1 0 0,1-1-1 0 0,-1 1 1 0 0,0-1-1 0 0,1 1 1 0 0,-1-1-1 0 0,1 1 1 0 0,-1-1-1 0 0,0 1 1 0 0,1 0-1 0 0,-1-1 1 0 0,1 1-1 0 0,-1 1 1 0 0,-3 2-302 0 0,3-3 191 0 0,0 0 0 0 0,-1 1-1 0 0,1-1 1 0 0,0 0 0 0 0,0 1-1 0 0,0-1 1 0 0,0 1 0 0 0,0-1-1 0 0,0 1 1 0 0,1 0 0 0 0,-1-1-1 0 0,0 1 1 0 0,0 2 0 0 0,-5 18-3424 0 0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50.8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 2348 0 0,'4'-1'1370'0'0,"18"-7"3797"0"0,-23 15-4848 0 0,-2 56 503 0 0,3-57-667 0 0,-1 1-40 0 0,-2 130 1312 0 0,3-131-312 0 0,4-9-1086 0 0,1-1-20 0 0,0-1-1 0 0,0 1 1 0 0,0-1 0 0 0,-1 0-1 0 0,1 0 1 0 0,-1 0 0 0 0,6-11-1 0 0,5-9-2 0 0,32-36 1 0 0,-2 19-2 0 0,-41 39-5 0 0,1 1 35 0 0,20-6 53 0 0,-20 11-111 0 0,16 8 14 0 0,-13-3-7 0 0,0 9 22 0 0,-2 0 1 0 0,0 0 0 0 0,8 36-1 0 0,-5-14 16 0 0,-7-33 26 0 0,1-1-174 0 0,7 15-123 0 0,-7-15-117 0 0,2-3-76 0 0,0 1 240 0 0,-4-1 105 0 0,1-1 0 0 0,-1 0 0 0 0,1 0-1 0 0,0-1 1 0 0,-1 1 0 0 0,1 0 0 0 0,0 0 0 0 0,-1-1-1 0 0,1 1 1 0 0,0-1 0 0 0,0 1 0 0 0,-1-1-1 0 0,1 0 1 0 0,0 0 0 0 0,0 0 0 0 0,3 0 0 0 0,3 1-166 0 0,-5 0 133 0 0,0 0-1 0 0,0-1 1 0 0,0 0-1 0 0,0 1 1 0 0,0-1 0 0 0,0 0-1 0 0,0-1 1 0 0,0 1 0 0 0,0 0-1 0 0,0-1 1 0 0,5-1 0 0 0,13-4-1384 0 0,-1 0-1 0 0,34-15 1 0 0,-26 5-2164 0 0</inkml:trace>
</inkml:ink>
</file>

<file path=ppt/ink/ink2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51.3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304 88 2292 0 0,'14'-25'1382'0'0,"-12"20"-185"0"0,-1 0-240 0 0,2-17-160 0 0,-3 16 505 0 0,-3 2-781 0 0,2 3-399 0 0,0 0-55 0 0,0 0 0 0 0,-1 0 0 0 0,1 0 1 0 0,0-1-1 0 0,0 1 0 0 0,0 0 0 0 0,0 0 0 0 0,0-1 1 0 0,0 1-1 0 0,1-1 0 0 0,-1 1 0 0 0,-1-3 1 0 0,-3 5 336 0 0,-4 1-288 0 0,1 1 0 0 0,-1 0 0 0 0,1 0 0 0 0,0 1 0 0 0,0 0 1 0 0,0 0-1 0 0,0 1 0 0 0,1 0 0 0 0,0 1 0 0 0,0-1 0 0 0,0 1 0 0 0,1 1 0 0 0,0-1 0 0 0,-7 10 0 0 0,1 0-4 0 0,1 0 0 0 0,1 0 0 0 0,0 1 1 0 0,1 1-1 0 0,-8 22 0 0 0,14-33-77 0 0,1 1 0 0 0,0 1 0 0 0,0-1 1 0 0,1 0-1 0 0,-1 14 0 0 0,2-16-22 0 0,0-1 11 0 0,2 2 8 0 0,5 17 18 0 0,-5-17-72 0 0,2-4-24 0 0,12 12-44 0 0,-12-11-36 0 0,2-4-18 0 0,-1 1 119 0 0,-1 0-19 0 0,0-1 0 0 0,1 1 0 0 0,-1-1 0 0 0,1 0 0 0 0,-1 0 0 0 0,0-1 0 0 0,1 1 0 0 0,-1-1 1 0 0,0 0-1 0 0,1 0 0 0 0,-1 0 0 0 0,7-4 0 0 0,2-1 81 0 0,-1 0-1 0 0,0-1 1 0 0,0 0 0 0 0,0-1 0 0 0,-1 0 0 0 0,-1-1 0 0 0,1 0 0 0 0,-1-1-1 0 0,-1 0 1 0 0,0 0 0 0 0,0-1 0 0 0,-1-1 0 0 0,0 1 0 0 0,6-16-1 0 0,8-21 326 0 0,-21 44 325 0 0,-6 8-637 0 0,0 2-40 0 0,0 0 0 0 0,0 0 1 0 0,0 0-1 0 0,0 1 0 0 0,1-1 0 0 0,0 1 0 0 0,1 0 0 0 0,0 0 0 0 0,0 1 1 0 0,-3 11-1 0 0,-20 90 232 0 0,23-90-264 0 0,-76 536 471 0 0,45-278-302 0 0,21-163-116 0 0,-13 81 577 0 0,22-174-401 0 0,3-16 323 0 0,-5-6-454 0 0,-16-4-14 0 0,21 5-61 0 0,1 0 1 0 0,0 0-1 0 0,-1 0 0 0 0,1 0 1 0 0,-1-1-1 0 0,1 1 1 0 0,-1 0-1 0 0,1 0 0 0 0,-1 0 1 0 0,1-1-1 0 0,0 1 1 0 0,-1 0-1 0 0,1-1 0 0 0,-1 1 1 0 0,1 0-1 0 0,0-1 1 0 0,-1 1-1 0 0,1 0 0 0 0,0-1 1 0 0,0 1-1 0 0,-1-1 1 0 0,1 1-1 0 0,0 0 0 0 0,0-1 1 0 0,0 1-1 0 0,-1-1 1 0 0,1 0-1 0 0,-18-37-129 0 0,1-2 0 0 0,3 1 1 0 0,1-2-1 0 0,-13-64 0 0 0,15 40-510 0 0,3 0-1 0 0,-1-91 1 0 0,10 132 183 0 0,0 1 1 0 0,1-1-1 0 0,2 1 1 0 0,0 0-1 0 0,11-31 1 0 0,-10 38-677 0 0,2 0 0 0 0,0 0 1 0 0,1 1-1 0 0,15-23 0 0 0,1 6-3594 0 0</inkml:trace>
</inkml:ink>
</file>

<file path=ppt/ink/ink2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52.5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240 235 3244 0 0,'3'-5'1092'0'0,"7"-13"58"0"0,0 0-1 0 0,-1-1 0 0 0,-1 0 0 0 0,10-38 0 0 0,-16 51-811 0 0,-1-24 169 0 0,0 23-332 0 0,-4 2-21 0 0,0-1-97 0 0,0 1 1 0 0,0-1-1 0 0,-1 1 1 0 0,0-1 0 0 0,-7-6-1 0 0,8 9 12 0 0,-14-1 18 0 0,16 4-81 0 0,-1-1 1 0 0,1 0 0 0 0,-1 1 0 0 0,1-1 0 0 0,-1 1 0 0 0,1 0-1 0 0,-1-1 1 0 0,1 1 0 0 0,-1 0 0 0 0,1 0 0 0 0,-1 0-1 0 0,1 0 1 0 0,-1 0 0 0 0,1 0 0 0 0,-3 1 0 0 0,-56 12 225 0 0,53-11-203 0 0,-1 2 0 0 0,0-1 1 0 0,1 1-1 0 0,0 0 0 0 0,0 0 0 0 0,0 1 0 0 0,-10 8 0 0 0,12-8-12 0 0,-9 4 62 0 0,12-7-75 0 0,1-1 0 0 0,-1 0-1 0 0,0 0 1 0 0,1 0 0 0 0,0 1 0 0 0,-1-1 0 0 0,1 1-1 0 0,0-1 1 0 0,-1 1 0 0 0,0 2 0 0 0,-7 8 45 0 0,2 0-35 0 0,0-1 0 0 0,0 1 0 0 0,1 1-1 0 0,0-1 1 0 0,1 1 0 0 0,1 0 0 0 0,-4 20 0 0 0,7-27-5 0 0,2-2-7 0 0,4 13 4 0 0,-3-12-8 0 0,-2-6 2 0 0,0 2 0 0 0,1-1 0 0 0,-1 0-1 0 0,0 0 1 0 0,0 0 0 0 0,1 0-1 0 0,-1 0 1 0 0,0 0 0 0 0,0 0 0 0 0,1 0-1 0 0,-1 0 1 0 0,0 0 0 0 0,1 0 0 0 0,-1 1-1 0 0,0-1 1 0 0,0 0 0 0 0,0 0-1 0 0,1 0 1 0 0,-1 1 0 0 0,0-1 0 0 0,0 0-1 0 0,0 0 1 0 0,1 0 0 0 0,-1 1-1 0 0,0-1 1 0 0,0 0 0 0 0,0 0 0 0 0,0 1-1 0 0,0-1 1 0 0,0 0 0 0 0,0 1-1 0 0,0-1 1 0 0,1 0 0 0 0,-1 0 0 0 0,0 1-1 0 0,0 0 2 0 0,0-1 0 0 0,0 1-1 0 0,0 0 1 0 0,1-1 0 0 0,-1 1-1 0 0,0 0 1 0 0,1-1 0 0 0,-1 1 0 0 0,0-1-1 0 0,1 1 1 0 0,-1 0 0 0 0,1-1-1 0 0,-1 1 1 0 0,1-1 0 0 0,-1 1-1 0 0,1-1 1 0 0,-1 0 0 0 0,1 1 0 0 0,-1-1-1 0 0,1 1 1 0 0,0-1 0 0 0,-1 0-1 0 0,1 0 1 0 0,0 1 0 0 0,-1-1-1 0 0,1 0 1 0 0,0 0 0 0 0,0 0-1 0 0,3 2-9 0 0,-2-1 3 0 0,-1 0-1 0 0,1-1 1 0 0,-1 1 0 0 0,1-1-1 0 0,-1 1 1 0 0,1-1 0 0 0,-1 1-1 0 0,1-1 1 0 0,0 0 0 0 0,-1 0-1 0 0,1 0 1 0 0,-1 0-1 0 0,1 0 1 0 0,0 0 0 0 0,-1 0-1 0 0,1-1 1 0 0,-1 1 0 0 0,3-1-1 0 0,3-1 25 0 0,0-1-1 0 0,1 0 1 0 0,-1 0-1 0 0,0 0 1 0 0,-1-1-1 0 0,1 0 1 0 0,-1 0-1 0 0,0-1 0 0 0,0 1 1 0 0,0-1-1 0 0,0-1 1 0 0,-1 1-1 0 0,0-1 1 0 0,0 0-1 0 0,-1 0 0 0 0,1-1 1 0 0,-1 1-1 0 0,-1-1 1 0 0,6-13-1 0 0,-7 15 67 0 0,-2 4-72 0 0,0-1 0 0 0,0 0 0 0 0,1 0 0 0 0,-1 1 0 0 0,1-1 0 0 0,-1 0 0 0 0,1 1 0 0 0,-1-1 0 0 0,1 1 1 0 0,0-1-1 0 0,1-1 0 0 0,1-2 15 0 0,-1 0 102 0 0,0 0-72 0 0,6-15-9 0 0,-6 15 142 0 0,0 10-164 0 0,16 30 4 0 0,-17-25-13 0 0,-2-4 10 0 0,5 13 70 0 0,-2-1-138 0 0,2 0 1 0 0,0 0-1 0 0,1-1 0 0 0,7 18 1 0 0,-10-32 50 0 0,18 34-676 0 0,-18-34 531 0 0,0-1 0 0 0,0 1 0 0 0,1 0-1 0 0,-1-1 1 0 0,1 0 0 0 0,-1 0 0 0 0,1 1 0 0 0,0-1 0 0 0,-1-1 0 0 0,1 1 0 0 0,0 0 0 0 0,0-1 0 0 0,5 2 0 0 0,58 5-3172 0 0,-62-8 3053 0 0,0 0-1 0 0,0 0 0 0 0,0 0 0 0 0,0-1 1 0 0,0 1-1 0 0,0-1 0 0 0,0 0 0 0 0,0 0 1 0 0,-1 0-1 0 0,5-3 0 0 0,6-1-648 0 0,22-7-3045 0 0</inkml:trace>
</inkml:ink>
</file>

<file path=ppt/ink/ink2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53.2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206 93 2780 0 0,'0'-31'1300'0'0,"0"25"-286"0"0,-2 2-204 0 0,-7-11-165 0 0,6 12-80 0 0,2 3-491 0 0,-1 0 0 0 0,0-1 0 0 0,0 1 0 0 0,1 0 0 0 0,-1-1 1 0 0,0 1-1 0 0,0-1 0 0 0,1 0 0 0 0,-1 1 0 0 0,-2-3 0 0 0,-1 0 68 0 0,0 2 240 0 0,2 1-316 0 0,-5-1 39 0 0,1 1-1 0 0,0 0 0 0 0,-1 0 0 0 0,1 0 0 0 0,-1 1 1 0 0,1 1-1 0 0,0-1 0 0 0,-1 1 0 0 0,1 0 0 0 0,0 1 1 0 0,0 0-1 0 0,1 0 0 0 0,-1 0 0 0 0,1 1 1 0 0,-1 0-1 0 0,-10 9 0 0 0,5-1-6 0 0,9-9 2 0 0,3-1-91 0 0,0 0 0 0 0,0 0 0 0 0,-1-1 0 0 0,1 1 0 0 0,0 0 0 0 0,-1-1 0 0 0,0 1 0 0 0,1 0 0 0 0,-1-1 1 0 0,0 1-1 0 0,-1 1 0 0 0,-1 2 5 0 0,1 0 31 0 0,3 0-13 0 0,0 1-25 0 0,0 0 1 0 0,1 0-1 0 0,-1 0 0 0 0,1-1 1 0 0,1 1-1 0 0,-1-1 0 0 0,1 1 1 0 0,0-1-1 0 0,0 0 0 0 0,0 0 1 0 0,1-1-1 0 0,-1 1 0 0 0,8 6 1 0 0,48 36-48 0 0,-4-7 110 0 0,-49-36-32 0 0,-3-3-42 0 0,0 1 0 0 0,0 0 0 0 0,0 0 1 0 0,0 0-1 0 0,0 0 0 0 0,-1 1 0 0 0,1-1 0 0 0,-1 0 0 0 0,0 1 1 0 0,1 0-1 0 0,-1 0 0 0 0,0 0 0 0 0,1 3 0 0 0,-3-4 7 0 0,0 0 0 0 0,0 0-1 0 0,-1-1 1 0 0,1 1 0 0 0,-1 0 0 0 0,1 0-1 0 0,-1-1 1 0 0,0 1 0 0 0,0 0-1 0 0,1-1 1 0 0,-1 1 0 0 0,-2 1 0 0 0,1 1 3 0 0,-1 2 16 0 0,2-6-18 0 0,-1 0 0 0 0,0 1 0 0 0,0 0-1 0 0,1-1 1 0 0,-1 1 0 0 0,0 0 0 0 0,1 0 0 0 0,-1 0-1 0 0,0 0 1 0 0,1 0 0 0 0,-1 0 0 0 0,-1 3-1 0 0,0-2 5 0 0,-2 1 9 0 0,-1-1-18 0 0,-52 10-80 0 0,53-11-66 0 0,6-8-1025 0 0,4-20 647 0 0,2 14-96 0 0,207-184-4241 0 0,-79 79 7704 0 0,-131 114-2501 0 0,8-18 1235 0 0,-14 23-1536 0 0,-1-1-1 0 0,1 0 1 0 0,0 1 0 0 0,0-1-1 0 0,0 0 1 0 0,0 0-1 0 0,0-1 1 0 0,0 1 0 0 0,-5-1-1 0 0,1 0 35 0 0,0 0 155 0 0,1 4 13 0 0,-13 9 249 0 0,-27 24 1 0 0,42-33-347 0 0,-1 2-28 0 0,-9 13-18 0 0,10-13-21 0 0,3 2-28 0 0,0 20-15 0 0,0-20-61 0 0,4-2 52 0 0,2 5-9 0 0,2-1 0 0 0,0 0 0 0 0,0-1 0 0 0,0 1 0 0 0,1-2 0 0 0,0 1 0 0 0,11 6 0 0 0,60 29 25 0 0,-76-41-37 0 0,19 12-4 0 0,-18-11 5 0 0,-4-2-6 0 0,-1 1 0 0 0,1 0 0 0 0,0-1 0 0 0,0 0 0 0 0,0 1 0 0 0,0-1 0 0 0,0 1 0 0 0,0-1 0 0 0,0 0 0 0 0,1 0 0 0 0,1 2 0 0 0,-2-3 2 0 0,2 4 26 0 0,-6 0-32 0 0,-6 11 1 0 0,2-9-4 0 0,-71 24-103 0 0,74-29 43 0 0,-1 0-30 0 0,-1 0-12 0 0,-15 2-2297 0 0,21-3 2350 0 0,-1 0 0 0 0,1 0 1 0 0,-1 0-1 0 0,1 0 0 0 0,-1 0 1 0 0,1 0-1 0 0,-1-1 0 0 0,1 1 0 0 0,-1 0 1 0 0,1 0-1 0 0,0-1 0 0 0,-1 1 1 0 0,1 0-1 0 0,0-1 0 0 0,-1 1 1 0 0,1 0-1 0 0,0-1 0 0 0,-1 1 0 0 0,1 0 1 0 0,0-1-1 0 0,-1 1 0 0 0,1-1 1 0 0,0 1-1 0 0,0-1 0 0 0,0 1 0 0 0,-1-1 1 0 0,1 1-54 0 0,0-1 0 0 0,0 1 1 0 0,0-1-1 0 0,-1 1 0 0 0,1-1 0 0 0,0 1 0 0 0,0-1 1 0 0,-1 1-1 0 0,1 0 0 0 0,0-1 0 0 0,-1 1 1 0 0,1 0-1 0 0,0-1 0 0 0,-1 1 0 0 0,1 0 1 0 0,-1-1-1 0 0,1 1 0 0 0,0 0 0 0 0,-1 0 1 0 0,1-1-1 0 0,-1 1 0 0 0,1 0 0 0 0,-1 0 1 0 0,1 0-1 0 0,-1 0 0 0 0,0 0 0 0 0</inkml:trace>
</inkml:ink>
</file>

<file path=ppt/ink/ink2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53.5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13 3004 0 0,'25'-13'5829'0'0,"-21"16"-5250"0"0,-4-2-456 0 0,1 0-34 0 0,0 0 0 0 0,0 0 0 0 0,1 1 0 0 0,-1-1 0 0 0,0 0 0 0 0,0 0 0 0 0,0 0 0 0 0,1-1 0 0 0,-1 1 0 0 0,1 0 0 0 0,-1 0 0 0 0,2 0 0 0 0,-2 6 215 0 0,2 67 347 0 0,-1-33-580 0 0,7 46 1 0 0,-7-73-250 0 0,-1-9-38 0 0,0 1-41 0 0,4 16-120 0 0,-3-16-207 0 0,8 12-644 0 0,-8-14 341 0 0</inkml:trace>
</inkml:ink>
</file>

<file path=ppt/ink/ink2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53.8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40 1252 0 0,'-20'9'1306'0'0,"20"-8"-1221"0"0,0-1 0 0 0,1 1 0 0 0,-1-1 1 0 0,1 1-1 0 0,-1-1 0 0 0,1 1 0 0 0,-1-1 1 0 0,1 1-1 0 0,-1-1 0 0 0,1 0 0 0 0,-1 1 0 0 0,1-1 1 0 0,-1 0-1 0 0,1 1 0 0 0,0-1 0 0 0,-1 0 0 0 0,1 0 1 0 0,0 1-1 0 0,-1-1 0 0 0,1 0 0 0 0,0 0 1 0 0,0 0-1 0 0,4 2 149 0 0,1-4-111 0 0,57-13 576 0 0,-57 13-452 0 0,-5 2-216 0 0,1 0 0 0 0,0-1 0 0 0,-1 1 0 0 0,1 0 0 0 0,-1-1 0 0 0,1 1-1 0 0,-1-1 1 0 0,1 0 0 0 0,-1 0 0 0 0,1 1 0 0 0,-1-1 0 0 0,2-1 0 0 0,1-1 49 0 0,1 1 198 0 0,-1 0-2 0 0,13-8 16 0 0,-13 7 196 0 0,0 1-322 0 0,5-7 0 0 0,-22 18-281 0 0,9-5-289 0 0,0 1-1 0 0,0 0 1 0 0,1 1-1 0 0,0-1 1 0 0,0 1-1 0 0,0 0 1 0 0,0-1-1 0 0,1 1 1 0 0,0 0 0 0 0,-2 12-1 0 0,3-15 34 0 0,0 2-2623 0 0</inkml:trace>
</inkml:ink>
</file>

<file path=ppt/ink/ink2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54.4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184 51 3468 0 0,'22'-16'1539'0'0,"-18"13"1505"0"0,-1-1-2427 0 0,-3 4-392 0 0,2-1-74 0 0,-1 0-1 0 0,0 0 0 0 0,0 0 0 0 0,0-1 1 0 0,0 1-1 0 0,0 0 0 0 0,0 0 0 0 0,-1 0 0 0 0,1-1 1 0 0,0 1-1 0 0,-1-1 0 0 0,2-1 0 0 0,-7 1 62 0 0,-15-4 2 0 0,15 5-10 0 0,0 2-22 0 0,-3 3-100 0 0,-1 0 1 0 0,1 1 0 0 0,-1 0-1 0 0,1 0 1 0 0,1 1 0 0 0,-1-1-1 0 0,1 2 1 0 0,0-1 0 0 0,-7 10-1 0 0,5-6-46 0 0,1 2 1 0 0,1-1-1 0 0,0 1 0 0 0,1 0 0 0 0,0 0 0 0 0,0 1 0 0 0,2 0 1 0 0,-6 21-1 0 0,9-29-29 0 0,1 0-12 0 0,3 15 5 0 0,-2-15-3 0 0,3-4-54 0 0,15 6 66 0 0,-15-6 5 0 0,0-3-57 0 0,8-6 258 0 0,0-1 0 0 0,-1 0-1 0 0,15-16 1 0 0,21-39 1196 0 0,-44 59-1096 0 0,-1 1-193 0 0,-2 4-122 0 0,11-13 283 0 0,-10 16-271 0 0,-1-1 1 0 0,1 1-1 0 0,0-1 1 0 0,-1 1-1 0 0,0 0 1 0 0,1-1-1 0 0,-1 1 1 0 0,0 0-1 0 0,-1 4 1 0 0,1 40-19 0 0,19 483-681 0 0,-11-372 556 0 0,-5-89 9 0 0,-3 0 1 0 0,-13 103-1 0 0,13-171 121 0 0,0 1 0 0 0,0 0 0 0 0,-1 0 0 0 0,1 0 0 0 0,-1 0 0 0 0,1-1 0 0 0,-1 1 0 0 0,0 0 0 0 0,0 0 0 0 0,1-1 0 0 0,-1 1 0 0 0,-2 2 0 0 0,2-4 0 0 0,1 1 0 0 0,0-1 0 0 0,-1 1 0 0 0,1 0 0 0 0,-1-1 0 0 0,1 1 0 0 0,0 0 0 0 0,0-1 0 0 0,-1 1 1 0 0,1 0-1 0 0,0-1 0 0 0,0 1 0 0 0,0 0 0 0 0,0 0 0 0 0,0-1 0 0 0,0 1 0 0 0,0 0 0 0 0,0 0 0 0 0,0 0 0 0 0,-4 3-1 0 0,-12 9 1 0 0,16-13 0 0 0,0 1 0 0 0,0-1 0 0 0,-1 0 0 0 0,1 0 1 0 0,0 0-1 0 0,0 1 0 0 0,-1-1 0 0 0,1 0 0 0 0,0 0 0 0 0,0 0 1 0 0,-1 0-1 0 0,1 1 0 0 0,0-1 0 0 0,0 0 0 0 0,-1 0 1 0 0,1 0-1 0 0,0 0 0 0 0,-1 0 0 0 0,1 0 0 0 0,0 0 0 0 0,0 0 1 0 0,-1 0-1 0 0,1 0 0 0 0,0 0 0 0 0,-1 0 0 0 0,1 0 1 0 0,0 0-1 0 0,0 0 0 0 0,-1 0 0 0 0,1 0 0 0 0,0-1 0 0 0,0 1 1 0 0,-1 0-1 0 0,1 0 0 0 0,-8-4-8 0 0,1 1 0 0 0,-1-1 0 0 0,1 0-1 0 0,0-1 1 0 0,1 0 0 0 0,-1 0 0 0 0,1 0 0 0 0,0-1 0 0 0,0 0-1 0 0,-6-7 1 0 0,0-6-125 0 0,-1 1-1 0 0,2-2 1 0 0,1 0-1 0 0,0 0 0 0 0,2-1 1 0 0,0 0-1 0 0,1 0 1 0 0,2-1-1 0 0,0 0 0 0 0,1 0 1 0 0,1 0-1 0 0,1 0 1 0 0,1-31-1 0 0,2 18-381 0 0,2 1 0 0 0,1 0 1 0 0,2 0-1 0 0,1 1 0 0 0,2 0 0 0 0,1 0 0 0 0,2 1 1 0 0,16-33-1 0 0,-15 39-1387 0 0,23-33 0 0 0,-9 21-2218 0 0</inkml:trace>
</inkml:ink>
</file>

<file path=ppt/ink/ink2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55.0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13 3652 0 0,'0'0'1436'0'0,"3"-2"-270"0"0,-1 1-914 0 0,-1 0-148 0 0,0 0-1 0 0,0 0 1 0 0,0 0 0 0 0,0 0-1 0 0,0 1 1 0 0,0-1 0 0 0,0 0 0 0 0,0 1-1 0 0,0-1 1 0 0,1 1 0 0 0,-1-1-1 0 0,2 0 1847 0 0,17 14-1356 0 0,-16-11-335 0 0,-2 3-42 0 0,1 8-109 0 0,1 0 0 0 0,-2 1 1 0 0,0-1-1 0 0,0 1 1 0 0,-1-1-1 0 0,-1 1 0 0 0,-1 0 1 0 0,1-1-1 0 0,-2 1 0 0 0,-6 26 1 0 0,3-18-33 0 0,3-16 9 0 0,0 0 12 0 0,-21 47 394 0 0,21-49-239 0 0,1-4-245 0 0,1 0 0 0 0,-1 0-1 0 0,1 1 1 0 0,0-1 0 0 0,-1 0 0 0 0,1 0-1 0 0,-1 0 1 0 0,1 0 0 0 0,0 1 0 0 0,-1-1-1 0 0,1 0 1 0 0,0 0 0 0 0,-1 1 0 0 0,1-1-1 0 0,0 0 1 0 0,0 1 0 0 0,-1-1 0 0 0,1 0-1 0 0,0 1 1 0 0,0-1 0 0 0,0 0 0 0 0,-1 1-1 0 0,1-1 1 0 0,0 0 0 0 0,0 1-1 0 0,0 0 9 0 0,0-1-1 0 0,-1 1 0 0 0,1-1 0 0 0,0 1 0 0 0,0-1 0 0 0,0 1 0 0 0,-1-1 0 0 0,1 0 0 0 0,0 1 0 0 0,0-1 0 0 0,-1 1 0 0 0,1-1 0 0 0,0 0 1 0 0,-1 1-1 0 0,1-1 0 0 0,-1 0 0 0 0,1 0 0 0 0,0 1 0 0 0,-1-1 0 0 0,1 0 0 0 0,-1 0 0 0 0,1 1 0 0 0,-1-1 0 0 0,1 0 0 0 0,-1 0 0 0 0,1 0 0 0 0,0 0 1 0 0,-1 0-1 0 0,1 0 0 0 0,-1 0 0 0 0,1 0 0 0 0,-1 0 0 0 0,1 0 0 0 0,-1 0 0 0 0,1 0 0 0 0,-1 0 0 0 0,0 0 0 0 0,-17-5 53 0 0,13 3 23 0 0,3-3-57 0 0,1 0-26 0 0,0 0 0 0 0,0-1 0 0 0,0 1 0 0 0,0-1 0 0 0,1 1 0 0 0,0-1 0 0 0,0 1 0 0 0,1-1 0 0 0,0 1 0 0 0,-1-1 1 0 0,2 1-1 0 0,2-10 0 0 0,1 2-3 0 0,1 0 0 0 0,1 0 0 0 0,0 1 1 0 0,9-13-1 0 0,-9 13-12 0 0,-5 10 5 0 0,-1 0-1 0 0,0 0 1 0 0,1 0-1 0 0,-1 1 1 0 0,1-1-1 0 0,-1 0 1 0 0,1 1-1 0 0,0-1 1 0 0,0 1-1 0 0,0-1 1 0 0,0 1-1 0 0,0 0 1 0 0,0 0-1 0 0,2-1 1 0 0,0 0-14 0 0,1-2 11 0 0,-4 2 8 0 0,1 1 0 0 0,0-1 0 0 0,-1 1 1 0 0,1 0-1 0 0,0 0 0 0 0,0 0 0 0 0,0 0 0 0 0,0 0 0 0 0,0 1 1 0 0,0-1-1 0 0,0 0 0 0 0,3 1 0 0 0,19-7 1 0 0,-22 7-4 0 0,1-1 1 0 0,0 0-1 0 0,-1 1 0 0 0,1-1 1 0 0,0 1-1 0 0,0 0 0 0 0,-1 0 1 0 0,1 0-1 0 0,0 0 0 0 0,0 0 1 0 0,-1 0-1 0 0,5 2 0 0 0,1-1-3 0 0,-6-1 4 0 0,-1 0-1 0 0,1 0 1 0 0,0 0-1 0 0,0 0 1 0 0,-1 0 0 0 0,1 1-1 0 0,0-1 1 0 0,0 0-1 0 0,-1 1 1 0 0,1 0-1 0 0,0-1 1 0 0,-1 1-1 0 0,1 0 1 0 0,-1-1-1 0 0,1 1 1 0 0,1 1-1 0 0,1 2 9 0 0,-2-4-6 0 0,0 1 1 0 0,0 0-1 0 0,0-1 0 0 0,-1 1 1 0 0,1 0-1 0 0,0 0 1 0 0,-1 0-1 0 0,1 0 1 0 0,-1 1-1 0 0,1-1 1 0 0,-1 0-1 0 0,0 1 1 0 0,3 2-1 0 0,0 1 2 0 0,-2-4-4 0 0,-1 0 0 0 0,1 1 1 0 0,0-1-1 0 0,-1 1 1 0 0,1-1-1 0 0,-1 1 1 0 0,1-1-1 0 0,-1 1 1 0 0,0 0-1 0 0,0 0 0 0 0,1 0 1 0 0,-1 0-1 0 0,-1 0 1 0 0,1 0-1 0 0,1 4 1 0 0,2 6 5 0 0,9 45-63 0 0,-12-47-120 0 0,-1-1 1 0 0,0 1 0 0 0,0 0 0 0 0,-3 10-1 0 0,3-15 71 0 0,-1 0-400 0 0,0 1-91 0 0,-5 17-107 0 0,5-17-210 0 0,-11 17-9242 0 0</inkml:trace>
</inkml:ink>
</file>

<file path=ppt/ink/ink2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55.4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0 175 2264 0 0,'0'0'3299'0'0,"6"-1"-2594"0"0,15-4-134 0 0,-16 4 1756 0 0,2 1-2070 0 0,54-8 441 0 0,-56 7-633 0 0,1-1-27 0 0,9-5 83 0 0,0 0 1 0 0,0 0 0 0 0,-1-1-1 0 0,0-1 1 0 0,-1-1-1 0 0,0 0 1 0 0,0 0 0 0 0,21-25-1 0 0,-31 32 41 0 0,-1-1-24 0 0,6-12-20 0 0,-6 12 72 0 0,-4 0-99 0 0,-4-18 58 0 0,-1 23 20 0 0,2-2-126 0 0,3 1-32 0 0,1-1 0 0 0,-1 1 1 0 0,0 0-1 0 0,1 0 1 0 0,-1 0-1 0 0,0 0 0 0 0,0 1 1 0 0,1-1-1 0 0,-1 0 0 0 0,0 1 1 0 0,1-1-1 0 0,-1 1 1 0 0,0-1-1 0 0,1 1 0 0 0,-1 0 1 0 0,1 0-1 0 0,-3 1 0 0 0,-3 1 33 0 0,-21 16 181 0 0,15-8-172 0 0,1 1-1 0 0,0 0 0 0 0,1 1 1 0 0,0 0-1 0 0,1 1 1 0 0,1 0-1 0 0,-15 30 1 0 0,20-31-35 0 0,-2 37-77 0 0,7-43 22 0 0,-1-4-34 0 0,1 1 0 0 0,-1-1 0 0 0,1 0 0 0 0,0 1 0 0 0,1-1 0 0 0,-1 0 0 0 0,0 0 0 0 0,1 0 0 0 0,0 0 0 0 0,-1 0 0 0 0,1 0 0 0 0,0-1 0 0 0,1 1 0 0 0,-1-1 0 0 0,0 1 0 0 0,4 2 0 0 0,-4-3 9 0 0,0 0-3 0 0,-1 0-1 0 0,1-1 1 0 0,0 1-1 0 0,0 0 1 0 0,-1-1-1 0 0,1 1 1 0 0,0-1-1 0 0,0 0 1 0 0,1 1-1 0 0,-1-1 1 0 0,0 0-1 0 0,0 0 1 0 0,3 0-1 0 0,2 2-113 0 0,-4-1 97 0 0,0-1 1 0 0,0 1-1 0 0,0-1 0 0 0,0 1 0 0 0,0-1 0 0 0,0 0 0 0 0,0 0 1 0 0,0 0-1 0 0,0-1 0 0 0,0 1 0 0 0,1-1 0 0 0,2 1 0 0 0,4-1-158 0 0,5 3-365 0 0,0-1 0 0 0,0-1 0 0 0,0 0 0 0 0,0-1 0 0 0,0 0 0 0 0,0-2 0 0 0,-1 0 0 0 0,1 0 0 0 0,25-8 0 0 0,-5-1-2829 0 0</inkml:trace>
</inkml:ink>
</file>

<file path=ppt/ink/ink2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55.9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111 576 2988 0 0,'22'-57'2690'0'0,"-20"53"-1424"0"0,-3-2-783 0 0,-4-23 721 0 0,0 27-839 0 0,-22-4 167 0 0,25 6-501 0 0,0 1 0 0 0,0-1-1 0 0,0 1 1 0 0,1-1 0 0 0,-1 1-1 0 0,0-1 1 0 0,0 1 0 0 0,0 0-1 0 0,1 0 1 0 0,-1 0 0 0 0,0 0-1 0 0,-1 2 1 0 0,-2 0 28 0 0,1-1-14 0 0,1 0 0 0 0,-1 1 0 0 0,0-1 0 0 0,0 1 0 0 0,1 0 0 0 0,0 0 0 0 0,-1 0 0 0 0,1 1 0 0 0,1-1 0 0 0,-1 1 0 0 0,-3 5 0 0 0,3-5-31 0 0,1 0 11 0 0,-1-1 0 0 0,1 1 1 0 0,0 0-1 0 0,0 0 0 0 0,0 1 0 0 0,0-1 0 0 0,1 0 0 0 0,0 1 0 0 0,-1-1 0 0 0,2 1 0 0 0,-1-1 0 0 0,0 6 0 0 0,1-3-11 0 0,1 1 1 0 0,-1-1-1 0 0,1 0 0 0 0,1 1 0 0 0,-1-1 0 0 0,4 9 0 0 0,-4-13-14 0 0,1 1-1 0 0,0-1 1 0 0,-1 1-1 0 0,1-1 1 0 0,1 0-1 0 0,-1 0 0 0 0,0 0 1 0 0,1 0-1 0 0,-1 0 1 0 0,1 0-1 0 0,0-1 1 0 0,0 1-1 0 0,0-1 0 0 0,0 0 1 0 0,1 0-1 0 0,5 3 1 0 0,8 3-42 0 0,-13-7-26 0 0,4 0 4 0 0,-3-1 62 0 0,0 1-27 0 0,0 0 0 0 0,0-1 0 0 0,0 0 0 0 0,0 0 0 0 0,0 0 0 0 0,0-1 0 0 0,0 0 0 0 0,0 0 0 0 0,0 0-1 0 0,0 0 1 0 0,0-1 0 0 0,5-2 0 0 0,45-32-175 0 0,-47 29 205 0 0,0 0 0 0 0,0-1 0 0 0,-1 0 0 0 0,0-1 0 0 0,0 0 0 0 0,-1 0 0 0 0,0 0 0 0 0,0-1 0 0 0,-1 0 0 0 0,-1 0 0 0 0,1 0 0 0 0,3-14 0 0 0,-2-2 125 0 0,0 1-1 0 0,-2-2 1 0 0,3-43 0 0 0,-4 19 426 0 0,-2-1 0 0 0,-2 1 0 0 0,-2 0 1 0 0,-2 0-1 0 0,-14-53 0 0 0,19 102-523 0 0,0 0 0 0 0,-1 0 0 0 0,1 1-1 0 0,-1-1 1 0 0,1 0 0 0 0,-1 1 0 0 0,0-1 0 0 0,1 1-1 0 0,-1-1 1 0 0,0 1 0 0 0,0-1 0 0 0,-1-1 0 0 0,1 2 17 0 0,-1-3 473 0 0,-1 10-301 0 0,-1-1-158 0 0,3-4-44 0 0,0 1 1 0 0,0-1-1 0 0,-1 1 0 0 0,1-1 0 0 0,0 1 0 0 0,1 0 0 0 0,-1 0 0 0 0,0 0 0 0 0,0 0 0 0 0,1-1 0 0 0,-1 1 0 0 0,1 0 0 0 0,0 0 0 0 0,-1 0 1 0 0,1 0-1 0 0,0 0 0 0 0,0 3 0 0 0,-2 46 145 0 0,1 0 1 0 0,9 74 0 0 0,26 116 0 0 0,-12-96-137 0 0,18 311-1714 0 0,-26 2-4475 0 0,-12-362 3443 0 0,1-4-2872 0 0</inkml:trace>
</inkml:ink>
</file>

<file path=ppt/ink/ink2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57.6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405 784 4100 0 0,'6'-10'617'0'0,"-2"5"-214"0"0,-1 0-1 0 0,0 0 1 0 0,0 0 0 0 0,0 0-1 0 0,0 0 1 0 0,-1-1 0 0 0,0 1-1 0 0,0-1 1 0 0,-1 0 0 0 0,1 1-1 0 0,-1-1 1 0 0,-1 0 0 0 0,1-7-1 0 0,-1 10-348 0 0,0-1 29 0 0,0 1 1 0 0,-1 0-1 0 0,1 0 0 0 0,-1-1 1 0 0,1 1-1 0 0,-1 0 1 0 0,0 0-1 0 0,-1 0 1 0 0,1 0-1 0 0,0 0 1 0 0,-1 0-1 0 0,0 0 1 0 0,0 0-1 0 0,1 1 1 0 0,-4-4-1 0 0,0 1 17 0 0,1 1 0 0 0,-1 1 0 0 0,0-1 0 0 0,0 1 0 0 0,0-1 1 0 0,-1 1-1 0 0,1 1 0 0 0,-1-1 0 0 0,0 1 0 0 0,1 0 0 0 0,-1 0 0 0 0,0 1 0 0 0,0 0 0 0 0,0 0 0 0 0,0 0 0 0 0,-1 0 0 0 0,1 1 0 0 0,0 0 0 0 0,0 1 1 0 0,-6 0-1 0 0,-4 4-11 0 0,1 0 0 0 0,0 1 0 0 0,0 1 0 0 0,0 0 1 0 0,1 1-1 0 0,0 0 0 0 0,1 1 0 0 0,0 1 0 0 0,0 0 1 0 0,-12 13-1 0 0,11-8-58 0 0,0 1 0 0 0,1 0 0 0 0,1 1-1 0 0,0 0 1 0 0,1 1 0 0 0,1 0 0 0 0,1 1 0 0 0,-9 25 0 0 0,9-18-105 0 0,7-20-4 0 0,1 1-6 0 0,-2 27-85 0 0,13-8-193 0 0,-5-24 254 0 0,0-1 96 0 0,-3 0-22 0 0,1 0 0 0 0,0 0 0 0 0,0-1 0 0 0,0 1 0 0 0,0-1 0 0 0,0 1 0 0 0,0-1 0 0 0,0 0 0 0 0,0 0 0 0 0,1-1 0 0 0,-1 1 0 0 0,0 0 1 0 0,0-1-1 0 0,-1 0 0 0 0,1 0 0 0 0,0 0 0 0 0,0 0 0 0 0,4-3 0 0 0,17-10-158 0 0,0-1 0 0 0,-2-1 0 0 0,0-1 0 0 0,-1-1 0 0 0,-1 0 0 0 0,0-2 0 0 0,-2-1 0 0 0,0 0 0 0 0,-1-1 0 0 0,-2-1 1 0 0,14-26-1 0 0,-6 8 102 0 0,-2-2 1 0 0,-3-1 0 0 0,-1 0 0 0 0,-2-1-1 0 0,16-85 1 0 0,-23 78 405 0 0,-2-1 1 0 0,-2 0-1 0 0,-3 0 1 0 0,-7-74-1 0 0,6 126-309 0 0,0 0 0 0 0,0 0 0 0 0,0 0 0 0 0,0 0-1 0 0,0 0 1 0 0,-1 0 0 0 0,1 0 0 0 0,0 0 0 0 0,-1 0 0 0 0,1 0 0 0 0,-1 0 0 0 0,1 0-1 0 0,-1 0 1 0 0,1 1 0 0 0,-1-1 0 0 0,1 0 0 0 0,-1 0 0 0 0,0 0 0 0 0,0 1 0 0 0,1-1-1 0 0,-2 0 1 0 0,1 0 4 0 0,1 1-1 0 0,0 0 1 0 0,-1 0-1 0 0,1-1 0 0 0,0 1 1 0 0,0 0-1 0 0,-1 0 1 0 0,1-1-1 0 0,0 1 1 0 0,0 0-1 0 0,-1-1 1 0 0,1 1-1 0 0,0 0 0 0 0,0-1 1 0 0,0 1-1 0 0,-1-1 1 0 0,1 1-1 0 0,0 0 1 0 0,0-1-1 0 0,0 1 1 0 0,0-1-1 0 0,0 1 0 0 0,0 0 1 0 0,0-1-1 0 0,0 1 1 0 0,0-1-1 0 0,0 1 1 0 0,0-1-1 0 0,-7 3 112 0 0,3-1-106 0 0,-1 1 1 0 0,1 0 0 0 0,-1 0 0 0 0,1 0 0 0 0,0 1 0 0 0,0-1 0 0 0,0 1 0 0 0,0 0 0 0 0,0 0 0 0 0,0 1 0 0 0,1-1 0 0 0,0 1 0 0 0,0 0 0 0 0,0 0 0 0 0,0 0 0 0 0,0 0 0 0 0,1 0 0 0 0,-2 5 0 0 0,-16 32-49 0 0,1 0 0 0 0,3 2 0 0 0,1 0 0 0 0,2 1 0 0 0,3 0 0 0 0,1 0 0 0 0,2 1 0 0 0,2 1 0 0 0,2-1 0 0 0,2 1 0 0 0,2-1 0 0 0,11 75 0 0 0,-10-108-184 0 0,1-1 1 0 0,0 0-1 0 0,0 1 0 0 0,1-1 0 0 0,1-1 0 0 0,-1 1 1 0 0,2-1-1 0 0,0 0 0 0 0,0 0 0 0 0,1 0 1 0 0,0-1-1 0 0,0 0 0 0 0,1 0 0 0 0,0-1 0 0 0,1 0 1 0 0,0-1-1 0 0,0 0 0 0 0,1 0 0 0 0,14 8 0 0 0,-21-14 44 0 0,0 1 0 0 0,0-1-1 0 0,0 0 1 0 0,0 0-1 0 0,0 0 1 0 0,0 0-1 0 0,0 0 1 0 0,0 0-1 0 0,0-1 1 0 0,4 0 0 0 0,2 1-294 0 0,7 0-1785 0 0,26-4-1577 0 0</inkml:trace>
</inkml:ink>
</file>

<file path=ppt/ink/ink2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58.3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252 183 3980 0 0,'0'0'1250'0'0,"-2"-6"-193"0"0,-4-16-213 0 0,4 16 475 0 0,-20 1-439 0 0,16 2-720 0 0,1 2 302 0 0,-1 2-50 0 0,-3 1-264 0 0,1 1 1 0 0,0-1-1 0 0,0 1 0 0 0,0 1 0 0 0,1 0 0 0 0,-1 0 0 0 0,1 0 1 0 0,0 1-1 0 0,-8 6 0 0 0,5-2-75 0 0,0 1 1 0 0,1 0 0 0 0,0 0-1 0 0,0 1 1 0 0,1 0 0 0 0,-10 19-1 0 0,12-20-61 0 0,1-2 6 0 0,0 1-1 0 0,0-1 1 0 0,2 1 0 0 0,-1 0 0 0 0,1 1 0 0 0,0-1-1 0 0,-2 15 1 0 0,5-23-20 0 0,-5 30-58 0 0,5-20-26 0 0,2-6 47 0 0,6 14 17 0 0,-6-14 23 0 0,3-4-2 0 0,14 3 4 0 0,-14-3 26 0 0,1-3 38 0 0,9-4 57 0 0,0-1 0 0 0,-1-1 0 0 0,14-9 0 0 0,-25 14 34 0 0,1 0-31 0 0,33-30 240 0 0,-34 30 379 0 0,-2 8-690 0 0,2 82 102 0 0,-3-80-208 0 0,1-2-22 0 0,2 4-62 0 0,1 1 0 0 0,-1-1 0 0 0,9 13 0 0 0,-9-18-26 0 0,1-2-6 0 0,15 7 0 0 0,-15-7 6 0 0,3-2 16 0 0,-2 0 125 0 0,0 1-10 0 0,0-1 0 0 0,0 0-1 0 0,0 0 1 0 0,0 0 0 0 0,0-1-1 0 0,0 0 1 0 0,0 0 0 0 0,-1 0-1 0 0,1-1 1 0 0,0 1 0 0 0,5-4-1 0 0,5-3 17 0 0,-1-1-1 0 0,1 0 1 0 0,-2-1-1 0 0,1-1 1 0 0,-1 0-1 0 0,-1-1 1 0 0,0 0-1 0 0,-1-1 0 0 0,0 0 1 0 0,-1-1-1 0 0,0 0 1 0 0,-1-1-1 0 0,-1 0 1 0 0,7-16-1 0 0,-1-4 405 0 0,-2 0-1 0 0,-1-1 1 0 0,-2-1-1 0 0,-1 1 1 0 0,-2-1-1 0 0,3-75 1 0 0,-14 115-163 0 0,-15 12-19 0 0,12-5-24 0 0,-20 62 117 0 0,24-59-287 0 0,0 2 1 0 0,1-1-1 0 0,1 0 1 0 0,-2 25-1 0 0,3-32 0 0 0,0 13-171 0 0,1 1 0 0 0,1-1 0 0 0,1 0-1 0 0,0 0 1 0 0,2 0 0 0 0,0-1-1 0 0,1 1 1 0 0,1-1 0 0 0,1 0-1 0 0,1 0 1 0 0,0-1 0 0 0,2 0-1 0 0,0 0 1 0 0,16 21 0 0 0,-14-22-743 0 0,-11-15 792 0 0,1 0-1 0 0,-1 0 0 0 0,1 0 1 0 0,0 0-1 0 0,-1 0 0 0 0,1-1 0 0 0,0 1 1 0 0,0 0-1 0 0,0-1 0 0 0,4 3 1 0 0,42 20-3710 0 0,-43-22 892 0 0</inkml:trace>
</inkml:ink>
</file>

<file path=ppt/ink/ink2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58.5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 52 3420 0 0,'0'0'1455'0'0,"-6"0"-233"0"0,-13-5 2197 0 0,31 1-2331 0 0,54-3-1872 0 0,-40 5 987 0 0,12-3-486 0 0,211-22-5737 0 0,-211 25 2340 0 0</inkml:trace>
</inkml:ink>
</file>

<file path=ppt/ink/ink2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59.1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163 142 2124 0 0,'0'0'1273'0'0,"1"-5"-283"0"0,6-12-143 0 0,-5 13 564 0 0,-1-29-258 0 0,0 27-620 0 0,-2 0-71 0 0,-16-43 1120 0 0,15 44-1025 0 0,-2 3-317 0 0,-10-10-8 0 0,10 10 244 0 0,-1 3-260 0 0,-1 2-153 0 0,0-1 0 0 0,1 1 0 0 0,-1 0-1 0 0,1 0 1 0 0,0 1 0 0 0,0 0-1 0 0,0 0 1 0 0,0 0 0 0 0,1 0-1 0 0,-1 1 1 0 0,1-1 0 0 0,0 1-1 0 0,-4 7 1 0 0,1 0-31 0 0,0 0 0 0 0,0 0 1 0 0,2 0-1 0 0,-1 1 0 0 0,-6 26 0 0 0,7-18-97 0 0,3-16-38 0 0,2 1-17 0 0,-3 19-6 0 0,2-19 12 0 0,3 0-92 0 0,-2-3 171 0 0,0-1 14 0 0,0-1 0 0 0,0 1 0 0 0,0 0 0 0 0,0 0 0 0 0,0 0 0 0 0,1 0 0 0 0,-1 0 0 0 0,1-1-1 0 0,-1 1 1 0 0,1 0 0 0 0,0 0 0 0 0,1 2 0 0 0,0-2 10 0 0,0-1 0 0 0,-1 1 0 0 0,1-1 0 0 0,0 0-1 0 0,-1 0 1 0 0,1 0 0 0 0,0 0 0 0 0,0 0-1 0 0,0-1 1 0 0,0 1 0 0 0,0 0 0 0 0,2-1-1 0 0,-2 0 15 0 0,0 0 0 0 0,0 0-1 0 0,0 0 1 0 0,0-1 0 0 0,0 1-1 0 0,0-1 1 0 0,0 0 0 0 0,0 1-1 0 0,0-1 1 0 0,2-1 0 0 0,2-1 1 0 0,0 1 33 0 0,-1 0 26 0 0,15-10 19 0 0,-16 10 13 0 0,1-2 36 0 0,14-11 15 0 0,-15 11 3 0 0,-2 3-111 0 0,0 0 0 0 0,-1 0-1 0 0,1 0 1 0 0,-1 0 0 0 0,1 0-1 0 0,-1-1 1 0 0,1 1 0 0 0,-1-1-1 0 0,0 1 1 0 0,2-4 0 0 0,1 2 343 0 0,-4 3-376 0 0,1 0 0 0 0,-1 0 0 0 0,1 0-1 0 0,-1 0 1 0 0,1-1 0 0 0,-1 1 0 0 0,1 0 0 0 0,-1 0 0 0 0,1 0 0 0 0,-1-1 0 0 0,0 1 0 0 0,1 0 0 0 0,-1 0 0 0 0,0-1 0 0 0,1 1 0 0 0,-1 0 0 0 0,1-1 0 0 0,-1 1 0 0 0,0 0 0 0 0,0-1 0 0 0,1 1 0 0 0,-1 0 0 0 0,0-1 0 0 0,0 1 0 0 0,1-1 0 0 0,-1 0 41 0 0,0 1 1 0 0,0-1-1 0 0,1 1 1 0 0,-1-1-1 0 0,0 1 1 0 0,0 0-1 0 0,1-1 1 0 0,-1 1-1 0 0,0-1 0 0 0,1 1 1 0 0,-1 0-1 0 0,0 0 1 0 0,1-1-1 0 0,-1 1 1 0 0,1 0-1 0 0,-1-1 0 0 0,0 1 1 0 0,1 0-1 0 0,-1 0 1 0 0,1 0-1 0 0,-1 0 1 0 0,1-1-1 0 0,-1 1 0 0 0,1 0 1 0 0,0 0-1 0 0,0 5 36 0 0,1 2-63 0 0,0 1-35 0 0,1-1-1 0 0,-1 1 1 0 0,1-1-1 0 0,0 1 1 0 0,1-1 0 0 0,0 0-1 0 0,0-1 1 0 0,0 1-1 0 0,8 8 1 0 0,-11-15-16 0 0,1 3-197 0 0,0-1-1 0 0,1 0 1 0 0,-1 0 0 0 0,1 0 0 0 0,0 0 0 0 0,0 0 0 0 0,0-1-1 0 0,0 1 1 0 0,0-1 0 0 0,0 0 0 0 0,0 0 0 0 0,0 0 0 0 0,0 0 0 0 0,0 0-1 0 0,1-1 1 0 0,-1 0 0 0 0,6 1 0 0 0,-1-1-338 0 0,8 1-106 0 0,6-6-3148 0 0,11-4-1705 0 0</inkml:trace>
</inkml:ink>
</file>

<file path=ppt/ink/ink2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59.5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60 4052 0 0,'0'0'1541'0'0,"0"-6"-178"0"0,12-47 7634 0 0,-8 56-8530 0 0,15 8-25 0 0,-19-11-429 0 0,1 0 0 0 0,-1 0 0 0 0,0 0 0 0 0,0 1 0 0 0,1-1 0 0 0,-1 0 0 0 0,0 0 0 0 0,1 0 0 0 0,-1 1 1 0 0,0-1-1 0 0,0 0 0 0 0,1 0 0 0 0,-1 1 0 0 0,0-1 0 0 0,0 0 0 0 0,0 0 0 0 0,0 1 0 0 0,1-1 0 0 0,-1 0 0 0 0,0 1 1 0 0,0-1-1 0 0,0 0 0 0 0,0 1 0 0 0,0-1 0 0 0,0 0 0 0 0,0 1 0 0 0,0-1 0 0 0,0 0 0 0 0,0 1 0 0 0,0 0 1 0 0,6 113 464 0 0,-14 181 0 0 0,7-289-505 0 0,-30 267-2694 0 0,14-142-1323 0 0,16-125 3368 0 0,6 20-2453 0 0,-4-21 1761 0 0</inkml:trace>
</inkml:ink>
</file>

<file path=ppt/ink/ink2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1:59.9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0 112 3308 0 0,'2'-8'281'0'0,"1"1"0"0"0,-1-1-1 0 0,1 1 1 0 0,1 0-1 0 0,-1 0 1 0 0,1 0 0 0 0,1 1-1 0 0,-1-1 1 0 0,1 1-1 0 0,0 0 1 0 0,0 0 0 0 0,1 1-1 0 0,0-1 1 0 0,10-6-1 0 0,-12 9 138 0 0,14 1 141 0 0,-15 2-476 0 0,1-1 1 0 0,-1 1 0 0 0,0-1 0 0 0,1 1 0 0 0,-1 0-1 0 0,1 0 1 0 0,-1 1 0 0 0,1-1 0 0 0,-1 1 0 0 0,1-1-1 0 0,-1 1 1 0 0,0 0 0 0 0,1 1 0 0 0,-1-1-1 0 0,4 3 1 0 0,0 0-37 0 0,0 0 0 0 0,-1 1 0 0 0,0-1 0 0 0,0 2 0 0 0,0-1 0 0 0,0 1 0 0 0,-1 0 0 0 0,0 0 0 0 0,0 0 0 0 0,-1 1 0 0 0,0-1 0 0 0,0 1 0 0 0,0 0 0 0 0,-1 1 0 0 0,0-1 0 0 0,-1 0 0 0 0,1 1 0 0 0,-1 0 0 0 0,-1-1 0 0 0,1 1 0 0 0,-1 0 0 0 0,-1 0 0 0 0,0 15 0 0 0,0-15-32 0 0,0-6-9 0 0,1 1-1 0 0,-1 0 0 0 0,-1 0 0 0 0,1 0 0 0 0,0 0 0 0 0,-1 0 0 0 0,1-1 0 0 0,-1 1 0 0 0,0 0 1 0 0,-2 3-1 0 0,2 1 4 0 0,1-4-7 0 0,-1-1 1 0 0,1 1-1 0 0,-1-1 0 0 0,1 0 0 0 0,-1 1 1 0 0,0-1-1 0 0,0 0 0 0 0,0 0 0 0 0,0 1 1 0 0,-1-1-1 0 0,1 0 0 0 0,-3 3 0 0 0,-3 4-22 0 0,0 0 0 0 0,-1 0-1 0 0,1-1 1 0 0,-2 0 0 0 0,1 0-1 0 0,-1 0 1 0 0,0-2 0 0 0,-1 1-1 0 0,-13 6 1 0 0,19-11-88 0 0,-2-1-199 0 0,-16 1 150 0 0,16-1-2 0 0,7-7-298 0 0,1 1 358 0 0,-1-1 0 0 0,1 1 0 0 0,0 0 0 0 0,0-1 0 0 0,1 1 0 0 0,0 0-1 0 0,0 0 1 0 0,0 1 0 0 0,4-6 0 0 0,8-6-891 0 0,1 1 0 0 0,1 0 0 0 0,0 1 0 0 0,32-20 0 0 0,-24 19-2710 0 0</inkml:trace>
</inkml:ink>
</file>

<file path=ppt/ink/ink2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00.2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61 4576 0 0,'79'-46'3643'0'0,"-75"44"-3030"0"0,0-1-23 0 0,8-6 551 0 0,-22 13 1381 0 0,-32 24-861 0 0,31-17-1617 0 0,-1 0 0 0 0,2 1 0 0 0,-1 0 0 0 0,2 0 0 0 0,0 1-1 0 0,-9 16 1 0 0,16-26-100 0 0,-1 1-1 0 0,1 0 0 0 0,1 0 1 0 0,-1 0-1 0 0,0 0 0 0 0,1 0 0 0 0,0 0 1 0 0,0 1-1 0 0,0-1 0 0 0,1 0 0 0 0,-1 1 1 0 0,1-1-1 0 0,0 5 0 0 0,0-9 41 0 0,0 1 0 0 0,0 0 0 0 0,0-1-1 0 0,0 1 1 0 0,0 0 0 0 0,0-1 0 0 0,0 1-1 0 0,0 0 1 0 0,0-1 0 0 0,0 1 0 0 0,0 0-1 0 0,0-1 1 0 0,1 1 0 0 0,-1 0 0 0 0,0-1-1 0 0,0 1 1 0 0,1-1 0 0 0,-1 1 0 0 0,0 0-1 0 0,1-1 1 0 0,0 1 0 0 0,3 13-377 0 0,-4-14 379 0 0,1 1 0 0 0,-1-1 0 0 0,0 1 0 0 0,0-1 0 0 0,0 1 0 0 0,0-1-1 0 0,0 1 1 0 0,1-1 0 0 0,-1 0 0 0 0,0 1 0 0 0,1-1 0 0 0,-1 1 0 0 0,0-1 0 0 0,1 0 0 0 0,-1 1-1 0 0,0-1 1 0 0,1 0 0 0 0,-1 1 0 0 0,0-1 0 0 0,1 0 0 0 0,-1 1 0 0 0,1-1 0 0 0,-1 0 0 0 0,1 0-1 0 0,-1 0 1 0 0,1 1 0 0 0,0-1 0 0 0,-1 0-2 0 0,1 0 0 0 0,0 0 0 0 0,-1 1 0 0 0,1-1 0 0 0,-1 0 0 0 0,1 0 0 0 0,-1 1 0 0 0,1-1 0 0 0,-1 0 0 0 0,1 1 0 0 0,-1-1 0 0 0,1 1 0 0 0,-1-1 0 0 0,0 0 0 0 0,1 1 0 0 0,-1-1 0 0 0,0 1 0 0 0,1-1 0 0 0,-1 1 0 0 0,0-1 0 0 0,1 1 0 0 0,-1 0 0 0 0,0 0 0 0 0,5 1-219 0 0,48 4-296 0 0,-47-7 399 0 0,-1 0 128 0 0,4-2 123 0 0,-1 1-1 0 0,0-1 0 0 0,0-1 0 0 0,0 1 0 0 0,0-1 1 0 0,-1-1-1 0 0,1 1 0 0 0,-1-1 0 0 0,0-1 0 0 0,-1 1 1 0 0,1-1-1 0 0,-1 0 0 0 0,0-1 0 0 0,-1 0 1 0 0,1 0-1 0 0,6-12 0 0 0,-8 13-52 0 0,0-1 0 0 0,0 1 0 0 0,0-1 1 0 0,-1 0-1 0 0,0 0 0 0 0,-1 0 0 0 0,0-1 0 0 0,0 1 1 0 0,0 0-1 0 0,0-9 0 0 0,-5-10-132 0 0,3 19-87 0 0,-1 7 144 0 0,1 0 0 0 0,-1 0 1 0 0,1 0-1 0 0,0 0 0 0 0,-1-1 1 0 0,1 1-1 0 0,-1 0 0 0 0,1 0 1 0 0,0 0-1 0 0,-1-1 0 0 0,1 1 1 0 0,-1 0-1 0 0,1-1 0 0 0,0 1 1 0 0,0 0-1 0 0,-1-1 0 0 0,1 1 1 0 0,0 0-1 0 0,-1-1 0 0 0,1 1 1 0 0,0-1-1 0 0,0 1 0 0 0,0-1 1 0 0,-1 1-1 0 0,1 0 0 0 0,0-1 1 0 0,0 0-31 0 0,0 0 1 0 0,0 1 0 0 0,-1-1-1 0 0,1 1 1 0 0,0-1 0 0 0,-1 1-1 0 0,1-1 1 0 0,0 1 0 0 0,-1-1 0 0 0,1 1-1 0 0,0-1 1 0 0,-1 1 0 0 0,1-1-1 0 0,-1 1 1 0 0,1 0 0 0 0,-1-1-1 0 0,1 1 1 0 0,-1 0 0 0 0,1-1-1 0 0,-2 1 1 0 0,-13-2-521 0 0,13 1 475 0 0,1 1 0 0 0,-1 0-1 0 0,0 0 1 0 0,1 0 0 0 0,-1-1 0 0 0,0 2 0 0 0,0-1 0 0 0,1 0-1 0 0,-1 0 1 0 0,0 1 0 0 0,0-1 0 0 0,1 0 0 0 0,-1 1 0 0 0,1 0 0 0 0,-4 1-1 0 0,-16 7-671 0 0,16-7-281 0 0,1 0-345 0 0,3-1 943 0 0,-8 7 77 0 0,1-4-2795 0 0</inkml:trace>
</inkml:ink>
</file>

<file path=ppt/ink/ink2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00.4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17 4748 0 0,'0'0'3581'0'0,"4"-2"-2224"0"0,-4 1-950 0 0,10-8-315 0 0,-2 5 3812 0 0,8 22-2731 0 0,-15-11-892 0 0,10 228-2937 0 0,-10-211 1845 0 0,-1-16-859 0 0,1 6-3444 0 0,-1 17-138 0 0</inkml:trace>
</inkml:ink>
</file>

<file path=ppt/ink/ink2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00.6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21 3056 0 0,'0'0'3621'0'0,"-16"-20"-4761"0"0</inkml:trace>
</inkml:ink>
</file>

<file path=ppt/ink/ink2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01.1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57 3888 0 0,'0'0'1676'0'0,"4"2"-303"0"0,12 5-131 0 0,-12-5 983 0 0,0 1-1333 0 0,12 11-136 0 0,-12-11-99 0 0,-1 1-78 0 0,10 13-70 0 0,-9-13-47 0 0,-1 1-71 0 0,25 36 382 0 0,-26-37-607 0 0,1 0-18 0 0,6 15-9 0 0,-7-15-29 0 0,0 1-30 0 0,6 11 9 0 0,-6-12 123 0 0,-1 0-165 0 0,3 15-13 0 0,-3-15 68 0 0,-18 9-48 0 0,14-11 50 0 0,-8-7-61 0 0,11 5-37 0 0,-1 0 1 0 0,0-1 0 0 0,0 1 0 0 0,0 0-1 0 0,1-1 1 0 0,-1 1 0 0 0,0 0-1 0 0,0-1 1 0 0,1 1 0 0 0,-1-1 0 0 0,0 1-1 0 0,1-1 1 0 0,-1 1 0 0 0,1-1 0 0 0,-1 0-1 0 0,0 1 1 0 0,1-1 0 0 0,0 0-1 0 0,-1 1 1 0 0,1-1 0 0 0,-1 0 0 0 0,1 0-1 0 0,0 1 1 0 0,-1-3 0 0 0,-8-16 13 0 0,7 7-36 0 0,4 2 16 0 0,0 0 1 0 0,1 0-1 0 0,0 0 0 0 0,0 0 1 0 0,1 0-1 0 0,0 1 1 0 0,1-1-1 0 0,0 1 0 0 0,0 1 1 0 0,1-1-1 0 0,0 1 1 0 0,0 0-1 0 0,1 0 0 0 0,11-9 1 0 0,5 0 13 0 0,46-18 40 0 0,-67 34-57 0 0,0 0 1 0 0,0 0-1 0 0,0 0 1 0 0,0 0-1 0 0,0 1 0 0 0,0-1 1 0 0,0 1-1 0 0,0-1 1 0 0,0 1-1 0 0,0 0 1 0 0,0 0-1 0 0,1 0 0 0 0,-1 0 1 0 0,2 0-1 0 0,3 1-1 0 0,-5-2 4 0 0,0 1 1 0 0,0 0 0 0 0,0 0 0 0 0,1 0 0 0 0,-1 0 0 0 0,0 0 0 0 0,0 0 0 0 0,0 0 0 0 0,0 1 0 0 0,1-1 0 0 0,-1 1 0 0 0,3 1 0 0 0,2 0 27 0 0,5 3 143 0 0,17 13-124 0 0,-23-12-48 0 0,1 0 0 0 0,-1 1 0 0 0,0-1 0 0 0,-1 1 0 0 0,0 0 0 0 0,0 1 0 0 0,0 0 1 0 0,-1-1-1 0 0,0 1 0 0 0,-1 1 0 0 0,5 12 0 0 0,-3 0-103 0 0,0 0 0 0 0,-1 0 0 0 0,1 28 1 0 0,-4-38-65 0 0,-1 0 0 0 0,0 0 1 0 0,-1 0-1 0 0,-3 18 1 0 0,1-10-250 0 0,-4 17-623 0 0,-2-6-176 0 0,7-24 1080 0 0,0 3-648 0 0,0-1 0 0 0,0 1-1 0 0,-1-1 1 0 0,-1 0 0 0 0,1 0 0 0 0,-7 10-1 0 0,1-4-2016 0 0</inkml:trace>
</inkml:ink>
</file>

<file path=ppt/ink/ink2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01.3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54 4460 0 0,'2'-4'2201'0'0,"6"-14"-318"0"0,-6 14-323 0 0,8-24 4878 0 0,-8 33-5898 0 0,1 5-247 0 0,0 0 1 0 0,-1 0-1 0 0,0 0 1 0 0,0 21-1 0 0,28 313-896 0 0,-4-118-7693 0 0,-25-219 6517 0 0,1-1-1100 0 0,4 24-2073 0 0</inkml:trace>
</inkml:ink>
</file>

<file path=ppt/ink/ink2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01.5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0 190 3568 0 0,'22'-16'2789'0'0,"14"-1"-1873"0"0,-9 6-180 0 0,3 0-156 0 0,2-2-140 0 0,1 1-164 0 0,3-1-180 0 0,6-1-264 0 0,1-1-288 0 0,-1-2-580 0 0,-5 0-176 0 0,-3 3-905 0 0,-4-5-2255 0 0</inkml:trace>
</inkml:ink>
</file>

<file path=ppt/ink/ink2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02.1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21 3480 0 0,'21'-20'8510'0'0,"-22"26"-8283"0"0,-12 47 368 0 0,12-49-440 0 0,-1 1-32 0 0,-6 54 274 0 0,8-53-314 0 0,3-2-44 0 0,-1-1-29 0 0,1-1 1 0 0,-1 1-1 0 0,1-1 0 0 0,0 0 0 0 0,0 0 1 0 0,0 0-1 0 0,0 0 0 0 0,0 0 0 0 0,0-1 1 0 0,7 3-1 0 0,-6-3 39 0 0,2-2-17 0 0,2-2-33 0 0,-1 1-1 0 0,1-1 1 0 0,-1 0-1 0 0,0 0 1 0 0,0-1 0 0 0,0 0-1 0 0,0 0 1 0 0,-1-1-1 0 0,1 0 1 0 0,-1 0-1 0 0,10-11 1 0 0,-14 13-291 0 0,-1-4-181 0 0,4-25-1270 0 0,-8 26-131 0 0,-10-16-1590 0 0</inkml:trace>
</inkml:ink>
</file>

<file path=ppt/ink/ink2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02.8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315 70 3576 0 0,'1'-6'1452'0'0,"6"-23"1735"0"0,-7 27-3081 0 0,-1 1 0 0 0,1-1 0 0 0,0 1 0 0 0,-1-1-1 0 0,1 1 1 0 0,-1-1 0 0 0,0 1 0 0 0,1-1-1 0 0,-1 1 1 0 0,0 0 0 0 0,0 0 0 0 0,-2-3 0 0 0,1 1 112 0 0,0-1 405 0 0,-13 0 156 0 0,14 4-736 0 0,0-1-1 0 0,0 1 1 0 0,-1 0-1 0 0,1-1 0 0 0,0 1 1 0 0,-1 0-1 0 0,1 0 0 0 0,0-1 1 0 0,0 1-1 0 0,-1 0 1 0 0,1 0-1 0 0,0 1 0 0 0,-1-1 1 0 0,1 0-1 0 0,0 0 0 0 0,-3 1 1 0 0,-9 3 164 0 0,-1 0 1 0 0,0 1 0 0 0,1 0-1 0 0,0 1 1 0 0,0 1 0 0 0,1 0-1 0 0,0 0 1 0 0,0 1 0 0 0,1 1-1 0 0,-20 18 1 0 0,28-23-185 0 0,-1-1 0 0 0,1 1 0 0 0,0 0 0 0 0,1 0 0 0 0,-1 0 0 0 0,1 0 0 0 0,-1 0 0 0 0,1 1 0 0 0,-2 7 0 0 0,2-7-6 0 0,0-1-3 0 0,4 31-30 0 0,-2-33 16 0 0,0 0 0 0 0,0 0 0 0 0,0-1 0 0 0,0 1 0 0 0,1 0 0 0 0,-1-1 0 0 0,0 1 0 0 0,1 0 0 0 0,-1-1-1 0 0,1 1 1 0 0,0-1 0 0 0,0 1 0 0 0,-1-1 0 0 0,1 1 0 0 0,0-1 0 0 0,0 1 0 0 0,0-1 0 0 0,2 2 0 0 0,0 0-3 0 0,-1 0-3 0 0,-1 0 0 0 0,1 0-1 0 0,-1-1 1 0 0,1 1 0 0 0,0 0-1 0 0,0-1 1 0 0,0 0 0 0 0,0 1-1 0 0,1-1 1 0 0,3 3 0 0 0,4 3-14 0 0,16 16-139 0 0,2-1-1 0 0,39 26 1 0 0,-25-19-22 0 0,-39-28 151 0 0,-3 0-43 0 0,-1-1 67 0 0,1 0-1 0 0,0 1 0 0 0,-1-1 0 0 0,0 0 0 0 0,1 0 0 0 0,-1 0 0 0 0,0 1 0 0 0,0-1 1 0 0,1 0-1 0 0,-1 0 0 0 0,-2 1 0 0 0,2 0-12 0 0,-7 3-112 0 0,-58 6-805 0 0,-9-6-1071 0 0,26-4 717 0 0,14-1-1911 0 0,27 0 2047 0 0,-37 0-3592 0 0</inkml:trace>
</inkml:ink>
</file>

<file path=ppt/ink/ink2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03.9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129 765 6205 0 0,'0'0'8885'0'0,"-3"-4"-8634"0"0,-10-10-43 0 0,10 10-40 0 0,2-1-18 0 0,-5-35 57 0 0,-1-70 0 0 0,-1-31-267 0 0,-68-290 1044 0 0,74 421-876 0 0,1 5 128 0 0,-1 12-182 0 0,-3 32 50 0 0,3 50-107 0 0,10 92-1 0 0,-1-59-380 0 0,-6 110-2586 0 0,-13-86-5952 0 0,11-139 3538 0 0</inkml:trace>
</inkml:ink>
</file>

<file path=ppt/ink/ink2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04.4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21 325 2964 0 0,'-2'-6'1620'0'0,"-1"1"-1270"0"0,1 0 53 0 0,-1 0 0 0 0,1 0 0 0 0,0 0-1 0 0,1 0 1 0 0,-1 0 0 0 0,1-1 0 0 0,0 1-1 0 0,0 0 1 0 0,0-1 0 0 0,1-9 0 0 0,3-14 86 0 0,1 16-133 0 0,2 4-328 0 0,1 1 1 0 0,1 0-1 0 0,-1 0 0 0 0,1 1 1 0 0,0 0-1 0 0,1 0 1 0 0,0 1-1 0 0,0 0 1 0 0,0 0-1 0 0,1 1 1 0 0,0 0-1 0 0,0 1 1 0 0,16-4-1 0 0,20-6-404 0 0,85-12 0 0 0,-101 21 254 0 0,192-37-2825 0 0,-217 41 2987 0 0,18-5 138 0 0,-18 4 1116 0 0,-8 6-1032 0 0,-21 23 265 0 0,13-15-371 0 0,1 0-1 0 0,0 0 1 0 0,1 1 0 0 0,0 1 0 0 0,1-1-1 0 0,0 1 1 0 0,-7 19 0 0 0,0 20 154 0 0,14-48-222 0 0,2 1 3 0 0,0-3-87 0 0,-2 0 7 0 0,2 0 0 0 0,-1 0 0 0 0,0 1 0 0 0,1-1 0 0 0,-1 0 0 0 0,1 0 0 0 0,0 0 0 0 0,0 0 0 0 0,0 1 0 0 0,1-2 0 0 0,-1 1-1 0 0,1 0 1 0 0,-1 0 0 0 0,1 0 0 0 0,0-1 0 0 0,0 1 0 0 0,0-1 0 0 0,4 4 0 0 0,1-2-2 0 0,0 0 1 0 0,0-1-1 0 0,0 0 0 0 0,1 0 1 0 0,-1 0-1 0 0,1-1 0 0 0,0 0 1 0 0,13 1-1 0 0,-8-2 9 0 0,-1-1 0 0 0,0-1 0 0 0,1 0 0 0 0,-1-1 0 0 0,0 0 0 0 0,15-5 0 0 0,-18 6 13 0 0,-5 0-11 0 0,0 1 1 0 0,0-1-1 0 0,0 0 0 0 0,-1 0 0 0 0,1-1 0 0 0,0 1 0 0 0,-1-1 1 0 0,5-2-1 0 0,0 1 16 0 0,-5 2-13 0 0,0 0 1 0 0,1-1-1 0 0,-1 1 1 0 0,0-1 0 0 0,0 1-1 0 0,0-1 1 0 0,0 0-1 0 0,4-4 1 0 0,-1 2 24 0 0,-3 3-31 0 0,-1 0 0 0 0,0-1 0 0 0,0 1 1 0 0,0 0-1 0 0,0-1 0 0 0,0 1 0 0 0,0-1 0 0 0,-1 0 0 0 0,1 0 1 0 0,0 0-1 0 0,-1 0 0 0 0,2-3 0 0 0,3 0 19 0 0,-4 3-21 0 0,-1 0 0 0 0,1 0 0 0 0,0 0 0 0 0,-1 0-1 0 0,1 0 1 0 0,-1 0 0 0 0,1 0 0 0 0,-1-1 0 0 0,0 1 0 0 0,0 0 0 0 0,1-6 0 0 0,1 2 13 0 0,-1 4-19 0 0,-1 0 1 0 0,0 0 0 0 0,0 0 0 0 0,0-1 0 0 0,0 1 0 0 0,-1 0 0 0 0,1-1 0 0 0,-1 1 0 0 0,1-1 0 0 0,-1 1 0 0 0,0-4 0 0 0,2 0 1 0 0,-1 4-12 0 0,-1 0 0 0 0,1 0 0 0 0,-1 0 0 0 0,1 1 0 0 0,-1-1 0 0 0,0 0 0 0 0,0 0 0 0 0,0 0 0 0 0,0 0 0 0 0,0 0 0 0 0,0 0 0 0 0,-1 0 0 0 0,1 0 0 0 0,-1 0 0 0 0,0-2 0 0 0,0-3-28 0 0,1 4 4 0 0,-1 0 0 0 0,1 0 1 0 0,-1 0-1 0 0,0 0 1 0 0,0 0-1 0 0,0 0 1 0 0,0 0-1 0 0,0 0 1 0 0,-3-2-1 0 0,1-2-56 0 0,1 2-5 0 0,0-1 0 0 0,-1 1 1 0 0,1 0-1 0 0,-1 0 0 0 0,0 1 1 0 0,-1-1-1 0 0,1 0 0 0 0,-1 1 1 0 0,0 0-1 0 0,0 0 0 0 0,0 0 1 0 0,-1 1-1 0 0,-7-6 0 0 0,7 5-52 0 0,3 3 78 0 0,1-1 0 0 0,-1 1 1 0 0,0 0-1 0 0,0-1 1 0 0,0 1-1 0 0,0 0 1 0 0,0 1-1 0 0,0-1 1 0 0,0 0-1 0 0,0 0 0 0 0,0 1 1 0 0,0-1-1 0 0,0 1 1 0 0,-4-1-1 0 0,-5 0-628 0 0,-1 0-1 0 0,1 1 1 0 0,-1 0 0 0 0,0 1-1 0 0,1 0 1 0 0,-1 1-1 0 0,-14 3 1 0 0,-3 4-3511 0 0</inkml:trace>
</inkml:ink>
</file>

<file path=ppt/ink/ink2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17.7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62 700 4988 0 0,'0'0'9217'0'0,"-3"-4"-9123"0"0,1-2-69 0 0,1 1 0 0 0,-1-1-1 0 0,1 0 1 0 0,0 0-1 0 0,0 1 1 0 0,1-1-1 0 0,0 0 1 0 0,0-8 0 0 0,21-488 813 0 0,-26 438-564 0 0,-1 1 10 0 0,5 57-184 0 0,-22 12-52 0 0,22-6-48 0 0,1 0 1 0 0,0 0 0 0 0,-1 0-1 0 0,1 0 1 0 0,0 0-1 0 0,-1 0 1 0 0,1 1-1 0 0,0-1 1 0 0,-1 0 0 0 0,1 0-1 0 0,0 0 1 0 0,0 0-1 0 0,-1 1 1 0 0,1-1 0 0 0,0 0-1 0 0,0 0 1 0 0,-1 1-1 0 0,1-1 1 0 0,0 0 0 0 0,0 1-1 0 0,0-1 1 0 0,-1 0-1 0 0,1 0 1 0 0,0 1-1 0 0,0-1 1 0 0,0 0 0 0 0,0 1-1 0 0,0-1 1 0 0,0 0-1 0 0,0 1 1 0 0,0-1 0 0 0,0 1-1 0 0,-8 29-25 0 0,1 1 0 0 0,1-1 0 0 0,2 1 0 0 0,1 1 0 0 0,2-1 0 0 0,1 0 0 0 0,5 47 0 0 0,5-7-1085 0 0,2 0 0 0 0,28 87 0 0 0,-13-76-1053 0 0,-4-14-4118 0 0</inkml:trace>
</inkml:ink>
</file>

<file path=ppt/ink/ink2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18.0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22 173 4412 0 0,'0'0'2451'0'0,"-4"-3"-1630"0"0,-14-9 1050 0 0,22 8-1637 0 0,2 0-172 0 0,1 0 1 0 0,-1 1-1 0 0,1 0 1 0 0,-1 0 0 0 0,1 0-1 0 0,0 1 1 0 0,0 0-1 0 0,11-2 1 0 0,69-7 123 0 0,-35 5-88 0 0,-1 0-124 0 0,18-3-1016 0 0,-1-2 0 0 0,100-30 1 0 0,-105 14-2565 0 0,-35 12-233 0 0</inkml:trace>
</inkml:ink>
</file>

<file path=ppt/ink/ink2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18.8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162 77 2808 0 0,'-2'-5'1490'0'0,"-18"-39"1406"0"0,18 41-2306 0 0,-1-1-209 0 0,-14-17 1346 0 0,11 23-1378 0 0,-19 4-77 0 0,24-6-265 0 0,1 0 1 0 0,0 0-1 0 0,-1 0 0 0 0,1 0 1 0 0,-1 1-1 0 0,1-1 1 0 0,0 0-1 0 0,-1 0 0 0 0,1 0 1 0 0,-1 0-1 0 0,1 1 1 0 0,0-1-1 0 0,-1 0 0 0 0,1 0 1 0 0,0 0-1 0 0,-1 1 0 0 0,1-1 1 0 0,0 0-1 0 0,0 1 1 0 0,-1-1-1 0 0,1 0 0 0 0,0 1 1 0 0,0-1-1 0 0,-1 0 0 0 0,1 1 1 0 0,0-1-1 0 0,0 1 1 0 0,0 0-1 0 0,-13 28 188 0 0,1 1-1 0 0,2 0 1 0 0,1 1 0 0 0,1 0-1 0 0,-5 54 1 0 0,0 168 322 0 0,14-166-447 0 0,0-23-14 0 0,4-6 11 0 0,-5-53 53 0 0,1-1-45 0 0,2 21 241 0 0,1-27-283 0 0,1 0-29 0 0,-1 0 0 0 0,0-1 0 0 0,0 0 0 0 0,-1 0 0 0 0,1 0 0 0 0,0-1 0 0 0,-1 1 0 0 0,0-1 0 0 0,0 0 0 0 0,0 1 0 0 0,0-1 0 0 0,-1-1 0 0 0,1 1 0 0 0,-1 0 0 0 0,0-1 0 0 0,1-4 0 0 0,43-73 19 0 0,-40 73-23 0 0,1-3-6 0 0,2 0 0 0 0,-1 0-1 0 0,16-15 1 0 0,3 0 42 0 0,-20 24-23 0 0,-2 2 2 0 0,-1-1 84 0 0,4 3-29 0 0,22 3 27 0 0,-29-4-87 0 0,0 0 0 0 0,1 0 0 0 0,-1 0-1 0 0,0 0 1 0 0,0 0 0 0 0,0 1 0 0 0,0-1-1 0 0,0 0 1 0 0,1 1 0 0 0,-1-1 0 0 0,0 1 0 0 0,0 0-1 0 0,0-1 1 0 0,0 1 0 0 0,0 0 0 0 0,-1-1-1 0 0,1 1 1 0 0,0 0 0 0 0,0 0 0 0 0,0 0-1 0 0,-1 0 1 0 0,1 0 0 0 0,0 1 0 0 0,1 0 25 0 0,3 3 1 0 0,0 0 0 0 0,-1 0 1 0 0,1 1-1 0 0,-1 0 0 0 0,-1-1 1 0 0,1 1-1 0 0,-1 1 0 0 0,3 6 0 0 0,-3-8-32 0 0,-1 0 4 0 0,9 19 23 0 0,-3-1-8 0 0,26 61-863 0 0,-33-79 414 0 0,2-1-68 0 0,8 12-10 0 0,-9-12-22 0 0,0-3-105 0 0,0 0 521 0 0,-1 0 0 0 0,1 0-1 0 0,0 0 1 0 0,-1 0 0 0 0,1 1 0 0 0,-1-1-1 0 0,0 1 1 0 0,0-1 0 0 0,2 4 0 0 0,1-2-362 0 0,1-4-607 0 0,16-3 991 0 0,-15 3 154 0 0,-3-2-623 0 0,19-14 378 0 0,-10 0 2961 0 0,-7 19-2715 0 0,15 3 9 0 0,-15-4 270 0 0,1-1-251 0 0,19 3-4 0 0,-18-2-6 0 0,-3-3-14 0 0,6-2-68 0 0,0-1-1 0 0,-1 0 1 0 0,0 0 0 0 0,0-1 0 0 0,0 0 0 0 0,-1 0 0 0 0,0-1 0 0 0,0 0-1 0 0,0-1 1 0 0,-1 1 0 0 0,0-2 0 0 0,-1 1 0 0 0,0-1 0 0 0,0 0 0 0 0,-1 0-1 0 0,8-19 1 0 0,-11 23-60 0 0,-1-1-3 0 0,5-19-3 0 0,-5 19 9 0 0,-2 0-8 0 0,-3-16 11 0 0,3 16 8 0 0,-2 2 20 0 0,-12-12 12 0 0,11 12 4 0 0,2 4 9 0 0,0 0 0 0 0,0 0 0 0 0,0-1 0 0 0,0 1 0 0 0,0-1 0 0 0,0 1 0 0 0,0-1 0 0 0,0 0 0 0 0,0 1 0 0 0,-2-3 0 0 0,-1 1 25 0 0,-1 0 52 0 0,-2 4 28 0 0,0-1-67 0 0,5-1-15 0 0,0 1-1 0 0,-1-1 1 0 0,1 1 0 0 0,0 0-1 0 0,0 0 1 0 0,0 0 0 0 0,0 0 0 0 0,0 1-1 0 0,-3 1 1 0 0,-1-1 30 0 0,5-1-36 0 0,-1 0 1 0 0,1-1-1 0 0,0 1 1 0 0,0 0-1 0 0,0 0 1 0 0,0 0-1 0 0,0 1 1 0 0,0-1-1 0 0,0 0 1 0 0,0 1-1 0 0,0-1 1 0 0,1 1 0 0 0,-3 2-1 0 0,-2 0 38 0 0,3-2-23 0 0,0 0 0 0 0,1 1 0 0 0,-1-1 0 0 0,1 0 0 0 0,0 1 0 0 0,0-1 0 0 0,0 1 0 0 0,-4 5 0 0 0,0-1 28 0 0,3-4-24 0 0,1 0 0 0 0,-1 0 0 0 0,1 1-1 0 0,0 0 1 0 0,-1-1 0 0 0,1 1 0 0 0,-1 4-1 0 0,-2-1 23 0 0,4-5-36 0 0,-1 1 0 0 0,0-1 1 0 0,1 1-1 0 0,0 0 0 0 0,0-1 0 0 0,-1 1 1 0 0,2 0-1 0 0,-1 0 0 0 0,0 0 0 0 0,0 5 0 0 0,-2 0 22 0 0,2-5-26 0 0,0-1 0 0 0,0 1 0 0 0,0 0 0 0 0,0 0-1 0 0,1 0 1 0 0,-1 0 0 0 0,1-1 0 0 0,0 1 0 0 0,0 0 0 0 0,0 0 0 0 0,1 4 0 0 0,-2 1 28 0 0,5 27 191 0 0,-3-28-202 0 0,-1-4-26 0 0,0-1 1 0 0,0 1-1 0 0,0-1 0 0 0,1 1 1 0 0,-1-1-1 0 0,1 0 1 0 0,-1 1-1 0 0,1-1 0 0 0,0 0 1 0 0,0 1-1 0 0,0-1 1 0 0,1 0-1 0 0,1 3 1 0 0,0 2 13 0 0,-3-5-17 0 0,1 1 0 0 0,0-1 1 0 0,0 0-1 0 0,1 0 0 0 0,-1 0 0 0 0,0 0 1 0 0,1 0-1 0 0,-1 0 0 0 0,1 0 0 0 0,0 0 1 0 0,-1 0-1 0 0,5 2 0 0 0,-1 2 7 0 0,-4-3-11 0 0,1-1 0 0 0,-1 0 0 0 0,1-1-1 0 0,0 1 1 0 0,0 0 0 0 0,0 0 0 0 0,0-1-1 0 0,0 1 1 0 0,0-1 0 0 0,0 1-1 0 0,1-1 1 0 0,-1 0 0 0 0,3 1 0 0 0,2 3-15 0 0,-5-4-1 0 0,1 1 0 0 0,-1 0-1 0 0,1-1 1 0 0,0 0 0 0 0,-1 1-1 0 0,1-1 1 0 0,0 0-1 0 0,0 0 1 0 0,0-1 0 0 0,0 1-1 0 0,3 0 1 0 0,3 2-43 0 0,-4-2 8 0 0,-1 1 0 0 0,0-1 0 0 0,0 0 0 0 0,1-1-1 0 0,-1 1 1 0 0,0-1 0 0 0,9 0 0 0 0,-2 2-51 0 0,-6-2 10 0 0,1 1 1 0 0,0-1-1 0 0,-1 0 0 0 0,1 0 1 0 0,-1 0-1 0 0,8-2 0 0 0,19-3-835 0 0,1 0 0 0 0,-2-2 0 0 0,1-1 0 0 0,44-19 0 0 0,-36 7-1846 0 0,0-2-1981 0 0</inkml:trace>
</inkml:ink>
</file>

<file path=ppt/ink/ink2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29.3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82 2720 0 0,'3'-5'1528'0'0,"7"-12"-311"0"0,-7 13-286 0 0,1 0-124 0 0,-1 2-654 0 0,0-2 61 0 0,1 1 0 0 0,-1 1 0 0 0,1-1 0 0 0,-1 0 0 0 0,1 1-1 0 0,0 0 1 0 0,0 0 0 0 0,0 0 0 0 0,0 1 0 0 0,0-1 0 0 0,0 1 0 0 0,1 0-1 0 0,4-1 1 0 0,17-1 62 0 0,-19 3-27 0 0,0 2-20 0 0,-2 0-210 0 0,0-1 43 0 0,0 1 0 0 0,0 0 1 0 0,0 0-1 0 0,-1 0 0 0 0,1 1 1 0 0,0-1-1 0 0,-1 1 0 0 0,1 0 1 0 0,-1 1-1 0 0,6 5 0 0 0,-5-3-25 0 0,0-1 0 0 0,-1 1 0 0 0,0 0 1 0 0,0 0-1 0 0,0 0 0 0 0,-1 0 0 0 0,1 1 0 0 0,-2 0 0 0 0,1-1 0 0 0,-1 1 0 0 0,0 0 0 0 0,0 0 0 0 0,-1 0 0 0 0,1 12 0 0 0,-1-14 9 0 0,-2 2 22 0 0,0 20 9 0 0,1-20 10 0 0,-2-1 4 0 0,-16 41 387 0 0,16-43-242 0 0,-1-1-158 0 0,-9 8 60 0 0,9-8 374 0 0,-15-12-490 0 0,13 7-2 0 0,1 0 40 0 0,3-5-70 0 0,0-20-26 0 0,1 20-14 0 0,2-1-10 0 0,-1-1 35 0 0,10-29-124 0 0,-8 29 119 0 0,13-25-90 0 0,-12 26 100 0 0,-3 5 10 0 0,0 0 1 0 0,0 0 0 0 0,1-1-1 0 0,0 2 1 0 0,0-1 0 0 0,-1 0-1 0 0,2 0 1 0 0,-1 1 0 0 0,4-5-1 0 0,3-3-9 0 0,1 0 0 0 0,0 0-1 0 0,1 1 1 0 0,0 0 0 0 0,0 1-1 0 0,1 1 1 0 0,0 0 0 0 0,22-10-1 0 0,-28 15 39 0 0,3 3 30 0 0,32 4 2 0 0,-34-4-42 0 0,-1 1 1 0 0,1 0-1 0 0,-1 0 1 0 0,0 1-1 0 0,0 0 1 0 0,0 0-1 0 0,0 0 1 0 0,-1 1-1 0 0,1 0 1 0 0,-1 0-1 0 0,0 0 1 0 0,0 1-1 0 0,0 0 1 0 0,-1 0-1 0 0,8 10 1 0 0,-6-10-6 0 0,-4-3-7 0 0,0 1 0 0 0,1-1 0 0 0,-1 0 0 0 0,0 1 0 0 0,0 0 0 0 0,-1-1 0 0 0,1 1 0 0 0,2 6 0 0 0,3 2-113 0 0,-1 1-1 0 0,0 0 0 0 0,-1 0 0 0 0,-1 0 1 0 0,0 1-1 0 0,0 0 0 0 0,2 15 0 0 0,-6-19-530 0 0,1 1 0 0 0,-1 0 0 0 0,-1-1 0 0 0,-2 14 0 0 0,-1 0-32 0 0,3-17-37 0 0</inkml:trace>
</inkml:ink>
</file>

<file path=ppt/ink/ink2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29.7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0 150 2200 0 0,'0'0'6213'0'0,"5"2"-5925"0"0,12 6-38 0 0,-13-7 352 0 0,0 2-425 0 0,12 5-41 0 0,-12-6 121 0 0,2-2-140 0 0,2 0-113 0 0,1-1 0 0 0,0-1-1 0 0,-1 0 1 0 0,1 0 0 0 0,-1 0-1 0 0,1-1 1 0 0,-1 0 0 0 0,0-1-1 0 0,0 0 1 0 0,-1 0 0 0 0,1-1-1 0 0,-1 0 1 0 0,0 0 0 0 0,0 0 0 0 0,0-1-1 0 0,-1 0 1 0 0,0-1 0 0 0,7-8-1 0 0,-11 11-35 0 0,0-1-21 0 0,0 1 43 0 0,0-1-1 0 0,-1 0 1 0 0,0 0 0 0 0,0 1 0 0 0,0-1 0 0 0,0 0-1 0 0,-1 0 1 0 0,0-9 0 0 0,-1 8 136 0 0,-3 2-52 0 0,-18-14 127 0 0,8 16-4 0 0,11 2-146 0 0,0-1-1 0 0,0 1 0 0 0,0 0 1 0 0,-1-1-1 0 0,1 1 1 0 0,0 1-1 0 0,0-1 0 0 0,0 0 1 0 0,0 1-1 0 0,0 0 1 0 0,0 0-1 0 0,0 0 0 0 0,0 0 1 0 0,0 0-1 0 0,-4 3 1 0 0,-47 33 736 0 0,42-28-630 0 0,10-7-140 0 0,0-1 1 0 0,1 0 0 0 0,-1 0 0 0 0,1 1-1 0 0,-1-1 1 0 0,1 1 0 0 0,0 0 0 0 0,0-1-1 0 0,0 1 1 0 0,-2 3 0 0 0,-5 7 249 0 0,6-9-236 0 0,-1 0-9 0 0,0 1 0 0 0,1-1 1 0 0,-1 1-1 0 0,1 0 0 0 0,0 0 1 0 0,0 0-1 0 0,0 0 0 0 0,0 0 0 0 0,1 0 1 0 0,0 0-1 0 0,-1 1 0 0 0,2-1 1 0 0,-1 0-1 0 0,0 7 0 0 0,4 22-60 0 0,-4-32 29 0 0,1 1 0 0 0,0 0 0 0 0,1 0 0 0 0,-1 0 0 0 0,0 0 0 0 0,1 0 0 0 0,-1-1 0 0 0,1 1 0 0 0,-1 0 0 0 0,1 0 0 0 0,0-1 0 0 0,0 1 0 0 0,-1 0 0 0 0,1-1 0 0 0,0 1 0 0 0,2 1 0 0 0,0 1-29 0 0,-2-1 19 0 0,0-1 0 0 0,0 0 0 0 0,0 0 0 0 0,1 0 0 0 0,-1 0 0 0 0,0 0 0 0 0,1-1 0 0 0,-1 1 0 0 0,1 0 0 0 0,0-1 0 0 0,-1 1 0 0 0,1-1 0 0 0,0 1-1 0 0,2 0 1 0 0,3 3-43 0 0,4 3-99 0 0,0 0 0 0 0,0-1 0 0 0,1 0 0 0 0,0-1-1 0 0,0 0 1 0 0,0-1 0 0 0,1-1 0 0 0,-1 0-1 0 0,17 3 1 0 0,6-1-1021 0 0,68 4-1 0 0,-91-9 713 0 0,1 0 0 0 0,0-1-1 0 0,20-3 1 0 0,5-5-2749 0 0,5-1-396 0 0</inkml:trace>
</inkml:ink>
</file>

<file path=ppt/ink/ink2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30.1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220 60 3720 0 0,'-2'-5'1242'0'0,"-6"-13"-223"0"0,6 13-233 0 0,-11-12 342 0 0,10 14-213 0 0,2 1-828 0 0,-1 1 0 0 0,0 0 0 0 0,0 0 0 0 0,0 0 0 0 0,0 0 0 0 0,-1 0 0 0 0,1 0 0 0 0,0 0 0 0 0,0 1 0 0 0,0-1 0 0 0,-1 1 0 0 0,-1-1 0 0 0,0 2-18 0 0,0-1 1 0 0,-1 1 0 0 0,1-1-1 0 0,1 1 1 0 0,-1 0-1 0 0,0 1 1 0 0,0-1 0 0 0,0 1-1 0 0,0-1 1 0 0,1 1-1 0 0,-1 0 1 0 0,1 1-1 0 0,0-1 1 0 0,-1 0 0 0 0,1 1-1 0 0,-4 4 1 0 0,-2 4 59 0 0,0-1 1 0 0,1 2 0 0 0,-9 14-1 0 0,11-17-81 0 0,-24 51 178 0 0,27-55-212 0 0,2 1-15 0 0,-6 17-5 0 0,5-17-9 0 0,-1 23 6 0 0,2-23-19 0 0,4-3-154 0 0,12 13 77 0 0,-10-18 71 0 0,3-2 85 0 0,0 0 0 0 0,-1-1-1 0 0,1 0 1 0 0,-1 0-1 0 0,0 0 1 0 0,0-1-1 0 0,-1 0 1 0 0,0-1 0 0 0,0 1-1 0 0,0-1 1 0 0,-1 0-1 0 0,0-1 1 0 0,7-13-1 0 0,-10 17 146 0 0,1-1 26 0 0,7-13 5 0 0,-7 13 213 0 0,-1 1-250 0 0,6-14-40 0 0,-6 14 521 0 0,1 7-648 0 0,12 9 11 0 0,-11-8-32 0 0,-3 3-129 0 0,0 0 1 0 0,1 0-1 0 0,0 0 0 0 0,1 0 0 0 0,0 0 0 0 0,4 7 0 0 0,-5-10 95 0 0,4 9-956 0 0,0 0 0 0 0,2-1 0 0 0,15 22 0 0 0,-20-31-344 0 0,0 1-137 0 0,12 12-1005 0 0</inkml:trace>
</inkml:ink>
</file>

<file path=ppt/ink/ink2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30.9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1 285 2932 0 0,'1'-5'1280'0'0,"12"-46"1311"0"0,-12 46-1933 0 0,1-1-523 0 0,-1 0 0 0 0,0 0-1 0 0,1 1 1 0 0,0-1 0 0 0,0 1-1 0 0,1-1 1 0 0,0 1-1 0 0,0 0 1 0 0,0 0 0 0 0,0 0-1 0 0,1 1 1 0 0,0-1 0 0 0,4-3-1 0 0,-5 5-21 0 0,2 0-18 0 0,15-7-29 0 0,-15 8 0 0 0,1 3-23 0 0,2-1-25 0 0,-1 1-1 0 0,1 1 1 0 0,-1 0 0 0 0,1 0 0 0 0,-1 0-1 0 0,0 1 1 0 0,0 0 0 0 0,0 0-1 0 0,0 1 1 0 0,-1 0 0 0 0,12 8 0 0 0,-9-4 25 0 0,-1 0 1 0 0,-1 1 0 0 0,1 0 0 0 0,-2 0 0 0 0,1 0 0 0 0,-1 1 0 0 0,0 0-1 0 0,4 12 1 0 0,-8-18 121 0 0,-1 2 26 0 0,3 16 26 0 0,-3-16 313 0 0,-2 0-233 0 0,-3 19 41 0 0,3-19 372 0 0,-2-3-336 0 0,3-2-240 0 0,-2 0 9 0 0,1 0 1 0 0,0 0 0 0 0,-1 0 0 0 0,1 0 0 0 0,0 1 0 0 0,0-1-1 0 0,0 0 1 0 0,0 1 0 0 0,0-1 0 0 0,0 1 0 0 0,-1 2-1 0 0,-3-5 60 0 0,-22-5 146 0 0,27-1-332 0 0,-1 3-29 0 0,0-1-47 0 0,1 0-1 0 0,-1 0 1 0 0,1 0-1 0 0,0 0 1 0 0,0 0-1 0 0,1 0 1 0 0,0 0-1 0 0,0 0 1 0 0,0 0 0 0 0,0 0-1 0 0,4-9 1 0 0,4-5-398 0 0,1 1 0 0 0,0 0 0 0 0,1 0 0 0 0,18-20 0 0 0,-22 29-200 0 0,2-1 1 0 0,-1 2-1 0 0,1-1 1 0 0,1 1-1 0 0,-1 0 1 0 0,2 1-1 0 0,-1 0 1 0 0,0 1-1 0 0,15-6 1 0 0,-21 10-107 0 0,2 4-780 0 0,15 4 1355 0 0,-16-5 515 0 0,-5 0-308 0 0,0-1 0 0 0,0 1 1 0 0,0-1-1 0 0,0 1 0 0 0,0-1 1 0 0,0 1-1 0 0,0-1 0 0 0,0 1 1 0 0,0-1-1 0 0,1 0 0 0 0,-1 1 1 0 0,0-1-1 0 0,0 1 0 0 0,0-1 1 0 0,0 1-1 0 0,1-1 0 0 0,-1 0 1 0 0,0 1-1 0 0,1-1 1 0 0,-1 0-1 0 0,0 1 0 0 0,1-1 1 0 0,-1 0-1 0 0,0 1 0 0 0,1-1 1 0 0,-1 0-1 0 0,1 1 45 0 0,0 0-1 0 0,0-1 1 0 0,-1 1 0 0 0,1-1 0 0 0,0 1-1 0 0,-1 0 1 0 0,1-1 0 0 0,-1 1-1 0 0,1 0 1 0 0,-1 0 0 0 0,1 0 0 0 0,-1-1-1 0 0,0 1 1 0 0,1 0 0 0 0,-1 0 0 0 0,0 0-1 0 0,0 0 1 0 0,0 0 0 0 0,1 0-1 0 0,-1 0 1 0 0,0 1 0 0 0,2 19 316 0 0,-1-16 280 0 0,-1 1-364 0 0,2 17-51 0 0,-2-17 259 0 0,1 0-340 0 0,4 20 74 0 0,-2-23-254 0 0,12 8-27 0 0,-11-8-6 0 0,1-5-61 0 0,18-3 104 0 0,-21 5 20 0 0,0 0-1 0 0,0 0 0 0 0,0-1 0 0 0,0 1 1 0 0,0-1-1 0 0,0 0 0 0 0,0 1 0 0 0,-1-1 1 0 0,1 0-1 0 0,0 0 0 0 0,0 0 0 0 0,-1-1 1 0 0,1 1-1 0 0,2-2 0 0 0,9-9 30 0 0,27-28 89 0 0,-26 24-45 0 0,-12 15-74 0 0,-1-1 1 0 0,0 1-1 0 0,0-1 1 0 0,1 1-1 0 0,-1-1 1 0 0,0 0-1 0 0,-1 0 1 0 0,1 1-1 0 0,0-1 0 0 0,0 0 1 0 0,0-4-1 0 0,19-72 1206 0 0,-20 73-833 0 0,-3 0-221 0 0,1 3-93 0 0,1 1-28 0 0,0-1 1 0 0,0 1-1 0 0,0 0 1 0 0,0 0-1 0 0,0-1 1 0 0,0 1 0 0 0,1-1-1 0 0,-1 1 1 0 0,0-1-1 0 0,1 1 1 0 0,-1-1-1 0 0,0-2 1 0 0,-6 4 157 0 0,-20 0-40 0 0,26 0-151 0 0,-1 0-1 0 0,1 0 0 0 0,0 0 1 0 0,0 0-1 0 0,0 0 0 0 0,0 0 1 0 0,1 1-1 0 0,-1-1 0 0 0,0 0 0 0 0,0 1 1 0 0,0-1-1 0 0,0 0 0 0 0,0 1 1 0 0,0-1-1 0 0,0 1 0 0 0,0 0 1 0 0,1-1-1 0 0,-1 1 0 0 0,0 0 0 0 0,0-1 1 0 0,1 1-1 0 0,-1 0 0 0 0,1 0 1 0 0,-1-1-1 0 0,0 3 0 0 0,0-2 26 0 0,-7 6 38 0 0,1 1-1 0 0,0 0 1 0 0,1 1-1 0 0,0 0 0 0 0,0 0 1 0 0,0 0-1 0 0,1 1 0 0 0,1-1 1 0 0,0 1-1 0 0,0 0 1 0 0,1 1-1 0 0,0-1 0 0 0,1 0 1 0 0,0 1-1 0 0,-1 13 1 0 0,3-18-69 0 0,0 1-76 0 0,3 23-88 0 0,-3-29 133 0 0,0 1-1 0 0,0-1 0 0 0,0 1 0 0 0,0-1 1 0 0,0 0-1 0 0,1 1 0 0 0,-1-1 0 0 0,1 1 1 0 0,-1-1-1 0 0,1 1 0 0 0,-1-1 0 0 0,1 0 1 0 0,0 0-1 0 0,-1 1 0 0 0,1-1 0 0 0,0 0 1 0 0,0 0-1 0 0,2 2 0 0 0,0 0-91 0 0,-1 1-82 0 0,1 0-1 0 0,1 0 1 0 0,-1-1 0 0 0,0 0 0 0 0,1 1 0 0 0,-1-1 0 0 0,1-1-1 0 0,0 1 1 0 0,0 0 0 0 0,0-1 0 0 0,1 0 0 0 0,-1 0 0 0 0,6 2-1 0 0,-6-2 84 0 0,-1-1-81 0 0,0 1 1 0 0,1-1-1 0 0,-1 1 0 0 0,0-1 1 0 0,1 0-1 0 0,-1 0 0 0 0,0 0 1 0 0,1-1-1 0 0,3 1 0 0 0,2 0-314 0 0,8 0-1931 0 0,26-2-1731 0 0</inkml:trace>
</inkml:ink>
</file>

<file path=ppt/ink/ink2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31.2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181 64 2440 0 0,'-4'-28'1310'0'0,"4"23"-196"0"0,-3 1-184 0 0,-1 1-663 0 0,1 0 0 0 0,-1 0 1 0 0,0 0-1 0 0,0 0 0 0 0,0 1 1 0 0,0-1-1 0 0,-7-2 0 0 0,6 4 52 0 0,0 1-9 0 0,-18 3 6 0 0,18-2-87 0 0,4-1-213 0 0,0 1 0 0 0,0 0 0 0 0,1 0 1 0 0,-1-1-1 0 0,0 1 0 0 0,0 0 0 0 0,0-1 1 0 0,0 1-1 0 0,1-1 0 0 0,-1 1 1 0 0,0-1-1 0 0,0 0 0 0 0,0 1 0 0 0,0-1 1 0 0,0 0-1 0 0,-2 1 0 0 0,1-1 3 0 0,0 0 0 0 0,0 1 0 0 0,0 0-1 0 0,0-1 1 0 0,0 1 0 0 0,1 0 0 0 0,-1 0 0 0 0,0 0-1 0 0,0 0 1 0 0,-2 2 0 0 0,-32 30 268 0 0,32-30-227 0 0,2 3-43 0 0,-7 16-7 0 0,7-16-4 0 0,1 0-43 0 0,-2 20-10 0 0,3-19-26 0 0,1-1-1 0 0,0-1 63 0 0,0 1-22 0 0,1 0 0 0 0,0-1 0 0 0,0 1 0 0 0,0 0 0 0 0,1 0 0 0 0,-1-1 0 0 0,2 0 0 0 0,-1 1 0 0 0,5 5 0 0 0,33 39-129 0 0,28 14 314 0 0,-66-60-4 0 0,1 0 21 0 0,10 12 10 0 0,-10-12 150 0 0,-4-4-319 0 0,0 1 0 0 0,0 0 1 0 0,0-1-1 0 0,0 1 0 0 0,0-1 1 0 0,0 1-1 0 0,0 0 0 0 0,1-1 1 0 0,-1 1-1 0 0,0-1 0 0 0,0 1 1 0 0,1-1-1 0 0,-1 1 1 0 0,0-1-1 0 0,1 1 0 0 0,-1-1 1 0 0,0 1-1 0 0,1-1 0 0 0,-1 1 1 0 0,1-1-1 0 0,0 1 0 0 0,-1-1 1 0 0,1 1 0 0 0,-1-1-1 0 0,1 0 1 0 0,-1 1-1 0 0,0-1 1 0 0,1 1-1 0 0,-1-1 1 0 0,1 1 0 0 0,-1-1-1 0 0,0 1 1 0 0,0-1-1 0 0,1 1 1 0 0,-1-1 0 0 0,0 1-1 0 0,0 0 1 0 0,0-1-1 0 0,1 1 1 0 0,-1-1 0 0 0,0 1-1 0 0,0 0 1 0 0,0 0-1 0 0,0-1-7 0 0,-1 1-1 0 0,1-1 1 0 0,0 1-1 0 0,0-1 1 0 0,0 1-1 0 0,-1-1 1 0 0,1 0-1 0 0,0 1 1 0 0,0-1-1 0 0,-1 1 1 0 0,1-1-1 0 0,0 0 1 0 0,-1 1-1 0 0,1-1 1 0 0,0 0-1 0 0,-1 1 1 0 0,1-1-1 0 0,-1 0 0 0 0,1 0 1 0 0,0 0-1 0 0,-1 1 1 0 0,1-1-1 0 0,-1 0 1 0 0,1 0-1 0 0,-1 0 1 0 0,0 0-7 0 0,1 0 0 0 0,-1 1 0 0 0,1-1 0 0 0,-1 0 0 0 0,1 0 0 0 0,0 0 0 0 0,-1 0 0 0 0,1 1 1 0 0,0-1-1 0 0,-1 0 0 0 0,1 0 0 0 0,-1 1 0 0 0,1-1 0 0 0,0 0 0 0 0,-1 0 0 0 0,1 1 0 0 0,0-1 0 0 0,0 0 0 0 0,-1 1 0 0 0,1-1 0 0 0,0 1 1 0 0,0-1-1 0 0,0 0 0 0 0,-1 1 0 0 0,1-1 0 0 0,0 1 0 0 0,0 0 0 0 0,-6-1-140 0 0,-16 3-53 0 0,16-3-47 0 0,-18-6-536 0 0,19 5 80 0 0,1-2-59 0 0,-12-10-255 0 0,12 10-174 0 0,2-2-876 0 0,-10-25-1433 0 0</inkml:trace>
</inkml:ink>
</file>

<file path=ppt/ink/ink2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31.5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3392 0 0,'0'0'5549'0'0,"4"1"-4724"0"0,19 5 529 0 0,-21 1-792 0 0,9 98 1385 0 0,-7-56-1339 0 0,9 48 0 0 0,-8-74-607 0 0,0 0 0 0 0,1-1-1 0 0,1 0 1 0 0,2 0 0 0 0,0-1 0 0 0,1 0 0 0 0,1-1 0 0 0,0 0 0 0 0,2 0 0 0 0,1-2 0 0 0,0 1 0 0 0,32 31 0 0 0,-43-48-66 0 0,2 3-157 0 0,0-1-1 0 0,1 1 1 0 0,-1-1-1 0 0,1 0 1 0 0,0-1-1 0 0,0 1 1 0 0,0-1-1 0 0,12 4 1 0 0,45 10-2398 0 0,-57-16 1199 0 0,1-1-159 0 0,19-1-1049 0 0,-19 0-1871 0 0</inkml:trace>
</inkml:ink>
</file>

<file path=ppt/ink/ink2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31.7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34 184 4152 0 0,'-6'-2'1683'0'0,"-16"-7"-300"0"0,16 7 2044 0 0,7-3-3158 0 0,1-15-80 0 0,-2 20-187 0 0,0 0 1 0 0,0-1-1 0 0,0 1 0 0 0,0 0 1 0 0,0 0-1 0 0,0-1 0 0 0,1 1 1 0 0,-1 0-1 0 0,0-1 1 0 0,0 1-1 0 0,0 0 0 0 0,0 0 1 0 0,0-1-1 0 0,0 1 0 0 0,0 0 1 0 0,1 0-1 0 0,-1-1 0 0 0,0 1 1 0 0,0 0-1 0 0,0 0 0 0 0,1 0 1 0 0,-1-1-1 0 0,0 1 0 0 0,0 0 1 0 0,1 0-1 0 0,-1 0 1 0 0,0 0-1 0 0,0 0 0 0 0,1-1 1 0 0,-1 1-1 0 0,0 0 0 0 0,0 0 1 0 0,1 0-1 0 0,-1 0 0 0 0,0 0 1 0 0,1 0-1 0 0,-1 0 0 0 0,93-30-464 0 0,-21 8-3094 0 0,99-45 1 0 0,-135 47-24 0 0</inkml:trace>
</inkml:ink>
</file>

<file path=ppt/ink/ink2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33.7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313 364 2916 0 0,'-1'-2'178'0'0,"0"-1"0"0"0,0 0 0 0 0,0 0-1 0 0,-1 1 1 0 0,1-1 0 0 0,-1 1 0 0 0,1-1 0 0 0,-1 1-1 0 0,0 0 1 0 0,0-1 0 0 0,0 1 0 0 0,0 0 0 0 0,0 0-1 0 0,0 1 1 0 0,-1-1 0 0 0,1 0 0 0 0,-1 1 0 0 0,1-1-1 0 0,-1 1 1 0 0,0 0 0 0 0,1 0 0 0 0,-1 0 0 0 0,0 0-1 0 0,0 0 1 0 0,0 1 0 0 0,0-1 0 0 0,1 1-1 0 0,-1 0 1 0 0,-5 0 0 0 0,-11 5 331 0 0,2 1 0 0 0,-1 1-1 0 0,-28 14 1 0 0,34-12-349 0 0,0 1-1 0 0,1 0 1 0 0,0 0-1 0 0,1 1 1 0 0,0 1-1 0 0,1 0 1 0 0,0 0 0 0 0,1 0-1 0 0,0 1 1 0 0,1 1-1 0 0,0-1 1 0 0,1 1 0 0 0,-7 24-1 0 0,8-21-29 0 0,4-15-121 0 0,0 0-1 0 0,1 0 1 0 0,-1 1 0 0 0,1-1-1 0 0,-1 0 1 0 0,1 1-1 0 0,0-1 1 0 0,0 0-1 0 0,0 0 1 0 0,1 5 0 0 0,-1 8 98 0 0,0-7-46 0 0,-1-6-42 0 0,1 1 0 0 0,0 0-1 0 0,0 0 1 0 0,0 0 0 0 0,1 0-1 0 0,-1 0 1 0 0,1 0 0 0 0,0 0 0 0 0,1 4-1 0 0,-1 2-23 0 0,-1-6 1 0 0,1-1 0 0 0,-1 1 1 0 0,1 0-1 0 0,-1 0 0 0 0,1 0 0 0 0,0 0 0 0 0,0-1 1 0 0,1 1-1 0 0,-1 0 0 0 0,0-1 0 0 0,3 3 1 0 0,-2 2-18 0 0,-1-4 7 0 0,0-1 0 0 0,0 1-1 0 0,0-1 1 0 0,0 0 0 0 0,1 1 0 0 0,-1-1 0 0 0,1 0-1 0 0,-1 0 1 0 0,1 0 0 0 0,0 0 0 0 0,0 0-1 0 0,2 1 1 0 0,0 3-40 0 0,-3-4 29 0 0,0 0 0 0 0,1 0 0 0 0,-1 0 0 0 0,1-1 0 0 0,-1 1 0 0 0,1-1 0 0 0,0 1 0 0 0,0-1 0 0 0,-1 1 0 0 0,1-1 0 0 0,0 0 0 0 0,0 0 0 0 0,4 2-1 0 0,1 1-63 0 0,-5-2 44 0 0,0 0 0 0 0,1-1-1 0 0,-1 1 1 0 0,1-1-1 0 0,0 0 1 0 0,0 0-1 0 0,-1 0 1 0 0,1 0 0 0 0,0 0-1 0 0,5 0 1 0 0,0 2-62 0 0,-4-1 32 0 0,0-1-1 0 0,0 0 1 0 0,0 0 0 0 0,0 0 0 0 0,0 0 0 0 0,1-1-1 0 0,4 0 1 0 0,0 2-51 0 0,-5-1 50 0 0,0 0 0 0 0,0-1 0 0 0,0 0 1 0 0,0 1-1 0 0,0-1 0 0 0,0-1 0 0 0,0 1 0 0 0,7-2 0 0 0,1 1-77 0 0,38-6-635 0 0,-26 1 394 0 0,-1 0 0 0 0,1-2 0 0 0,-1 0 0 0 0,30-16 0 0 0,-36 13 375 0 0,0 0 0 0 0,29-26-1 0 0,-16 12 490 0 0,-11 8 14 0 0,-16 14-248 0 0,1 0 6 0 0,27-26 426 0 0,-28 26-268 0 0,0 0-331 0 0,9-9-15 0 0,-9 8-67 0 0,-2-1-34 0 0,6-14-13 0 0,-5 14-7 0 0,-1-1-24 0 0,9-41 189 0 0,-2 1-1 0 0,-3-2 0 0 0,0-67 1 0 0,-9 19 283 0 0,3 87-335 0 0,1 9-46 0 0,-1-19 154 0 0,-1 0 0 0 0,-1 1-1 0 0,-1-1 1 0 0,-8-23 0 0 0,4 21 0 0 0,6 15 8 0 0,-1 2-14 0 0,-8-15-6 0 0,9 15 363 0 0,-3 5-328 0 0,-17 4 1 0 0,22-5-173 0 0,0 0 0 0 0,-1 0 1 0 0,1 0-1 0 0,0 0 0 0 0,-1 0 0 0 0,1 0 0 0 0,0 0 1 0 0,0 0-1 0 0,-1 0 0 0 0,1 1 0 0 0,0-1 1 0 0,-1 0-1 0 0,1 0 0 0 0,0 0 0 0 0,-1 1 0 0 0,1-1 1 0 0,0 0-1 0 0,0 0 0 0 0,0 0 0 0 0,-1 1 1 0 0,1-1-1 0 0,0 0 0 0 0,0 1 0 0 0,0-1 0 0 0,-1 0 1 0 0,1 0-1 0 0,0 1 0 0 0,0-1 0 0 0,0 1 1 0 0,-20 59 362 0 0,16-33-320 0 0,2 1 0 0 0,1-1 1 0 0,1 1-1 0 0,1-1 0 0 0,1 0 1 0 0,2 1-1 0 0,9 34 0 0 0,-7-33-236 0 0,2 1-1 0 0,0-1 0 0 0,15 30 0 0 0,-17-46-74 0 0,1 0 0 0 0,0 0-1 0 0,0 0 1 0 0,2-1 0 0 0,-1-1-1 0 0,2 1 1 0 0,-1-1 0 0 0,14 10-1 0 0,-15-14-260 0 0,0-2 0 0 0,1 1 0 0 0,0-1 0 0 0,0-1-1 0 0,11 5 1 0 0,-18-9 430 0 0,3 3-1165 0 0,2-3-968 0 0,30 0-1554 0 0</inkml:trace>
</inkml:ink>
</file>

<file path=ppt/ink/ink2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34.2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45 2836 0 0,'0'0'1261'0'0,"0"-6"-246"0"0,2-19-181 0 0,-2 19 2666 0 0,-2 6-3440 0 0,0 1 0 0 0,0-1 0 0 0,0 1 0 0 0,0 0 0 0 0,1-1 0 0 0,-1 1-1 0 0,0 0 1 0 0,1 0 0 0 0,-1 1 0 0 0,0-1 0 0 0,-2 3 0 0 0,3-3-35 0 0,0 1-1 0 0,0-1 1 0 0,0 1 0 0 0,1 0-1 0 0,-1-1 1 0 0,0 1 0 0 0,1 0 0 0 0,-1 0-1 0 0,1 0 1 0 0,0-1 0 0 0,-1 1-1 0 0,1 4 1 0 0,0-3 23 0 0,-2 3 94 0 0,2 31 87 0 0,0-30-135 0 0,1 1-9 0 0,-1-1-61 0 0,8 46 96 0 0,-7-49-100 0 0,1 0 0 0 0,-1 0 0 0 0,1 0 0 0 0,0 0-1 0 0,0 0 1 0 0,0 0 0 0 0,0-1 0 0 0,0 1 0 0 0,1-1 0 0 0,0 1 0 0 0,0-1 0 0 0,6 6 0 0 0,-4-6-29 0 0,0 0 0 0 0,0 0 0 0 0,0-1 0 0 0,0 0 0 0 0,0 1 0 0 0,1-2-1 0 0,-1 1 1 0 0,1-1 0 0 0,-1 1 0 0 0,1-2 0 0 0,0 1 0 0 0,-1-1 0 0 0,1 1 0 0 0,0-1 0 0 0,0-1 0 0 0,-1 1 0 0 0,1-1 0 0 0,0 0 0 0 0,-1-1-1 0 0,8-2 1 0 0,-8 2-3 0 0,1 1 0 0 0,-1-1 0 0 0,0-1-1 0 0,-1 1 1 0 0,1-1 0 0 0,0 0 0 0 0,-1 0-1 0 0,1 0 1 0 0,-1-1 0 0 0,6-6 0 0 0,-6 7 24 0 0,1-3 1 0 0,1 0 0 0 0,-1 1-1 0 0,0-1 1 0 0,-1-1 0 0 0,0 1 0 0 0,0-1 0 0 0,4-9 0 0 0,-4 10-4 0 0,0-2 37 0 0,6-11 11 0 0,-3-2 109 0 0,13-30 371 0 0,-18 47-387 0 0,-1-1-20 0 0,1-15-22 0 0,-1 15 1193 0 0,-1 11-1107 0 0,-2 18-10 0 0,2-19-46 0 0,0 3-47 0 0,1 5-92 0 0,-2-2-52 0 0,1-1 0 0 0,1 1 0 0 0,0 0 0 0 0,1 0-1 0 0,0 0 1 0 0,1-1 0 0 0,0 1 0 0 0,0-1 0 0 0,1 0 0 0 0,5 11 0 0 0,-6-17-166 0 0,0 0 1 0 0,0 0 0 0 0,0 0 0 0 0,0 0 0 0 0,1-1 0 0 0,-1 1-1 0 0,1-1 1 0 0,0 0 0 0 0,0 0 0 0 0,1 0 0 0 0,-1-1 0 0 0,9 5-1 0 0,-5-5-515 0 0,-1 1-1 0 0,1-1 1 0 0,0-1-1 0 0,-1 1 1 0 0,1-2-1 0 0,0 1 1 0 0,0-1-1 0 0,8 0 1 0 0,-10-1-3582 0 0</inkml:trace>
</inkml:ink>
</file>

<file path=ppt/ink/ink2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34.5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159 8 3228 0 0,'0'0'1356'0'0,"-5"-2"-205"0"0,-5 0-418 0 0,1 1 0 0 0,-1-1 1 0 0,0 2-1 0 0,-16-1 1 0 0,21 5-387 0 0,-2 0-268 0 0,1 0 1 0 0,0 1-1 0 0,0 0 1 0 0,1 0-1 0 0,-1 0 1 0 0,1 1-1 0 0,0 0 1 0 0,1 0-1 0 0,-1 0 1 0 0,1 0-1 0 0,1 1 1 0 0,-1-1-1 0 0,1 1 1 0 0,0 0-1 0 0,0 0 1 0 0,1 1-1 0 0,0-1 1 0 0,-2 13-1 0 0,3-15 28 0 0,2 3-14 0 0,0-3-90 0 0,-1 0 19 0 0,0 1 1 0 0,1-1-1 0 0,0 0 1 0 0,0 0-1 0 0,0 0 0 0 0,0 0 1 0 0,1 0-1 0 0,0 0 1 0 0,0 0-1 0 0,1 0 1 0 0,-1 0-1 0 0,4 4 1 0 0,37 39 49 0 0,-35-41-63 0 0,-1-1 0 0 0,1 1 0 0 0,1-1-1 0 0,-1-1 1 0 0,14 7 0 0 0,-14-8-3 0 0,64 32 69 0 0,-64-32-61 0 0,44 18 78 0 0,-33-12-81 0 0,-14-8-3 0 0,0 1 5 0 0,15 7 19 0 0,-15-8 342 0 0,-5 0-364 0 0,0 0 0 0 0,0 0 0 0 0,-1 0 0 0 0,1 0 0 0 0,0 0 1 0 0,-1 0-1 0 0,1 0 0 0 0,-1 0 0 0 0,0 0 0 0 0,-2 3 0 0 0,2 0-34 0 0,-43-2 33 0 0,27-1-246 0 0,0 0 1 0 0,-29-2-1 0 0,27-3-608 0 0,-1 0-1 0 0,1-1 0 0 0,0-1 1 0 0,-31-13-1 0 0,49 18 695 0 0,0-1 1 0 0,0 1-1 0 0,0-1 1 0 0,0 1-1 0 0,0-1 0 0 0,0 0 1 0 0,0 1-1 0 0,0-1 0 0 0,0 0 1 0 0,0 0-1 0 0,1 0 1 0 0,-1 0-1 0 0,0 0 0 0 0,1 0 1 0 0,-1 0-1 0 0,0 0 1 0 0,1 0-1 0 0,-1-1 0 0 0,0-1-648 0 0</inkml:trace>
</inkml:ink>
</file>

<file path=ppt/ink/ink2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34.9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32 4004 0 0,'3'-3'1783'0'0,"35"-23"4239"0"0,-34 24-4253 0 0,-4 2-1741 0 0,0 1 0 0 0,0-1 0 0 0,0 1 0 0 0,0-1 0 0 0,0 1 0 0 0,0-1 0 0 0,0 1 0 0 0,0-1 0 0 0,1 1 0 0 0,-1 0 0 0 0,0-1 0 0 0,0 1 0 0 0,0-1 0 0 0,1 1 0 0 0,-1-1 0 0 0,0 0 0 0 0,1 1 0 0 0,-1-1 1 0 0,0 1-1 0 0,1-1 0 0 0,-1 1 0 0 0,0-1 0 0 0,1 0 0 0 0,-1 1 0 0 0,1-1 0 0 0,0 1 0 0 0,0-1 1 0 0,0 1 1 0 0,0-1-1 0 0,-1 1 1 0 0,1 0-1 0 0,0 0 1 0 0,0 0 0 0 0,0-1-1 0 0,-1 1 1 0 0,1 0-1 0 0,-1 0 1 0 0,1 0-1 0 0,-1 0 1 0 0,1 0-1 0 0,-1 0 1 0 0,1 0-1 0 0,-1 0 1 0 0,0 0-1 0 0,1 0 1 0 0,-1 3-1 0 0,11 59 849 0 0,-4-26-726 0 0,2-1 1 0 0,1 0-1 0 0,1-1 1 0 0,3 0-1 0 0,0-1 1 0 0,2 0-1 0 0,23 34 1 0 0,-32-55-137 0 0,-5-11-23 0 0,-1 0 0 0 0,1 1 0 0 0,0-1 0 0 0,-1 0 1 0 0,1 0-1 0 0,0 0 0 0 0,0 0 0 0 0,0 0 0 0 0,0-1 0 0 0,1 1 0 0 0,-1-1 0 0 0,3 2 1 0 0,-4-2 0 0 0,0 0-18 0 0,7 5-282 0 0,0 0 0 0 0,1-1 0 0 0,-1 0 0 0 0,1 0 0 0 0,0-1 1 0 0,0 0-1 0 0,1-1 0 0 0,-1 0 0 0 0,15 3 0 0 0,5-5-638 0 0,-21 0-38 0 0,-2-3-84 0 0,19-3-276 0 0,-19 4-348 0 0,-2-4-1177 0 0,14-18-2063 0 0</inkml:trace>
</inkml:ink>
</file>

<file path=ppt/ink/ink2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35.1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97 117 3500 0 0,'-29'-8'1479'0'0,"23"7"-255"0"0,-1-1-232 0 0,-44-16 1992 0 0,47 16-2349 0 0,10-1-583 0 0,53-19 191 0 0,131-11-1046 0 0,-48 11-5785 0 0,-109 16 2910 0 0</inkml:trace>
</inkml:ink>
</file>

<file path=ppt/ink/ink2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35.5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 71 2632 0 0,'0'0'1181'0'0,"-5"2"-380"0"0,-33 24 1532 0 0,35-23-1765 0 0,-15 16 103 0 0,22-16-724 0 0,-1-1 17 0 0,12 11-265 0 0,-8-13 194 0 0,21 0-11 0 0,-21 0 7 0 0,-2-1 16 0 0,19-5 13 0 0,-18 4 37 0 0,-1 0 10 0 0,15-8 45 0 0,-15 7 40 0 0,-1 0 48 0 0,13-11 17 0 0,-12 11 13 0 0,-3-2 8 0 0,11-43 416 0 0,-13 43-211 0 0,0 0-161 0 0,-3-14 32 0 0,2 14 631 0 0,-4 3-527 0 0,-14-3-8 0 0,14 4 19 0 0,3 2-289 0 0,0-1 0 0 0,0 1 1 0 0,1-1-1 0 0,-1 1 0 0 0,0 0 0 0 0,0 0 0 0 0,1-1 0 0 0,-1 1 1 0 0,1 1-1 0 0,-1-1 0 0 0,1 0 0 0 0,-3 3 0 0 0,1-2 41 0 0,-2 1 41 0 0,0 1-1 0 0,0 0 0 0 0,0 1 1 0 0,0-1-1 0 0,1 1 0 0 0,-1 0 0 0 0,1 0 1 0 0,0 0-1 0 0,1 1 0 0 0,-5 9 1 0 0,-16 44 350 0 0,23-54-456 0 0,-1 1 13 0 0,1 0 0 0 0,0 1 0 0 0,0-1 0 0 0,0 1 0 0 0,1-1 0 0 0,0 1 0 0 0,1 8 0 0 0,0-8-27 0 0,-1-2-45 0 0,1-1-1 0 0,0 1 1 0 0,0-1-1 0 0,1 1 0 0 0,0-1 1 0 0,-1 1-1 0 0,1-1 1 0 0,1 0-1 0 0,-1 0 1 0 0,1 0-1 0 0,5 6 1 0 0,-6-6 4 0 0,2 1-101 0 0,1 0 1 0 0,-1 0-1 0 0,1 0 0 0 0,0-1 1 0 0,0 1-1 0 0,0-1 0 0 0,0 0 1 0 0,1-1-1 0 0,10 6 0 0 0,-11-7 71 0 0,4 3-164 0 0,0 0-1 0 0,0-1 1 0 0,1-1 0 0 0,0 1 0 0 0,-1-2 0 0 0,14 3 0 0 0,-15-3 79 0 0,11 3-681 0 0,-4-3 480 0 0,2-1-510 0 0,7 0 197 0 0,-18-1-97 0 0,1-1-277 0 0,22-4-780 0 0,-21 4-1300 0 0</inkml:trace>
</inkml:ink>
</file>

<file path=ppt/ink/ink2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35.8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1 157 1736 0 0,'1'-7'1014'0'0,"14"-54"1715"0"0,-14 55-2247 0 0,5-7 62 0 0,-5 13-513 0 0,-1-1-1 0 0,0 1 1 0 0,1 0-1 0 0,-1-1 0 0 0,0 1 1 0 0,1-1-1 0 0,-1 1 1 0 0,0-1-1 0 0,1 1 1 0 0,-1-1-1 0 0,0 0 1 0 0,0 1-1 0 0,0-1 0 0 0,0 1 1 0 0,1-1-1 0 0,-1 1 1 0 0,0-1-1 0 0,0 0 1 0 0,0 1-1 0 0,0-1 1 0 0,0 1-1 0 0,0-1 1 0 0,-1 0-1 0 0,6-1 135 0 0,-1 0-111 0 0,-2 1-33 0 0,-1 0-1 0 0,1 0 1 0 0,-1 0-1 0 0,1 1 1 0 0,-1-1 0 0 0,1 0-1 0 0,-1 1 1 0 0,1 0 0 0 0,-1-1-1 0 0,1 1 1 0 0,2 0 0 0 0,0 2 46 0 0,0 0 0 0 0,-1 0 0 0 0,1 0 0 0 0,-1 1 0 0 0,1 0 0 0 0,-1 0 0 0 0,0 0 0 0 0,0 0 0 0 0,4 5 0 0 0,-1-1 32 0 0,-1-1-1 0 0,0 1 1 0 0,-1 0-1 0 0,1 0 1 0 0,5 14 0 0 0,-7-15-61 0 0,3 5 113 0 0,2 8-9 0 0,-1 2 129 0 0,16 65 872 0 0,-22-82-540 0 0,-2 3-247 0 0,-3 17 34 0 0,3-18 528 0 0,-2-2-422 0 0,-6 11 2 0 0,7-11 1264 0 0,-2-7-1391 0 0,-18-11 201 0 0,21 12-547 0 0,1 1 0 0 0,-1-1-1 0 0,1 0 1 0 0,-1 0-1 0 0,1 0 1 0 0,0 1 0 0 0,-1-1-1 0 0,1 0 1 0 0,0 0 0 0 0,0 0-1 0 0,0 0 1 0 0,1-2 0 0 0,-1 4 3 0 0,0-8-76 0 0,0 0 1 0 0,0 0-1 0 0,1 0 0 0 0,0 0 0 0 0,1 0 1 0 0,0 0-1 0 0,0 1 0 0 0,0-1 1 0 0,1 1-1 0 0,1-1 0 0 0,-1 1 1 0 0,7-9-1 0 0,-3 3-327 0 0,2 0 1 0 0,0 0-1 0 0,0 2 1 0 0,1-1-1 0 0,1 1 1 0 0,0 0 0 0 0,0 1-1 0 0,26-17 1 0 0,-21 16-778 0 0,1 1 0 0 0,1 1 0 0 0,0 0 0 0 0,0 2-1 0 0,1 0 1 0 0,22-6 0 0 0</inkml:trace>
</inkml:ink>
</file>

<file path=ppt/ink/ink2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37.4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348 0 3568 0 0,'-19'7'419'0'0,"0"1"-1"0"0,1 1 0 0 0,1 1 1 0 0,-1 0-1 0 0,2 1 0 0 0,-1 1 1 0 0,1 0-1 0 0,1 1 0 0 0,1 1 1 0 0,0 1-1 0 0,0 0 1 0 0,1 0-1 0 0,-17 30 0 0 0,14-19-256 0 0,2 0 0 0 0,1 1 0 0 0,0 1 0 0 0,3 0 0 0 0,0 1 0 0 0,1 0 0 0 0,2 0 0 0 0,-5 46 0 0 0,10-57-128 0 0,1-1 0 0 0,1 0 0 0 0,0 0 1 0 0,2 1-1 0 0,0-1 0 0 0,0 0 0 0 0,7 19 0 0 0,-7-28-43 0 0,1 0-1 0 0,0 0 1 0 0,0-1-1 0 0,1 1 1 0 0,0-1-1 0 0,1 0 1 0 0,-1 0 0 0 0,1 0-1 0 0,1-1 1 0 0,-1 1-1 0 0,1-1 1 0 0,0-1-1 0 0,0 1 1 0 0,1-1 0 0 0,0 0-1 0 0,7 4 1 0 0,-11-7-11 0 0,1 0 0 0 0,-1-1 1 0 0,0 1-1 0 0,1-1 1 0 0,-1 1-1 0 0,1-1 0 0 0,-1-1 1 0 0,5 2-1 0 0,1 0-13 0 0,-6-1 19 0 0,1 0 0 0 0,-1 0 1 0 0,1 0-1 0 0,0 0 0 0 0,-1-1 1 0 0,1 1-1 0 0,0-1 1 0 0,-1 0-1 0 0,1 0 0 0 0,0 0 1 0 0,3-1-1 0 0,7-1-28 0 0,7 2-209 0 0,0-1 0 0 0,0-1 0 0 0,0-1-1 0 0,0-1 1 0 0,-1-1 0 0 0,0-1 0 0 0,0 0-1 0 0,0-2 1 0 0,-1 0 0 0 0,0-1 0 0 0,-1-1-1 0 0,0-1 1 0 0,0-1 0 0 0,-1 0 0 0 0,-1-1-1 0 0,0-1 1 0 0,19-21 0 0 0,-31 30 68 0 0,0-1 0 0 0,0 0 0 0 0,-1 0 1 0 0,0 0-1 0 0,-1-1 0 0 0,1 1 0 0 0,-1 0 0 0 0,2-9 0 0 0,-3 11 139 0 0,0-1 252 0 0,-1-1 94 0 0,0 0-169 0 0,1 4-56 0 0,-1 1-1 0 0,0-1 1 0 0,0 0 0 0 0,0 0-1 0 0,0 0 1 0 0,0 0 0 0 0,0 0-1 0 0,0 0 1 0 0,-1 0 0 0 0,1 0 0 0 0,0 0-1 0 0,-2-2 1 0 0,1 3-39 0 0,0 0 1 0 0,1 0-1 0 0,-1 0 1 0 0,0 0-1 0 0,0 0 1 0 0,0 0-1 0 0,-1 1 1 0 0,1-1-1 0 0,0 0 1 0 0,0 1-1 0 0,0-1 1 0 0,-3 0-1 0 0,2 0 67 0 0,-2-2 704 0 0,-1 4-452 0 0,-16 4-31 0 0,16-3-56 0 0,1 1-58 0 0,-12 9-38 0 0,12-9-23 0 0,3-1-133 0 0,0-1 0 0 0,1 1 0 0 0,-1-1-1 0 0,0 1 1 0 0,0-1 0 0 0,0 1 0 0 0,0-1 0 0 0,0 0-1 0 0,-1 0 1 0 0,1 1 0 0 0,-3 1 0 0 0,4-3-2 0 0,-3 3 173 0 0,2 3-110 0 0,-1 15-15 0 0,1-16 14 0 0,2-5-76 0 0,1 1 0 0 0,-1-1 0 0 0,0 1 0 0 0,1 0-1 0 0,-1-1 1 0 0,0 1 0 0 0,0 0 0 0 0,0 0 0 0 0,1 0 0 0 0,-1-1-1 0 0,0 1 1 0 0,1 2 0 0 0,-1-2-1 0 0,3 2-18 0 0,1-4-15 0 0,10-2-15 0 0,-1 0-1 0 0,0-1 0 0 0,0-1 1 0 0,0 0-1 0 0,-1-1 1 0 0,0-1-1 0 0,0 0 0 0 0,0 0 1 0 0,18-15-1 0 0,-27 18 7 0 0,0 0 0 0 0,1 0 0 0 0,-1 0 1 0 0,-1 0-1 0 0,1 0 0 0 0,0-1 0 0 0,4-8 0 0 0,-4 6 37 0 0,-3 6-3 0 0,0 0 0 0 0,0 0-1 0 0,0-1 1 0 0,0 1 0 0 0,-1-1 0 0 0,1 1 0 0 0,0-1 0 0 0,-1 1 0 0 0,1-1 0 0 0,-1 1 0 0 0,0-1 0 0 0,0 1 0 0 0,1-3-1 0 0,-1-1-9 0 0,2 1-8 0 0,-3 2 24 0 0,1 0-1 0 0,-1 1 0 0 0,1-1 1 0 0,-1 0-1 0 0,1 1 0 0 0,0-1 0 0 0,0 0 1 0 0,0 1-1 0 0,0-1 0 0 0,0 0 0 0 0,0 1 1 0 0,1-3-1 0 0,-1 0 0 0 0,0-2 4 0 0,-4 2 0 0 0,-9-14 38 0 0,10 14 20 0 0,2 4-57 0 0,1 0 1 0 0,-1 0-1 0 0,1 0 0 0 0,-1 0 1 0 0,1 0-1 0 0,-1 0 1 0 0,1 0-1 0 0,0 0 1 0 0,-1-1-1 0 0,1 1 0 0 0,-1 0 1 0 0,1 0-1 0 0,-1 0 1 0 0,1-1-1 0 0,-1 1 1 0 0,1 0-1 0 0,0-1 0 0 0,-1 1 1 0 0,1 0-1 0 0,0-1 1 0 0,-1 1-1 0 0,1 0 0 0 0,0-1 1 0 0,-1 1-1 0 0,1-1 1 0 0,0 0-1 0 0,-1 1 17 0 0,1-1-1 0 0,0 1 1 0 0,-1-1 0 0 0,1 0-1 0 0,-1 1 1 0 0,1-1 0 0 0,-1 1-1 0 0,0-1 1 0 0,1 1-1 0 0,-1 0 1 0 0,1-1 0 0 0,-1 1-1 0 0,0 0 1 0 0,1-1 0 0 0,-1 1-1 0 0,0 0 1 0 0,1 0-1 0 0,-1-1 1 0 0,0 1 0 0 0,0 0-1 0 0,1 0 1 0 0,-1 0 0 0 0,0 0-1 0 0,1 0 1 0 0,-1 0-1 0 0,0 0 1 0 0,0 0 0 0 0,1 0-1 0 0,-1 0 1 0 0,0 1 0 0 0,1-1-1 0 0,-2 1 1 0 0,-3-1 11 0 0,0 0 27 0 0,0 1 0 0 0,0-1 1 0 0,0 1-1 0 0,0 0 0 0 0,0 1 1 0 0,1-1-1 0 0,-1 1 0 0 0,0 0 1 0 0,1 0-1 0 0,-1 0 1 0 0,1 1-1 0 0,-5 3 0 0 0,-35 39 457 0 0,33-33-356 0 0,9-10-149 0 0,1-1 0 0 0,-1 1 0 0 0,1 0 0 0 0,-1 0 1 0 0,1 0-1 0 0,0 0 0 0 0,0 0 0 0 0,0 0 0 0 0,0 0 1 0 0,0 0-1 0 0,1 0 0 0 0,-2 4 0 0 0,1-1 28 0 0,-17 53 172 0 0,17-56-201 0 0,0 0-1 0 0,1-1 0 0 0,0 1 0 0 0,-1 0 1 0 0,1-1-1 0 0,0 1 0 0 0,0 0 0 0 0,0-1 1 0 0,0 1-1 0 0,0 0 0 0 0,0 0 0 0 0,0-1 1 0 0,1 1-1 0 0,-1 0 0 0 0,0-1 0 0 0,2 3 1 0 0,-1 1 11 0 0,0 0-3 0 0,0 0 0 0 0,1 0 0 0 0,-1 0 0 0 0,1 0 0 0 0,0 0 0 0 0,0 0 0 0 0,0 0 0 0 0,1-1 0 0 0,0 1 0 0 0,6 7 0 0 0,-6-8-14 0 0,-2-2-3 0 0,0 1 0 0 0,0-1-1 0 0,1 0 1 0 0,-1 0 0 0 0,1 0 0 0 0,-1 0-1 0 0,1-1 1 0 0,0 1 0 0 0,0 0 0 0 0,0-1-1 0 0,0 1 1 0 0,0-1 0 0 0,0 0 0 0 0,4 3 0 0 0,6 1-62 0 0,49 17-734 0 0,-52-20 453 0 0,1-1 0 0 0,0 0 1 0 0,0-1-1 0 0,0 0 0 0 0,-1 0 1 0 0,20-4-1 0 0,-21 3 194 0 0,1 0-347 0 0,1 0 0 0 0,0-1 1 0 0,-1 0-1 0 0,0 0 0 0 0,1-1 0 0 0,11-5 0 0 0,-11 3-431 0 0,17-6-2819 0 0</inkml:trace>
</inkml:ink>
</file>

<file path=ppt/ink/ink2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37.9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16 3432 0 0,'0'0'6512'0'0,"3"5"-6262"0"0,9 13-31 0 0,-9-13-30 0 0,-1 0-33 0 0,23 85 534 0 0,-24-83-596 0 0,-1-2 16 0 0,-11 84 1409 0 0,10-85-685 0 0,-3-5-807 0 0,-13-6 32 0 0,12 6-28 0 0,4-4 15 0 0,-3-16 9 0 0,3 15-19 0 0,1-1 0 0 0,-1-4-26 0 0,1 0 0 0 0,0 0 0 0 0,0 0 0 0 0,2 0 0 0 0,-1 0-1 0 0,1 0 1 0 0,0 1 0 0 0,1-1 0 0 0,1 0 0 0 0,0 1 0 0 0,0 0-1 0 0,8-14 1 0 0,-9 20-20 0 0,-1 1-1 0 0,1 1 0 0 0,-1-1 1 0 0,1 0-1 0 0,0 1 0 0 0,0-1 1 0 0,0 1-1 0 0,0 0 0 0 0,1 0 1 0 0,-1 0-1 0 0,0 0 0 0 0,1 1 1 0 0,5-3-1 0 0,-5 3 8 0 0,0-1 10 0 0,1 1 0 0 0,0 0 0 0 0,0 0 0 0 0,0 0 0 0 0,0 1 0 0 0,0-1 0 0 0,0 1-1 0 0,0 0 1 0 0,0 1 0 0 0,0-1 0 0 0,6 2 0 0 0,-6-1-48 0 0,-3-1 35 0 0,1 0 0 0 0,0 1-1 0 0,0-1 1 0 0,-1 1 0 0 0,1-1-1 0 0,0 1 1 0 0,0 0 0 0 0,-1 0-1 0 0,1 0 1 0 0,3 3-1 0 0,1-1-4 0 0,3 1-2 0 0,-1 1 0 0 0,0 0-1 0 0,-1 0 1 0 0,1 1 0 0 0,-1 0 0 0 0,0 0 0 0 0,-1 1-1 0 0,1 0 1 0 0,7 11 0 0 0,-5-8-21 0 0,-7-7 4 0 0,-1-2 16 0 0,0 1 0 0 0,0 0 0 0 0,-1 0-1 0 0,1 0 1 0 0,0 0 0 0 0,-1 0 0 0 0,1 1 0 0 0,-1-1 0 0 0,0 0 0 0 0,0 1 0 0 0,1 2 0 0 0,6 13-240 0 0,-4-10 165 0 0,-2-5 29 0 0,0 0 0 0 0,0 1 0 0 0,-1-1 0 0 0,0 1 0 0 0,1-1 0 0 0,-1 1 0 0 0,1 5 0 0 0,17 85-2082 0 0,-18-89 1566 0 0,-1 1-90 0 0,1 17-57 0 0,0-17-97 0 0</inkml:trace>
</inkml:ink>
</file>

<file path=ppt/ink/ink2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38.2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80 3632 0 0,'11'-58'3811'0'0,"-10"53"-2945"0"0,-1 0-166 0 0,4-6 1559 0 0,0 14-826 0 0,4 36-298 0 0,5 54-565 0 0,-3 16-273 0 0,-4-41 57 0 0,18 88 0 0 0,-20-138-357 0 0,6 6-42 0 0,-1-8 13 0 0,-7-10 4 0 0,-2-5 20 0 0,1 1 0 0 0,0 0 0 0 0,-1 0-1 0 0,1-1 1 0 0,0 1 0 0 0,0 0 0 0 0,0-1 0 0 0,0 1 0 0 0,0-1-1 0 0,0 0 1 0 0,1 1 0 0 0,-1-1 0 0 0,0 0 0 0 0,3 2 0 0 0,1 1-161 0 0,-1 0 1 0 0,1-1 0 0 0,-1 0 0 0 0,1 0-1 0 0,0 0 1 0 0,0-1 0 0 0,0 1-1 0 0,1-1 1 0 0,-1 0 0 0 0,0-1-1 0 0,1 1 1 0 0,6 0 0 0 0,-3-2-391 0 0,1 0-1 0 0,-1 0 1 0 0,0-1 0 0 0,0 0 0 0 0,0 0-1 0 0,17-6 1 0 0,-23 7 387 0 0,-1 0 1 0 0,0-1-1 0 0,0 1 0 0 0,0-1 0 0 0,0 0 0 0 0,1 0 1 0 0,-1 0-1 0 0,0 0 0 0 0,0 0 0 0 0,0 0 0 0 0,-1 0 1 0 0,3-2-1 0 0,11-9-2685 0 0,9-6-1091 0 0</inkml:trace>
</inkml:ink>
</file>

<file path=ppt/ink/ink2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38.4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36 110 3652 0 0,'0'0'1137'0'0,"-6"-1"-106"0"0,-1 0-687 0 0,-4 0-23 0 0,0 0 2890 0 0,13-3-3118 0 0,9-12-92 0 0,-2 10-107 0 0,73-19-818 0 0,59-19-4307 0 0,-109 33 1742 0 0</inkml:trace>
</inkml:ink>
</file>

<file path=ppt/ink/ink2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38.8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42 1 2648 0 0,'0'0'1099'0'0,"-1"6"-236"0"0,-1-1-613 0 0,-1 19 910 0 0,0-21-641 0 0,-10 11-77 0 0,9-11 220 0 0,2 1-402 0 0,1-4-180 0 0,0 1-17 0 0,0 0 0 0 0,0 0 0 0 0,0 0 0 0 0,0 0 0 0 0,0 0 0 0 0,0 1 1 0 0,0-1-1 0 0,0 0 0 0 0,0 0 0 0 0,0 1 0 0 0,1-1 0 0 0,-1 2 0 0 0,3 1 45 0 0,11 16 135 0 0,-6-21-229 0 0,18-1 51 0 0,-19 1-3 0 0,0-1-28 0 0,18-5-3 0 0,-18 5 1 0 0,-2-1 8 0 0,2 0-25 0 0,24-25 116 0 0,-27 25-76 0 0,-1 1-42 0 0,-1 1 0 0 0,0-1 0 0 0,0 0 0 0 0,1 0 1 0 0,-1 0-1 0 0,0 0 0 0 0,-1 0 0 0 0,1 0 0 0 0,0 0 0 0 0,0-3 1 0 0,-1 4-17 0 0,0 1 0 0 0,0-1 1 0 0,0 1-1 0 0,0-1 0 0 0,0 0 1 0 0,0 1-1 0 0,-1-1 1 0 0,1 1-1 0 0,0-1 0 0 0,0 1 1 0 0,-1-1-1 0 0,1 1 0 0 0,0-1 1 0 0,0 1-1 0 0,-1-1 1 0 0,1 1-1 0 0,-1-1 0 0 0,1 1 1 0 0,0 0-1 0 0,-1-1 0 0 0,1 1 1 0 0,-1 0-1 0 0,0-1 1 0 0,1 1 1 0 0,-1-1 0 0 0,1 1 0 0 0,-1 0 1 0 0,1-1-1 0 0,-1 1 0 0 0,1-1 1 0 0,0 1-1 0 0,-1 0 0 0 0,1-1 0 0 0,-1 1 1 0 0,1-1-1 0 0,0 1 0 0 0,0-1 1 0 0,-1 1-1 0 0,1-1 0 0 0,0 0 1 0 0,0 1-1 0 0,0-1 0 0 0,-1 1 0 0 0,1-1 1 0 0,0 1-1 0 0,0-1 0 0 0,0 0 72 0 0,-5 1-21 0 0,-1 1 6 0 0,1-1-1 0 0,-1 1 1 0 0,1 1 0 0 0,0-1-1 0 0,-1 1 1 0 0,1 0 0 0 0,0 0-1 0 0,0 0 1 0 0,0 1 0 0 0,1-1-1 0 0,-1 1 1 0 0,0 0 0 0 0,1 1-1 0 0,0-1 1 0 0,-6 7 0 0 0,5-5 22 0 0,1 1 0 0 0,0-1 1 0 0,1 1-1 0 0,-1 0 1 0 0,1 0-1 0 0,1 0 1 0 0,-1 0-1 0 0,1 1 0 0 0,0-1 1 0 0,0 1-1 0 0,0-1 1 0 0,1 1-1 0 0,0 0 1 0 0,1-1-1 0 0,0 1 0 0 0,0 0 1 0 0,0 0-1 0 0,0-1 1 0 0,1 1-1 0 0,2 7 0 0 0,-1-10-75 0 0,-1-1 0 0 0,1 1 0 0 0,0-1 0 0 0,0 0 0 0 0,1 1 0 0 0,-1-1 0 0 0,1 0 0 0 0,-1-1 0 0 0,1 1 0 0 0,0 0 0 0 0,0-1-1 0 0,4 4 1 0 0,-5-5-15 0 0,5 3-211 0 0,0-1 0 0 0,0 0 0 0 0,0 0 0 0 0,0-1 0 0 0,0 0 0 0 0,1 0 0 0 0,-1-1 0 0 0,0 0 0 0 0,1 0 0 0 0,-1-1 0 0 0,1 0 0 0 0,-1 0 0 0 0,1-1 0 0 0,8-1 0 0 0,60-12-3273 0 0,-61 10 1455 0 0,18-7-1419 0 0</inkml:trace>
</inkml:ink>
</file>

<file path=ppt/ink/ink2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39.1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1 144 3228 0 0,'0'0'2189'0'0,"1"-5"-1299"0"0,3-14-232 0 0,-3 15 464 0 0,-1 4-1110 0 0,1 0 1 0 0,-1 0-1 0 0,1 0 1 0 0,-1 0-1 0 0,1 0 1 0 0,-1-1-1 0 0,1 1 0 0 0,-1 0 1 0 0,0 0-1 0 0,1 0 1 0 0,-1 0-1 0 0,1 0 1 0 0,-1-1-1 0 0,0 1 1 0 0,1 0-1 0 0,-1 0 1 0 0,1-1-1 0 0,-1 1 1 0 0,0 0-1 0 0,1-1 1 0 0,-1 1-1 0 0,0 0 0 0 0,0-1 1 0 0,1 1-1 0 0,-1-1 1 0 0,1 0 5 0 0,-1 1 0 0 0,1-1 0 0 0,-1 1 0 0 0,0-1 0 0 0,1 1 0 0 0,-1-1 1 0 0,1 1-1 0 0,-1-1 0 0 0,1 1 0 0 0,0 0 0 0 0,-1-1 0 0 0,1 1 0 0 0,-1 0 0 0 0,1-1 0 0 0,0 1 1 0 0,-1 0-1 0 0,1 0 0 0 0,0 0 0 0 0,-1-1 0 0 0,1 1 0 0 0,0 0 0 0 0,-1 0 0 0 0,1 0 0 0 0,0 0 0 0 0,-1 0 1 0 0,1 0-1 0 0,0 1 0 0 0,-1-1 0 0 0,1 0 0 0 0,0 0 0 0 0,0 1 0 0 0,5-1 37 0 0,0 1 0 0 0,0 0 0 0 0,0 1 0 0 0,-1-1 0 0 0,1 1 0 0 0,0 0 0 0 0,-1 1 0 0 0,0 0 0 0 0,1-1 0 0 0,-1 1-1 0 0,0 1 1 0 0,0-1 0 0 0,-1 1 0 0 0,1 0 0 0 0,-1 0 0 0 0,0 0 0 0 0,0 1 0 0 0,0 0 0 0 0,0-1 0 0 0,-1 1 0 0 0,0 1 0 0 0,0-1 0 0 0,0 0 0 0 0,2 10 0 0 0,3 4 99 0 0,-6-14 4 0 0,-1 3 12 0 0,0 20 98 0 0,-1-21-8 0 0,-1 0 22 0 0,-3 20 49 0 0,3-20 22 0 0,0-6-300 0 0,0 1-1 0 0,0-1 1 0 0,-1 1 0 0 0,1 0 0 0 0,0-1-1 0 0,1 1 1 0 0,-1 0 0 0 0,0 0 0 0 0,0 0-1 0 0,1-1 1 0 0,-1 3 0 0 0,-1 2 69 0 0,-1-1 260 0 0,0-1-6 0 0,-10 12-14 0 0,10-12 343 0 0,-1-1-380 0 0,-10 7-45 0 0,10-8 296 0 0,1-5-460 0 0,1 1-110 0 0,0 0 0 0 0,1 0 0 0 0,-1 0 0 0 0,1 0 0 0 0,0 0 0 0 0,-1 0 0 0 0,1 0-1 0 0,0-1 1 0 0,0 1 0 0 0,0 0 0 0 0,1-1 0 0 0,-1 1 0 0 0,0-1 0 0 0,1 1-1 0 0,0-1 1 0 0,-1 1 0 0 0,1-1 0 0 0,0 1 0 0 0,0-1 0 0 0,1 1 0 0 0,-1-1-1 0 0,0 1 1 0 0,2-4 0 0 0,7-23-381 0 0,1 1 0 0 0,1 1-1 0 0,15-27 1 0 0,-19 40-138 0 0,2 0 0 0 0,0 1 1 0 0,0 0-1 0 0,1 1 0 0 0,1 0 0 0 0,0 0 0 0 0,24-18 0 0 0,-21 19-323 0 0,3-2-414 0 0,1 1-2498 0 0,14-8-1132 0 0</inkml:trace>
</inkml:ink>
</file>

<file path=ppt/ink/ink2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40.0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180 24 2772 0 0,'0'0'1470'0'0,"-3"-4"-219"0"0,-9-12-229 0 0,9 12 1256 0 0,-4 5-1630 0 0,-20 4-38 0 0,25-5-562 0 0,1 0 1 0 0,0 1-1 0 0,-1-1 1 0 0,1 0-1 0 0,-1 1 1 0 0,1-1-1 0 0,0 1 1 0 0,-1-1-1 0 0,1 1 1 0 0,0-1-1 0 0,0 1 1 0 0,-1 0-1 0 0,1 0 0 0 0,0 0 1 0 0,0 0-1 0 0,0-1 1 0 0,0 2-1 0 0,-2 1 1 0 0,0 0 109 0 0,-4 2 96 0 0,1 1 0 0 0,-1 1 0 0 0,1-1 0 0 0,0 1 0 0 0,1 0 0 0 0,-7 10-1 0 0,8-12-188 0 0,-1 3 118 0 0,0 0 1 0 0,0 1-1 0 0,1-1 1 0 0,0 1-1 0 0,0 0 1 0 0,-2 11-1 0 0,4-12-110 0 0,-1 0 71 0 0,2-6-122 0 0,0 0 0 0 0,0 0 0 0 0,0 0 0 0 0,0 0 0 0 0,1 0 0 0 0,-1 0 0 0 0,1 1 0 0 0,-1-1 0 0 0,1 0 0 0 0,0 0 0 0 0,0 1 0 0 0,0-1 0 0 0,1 4 0 0 0,-1 5 148 0 0,0-5-161 0 0,1-1-1 0 0,-1 1 0 0 0,1-1 1 0 0,0 0-1 0 0,0 1 0 0 0,1-1 0 0 0,-1 0 1 0 0,1 0-1 0 0,0 0 0 0 0,1 0 1 0 0,-1 0-1 0 0,1 0 0 0 0,0-1 0 0 0,0 1 1 0 0,1-1-1 0 0,-1 0 0 0 0,1 0 1 0 0,0 0-1 0 0,0 0 0 0 0,0-1 1 0 0,0 0-1 0 0,1 0 0 0 0,0 0 0 0 0,-1 0 1 0 0,1-1-1 0 0,0 1 0 0 0,0-1 1 0 0,0 0-1 0 0,1-1 0 0 0,-1 1 0 0 0,8 0 1 0 0,54 4-1457 0 0,-45-6 660 0 0,2-3 250 0 0,-3-1-475 0 0,28-8-1614 0 0,-40 9 2103 0 0,27-10-3193 0 0,2-2-805 0 0</inkml:trace>
</inkml:ink>
</file>

<file path=ppt/ink/ink2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40.4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197 53 3160 0 0,'0'0'2624'0'0,"0"-6"-1619"0"0,1-16-130 0 0,0 17 1152 0 0,-3 4-1947 0 0,0 0-1 0 0,1 0 1 0 0,-1 0 0 0 0,1 0 0 0 0,-1 0-1 0 0,1 0 1 0 0,0-1 0 0 0,-1 1-1 0 0,1 0 1 0 0,0-1 0 0 0,-1-1 0 0 0,-2 0 657 0 0,-1 4-394 0 0,-16 1-28 0 0,15-1-11 0 0,1 2 8 0 0,-6 4-68 0 0,1 1-1 0 0,0 0 0 0 0,0 0 1 0 0,1 1-1 0 0,0 0 0 0 0,-14 19 1 0 0,-13 35 523 0 0,28-47-523 0 0,2 3-107 0 0,4-4 49 0 0,-2 10-49 0 0,3-19-10 0 0,1 2-33 0 0,1-4-89 0 0,-2 0 7 0 0,1 1 0 0 0,1-1-1 0 0,-1 0 1 0 0,0 1-1 0 0,1-1 1 0 0,0 0 0 0 0,0 0-1 0 0,0 0 1 0 0,1 1 0 0 0,0-1-1 0 0,-1-1 1 0 0,1 1 0 0 0,1 0-1 0 0,4 6 1 0 0,-2-4-156 0 0,0-1 0 0 0,0-1 1 0 0,1 1-1 0 0,0-1 0 0 0,0 0 1 0 0,0 0-1 0 0,1-1 0 0 0,-1 1 1 0 0,1-2-1 0 0,0 1 0 0 0,10 2 1 0 0,-10-3-300 0 0,1-1 1 0 0,-1-1-1 0 0,1 1 1 0 0,-1-1 0 0 0,1-1-1 0 0,-1 1 1 0 0,1-1-1 0 0,11-3 1 0 0,41-13-5311 0 0,-55 15 1017 0 0</inkml:trace>
</inkml:ink>
</file>

<file path=ppt/ink/ink2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40.7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644 23 3736 0 0,'0'0'1335'0'0,"3"-4"-196"0"0,9-11-174 0 0,-9 12 723 0 0,26 9-233 0 0,-27-6-1393 0 0,0 1 0 0 0,0-1-1 0 0,0 1 1 0 0,0-1 0 0 0,0 1 0 0 0,0 0-1 0 0,0 0 1 0 0,-1 0 0 0 0,1 0 0 0 0,0 0-1 0 0,-1 0 1 0 0,1 0 0 0 0,-1 0-1 0 0,1 1 1 0 0,1 2 0 0 0,3 2 116 0 0,24 20 315 0 0,-1 2 0 0 0,-2 1 0 0 0,0 1 0 0 0,-3 1 1 0 0,0 2-1 0 0,31 56 0 0 0,-43-67-397 0 0,-1 0-1 0 0,-1 1 1 0 0,0 1 0 0 0,-2 0-1 0 0,-1 0 1 0 0,5 27 0 0 0,-10-35-135 0 0,0 1-1 0 0,-1 0 1 0 0,-1 0 0 0 0,-1 0 0 0 0,0 0-1 0 0,-1 0 1 0 0,-1-1 0 0 0,0 1 0 0 0,-12 31-1 0 0,4-20-294 0 0,-2-1-1 0 0,-1-1 1 0 0,-1 0 0 0 0,-2-1-1 0 0,0-1 1 0 0,-2 0-1 0 0,0-1 1 0 0,-1-2-1 0 0,-2 0 1 0 0,-44 35-1 0 0,28-29-206 0 0,-2-1 0 0 0,0-2 0 0 0,-1-2 0 0 0,-2-2 0 0 0,0-1 0 0 0,-56 15 0 0 0,54-23-282 0 0,-1-2 1 0 0,0-2-1 0 0,-1-2 1 0 0,1-2-1 0 0,-78-4 1 0 0,63-3-1950 0 0</inkml:trace>
</inkml:ink>
</file>

<file path=ppt/ink/ink2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41.0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556 5 3116 0 0,'-38'-5'1288'0'0,"21"7"-158"0"0,-6 7-678 0 0,0 2 0 0 0,0 0 0 0 0,1 2 0 0 0,1 0 0 0 0,0 1 0 0 0,1 1 0 0 0,0 1 0 0 0,1 1 0 0 0,-30 35 0 0 0,18-14-129 0 0,1 1-1 0 0,2 1 1 0 0,1 1 0 0 0,-28 60 0 0 0,39-66-212 0 0,2 0 0 0 0,1 1 0 0 0,2 0 1 0 0,1 1-1 0 0,2 0 0 0 0,1 0 0 0 0,2 1 1 0 0,2 0-1 0 0,2 0 0 0 0,4 54 0 0 0,0-66-172 0 0,1 1 0 0 0,1-1-1 0 0,1 0 1 0 0,2 0 0 0 0,0-1-1 0 0,2 0 1 0 0,1 0 0 0 0,0-1-1 0 0,2-1 1 0 0,1 0 0 0 0,1-1-1 0 0,1 0 1 0 0,1-1-1 0 0,0-1 1 0 0,33 29 0 0 0,-29-32-771 0 0,2-1 0 0 0,-1 0 0 0 0,2-2-1 0 0,0-1 1 0 0,0-1 0 0 0,1-1 0 0 0,27 8 0 0 0,7-3-4381 0 0</inkml:trace>
</inkml:ink>
</file>

<file path=ppt/ink/ink2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41.9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23 4296 0 0,'0'0'3257'0'0,"3"-4"-2137"0"0,7-11-222 0 0,-7 12 727 0 0,2 4-1328 0 0,-2 0-272 0 0,-1-1-20 0 0,0 0 0 0 0,0 1 1 0 0,0-1-1 0 0,0 1 0 0 0,0-1 0 0 0,0 1 0 0 0,0 0 0 0 0,0 0 1 0 0,0 0-1 0 0,-1 0 0 0 0,1 0 0 0 0,0 1 0 0 0,-1-1 0 0 0,1 0 1 0 0,-1 1-1 0 0,1-1 0 0 0,-1 1 0 0 0,1 0 0 0 0,-1-1 1 0 0,0 1-1 0 0,0 0 0 0 0,2 3 0 0 0,11 54-736 0 0,-13-44 378 0 0,-1 0-1 0 0,-1 1 0 0 0,-1-1 0 0 0,0 0 0 0 0,-1 0 0 0 0,0 0 1 0 0,-1 0-1 0 0,-1 0 0 0 0,-1-1 0 0 0,0 0 0 0 0,0 0 1 0 0,-2-1-1 0 0,0 1 0 0 0,-15 19 0 0 0,3-9-1708 0 0,-2-1-1435 0 0</inkml:trace>
</inkml:ink>
</file>

<file path=ppt/ink/ink2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42.6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364 122 2668 0 0,'1'-11'597'0'0,"-1"0"0"0"0,0 0 0 0 0,-1 0 0 0 0,0 1 1 0 0,-1-1-1 0 0,0 0 0 0 0,-6-18 0 0 0,5 24-49 0 0,-2 3-11 0 0,-14-7-48 0 0,9 9-108 0 0,-6 6-128 0 0,1 1 1 0 0,0 1 0 0 0,0 0 0 0 0,1 1 0 0 0,0 1-1 0 0,0 0 1 0 0,1 1 0 0 0,1 0 0 0 0,0 1 0 0 0,-15 18-1 0 0,5-2-55 0 0,0 1 0 0 0,2 0-1 0 0,2 2 1 0 0,-17 34-1 0 0,31-55-153 0 0,-1-1 1 0 0,2 1-1 0 0,-1 0 0 0 0,1 0 0 0 0,1 0 0 0 0,-1 0 1 0 0,2 0-1 0 0,0 0 0 0 0,-1 15 0 0 0,2-19-33 0 0,-1-4-9 0 0,1 0 1 0 0,0 0-1 0 0,0 0 1 0 0,0 0-1 0 0,0 0 1 0 0,0 0-1 0 0,0 0 1 0 0,1 0 0 0 0,-1 0-1 0 0,1 0 1 0 0,-1 0-1 0 0,1 0 1 0 0,1 3-1 0 0,-1 0 0 0 0,-1-3-2 0 0,1 0 1 0 0,-1 0-1 0 0,0-1 1 0 0,1 1-1 0 0,-1 0 1 0 0,1-1-1 0 0,0 1 1 0 0,0 0-1 0 0,-1-1 1 0 0,1 1-1 0 0,0-1 0 0 0,0 1 1 0 0,0-1-1 0 0,0 0 1 0 0,1 1-1 0 0,-1-1 1 0 0,2 1-1 0 0,1 4 6 0 0,-3-4 0 0 0,0 0 1 0 0,1-1-1 0 0,-1 1 0 0 0,0 0 0 0 0,1-1 0 0 0,0 1 0 0 0,-1-1 1 0 0,1 1-1 0 0,0-1 0 0 0,0 0 0 0 0,0 0 0 0 0,-1 0 1 0 0,1 0-1 0 0,3 1 0 0 0,1 2-9 0 0,-4-2-10 0 0,0-1 0 0 0,0 1 1 0 0,1-1-1 0 0,-1 0 0 0 0,0 0 0 0 0,1 0 0 0 0,-1 0 0 0 0,0 0 0 0 0,1 0 1 0 0,-1-1-1 0 0,1 1 0 0 0,2-1 0 0 0,3 3-52 0 0,-5-2 28 0 0,0 0 0 0 0,0 0 0 0 0,0 0 0 0 0,0-1 0 0 0,0 1 0 0 0,0-1 0 0 0,0 1 0 0 0,0-1 0 0 0,0 0 0 0 0,0-1 0 0 0,5 0 0 0 0,22-2-507 0 0,-1-1-1 0 0,1-1 1 0 0,37-13 0 0 0,-42 10-1501 0 0,0-1 1 0 0,31-18-1 0 0,-30 13-2701 0 0</inkml:trace>
</inkml:ink>
</file>

<file path=ppt/ink/ink2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43.4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232 539 3104 0 0,'12'-24'1493'0'0,"-10"20"-252"0"0,0-2-308 0 0,5-18-122 0 0,-6 18 467 0 0,-2 1-784 0 0,-6-25 736 0 0,2 28-915 0 0,-14-8-33 0 0,14 7-10 0 0,-2 5-25 0 0,-3 0-191 0 0,-1 1-1 0 0,1 0 0 0 0,0 1 0 0 0,0 0 0 0 0,1 0 0 0 0,-1 1 0 0 0,1 0 0 0 0,0 1 0 0 0,0 0 1 0 0,1 1-1 0 0,0 0 0 0 0,0 0 0 0 0,0 0 0 0 0,1 1 0 0 0,0 0 0 0 0,1 1 0 0 0,-6 9 0 0 0,6-10-42 0 0,0 1 8 0 0,0 1-1 0 0,0 0 0 0 0,1 1 1 0 0,0-1-1 0 0,-3 15 0 0 0,1 2-2 0 0,7-20-14 0 0,-1-1-5 0 0,2-1 4 0 0,4 16-9 0 0,-3-16-3 0 0,2-2-6 0 0,-1-2 25 0 0,1 0 0 0 0,0 0 0 0 0,0 0 0 0 0,0 0 0 0 0,0-1 0 0 0,0 1 0 0 0,-1-1 0 0 0,1 0 0 0 0,0 0 0 0 0,0 0 0 0 0,7-2 0 0 0,-5 1 32 0 0,-4 1-36 0 0,0 0 0 0 0,0-1 0 0 0,-1 1 0 0 0,1-1 0 0 0,0 1 1 0 0,0-1-1 0 0,-1 0 0 0 0,1 1 0 0 0,0-1 0 0 0,-1 0 0 0 0,1 0 1 0 0,1-2-1 0 0,1 1 20 0 0,2-1 92 0 0,-2 0 1 0 0,15-9-24 0 0,-14 9 65 0 0,-1-1-3 0 0,13-8-60 0 0,-13 9 163 0 0,0 0-161 0 0,10-9-22 0 0,-10 8 63 0 0,1 6-105 0 0,13 4-23 0 0,-13-4-11 0 0,-5-1-15 0 0,1 0 15 0 0,0 1 0 0 0,-1-1 0 0 0,1 0 0 0 0,0 1 0 0 0,0-1 0 0 0,0 0 0 0 0,0 0 0 0 0,0 0 0 0 0,0 0-1 0 0,0 0 1 0 0,3 1 0 0 0,-2 0 0 0 0,2 2-9 0 0,-1-2-8 0 0,35 19-54 0 0,-34-20 7 0 0,2-1 9 0 0,4 0 16 0 0,1 0-1 0 0,0-1 1 0 0,0-1-1 0 0,-1 1 1 0 0,1-2 0 0 0,-1 0-1 0 0,0 0 1 0 0,1-1 0 0 0,-1 0-1 0 0,-1 0 1 0 0,1-1-1 0 0,-1-1 1 0 0,16-11 0 0 0,-12 7 5 0 0,-1 0 1 0 0,1-1 0 0 0,-2-1-1 0 0,0 0 1 0 0,0 0-1 0 0,-1-1 1 0 0,-1-1 0 0 0,0 1-1 0 0,-1-2 1 0 0,-1 1 0 0 0,0-1-1 0 0,0 0 1 0 0,-2 0 0 0 0,5-19-1 0 0,1-14 215 0 0,-2-1 0 0 0,-3 0-1 0 0,1-51 1 0 0,-7 32 287 0 0,-1 4 33 0 0,1 59-364 0 0,0 3-126 0 0,0 1-1 0 0,1-1 1 0 0,-1 0-1 0 0,0 0 1 0 0,0 1-1 0 0,0-1 1 0 0,0 0-1 0 0,0 1 0 0 0,0-1 1 0 0,-1 0-1 0 0,1 1 1 0 0,-1-4-1 0 0,0 2 10 0 0,1-3 406 0 0,-4 11-264 0 0,-15 24 105 0 0,11-8-244 0 0,0 0-1 0 0,1 1 1 0 0,2-1 0 0 0,0 2 0 0 0,1-1 0 0 0,-1 37 0 0 0,3-12-158 0 0,3 0 1 0 0,6 52 0 0 0,-4-75-282 0 0,3 3 99 0 0,-2-11-68 0 0,-3-12 296 0 0,2 7-247 0 0,0-1 0 0 0,1 1 1 0 0,7 14-1 0 0,-9-21 111 0 0,-1-1 0 0 0,1 0 0 0 0,0 0 0 0 0,1 0 0 0 0,-1 0 0 0 0,0 0-1 0 0,1 0 1 0 0,0 0 0 0 0,0-1 0 0 0,0 0 0 0 0,0 1 0 0 0,0-1 0 0 0,0 0 0 0 0,0-1 0 0 0,1 1 0 0 0,-1 0 0 0 0,5 0 0 0 0,22 1-1818 0 0,-22-4 1518 0 0,5 0-1941 0 0,15-7-1743 0 0</inkml:trace>
</inkml:ink>
</file>

<file path=ppt/ink/ink2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43.7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141 19 3784 0 0,'-2'-3'1208'0'0,"0"2"-982"0"0,1 0 0 0 0,0 0 0 0 0,0 0 0 0 0,-1 0 0 0 0,1 0 0 0 0,0-1-1 0 0,0 1 1 0 0,0 0 0 0 0,1-1 0 0 0,-1 1 0 0 0,-1-2 0 0 0,-3 4 464 0 0,0 0-534 0 0,1 0-1 0 0,-1 1 1 0 0,0-1-1 0 0,1 1 1 0 0,0 0-1 0 0,-1 0 1 0 0,1 1-1 0 0,0-1 1 0 0,0 1-1 0 0,0 0 1 0 0,0 0-1 0 0,1 0 1 0 0,-1 0 0 0 0,-4 6-1 0 0,3-1-13 0 0,-1 0 0 0 0,1 0 0 0 0,1 1 0 0 0,-1-1 0 0 0,1 1 0 0 0,1 0 0 0 0,0 0 0 0 0,0 0 0 0 0,-1 11 0 0 0,2-13-107 0 0,0 0 21 0 0,0 0 0 0 0,0 1 0 0 0,1-1 0 0 0,0 1 0 0 0,0-1 0 0 0,1 1 0 0 0,0-1 0 0 0,2 14 0 0 0,-1-13-27 0 0,-1-4-15 0 0,0 0-1 0 0,1 0 0 0 0,-1-1 0 0 0,1 1 0 0 0,0 0 0 0 0,0-1 1 0 0,3 7-1 0 0,-2-2-3 0 0,-2-6-6 0 0,1 1-1 0 0,-1 0 1 0 0,1-1-1 0 0,0 1 1 0 0,0-1 0 0 0,0 1-1 0 0,0-1 1 0 0,1 0-1 0 0,-1 1 1 0 0,0-1-1 0 0,1 0 1 0 0,2 2 0 0 0,-1 3-7 0 0,-3-5-2 0 0,1 0-1 0 0,0 0 0 0 0,0-1 0 0 0,0 1 1 0 0,1 0-1 0 0,-1 0 0 0 0,0 0 0 0 0,1-1 1 0 0,-1 1-1 0 0,1-1 0 0 0,0 1 0 0 0,-1-1 1 0 0,1 0-1 0 0,0 0 0 0 0,3 2 1 0 0,1 3-48 0 0,-4-4 19 0 0,0 0 0 0 0,0-1 0 0 0,1 1-1 0 0,-1 0 1 0 0,0-1 0 0 0,1 1 0 0 0,0-1-1 0 0,-1 0 1 0 0,1 0 0 0 0,0 0-1 0 0,4 1 1 0 0,1 2-85 0 0,-5-2 57 0 0,0-1 0 0 0,-1 0 0 0 0,1 0 0 0 0,0 0 0 0 0,0 0 0 0 0,0 0 0 0 0,0-1 0 0 0,0 1-1 0 0,0-1 1 0 0,0 0 0 0 0,4 0 0 0 0,4 2-128 0 0,-6-1 12 0 0,1 0 0 0 0,-1-1-1 0 0,1 0 1 0 0,-1 0-1 0 0,0 0 1 0 0,10-2-1 0 0,19-2-2532 0 0,55-15 0 0 0,-53 8-1843 0 0</inkml:trace>
</inkml:ink>
</file>

<file path=ppt/ink/ink2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44.6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0 227 4196 0 0,'0'0'1685'0'0,"2"-5"-275"0"0,6-20 4593 0 0,-5 29-5780 0 0,10 10-21 0 0,-9-10-42 0 0,-4 3-16 0 0,19 166 270 0 0,-18-167-405 0 0,0 0 8 0 0,-2-2-8 0 0,1-2-6 0 0,0 0 1 0 0,0-1-1 0 0,0 1 0 0 0,0 0 0 0 0,0-1 0 0 0,1 1 1 0 0,-1 0-1 0 0,0-1 0 0 0,1 1 0 0 0,-1-1 0 0 0,1 1 1 0 0,0 0-1 0 0,-1-1 0 0 0,1 1 0 0 0,0-1 0 0 0,1 2 1 0 0,9 13 12 0 0,-9-12-4 0 0,6-5-31 0 0,21-1 14 0 0,-26 1 7 0 0,1 0 0 0 0,0 0 0 0 0,-1 0 0 0 0,1 0 0 0 0,-1 0 0 0 0,1-1 0 0 0,-1 0 0 0 0,0 0 0 0 0,0 0 0 0 0,0 0 0 0 0,0 0 0 0 0,0-1-1 0 0,4-3 1 0 0,-5 4 15 0 0,17-13-13 0 0,-2-1-1 0 0,32-34 0 0 0,-36 35 125 0 0,-10 11-132 0 0,1 1-35 0 0,11-11-8 0 0,-12 11 5 0 0,-1 3-9 0 0,-1-1 49 0 0,1 1 1 0 0,-1-1-1 0 0,1 1 0 0 0,-1-1 1 0 0,1 1-1 0 0,-1-1 0 0 0,1 0 1 0 0,-1 0-1 0 0,1 0 1 0 0,1-1-1 0 0,-3 2 2 0 0,4-2 3 0 0,-4 2-9 0 0,0 1 6 0 0,0 0 0 0 0,0 0 0 0 0,0-1-1 0 0,0 1 1 0 0,0 0 0 0 0,0-1 0 0 0,1 1 0 0 0,-1 0-1 0 0,0-1 1 0 0,0 1 0 0 0,1-1 0 0 0,-1 1 0 0 0,0 0-1 0 0,1-1 1 0 0,-1 1 0 0 0,1-1 0 0 0,-1 1 0 0 0,1 0 0 0 0,9 16-7 0 0,-3 0-8 0 0,-5-12 16 0 0,0-1-13 0 0,7 15-7 0 0,-7-14-16 0 0,0-5 25 0 0,-1 1 1 0 0,0 1 0 0 0,0-1 0 0 0,0 0 0 0 0,0 0 0 0 0,0 0-1 0 0,0 1 1 0 0,0-1 0 0 0,0 0 0 0 0,0 1 0 0 0,-1-1 0 0 0,2 3-1 0 0,-1-1-10 0 0,2 2-38 0 0,-1-5 48 0 0,-1 0 0 0 0,1 1 0 0 0,-1 0 0 0 0,1-1 0 0 0,-1 1 1 0 0,1 0-1 0 0,-1 0 0 0 0,0 0 0 0 0,1 0 0 0 0,-1 0 0 0 0,0 0 0 0 0,2 2 1 0 0,-1-2-10 0 0,2 2-43 0 0,2-2-1 0 0,8 0-49 0 0,0-1 1 0 0,24-2 0 0 0,-27-2 44 0 0,1 0 1 0 0,-1 0 0 0 0,0-1 0 0 0,0-1 0 0 0,-1 0 0 0 0,1 0 0 0 0,-1-1 0 0 0,-1 0 0 0 0,1-1-1 0 0,-1 0 1 0 0,9-11 0 0 0,-3-3 19 0 0,0 0-1 0 0,-1-1 1 0 0,-2-1-1 0 0,16-40 1 0 0,-22 45 299 0 0,0 0-1 0 0,3-26 1 0 0,3-17 603 0 0,-11 57-586 0 0,-1-1-46 0 0,1-16-4 0 0,0 16 757 0 0,-28 12-749 0 0,27-6-226 0 0,0 0 1 0 0,-1 0-1 0 0,1 0 0 0 0,-1 1 0 0 0,1-1 1 0 0,0 0-1 0 0,-1 0 0 0 0,1 0 0 0 0,0 0 1 0 0,-1 0-1 0 0,1 0 0 0 0,0 1 1 0 0,-1-1-1 0 0,1 0 0 0 0,0 0 0 0 0,0 1 1 0 0,-1-1-1 0 0,1 0 0 0 0,0 0 0 0 0,0 1 1 0 0,-1-1-1 0 0,1 0 0 0 0,0 1 0 0 0,0-1 1 0 0,0 0-1 0 0,0 1 0 0 0,-1-1 0 0 0,-5 12 28 0 0,-1 0-1 0 0,2 1 0 0 0,0 0 0 0 0,0 0 0 0 0,1 0 0 0 0,1 0 1 0 0,0 1-1 0 0,1-1 0 0 0,0 1 0 0 0,1-1 0 0 0,1 16 1 0 0,2-17-297 0 0,0-1 0 0 0,1 0 0 0 0,0 0 1 0 0,1 0-1 0 0,0 0 0 0 0,0-1 1 0 0,1 1-1 0 0,1-1 0 0 0,0 0 0 0 0,0-1 1 0 0,1 1-1 0 0,0-1 0 0 0,1-1 1 0 0,9 9-1 0 0,-10-10-287 0 0,1 0 0 0 0,1-1-1 0 0,-1 0 1 0 0,1 0 0 0 0,16 7 0 0 0,-17-10-438 0 0,1 0-1 0 0,-1 0 1 0 0,0-1 0 0 0,18 3-1 0 0,15-1-3134 0 0</inkml:trace>
</inkml:ink>
</file>

<file path=ppt/ink/ink2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45.3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224 362 3424 0 0,'2'-13'685'0'0,"0"1"0"0"0,-2-1 0 0 0,1 0 0 0 0,-2 0-1 0 0,0 1 1 0 0,-2-15 0 0 0,1 22-134 0 0,-1 1-49 0 0,0 1-368 0 0,2 1-81 0 0,0 1 0 0 0,-1 0 0 0 0,1 0 0 0 0,0-1 0 0 0,0 1 0 0 0,0-1 0 0 0,0 1 0 0 0,0-1 1 0 0,0 1-1 0 0,1-1 0 0 0,-1 0 0 0 0,0-2 0 0 0,-4 2 318 0 0,-15-7-37 0 0,15 7-66 0 0,-1 2-50 0 0,-1 0-168 0 0,1 1 0 0 0,-1 0 1 0 0,1 0-1 0 0,-1 1 0 0 0,1 0 1 0 0,0 0-1 0 0,0 0 0 0 0,-1 1 1 0 0,2 0-1 0 0,-1 0 0 0 0,0 0 1 0 0,1 1-1 0 0,-7 5 0 0 0,5-2-38 0 0,0 0 1 0 0,0 0-1 0 0,1 1 0 0 0,0 0 0 0 0,0 0 0 0 0,1 1 0 0 0,0 0 0 0 0,1 0 0 0 0,0 0 0 0 0,0 0 0 0 0,1 0 0 0 0,0 1 0 0 0,0 0 0 0 0,-1 11 0 0 0,4-15-95 0 0,1 0-23 0 0,4 20-13 0 0,-3-19-40 0 0,0-2 47 0 0,9 17 16 0 0,-9-16 11 0 0,2-3-6 0 0,11 8 3 0 0,-12-8 29 0 0,3-2 11 0 0,15 4 22 0 0,-18-5 42 0 0,1 1 1 0 0,0-1-1 0 0,0 0 1 0 0,-1 0-1 0 0,1-1 1 0 0,0 1-1 0 0,-1-1 1 0 0,1 0-1 0 0,0 0 1 0 0,-1 0-1 0 0,1 0 1 0 0,-1 0-1 0 0,1-1 0 0 0,5-3 1 0 0,-6 3-38 0 0,1 0 68 0 0,1-1 0 0 0,-1 1 0 0 0,0-1 0 0 0,0 0 0 0 0,0 0 0 0 0,0 0-1 0 0,5-7 1 0 0,-5 6-33 0 0,-1 1 78 0 0,0-1 23 0 0,12-12 24 0 0,-11 12 11 0 0,9-13 104 0 0,-11 14 317 0 0,-1 3-568 0 0,0 0 0 0 0,-1 0 1 0 0,1 0-1 0 0,0 0 1 0 0,-1 0-1 0 0,1 0 0 0 0,0 0 1 0 0,-1 0-1 0 0,1 1 1 0 0,0-1-1 0 0,-1 0 0 0 0,1 0 1 0 0,-1 1-1 0 0,1-1 1 0 0,0 1-1 0 0,-1-1 0 0 0,1 0 1 0 0,-1 1-1 0 0,1 0 1 0 0,0 0-5 0 0,-1-1 1 0 0,1 1-1 0 0,-1-1 1 0 0,1 1-1 0 0,-1-1 1 0 0,1 0-1 0 0,-1 1 1 0 0,1-1-1 0 0,0 0 1 0 0,-1 1-1 0 0,1-1 1 0 0,-1 0-1 0 0,1 0 1 0 0,0 0-1 0 0,-1 1 1 0 0,1-1-1 0 0,0 0 1 0 0,-1 0-1 0 0,2 0 1 0 0,1 4-28 0 0,7 12-48 0 0,-7-12-118 0 0,-1-3 28 0 0,-1 0 134 0 0,1 0 1 0 0,0 0 0 0 0,-1 0-1 0 0,1 1 1 0 0,-1-1 0 0 0,1 1 0 0 0,-1-1-1 0 0,0 1 1 0 0,2 2 0 0 0,1-1-173 0 0,0-1-1 0 0,15 4-4 0 0,-15-4-23 0 0,4-3-129 0 0,-3 1 325 0 0,2 0-14 0 0,-1 0 1 0 0,1-1 0 0 0,0 0-1 0 0,-1 0 1 0 0,1 0 0 0 0,-1-1 0 0 0,1 0-1 0 0,5-3 1 0 0,-2 0 47 0 0,0 0 0 0 0,0-1 0 0 0,-1 0 0 0 0,0-1 0 0 0,0 0 0 0 0,-1-1 0 0 0,0 0 0 0 0,0 0 0 0 0,0 0 0 0 0,-1-1-1 0 0,-1 0 1 0 0,0-1 0 0 0,0 1 0 0 0,7-17 0 0 0,-12 24 16 0 0,3-6 58 0 0,1-1 0 0 0,-1 0 0 0 0,-1 0 0 0 0,0 0 0 0 0,0-1 0 0 0,2-16 0 0 0,3-23 550 0 0,-5 13 291 0 0,-1 0-1 0 0,-3-40 0 0 0,0 69-512 0 0,0 2-237 0 0,-5-13-30 0 0,5 13 151 0 0,-3 7-225 0 0,1 0-34 0 0,0 0-1 0 0,1 0 0 0 0,-1 0 1 0 0,0 0-1 0 0,1 1 1 0 0,-1-1-1 0 0,1 1 1 0 0,0-1-1 0 0,0 1 0 0 0,0 0 1 0 0,0 0-1 0 0,1 0 1 0 0,-1 0-1 0 0,-1 5 1 0 0,0 2 20 0 0,0 1 1 0 0,0-1-1 0 0,1 1 1 0 0,0 11-1 0 0,-1-3-12 0 0,2 0-1 0 0,0 0 0 0 0,1 21 1 0 0,1-29-10 0 0,-1-8-18 0 0,0 0-1 0 0,0 0 1 0 0,0 0-1 0 0,0-1 1 0 0,1 1-1 0 0,-1 0 0 0 0,1 0 1 0 0,0-1-1 0 0,1 6 1 0 0,7 16-138 0 0,-5-14-113 0 0,-1 1 0 0 0,1-1-1 0 0,1 0 1 0 0,-1-1-1 0 0,9 13 1 0 0,-10-19-15 0 0,-1 1 1 0 0,1-1 0 0 0,-1 0-1 0 0,1 0 1 0 0,0 0 0 0 0,0 0-1 0 0,1-1 1 0 0,-1 0 0 0 0,0 1-1 0 0,1-1 1 0 0,0 0 0 0 0,-1 0 0 0 0,1-1-1 0 0,0 1 1 0 0,0-1 0 0 0,0 0-1 0 0,6 1 1 0 0,5 0-1520 0 0,0 0 1275 0 0,5-5-2675 0 0,8-2-1320 0 0</inkml:trace>
</inkml:ink>
</file>

<file path=ppt/ink/ink2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45.6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83 3976 0 0,'0'0'1138'0'0,"-5"1"-191"0"0,-14 3 696 0 0,36-1 1047 0 0,-6-2-2698 0 0,1-1-1 0 0,-1-1 1 0 0,1 0-1 0 0,-1 0 1 0 0,1-1-1 0 0,15-5 1 0 0,1 0-166 0 0,241-56-6543 0 0,-237 54 3313 0 0</inkml:trace>
</inkml:ink>
</file>

<file path=ppt/ink/ink2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46.0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35 128 2328 0 0,'0'0'1276'0'0,"-3"3"-202"0"0,-20 35 1764 0 0,21-34-2125 0 0,15 17-453 0 0,-10-16-12 0 0,30-4-100 0 0,-26-1-71 0 0,14-5 132 0 0,-16 3-158 0 0,0 0 121 0 0,1 0 25 0 0,1-1-80 0 0,-1-1 1 0 0,1 0-1 0 0,-1 0 1 0 0,0 0-1 0 0,0-1 1 0 0,0 1-1 0 0,-1-1 0 0 0,1-1 1 0 0,-1 1-1 0 0,0-1 1 0 0,-1 0-1 0 0,8-13 1 0 0,-10 15 46 0 0,0-2-9 0 0,3-18-33 0 0,-4 18-16 0 0,-1 0-11 0 0,0-20-31 0 0,0 19 0 0 0,-1 6-55 0 0,0 0 0 0 0,0 0 0 0 0,0 0 0 0 0,0 0 0 0 0,0 0 0 0 0,0 0-1 0 0,0 0 1 0 0,1 0 0 0 0,-1-1 0 0 0,0 1 0 0 0,1 0 0 0 0,-2-3 0 0 0,1 1 11 0 0,-1-1 60 0 0,-3 2 0 0 0,-12-5-2 0 0,13 5 6 0 0,-3 4 8 0 0,2-1-80 0 0,0-1 21 0 0,0 1 0 0 0,0 0 0 0 0,1 1-1 0 0,-1-1 1 0 0,0 1 0 0 0,1 0 0 0 0,-1 0 0 0 0,1 0-1 0 0,-1 1 1 0 0,1 0 0 0 0,-7 6 0 0 0,-36 40 270 0 0,43-43-237 0 0,2-5-54 0 0,0 1 1 0 0,1 0-1 0 0,-1 0 0 0 0,1 0 1 0 0,0 0-1 0 0,0 0 1 0 0,0 0-1 0 0,0 0 1 0 0,0 0-1 0 0,0 0 1 0 0,0 0-1 0 0,0 0 1 0 0,1 1-1 0 0,-1 2 1 0 0,-1 4 81 0 0,0-1-45 0 0,1 0 1 0 0,0 0-1 0 0,0 0 0 0 0,1 0 1 0 0,0 0-1 0 0,0 0 1 0 0,1 0-1 0 0,0 0 0 0 0,1-1 1 0 0,-1 1-1 0 0,1 0 1 0 0,1-1-1 0 0,3 9 0 0 0,-4-13-38 0 0,0 0-1 0 0,0 1 0 0 0,1-1 1 0 0,-1 0-1 0 0,1 0 0 0 0,0-1 1 0 0,-1 1-1 0 0,2-1 0 0 0,-1 1 1 0 0,0-1-1 0 0,0 0 0 0 0,1 0 1 0 0,4 2-1 0 0,-5-2-9 0 0,2 0-42 0 0,0 1 0 0 0,0-1 1 0 0,0 0-1 0 0,0 0 0 0 0,0-1 0 0 0,0 0 1 0 0,1 1-1 0 0,-1-2 0 0 0,9 1 1 0 0,-10 0-26 0 0,5-1-171 0 0,-1 0 1 0 0,0-1-1 0 0,1 1 0 0 0,-1-2 0 0 0,0 1 1 0 0,0-1-1 0 0,1 0 0 0 0,10-5 1 0 0,-8 3 64 0 0,11-4-1574 0 0,0 0-1 0 0,0-1 1 0 0,31-19-1 0 0,-26 11-2783 0 0</inkml:trace>
</inkml:ink>
</file>

<file path=ppt/ink/ink2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56.7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6 139 4600 0 0,'-4'-26'1705'0'0,"3"21"767"0"0,2-1-1561 0 0,7-25 327 0 0,-7 30-1213 0 0,-1 1 0 0 0,0-1 0 0 0,0 1 0 0 0,0-1 0 0 0,0 1 0 0 0,1-1 0 0 0,-1 1 0 0 0,0-1 0 0 0,1 1 0 0 0,-1-1 0 0 0,0 1 0 0 0,1-1 1 0 0,-1 1-1 0 0,0 0 0 0 0,1-1 0 0 0,-1 1 0 0 0,1 0 0 0 0,-1-1 0 0 0,1 1 0 0 0,-1 0 0 0 0,1 0 0 0 0,-1-1 0 0 0,1 1 0 0 0,-1 0 0 0 0,2 0 0 0 0,-2 0-9 0 0,1-1 0 0 0,-1 1-1 0 0,1 0 1 0 0,-1 0 0 0 0,0 0-1 0 0,1-1 1 0 0,-1 1 0 0 0,1 0-1 0 0,-1 0 1 0 0,1-1 0 0 0,-1 1-1 0 0,0 0 1 0 0,1-1 0 0 0,-1 1-1 0 0,1 0 1 0 0,-1-1 0 0 0,0 1-1 0 0,0-1 1 0 0,1 1 0 0 0,-1-1-1 0 0,0 1 1 0 0,0 0-1 0 0,1-1 1 0 0,-1 1 0 0 0,0-1-1 0 0,0 1 1 0 0,0-2 0 0 0,5 1 224 0 0,13-4-26 0 0,-13 4-70 0 0,0 3-48 0 0,0-1-76 0 0,1 1 0 0 0,-1 0 0 0 0,0 1 0 0 0,0-1 0 0 0,-1 1 0 0 0,1 0 0 0 0,0 0 1 0 0,-1 0-1 0 0,0 1 0 0 0,0 0 0 0 0,0 0 0 0 0,0 0 0 0 0,0 0 0 0 0,5 9 0 0 0,0 10 51 0 0,12 40-1 0 0,-20-58-20 0 0,-1 3-16 0 0,0 3-13 0 0,-1-1 0 0 0,0 1-1 0 0,0-1 1 0 0,-1 0 0 0 0,-1 0 0 0 0,1 0 0 0 0,-2 0 0 0 0,1 0 0 0 0,-1-1-1 0 0,-8 13 1 0 0,9-17 30 0 0,3-5-49 0 0,-1 0 0 0 0,1 0 0 0 0,0 0 0 0 0,-1 0 0 0 0,1 0 0 0 0,0 0 0 0 0,-1 0 0 0 0,1 0 0 0 0,0 0 0 0 0,-1 0 0 0 0,1 0 0 0 0,0 1 0 0 0,-1-1 1 0 0,1 0-1 0 0,0 0 0 0 0,0 0 0 0 0,-1 0 0 0 0,1 1 0 0 0,0-1 0 0 0,-1 0 0 0 0,1 0 0 0 0,0 1 0 0 0,0-1 0 0 0,0 0 0 0 0,-1 0 0 0 0,1 1 0 0 0,0-1 0 0 0,0 0 0 0 0,0 1 0 0 0,0-1 0 0 0,-1 1 0 0 0,1-1 8 0 0,0 1-1 0 0,0 0 0 0 0,-1-1 0 0 0,1 1 0 0 0,-1-1 1 0 0,1 1-1 0 0,0-1 0 0 0,-1 1 0 0 0,1-1 0 0 0,-1 1 1 0 0,1-1-1 0 0,-1 0 0 0 0,1 1 0 0 0,-1-1 0 0 0,0 0 1 0 0,1 1-1 0 0,-1-1 0 0 0,1 0 0 0 0,-1 0 0 0 0,0 1 0 0 0,1-1 1 0 0,-1 0-1 0 0,0 0 0 0 0,1 0 0 0 0,-1 0 0 0 0,1 0 1 0 0,-1 0-1 0 0,0 0 0 0 0,0 0 0 0 0,-27 2 276 0 0,25-6-238 0 0,-9-13-7 0 0,9 13-8 0 0,2-2-15 0 0,0-5-41 0 0,0 0 1 0 0,1 0-1 0 0,1-1 1 0 0,0 1-1 0 0,0 0 1 0 0,1 0-1 0 0,0 0 1 0 0,1 0-1 0 0,1 1 1 0 0,-1-1-1 0 0,2 1 1 0 0,-1 0-1 0 0,9-13 0 0 0,-6 11 12 0 0,1 0 0 0 0,0 0-1 0 0,1 1 1 0 0,0 0 0 0 0,1 1-1 0 0,0 0 1 0 0,0 1 0 0 0,1-1-1 0 0,1 2 1 0 0,14-9 0 0 0,-12 9 5 0 0,-11 6 6 0 0,0 1-1 0 0,0-1 1 0 0,0 1 0 0 0,0 0-1 0 0,0 0 1 0 0,0 0 0 0 0,0 0-1 0 0,1 0 1 0 0,-1 1 0 0 0,0-1-1 0 0,5 1 1 0 0,-5 0-2 0 0,4-2-1 0 0,-5 1 3 0 0,0 0-1 0 0,0 1 1 0 0,0-1-1 0 0,1 1 1 0 0,-1-1-1 0 0,0 1 1 0 0,0 0-1 0 0,1 0 1 0 0,-1 0-1 0 0,0 0 1 0 0,1 0-1 0 0,-1 1 1 0 0,0-1-1 0 0,4 2 1 0 0,1-2-4 0 0,-4 0 5 0 0,0 0 0 0 0,-1 1 0 0 0,1-1 0 0 0,0 1 0 0 0,-1-1 0 0 0,1 1-1 0 0,0 0 1 0 0,-1 0 0 0 0,1 0 0 0 0,-1 0 0 0 0,4 3 0 0 0,1-2 3 0 0,-5-2-3 0 0,1 1 1 0 0,-1 0 0 0 0,0 0 0 0 0,0 0-1 0 0,0 0 1 0 0,0 0 0 0 0,0 0-1 0 0,0 0 1 0 0,0 0 0 0 0,0 1-1 0 0,-1-1 1 0 0,1 1 0 0 0,0 0-1 0 0,1 2 1 0 0,3 1-9 0 0,-4-4 1 0 0,0 0-1 0 0,0 1 1 0 0,0-1-1 0 0,0 1 1 0 0,-1 0-1 0 0,1 0 1 0 0,-1 0 0 0 0,1 0-1 0 0,-1 0 1 0 0,0 0-1 0 0,0 0 1 0 0,0 0-1 0 0,1 3 1 0 0,3 2-27 0 0,-3-4 16 0 0,-1-1 1 0 0,1 1-1 0 0,-1-1 0 0 0,1 1 0 0 0,-1 0 0 0 0,0 0 0 0 0,0 0 0 0 0,0 0 0 0 0,-1 0 0 0 0,2 4 0 0 0,2 21-370 0 0,-1 0 0 0 0,-2 57-1 0 0,-1-80 74 0 0,-1 2-34 0 0,-2 3 150 0 0,-5 23-1301 0 0,6-10-4937 0 0</inkml:trace>
</inkml:ink>
</file>

<file path=ppt/ink/ink2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57.1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1 147 3508 0 0,'0'0'4065'0'0,"4"2"-3659"0"0,1 1-212 0 0,0-1 0 0 0,-1 1 0 0 0,1 0 0 0 0,-1 1 0 0 0,0-1 0 0 0,5 7 0 0 0,-6-6 3 0 0,24 2-131 0 0,-22-5-37 0 0,1-3-56 0 0,2 0-33 0 0,0-1 1 0 0,-1 0 0 0 0,0 0 0 0 0,0-1 0 0 0,0 0 0 0 0,0 0 0 0 0,0-1-1 0 0,-1 0 1 0 0,6-5 0 0 0,1-6-160 0 0,-11 12 200 0 0,0 0-34 0 0,0-2 39 0 0,6-17-15 0 0,-6 17 9 0 0,-2-1 45 0 0,-2-22-18 0 0,2 22 26 0 0,-2 3 17 0 0,-8-15-17 0 0,8 15-4 0 0,-2 1 20 0 0,0 1 9 0 0,1 1 0 0 0,-1-1 0 0 0,0 1 0 0 0,0-1 0 0 0,0 1 0 0 0,0 1 0 0 0,0-1 0 0 0,-1 1 0 0 0,-7-1 0 0 0,7 2 76 0 0,-8 8 59 0 0,10-7-158 0 0,1 0 0 0 0,-1-1-1 0 0,1 1 1 0 0,0 0 0 0 0,-1 0 0 0 0,1 1-1 0 0,0-1 1 0 0,0 0 0 0 0,1 1-1 0 0,-1-1 1 0 0,0 1 0 0 0,1-1 0 0 0,-1 1-1 0 0,1 0 1 0 0,-1 3 0 0 0,-1 4 68 0 0,0 0 1 0 0,1 1-1 0 0,0-1 0 0 0,1 1 1 0 0,-1 16-1 0 0,3-21-63 0 0,0 1-1 0 0,0 0 1 0 0,0-1 0 0 0,1 1-1 0 0,0-1 1 0 0,0 1 0 0 0,1-1 0 0 0,-1 0-1 0 0,1 0 1 0 0,1 0 0 0 0,-1 0-1 0 0,9 9 1 0 0,-8-8-30 0 0,-3-4-13 0 0,1-1 0 0 0,-1 1 0 0 0,1-1 1 0 0,0 0-1 0 0,0 1 0 0 0,0-1 0 0 0,0 0 0 0 0,0 0 0 0 0,1 0 1 0 0,3 2-1 0 0,0 2-29 0 0,-3-3 5 0 0,-1-1-1 0 0,1 1 1 0 0,-1-1 0 0 0,1 0-1 0 0,0 0 1 0 0,0 0 0 0 0,0 0-1 0 0,0-1 1 0 0,4 2-1 0 0,1 2-54 0 0,26 10-408 0 0,-25-11 369 0 0,-6-3 45 0 0,0 1 1 0 0,1-1 0 0 0,-1 0 0 0 0,1 0 0 0 0,-1 0-1 0 0,1 0 1 0 0,-1-1 0 0 0,7 1 0 0 0,-1 1-75 0 0,29 0-687 0 0,36-8-1070 0 0,-71 6 1787 0 0,0 0-1 0 0,0 0 1 0 0,0-1-1 0 0,0 0 1 0 0,0 1-1 0 0,0-1 1 0 0,0 0-1 0 0,0 0 1 0 0,-1 0 0 0 0,6-4-1 0 0,-1 1-164 0 0,-4 4 125 0 0,-1-1-1 0 0,1 0 0 0 0,-1 0 0 0 0,1 0 0 0 0,-1 0 0 0 0,1-1 0 0 0,-1 1 0 0 0,0-1 1 0 0,0 1-1 0 0,0-1 0 0 0,4-4 0 0 0,-1 1-443 0 0,1 1-2102 0 0</inkml:trace>
</inkml:ink>
</file>

<file path=ppt/ink/ink2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2:57.6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60 159 2340 0 0,'-1'-4'1284'0'0,"-7"-10"-554"0"0,7 7 2355 0 0,-4 6-2633 0 0,4 1-359 0 0,-1 1-47 0 0,0-1 0 0 0,1 0-1 0 0,-1 0 1 0 0,1 0 0 0 0,-1-1 0 0 0,0 1-1 0 0,1 0 1 0 0,-1-1 0 0 0,1 1 0 0 0,-1-1-1 0 0,0 1 1 0 0,-1-2 241 0 0,0 5-80 0 0,0 2-146 0 0,1 0 0 0 0,0 0 0 0 0,0 0-1 0 0,0 0 1 0 0,0 0 0 0 0,1 0 0 0 0,0 0-1 0 0,-1 6 1 0 0,2-4 83 0 0,1 0 6 0 0,0-1-105 0 0,1 4 40 0 0,-1-1 0 0 0,2 1 0 0 0,-1 0 1 0 0,1-1-1 0 0,1 1 0 0 0,0-1 0 0 0,0 0 1 0 0,1 0-1 0 0,0-1 0 0 0,9 12 0 0 0,-1-5 51 0 0,-10-11-15 0 0,-1-4-108 0 0,-1 1-1 0 0,1-1 1 0 0,0 1-1 0 0,-1-1 1 0 0,1 1 0 0 0,0 0-1 0 0,-1-1 1 0 0,1 1-1 0 0,-1 0 1 0 0,0 0 0 0 0,1 0-1 0 0,1 3 1 0 0,0-2 28 0 0,2 1 137 0 0,0-3-12 0 0,18 4-29 0 0,-18-3-25 0 0,2-2-21 0 0,3-1-31 0 0,1-1-1 0 0,-1 0 1 0 0,0 0 0 0 0,0-1 0 0 0,0 0-1 0 0,-1 0 1 0 0,16-11 0 0 0,28-38 62 0 0,3-6-215 0 0,-53 56 171 0 0,3 4-135 0 0,18 1 61 0 0,-24-2-4 0 0,0 0 0 0 0,1 0 0 0 0,-1 0-1 0 0,0 0 1 0 0,1 0 0 0 0,-1 0 0 0 0,0 0 0 0 0,0 0 0 0 0,1 0 0 0 0,-1 0 0 0 0,0 0 0 0 0,1 0 0 0 0,-1 0 0 0 0,0 0 0 0 0,0 1 0 0 0,1-1-1 0 0,-1 0 1 0 0,0 0 0 0 0,0 0 0 0 0,1 0 0 0 0,-1 1 0 0 0,0-1 0 0 0,0 0 0 0 0,0 0 0 0 0,1 0 0 0 0,-1 1 0 0 0,0-1 0 0 0,0 0-1 0 0,0 0 1 0 0,0 1 0 0 0,1-1 0 0 0,-1 0 0 0 0,21 45-4 0 0,-18-39 37 0 0,0-1 4 0 0,20 33 28 0 0,-18-34-61 0 0,-3-1 5 0 0,3 0 0 0 0,-2 0-8 0 0,0 0 3 0 0,0-1 0 0 0,0 1 1 0 0,0-1-1 0 0,0 0 1 0 0,0 0-1 0 0,1 0 1 0 0,-1 0-1 0 0,1-1 1 0 0,0 1-1 0 0,-1-1 1 0 0,1 0-1 0 0,0 0 1 0 0,0-1-1 0 0,6 2 1 0 0,-1-2 52 0 0,0 0 1 0 0,-1 0 0 0 0,1 0-1 0 0,-1-1 1 0 0,1-1-1 0 0,0 1 1 0 0,-1-1-1 0 0,0-1 1 0 0,0 1 0 0 0,11-6-1 0 0,-13 5-20 0 0,0 0 46 0 0,0 0 1 0 0,-1-1-1 0 0,0 1 0 0 0,1-1 0 0 0,-1 0 0 0 0,0 0 0 0 0,-1-1 0 0 0,1 1 0 0 0,6-10 0 0 0,-6 8-33 0 0,-3 4-30 0 0,0 0 0 0 0,0-1 0 0 0,0 1 0 0 0,0-1 0 0 0,-1 0 1 0 0,1 0-1 0 0,-1 1 0 0 0,0-1 0 0 0,1-4 0 0 0,2 1 5 0 0,-3 4-20 0 0,1 0-1 0 0,-1 0 1 0 0,0 0 0 0 0,0 0 0 0 0,0 0-1 0 0,-1-1 1 0 0,1 1 0 0 0,0 0 0 0 0,-1-1-1 0 0,1 1 1 0 0,-1 0 0 0 0,0-5 0 0 0,2 0-24 0 0,-1 4-2 0 0,-1 1 0 0 0,1-1 0 0 0,-1 0 1 0 0,0 0-1 0 0,0 1 0 0 0,0-1 0 0 0,0 0 1 0 0,0 0-1 0 0,0 1 0 0 0,-2-5 0 0 0,3-1-63 0 0,-1 6 38 0 0,0-1 0 0 0,0 0-1 0 0,-1 1 1 0 0,1-1 0 0 0,0 1 0 0 0,-1-1 0 0 0,0 0 0 0 0,1 1 0 0 0,-1-1 0 0 0,0 1-1 0 0,0-1 1 0 0,-2-1 0 0 0,1-5-117 0 0,1 6 82 0 0,0 0 1 0 0,1 0-1 0 0,-1 0 0 0 0,-1 0 0 0 0,1 1 0 0 0,0-1 0 0 0,-1 0 0 0 0,1 1 0 0 0,-1-1 0 0 0,0 1 0 0 0,-3-4 0 0 0,1 0-123 0 0,3 3 128 0 0,0 1-1 0 0,0 0 1 0 0,0 0-1 0 0,-1 0 1 0 0,1 0-1 0 0,-1 0 1 0 0,0 0-1 0 0,1 1 0 0 0,-1-1 1 0 0,0 1-1 0 0,0-1 1 0 0,0 1-1 0 0,-3-2 1 0 0,0-2-218 0 0,3 3 137 0 0,0 0 0 0 0,1 1-1 0 0,-1-1 1 0 0,0 1-1 0 0,0 0 1 0 0,0-1 0 0 0,0 1-1 0 0,0 0 1 0 0,0 0-1 0 0,-1 0 1 0 0,1 0 0 0 0,0 1-1 0 0,-4-2 1 0 0,-1-1-373 0 0,-8-2-45 0 0,-7 2-2540 0 0,-16 2-1372 0 0</inkml:trace>
</inkml:ink>
</file>

<file path=ppt/ink/ink2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09.4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0 255 2380 0 0,'1'-6'1407'0'0,"2"-15"-218"0"0,-3 16-162 0 0,1 0-157 0 0,3-16-106 0 0,-3 15-86 0 0,1 0-40 0 0,12-56 1562 0 0,-12 56-1857 0 0,0 0 105 0 0,26-76 2519 0 0,-26 77-2533 0 0,-2 4-424 0 0,0 0-1 0 0,0 0 1 0 0,1-1 0 0 0,-1 1 0 0 0,1 0 0 0 0,-1-1 0 0 0,1 1 0 0 0,-1 0-1 0 0,1 0 1 0 0,0 0 0 0 0,0 0 0 0 0,1-2 0 0 0,0 0 8 0 0,0-1 150 0 0,-3 11-133 0 0,-17 138 104 0 0,13-36-89 0 0,5-102-36 0 0,1 0-26 0 0,3 9 55 0 0,0-1 0 0 0,1 1 0 0 0,8 17 0 0 0,-10-30-68 0 0,2 1 21 0 0,0-1-3 0 0,0 0 1 0 0,1 0-1 0 0,0 0 0 0 0,0-1 0 0 0,0 0 0 0 0,0 0 0 0 0,0-1 1 0 0,12 2-1 0 0,-2-2-12 0 0,-13-1 16 0 0,1 1-1 0 0,-1-2 1 0 0,0 1 0 0 0,1 0 0 0 0,-1-1 0 0 0,0 1 0 0 0,0-1 0 0 0,0 0 0 0 0,5-2 0 0 0,37-10-40 0 0,-36 9 42 0 0,8-6-13 0 0,-11 7 11 0 0,20-14-26 0 0,11-15 12 0 0,-31 23 20 0 0,-2 2-2 0 0,4-3-2 0 0,4-6 0 0 0,-3-2 11 0 0,5-8 1 0 0,-3-5-1 0 0,-4 9 8 0 0,-1-12-64 0 0,-5 28 134 0 0,0 0-64 0 0,0-49-14 0 0,-1 49-22 0 0,1 1-143 0 0,1-15 185 0 0,-1 15 124 0 0,0 10-346 0 0,1 3 214 0 0,0 1 0 0 0,-1 0 0 0 0,0 0 0 0 0,0-1 0 0 0,-1 1 0 0 0,-1 0 1 0 0,1 0-1 0 0,-3 9 0 0 0,1 2 22 0 0,0 1 1 0 0,2 22 0 0 0,7 21-55 0 0,-7-59-23 0 0,1-1 0 0 0,-1 1-1 0 0,1 0 1 0 0,0-1 0 0 0,1 1-1 0 0,-1-1 1 0 0,1 1 0 0 0,0-1-1 0 0,0 1 1 0 0,0-1 0 0 0,0 0-1 0 0,1 0 1 0 0,0 0 0 0 0,0 0-1 0 0,0-1 1 0 0,0 1 0 0 0,0-1-1 0 0,1 0 1 0 0,0 0 0 0 0,0 0-1 0 0,4 3 1 0 0,-3-3-114 0 0,-4-2 93 0 0,0 0 0 0 0,1 0 0 0 0,-1 0 0 0 0,1 0 0 0 0,-1 0 0 0 0,1 0 0 0 0,-1 0 0 0 0,1-1 1 0 0,0 1-1 0 0,0-1 0 0 0,-1 1 0 0 0,1-1 0 0 0,0 1 0 0 0,0-1 0 0 0,-1 0 0 0 0,1 0 1 0 0,3 0-1 0 0,4 0-186 0 0,29-2-1161 0 0,-9-4-122 0 0,45-15 0 0 0,0-9-3397 0 0,-44 14 332 0 0</inkml:trace>
</inkml:ink>
</file>

<file path=ppt/ink/ink2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09.9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81 2760 0 0,'5'-27'1637'0'0,"-4"22"997"0"0,-1-1-1528 0 0,2-16-50 0 0,-2 17 2143 0 0,0-1-2689 0 0,1-3 697 0 0,1 14-458 0 0,-1 37-202 0 0,1 68-280 0 0,-24 254-1295 0 0,7-174-2627 0 0,14-185 3070 0 0,2 14-1328 0 0,0-3-2576 0 0</inkml:trace>
</inkml:ink>
</file>

<file path=ppt/ink/ink2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10.2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0 134 2888 0 0,'9'-64'3079'0'0,"-8"59"-2481"0"0,1-1-86 0 0,-2 5-502 0 0,0-2 61 0 0,1 0 1 0 0,-1 0-1 0 0,1 1 0 0 0,-1-1 1 0 0,1 0-1 0 0,0 1 0 0 0,0-1 1 0 0,1 1-1 0 0,-1-1 0 0 0,0 1 1 0 0,1 0-1 0 0,0-1 1 0 0,-1 1-1 0 0,1 0 0 0 0,0 0 1 0 0,0 0-1 0 0,0 0 0 0 0,0 1 1 0 0,0-1-1 0 0,1 0 0 0 0,2-1 1 0 0,14-2 10 0 0,-15 4-19 0 0,3 2-1 0 0,-2-1-44 0 0,-3 0-12 0 0,0 0-1 0 0,0 0 0 0 0,0 0 1 0 0,0 0-1 0 0,0 0 0 0 0,-1 1 1 0 0,1-1-1 0 0,0 1 0 0 0,0-1 1 0 0,0 1-1 0 0,-1-1 0 0 0,1 1 1 0 0,0 0-1 0 0,-1 0 0 0 0,1 0 0 0 0,2 2 1 0 0,44 34 95 0 0,-39-28-110 0 0,12 18 28 0 0,-15-16 4 0 0,0 0-1 0 0,-1 0 0 0 0,8 23 1 0 0,-12-28-19 0 0,0-1 1 0 0,0 1-1 0 0,0 0 1 0 0,0-1-1 0 0,-1 1 1 0 0,0 0-1 0 0,0 0 1 0 0,-1-1-1 0 0,1 1 1 0 0,-4 10-1 0 0,3-11 10 0 0,-1 2-8 0 0,0 0-1 0 0,-1 0 1 0 0,0 0 0 0 0,0 0 0 0 0,0 0-1 0 0,-1-1 1 0 0,0 1 0 0 0,-1-1-1 0 0,1 0 1 0 0,-10 9 0 0 0,-1 1-54 0 0,-33 24 0 0 0,40-35 4 0 0,-15 9-35 0 0,5-6-125 0 0,15-6-130 0 0,-26 13 258 0 0,9-8-5044 0 0</inkml:trace>
</inkml:ink>
</file>

<file path=ppt/ink/ink2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11.6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262 591 3528 0 0,'0'0'1382'0'0,"2"-5"-199"0"0,-1 3-1139 0 0,1-1 191 0 0,0 1-1 0 0,-1-1 0 0 0,1 0 0 0 0,-1 0 1 0 0,0-1-1 0 0,1 1 0 0 0,-2 0 1 0 0,1 0-1 0 0,0 0 0 0 0,-1-1 1 0 0,1 1-1 0 0,-1 0 0 0 0,0-1 0 0 0,0 1 1 0 0,0 0-1 0 0,-1-5 0 0 0,-19-38 788 0 0,18 42-796 0 0,-3 1 36 0 0,-12-12-10 0 0,13 11 13 0 0,-2 2-8 0 0,-19-5-21 0 0,18 5-20 0 0,1 3-45 0 0,-1-1-127 0 0,0 1 0 0 0,0 0 0 0 0,0 0 0 0 0,1 1 0 0 0,-1 0 0 0 0,0 0 0 0 0,1 0 0 0 0,-1 1 0 0 0,1 0 0 0 0,0 0 0 0 0,0 1 0 0 0,0 0 0 0 0,-6 5 0 0 0,1 4-18 0 0,0 0 0 0 0,1 0 0 0 0,0 1 1 0 0,1 0-1 0 0,1 0 0 0 0,0 1 1 0 0,1 1-1 0 0,-6 18 0 0 0,11-29-46 0 0,2 1-33 0 0,3 49-324 0 0,-2-51 250 0 0,22 12-282 0 0,-18-13 291 0 0,3-4-33 0 0,-2 1 141 0 0,1 0 0 0 0,0 0-1 0 0,-1-1 0 0 0,1 0 0 0 0,-1 0 1 0 0,1-1-1 0 0,-1 1 0 0 0,1-1 0 0 0,-1-1 0 0 0,0 1 1 0 0,6-5-1 0 0,8-4 41 0 0,-2-2 0 0 0,0-1 0 0 0,0 0 0 0 0,-1-1 0 0 0,-1 0 0 0 0,-1-2 0 0 0,0 0 0 0 0,-1 0 0 0 0,-1-2 0 0 0,-1 1 0 0 0,0-2 0 0 0,-1 0 0 0 0,10-27 0 0 0,-9 9 201 0 0,-1-2 0 0 0,-2 1 0 0 0,-2-1 0 0 0,-1-1 0 0 0,-2 1 0 0 0,-2-1 1 0 0,-5-67-1 0 0,-1 76-67 0 0,3 27-38 0 0,-1 2-66 0 0,2 2-52 0 0,0 1-1 0 0,-1-1 1 0 0,1 1 0 0 0,0-1 0 0 0,0 1 0 0 0,-1-1-1 0 0,1 1 1 0 0,-1-1 0 0 0,1 1 0 0 0,0-1 0 0 0,-1 1 0 0 0,1-1-1 0 0,-1 1 1 0 0,1 0 0 0 0,-1-1 0 0 0,1 1 0 0 0,-1 0-1 0 0,1-1 1 0 0,-1 1 0 0 0,0 0 0 0 0,1 0 0 0 0,-1-1 0 0 0,1 1-1 0 0,-1 0 1 0 0,0 0 0 0 0,1 0 0 0 0,-1 0 0 0 0,1 0-1 0 0,-1 0 1 0 0,0 0 0 0 0,1 0 0 0 0,-1 0 0 0 0,0 0 0 0 0,1 0-1 0 0,-1 0 1 0 0,1 1 0 0 0,-1-1 0 0 0,1 0 0 0 0,-1 0-1 0 0,0 1 1 0 0,1-1 0 0 0,-1 0 0 0 0,1 1 0 0 0,-1-1-1 0 0,1 0 1 0 0,-1 1 0 0 0,1-1 0 0 0,0 1 0 0 0,-1-1 0 0 0,1 1-1 0 0,-1 0 1 0 0,-19 37-36 0 0,15-26 46 0 0,-6 13-141 0 0,2 0 0 0 0,0 1 0 0 0,2 0 0 0 0,1 0 0 0 0,1 1 1 0 0,1 0-1 0 0,1 0 0 0 0,2 0 0 0 0,1 0 0 0 0,0 0 0 0 0,2 0 0 0 0,2 0 1 0 0,0 0-1 0 0,14 44 0 0 0,-15-63-28 0 0,0 0 1 0 0,1 0-1 0 0,1 0 1 0 0,-1 0-1 0 0,1-1 1 0 0,0 0-1 0 0,1 0 1 0 0,-1 0 0 0 0,2 0-1 0 0,-1-1 1 0 0,0 0-1 0 0,1-1 1 0 0,0 1-1 0 0,1-1 1 0 0,-1-1-1 0 0,1 1 1 0 0,0-1-1 0 0,0-1 1 0 0,0 1-1 0 0,12 2 1 0 0,-13-5 86 0 0,0 0 1 0 0,0 0 0 0 0,0-1 0 0 0,0 1 0 0 0,0-2 0 0 0,0 1-1 0 0,0-1 1 0 0,0 0 0 0 0,11-3 0 0 0,-12 3 43 0 0,7-3-20 0 0,0-1 1 0 0,0 0-1 0 0,0-1 0 0 0,0 0 0 0 0,-1-1 0 0 0,0 0 0 0 0,0-1 1 0 0,-1 0-1 0 0,0-1 0 0 0,-1 0 0 0 0,18-20 0 0 0,-24 25 49 0 0,-2 2-5 0 0,0 1-1 0 0,0-1 1 0 0,0 0 0 0 0,-1 0 0 0 0,1 0-1 0 0,-1 0 1 0 0,1 0 0 0 0,-1-1 0 0 0,0 1 0 0 0,2-4-1 0 0,3-10 73 0 0,16-40 474 0 0,-20 51-314 0 0,-2-1-7 0 0,3-19-14 0 0,-2 19 184 0 0,-3 0-240 0 0,-3-16 11 0 0,4 17 403 0 0,-29 3-386 0 0,24 2-109 0 0,1 4-4 0 0,0 0-63 0 0,-1-1 5 0 0,1 2 0 0 0,0-1 0 0 0,0 0 0 0 0,0 1 0 0 0,-6 8 0 0 0,0 5 24 0 0,0 0 0 0 0,-15 32 0 0 0,17-21-97 0 0,8-22 49 0 0,-1 0 7 0 0,2-2-73 0 0,2 19 47 0 0,-2-18 3 0 0,4-2-29 0 0,10 12 40 0 0,-10-12 16 0 0,2-4 14 0 0,6 0 87 0 0,-1-1 0 0 0,0 0-1 0 0,13-3 1 0 0,-19 2 78 0 0,0 0 27 0 0,13-6-14 0 0,-13 5 194 0 0,-1 1-235 0 0,-1 0-101 0 0,-2 1-23 0 0,0 0 0 0 0,1 0 1 0 0,-1 0-1 0 0,0 0 0 0 0,0 0 0 0 0,1 0 0 0 0,-1 1 0 0 0,1-1 1 0 0,-1 0-1 0 0,1 1 0 0 0,-1 0 0 0 0,4-1 0 0 0,21 7 1 0 0,-21-5-9 0 0,-3 3-71 0 0,6 14-17 0 0,-6-14-28 0 0,1 0-122 0 0,9 12 98 0 0,-9-12-13 0 0,-2-4-27 0 0,1 0 139 0 0,-1 1-1 0 0,1-1 1 0 0,-1 0 0 0 0,1 1-1 0 0,-1-1 1 0 0,1 1-1 0 0,-1-1 1 0 0,0 1 0 0 0,1 0-1 0 0,1 1 1 0 0,1 0-22 0 0,1 0-82 0 0,2-2-119 0 0,0 1 205 0 0,-4-1 9 0 0,0 0 0 0 0,0 0 1 0 0,-1 0-1 0 0,1 0 1 0 0,0 0-1 0 0,0-1 1 0 0,0 1-1 0 0,-1-1 1 0 0,1 1-1 0 0,3-2 0 0 0,3-1-19 0 0,0 0 0 0 0,0 0 0 0 0,-1-1 0 0 0,1 0 0 0 0,-1-1 0 0 0,0 0 0 0 0,0 0-1 0 0,-1 0 1 0 0,13-12 0 0 0,-2-7 222 0 0,-1 0 0 0 0,-1 0 0 0 0,-1-2 0 0 0,-2 0 1 0 0,0-1-1 0 0,-2 0 0 0 0,-1 0 0 0 0,-1-2 0 0 0,10-51 0 0 0,-18 75 20 0 0,0-1-17 0 0,3-15-28 0 0,-3 16 611 0 0,-7 8-707 0 0,-18 6 5 0 0,23-8-58 0 0,1-1 1 0 0,0 0-1 0 0,-1 0 1 0 0,1 0-1 0 0,-1 0 1 0 0,1 0-1 0 0,0 1 1 0 0,-1-1-1 0 0,1 0 1 0 0,-1 0-1 0 0,1 1 1 0 0,0-1-1 0 0,-1 0 1 0 0,1 1-1 0 0,0-1 1 0 0,0 0-1 0 0,-1 1 1 0 0,1-1-1 0 0,0 0 1 0 0,0 1-1 0 0,-1-1 1 0 0,1 1-1 0 0,0-1 1 0 0,0 1-1 0 0,-25 58 21 0 0,19-45-3 0 0,0 7-4 0 0,2 2 5 0 0,1-8-169 0 0,1 0-1 0 0,1 0 1 0 0,0 0-1 0 0,1 0 1 0 0,0 0-1 0 0,1 0 1 0 0,1 0-1 0 0,0 0 1 0 0,1 0-1 0 0,7 19 1 0 0,-8-29-26 0 0,0-1 0 0 0,1 1-1 0 0,-1-1 1 0 0,1 0 0 0 0,0 1 0 0 0,0-1 0 0 0,0-1-1 0 0,1 1 1 0 0,6 5 0 0 0,-7-6 39 0 0,15 10-637 0 0,-14-11 622 0 0,0 0-327 0 0,2-1-68 0 0,21 6-54 0 0,-21-6-82 0 0,0-1-37 0 0,50-11-3755 0 0,-50 9 1065 0 0</inkml:trace>
</inkml:ink>
</file>

<file path=ppt/ink/ink2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11.9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1 132 3568 0 0,'0'0'4475'0'0,"3"-3"-4245"0"0,3-1-180 0 0,0 0 0 0 0,0 0 0 0 0,0 1 0 0 0,1-1 0 0 0,-1 2 0 0 0,8-3 0 0 0,126-32-62 0 0,31-8-3523 0 0,-129 32 1089 0 0,-16 5-144 0 0</inkml:trace>
</inkml:ink>
</file>

<file path=ppt/ink/ink2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12.7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30 541 3472 0 0,'0'0'1850'0'0,"0"5"-1379"0"0,-4 13 21 0 0,3-13 611 0 0,-1-1-856 0 0,-3 13-20 0 0,4-12 238 0 0,2-1-468 0 0,1-2 10 0 0,5 16 30 0 0,-1-18-31 0 0,19-2 4 0 0,-19 2 75 0 0,0-2 29 0 0,18-5 8 0 0,-18 5 22 0 0,-2-2 11 0 0,-2 3-133 0 0,4-3 18 0 0,-1 1 0 0 0,0-1 0 0 0,0-1 1 0 0,-1 1-1 0 0,1-1 0 0 0,-1 1 0 0 0,0-1 1 0 0,-1-1-1 0 0,1 1 0 0 0,4-10 0 0 0,-5 10 18 0 0,-2 4-24 0 0,0 0-1 0 0,0-1 0 0 0,0 1 1 0 0,0-1-1 0 0,0 0 0 0 0,-1 1 0 0 0,1-1 1 0 0,0 1-1 0 0,-1-1 0 0 0,0 0 1 0 0,1 1-1 0 0,-1-1 0 0 0,0 0 0 0 0,0 0 1 0 0,0 1-1 0 0,0-1 0 0 0,0-2 1 0 0,-2-21 138 0 0,2 19-27 0 0,-2 2 38 0 0,1 3-100 0 0,1-1-28 0 0,0 0 1 0 0,-1 1-1 0 0,1-1 0 0 0,-1 1 0 0 0,0-1 0 0 0,1 1 0 0 0,-1-1 0 0 0,0 1 0 0 0,0 0 0 0 0,0-1 1 0 0,0 1-1 0 0,-2-2 0 0 0,2 3-17 0 0,-1-1 1 0 0,0 1-1 0 0,1-1 1 0 0,-1 1-1 0 0,0 0 1 0 0,1-1-1 0 0,-1 1 1 0 0,0 0 0 0 0,1 0-1 0 0,-1 0 1 0 0,0 1-1 0 0,-1-1 1 0 0,-2 1 48 0 0,2-1-33 0 0,0 1 0 0 0,-1-1 1 0 0,1 1-1 0 0,0 0 0 0 0,0 0 1 0 0,0 1-1 0 0,0-1 0 0 0,0 0 1 0 0,0 1-1 0 0,1 0 0 0 0,-1 0 0 0 0,0 0 1 0 0,1 0-1 0 0,-1 0 0 0 0,-2 4 1 0 0,3-5-42 0 0,-12 10 162 0 0,-3 8-53 0 0,13-12-53 0 0,2-4-64 0 0,-3 3 11 0 0,1 0 0 0 0,0 0 0 0 0,0 1-1 0 0,0-1 1 0 0,1 1 0 0 0,0 0 0 0 0,1 0-1 0 0,-1 0 1 0 0,1 1 0 0 0,1-1 0 0 0,-2 9 0 0 0,3-14-47 0 0,0 2-25 0 0,-1 0 0 0 0,1-1 0 0 0,0 1-1 0 0,0 0 1 0 0,1 0 0 0 0,-1 0 0 0 0,1 0 0 0 0,0-1 0 0 0,0 1 0 0 0,0 0 0 0 0,1-1 0 0 0,-1 1 0 0 0,1-1 0 0 0,0 1 0 0 0,-1-1 0 0 0,5 4 0 0 0,1-1-151 0 0,0-1 0 0 0,0 0 1 0 0,1 0-1 0 0,-1-1 0 0 0,1 0 0 0 0,0 0 0 0 0,1-1 0 0 0,-1 0 1 0 0,15 3-1 0 0,-7-3-157 0 0,1-1 0 0 0,-1-1 0 0 0,1-1 0 0 0,-1 0 0 0 0,19-2 0 0 0,-7-2 103 0 0,-1 0-1 0 0,0-2 1 0 0,-1-1 0 0 0,1-1 0 0 0,43-20 0 0 0,-54 21 290 0 0,-1-2 1 0 0,1 0-1 0 0,-2 0 0 0 0,1-1 1 0 0,-1-1-1 0 0,-1-1 0 0 0,0 0 1 0 0,-1 0-1 0 0,17-22 0 0 0,-21 22 426 0 0,-1 0 1 0 0,12-26-1 0 0,-17 33-113 0 0,-1-1-13 0 0,3-17-16 0 0,-3 17 346 0 0,-3 2-343 0 0,-9-12-14 0 0,8 12 84 0 0,-28 9 52 0 0,30-5-424 0 0,-1 0 0 0 0,1 0 0 0 0,-1 0 0 0 0,1 0 0 0 0,0 1 0 0 0,-1-1 0 0 0,1 1 0 0 0,0-1 0 0 0,-1 1 0 0 0,1-1 0 0 0,0 1 0 0 0,0 0 0 0 0,0 0 0 0 0,-1-1 0 0 0,1 1 0 0 0,0 0 0 0 0,0 0 0 0 0,-1 1 0 0 0,-1 1 28 0 0,-2 1-2 0 0,0 0-1 0 0,1 0 1 0 0,-1 1 0 0 0,1 0-1 0 0,0-1 1 0 0,0 1-1 0 0,0 0 1 0 0,-4 10-1 0 0,5-11-35 0 0,-2 5 24 0 0,-7 12 14 0 0,8-4-16 0 0,-9 38-226 0 0,12-49 55 0 0,1 1 4 0 0,1-3 126 0 0,-2 0-44 0 0,1 0 1 0 0,1 0-1 0 0,-1 1 0 0 0,1-1 0 0 0,-1 0 0 0 0,1 0 1 0 0,1 0-1 0 0,-1 0 0 0 0,0 0 0 0 0,1 0 1 0 0,0 0-1 0 0,3 6 0 0 0,-2-7-42 0 0,0-1-1 0 0,0 1 1 0 0,-1 0 0 0 0,2-1-1 0 0,-1 1 1 0 0,0-1 0 0 0,0 0-1 0 0,1 0 1 0 0,-1 0-1 0 0,1-1 1 0 0,0 1 0 0 0,-1-1-1 0 0,1 0 1 0 0,0 0 0 0 0,0 0-1 0 0,6 0 1 0 0,-3-1 16 0 0,0 0 0 0 0,-1 0-1 0 0,1-1 1 0 0,0 0 0 0 0,0 0 0 0 0,-1-1-1 0 0,1 0 1 0 0,-1 0 0 0 0,9-4 0 0 0,-4 1 99 0 0,-1-1 1 0 0,1 0-1 0 0,-1-1 1 0 0,-1 0 0 0 0,1 0-1 0 0,-1-1 1 0 0,-1 0-1 0 0,1 0 1 0 0,-1-1 0 0 0,-1 0-1 0 0,13-20 1 0 0,-11 10 210 0 0,0-2-1 0 0,-1 1 1 0 0,-2-1 0 0 0,0 0 0 0 0,-1 0 0 0 0,-1-1 0 0 0,-1 0-1 0 0,1-35 1 0 0,-4 11 887 0 0,-2 0 0 0 0,-15-90 1 0 0,13 115-477 0 0,-2-1-317 0 0,1 6 142 0 0,-3-9-76 0 0,6 19-78 0 0,0 1-3 0 0,-6-15-1 0 0,6 15 470 0 0,-2 9-577 0 0,1 1-154 0 0,-1 1-1 0 0,1-1 1 0 0,0 1 0 0 0,0-1-1 0 0,1 1 1 0 0,0 0 0 0 0,0 0-1 0 0,0 0 1 0 0,-1 9 0 0 0,-25 273 102 0 0,20-166-272 0 0,-31 397-1333 0 0,1-4-4616 0 0,30-397 2223 0 0,2-2-2688 0 0</inkml:trace>
</inkml:ink>
</file>

<file path=ppt/ink/ink2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14.5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487 11 3244 0 0,'-3'-2'279'0'0,"-1"1"0"0"0,0-1 0 0 0,0 1 0 0 0,0 0-1 0 0,-1 0 1 0 0,1 0 0 0 0,0 0 0 0 0,0 1 0 0 0,-1-1 0 0 0,1 1 0 0 0,0 0-1 0 0,0 0 1 0 0,-1 1 0 0 0,1 0 0 0 0,0-1 0 0 0,0 1 0 0 0,-5 2-1 0 0,0-1-68 0 0,-30 11 798 0 0,0 4-236 0 0,1 3 1 0 0,-62 43 0 0 0,77-47-389 0 0,1 2 1 0 0,1 0 0 0 0,1 1-1 0 0,0 2 1 0 0,-24 32 0 0 0,35-42-113 0 0,8-9-247 0 0,-1 1 0 0 0,1-1 0 0 0,-1 0 0 0 0,1 0 0 0 0,0 1 0 0 0,0-1 0 0 0,0 1 0 0 0,0-1 0 0 0,0 1 0 0 0,0 2 0 0 0,-1 3 96 0 0,-5 14 20 0 0,5-16-64 0 0,4 1 28 0 0,3 21-15 0 0,-5-26-91 0 0,0-1-1 0 0,1 0 1 0 0,-1 1 0 0 0,0-1-1 0 0,1 0 1 0 0,-1 0 0 0 0,1 1-1 0 0,-1-1 1 0 0,1 0-1 0 0,0 0 1 0 0,-1 0 0 0 0,1 1-1 0 0,0-1 1 0 0,0 0 0 0 0,0 0-1 0 0,0 0 1 0 0,0 0 0 0 0,0-1-1 0 0,0 1 1 0 0,0 0 0 0 0,2 1-1 0 0,0-1-21 0 0,-2 1 1 0 0,0 0 0 0 0,1-1 0 0 0,-1 1 0 0 0,1-1 0 0 0,-1 0 0 0 0,1 0 0 0 0,0 1 0 0 0,-1-1 0 0 0,1 0 0 0 0,0-1 0 0 0,0 1 0 0 0,0 0 0 0 0,0 0 0 0 0,0-1 0 0 0,3 1 0 0 0,1 1-61 0 0,-3-1 29 0 0,0 1 0 0 0,0-1 0 0 0,0 1 0 0 0,0-1 1 0 0,0 0-1 0 0,0-1 0 0 0,0 1 0 0 0,0 0 0 0 0,0-1 0 0 0,0 0 0 0 0,4 0 0 0 0,3 1-88 0 0,12 2-265 0 0,0-1-1 0 0,0-1 1 0 0,0-1-1 0 0,34-4 1 0 0,79-21-2397 0 0,8-16-2695 0 0,-111 30 1968 0 0</inkml:trace>
</inkml:ink>
</file>

<file path=ppt/ink/ink2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14.9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43 670 4280 0 0,'4'-2'1039'0'0,"16"-9"5805"0"0,-19 5-6822 0 0,0 0 0 0 0,1 0 0 0 0,0 1 0 0 0,0-1 0 0 0,1 0 0 0 0,-1 1 0 0 0,6-8 0 0 0,-6 10-23 0 0,3-8 11 0 0,9-16 17 0 0,-1-1-1 0 0,-1-1 1 0 0,14-56 0 0 0,-24 80-16 0 0,6-31 158 0 0,-1-1 0 0 0,-2 1 0 0 0,-1-1 0 0 0,-2-60 0 0 0,-3 68-107 0 0,-2 6-27 0 0,-1 2 62 0 0,3 14-25 0 0,0-1-27 0 0,0 0-1 0 0,-1 0 1 0 0,0 0 0 0 0,0 0-1 0 0,-1 0 1 0 0,0 1-1 0 0,-4-9 1 0 0,-3 1 16 0 0,8 12 151 0 0,-4 2-98 0 0,-18-1 4 0 0,24 1-113 0 0,0 1 0 0 0,-1 0-1 0 0,1 0 1 0 0,0 0 0 0 0,-1 0-1 0 0,1 0 1 0 0,-1 0 0 0 0,1 0-1 0 0,0 0 1 0 0,-1 0-1 0 0,1 0 1 0 0,0 0 0 0 0,-1 0-1 0 0,1 1 1 0 0,0-1 0 0 0,-1 0-1 0 0,1 0 1 0 0,0 0 0 0 0,-1 0-1 0 0,1 0 1 0 0,0 1 0 0 0,0-1-1 0 0,-1 0 1 0 0,1 0 0 0 0,0 1-1 0 0,-1-1 1 0 0,1 0-1 0 0,0 0 1 0 0,0 1 0 0 0,0-1-1 0 0,-1 0 1 0 0,1 1 0 0 0,-12 15 68 0 0,0 1 1 0 0,1 0 0 0 0,1 0 0 0 0,0 1 0 0 0,2 1-1 0 0,0 0 1 0 0,1 0 0 0 0,1 0 0 0 0,0 1 0 0 0,2-1-1 0 0,-4 42 1 0 0,6-35-92 0 0,1 0 0 0 0,1 0 0 0 0,2 0 0 0 0,0 0 1 0 0,2 0-1 0 0,1 0 0 0 0,0-1 0 0 0,3 1 0 0 0,11 28 0 0 0,-11-37-370 0 0,2 1 0 0 0,0-1 1 0 0,1-1-1 0 0,0 0 0 0 0,1-1 1 0 0,1 0-1 0 0,1 0 0 0 0,0-2 0 0 0,31 24 1 0 0,-41-34 34 0 0,1-1-1 0 0,-1 1 1 0 0,1-1 0 0 0,0 0 0 0 0,0-1 0 0 0,0 1-1 0 0,0-1 1 0 0,0 0 0 0 0,0 0 0 0 0,0-1 0 0 0,10 1-1 0 0,-11-1 98 0 0,9 0-2286 0 0,18-1-1803 0 0</inkml:trace>
</inkml:ink>
</file>

<file path=ppt/ink/ink2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15.3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85 23 3284 0 0,'-3'-3'1354'0'0,"-6"-12"-157"0"0,7 11 1797 0 0,-4 6-2465 0 0,-16 5-67 0 0,21-6-438 0 0,0-1-1 0 0,0 0 1 0 0,0 1 0 0 0,0-1-1 0 0,0 1 1 0 0,1-1-1 0 0,-1 1 1 0 0,0 0-1 0 0,0-1 1 0 0,1 1 0 0 0,-1 0-1 0 0,0-1 1 0 0,1 1-1 0 0,-1 0 1 0 0,1 0 0 0 0,-1 0-1 0 0,1 0 1 0 0,-1-1-1 0 0,1 1 1 0 0,0 0-1 0 0,-1 0 1 0 0,1 0 0 0 0,0 0-1 0 0,0 0 1 0 0,-1 1-1 0 0,1-1 34 0 0,-4 7 96 0 0,1 0-1 0 0,0 1 1 0 0,0 0-1 0 0,-2 12 1 0 0,3-14-121 0 0,0 2 39 0 0,1-1 1 0 0,-1 0-1 0 0,1 0 1 0 0,1 1-1 0 0,0 15 0 0 0,1-18-56 0 0,-1 2 21 0 0,1-1 0 0 0,0 0 0 0 0,0 0 0 0 0,0 1 0 0 0,1-1 0 0 0,6 12 1 0 0,-7-14-10 0 0,1-1-21 0 0,0 0 0 0 0,0 0 1 0 0,0-1-1 0 0,0 1 0 0 0,1-1 1 0 0,-1 1-1 0 0,1-1 0 0 0,0 0 1 0 0,0 0-1 0 0,6 4 0 0 0,-6-4-10 0 0,1-1-2 0 0,0 1 1 0 0,0-1-1 0 0,-1 1 0 0 0,1-1 1 0 0,1-1-1 0 0,-1 1 0 0 0,0 0 1 0 0,0-1-1 0 0,1 0 0 0 0,4 1 1 0 0,-3-1-15 0 0,-1 1-15 0 0,4-3-2 0 0,-1 2 23 0 0,-5-1 8 0 0,0 0 0 0 0,0 0 0 0 0,1 0 0 0 0,-1 0 0 0 0,0 0 0 0 0,0-1 0 0 0,0 1 0 0 0,0-1 0 0 0,-1 0 0 0 0,1 0-1 0 0,3-1 1 0 0,57-26-43 0 0,-53 22 68 0 0,0-1-1 0 0,0 0 1 0 0,-1 0 0 0 0,0-1 0 0 0,11-13-1 0 0,-13 14-14 0 0,-5 6 8 0 0,1-1-1 0 0,-1 0 1 0 0,0 0-1 0 0,0 0 1 0 0,0 0 0 0 0,0 0-1 0 0,-1-1 1 0 0,1 1-1 0 0,2-5 1 0 0,7-14 115 0 0,16-28 386 0 0,-25 44-335 0 0,0 1 14 0 0,6-14 14 0 0,-6 14 1498 0 0,-4 10-1524 0 0,-6 17-60 0 0,6-17-16 0 0,1 1-25 0 0,-2 66 50 0 0,3-68-224 0 0,0-1 0 0 0,1 1 0 0 0,-1 0 1 0 0,1 0-1 0 0,0-1 0 0 0,1 1 0 0 0,-1-1 1 0 0,4 8-1 0 0,-2-6-120 0 0,-2-3 26 0 0,1 0 0 0 0,0 0 0 0 0,0 0 0 0 0,-1-1 0 0 0,2 1 0 0 0,-1-1 0 0 0,0 0 0 0 0,0 1 0 0 0,1-1 0 0 0,-1 0 0 0 0,1 0 0 0 0,3 2 0 0 0,-3-3 83 0 0,1 2-196 0 0,0-1 0 0 0,1 0 0 0 0,-1 0 0 0 0,1-1 0 0 0,-1 1 0 0 0,1-1 0 0 0,-1 0 0 0 0,1 0 0 0 0,0 0 0 0 0,5-1 0 0 0,-6 1 112 0 0,-1-1 47 0 0,0 1 1 0 0,-1-1-1 0 0,1 1 0 0 0,0-1 0 0 0,-1 0 1 0 0,1 0-1 0 0,0 0 0 0 0,-1-1 0 0 0,1 1 1 0 0,0-1-1 0 0,-1 1 0 0 0,3-2 0 0 0,3 0-213 0 0,32-7-1889 0 0,-28 5 1504 0 0,19-6-2425 0 0</inkml:trace>
</inkml:ink>
</file>

<file path=ppt/ink/ink2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15.7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176 71 2580 0 0,'0'0'1420'0'0,"0"-5"-228"0"0,1-18-279 0 0,0 18-176 0 0,-3 1-91 0 0,-1 1-396 0 0,1-1 0 0 0,-1 1 0 0 0,1 0 0 0 0,-1 0 0 0 0,0 0 1 0 0,0 1-1 0 0,0-1 0 0 0,-1 1 0 0 0,-3-3 0 0 0,2 3 297 0 0,-2 3-383 0 0,3-1-142 0 0,0 1 12 0 0,0-1 1 0 0,-1 1-1 0 0,1 0 0 0 0,0 0 0 0 0,0 0 1 0 0,0 0-1 0 0,1 1 0 0 0,-1 0 1 0 0,0 0-1 0 0,1 0 0 0 0,-1 0 0 0 0,-5 4 1 0 0,2 1-4 0 0,1 0 0 0 0,-1 1 0 0 0,2 0 0 0 0,-1-1 0 0 0,1 2-1 0 0,0-1 1 0 0,0 1 0 0 0,-5 15 0 0 0,8-19-20 0 0,2 2-3 0 0,0-2-14 0 0,0 0-9 0 0,-1 0 0 0 0,1 0 0 0 0,0 0 0 0 0,1 0 1 0 0,-1 0-1 0 0,1 0 0 0 0,0 0 0 0 0,1 0 0 0 0,-1 0 0 0 0,1-1 0 0 0,2 7 0 0 0,3 1-101 0 0,1-1-1 0 0,0 0 1 0 0,1 0-1 0 0,0 0 1 0 0,1-1-1 0 0,0-1 0 0 0,1 1 1 0 0,0-2-1 0 0,0 1 1 0 0,0-2-1 0 0,19 10 1 0 0,43 28 446 0 0,-70-43-151 0 0,-1-1-146 0 0,-1 0 1 0 0,1-1-1 0 0,0 1 1 0 0,-1 0-1 0 0,1 0 1 0 0,-1 0-1 0 0,0 0 1 0 0,1 0-1 0 0,-1 1 1 0 0,0-1-1 0 0,3 3 1 0 0,-4-3 5 0 0,4 2 795 0 0,-8 12-565 0 0,-2-2-116 0 0,-1-12-78 0 0,-13 4-247 0 0,0-2 0 0 0,-1-1 0 0 0,1 0 0 0 0,-1-2 0 0 0,1 0 0 0 0,-1-1 0 0 0,-25-5 0 0 0,40 5-366 0 0,1-1-122 0 0,-18-5-163 0 0,17 5-232 0 0,-7-15-2626 0 0</inkml:trace>
</inkml:ink>
</file>

<file path=ppt/ink/ink2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16.0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 4420 0 0,'0'0'1383'0'0,"4"-3"-246"0"0,7-9-471 0 0,-4 8 2906 0 0,-6 9-3017 0 0,6 15-63 0 0,-5-15-34 0 0,-2 50 626 0 0,-2 24-383 0 0,0 25-186 0 0,4-33-297 0 0,0-49-535 0 0,0 1 0 0 0,2-1 1 0 0,0 0-1 0 0,9 26 0 0 0,-11-45 193 0 0,0 1 1 0 0,1-1-1 0 0,-1 1 0 0 0,0-1 0 0 0,1 0 0 0 0,0 0 1 0 0,0 0-1 0 0,0 0 0 0 0,0-1 0 0 0,4 3 0 0 0,-1 0-91 0 0,-3-2-170 0 0,3-2-12 0 0,19 6-41 0 0,-18-6-29 0 0,0-1-2 0 0,-2 0 416 0 0,-1 0-280 0 0,1 0-1 0 0,0 0 0 0 0,0 0 0 0 0,-1-1 0 0 0,1 1 1 0 0,0-1-1 0 0,-1 0 0 0 0,1-1 0 0 0,-1 1 0 0 0,1-1 1 0 0,8-4-1 0 0,5-7-1815 0 0,-13 10-1488 0 0</inkml:trace>
</inkml:ink>
</file>

<file path=ppt/ink/ink2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16.6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28 179 3680 0 0,'-4'-2'1290'0'0,"0"0"-752"0"0,-6-4-302 0 0,1 5 4230 0 0,11-4-4310 0 0,9-12-66 0 0,-11 17-90 0 0,0-1 0 0 0,0 1 1 0 0,0 0-1 0 0,0 0 1 0 0,1-1-1 0 0,-1 1 0 0 0,0 0 1 0 0,0-1-1 0 0,1 1 1 0 0,-1 0-1 0 0,0 0 0 0 0,0-1 1 0 0,1 1-1 0 0,-1 0 0 0 0,0 0 1 0 0,1 0-1 0 0,-1 0 1 0 0,0-1-1 0 0,0 1 0 0 0,1 0 1 0 0,-1 0-1 0 0,0 0 1 0 0,1 0-1 0 0,-1 0 0 0 0,0 0 1 0 0,1 0-1 0 0,-1 0 1 0 0,1 0-1 0 0,62-9-434 0 0,38-4-1222 0 0,-46 7 9 0 0,-46 4 1496 0 0,49-8-528 0 0,-25 10 5359 0 0,-35 5-4358 0 0,-4 16-26 0 0,4-16 555 0 0,1 0-704 0 0,-5 12-25 0 0,5-13 156 0 0,1-4-279 0 0,1 0 0 0 0,-1 0-1 0 0,1 0 1 0 0,-1 0 0 0 0,0 0-1 0 0,1 0 1 0 0,-1 1 0 0 0,0-1-1 0 0,1 0 1 0 0,-1 0 0 0 0,0 0-1 0 0,0 0 1 0 0,1 0 0 0 0,-1 0-1 0 0,0 1 1 0 0,1-1-1 0 0,-1 0 1 0 0,0 0 0 0 0,0 0-1 0 0,1 1 1 0 0,-1-1 0 0 0,0 0-1 0 0,0 0 1 0 0,1 1 0 0 0,-1-1-1 0 0,0 0 1 0 0,0 0 0 0 0,0 1-1 0 0,0-1 1 0 0,1 0 0 0 0,-1 1-1 0 0,0-1 1 0 0,0 1-10 0 0,0 0-1 0 0,1-1 1 0 0,-1 1 0 0 0,0-1 0 0 0,0 1-1 0 0,1-1 1 0 0,-1 1 0 0 0,1-1 0 0 0,-1 0 0 0 0,0 1-1 0 0,1-1 1 0 0,-1 1 0 0 0,1-1 0 0 0,-1 0-1 0 0,1 1 1 0 0,-1-1 0 0 0,1 0 0 0 0,-1 0-1 0 0,1 1 1 0 0,0-1 0 0 0,-1 0 0 0 0,1 0-1 0 0,-1 0 1 0 0,1 0 0 0 0,0 0 0 0 0,-1 1 0 0 0,1-1-1 0 0,-1 0 1 0 0,1-1 0 0 0,0 1 0 0 0,-1 0-1 0 0,2 0 1 0 0,55-9-410 0 0,-51 7 360 0 0,0-1 8 0 0,41-31-135 0 0,-42 30 145 0 0,-3-1 28 0 0,2-4 39 0 0,0 0 0 0 0,-1 0-1 0 0,3-15 1 0 0,-6 19-3 0 0,-2 0 19 0 0,0-1 1 0 0,-1 0-1 0 0,-1 1 0 0 0,1-1 0 0 0,-1 1 1 0 0,-4-5-1 0 0,5 7 56 0 0,-3 1 44 0 0,2-1-92 0 0,3 2-31 0 0,0 0 0 0 0,-1 0 1 0 0,1 0-1 0 0,0 1 0 0 0,-1-1 0 0 0,1 0 1 0 0,-1 1-1 0 0,1-1 0 0 0,-1 1 0 0 0,0-1 1 0 0,1 1-1 0 0,-1 0 0 0 0,1 0 0 0 0,-1 0 1 0 0,0 0-1 0 0,1 0 0 0 0,-1 0 1 0 0,-2 0-1 0 0,-1 1 24 0 0,0-1-10 0 0,0 0 0 0 0,-1 1-1 0 0,1 0 1 0 0,0 0 0 0 0,0 0 0 0 0,0 1-1 0 0,0 0 1 0 0,0 0 0 0 0,0 0-1 0 0,0 0 1 0 0,-6 5 0 0 0,4-3 18 0 0,4-2-23 0 0,0-1 1 0 0,0 1-1 0 0,0 0 1 0 0,0 0-1 0 0,1 0 1 0 0,-1 0-1 0 0,1 1 1 0 0,-4 2-1 0 0,1 0 16 0 0,0 0 1 0 0,0 1-1 0 0,0-1 0 0 0,1 1 0 0 0,-1 0 1 0 0,1 0-1 0 0,1 0 0 0 0,-1 1 0 0 0,1-1 1 0 0,0 1-1 0 0,1 0 0 0 0,-1 0 0 0 0,2 0 1 0 0,-1 0-1 0 0,1 0 0 0 0,0 0 0 0 0,0 1 1 0 0,1-1-1 0 0,-1 0 0 0 0,2 0 0 0 0,1 12 1 0 0,-1-14-34 0 0,1 0 0 0 0,-1 0 0 0 0,1-1 0 0 0,0 1-1 0 0,1 0 1 0 0,-1-1 0 0 0,1 0 0 0 0,0 0 0 0 0,0 1 0 0 0,7 6 0 0 0,-7-8-14 0 0,2 3-42 0 0,0 0 0 0 0,1-1-1 0 0,0 0 1 0 0,0 0 0 0 0,0 0 0 0 0,0-1 0 0 0,1 0-1 0 0,0 0 1 0 0,-1 0 0 0 0,2-1 0 0 0,-1 0 0 0 0,0-1-1 0 0,14 4 1 0 0,-8-4-309 0 0,0 0 1 0 0,1 0-1 0 0,-1-2 0 0 0,1 1 1 0 0,24-4-1 0 0,-24 0-1421 0 0,0 0 1 0 0,0 0-1 0 0,24-10 1 0 0,-12 2-2413 0 0</inkml:trace>
</inkml:ink>
</file>

<file path=ppt/ink/ink2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17.0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67 3420 0 0,'0'0'1257'0'0,"1"-5"-170"0"0,5-16-228 0 0,-5 15 559 0 0,2 3-796 0 0,7-12-94 0 0,-7 11 281 0 0,20-2-233 0 0,-18 5-344 0 0,0 3-45 0 0,7 4-127 0 0,-1 1-1 0 0,-1 0 1 0 0,1 1 0 0 0,-1 0-1 0 0,0 0 1 0 0,-1 1 0 0 0,0 1-1 0 0,0-1 1 0 0,-1 1 0 0 0,0 1-1 0 0,7 13 1 0 0,-12-18-50 0 0,1 0 1 0 0,-1 0-1 0 0,0 1 0 0 0,-1-1 0 0 0,3 10 0 0 0,-2-3 56 0 0,-1-9 151 0 0,-2 2-74 0 0,0-5-143 0 0,2 27 241 0 0,-2-26-155 0 0,0-1 1 0 0,0 1 0 0 0,0 0-1 0 0,-1 0 1 0 0,1 0 0 0 0,-1 0-1 0 0,1 0 1 0 0,-1 0 0 0 0,1-1 0 0 0,-1 1-1 0 0,0 0 1 0 0,0 0 0 0 0,0-1-1 0 0,0 1 1 0 0,0-1 0 0 0,-1 1 0 0 0,-1 1-1 0 0,-36 19 1904 0 0,35-21-1243 0 0,-2-1-408 0 0,-22-4 406 0 0,26 4-723 0 0,1-1 0 0 0,-1 0 0 0 0,1 0 0 0 0,-1-1 0 0 0,1 1 0 0 0,0 0 0 0 0,-1 0 0 0 0,1-1 0 0 0,0 1 0 0 0,-2-3 0 0 0,0 1-32 0 0,4 2 4 0 0,-1 1-1 0 0,0-1 1 0 0,0 1-1 0 0,1-1 1 0 0,-1 0-1 0 0,0 1 1 0 0,0-1-1 0 0,1 1 1 0 0,-1-1-1 0 0,0 0 1 0 0,0 1-1 0 0,0-1 1 0 0,0 0-1 0 0,0 1 1 0 0,0-1-1 0 0,0 0 0 0 0,0 1 1 0 0,0-1-1 0 0,-1 0 1 0 0,1 0-1 0 0,0 0-12 0 0,-1 0 0 0 0,1 0-1 0 0,0 0 1 0 0,0-1-1 0 0,0 1 1 0 0,0 0 0 0 0,0 0-1 0 0,0 0 1 0 0,0 0-1 0 0,1 0 1 0 0,-1 0-1 0 0,0 0 1 0 0,0 0 0 0 0,1 0-1 0 0,-1 0 1 0 0,1 0-1 0 0,-1 0 1 0 0,1 0 0 0 0,-1 0-1 0 0,1 0 1 0 0,0 0-1 0 0,12-19-667 0 0,0 1 0 0 0,1 0 0 0 0,0 1 0 0 0,2 1-1 0 0,32-29 1 0 0,-32 33-882 0 0,1 0 1 0 0,0 1-1 0 0,1 1 0 0 0,19-9 0 0 0,-10 7-3912 0 0</inkml:trace>
</inkml:ink>
</file>

<file path=ppt/ink/ink2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18.0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502 135 3012 0 0,'-5'-12'913'0'0,"0"1"0"0"0,0-1 0 0 0,-12-18-1 0 0,13 25-605 0 0,-1 0-1 0 0,0 0 0 0 0,0 0 1 0 0,0 0-1 0 0,-1 1 1 0 0,1-1-1 0 0,-1 1 0 0 0,0 1 1 0 0,-8-5-1 0 0,8 5-179 0 0,4 2-53 0 0,0-1 0 0 0,-1 1-1 0 0,1 0 1 0 0,0 0 0 0 0,-1 0 0 0 0,1 0 0 0 0,-1 0 0 0 0,0 0 0 0 0,1 0 0 0 0,-1 1 0 0 0,1-1 0 0 0,-1 1 0 0 0,-3 0 0 0 0,-2-1 110 0 0,5 0-83 0 0,-1 0 1 0 0,0 0-1 0 0,1 1 1 0 0,-1-1-1 0 0,0 1 0 0 0,1 0 1 0 0,-1 0-1 0 0,-5 0 1 0 0,0 1 71 0 0,1-1-34 0 0,0 0 0 0 0,0 0 0 0 0,0 1 0 0 0,1 0 0 0 0,-1 0 0 0 0,0 1 0 0 0,1 0 0 0 0,-1 0 0 0 0,-12 7 0 0 0,13-7 3 0 0,-8 6 52 0 0,-1 0 1 0 0,1 0-1 0 0,0 2 1 0 0,1-1-1 0 0,0 2 1 0 0,1 0-1 0 0,0 1 1 0 0,1 0-1 0 0,0 1 1 0 0,0 0-1 0 0,2 1 1 0 0,0 0-1 0 0,-15 28 1 0 0,19-30-75 0 0,4-9-106 0 0,1-1-1 0 0,0 0 0 0 0,0 1 0 0 0,0-1 0 0 0,0 1 0 0 0,1-1 1 0 0,-1 1-1 0 0,1-1 0 0 0,0 1 0 0 0,-1-1 0 0 0,1 1 1 0 0,0-1-1 0 0,1 6 0 0 0,-2-2 6 0 0,0-5-14 0 0,1 1 1 0 0,0 0-1 0 0,-1 0 0 0 0,1 0 1 0 0,0 0-1 0 0,0 0 0 0 0,0 0 0 0 0,0 0 1 0 0,1 0-1 0 0,-1 0 0 0 0,0-1 1 0 0,1 1-1 0 0,-1 0 0 0 0,1 0 1 0 0,2 3-1 0 0,0 3-34 0 0,1-1 0 0 0,0 1 0 0 0,0-1 0 0 0,1 0 0 0 0,0-1 0 0 0,0 1 0 0 0,1-1 0 0 0,0 0 0 0 0,0 0 0 0 0,0 0 0 0 0,1-1 0 0 0,-1 0 0 0 0,1-1 0 0 0,1 1 0 0 0,11 4 0 0 0,4 0-276 0 0,0-1 1 0 0,1-1 0 0 0,0-1-1 0 0,1-1 1 0 0,0-1-1 0 0,38 1 1 0 0,-30-5-366 0 0,0-1-1 0 0,0-1 1 0 0,0-2 0 0 0,42-11 0 0 0,-63 12 273 0 0,14-7-19 0 0,-8 0-140 0 0,-5 2 216 0 0,-1-2-1 0 0,0 1 1 0 0,0-1-1 0 0,10-13 0 0 0,-20 20 193 0 0,6-14 117 0 0,-8 14 45 0 0,2-1 574 0 0,-4-1-299 0 0,1 1-193 0 0,-8-13 625 0 0,3 18-649 0 0,-18 4-17 0 0,19-4-1 0 0,4 1-44 0 0,-1-1-1 0 0,1 1 1 0 0,0-1 0 0 0,0 1 0 0 0,-1-1 0 0 0,1 0-1 0 0,-1 0 1 0 0,1 1 0 0 0,-4 1 0 0 0,2 0-10 0 0,4-3-410 0 0,1 1 384 0 0,-1 0-1 0 0,1-1 1 0 0,-1 1 0 0 0,0 0 0 0 0,1 0 0 0 0,-1 0 0 0 0,0 0-1 0 0,0 0 1 0 0,0 0 0 0 0,0 0 0 0 0,1 2 0 0 0,-1-2-13 0 0,3 1-201 0 0,2-3 1 0 0,7-3 99 0 0,0-1 0 0 0,0 0-1 0 0,-1 0 1 0 0,1-2-1 0 0,-1 1 1 0 0,16-13 0 0 0,-24 15 155 0 0,-1 1 0 0 0,1-1 0 0 0,-1 0 0 0 0,0 0 0 0 0,0 0 0 0 0,-1-1 0 0 0,1 1 0 0 0,2-9 0 0 0,-1 5 41 0 0,-2 4 76 0 0,-1-3-16 0 0,1-20 9 0 0,-1 20 4 0 0,-2 2-72 0 0,0-1 0 0 0,0 1 0 0 0,-1 0-1 0 0,0 0 1 0 0,0 0 0 0 0,0 0 0 0 0,-1 0 0 0 0,-4-8-1 0 0,4 9 118 0 0,3 5-163 0 0,-1-1-1 0 0,1 0 0 0 0,-1 0 0 0 0,0-1 0 0 0,1 1 0 0 0,-1 0 1 0 0,1 0-1 0 0,-1 0 0 0 0,1 0 0 0 0,-1 0 0 0 0,1-1 0 0 0,-1 1 0 0 0,1 0 1 0 0,-1 0-1 0 0,1-1 0 0 0,-1 1 0 0 0,1 0 0 0 0,-1-1 0 0 0,1 1 1 0 0,0 0-1 0 0,-1-1 0 0 0,1 1 0 0 0,-1-1 0 0 0,1 1 0 0 0,0-1 0 0 0,-1 0 1 0 0,1 0 23 0 0,-1 1 1 0 0,1-1-1 0 0,-1 0 1 0 0,1 1-1 0 0,-1-1 1 0 0,0 0-1 0 0,1 1 1 0 0,-1-1-1 0 0,0 1 1 0 0,1-1-1 0 0,-1 1 1 0 0,0-1-1 0 0,0 1 1 0 0,1 0-1 0 0,-1-1 1 0 0,0 1-1 0 0,0 0 1 0 0,0 0-1 0 0,0 0 1 0 0,1-1-1 0 0,-1 1 1 0 0,0 0-1 0 0,0 0 1 0 0,0 0-1 0 0,0 0 1 0 0,0 0 0 0 0,0 1-1 0 0,1-1 1 0 0,-1 0-1 0 0,-1 1 1 0 0,-30 2 281 0 0,30-3-287 0 0,0 0 0 0 0,1 1 0 0 0,-1-1 0 0 0,0 0-1 0 0,1 0 1 0 0,-1 1 0 0 0,0-1 0 0 0,1 1 0 0 0,-1 0-1 0 0,1-1 1 0 0,-1 1 0 0 0,1 0 0 0 0,-1 0 0 0 0,1 0-1 0 0,-1 0 1 0 0,1 0 0 0 0,-3 2 0 0 0,1 1 64 0 0,0-3-48 0 0,1 0 0 0 0,-1 1 0 0 0,1-1 0 0 0,0 1 0 0 0,0 0 0 0 0,-1-1 0 0 0,1 1 0 0 0,0 0 0 0 0,1 0 0 0 0,-4 5 0 0 0,0-1 52 0 0,0 0-5 0 0,0 0 0 0 0,0 0 0 0 0,1 0 0 0 0,-1 1 0 0 0,2 0 0 0 0,-1-1 0 0 0,1 2 0 0 0,-5 12 0 0 0,6-14-70 0 0,-6 12 114 0 0,7-16-128 0 0,0 0 0 0 0,1 0 0 0 0,-1 0 0 0 0,0 0-1 0 0,1 0 1 0 0,-1 0 0 0 0,1 0 0 0 0,0 0-1 0 0,0 0 1 0 0,0 0 0 0 0,0 1 0 0 0,0 3-1 0 0,0-2 17 0 0,0 4-50 0 0,0 0 1 0 0,1 0-1 0 0,-1 0 0 0 0,2-1 0 0 0,-1 1 1 0 0,1 0-1 0 0,0 0 0 0 0,1-1 0 0 0,-1 1 1 0 0,2-1-1 0 0,-1 0 0 0 0,7 10 0 0 0,-7-11-56 0 0,-2-4 46 0 0,0 0 0 0 0,1-1 1 0 0,-1 1-1 0 0,0 0 0 0 0,0-1 0 0 0,1 1 1 0 0,-1-1-1 0 0,1 0 0 0 0,-1 1 0 0 0,1-1 1 0 0,-1 0-1 0 0,1 0 0 0 0,0 0 0 0 0,3 2 1 0 0,5 2-294 0 0,0 0 1 0 0,0 0 0 0 0,1-1-1 0 0,-1 0 1 0 0,1-1 0 0 0,0 0-1 0 0,0-1 1 0 0,16 2 0 0 0,-11-4-928 0 0,0 0 1 0 0,-1 0-1 0 0,20-4 0 0 0,-27 3-2516 0 0</inkml:trace>
</inkml:ink>
</file>

<file path=ppt/ink/ink2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18.4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50 2200 0 0,'0'0'6027'0'0,"5"1"-5724"0"0,-4 0-237 0 0,0 0-28 0 0,1 0 1 0 0,-1 0 0 0 0,1 0-1 0 0,-1 0 1 0 0,1-1 0 0 0,-1 1-1 0 0,1 0 1 0 0,-1-1 0 0 0,1 1-1 0 0,0-1 1 0 0,-1 0 0 0 0,3 1-1 0 0,-2 5 222 0 0,8 17-28 0 0,-8-17-75 0 0,0 0-159 0 0,11 50 572 0 0,-12-51-437 0 0,0 1-13 0 0,0 56 474 0 0,-1-56-99 0 0,-1-1-326 0 0,-3 15 0 0 0,3-15 1097 0 0,-3-8-1128 0 0,-12-8-26 0 0,12 8-32 0 0,7-25-1 0 0,-3 23-83 0 0,0 1-1 0 0,1-1 0 0 0,-1 1 0 0 0,1 0 0 0 0,0-1 0 0 0,0 1 0 0 0,3-7 0 0 0,2-5-84 0 0,1 1 0 0 0,0-1 0 0 0,1 1 0 0 0,1 0-1 0 0,0 1 1 0 0,1 0 0 0 0,17-18 0 0 0,-25 30 66 0 0,0 0 0 0 0,0 0 0 0 0,0 0 0 0 0,1 0 0 0 0,-1 1 0 0 0,0-1 0 0 0,1 0 0 0 0,-1 1 0 0 0,5-2 0 0 0,0-1-20 0 0,-4 3 29 0 0,-1-1 0 0 0,0 1 0 0 0,0-1 0 0 0,0 1 1 0 0,1 0-1 0 0,-1 0 0 0 0,1 0 0 0 0,-1 0 0 0 0,1 0 0 0 0,-1 1 0 0 0,4-1 0 0 0,2-1-12 0 0,-6 1 19 0 0,0 1-1 0 0,0-1 0 0 0,0 0 0 0 0,0 1 0 0 0,0-1 0 0 0,1 1 0 0 0,-1 0 1 0 0,0 0-1 0 0,0-1 0 0 0,1 2 0 0 0,-1-1 0 0 0,0 0 0 0 0,4 1 0 0 0,1 0-10 0 0,-4-1 11 0 0,-1 0 0 0 0,1 0 0 0 0,0 0 0 0 0,0 0 0 0 0,-1 1 0 0 0,1-1 0 0 0,0 1 0 0 0,-1 0-1 0 0,1-1 1 0 0,0 1 0 0 0,-1 1 0 0 0,4 1 0 0 0,3 1-13 0 0,1 1-10 0 0,-1 0-1 0 0,1 0 0 0 0,-1 1 0 0 0,-1 0 1 0 0,1 0-1 0 0,-1 1 0 0 0,0 0 0 0 0,-1 1 1 0 0,1-1-1 0 0,-2 2 0 0 0,1-1 0 0 0,6 12 1 0 0,-2-2-140 0 0,-1 1 1 0 0,0 0-1 0 0,-2 1 1 0 0,11 34-1 0 0,-14-39-144 0 0,-2 5 116 0 0,-1-1-227 0 0,0 78-3852 0 0,-2-91 2156 0 0</inkml:trace>
</inkml:ink>
</file>

<file path=ppt/ink/ink2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18.8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69 17 2936 0 0,'0'0'4349'0'0,"-3"-3"-3373"0"0,2 2-788 0 0,0-1 1 0 0,0 1-1 0 0,0 0 1 0 0,0 0-1 0 0,-1-1 1 0 0,1 1-1 0 0,0 0 0 0 0,-1 0 1 0 0,1 0-1 0 0,0 1 1 0 0,-3-2-1 0 0,1 7 398 0 0,-22 46 866 0 0,20-28-1028 0 0,0 0 0 0 0,1 1-1 0 0,0 34 1 0 0,3-47-322 0 0,0 27 103 0 0,1 0 0 0 0,2 1 0 0 0,2-1 0 0 0,1 0 1 0 0,2-1-1 0 0,1 1 0 0 0,25 65 0 0 0,-27-89-219 0 0,-6-13 11 0 0,1 1-1 0 0,-1 0 0 0 0,1-1 0 0 0,0 1 1 0 0,-1-1-1 0 0,1 1 0 0 0,0-1 0 0 0,0 0 1 0 0,0 1-1 0 0,0-1 0 0 0,3 2 1 0 0,5 7-107 0 0,-4-5-142 0 0,-1 0-1 0 0,1 0 1 0 0,0-1 0 0 0,1 0-1 0 0,-1 0 1 0 0,1-1 0 0 0,0 1 0 0 0,0-1-1 0 0,0 0 1 0 0,0-1 0 0 0,0 0-1 0 0,0 0 1 0 0,1 0 0 0 0,-1 0-1 0 0,1-1 1 0 0,0 0 0 0 0,-1-1-1 0 0,1 1 1 0 0,0-1 0 0 0,-1-1-1 0 0,10 0 1 0 0,-14 1 45 0 0,0 0 1 0 0,0-1-1 0 0,0 1 1 0 0,0 0-1 0 0,-1 0 1 0 0,1-1-1 0 0,0 1 1 0 0,0-1-1 0 0,0 0 1 0 0,0 1-1 0 0,0-1 1 0 0,0 0-1 0 0,-1 0 1 0 0,1 0-1 0 0,0 0 1 0 0,-1-1-1 0 0,3-2 1 0 0,3-1-1759 0 0,18-15-2592 0 0</inkml:trace>
</inkml:ink>
</file>

<file path=ppt/ink/ink2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19.0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69 21 4040 0 0,'-7'0'1212'0'0,"-5"0"-888"0"0,-38 2 5704 0 0,58 0-5999 0 0,27 1 34 0 0,100-5-880 0 0,-128 2 768 0 0,116-7-2441 0 0,-42-4-2195 0 0,-41 3 1070 0 0</inkml:trace>
</inkml:ink>
</file>

<file path=ppt/ink/ink2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19.4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112 92 2648 0 0,'0'0'3571'0'0,"-3"3"-3079"0"0,-7 12 762 0 0,10-15-1248 0 0,0 1 1 0 0,0-1-1 0 0,0 1 1 0 0,0-1-1 0 0,1 1 1 0 0,-1-1-1 0 0,0 1 1 0 0,0-1-1 0 0,1 1 1 0 0,-1-1-1 0 0,0 1 1 0 0,1-1-1 0 0,-1 1 1 0 0,0-1-1 0 0,1 0 1 0 0,-1 1-1 0 0,1-1 1 0 0,-1 0-1 0 0,0 1 1 0 0,1-1-1 0 0,-1 0 1 0 0,1 0-1 0 0,-1 1 1 0 0,1-1-1 0 0,-1 0 1 0 0,1 0-1 0 0,-1 0 1 0 0,1 0-1 0 0,0 1 1 0 0,-1-1-1 0 0,1 0 1 0 0,-1 0-1 0 0,1 0 1 0 0,-1 0-1 0 0,1 0 1 0 0,-1-1-1 0 0,1 1 1 0 0,-1 0-1 0 0,1 0 1 0 0,0 0-1 0 0,4-1-119 0 0,43-18 18 0 0,-43 16 236 0 0,-6 3-136 0 0,1-1-1 0 0,1 1 1 0 0,-1-1-1 0 0,0 0 1 0 0,0 1-1 0 0,0-1 1 0 0,0 1-1 0 0,0-1 1 0 0,0 1-1 0 0,1-1 1 0 0,-1 1-1 0 0,0-1 1 0 0,0 1-1 0 0,1-1 1 0 0,-1 1-1 0 0,0-1 1 0 0,1 1 0 0 0,-1-1-1 0 0,1 1 1 0 0,-1-1-1 0 0,0 1 1 0 0,1 0-1 0 0,0-1 1 0 0,0 0 13 0 0,-1 1 1 0 0,1 0-1 0 0,-1-1 1 0 0,1 0 0 0 0,-1 1-1 0 0,1-1 1 0 0,-1 1 0 0 0,1-1-1 0 0,-1 0 1 0 0,1 1-1 0 0,-1-1 1 0 0,0 0 0 0 0,1 1-1 0 0,-1-1 1 0 0,0 0-1 0 0,0 0 1 0 0,0 1 0 0 0,1-1-1 0 0,-1 0 1 0 0,0 0-1 0 0,0 1 1 0 0,0-1 0 0 0,0 0-1 0 0,0 0 1 0 0,0 1-1 0 0,-1-1 1 0 0,1 0 0 0 0,0 0-1 0 0,-1 0 1 0 0,-3-23 147 0 0,3 18 3 0 0,-15-12 236 0 0,13 14-185 0 0,-2 2-7 0 0,-12-5 9 0 0,13 5-10 0 0,-2 2-8 0 0,-16 1-21 0 0,16 0 22 0 0,0 1-4 0 0,1 1-112 0 0,-1 0 0 0 0,0-1 0 0 0,1 2 0 0 0,-1-1 0 0 0,1 1 0 0 0,0-1 0 0 0,1 2 0 0 0,-1-1 0 0 0,0 0-1 0 0,1 1 1 0 0,0 0 0 0 0,0 0 0 0 0,1 0 0 0 0,-5 8 0 0 0,-10 48 492 0 0,17-54-529 0 0,0 0 1 0 0,1 0-1 0 0,-1 0 1 0 0,2 0-1 0 0,-1 0 1 0 0,1 0-1 0 0,0 0 1 0 0,4 13-1 0 0,-3-14-33 0 0,1 14 64 0 0,-3-17-78 0 0,1-1-1 0 0,-1 0 1 0 0,1 0-1 0 0,0 0 0 0 0,-1 1 1 0 0,1-1-1 0 0,0 0 1 0 0,0 0-1 0 0,3 4 1 0 0,1 4 35 0 0,-2-2-31 0 0,-2-6-13 0 0,0 1 1 0 0,0-1-1 0 0,0 1 1 0 0,0-1-1 0 0,1 1 0 0 0,-1-1 1 0 0,1 0-1 0 0,0 1 1 0 0,0-1-1 0 0,3 3 1 0 0,-1 0-10 0 0,0 1-107 0 0,0-1 0 0 0,1 1 1 0 0,0-1-1 0 0,0 0 0 0 0,0-1 1 0 0,1 1-1 0 0,-1-1 0 0 0,1 0 1 0 0,8 4-1 0 0,-7-4-50 0 0,-4-2 60 0 0,0 0 1 0 0,0-1-1 0 0,0 1 1 0 0,0-1 0 0 0,1 0-1 0 0,-1 1 1 0 0,0-2-1 0 0,5 2 1 0 0,44 9-1755 0 0,-40-9 464 0 0,0-1 1 0 0,0 0-1 0 0,19-2 1 0 0,-3-2-2509 0 0</inkml:trace>
</inkml:ink>
</file>

<file path=ppt/ink/ink2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19.7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78 3404 0 0,'0'0'2586'0'0,"3"-4"-2034"0"0,-2 3-381 0 0,0 0-72 0 0,0 0 0 0 0,1 0 0 0 0,-1 0 0 0 0,0-1 0 0 0,-1 1 0 0 0,1 0 0 0 0,0 0 0 0 0,0-1 0 0 0,0 1 0 0 0,-1-1 0 0 0,1 1 0 0 0,0-3 0 0 0,6 5 42 0 0,19 3 83 0 0,-23-3-193 0 0,0 0 1 0 0,0 0 0 0 0,0 1 0 0 0,-1-1-1 0 0,1 1 1 0 0,0 0 0 0 0,-1 0-1 0 0,1 0 1 0 0,-1 0 0 0 0,0 0-1 0 0,0 0 1 0 0,1 1 0 0 0,-2-1-1 0 0,1 1 1 0 0,0-1 0 0 0,1 4-1 0 0,-2-5 9 0 0,4 6 102 0 0,0 0-1 0 0,-1 0 1 0 0,0 1 0 0 0,0-1-1 0 0,3 10 1 0 0,-4-10-83 0 0,7 19 180 0 0,-9-20-196 0 0,1-1 190 0 0,-1 2 32 0 0,3 19-4 0 0,-3-20 15 0 0,-2 0 45 0 0,0 3 9 0 0,-1 0-1 0 0,-1-1 0 0 0,1 0 1 0 0,-6 12-1 0 0,5-15 100 0 0,-1-2 5 0 0,-1 0-79 0 0,0 0-1 0 0,-1 0 1 0 0,1 0 0 0 0,-1-1-1 0 0,1 0 1 0 0,-11 2 0 0 0,11-3 431 0 0,0-2-443 0 0,-15-5-32 0 0,15 4-60 0 0,5 1-229 0 0,-1-1 1 0 0,1 1 0 0 0,0 0 0 0 0,-1-1 0 0 0,1 1 0 0 0,-1 0-1 0 0,0 0 1 0 0,1-1 0 0 0,-1 1 0 0 0,0 0 0 0 0,0 0-1 0 0,-1-2 1 0 0,1 2 13 0 0,-1-2 60 0 0,3-3-56 0 0,1-7-152 0 0,1 1 0 0 0,0 0-1 0 0,1 1 1 0 0,1-1 0 0 0,-1 1 0 0 0,2-1-1 0 0,0 1 1 0 0,0 1 0 0 0,1-1-1 0 0,0 1 1 0 0,1 1 0 0 0,0-1-1 0 0,1 1 1 0 0,9-8 0 0 0,-2 3-657 0 0,0 1 1 0 0,0 1-1 0 0,1 0 1 0 0,1 1 0 0 0,-1 1-1 0 0,2 1 1 0 0,35-13-1 0 0,-13 13-4386 0 0,-33 7-460 0 0</inkml:trace>
</inkml:ink>
</file>

<file path=ppt/ink/ink2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20.7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9 165 3656 0 0,'-4'-80'5193'0'0,"1"19"-1126"0"0,1 37-2628 0 0,10 105 1014 0 0,9 39-2265 0 0,4-2 0 0 0,61 191 1 0 0,-58-260-198 0 0,-15-33 37 0 0,3 2 19 0 0,-8-15-36 0 0,-2 1 37 0 0,2-2 4 0 0,-2-1-38 0 0,-1-1 1 0 0,1 1 0 0 0,-1-1 0 0 0,1 1 0 0 0,-1 0 0 0 0,1 0 0 0 0,-1 0-1 0 0,1 0 1 0 0,-1 0 0 0 0,2 2 0 0 0,2-5 38 0 0,13-7-15 0 0,-13 7 6 0 0,-3-4 8 0 0,6-21-23 0 0,5-33 1 0 0,-9 36 22 0 0,1 0 0 0 0,2 0 1 0 0,17-44-1 0 0,1 23 111 0 0,-22 41-241 0 0,1 2-15 0 0,1 0 86 0 0,14-3-34 0 0,-18 5 39 0 0,1 0 0 0 0,0 1 0 0 0,-1 0 1 0 0,1-1-1 0 0,0 1 0 0 0,-1 0 1 0 0,1 0-1 0 0,-1 0 0 0 0,1 0 0 0 0,-1 0 1 0 0,1 0-1 0 0,1 3 0 0 0,-1-2-1 0 0,3 2-9 0 0,-1-1 0 0 0,0 1 1 0 0,1 0-1 0 0,-2 1 0 0 0,1-1 0 0 0,0 1 1 0 0,-1-1-1 0 0,0 1 0 0 0,0 0 1 0 0,4 11-1 0 0,-5-12 29 0 0,3 6 16 0 0,-1-1 0 0 0,0 0 0 0 0,-1 1 0 0 0,1 0 0 0 0,-2 0 0 0 0,2 13 0 0 0,-2-16-73 0 0,-1 2 9 0 0,1 0-1 0 0,-1 0 1 0 0,-1 0 0 0 0,0 0 0 0 0,0 1-1 0 0,-3 14 1 0 0,2-17-3 0 0,0 13-169 0 0,1-17 181 0 0,-1-1-1 0 0,1 1 0 0 0,0-1 0 0 0,-1 1 1 0 0,1-1-1 0 0,-1 0 0 0 0,0 1 0 0 0,0-1 1 0 0,-2 4-1 0 0,-1 3-171 0 0,-4 8-819 0 0,-2-2 1 0 0,-16 23 0 0 0,23-35 111 0 0,-1-1-37 0 0,-13 5-94 0 0,12-5-225 0 0,-20-11-8826 0 0</inkml:trace>
</inkml:ink>
</file>

<file path=ppt/ink/ink2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21.2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3168 0 0,'0'0'2597'0'0,"5"1"-1757"0"0,-1-1-650 0 0,-1 1 0 0 0,1 0 0 0 0,-1 0 0 0 0,1 0-1 0 0,-1 0 1 0 0,0 1 0 0 0,0-1 0 0 0,1 1 0 0 0,-1 0 0 0 0,0 0-1 0 0,-1 0 1 0 0,1 0 0 0 0,0 0 0 0 0,0 1 0 0 0,-1-1 0 0 0,0 1-1 0 0,1 0 1 0 0,-1 0 0 0 0,0 0 0 0 0,0 0 0 0 0,2 5 0 0 0,8 16 75 0 0,2-1 0 0 0,0 0 1 0 0,2-1-1 0 0,20 22 0 0 0,-31-39-233 0 0,0-1 0 0 0,1 1-1 0 0,-1-1 1 0 0,1 0-1 0 0,0 0 1 0 0,1-1 0 0 0,9 5-1 0 0,-11-5 9 0 0,8 3 87 0 0,7 0-51 0 0,-7-4 21 0 0,11 1-1 0 0,-18-2 19 0 0,2-2 10 0 0,-3 1-111 0 0,1 0 12 0 0,-1 0 0 0 0,0 0 0 0 0,1-1 0 0 0,-1 0-1 0 0,0 0 1 0 0,1 0 0 0 0,-1-1 0 0 0,0 0 0 0 0,0 0 0 0 0,0 0 0 0 0,0 0-1 0 0,-1-1 1 0 0,6-3 0 0 0,36-45 194 0 0,-43 48-211 0 0,-1 0 1 0 0,0 0 0 0 0,0 1 0 0 0,0-1 0 0 0,0-1-1 0 0,0 1 1 0 0,2-6 0 0 0,4-15 67 0 0,-1 7 43 0 0,-1-1 0 0 0,0 0-1 0 0,4-32 56 0 0,-10 56-118 0 0,23 295 285 0 0,-19-268-338 0 0,18 271 37 0 0,-20-228-171 0 0,-16 150 0 0 0,12-208 118 0 0,2-8 8 0 0,-1 0 1 0 0,-1 0-1 0 0,0 0 1 0 0,0 0 0 0 0,-1 0-1 0 0,0-1 1 0 0,-1 1-1 0 0,-5 10 1 0 0,4-14 107 0 0,1 0 0 0 0,-2-1 1 0 0,1 1-1 0 0,-11 8 1 0 0,11-11 197 0 0,-3-5 19 0 0,-23-3 53 0 0,15 0-6 0 0,1-5-249 0 0,-1 0-1 0 0,1-1 1 0 0,1 0-1 0 0,0-1 1 0 0,1-1-1 0 0,0 0 1 0 0,1-1-1 0 0,0 0 1 0 0,-16-28-1 0 0,21 31-217 0 0,1-1-1 0 0,1 1 1 0 0,0-1 0 0 0,0-1 0 0 0,1 1-1 0 0,1-1 1 0 0,0 1 0 0 0,0-1 0 0 0,2 0-1 0 0,-1 0 1 0 0,2 0 0 0 0,0 0 0 0 0,0 0-1 0 0,1 0 1 0 0,4-17 0 0 0,0 12-385 0 0,0-1 1 0 0,2 1-1 0 0,0 0 0 0 0,1 1 1 0 0,1 0-1 0 0,1 0 1 0 0,0 1-1 0 0,19-22 1 0 0,-12 18-1649 0 0,1 0 0 0 0,41-34-1 0 0,-25 29-3025 0 0</inkml:trace>
</inkml:ink>
</file>

<file path=ppt/ink/ink2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22.4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1010 2508 0 0,'0'0'2694'0'0,"2"-4"-1762"0"0,17-29 67 0 0,-3 0 0 0 0,22-57 1 0 0,-8-2-49 0 0,32-160 1 0 0,-54 204-817 0 0,-2-1 0 0 0,-1-54-1 0 0,-8-91 354 0 0,2 166-377 0 0,0 6-48 0 0,0 8-52 0 0,-2-4 99 0 0,-1-6-42 0 0,3 18 139 0 0,-1 10-130 0 0,-4 7-28 0 0,2 0-1 0 0,-1 0 0 0 0,1 0 1 0 0,1 0-1 0 0,0 1 0 0 0,1-1 1 0 0,-2 21-1 0 0,0 90 203 0 0,5-67-207 0 0,2 0-1 0 0,10 54 1 0 0,-7-79-55 0 0,1 0 0 0 0,1 0 0 0 0,2-1 0 0 0,0 0 0 0 0,18 31 0 0 0,26 24-1860 0 0,-50-79 1005 0 0,0-3-332 0 0,-2 0 686 0 0,7 4 73 0 0,-1-3-3067 0 0</inkml:trace>
</inkml:ink>
</file>

<file path=ppt/ink/ink2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22.6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 69 2668 0 0,'0'0'1225'0'0,"-6"-1"-164"0"0,-18-2-178 0 0,18 2 1553 0 0,16 1-2291 0 0,348-23-71 0 0,-114-10-4956 0 0,-189 26 1312 0 0</inkml:trace>
</inkml:ink>
</file>

<file path=ppt/ink/ink2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23.3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194 125 1984 0 0,'0'0'1216'0'0,"4"-4"-178"0"0,2 0-487 0 0,0-1 1 0 0,0 0-1 0 0,-1 0 1 0 0,9-11 0 0 0,-12 13-378 0 0,0 1 0 0 0,0-1 0 0 0,0 0 0 0 0,-1 0 0 0 0,1 0 0 0 0,-1 0 0 0 0,0 0 0 0 0,0-1 0 0 0,0 1 0 0 0,0 0 0 0 0,-1 0 0 0 0,1-1 0 0 0,-1 1 0 0 0,0 0 0 0 0,0-7 0 0 0,-1 5 268 0 0,-1 4-428 0 0,1 0 0 0 0,-1 0 0 0 0,0 1 1 0 0,1-1-1 0 0,-1 0 0 0 0,1 0 0 0 0,0-1 0 0 0,-1 1 0 0 0,1 0 0 0 0,0 0 0 0 0,-2-3 0 0 0,2 3 3 0 0,-3-2 217 0 0,-2 2-116 0 0,-27-3 172 0 0,30 4-279 0 0,1 0 0 0 0,0 0 1 0 0,0 1-1 0 0,0-1 1 0 0,0 1-1 0 0,0-1 0 0 0,-1 1 1 0 0,1 0-1 0 0,0 0 0 0 0,1 0 1 0 0,-4 2-1 0 0,0 0 13 0 0,-3 0 2 0 0,1 0 0 0 0,-1 1 0 0 0,1 0 0 0 0,0 1 0 0 0,0-1 0 0 0,-9 9 1 0 0,11-8-32 0 0,-10 6 48 0 0,13-10-39 0 0,1 0 0 0 0,-1 1-1 0 0,0-1 1 0 0,1 1 0 0 0,-1-1 0 0 0,1 1 0 0 0,-1 0 0 0 0,1-1 0 0 0,0 1 0 0 0,-2 2 0 0 0,-3 5 26 0 0,-10 18 2 0 0,-14 33 1 0 0,29-54-33 0 0,0 0 7 0 0,-1 58-39 0 0,3-58 68 0 0,-1-6-36 0 0,0 0 0 0 0,1 0 0 0 0,-1 0 0 0 0,0 0 0 0 0,1 0 0 0 0,-1 0 0 0 0,1 1 0 0 0,-1-1 0 0 0,0 0 0 0 0,1 0 0 0 0,-1 0 0 0 0,0 0 0 0 0,1 1 0 0 0,-1-1 0 0 0,0 0 0 0 0,0 0 0 0 0,1 1 0 0 0,-1-1 0 0 0,0 0 0 0 0,0 0 0 0 0,1 1 0 0 0,-1-1 0 0 0,0 0 0 0 0,0 1 0 0 0,0-1 0 0 0,1 0 0 0 0,-1 1 0 0 0,0-1 0 0 0,0 0 0 0 0,0 1 0 0 0,0-1 0 0 0,0 0 0 0 0,0 1 0 0 0,0 0 1 0 0,1 0 0 0 0,-1-1-1 0 0,0 1 1 0 0,0-1 0 0 0,1 1 0 0 0,-1 0-1 0 0,0-1 1 0 0,1 1 0 0 0,-1-1-1 0 0,0 1 1 0 0,1-1 0 0 0,-1 1 0 0 0,1-1-1 0 0,-1 1 1 0 0,1-1 0 0 0,-1 1-1 0 0,1-1 1 0 0,-1 1 0 0 0,1-1 0 0 0,-1 0-1 0 0,1 1 1 0 0,0-1 0 0 0,-1 0-1 0 0,1 0 1 0 0,-1 0 0 0 0,1 1-1 0 0,0-1 1 0 0,-1 0 0 0 0,1 0 0 0 0,0 0-1 0 0,-1 0 1 0 0,2 0 0 0 0,54-6 67 0 0,-50 4-44 0 0,-1-1 0 0 0,39-26 124 0 0,-40 26-54 0 0,0-1-22 0 0,10-14-18 0 0,-10 14-2 0 0,-4 2-45 0 0,1 1 0 0 0,0 0 0 0 0,-1-1 0 0 0,1 1 1 0 0,0 0-1 0 0,0 0 0 0 0,0-1 0 0 0,0 1 0 0 0,0 0 1 0 0,0 0-1 0 0,0 0 0 0 0,2-1 0 0 0,-3 2 1 0 0,3-4 74 0 0,0 1-13 0 0,9-12 6 0 0,-10 11 128 0 0,2 6-175 0 0,-1-1-10 0 0,0 1 1 0 0,-1 0-1 0 0,0-1 1 0 0,1 1-1 0 0,-1 0 1 0 0,0 0-1 0 0,0 0 1 0 0,0 0-1 0 0,0 1 0 0 0,-1-1 1 0 0,1 1-1 0 0,2 4 1 0 0,-2-3-9 0 0,1 2-21 0 0,25 43-11 0 0,-25-44 12 0 0,0-2-4 0 0,39 28-313 0 0,-38-28-61 0 0,2-3-830 0 0,18-2 288 0 0,-18 2-280 0 0,-5-1 917 0 0,1-1 1 0 0,0 1-1 0 0,-1 0 1 0 0,1 0-1 0 0,0 0 0 0 0,-1 0 1 0 0,1 0-1 0 0,0 0 0 0 0,0 0 1 0 0,3 0-1 0 0,1-1-700 0 0,0-1-3573 0 0</inkml:trace>
</inkml:ink>
</file>

<file path=ppt/ink/ink2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23.5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71 2680 0 0,'-6'-58'4443'0'0,"4"46"-697"0"0,4 45-3151 0 0,8 52-309 0 0,20 192-340 0 0,-24-241-312 0 0,0-9-297 0 0,13 29-2115 0 0,-17-51 1392 0 0,2-1-1003 0 0,16 14-1685 0 0</inkml:trace>
</inkml:ink>
</file>

<file path=ppt/ink/ink2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24.0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234 1 2636 0 0,'-8'1'1186'0'0,"-8"4"-716"0"0,1 1-1 0 0,-1 0 0 0 0,1 1 0 0 0,0 1 1 0 0,0 0-1 0 0,1 1 0 0 0,0 1 0 0 0,1 0 1 0 0,0 1-1 0 0,-22 23 0 0 0,30-29-336 0 0,3-3-108 0 0,0-1 0 0 0,1 1-1 0 0,-1 0 1 0 0,1 0 0 0 0,-1-1 0 0 0,1 1-1 0 0,0 0 1 0 0,-1 0 0 0 0,1 0 0 0 0,-1 5 0 0 0,-5 9 157 0 0,-8 35 35 0 0,15-46-178 0 0,1 1-155 0 0,2 22 170 0 0,-2-27-48 0 0,-1 0 0 0 0,0 1-1 0 0,0-1 1 0 0,0 0 0 0 0,1 0-1 0 0,-1 1 1 0 0,0-1 0 0 0,1 0 0 0 0,-1 0-1 0 0,1 0 1 0 0,0 1 0 0 0,-1-1-1 0 0,1 0 1 0 0,0 0 0 0 0,0 0-1 0 0,-1 0 1 0 0,1 0 0 0 0,0 0 0 0 0,0 0-1 0 0,2 0 1 0 0,-1 2 11 0 0,1 0-56 0 0,1 1-1 0 0,-1-1 1 0 0,1 1 0 0 0,0-1 0 0 0,-1 0 0 0 0,1-1-1 0 0,0 1 1 0 0,1-1 0 0 0,-1 1 0 0 0,0-1 0 0 0,1 0-1 0 0,0-1 1 0 0,-1 1 0 0 0,6 0 0 0 0,2 0-333 0 0,1 0 1 0 0,-1 0-1 0 0,14-1 0 0 0,-18-1 211 0 0,14 1-665 0 0,-20 0 767 0 0,1-1 0 0 0,0 0 0 0 0,-1 0 0 0 0,1-1-1 0 0,-1 1 1 0 0,1 0 0 0 0,0-1 0 0 0,3-1 0 0 0,9-1-491 0 0,-5 1 357 0 0,28-9-627 0 0,13-8 250 0 0,-38 14 744 0 0,-1-2 1 0 0,1 0-1 0 0,-1 0 0 0 0,0-1 1 0 0,-1-1-1 0 0,18-17 0 0 0,-15 10 284 0 0,-11 12-43 0 0,-1-1-116 0 0,16-41 1606 0 0,-16 41-118 0 0,-5 7-1738 0 0,1 0-1 0 0,0 0 1 0 0,0 1 0 0 0,0-1-1 0 0,0 0 1 0 0,0 1-1 0 0,1-1 1 0 0,-1 1 0 0 0,1-1-1 0 0,0 1 1 0 0,-1 0-1 0 0,1 0 1 0 0,0-1 0 0 0,1 1-1 0 0,-2 4 1 0 0,2-5-67 0 0,-2 4 115 0 0,1 1-30 0 0,-1 20-4 0 0,1-20-21 0 0,1 0-11 0 0,0 20-11 0 0,0-20 15 0 0,1-1-20 0 0,2 6-228 0 0,1-1 1 0 0,0 0 0 0 0,0 0 0 0 0,11 18-1 0 0,-12-25-509 0 0,3-4-1641 0 0,19 0 1054 0 0,-19 0-877 0 0</inkml:trace>
</inkml:ink>
</file>

<file path=ppt/ink/ink2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24.3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94 0 2084 0 0,'-7'1'678'0'0,"-19"1"-96"0"0,19-1 279 0 0,2 1-534 0 0,-14 8-13 0 0,14-7 73 0 0,2 0-122 0 0,-8 9-101 0 0,9-9 96 0 0,1 2-106 0 0,-5 13-13 0 0,5-13 433 0 0,3-1-412 0 0,0 1-105 0 0,8 12 369 0 0,-4-16-286 0 0,19 1 1 0 0,-19-1 253 0 0,0-3-182 0 0,45-19 847 0 0,-46 18-792 0 0,-5 3-257 0 0,1 0 1 0 0,-1 0-1 0 0,1-1 1 0 0,-1 1 0 0 0,1 0-1 0 0,-1 0 1 0 0,1 0-1 0 0,-1-1 1 0 0,0 1-1 0 0,1 0 1 0 0,-1 0-1 0 0,1-1 1 0 0,-1 1-1 0 0,0 0 1 0 0,1-1-1 0 0,-1 1 1 0 0,0-1-1 0 0,1 1 1 0 0,-1 0 0 0 0,0-1-1 0 0,1 1 1 0 0,-1-1-1 0 0,0 1 1 0 0,0-1-1 0 0,0 1 1 0 0,1-1-1 0 0,-1 0 4 0 0,0 1 0 0 0,0-1-1 0 0,0 1 1 0 0,0-1 0 0 0,1 1 0 0 0,-1-1-1 0 0,0 1 1 0 0,0-1 0 0 0,1 1 0 0 0,-1 0-1 0 0,0-1 1 0 0,1 1 0 0 0,-1-1 0 0 0,0 1-1 0 0,1 0 1 0 0,-1-1 0 0 0,1 1 0 0 0,-1 0-1 0 0,0 0 1 0 0,1-1 0 0 0,-1 1 0 0 0,1 0-1 0 0,-1 0 1 0 0,1 0 0 0 0,-1 0 0 0 0,2-1-1 0 0,0-3 72 0 0,-1 2-169 0 0,0 1-19 0 0,0 0-1 0 0,0 0 1 0 0,0-1 0 0 0,-1 1 0 0 0,1 0-1 0 0,0 0 1 0 0,-1 0 0 0 0,1-1-1 0 0,-1 1 1 0 0,0 0 0 0 0,1 0-1 0 0,-1-3 1 0 0,0 3-52 0 0,-1-1-1 0 0,1 1 1 0 0,-1 0 0 0 0,0-1-1 0 0,1 1 1 0 0,-1 0-1 0 0,0-1 1 0 0,0 1 0 0 0,0 0-1 0 0,0 0 1 0 0,0 0-1 0 0,-2-2 1 0 0,2 3-173 0 0,-1-4-2100 0 0</inkml:trace>
</inkml:ink>
</file>

<file path=ppt/ink/ink2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24.7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2564 0 0,'0'0'2309'0'0,"3"4"-1551"0"0,9 11-169 0 0,-9-12-104 0 0,-1 2-81 0 0,13 43 878 0 0,-14-43-1120 0 0,-1-3-154 0 0,-1-1 0 0 0,1 1 0 0 0,0 0 0 0 0,0 0 0 0 0,0 0 0 0 0,0-1 0 0 0,0 1 0 0 0,1 0 0 0 0,-1 0 0 0 0,0-1 0 0 0,1 1 0 0 0,1 3 0 0 0,-2-3 14 0 0,1 3 92 0 0,0 0-24 0 0,3 15 11 0 0,-3-15-11 0 0,-1 1-88 0 0,1 17 192 0 0,0-17 3236 0 0,2-10-3364 0 0,15-22 19 0 0,-12 16-74 0 0,0 1 1 0 0,1-1 0 0 0,0 1 0 0 0,0 0 0 0 0,1 1 0 0 0,1-1 0 0 0,-1 2 0 0 0,1-1-1 0 0,0 1 1 0 0,17-9 0 0 0,-20 13-14 0 0,0 0 0 0 0,0 0-1 0 0,0 1 1 0 0,1 0 0 0 0,-1 0 0 0 0,1 0 0 0 0,7 0-1 0 0,-10 2 2 0 0,0 0-1 0 0,0 0 0 0 0,0 1 1 0 0,0-1-1 0 0,-1 1 1 0 0,1 0-1 0 0,0 0 0 0 0,0 1 1 0 0,-1-1-1 0 0,1 1 1 0 0,0 0-1 0 0,-1-1 0 0 0,0 2 1 0 0,5 2-1 0 0,-7-4 3 0 0,0 0-1 0 0,1 0 0 0 0,-1 0 1 0 0,0 0-1 0 0,0 0 1 0 0,0 0-1 0 0,0 0 0 0 0,0 1 1 0 0,0-1-1 0 0,0 0 0 0 0,0 1 1 0 0,-1-1-1 0 0,1 0 1 0 0,-1 1-1 0 0,1-1 0 0 0,-1 1 1 0 0,1-1-1 0 0,-1 2 1 0 0,1 1 9 0 0,2 2 66 0 0,-1 0-79 0 0,4 19-50 0 0,-4-19-62 0 0,0 0-72 0 0,4 19-78 0 0,-4-19-74 0 0,0 0-88 0 0,6 16-118 0 0,-6-17-132 0 0,-1-4 549 0 0,0 0 0 0 0,1 0 0 0 0,-1 0-1 0 0,0 0 1 0 0,0 0 0 0 0,0 0 0 0 0,0 1 0 0 0,0-1-1 0 0,0 0 1 0 0,0 0 0 0 0,0 1 0 0 0,0 1 0 0 0,1 0-225 0 0,1 1-1111 0 0</inkml:trace>
</inkml:ink>
</file>

<file path=ppt/ink/ink2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25.3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277 27 2832 0 0,'-2'-5'1174'0'0,"-6"-12"-200"0"0,6 13 919 0 0,-5 5-1484 0 0,2 0-371 0 0,0-1 52 0 0,0 1 0 0 0,0 0 1 0 0,0 0-1 0 0,0 0 0 0 0,0 1 0 0 0,1-1 0 0 0,-1 1 1 0 0,0 0-1 0 0,1 1 0 0 0,0-1 0 0 0,-1 1 1 0 0,-4 4-1 0 0,-4 5 85 0 0,1 0 1 0 0,1 1-1 0 0,0 0 1 0 0,-17 27-1 0 0,19-20-102 0 0,1-1-1 0 0,-7 27 1 0 0,14-41-51 0 0,1 0-37 0 0,1 3 35 0 0,-1 0 0 0 0,2 0 0 0 0,3 16 1 0 0,-3-20-61 0 0,3-2-101 0 0,-2 1 117 0 0,-2-2 16 0 0,0 0 0 0 0,1 0 0 0 0,-1 0 0 0 0,1 0 0 0 0,-1 0 0 0 0,0-1 0 0 0,1 1 0 0 0,0 0 0 0 0,-1-1 0 0 0,1 1 0 0 0,-1-1 0 0 0,4 1 1 0 0,26-7-106 0 0,-25 4-10 0 0,0-1 150 0 0,5-5 143 0 0,0 0 0 0 0,-1 0 0 0 0,0-1 0 0 0,-1-1 0 0 0,1 0 0 0 0,-2 0 0 0 0,1 0 0 0 0,-2-1 1 0 0,10-18-1 0 0,-14 25 32 0 0,0 0-3 0 0,7-14-31 0 0,-7 14 104 0 0,2-3-149 0 0,-5 7-115 0 0,0-1-1 0 0,0 1 1 0 0,1 0-1 0 0,-1-1 1 0 0,0 1-1 0 0,0 0 1 0 0,0-1-1 0 0,0 1 0 0 0,0 0 1 0 0,0-1-1 0 0,1 1 1 0 0,-1 0-1 0 0,0-1 1 0 0,0 1-1 0 0,0 0 1 0 0,1 0-1 0 0,-1-1 1 0 0,0 1-1 0 0,0 0 0 0 0,1 0 1 0 0,-1-1-1 0 0,0 1 1 0 0,1 0-1 0 0,-1 0 1 0 0,0 0-1 0 0,1 0 1 0 0,-1-1-1 0 0,0 1 1 0 0,1 0-1 0 0,-1 0 0 0 0,0 0 1 0 0,1 0-1 0 0,0 0 1 0 0,-3 56 60 0 0,2-4 108 0 0,2 0 0 0 0,2 0-1 0 0,12 56 1 0 0,1 16-9 0 0,1 139-26 0 0,-18-220-122 0 0,-2 0 1 0 0,-2 0-1 0 0,-1-1 0 0 0,-12 44 1 0 0,13-69 17 0 0,3-14-33 0 0,0 0 1 0 0,1-1-1 0 0,-1 1 0 0 0,0-1 0 0 0,0 1 0 0 0,-1-1 1 0 0,1 1-1 0 0,0-1 0 0 0,-1 1 0 0 0,1-1 0 0 0,-1 0 1 0 0,-3 3-1 0 0,4-3-3 0 0,0 0 1 0 0,0 0 1 0 0,-1 0 0 0 0,1 0-1 0 0,-1 0 1 0 0,1 0 0 0 0,-1 0-1 0 0,0 0 1 0 0,1-1 0 0 0,-1 1-1 0 0,0 0 1 0 0,0-1 0 0 0,0 0-1 0 0,-1 1 1 0 0,1-1 0 0 0,0 0-1 0 0,0 0 1 0 0,-1 0 0 0 0,1-1-1 0 0,0 1 1 0 0,-1-1 0 0 0,1 1-1 0 0,-1-1 1 0 0,-2 1 0 0 0,-26-4-39 0 0,16-1-53 0 0,0-6 74 0 0,1 1 0 0 0,0-1 0 0 0,0-1 0 0 0,1-1-1 0 0,1 0 1 0 0,0 0 0 0 0,0-1 0 0 0,2-1 0 0 0,-1 0 0 0 0,2 0 0 0 0,0-1 0 0 0,0-1 0 0 0,2 1 0 0 0,0-1-1 0 0,-7-25 1 0 0,8 25-232 0 0,2-1-1 0 0,0 0 1 0 0,1 0-1 0 0,1 0 1 0 0,0 0-1 0 0,1-1 1 0 0,1 1-1 0 0,1 0 0 0 0,1-1 1 0 0,0 1-1 0 0,1 0 1 0 0,1 0-1 0 0,0 0 1 0 0,1 1-1 0 0,1-1 1 0 0,9-16-1 0 0,-7 17-706 0 0,1 0-1 0 0,1 1 0 0 0,1 0 1 0 0,21-24-1 0 0,2 9-3068 0 0</inkml:trace>
</inkml:ink>
</file>

<file path=ppt/ink/ink2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25.8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9 589 3168 0 0,'0'0'3219'0'0,"-2"4"-2535"0"0,-4 11 3061 0 0,12-37-2898 0 0,18-49-517 0 0,-8 27-122 0 0,3-32 122 0 0,-4-2 0 0 0,-3 1-1 0 0,2-118 1 0 0,-13 188-267 0 0,-1-24 39 0 0,0 25 300 0 0,-4 10-284 0 0,-3 6-65 0 0,0 1 0 0 0,1 0-1 0 0,0 0 1 0 0,0 1 0 0 0,1-1-1 0 0,1 1 1 0 0,0 1 0 0 0,1-1-1 0 0,-3 22 1 0 0,-1 13-29 0 0,-1 66-1 0 0,10-60-865 0 0,2-1 0 0 0,18 88 0 0 0,-20-129 325 0 0,6 10-1495 0 0,-5-9-2278 0 0</inkml:trace>
</inkml:ink>
</file>

<file path=ppt/ink/ink2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26.0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30 156 3028 0 0,'0'0'1382'0'0,"-4"-1"-235"0"0,-16-2-239 0 0,15 2 1338 0 0,10 0-2016 0 0,59-5 213 0 0,17 0-959 0 0,-1-4 1 0 0,0-3-1 0 0,92-28 1 0 0,-122 26-1519 0 0,48-23 0 0 0,-53 18-1180 0 0</inkml:trace>
</inkml:ink>
</file>

<file path=ppt/ink/ink2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26.9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158 36 1912 0 0,'-48'-34'2920'0'0,"44"32"-1809"0"0,-2 3-613 0 0,-19 3-27 0 0,16 1 6 0 0,1 8-211 0 0,1 1-1 0 0,0 0 1 0 0,1 1 0 0 0,0 0-1 0 0,1 0 1 0 0,1 0-1 0 0,0 0 1 0 0,-2 26-1 0 0,-5 138 701 0 0,11-154-839 0 0,-2 34-87 0 0,3 198 290 0 0,-1-252-306 0 0,0 1 44 0 0,0 18 48 0 0,0-18 234 0 0,2-2-246 0 0,3 15-20 0 0,-4-15-16 0 0,2-4-58 0 0,-1 0 1 0 0,0-1-1 0 0,0 0 1 0 0,0 0-1 0 0,1 0 1 0 0,-1 0-1 0 0,0 0 1 0 0,0 0-1 0 0,0 0 1 0 0,0 0-1 0 0,-1-1 1 0 0,1 1 0 0 0,2-3-1 0 0,28-30 79 0 0,-18 20-79 0 0,4-3 58 0 0,0 1 0 0 0,1 1 0 0 0,29-17 0 0 0,-44 30-29 0 0,17-4 11 0 0,-17 4-45 0 0,1 1 4 0 0,1 2-2 0 0,19 2-2 0 0,-18-2 12 0 0,-3 2 3 0 0,13 8 33 0 0,-13-8-15 0 0,0 0-50 0 0,52 48-849 0 0,-52-48 544 0 0,12 10-700 0 0,-12-11 634 0 0,1-1-712 0 0,16 4 998 0 0,-16-3-26 0 0,1-3-182 0 0,18-1 244 0 0,-18 1-3 0 0,-1 0-37 0 0,5 0 121 0 0,0 1 0 0 0,-1 0 0 0 0,19 3 0 0 0,-23-2 96 0 0,15 16 365 0 0,-19-16-440 0 0,0 0-1 0 0,0-1 1 0 0,1 1 0 0 0,-1 0 0 0 0,0 0 0 0 0,0 0 0 0 0,0 0 0 0 0,0 0 0 0 0,0 0 0 0 0,0 0 0 0 0,0 0 0 0 0,0 0 0 0 0,0 0 0 0 0,-1 0-1 0 0,1 1 1 0 0,0-1 0 0 0,0 2 0 0 0,4-2 63 0 0,15 3 28 0 0,-16-4-72 0 0,2-2-49 0 0,17-8 2 0 0,-18 8 4 0 0,0-2 1 0 0,2-3-14 0 0,1 1 1 0 0,-1-1-1 0 0,0-1 0 0 0,-1 0 0 0 0,0 0 1 0 0,0 0-1 0 0,0 0 0 0 0,-1-1 1 0 0,-1 0-1 0 0,1 0 0 0 0,-2-1 1 0 0,6-16-1 0 0,-8 21-25 0 0,1-26 11 0 0,-2 25 13 0 0,-1 5-8 0 0,0-1 0 0 0,1 1 1 0 0,-1 0-1 0 0,0-1 0 0 0,0 1 0 0 0,1-1 0 0 0,-1 1 1 0 0,1-1-1 0 0,-1 1 0 0 0,1-1 0 0 0,0 1 0 0 0,0-3 1 0 0,-1 0-8 0 0,-1-1 21 0 0,-2 3 19 0 0,-11-8 10 0 0,11 7-8 0 0,-2 4 4 0 0,2-1-18 0 0,1 0 6 0 0,-1 1-1 0 0,1-1 1 0 0,-1 1 0 0 0,0 0-1 0 0,1 0 1 0 0,-1 0 0 0 0,1 0-1 0 0,0 0 1 0 0,-1 1 0 0 0,1 0 0 0 0,0-1-1 0 0,0 1 1 0 0,0 1 0 0 0,0-1-1 0 0,-4 4 1 0 0,-41 48 233 0 0,44-49-200 0 0,2-3-41 0 0,0 0 0 0 0,1 0 1 0 0,-1 0-1 0 0,0 0 1 0 0,1 0-1 0 0,0 0 1 0 0,-1 1-1 0 0,1-1 0 0 0,0 1 1 0 0,-1 3-1 0 0,-6 14 78 0 0,5-12-58 0 0,1-5-11 0 0,0 0 0 0 0,1 0 1 0 0,0 0-1 0 0,-1 1 1 0 0,1-1-1 0 0,1 0 0 0 0,-1 1 1 0 0,0 3-1 0 0,0-2-14 0 0,-1 0 10 0 0,1 0 1 0 0,0 0-1 0 0,0 0 1 0 0,0 0-1 0 0,1 0 1 0 0,0 0-1 0 0,0 0 1 0 0,0 1-1 0 0,0-1 1 0 0,1 0-1 0 0,2 9 1 0 0,27 38 83 0 0,-21-43-80 0 0,35 18-46 0 0,-34-23-3 0 0,-1-2 0 0 0,-6-1 4 0 0,0 0 0 0 0,0 1 1 0 0,0-1-1 0 0,1 0 0 0 0,-1 0 0 0 0,0-1 0 0 0,0 1 0 0 0,1-1 1 0 0,-1 0-1 0 0,4 0 0 0 0,2 1-50 0 0,6 1-194 0 0,15-1-13 0 0,3-4-494 0 0,-5 0-710 0 0,1-2 1 0 0,-1-1-1 0 0,45-15 0 0 0,-39 7-2619 0 0</inkml:trace>
</inkml:ink>
</file>

<file path=ppt/ink/ink2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27.8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2828 0 0,'0'0'5719'0'0,"5"2"-5383"0"0,16 5-67 0 0,-15-5-12 0 0,-3 3-46 0 0,7 16-27 0 0,0 0 1 0 0,-1 1 0 0 0,7 26-1 0 0,-15-43-150 0 0,0 2-9 0 0,2 20 13 0 0,-3-20 49 0 0,0-1-14 0 0,0 19 6 0 0,0-19 163 0 0,0 0-90 0 0,-2-1-54 0 0,2-4-10 0 0,-1 1 1 0 0,1 0 0 0 0,-1-1 0 0 0,1 1-1 0 0,0 0 1 0 0,-1 0 0 0 0,1-1 0 0 0,0 1-1 0 0,0 0 1 0 0,1 0 0 0 0,-1 2-1 0 0,0-4-63 0 0,-1 1-1 0 0,1 0 0 0 0,-1-1 1 0 0,1 1-1 0 0,-1 0 0 0 0,0-1 1 0 0,1 1-1 0 0,-1-1 0 0 0,0 1 1 0 0,1-1-1 0 0,-1 1 0 0 0,0-1 1 0 0,0 0-1 0 0,0 1 0 0 0,1-1 1 0 0,-1 0-1 0 0,0 0 0 0 0,0 0 1 0 0,0 1-1 0 0,1-1 0 0 0,-1 0 1 0 0,0 0-1 0 0,0 0 1 0 0,0 0-1 0 0,-1-1 0 0 0,0-4 6 0 0,1 3-19 0 0,1 0 1 0 0,-1 1 0 0 0,1-1 0 0 0,0 0 0 0 0,-1 0-1 0 0,1 0 1 0 0,0 1 0 0 0,0-1 0 0 0,0 0-1 0 0,0 0 1 0 0,0 0 0 0 0,1 0 0 0 0,-1 1 0 0 0,1-1-1 0 0,0-3 1 0 0,0-1-4 0 0,1-1-1 0 0,-1 0 1 0 0,1 1-1 0 0,1-1 1 0 0,-1 1-1 0 0,1 0 1 0 0,0 0 0 0 0,1 0-1 0 0,-1 0 1 0 0,1 0-1 0 0,0 1 1 0 0,1 0-1 0 0,-1 0 1 0 0,1 0-1 0 0,0 0 1 0 0,0 1-1 0 0,1 0 1 0 0,-1 0-1 0 0,1 0 1 0 0,0 1-1 0 0,0-1 1 0 0,10-2 0 0 0,-7 3-3 0 0,1 0 1 0 0,-1 2-1 0 0,0-1 1 0 0,1 1 0 0 0,-1 0-1 0 0,1 1 1 0 0,0 0 0 0 0,16 3-1 0 0,-16-3-2 0 0,14 4 20 0 0,35 26-43 0 0,-38-17-2 0 0,-1 5 7 0 0,-16-13 12 0 0,0-1-3 0 0,-2 0 6 0 0,6 11 14 0 0,-6-11-9 0 0,-3 0-18 0 0,-3 15 11 0 0,3-15 58 0 0,-4-3-70 0 0,-15 3 20 0 0,15-3 2 0 0,2-4-8 0 0,-9-8 4 0 0,9 8 2 0 0,3-3 4 0 0,0-19-38 0 0,0 19 33 0 0,3 1 13 0 0,6-15-5 0 0,-7 16 3 0 0,2-1 7 0 0,-1 3-20 0 0,-1-1 0 0 0,1 0 0 0 0,0 0 0 0 0,-1 0 0 0 0,1 1-1 0 0,0 0 1 0 0,0-1 0 0 0,1 1 0 0 0,-1 0 0 0 0,0 1 0 0 0,1-1-1 0 0,-1 1 1 0 0,1-1 0 0 0,0 1 0 0 0,-1 0 0 0 0,7-1 0 0 0,17 1-9 0 0,-21 1 16 0 0,2 1 1 0 0,3 1-15 0 0,1 1 1 0 0,-1 0 0 0 0,1 1-1 0 0,-1 0 1 0 0,0 0-1 0 0,-1 1 1 0 0,1 1-1 0 0,-1 0 1 0 0,0 0-1 0 0,12 11 1 0 0,-17-13 8 0 0,15 15 16 0 0,7 17-25 0 0,-25-29-5 0 0,7 15-70 0 0,-8-16 64 0 0,0-2-66 0 0,-2 3-63 0 0,-9 52-878 0 0,9-54 504 0 0,1-3 433 0 0,0-1-1 0 0,-1 1 0 0 0,1 0 0 0 0,-1-1 1 0 0,1 1-1 0 0,-1 0 0 0 0,0-1 0 0 0,0 1 1 0 0,0-1-1 0 0,0 1 0 0 0,0-1 0 0 0,-2 3 1 0 0,1-1-139 0 0,-1 2-701 0 0,1-1-1612 0 0,-6 11 46 0 0</inkml:trace>
</inkml:ink>
</file>

<file path=ppt/ink/ink2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28.6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0 181 2972 0 0,'0'0'2595'0'0,"4"-2"-1927"0"0,-1 0-536 0 0,-2 1-86 0 0,0 0-1 0 0,0 0 1 0 0,0 1-1 0 0,0-1 1 0 0,0 0-1 0 0,0 0 1 0 0,0 1-1 0 0,1-1 1 0 0,-1 1 0 0 0,0-1-1 0 0,0 1 1 0 0,3-1 1425 0 0,0 4-1310 0 0,-1-1-1 0 0,1 1 1 0 0,0-1 0 0 0,0 0-1 0 0,0 0 1 0 0,0-1 0 0 0,0 1 0 0 0,0-1-1 0 0,0 0 1 0 0,1 0 0 0 0,-1 0 0 0 0,6 0-1 0 0,16-5 26 0 0,-21 3-107 0 0,0-1-24 0 0,37-23 95 0 0,-37 22-65 0 0,-2-1-33 0 0,9-14-41 0 0,-9 14 27 0 0,-2-1-2 0 0,6-16 4 0 0,-6 16 9 0 0,-1-1 4 0 0,-1-15-26 0 0,1 16-38 0 0,-2 0 15 0 0,-7-18-42 0 0,9 21 38 0 0,-1 1 0 0 0,0-1 0 0 0,0 1-1 0 0,1 0 1 0 0,-1-1 0 0 0,0 1 0 0 0,0 0 0 0 0,0 0 0 0 0,0-1 0 0 0,0 1 0 0 0,-1 0 0 0 0,1 0 0 0 0,0 0 0 0 0,-1 0-1 0 0,1 1 1 0 0,0-1 0 0 0,-1 0 0 0 0,1 1 0 0 0,-1-1 0 0 0,1 0 0 0 0,-1 1 0 0 0,-2-1 0 0 0,-21 1 37 0 0,18 0-58 0 0,5 0 29 0 0,0 1-1 0 0,1-1 1 0 0,-1 1 0 0 0,0 0 0 0 0,0-1 0 0 0,0 1-1 0 0,1 0 1 0 0,-1 0 0 0 0,0 0 0 0 0,1 0 0 0 0,-1 0-1 0 0,-2 3 1 0 0,1-2 11 0 0,-1 1-5 0 0,0 0 1 0 0,1 0-1 0 0,-1 0 0 0 0,0 0 1 0 0,1 0-1 0 0,0 1 1 0 0,0 0-1 0 0,0-1 0 0 0,0 1 1 0 0,1 0-1 0 0,-3 5 1 0 0,2-4-4 0 0,-3 3 58 0 0,5-6-62 0 0,0-1-1 0 0,0 1 0 0 0,0-1 1 0 0,0 1-1 0 0,1-1 1 0 0,-1 1-1 0 0,0 0 0 0 0,0-1 1 0 0,1 1-1 0 0,0 0 0 0 0,-1 3 1 0 0,-2 8 78 0 0,1-6-77 0 0,1 0 0 0 0,-1 0 1 0 0,2 0-1 0 0,-1 0 0 0 0,1 0 0 0 0,0 0 1 0 0,0 0-1 0 0,1 0 0 0 0,0 1 0 0 0,0-1 0 0 0,1 0 1 0 0,3 10-1 0 0,31 37 48 0 0,-34-52-53 0 0,0 0 1 0 0,-1 0 0 0 0,1 0 0 0 0,0 0-1 0 0,0 0 1 0 0,0 0 0 0 0,0 0-1 0 0,0-1 1 0 0,1 1 0 0 0,-1-1-1 0 0,3 2 1 0 0,2 1-8 0 0,-1-1-28 0 0,0 1-1 0 0,0-1 0 0 0,0 0 0 0 0,1-1 0 0 0,-1 1 0 0 0,1-1 0 0 0,-1 0 0 0 0,1-1 0 0 0,10 2 1 0 0,-10-3-33 0 0,5 3-162 0 0,0-2 1 0 0,0 0-1 0 0,0 0 0 0 0,22-3 0 0 0,-23 2 104 0 0,-6 0 23 0 0,-1 0 1 0 0,1 0-1 0 0,-1 0 1 0 0,1-1 0 0 0,0 1-1 0 0,-1-1 1 0 0,7-2-1 0 0,-1 0-70 0 0,8-1-190 0 0,0 0-1 0 0,0-1 1 0 0,-1-1-1 0 0,0-1 0 0 0,0-1 1 0 0,0 0-1 0 0,22-16 1 0 0,-13 6-6 0 0,-2-1-1 0 0,0-1 1 0 0,24-27 0 0 0,11-29 2407 0 0,-56 72-1540 0 0,0-1-128 0 0,-1 2-194 0 0,-1 2-103 0 0,0 0-1 0 0,0-1 0 0 0,0 1 0 0 0,-1 0 1 0 0,1 0-1 0 0,0-1 0 0 0,-1 1 1 0 0,1 0-1 0 0,-1-1 0 0 0,1 1 0 0 0,-1-1 1 0 0,1 1-1 0 0,-1 0 0 0 0,0-1 0 0 0,0 1 1 0 0,0-1-1 0 0,0 1 0 0 0,0-1 1 0 0,0-2-1 0 0,-3-20 174 0 0,2 17 144 0 0,-11 2-223 0 0,12 5-159 0 0,-1-1-1 0 0,0 1 1 0 0,1-1 0 0 0,-1 1 0 0 0,0 0 0 0 0,1-1-1 0 0,-1 1 1 0 0,0 0 0 0 0,1-1 0 0 0,-1 1 0 0 0,0 0-1 0 0,0 0 1 0 0,0 0 0 0 0,1-1 0 0 0,-1 1 0 0 0,0 0-1 0 0,0 0 1 0 0,0 0 0 0 0,1 1 0 0 0,-1-1 0 0 0,0 0-1 0 0,0 0 1 0 0,1 0 0 0 0,-1 0 0 0 0,0 1 0 0 0,-1 0-1 0 0,-6 1 28 0 0,0 0-1 0 0,0 1 1 0 0,0 0-1 0 0,1 1 1 0 0,-1 0-1 0 0,1 0 1 0 0,-13 10-1 0 0,0 4 58 0 0,1 0 0 0 0,-21 28-1 0 0,32-37-37 0 0,-1 5-28 0 0,2 0 13 0 0,-13 31-28 0 0,19-41 18 0 0,-3 27-6 0 0,4-25-12 0 0,3-2-113 0 0,-3-4 105 0 0,1 1 1 0 0,1 0 0 0 0,-1 0-1 0 0,0 0 1 0 0,1 1 0 0 0,-1-1-1 0 0,0 0 1 0 0,0 1 0 0 0,0-1-1 0 0,0 1 1 0 0,0-1-1 0 0,1 3 1 0 0,3-4 26 0 0,51-12-92 0 0,-46 7 216 0 0,0 1 0 0 0,-1-2 0 0 0,0 1 1 0 0,0-1-1 0 0,16-14 0 0 0,-22 17 140 0 0,1-1 31 0 0,10-10 2 0 0,-10 10 190 0 0,-1 0-384 0 0,10-11 16 0 0,-9 12 428 0 0,-4 3-577 0 0,1 0-1 0 0,-1 0 1 0 0,1 0 0 0 0,-1 0-1 0 0,1 0 1 0 0,-1 0-1 0 0,0 0 1 0 0,1 1-1 0 0,-1-1 1 0 0,1 0-1 0 0,-1 0 1 0 0,0 0-1 0 0,1 1 1 0 0,-1-1 0 0 0,1 0-1 0 0,-1 1 1 0 0,0-1-1 0 0,1 0 1 0 0,-1 1-1 0 0,0-1 1 0 0,0 0-1 0 0,1 1 1 0 0,-1-1 0 0 0,0 1-1 0 0,0-1 1 0 0,1 1-1 0 0,-1-1 0 0 0,0 1 1 0 0,0-1-1 0 0,0 1 0 0 0,1-1 0 0 0,-1 1 0 0 0,0-1 0 0 0,0 0 1 0 0,1 1-1 0 0,-1-1 0 0 0,0 0 0 0 0,1 1 0 0 0,-1-1 0 0 0,1 0 1 0 0,-1 1-1 0 0,0-1 0 0 0,1 0 0 0 0,-1 0 0 0 0,1 1 0 0 0,-1-1 1 0 0,1 0-1 0 0,-1 0 0 0 0,0 0 0 0 0,1 0 0 0 0,-1 0 1 0 0,2 0-1 0 0,-1 5 20 0 0,2 15-11 0 0,-2-15-18 0 0,1 1 12 0 0,17 45-43 0 0,-18-47-129 0 0,2 2-151 0 0,11 12-100 0 0,-9-12-699 0 0,0 0 1 0 0,1-1 0 0 0,0 0-1 0 0,0 0 1 0 0,12 7 0 0 0,-13-10-1575 0 0</inkml:trace>
</inkml:ink>
</file>

<file path=ppt/ink/ink2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29.1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72 1 3464 0 0,'0'0'4276'0'0,"1"5"-3849"0"0,4 13-43 0 0,-3-13 281 0 0,-2 2-401 0 0,1 23-41 0 0,0-23-36 0 0,-1-1-36 0 0,1 19-14 0 0,0-19-25 0 0,-1 1-9 0 0,0 19-38 0 0,0-20-31 0 0,-1 0 26 0 0,-7 53 626 0 0,7-53-226 0 0,-1-2-120 0 0,0-2-188 0 0,1 1 1 0 0,-1-1-1 0 0,0 0 1 0 0,1 1-1 0 0,-1-1 1 0 0,0 0-1 0 0,0 0 1 0 0,-1-1-1 0 0,1 1 1 0 0,0 0-1 0 0,-1-1 1 0 0,1 1-1 0 0,-5 1 1 0 0,2-1 724 0 0,1-4-668 0 0,-12-8-53 0 0,12 7 4 0 0,-2-14 105 0 0,4 14-238 0 0,1-1 26 0 0,1-2 8 0 0,1-4-37 0 0,0 1 0 0 0,1 0 0 0 0,0 0 0 0 0,1-1 0 0 0,0 1 0 0 0,0 1 0 0 0,1-1 0 0 0,0 0 0 0 0,0 1 0 0 0,1 0 0 0 0,0 0 0 0 0,1 0 0 0 0,0 1-1 0 0,0 0 1 0 0,1 0 0 0 0,-1 0 0 0 0,11-7 0 0 0,-15 12-29 0 0,1-1-1 0 0,-1 1 0 0 0,1 0 1 0 0,-1 0-1 0 0,1 0 1 0 0,0 1-1 0 0,0-1 1 0 0,0 1-1 0 0,4-2 1 0 0,1 0-9 0 0,-6 1 6 0 0,1 0 1 0 0,0 1 0 0 0,-1-1-1 0 0,1 1 1 0 0,0 0-1 0 0,0 0 1 0 0,0 0-1 0 0,0 0 1 0 0,6-1-1 0 0,-1 1-5 0 0,6-2-46 0 0,34 0 27 0 0,-39 5 29 0 0,-1 1-2 0 0,-6-3 1 0 0,1 0 1 0 0,-1 0-1 0 0,0 1 0 0 0,1 0 0 0 0,-1-1 1 0 0,0 1-1 0 0,1 0 0 0 0,-1 0 0 0 0,0 0 1 0 0,0 0-1 0 0,4 3 0 0 0,0 0-13 0 0,-3-4 0 0 0,-1 1 0 0 0,0 0 1 0 0,1 1-1 0 0,-1-1 0 0 0,0 0 0 0 0,0 1 0 0 0,1-1 0 0 0,-1 1 1 0 0,0 0-1 0 0,-1-1 0 0 0,1 1 0 0 0,0 0 0 0 0,1 3 0 0 0,2 1-53 0 0,0-2-27 0 0,-1 0-1 0 0,0 0 0 0 0,0 1 1 0 0,-1 0-1 0 0,1-1 1 0 0,-1 1-1 0 0,0 1 0 0 0,0-1 1 0 0,3 10-1 0 0,-1-5-213 0 0,-4-7 201 0 0,1 0 0 0 0,-1 0 0 0 0,0 1 0 0 0,0-1 0 0 0,0 0 0 0 0,0 0 0 0 0,-1 0 0 0 0,1 1 0 0 0,-1 4 0 0 0,1 1-140 0 0,0-4 72 0 0,0 0 1 0 0,0 0 0 0 0,0 0 0 0 0,-1 0-1 0 0,0 0 1 0 0,0 0 0 0 0,0 0 0 0 0,-1 8-1 0 0,-1 1-189 0 0,0 0-499 0 0,0-1-1 0 0,0 0 1 0 0,-1 0 0 0 0,-1 0-1 0 0,0 0 1 0 0,-11 22-1 0 0,-4 4-4216 0 0</inkml:trace>
</inkml:ink>
</file>

<file path=ppt/ink/ink2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30.2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141 659 4764 0 0,'19'-21'1538'0'0,"-15"16"-225"0"0,-1 1-230 0 0,8-12-190 0 0,-9 12 1954 0 0,-31 10-2566 0 0,20-4-235 0 0,-4 5 66 0 0,-1 4-45 0 0,1 1 0 0 0,0 1 0 0 0,1 1-1 0 0,-20 28 1 0 0,27-35-52 0 0,-14 25 35 0 0,15-24-70 0 0,1 0 1 0 0,0 1-1 0 0,0-1 0 0 0,1 1 1 0 0,0 0-1 0 0,0 0 1 0 0,1 0-1 0 0,0 0 0 0 0,1 0 1 0 0,0 0-1 0 0,1 0 0 0 0,-1 0 1 0 0,3 10-1 0 0,-2-18 0 0 0,-1 1-1 0 0,1 0 0 0 0,-1-1 1 0 0,1 1-1 0 0,-1 0 0 0 0,1-1 1 0 0,0 1-1 0 0,0-1 0 0 0,0 1 1 0 0,0-1-1 0 0,0 0 0 0 0,0 1 1 0 0,2 1-1 0 0,1 1-32 0 0,-3-3 40 0 0,0 1-1 0 0,0-1 1 0 0,0 0-1 0 0,0 1 1 0 0,0-1-1 0 0,0 0 1 0 0,0 0-1 0 0,1 0 0 0 0,-1 0 1 0 0,0 0-1 0 0,1 0 1 0 0,-1 0-1 0 0,1-1 1 0 0,-1 1-1 0 0,1 0 1 0 0,-1-1-1 0 0,3 1 1 0 0,0 1-25 0 0,1 0 16 0 0,-1 0 1 0 0,1 0-1 0 0,0-1 0 0 0,-1 1 1 0 0,1-1-1 0 0,0 0 0 0 0,0 0 1 0 0,0 0-1 0 0,0-1 0 0 0,0 0 1 0 0,9-1-1 0 0,-9 1 16 0 0,4 0 32 0 0,0-1-1 0 0,-1-1 0 0 0,1 1 0 0 0,0-1 0 0 0,-1-1 0 0 0,0 1 0 0 0,13-7 1 0 0,-14 6-6 0 0,-4 2 2 0 0,0 0 1 0 0,0 0-1 0 0,0 0 0 0 0,0 0 0 0 0,0-1 0 0 0,0 1 0 0 0,-1-1 0 0 0,1 0 0 0 0,4-4 0 0 0,-1 1 19 0 0,-3 3-22 0 0,0 1 0 0 0,0-1-1 0 0,-1 0 1 0 0,1 0 0 0 0,-1 0-1 0 0,1 0 1 0 0,-1 0 0 0 0,0-1-1 0 0,3-3 1 0 0,0 0 14 0 0,-3 4-19 0 0,0 1 1 0 0,0-1 0 0 0,-1 0-1 0 0,1 1 1 0 0,0-1 0 0 0,-1 0-1 0 0,1 0 1 0 0,-1 0-1 0 0,0 0 1 0 0,1 0 0 0 0,-1 0-1 0 0,0-1 1 0 0,0 1-1 0 0,0-3 1 0 0,4-9 173 0 0,8-44 156 0 0,-12 49-275 0 0,0 7-60 0 0,-1 0 0 0 0,0 0-1 0 0,0 0 1 0 0,0 0 0 0 0,0 0-1 0 0,0 0 1 0 0,0-1 0 0 0,0 1-1 0 0,-1 0 1 0 0,1 0-1 0 0,-1 0 1 0 0,1 0 0 0 0,-1 1-1 0 0,-1-4 1 0 0,0-1 50 0 0,0 0-13 0 0,-1-1-1 0 0,1 1 1 0 0,-1 0-1 0 0,0 1 1 0 0,-1-1-1 0 0,1 0 1 0 0,-1 1-1 0 0,0 0 1 0 0,-1 0-1 0 0,1 0 0 0 0,-1 1 1 0 0,0-1-1 0 0,0 1 1 0 0,0 0-1 0 0,-1 1 1 0 0,1-1-1 0 0,-1 1 1 0 0,0 0-1 0 0,-11-4 1 0 0,13 6 112 0 0,-4 1-112 0 0,-22 1 1 0 0,22-1 6 0 0,-3 7 21 0 0,10-7-71 0 0,0 0-1 0 0,0 0 1 0 0,0 0 0 0 0,1 1 0 0 0,-1-1 0 0 0,0 1-1 0 0,0-1 1 0 0,0 0 0 0 0,1 1 0 0 0,-1-1 0 0 0,0 1-1 0 0,1 0 1 0 0,-1-1 0 0 0,1 1 0 0 0,-1 0 0 0 0,0-1-1 0 0,1 1 1 0 0,-1 0 0 0 0,1-1 0 0 0,0 1 0 0 0,-1 0-1 0 0,1 0 1 0 0,-1 1 0 0 0,-1 1 1 0 0,-4 14 18 0 0,8-12 9 0 0,-1-4-31 0 0,1 2 1 0 0,0 0-1 0 0,-1 0 0 0 0,1-1 0 0 0,0 1 0 0 0,1-1 0 0 0,-1 1 0 0 0,0-1 1 0 0,1 0-1 0 0,-1 0 0 0 0,1 0 0 0 0,0 0 0 0 0,-1 0 0 0 0,1 0 0 0 0,0-1 1 0 0,0 0-1 0 0,0 1 0 0 0,7 0 0 0 0,20 6-120 0 0,0-2 0 0 0,1-2 1 0 0,0-1-1 0 0,0-1 0 0 0,1-1 0 0 0,-1-2 0 0 0,42-7 0 0 0,-31 2 21 0 0,-1-2-1 0 0,-1-1 0 0 0,0-3 0 0 0,0-1 0 0 0,46-23 0 0 0,-68 27 94 0 0,-1-1-1 0 0,0 0 1 0 0,-1-1 0 0 0,-1-1 0 0 0,0-1 0 0 0,0 0-1 0 0,-1 0 1 0 0,-1-2 0 0 0,0 0 0 0 0,-1 0 0 0 0,-1-1-1 0 0,0-1 1 0 0,15-32 0 0 0,-16 27 38 0 0,-2-1 1 0 0,0 0-1 0 0,-2-1 1 0 0,-1 1-1 0 0,0-1 0 0 0,-2 0 1 0 0,-1 0-1 0 0,-1-1 0 0 0,0 1 1 0 0,-6-38-1 0 0,-4 23 80 0 0,6 29-81 0 0,2 8-11 0 0,1-1 0 0 0,-1 0 0 0 0,0 0 0 0 0,1 0 1 0 0,-1 1-1 0 0,-1-1 0 0 0,1 1 0 0 0,0-1 0 0 0,-1 1 0 0 0,1-1 0 0 0,-4-2 0 0 0,0-2 34 0 0,5 6-36 0 0,-1-1 0 0 0,0 1 0 0 0,1 0-1 0 0,-1-1 1 0 0,0 1 0 0 0,0 0 0 0 0,0-1-1 0 0,0 1 1 0 0,0 0 0 0 0,-1 0 0 0 0,1 0-1 0 0,0 0 1 0 0,-1 0 0 0 0,1 0 0 0 0,0 1-1 0 0,-1-1 1 0 0,1 0 0 0 0,-4 0-1 0 0,1-1 47 0 0,-7-2 129 0 0,5 3-123 0 0,4 0-47 0 0,0 1 0 0 0,0-1 0 0 0,0 1 0 0 0,0 0 0 0 0,1-1 0 0 0,-1 1 0 0 0,0 0 0 0 0,0 1 0 0 0,0-1 0 0 0,0 0-1 0 0,0 0 1 0 0,0 1 0 0 0,0-1 0 0 0,0 1 0 0 0,0 0 0 0 0,-1 0 0 0 0,-9 4 40 0 0,1-1-1 0 0,0 2 0 0 0,0-1 0 0 0,1 2 0 0 0,-1-1 0 0 0,1 1 0 0 0,1 1 0 0 0,0 0 0 0 0,0 0 1 0 0,0 1-1 0 0,-12 16 0 0 0,5-1 2 0 0,2 1 1 0 0,0 0-1 0 0,2 1 1 0 0,-15 46 0 0 0,-23 110-1 0 0,-54 399 214 0 0,45 3-3732 0 0,57-500-1320 0 0,8-64 1581 0 0,-4-15 2224 0 0</inkml:trace>
</inkml:ink>
</file>

<file path=ppt/ink/ink2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30.4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27 279 4412 0 0,'-15'-58'3485'0'0,"14"53"-2677"0"0,-1 0-66 0 0,-5-18-133 0 0,6 18 215 0 0,4-11-407 0 0,-3 15-404 0 0,0 0 1 0 0,0 0-1 0 0,0-1 1 0 0,0 1-1 0 0,0 0 1 0 0,0 0-1 0 0,1 0 0 0 0,-1 0 1 0 0,0 0-1 0 0,1 0 1 0 0,-1 0-1 0 0,1 0 1 0 0,-1 0-1 0 0,1 0 0 0 0,-1 0 1 0 0,1 0-1 0 0,0 0 1 0 0,-1 0-1 0 0,1 0 1 0 0,0 1-1 0 0,1-2 0 0 0,8-7-58 0 0,0 1-1 0 0,1 0 0 0 0,0 1 1 0 0,0 0-1 0 0,0 1 0 0 0,1 0 1 0 0,0 1-1 0 0,21-7 0 0 0,115-25-2597 0 0,-80 23 695 0 0,-16 1-474 0 0,-1 2-1706 0 0</inkml:trace>
</inkml:ink>
</file>

<file path=ppt/ink/ink2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31.9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697 661 3928 0 0,'-6'-5'1256'0'0,"-6"-3"-918"0"0,-1 1 0 0 0,0 0 1 0 0,0 1-1 0 0,-1 0 0 0 0,1 1 0 0 0,-1 0 1 0 0,-1 2-1 0 0,-18-4 0 0 0,10 4-112 0 0,1 1 0 0 0,-1 1 0 0 0,0 1 0 0 0,0 1 0 0 0,-24 4 0 0 0,19 0-124 0 0,1 1 0 0 0,-1 1 0 0 0,1 2 0 0 0,1 0 0 0 0,-1 2 0 0 0,2 0 1 0 0,-1 2-1 0 0,2 1 0 0 0,-34 25 0 0 0,49-31-72 0 0,0 0 0 0 0,0 0 0 0 0,1 1 1 0 0,0 0-1 0 0,0 1 0 0 0,1-1 0 0 0,0 1 0 0 0,1 1 0 0 0,0-1 1 0 0,1 1-1 0 0,-4 13 0 0 0,7-19-13 0 0,3 1 1 0 0,4 19 1 0 0,-5-24-18 0 0,1 0 0 0 0,-1 0 1 0 0,0 0-1 0 0,1 0 0 0 0,-1 1 0 0 0,0-1 1 0 0,1 0-1 0 0,-1 0 0 0 0,1 0 0 0 0,0 0 0 0 0,-1 0 1 0 0,1 0-1 0 0,0 0 0 0 0,0 0 0 0 0,-1-1 1 0 0,1 1-1 0 0,0 0 0 0 0,0 0 0 0 0,0-1 0 0 0,0 1 1 0 0,2 1-1 0 0,-1-1-1 0 0,-1 0-1 0 0,0 1-1 0 0,1-1 1 0 0,-1 0-1 0 0,0 0 1 0 0,1 0 0 0 0,-1 0-1 0 0,0 0 1 0 0,1 0-1 0 0,-1 0 1 0 0,1-1-1 0 0,0 1 1 0 0,-1 0-1 0 0,1-1 1 0 0,3 1-1 0 0,0 1 4 0 0,-3-1-1 0 0,0 0 1 0 0,0 0-1 0 0,0 0 1 0 0,0-1-1 0 0,0 1 1 0 0,0 0 0 0 0,0-1-1 0 0,0 1 1 0 0,1-1-1 0 0,-1 0 1 0 0,0 0-1 0 0,4 0 1 0 0,1 0 1 0 0,4 1-5 0 0,0-1 0 0 0,0 0 0 0 0,0 0 0 0 0,1-1 0 0 0,-1-1 0 0 0,-1 0 0 0 0,13-4 0 0 0,68-26 10 0 0,-73 24-7 0 0,-1 0 0 0 0,0-1 0 0 0,0-1 0 0 0,-1-1 0 0 0,0 0 0 0 0,-1-1-1 0 0,0-1 1 0 0,-1 0 0 0 0,0-1 0 0 0,14-20 0 0 0,-14 15 3 0 0,-2 0 0 0 0,0-2 0 0 0,-1 1 0 0 0,-1-1 0 0 0,-1-1 1 0 0,-1 0-1 0 0,-1 0 0 0 0,5-29 0 0 0,-4 3 272 0 0,-1 0 0 0 0,-1-70 0 0 0,-13-95 426 0 0,4 148-497 0 0,2 46-145 0 0,-1 3-31 0 0,1 11 8 0 0,-5 6-32 0 0,2 1 1 0 0,1-1 1 0 0,0 1-1 0 0,0-1 0 0 0,0 1 1 0 0,0 0-1 0 0,0 0 0 0 0,0 0 1 0 0,0 1-1 0 0,1-1 0 0 0,-1 1 1 0 0,1-1-1 0 0,0 1 0 0 0,-3 3 1 0 0,-2 6 30 0 0,0-1 0 0 0,-9 24 0 0 0,5-7-31 0 0,1 0-1 0 0,2 0 1 0 0,0 0-1 0 0,2 1 1 0 0,1 1 0 0 0,2-1-1 0 0,0 0 1 0 0,4 55 0 0 0,0-67-166 0 0,1 0-1 0 0,1 0 1 0 0,0-1 0 0 0,1 1 0 0 0,1-1 0 0 0,1 0 0 0 0,0 0 0 0 0,1-1 0 0 0,1 1 0 0 0,0-2 0 0 0,1 1-1 0 0,0-1 1 0 0,1-1 0 0 0,1 1 0 0 0,0-2 0 0 0,24 21 0 0 0,-20-22-225 0 0,0 0 0 0 0,1-1 0 0 0,0-1 1 0 0,1-1-1 0 0,0 0 0 0 0,0-1 0 0 0,0-1 0 0 0,1 0 0 0 0,0-2 1 0 0,0 0-1 0 0,1-1 0 0 0,-1-1 0 0 0,0 0 0 0 0,22-2 0 0 0,-23 0 368 0 0,1-2 0 0 0,-1 0 1 0 0,1-1-1 0 0,-1-1 0 0 0,0-1 0 0 0,0 0 0 0 0,-1-1 0 0 0,28-14 0 0 0,-31 13 471 0 0,-10 6-384 0 0,-1 0-1 0 0,1-1 0 0 0,-1 0 1 0 0,1 1-1 0 0,-1-1 0 0 0,0 0 0 0 0,0 0 1 0 0,0 0-1 0 0,0 0 0 0 0,0-1 1 0 0,0 1-1 0 0,2-4 0 0 0,-1 2-7 0 0,1 0 79 0 0,-1 0 1 0 0,0 0-1 0 0,0-1 0 0 0,0 1 1 0 0,0-1-1 0 0,0 0 1 0 0,-1 0-1 0 0,0 0 1 0 0,0 0-1 0 0,-1 0 1 0 0,3-9-1 0 0,-2-8 253 0 0,-1 16-79 0 0,-3-1 47 0 0,-4-21-9 0 0,6 26-328 0 0,-1 1 1 0 0,1-1 0 0 0,0 1 0 0 0,0 0 0 0 0,-1-1 0 0 0,1 1 0 0 0,-1 0 0 0 0,1-1 0 0 0,-1 1 0 0 0,0 0 0 0 0,0 0 0 0 0,1-1 0 0 0,-1 1 0 0 0,0 0 0 0 0,0 0-1 0 0,0 0 1 0 0,0 0 0 0 0,-1-1 0 0 0,-2-1 66 0 0,3 2-63 0 0,1 0 0 0 0,-1 0 0 0 0,0-1 0 0 0,0 1 0 0 0,0 0 1 0 0,-1 0-1 0 0,1 0 0 0 0,0 0 0 0 0,0 0 0 0 0,0 0 1 0 0,-1 1-1 0 0,1-1 0 0 0,-1 0 0 0 0,1 1 0 0 0,0-1 1 0 0,-2 0-1 0 0,-2-1 51 0 0,1 1-26 0 0,0-1 0 0 0,0 1 0 0 0,0 0 0 0 0,0 0 0 0 0,0 0 0 0 0,0 0 0 0 0,0 0 0 0 0,-1 1 0 0 0,1 0 0 0 0,0 0 0 0 0,0 0 0 0 0,-9 2 0 0 0,10-1-39 0 0,0-1 2 0 0,0 0 0 0 0,0 0 0 0 0,1 0 1 0 0,-1 0-1 0 0,0 1 0 0 0,1-1 0 0 0,-1 1 0 0 0,1 0 0 0 0,-1 0 1 0 0,0 0-1 0 0,-1 1 0 0 0,-3 2 20 0 0,-5 0-3 0 0,1 1-1 0 0,0 0 1 0 0,0 0-1 0 0,0 1 1 0 0,1 1-1 0 0,0 0 1 0 0,0 0 0 0 0,1 1-1 0 0,-10 10 1 0 0,5-3-36 0 0,0 2 0 0 0,1-1 0 0 0,-18 31 0 0 0,21-24 66 0 0,8-17-53 0 0,1-2 28 0 0,1 2-17 0 0,0 18-5 0 0,0-23-16 0 0,0 0 0 0 0,0 1 1 0 0,0-1-1 0 0,0 0 0 0 0,0 1 0 0 0,0-1 0 0 0,1 0 1 0 0,-1 0-1 0 0,0 0 0 0 0,1 1 0 0 0,-1-1 0 0 0,1 0 0 0 0,0 0 1 0 0,-1 0-1 0 0,1 0 0 0 0,0 0 0 0 0,0 0 0 0 0,-1 0 0 0 0,1 0 1 0 0,2 1-1 0 0,-1 0 1 0 0,1 3-5 0 0,-2-5 5 0 0,1 0 0 0 0,0 0-1 0 0,0 1 1 0 0,-1-1 0 0 0,1 0 0 0 0,0 1 0 0 0,-1 0-1 0 0,1-1 1 0 0,0 1 0 0 0,2 2 0 0 0,1-1 1 0 0,0 0-3 0 0,3-3-44 0 0,29-3 36 0 0,-9-3 28 0 0,-1-1 0 0 0,47-20 0 0 0,-70 26 111 0 0,1 0-24 0 0,-2-1-69 0 0,-2 2-15 0 0,0 1 1 0 0,1-1-1 0 0,-1 0 0 0 0,0 0 1 0 0,1 0-1 0 0,-1 1 1 0 0,0-1-1 0 0,1 1 1 0 0,-1-1-1 0 0,1 1 1 0 0,-1-1-1 0 0,3 1 0 0 0,12 3-2 0 0,-4 1 74 0 0,-13 3-79 0 0,2 8-12 0 0,0 1-1 0 0,1 0 1 0 0,7 29 0 0 0,-7-40 7 0 0,-2-5-9 0 0,0 0 1 0 0,0 0-1 0 0,1 0 0 0 0,-1 0 1 0 0,0 0-1 0 0,0 0 1 0 0,1 1-1 0 0,-1-1 1 0 0,0 0-1 0 0,0 0 0 0 0,1 0 1 0 0,-1 0-1 0 0,0 0 1 0 0,0 1-1 0 0,1-1 1 0 0,-1 0-1 0 0,0 0 0 0 0,0 0 1 0 0,0 1-1 0 0,0-1 1 0 0,1 0-1 0 0,-1 0 0 0 0,0 0 1 0 0,0 1-1 0 0,0-1 1 0 0,0 0-1 0 0,0 0 1 0 0,0 1-1 0 0,0-1 0 0 0,1 0 1 0 0,-1 1-1 0 0,0-1 1 0 0,0 0-1 0 0,0 0 1 0 0,0 1-1 0 0,0-1 0 0 0,0 1-8 0 0,0 0 1 0 0,0-1-1 0 0,0 1 0 0 0,0 0 0 0 0,0-1 0 0 0,0 1 0 0 0,1-1 0 0 0,-1 1 0 0 0,0 0 0 0 0,1-1 0 0 0,-1 1 0 0 0,0-1 0 0 0,1 1 0 0 0,-1-1 1 0 0,1 1-1 0 0,-1-1 0 0 0,1 1 0 0 0,-1-1 0 0 0,1 1 0 0 0,-1-1 0 0 0,1 0 0 0 0,-1 1 0 0 0,1-1 0 0 0,-1 0 0 0 0,1 1 0 0 0,0-1 0 0 0,-1 0 1 0 0,1 0-1 0 0,0 0 0 0 0,0 1 0 0 0,4 1-13 0 0,-4-1 12 0 0,1-1 0 0 0,0 1-1 0 0,-1 0 1 0 0,1-1 0 0 0,-1 1 0 0 0,1-1-1 0 0,0 0 1 0 0,-1 0 0 0 0,1 1 0 0 0,0-1 0 0 0,-1 0-1 0 0,1 0 1 0 0,0 0 0 0 0,-1-1 0 0 0,1 1 0 0 0,0 0-1 0 0,2-2 1 0 0,1 1-8 0 0,2 0 0 0 0,-1 0 1 0 0,0 0 0 0 0,0-1-1 0 0,0 0 1 0 0,-1-1 0 0 0,1 1-1 0 0,-1-1 1 0 0,1 0 0 0 0,8-6-1 0 0,-7 4-5 0 0,20-18-57 0 0,-13 8 65 0 0,-1-2 0 0 0,0 1 1 0 0,-1-2-1 0 0,-1 1 0 0 0,-1-2 0 0 0,10-22 0 0 0,-8 10 24 0 0,-1 0 1 0 0,-2-1-1 0 0,10-58 0 0 0,-13 16 320 0 0,-6 67-229 0 0,0 0-3 0 0,-10-53 395 0 0,8 55-512 0 0,-14 17 174 0 0,15-11-145 0 0,-1 0 0 0 0,1 0 0 0 0,0 0 1 0 0,0 0-1 0 0,0 0 0 0 0,0 0 0 0 0,0 1 0 0 0,0-1 0 0 0,0 0 0 0 0,1 0 0 0 0,-1 1 0 0 0,0-1 0 0 0,1 1 0 0 0,-1-1 1 0 0,1 1-1 0 0,-1 1 0 0 0,-1 1 27 0 0,-3 9 38 0 0,-1 0 0 0 0,1 0 0 0 0,1 0 1 0 0,-4 19-1 0 0,6-23-76 0 0,-1 4 25 0 0,1 1-1 0 0,0-1 1 0 0,1 1 0 0 0,0-1-1 0 0,2 17 1 0 0,-1-20-21 0 0,1 5-10 0 0,0-1 1 0 0,1 0-1 0 0,1 0 1 0 0,0 0-1 0 0,0 0 1 0 0,2 0-1 0 0,6 15 0 0 0,-6-16-51 0 0,-2-6-162 0 0,1-1 1 0 0,-1 1-1 0 0,1 0 1 0 0,1-1 0 0 0,-1 0-1 0 0,1 0 1 0 0,0 0-1 0 0,0-1 1 0 0,1 1 0 0 0,0-1-1 0 0,0 0 1 0 0,0-1-1 0 0,10 6 1 0 0,-4-6-1422 0 0,0 0-1 0 0,0-1 1 0 0,17 2 0 0 0,-22-5-2547 0 0</inkml:trace>
</inkml:ink>
</file>

<file path=ppt/ink/ink2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32.1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68 2936 0 0,'-5'-1'1448'0'0,"-18"-1"-171"0"0,18 1 2348 0 0,8-2-3367 0 0,2 0-221 0 0,0 0 1 0 0,0 1-1 0 0,1-1 0 0 0,-1 1 1 0 0,1 0-1 0 0,-1 0 1 0 0,1 1-1 0 0,9-2 1 0 0,-14 3-41 0 0,177-25-1735 0 0,-68 11-2796 0 0,-104 14 968 0 0</inkml:trace>
</inkml:ink>
</file>

<file path=ppt/ink/ink2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32.7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250 114 3400 0 0,'-1'-7'1247'0'0,"-1"-3"-682"0"0,-1-1 0 0 0,0 1 0 0 0,0 0-1 0 0,-1 0 1 0 0,-6-11 0 0 0,8 18-198 0 0,-2-1-81 0 0,-10-11 25 0 0,10 12-14 0 0,-1 1-40 0 0,-16-4-23 0 0,16 4-35 0 0,-1 4-47 0 0,-3 0-107 0 0,1 1-1 0 0,-1 1 1 0 0,1-1 0 0 0,0 1 0 0 0,1 0-1 0 0,-1 1 1 0 0,1 0 0 0 0,0 0 0 0 0,0 1-1 0 0,-9 8 1 0 0,-20 31 17 0 0,33-37-57 0 0,-1-2-1 0 0,0 1 0 0 0,1-1 0 0 0,0 1-1 0 0,0 0 1 0 0,-2 13 0 0 0,3-13-18 0 0,0-2-61 0 0,2 1 35 0 0,-3 17 22 0 0,2-17-16 0 0,3-2-20 0 0,3 14-6 0 0,-4-14-8 0 0,0-4 65 0 0,-1 0 0 0 0,0 0 0 0 0,1 0 0 0 0,-1 0 0 0 0,0 0 0 0 0,0 0 0 0 0,1 0 0 0 0,-1 0 0 0 0,0 0 0 0 0,1 1 0 0 0,-1-1 0 0 0,0 0 0 0 0,1 0 0 0 0,-1 0 0 0 0,0 0 0 0 0,0 1 0 0 0,1-1 0 0 0,-1 0 0 0 0,0 0 0 0 0,0 0 0 0 0,0 1 0 0 0,1-1 0 0 0,-1 0 0 0 0,0 0 0 0 0,0 1 0 0 0,0-1 0 0 0,0 0 0 0 0,1 1 0 0 0,-1-1 0 0 0,0 0 0 0 0,0 0 0 0 0,0 1 0 0 0,0 0 0 0 0,0-1-2 0 0,0 1 1 0 0,1-1-1 0 0,-1 1 1 0 0,0-1-1 0 0,0 1 0 0 0,1-1 1 0 0,-1 1-1 0 0,0-1 1 0 0,1 1-1 0 0,-1-1 0 0 0,1 1 1 0 0,-1-1-1 0 0,0 1 1 0 0,1-1-1 0 0,-1 0 0 0 0,1 1 1 0 0,-1-1-1 0 0,1 0 1 0 0,-1 1-1 0 0,1-1 0 0 0,0 0 1 0 0,-1 0-1 0 0,1 1 1 0 0,-1-1-1 0 0,1 0 0 0 0,-1 0 1 0 0,1 0-1 0 0,0 0 1 0 0,-1 0-1 0 0,1 0 0 0 0,-1 0 1 0 0,2 0-1 0 0,20 1 3 0 0,-16 0-13 0 0,-1-3-18 0 0,7-2 113 0 0,0-1 0 0 0,0-1 1 0 0,-1 0-1 0 0,0 0 0 0 0,0-1 0 0 0,12-10 0 0 0,-19 14 95 0 0,0-1 2 0 0,11-12 13 0 0,-11 12 19 0 0,-1 1 3 0 0,-1 2-166 0 0,0 0 0 0 0,-1-1 1 0 0,1 1-1 0 0,0 0 0 0 0,-1 1 1 0 0,1-1-1 0 0,0 0 0 0 0,0 0 0 0 0,0 1 1 0 0,0-1-1 0 0,0 1 0 0 0,0 0 1 0 0,0-1-1 0 0,0 1 0 0 0,0 0 1 0 0,0 0-1 0 0,0 0 0 0 0,0 1 1 0 0,4 0-1 0 0,-1 0-26 0 0,-5 2-17 0 0,1 0 0 0 0,-1 0-1 0 0,1 0 1 0 0,0 0 0 0 0,0 1-1 0 0,0-1 1 0 0,1 0 0 0 0,-1-1-1 0 0,3 4 1 0 0,-3-3-4 0 0,0-1 0 0 0,1 0 0 0 0,-1 1 1 0 0,0-1-1 0 0,0 0 0 0 0,-1 1 0 0 0,1-1 0 0 0,0 1 0 0 0,0 3 0 0 0,-1-4-10 0 0,0 0 0 0 0,1 0 0 0 0,-1-1 0 0 0,1 1 0 0 0,0 0 0 0 0,0 0 0 0 0,-1-1 0 0 0,1 1 0 0 0,0 0 0 0 0,0-1-1 0 0,1 1 1 0 0,1 2 0 0 0,-1-1-19 0 0,0 0-57 0 0,0 1 1 0 0,0-1-1 0 0,1 0 1 0 0,-1 0-1 0 0,1 0 1 0 0,-1 0-1 0 0,1 0 1 0 0,0 0-1 0 0,0-1 1 0 0,0 0-1 0 0,0 1 1 0 0,5 1-1 0 0,-5-2 84 0 0,2 1-481 0 0,1-2-141 0 0,1 0 19 0 0,0 0 0 0 0,1-1 0 0 0,-1-1 0 0 0,0 1 0 0 0,1-1 0 0 0,12-3 0 0 0,-8-1-1563 0 0,13-7-1511 0 0</inkml:trace>
</inkml:ink>
</file>

<file path=ppt/ink/ink2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32.9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96 97 2124 0 0,'0'0'1441'0'0,"2"-7"-210"0"0,-1-3-399 0 0,1 0-1 0 0,-2 0 0 0 0,1-1 0 0 0,-1 1 0 0 0,-1 0 0 0 0,-2-15 0 0 0,1 21-44 0 0,-1 8-589 0 0,-3 2-136 0 0,1 1 1 0 0,0 0-1 0 0,1 0 0 0 0,0 0 0 0 0,0 0 1 0 0,0 1-1 0 0,1-1 0 0 0,-3 13 0 0 0,-17 77 2 0 0,21-90-61 0 0,-11 90-267 0 0,4 0-1 0 0,5 156 0 0 0,4-166-1650 0 0,3-65 893 0 0,0-5-4084 0 0</inkml:trace>
</inkml:ink>
</file>

<file path=ppt/ink/ink2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33.2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0 186 2368 0 0,'4'-19'554'0'0,"-3"9"-256"0"0,0 1 0 0 0,1 0 0 0 0,1-1 0 0 0,-1 1 1 0 0,1 0-1 0 0,1 1 0 0 0,-1-1 0 0 0,2 0 0 0 0,-1 1 0 0 0,1 0 0 0 0,0 0 0 0 0,13-13 0 0 0,-15 17-263 0 0,2 0-1 0 0,-1 1 0 0 0,0-1 1 0 0,1 1-1 0 0,-1 0 0 0 0,1 0 0 0 0,0 1 1 0 0,0-1-1 0 0,0 1 0 0 0,0 0 1 0 0,1 1-1 0 0,-1-1 0 0 0,1 1 1 0 0,-1 0-1 0 0,0 0 0 0 0,1 1 1 0 0,0-1-1 0 0,-1 1 0 0 0,1 1 1 0 0,-1-1-1 0 0,1 1 0 0 0,-1 0 1 0 0,1 0-1 0 0,-1 1 0 0 0,0-1 0 0 0,0 1 1 0 0,1 0-1 0 0,-1 1 0 0 0,8 4 1 0 0,-8-5-32 0 0,2 1 10 0 0,-1-1-1 0 0,0 1 1 0 0,0 0-1 0 0,-1 1 1 0 0,1-1-1 0 0,-1 1 1 0 0,0 0-1 0 0,0 0 0 0 0,0 1 1 0 0,4 5-1 0 0,-5-7 30 0 0,-1 1-37 0 0,1 0 0 0 0,-1 0 0 0 0,0 1 0 0 0,0-1 0 0 0,0 0 0 0 0,-1 1 0 0 0,0 0 0 0 0,1 0 0 0 0,-2 0 0 0 0,1 0 0 0 0,1 8 0 0 0,-2-7 1 0 0,0-1-9 0 0,0-1 1 0 0,-1 1 0 0 0,0-1-1 0 0,0 1 1 0 0,0 0 0 0 0,0-1 0 0 0,-1 1-1 0 0,1-1 1 0 0,-1 1 0 0 0,0-1-1 0 0,-1 1 1 0 0,-2 4 0 0 0,2-1-2 0 0,1-5 2 0 0,0 0 0 0 0,0 0 1 0 0,-1 0-1 0 0,1 0 0 0 0,0 0 0 0 0,-1-1 1 0 0,0 1-1 0 0,0-1 0 0 0,-4 5 0 0 0,1 1 13 0 0,4-5-3 0 0,-1 0 0 0 0,0 0 0 0 0,0 0 0 0 0,-1-1 0 0 0,1 1 0 0 0,-1-1 0 0 0,1 1-1 0 0,-6 3 1 0 0,-28 24 101 0 0,23-21-63 0 0,-7 0-225 0 0,-33 13-2005 0 0,48-21 1155 0 0</inkml:trace>
</inkml:ink>
</file>

<file path=ppt/ink/ink2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33.6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 9 2564 0 0,'15'-8'1105'0'0,"-10"10"1308"0"0,-15 22 2071 0 0,0-2-5039 0 0,-20 59 1130 0 0,28-76-543 0 0,1 2-10 0 0,-1 1-11 0 0,-1 46 104 0 0,6-31-99 0 0,-1-17-15 0 0,-1-2-17 0 0,2 0-111 0 0,11 11-95 0 0,-11-12 178 0 0,7-2 20 0 0,-5-1 31 0 0,0 0 0 0 0,0 0 0 0 0,0 0 1 0 0,0-1-1 0 0,0 0 0 0 0,-1 0 0 0 0,9-2 1 0 0,-9 1 24 0 0,0-2 29 0 0,3-1 45 0 0,-1-1 1 0 0,0-1 0 0 0,-1 1-1 0 0,0-1 1 0 0,0 0-1 0 0,0 0 1 0 0,-1-1-1 0 0,4-9 1 0 0,-1-2 97 0 0,-5 14-36 0 0,-1-2-38 0 0,1 1-89 0 0,-1 4-19 0 0,-1 0-1 0 0,1 0 1 0 0,-1 0 0 0 0,1 0 0 0 0,-1-1-1 0 0,0 1 1 0 0,0 0 0 0 0,1 0-1 0 0,-2 0 1 0 0,1 0 0 0 0,0 0 0 0 0,0 0-1 0 0,-1-4 1 0 0,-3-18 25 0 0,3 18-24 0 0,0 6-22 0 0,1 0 1 0 0,0 0-1 0 0,-1 0 0 0 0,1 0 1 0 0,-1 0-1 0 0,1 0 0 0 0,0 0 0 0 0,-1 0 1 0 0,1-1-1 0 0,0 1 0 0 0,-1 0 1 0 0,1 0-1 0 0,0 0 0 0 0,-1 0 1 0 0,1 0-1 0 0,0-1 0 0 0,-1 1 0 0 0,1 0 1 0 0,0 0-1 0 0,-1 0 0 0 0,1-1 1 0 0,0 1-1 0 0,0 0 0 0 0,-1-1 1 0 0,1 1-1 0 0,0 0 0 0 0,0-1 0 0 0,0 1 1 0 0,-1 0-1 0 0,1-1 0 0 0,0 0-11 0 0,-1 1 1 0 0,1-1-1 0 0,-1 0 0 0 0,1 1 0 0 0,-1-1 0 0 0,1 0 0 0 0,-1 1 0 0 0,1-1 0 0 0,-1 1 0 0 0,0-1 1 0 0,1 1-1 0 0,-1 0 0 0 0,0-1 0 0 0,1 1 0 0 0,-1-1 0 0 0,0 1 0 0 0,1 0 0 0 0,-1 0 1 0 0,0-1-1 0 0,0 1 0 0 0,0 0 0 0 0,1 0 0 0 0,-1 0 0 0 0,0 0 0 0 0,0 0 0 0 0,-1 0 0 0 0,-24-2-280 0 0,19 1-96 0 0,2 2-104 0 0,-18 4-122 0 0,18-4-189 0 0,1 2-255 0 0,-10 3 226 0 0</inkml:trace>
</inkml:ink>
</file>

<file path=ppt/ink/ink2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33.9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12 2808 0 0,'0'0'3393'0'0,"4"-2"-2167"0"0,-3 1-823 0 0,11-6-360 0 0,-3 6 3925 0 0,-9 1-3946 0 0,1 0-1 0 0,0 1 1 0 0,-1-1 0 0 0,1 0-1 0 0,-1 1 1 0 0,1-1-1 0 0,-1 1 1 0 0,1-1 0 0 0,-1 1-1 0 0,1-1 1 0 0,-1 1-1 0 0,0-1 1 0 0,1 1 0 0 0,-1-1-1 0 0,0 1 1 0 0,1 0-1 0 0,-1-1 1 0 0,0 1 0 0 0,0 0-1 0 0,1 0 1 0 0,-1 0-10 0 0,0-1 0 0 0,0 1 1 0 0,0-1-1 0 0,0 1 1 0 0,0-1-1 0 0,0 1 0 0 0,1-1 1 0 0,-1 1-1 0 0,0-1 0 0 0,0 1 1 0 0,1-1-1 0 0,-1 0 0 0 0,0 1 1 0 0,0-1-1 0 0,1 1 0 0 0,-1-1 1 0 0,1 0-1 0 0,-1 1 0 0 0,0-1 1 0 0,1 0-1 0 0,-1 0 0 0 0,1 1 1 0 0,-1-1-1 0 0,1 0 0 0 0,-1 0 1 0 0,0 1-1 0 0,2-1 0 0 0,-2 6 191 0 0,11 196-1099 0 0,-10-197-27 0 0,1 22-1481 0 0,-3-20 1775 0 0,2 0-2296 0 0</inkml:trace>
</inkml:ink>
</file>

<file path=ppt/ink/ink2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34.1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83 32 2668 0 0,'0'0'1488'0'0,"-22"-18"1637"0"0,-5 5-2405 0 0,-7 16-5221 0 0</inkml:trace>
</inkml:ink>
</file>

<file path=ppt/ink/ink2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34.5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 1 2956 0 0,'0'0'1635'0'0,"4"2"-284"0"0,14 10 1265 0 0,-16-8-2062 0 0,9 11-124 0 0,-8-11-91 0 0,-2 0-57 0 0,12 47 368 0 0,-12-45-555 0 0,0 0 5 0 0,-1 53 151 0 0,-1-54-168 0 0,-7 19 83 0 0,7-20 76 0 0,-2 1-62 0 0,1-2-92 0 0,1-2-29 0 0,0 0-1 0 0,0 0 1 0 0,0 1 0 0 0,0-1 0 0 0,1 0-1 0 0,-1 1 1 0 0,0-1 0 0 0,1 1 0 0 0,-1-1 0 0 0,1 1-1 0 0,-1-1 1 0 0,1 3 0 0 0,-5-2 180 0 0,2 0-167 0 0,-15 3 852 0 0,15-8-632 0 0,0 1-220 0 0,1-1 1 0 0,-1 0-1 0 0,1-1 1 0 0,0 1-1 0 0,0 0 1 0 0,1 0 0 0 0,-1-1-1 0 0,1 1 1 0 0,-1-1-1 0 0,0-4 1 0 0,1 3 28 0 0,2-2 12 0 0,0-7-44 0 0,1 0 0 0 0,0 1 0 0 0,8-27 0 0 0,-8 35-57 0 0,0-1-1 0 0,1 1 1 0 0,0-1 0 0 0,0 1 0 0 0,0 0-1 0 0,1 0 1 0 0,-1 0 0 0 0,1 1 0 0 0,0 0-1 0 0,1-1 1 0 0,-1 1 0 0 0,1 0 0 0 0,6-3-1 0 0,6-5-5 0 0,-13 10 5 0 0,-2 2-11 0 0,0 0-1 0 0,0 0 0 0 0,-1 0 1 0 0,1-1-1 0 0,0 1 1 0 0,0 0-1 0 0,-1-1 1 0 0,1 1-1 0 0,0-1 0 0 0,-1 0 1 0 0,1 1-1 0 0,2-3 1 0 0,-1 2-3 0 0,3-1 4 0 0,1 4 7 0 0,-3 0-8 0 0,-1-2-4 0 0,1 1 1 0 0,0 1-1 0 0,0-1 1 0 0,-1 0 0 0 0,1 1-1 0 0,-1 0 1 0 0,1 0 0 0 0,-1 0-1 0 0,0 0 1 0 0,0 0 0 0 0,0 1-1 0 0,0-1 1 0 0,0 1-1 0 0,3 4 1 0 0,-1 1-206 0 0,0-1 0 0 0,-1 1 0 0 0,1 1 0 0 0,-2-1 0 0 0,1 0 0 0 0,-2 1 0 0 0,1 0-1 0 0,-1-1 1 0 0,0 1 0 0 0,-1 0 0 0 0,0 0 0 0 0,0 0 0 0 0,-1 1 0 0 0,0-1 0 0 0,0 0 0 0 0,-4 16 0 0 0,-8 34-6606 0 0,11-53 1498 0 0</inkml:trace>
</inkml:ink>
</file>

<file path=ppt/ink/ink2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34.8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43 3904 0 0,'3'-9'28'0'0,"11"-23"6719"0"0,-14 32-6699 0 0,0 0 0 0 0,0 0 0 0 0,0 0 0 0 0,0 0 0 0 0,0 0 0 0 0,0 0 0 0 0,0-1 0 0 0,0 1 0 0 0,0 0 1 0 0,0 0-1 0 0,0 0 0 0 0,0 0 0 0 0,0 0 0 0 0,1 0 0 0 0,-1 0 0 0 0,0 0 0 0 0,0 0 0 0 0,0-1 0 0 0,0 1 1 0 0,0 0-1 0 0,0 0 0 0 0,0 0 0 0 0,0 0 0 0 0,0 0 0 0 0,1 0 0 0 0,-1 0 0 0 0,0 0 0 0 0,0 0 0 0 0,0 0 1 0 0,0 0-1 0 0,0 0 0 0 0,0 0 0 0 0,0 0 0 0 0,1 0 0 0 0,-1 0 0 0 0,0 0 0 0 0,0 0 0 0 0,0 0 0 0 0,0 0 1 0 0,0 0-1 0 0,0 0 0 0 0,0 0 0 0 0,1 0 0 0 0,-1 0 0 0 0,0 0 0 0 0,0 0 0 0 0,0 1 0 0 0,0-1 0 0 0,0 0 1 0 0,0 0-1 0 0,0 0 0 0 0,0 0 0 0 0,0 0 0 0 0,0 0 0 0 0,1 0 0 0 0,-1 0 0 0 0,0 0 0 0 0,0 1 0 0 0,0-1 1 0 0,0 0-1 0 0,0 0 0 0 0,0 0 0 0 0,0 0 0 0 0,0 0 0 0 0,0 0 0 0 0,0 0 0 0 0,0 1 0 0 0,1 24 363 0 0,-3 23-36 0 0,5 178 69 0 0,20-11-1553 0 0,-16-181-2176 0 0,20 64-1 0 0,-23-88 538 0 0,8 8-1963 0 0</inkml:trace>
</inkml:ink>
</file>

<file path=ppt/ink/ink2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35.3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29 178 2908 0 0,'-8'-4'575'0'0,"-3"-3"37"0"0,2 5 3416 0 0,12-2-3692 0 0,10-12-189 0 0,-3 11-116 0 0,421-77-662 0 0,-393 69 504 0 0,-32 11 77 0 0,-1 0-47 0 0,19-11 235 0 0,-26 9-37 0 0,-5-15-15 0 0,5 14 59 0 0,-6 6-30 0 0,2-1-83 0 0,0 0 0 0 0,1 0-1 0 0,-1 0 1 0 0,0 1-1 0 0,0 0 1 0 0,0 0-1 0 0,0 0 1 0 0,1 1-1 0 0,-1 0 1 0 0,0 0 0 0 0,-5 3-1 0 0,4 0-6 0 0,-1 0 0 0 0,1 0-1 0 0,0 1 1 0 0,1 0 0 0 0,-1 0-1 0 0,1 0 1 0 0,1 1 0 0 0,-1 0 0 0 0,1 0-1 0 0,0 1 1 0 0,-6 11 0 0 0,9-14-8 0 0,2 2-2 0 0,0-2-18 0 0,-1 2 3 0 0,1-1 0 0 0,0 0 1 0 0,0 0-1 0 0,0 0 0 0 0,1 1 0 0 0,0-1 1 0 0,0 0-1 0 0,1 0 0 0 0,3 9 0 0 0,13 21 34 0 0,39 59-1 0 0,-28-40-32 0 0,-27-51-22 0 0,4 27 11 0 0,-7-29 11 0 0,1 0-1 0 0,-1-1 1 0 0,1 1 0 0 0,-1-1 0 0 0,0 1 0 0 0,0-1 0 0 0,0 1-1 0 0,0-1 1 0 0,0 0 0 0 0,0 1 0 0 0,0-1 0 0 0,-3 2-1 0 0,3-2 4 0 0,0 0-5 0 0,1 0 1 0 0,-1 1-1 0 0,0-1 1 0 0,0 0-1 0 0,0 0 1 0 0,0 0-1 0 0,0 0 1 0 0,0 0-1 0 0,0 0 1 0 0,-1 0-1 0 0,1 0 1 0 0,0-1-1 0 0,0 1 1 0 0,-1 0-1 0 0,1-1 1 0 0,0 1-1 0 0,-1-1 1 0 0,1 1-1 0 0,-1-1 1 0 0,1 0-1 0 0,-1 1 1 0 0,-1-1-1 0 0,-1 0-11 0 0,-32 8-262 0 0,19-6 146 0 0,-3-4-678 0 0,-36-6-2071 0 0,51 7 1057 0 0</inkml:trace>
</inkml:ink>
</file>

<file path=ppt/ink/ink2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35.5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0 2476 0 0,'0'0'6493'0'0,"-2"5"-5862"0"0,-4 13-49 0 0,4-13 2296 0 0,1-5-2778 0 0,1 1-1 0 0,-1-1 1 0 0,0 1 0 0 0,1-1 0 0 0,-1 1 0 0 0,1-1-1 0 0,-1 1 1 0 0,0-1 0 0 0,1 1 0 0 0,-1-1 0 0 0,1 1-1 0 0,0 0 1 0 0,-1-1 0 0 0,1 1 0 0 0,0 0-1 0 0,-1-1 1 0 0,1 1 0 0 0,0 0 0 0 0,0 0 0 0 0,-1-1-1 0 0,1 1 1 0 0,0 0 0 0 0,0 0 0 0 0,0-1 0 0 0,0 1-1 0 0,0 1 1 0 0,56-10 90 0 0,-51 7-575 0 0</inkml:trace>
</inkml:ink>
</file>

<file path=ppt/ink/ink2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50.7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201 52 2900 0 0,'2'-4'1642'0'0,"14"-30"5029"0"0,-12 25-6986 0 0,-3 4 2471 0 0,-6 8-2027 0 0,-2 3-90 0 0,0 0 0 0 0,0 0 0 0 0,1 0 0 0 0,0 1 0 0 0,0 0 0 0 0,0 1 0 0 0,1-1 0 0 0,0 1 0 0 0,0 0 0 0 0,1 0 1 0 0,0 0-1 0 0,-4 15 0 0 0,6-19-31 0 0,1 1-9 0 0,-9 53 115 0 0,9-52-99 0 0,4-2-1 0 0,2 2-15 0 0,0 0 1 0 0,0-1-1 0 0,1 0 1 0 0,11 9 0 0 0,-12-12 2 0 0,1 0-10 0 0,47 10 82 0 0,-49-11-62 0 0,2 0-2 0 0,57 12-62 0 0,-57-12-47 0 0,-4-1 100 0 0,0 1 1 0 0,-1-1-1 0 0,1 0 0 0 0,-1 1 1 0 0,1 0-1 0 0,-1-1 0 0 0,1 1 1 0 0,-1 0-1 0 0,1-1 0 0 0,-1 1 1 0 0,1 0-1 0 0,1 2 0 0 0,0-1 5 0 0,2 1 2 0 0,-4-2-8 0 0,0 1-1 0 0,0-1 1 0 0,0 0 0 0 0,0 0-1 0 0,0 0 1 0 0,0 1-1 0 0,0-1 1 0 0,0 0 0 0 0,1-1-1 0 0,-1 1 1 0 0,3 2-1 0 0,0-1 4 0 0,0 1 25 0 0,-3 3-10 0 0,0-2-6 0 0,0 0-1 0 0,-1 0 1 0 0,0 0-1 0 0,0 0 1 0 0,0 1-1 0 0,0-1 1 0 0,-1 0-1 0 0,1 0 1 0 0,-1 0-1 0 0,0 0 1 0 0,0 0-1 0 0,-1 0 1 0 0,1 0-1 0 0,-1 0 1 0 0,0 0-1 0 0,0 0 1 0 0,0-1-1 0 0,-5 7 1 0 0,-5 1 95 0 0,0 0 1 0 0,0-1-1 0 0,-1 0 1 0 0,0-1-1 0 0,-1-1 1 0 0,0 0-1 0 0,0-1 1 0 0,-1 0-1 0 0,-28 8 1 0 0,11-7-132 0 0,27-7-202 0 0,-3 0-168 0 0,3-1 352 0 0,0 1-226 0 0,-1-1 0 0 0,0 0 0 0 0,1 0 0 0 0,-1 0 0 0 0,1-1 0 0 0,-1 0 0 0 0,0 0 0 0 0,1 0-1 0 0,-1 0 1 0 0,-5-3 0 0 0,2-2-779 0 0,1 0-1 0 0,-1 0 1 0 0,1-1-1 0 0,0 0 0 0 0,1 0 1 0 0,-9-10-1 0 0,13 12-3091 0 0</inkml:trace>
</inkml:ink>
</file>

<file path=ppt/ink/ink2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50.9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1 249 2772 0 0,'0'0'912'0'0,"2"-5"-112"0"0,7-13-109 0 0,-7 13-105 0 0,2 0-44 0 0,5-6-230 0 0,0 1 0 0 0,1 0 1 0 0,0 0-1 0 0,1 1 0 0 0,0 0 1 0 0,0 1-1 0 0,1 0 0 0 0,18-8 1 0 0,35-14-298 0 0,74-21 0 0 0,-8 9-5509 0 0,-123 40 1884 0 0</inkml:trace>
</inkml:ink>
</file>

<file path=ppt/ink/ink2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51.4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68 0 2580 0 0,'0'0'5613'0'0,"-6"2"-5055"0"0,-16 6-69 0 0,16-7-86 0 0,5 1-348 0 0,0 0 0 0 0,0-1 0 0 0,0 1 0 0 0,0-1 0 0 0,0 1 0 0 0,-1-1 0 0 0,1 0 0 0 0,-1 1 0 0 0,1-1 0 0 0,-3 1 0 0 0,1 2 276 0 0,1 1-50 0 0,-6 15-35 0 0,6-16-38 0 0,1 2-38 0 0,0-1-135 0 0,1 1 1 0 0,0-1-1 0 0,0 0 1 0 0,0 1-1 0 0,1-1 1 0 0,0 0-1 0 0,0 1 1 0 0,0-1-1 0 0,0 0 1 0 0,1 0-1 0 0,0 0 1 0 0,0 0-1 0 0,1 0 1 0 0,-1 0 0 0 0,1-1-1 0 0,0 1 1 0 0,5 5-1 0 0,43 29-62 0 0,-40-33 68 0 0,-10-4-37 0 0,1-1-1 0 0,0 0 0 0 0,0 0 1 0 0,-1 0-1 0 0,1 0 0 0 0,0 0 1 0 0,0-1-1 0 0,0 1 1 0 0,0-1-1 0 0,0 1 0 0 0,2 0 1 0 0,10 1 30 0 0,49 8-7 0 0,-25-10-12 0 0,-32 0-6 0 0,2 0 2 0 0,51-8 48 0 0,-54 7-61 0 0,-10-2-46 0 0,-12-8 50 0 0,17 11-1 0 0,0 0-1 0 0,-1-1 0 0 0,1 1 1 0 0,0 0-1 0 0,0 0 1 0 0,-1 0-1 0 0,1 0 1 0 0,0-1-1 0 0,0 1 1 0 0,-1 0-1 0 0,1 0 0 0 0,0 0 1 0 0,-1 0-1 0 0,1 0 1 0 0,0 0-1 0 0,0 0 1 0 0,-1 0-1 0 0,1 0 1 0 0,0 0-1 0 0,-1 0 0 0 0,1 0 1 0 0,0 0-1 0 0,-1 0 1 0 0,1 0-1 0 0,0 0 1 0 0,0 0-1 0 0,-1 0 1 0 0,1 0-1 0 0,-1 1 0 0 0,-12 4 37 0 0,1 2-1 0 0,-1 0 0 0 0,1 0 0 0 0,1 1 0 0 0,-1 0 0 0 0,2 1 0 0 0,-1 0 0 0 0,1 1 1 0 0,0 0-1 0 0,1 1 0 0 0,0 0 0 0 0,1 0 0 0 0,-12 22 0 0 0,-1 5 27 0 0,2 0-1 0 0,1 2 0 0 0,-16 54 0 0 0,28-77-58 0 0,2 0 0 0 0,0 0 0 0 0,1 1 0 0 0,0-1 0 0 0,2 1-1 0 0,0 0 1 0 0,1-1 0 0 0,1 1 0 0 0,0 0 0 0 0,6 22 0 0 0,-5-31-155 0 0,0 0 0 0 0,1-1 1 0 0,0 1-1 0 0,1-1 0 0 0,0 0 0 0 0,0 0 1 0 0,1 0-1 0 0,0 0 0 0 0,0-1 0 0 0,1 0 1 0 0,0 0-1 0 0,0-1 0 0 0,0 1 0 0 0,1-1 1 0 0,0-1-1 0 0,1 1 0 0 0,-1-1 0 0 0,1 0 1 0 0,0-1-1 0 0,0 0 0 0 0,15 5 1 0 0,-11-5-1002 0 0,1-1 0 0 0,-1-1 0 0 0,14 1 0 0 0,-26-3 1103 0 0,6 1-5034 0 0</inkml:trace>
</inkml:ink>
</file>

<file path=ppt/ink/ink2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56.0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627 206 3544 0 0,'1'-11'492'0'0,"1"0"0"0"0,-1 0-1 0 0,-1-1 1 0 0,0 1 0 0 0,0 0 0 0 0,-1 0-1 0 0,-1 0 1 0 0,0 0 0 0 0,0 0-1 0 0,-1 0 1 0 0,-1 0 0 0 0,1 1 0 0 0,-8-13-1 0 0,11 22-463 0 0,-1-1-1 0 0,0 1 1 0 0,0-1-1 0 0,1 1 0 0 0,-1 0 1 0 0,-1-1-1 0 0,1 1 1 0 0,0 0-1 0 0,0 0 1 0 0,0-1-1 0 0,0 1 0 0 0,-1 0 1 0 0,1 0-1 0 0,-1 1 1 0 0,1-1-1 0 0,-3-1 1 0 0,0 0 43 0 0,2 0-52 0 0,1 1 0 0 0,-1 0 0 0 0,0-1 0 0 0,0 1 1 0 0,1 0-1 0 0,-1 0 0 0 0,0 0 0 0 0,0 0 0 0 0,0 1 0 0 0,0-1 0 0 0,0 0 0 0 0,0 1 0 0 0,0 0 0 0 0,-1-1 0 0 0,-1 1 0 0 0,-3-1 36 0 0,-8-1 128 0 0,2 4-72 0 0,-1 0 0 0 0,1 1 0 0 0,0 0 1 0 0,0 1-1 0 0,0 0 0 0 0,0 1 0 0 0,1 1 0 0 0,0 0 0 0 0,-16 10 0 0 0,-1 4 46 0 0,2 2 0 0 0,1 1-1 0 0,0 1 1 0 0,2 1 0 0 0,1 1-1 0 0,-31 45 1 0 0,24-26-68 0 0,2 2 0 0 0,3 0 1 0 0,-31 79-1 0 0,50-110-58 0 0,0 1 1 0 0,1 0-1 0 0,1 1 1 0 0,0-1-1 0 0,1 1 1 0 0,2 0-1 0 0,-1-1 1 0 0,3 27-1 0 0,-1-36-34 0 0,2 0 0 0 0,-1 0 1 0 0,1 0-1 0 0,0 0 0 0 0,1 0 0 0 0,-1 0 0 0 0,2-1 0 0 0,-1 1 0 0 0,1-1 1 0 0,0 0-1 0 0,0 0 0 0 0,1 0 0 0 0,0-1 0 0 0,1 0 0 0 0,-1 0 1 0 0,1 0-1 0 0,0 0 0 0 0,0-1 0 0 0,1 0 0 0 0,10 6 0 0 0,-2-3-11 0 0,1-1 0 0 0,0 0-1 0 0,1-1 1 0 0,0-1-1 0 0,-1-1 1 0 0,2 0 0 0 0,-1-1-1 0 0,0-1 1 0 0,1-1-1 0 0,30-1 1 0 0,-18-1-485 0 0,0-2 0 0 0,0-2 0 0 0,0 0 0 0 0,-1-2-1 0 0,43-16 1 0 0,-48 12-1507 0 0,0-1 0 0 0,24-16 0 0 0,-25 11-3080 0 0</inkml:trace>
</inkml:ink>
</file>

<file path=ppt/ink/ink2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56.6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211 122 2836 0 0,'0'-5'1093'0'0,"3"-17"-183"0"0,-3 16 345 0 0,-1 0-818 0 0,-5-23 433 0 0,1 25-610 0 0,-12-9-30 0 0,13 9 132 0 0,-3 5-218 0 0,-22 0-36 0 0,25 0-80 0 0,0-1-1 0 0,0 2 0 0 0,1-1 0 0 0,-1 0 0 0 0,1 1 0 0 0,-1-1 1 0 0,1 1-1 0 0,-1 0 0 0 0,1 0 0 0 0,0 0 0 0 0,0 1 0 0 0,0-1 0 0 0,0 1 1 0 0,-3 4-1 0 0,4-5-10 0 0,-4 3 46 0 0,1 1 0 0 0,0-1-1 0 0,0 1 1 0 0,0 0 0 0 0,1 0 0 0 0,0 1-1 0 0,-6 11 1 0 0,7-12-31 0 0,-5 7 73 0 0,0 5-52 0 0,3-2 38 0 0,-7 44 174 0 0,12-53-206 0 0,1-2-18 0 0,4 23 11 0 0,-2-24-34 0 0,12 12 4 0 0,-12-12 3 0 0,4-2-8 0 0,18 6-7 0 0,-19-7-4 0 0,2-1-14 0 0,6 0 99 0 0,0-1 1 0 0,1-1-1 0 0,-1 0 1 0 0,0-1 0 0 0,0-1-1 0 0,20-7 1 0 0,-25 6 33 0 0,0 0-1 0 0,-1-1 1 0 0,0 0-1 0 0,0 0 1 0 0,0 0-1 0 0,0-1 1 0 0,-1-1-1 0 0,0 1 1 0 0,-1-1-1 0 0,0 0 1 0 0,6-10-1 0 0,-10 13-90 0 0,0 1 0 0 0,-1-1 1 0 0,0 1-1 0 0,1-1 0 0 0,-2 0 0 0 0,1 0 0 0 0,0 1 0 0 0,-1-1 0 0 0,0 0 1 0 0,0 0-1 0 0,-1-5 0 0 0,1 6-36 0 0,-1-3 26 0 0,1 0 1 0 0,-1 1 0 0 0,-1-1-1 0 0,1 1 1 0 0,-1-1 0 0 0,0 1-1 0 0,0 0 1 0 0,-6-11 0 0 0,5 12-19 0 0,1 1-3 0 0,0 0-1 0 0,0 0 0 0 0,-1 0 1 0 0,0 0-1 0 0,1 1 0 0 0,-1-1 1 0 0,-1 1-1 0 0,1 0 0 0 0,0 0 1 0 0,-1 0-1 0 0,0 0 0 0 0,-4-2 1 0 0,4 2-5 0 0,3 2-2 0 0,-1 0 0 0 0,1 0 0 0 0,0 1 0 0 0,0-1 0 0 0,-1 0 0 0 0,1 0-1 0 0,-1 1 1 0 0,1-1 0 0 0,-1 1 0 0 0,1-1 0 0 0,-1 1 0 0 0,1 0 0 0 0,-1 0 0 0 0,1-1 0 0 0,-3 1 0 0 0,0 0-18 0 0,2-1 8 0 0,0 1 1 0 0,0 0-1 0 0,1-1 1 0 0,-1 1-1 0 0,0 0 1 0 0,0 0-1 0 0,0 0 1 0 0,1 0 0 0 0,-1 0-1 0 0,0 0 1 0 0,0 1-1 0 0,0-1 1 0 0,1 0-1 0 0,-1 1 1 0 0,-3 1 0 0 0,0-1-39 0 0,2 0 17 0 0,0-1 0 0 0,1 0 0 0 0,-1 1 0 0 0,0 0 0 0 0,0 0 0 0 0,0-1 0 0 0,1 2 0 0 0,-1-1-1 0 0,0 0 1 0 0,-4 4 0 0 0,0-1-53 0 0,-3 0-236 0 0,1 0 0 0 0,-1 1 0 0 0,1 1 1 0 0,1-1-1 0 0,-1 1 0 0 0,1 1 0 0 0,0 0 1 0 0,0 0-1 0 0,1 0 0 0 0,0 1 0 0 0,0 0 0 0 0,-8 15 1 0 0,12-19-761 0 0,1 1-123 0 0,-5 15-892 0 0,6-15-1454 0 0</inkml:trace>
</inkml:ink>
</file>

<file path=ppt/ink/ink2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57.1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83 2496 0 0,'22'-13'1330'0'0,"-18"10"-258"0"0,1 0-227 0 0,15-8-141 0 0,-16 8 372 0 0,2 2-660 0 0,-1-2-290 0 0,16-2 620 0 0,-19 5-720 0 0,0 0-1 0 0,-1 1 0 0 0,1-1 1 0 0,-1 1-1 0 0,1 0 0 0 0,0 0 0 0 0,-1-1 1 0 0,1 1-1 0 0,-1 0 0 0 0,0 0 0 0 0,1 0 1 0 0,1 3-1 0 0,0-2 27 0 0,2 0 126 0 0,-5 0-157 0 0,1 0-1 0 0,0-1 1 0 0,-1 1-1 0 0,1-1 1 0 0,0 1-1 0 0,0-1 1 0 0,0 1-1 0 0,0-1 1 0 0,0 0-1 0 0,0 1 0 0 0,0-1 1 0 0,2 2-1 0 0,-1-2 12 0 0,1 3 83 0 0,-1 2 10 0 0,6 16-22 0 0,-6-16-10 0 0,-2-1 15 0 0,3 18 30 0 0,-3-18 0 0 0,0 1 3 0 0,-1 16-18 0 0,1-16 95 0 0,-1-1-84 0 0,-3 16-2 0 0,3-16 212 0 0,-2-1-170 0 0,-6 12-30 0 0,7-12 304 0 0,-2-1-308 0 0,-10 7-12 0 0,10-8 353 0 0,-16-19-375 0 0,16 14-81 0 0,5 2-23 0 0,-1 1-1 0 0,0-1 1 0 0,0 0 0 0 0,1 1-1 0 0,-1-1 1 0 0,0 1 0 0 0,0-1-1 0 0,0 0 1 0 0,0 1 0 0 0,0-1-1 0 0,1 0 1 0 0,-1 1 0 0 0,0-1-1 0 0,-1 0 1 0 0,1 1 0 0 0,0-1-1 0 0,0 0 1 0 0,0 1 0 0 0,0-1-1 0 0,0 1 1 0 0,-1-2 0 0 0,-1-20 9 0 0,4 10-46 0 0,1 0-1 0 0,0 1 1 0 0,1-1 0 0 0,1 1-1 0 0,0 0 1 0 0,0 0 0 0 0,1 0-1 0 0,0 1 1 0 0,1-1 0 0 0,0 2-1 0 0,1-1 1 0 0,16-16 0 0 0,-17 20 4 0 0,-6 4 25 0 0,1 0 0 0 0,-1 0 0 0 0,1 1-1 0 0,0-1 1 0 0,0 1 0 0 0,0-1 0 0 0,0 1 0 0 0,0 0 0 0 0,0 0-1 0 0,0-1 1 0 0,0 2 0 0 0,0-1 0 0 0,1 0 0 0 0,2-1 0 0 0,2 0-44 0 0,-6 2 49 0 0,4-2-5 0 0,1 0 0 0 0,0 0 1 0 0,0 1-1 0 0,-1-1 0 0 0,1 1 1 0 0,0 1-1 0 0,0-1 0 0 0,0 1 1 0 0,0 0-1 0 0,1 1 0 0 0,-1-1 1 0 0,-1 1-1 0 0,1 0 0 0 0,0 1 1 0 0,7 2-1 0 0,-7-2 3 0 0,-4-2 2 0 0,0 1-1 0 0,0-1 1 0 0,0 1 0 0 0,0 0 0 0 0,0 0-1 0 0,0 0 1 0 0,0 0 0 0 0,0 0 0 0 0,-1 1-1 0 0,1-1 1 0 0,-1 0 0 0 0,1 1-1 0 0,-1-1 1 0 0,3 4 0 0 0,3 2-6 0 0,-1-2 4 0 0,-1 0 0 0 0,0 0 0 0 0,0 1 0 0 0,0-1 0 0 0,-1 1 0 0 0,0 0 0 0 0,0 1 0 0 0,-1-1 0 0 0,0 1 0 0 0,4 10 0 0 0,-3-9-12 0 0,-3-4-1 0 0,1 0-1 0 0,-1 0 0 0 0,0 0 1 0 0,0 0-1 0 0,0 1 0 0 0,0-1 0 0 0,0 5 1 0 0,1 1-21 0 0,1 28-145 0 0,-4 6-341 0 0,-13 55-1999 0 0,13-94 1363 0 0,0 1-2632 0 0,-4 20-295 0 0</inkml:trace>
</inkml:ink>
</file>

<file path=ppt/ink/ink2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57.3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30 3860 0 0,'2'-5'1645'0'0,"-1"4"-982"0"0,5-12-629 0 0,-5 3 5308 0 0,-1 10-5320 0 0,0 0 1 0 0,0 1-1 0 0,0-1 0 0 0,0 0 1 0 0,0 1-1 0 0,0-1 1 0 0,1 0-1 0 0,-1 1 1 0 0,0-1-1 0 0,0 0 0 0 0,0 1 1 0 0,0-1-1 0 0,1 0 1 0 0,-1 1-1 0 0,0-1 1 0 0,0 0-1 0 0,1 0 0 0 0,-1 1 1 0 0,0-1-1 0 0,1 0 1 0 0,-1 0-1 0 0,0 0 1 0 0,1 0-1 0 0,-1 1 0 0 0,0-1 1 0 0,1 0-1 0 0,-1 0 1 0 0,0 0-1 0 0,1 0 1 0 0,0 0-5 0 0,-1 0 1 0 0,1 1 0 0 0,0-1-1 0 0,-1 0 1 0 0,1 0-1 0 0,-1 1 1 0 0,1-1 0 0 0,0 0-1 0 0,-1 1 1 0 0,1-1 0 0 0,-1 1-1 0 0,1-1 1 0 0,-1 1 0 0 0,0-1-1 0 0,1 1 1 0 0,-1-1 0 0 0,1 1-1 0 0,-1-1 1 0 0,0 1-1 0 0,0-1 1 0 0,1 1 0 0 0,-1-1-1 0 0,0 1 1 0 0,0 0 0 0 0,1-1-1 0 0,-1 1 1 0 0,0 0 0 0 0,0-1-1 0 0,0 1 1 0 0,0 1 0 0 0,23 143 547 0 0,4 148 1 0 0,-20-199-2375 0 0,-6-77 623 0 0,1-4 822 0 0,3 4-3141 0 0,0 5 912 0 0,-3-17-1844 0 0</inkml:trace>
</inkml:ink>
</file>

<file path=ppt/ink/ink2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57.7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97 2760 0 0,'0'0'1617'0'0,"-3"-3"-245"0"0,3 2-1103 0 0,-1 0 0 0 0,0-1 1 0 0,0 1-1 0 0,0 0 1 0 0,-1 0-1 0 0,1-1 0 0 0,0 1 1 0 0,0 0-1 0 0,-1 0 1 0 0,-1-1-1 0 0,3 2-248 0 0,1 0 1 0 0,-1 0-1 0 0,1 0 0 0 0,-1 0 1 0 0,1 0-1 0 0,-1 0 0 0 0,1 0 1 0 0,-1 0-1 0 0,1 0 0 0 0,-1 0 1 0 0,1-1-1 0 0,-1 1 0 0 0,1 0 1 0 0,-1 0-1 0 0,0-1 0 0 0,1 1 1 0 0,-1 0-1 0 0,1 0 0 0 0,-1-1 1 0 0,0 1-1 0 0,1 0 0 0 0,-1-1 1 0 0,0 1-1 0 0,1-1 0 0 0,-1 1 1 0 0,0-1-1 0 0,1 1 0 0 0,-1-2 2 0 0,1 1-1 0 0,0 1 1 0 0,-1-1-1 0 0,1 0 0 0 0,0 0 1 0 0,0 0-1 0 0,0 0 0 0 0,0 0 1 0 0,0 1-1 0 0,0-1 1 0 0,0 0-1 0 0,0 1 0 0 0,0-1 1 0 0,0 1-1 0 0,0-1 0 0 0,1 1 1 0 0,1-1-1 0 0,68-13 346 0 0,246-25-3224 0 0,-311 38 2715 0 0,1 0 9 0 0,19-3 74 0 0,-19 4 2477 0 0,-7 0-2404 0 0,0 0-1 0 0,0 1 0 0 0,0-1 1 0 0,0 0-1 0 0,0 1 1 0 0,0-1-1 0 0,1 0 0 0 0,-1 1 1 0 0,0-1-1 0 0,0 0 1 0 0,0 0-1 0 0,1 1 0 0 0,-1-1 1 0 0,0 0-1 0 0,0 1 1 0 0,1-1-1 0 0,-1 0 1 0 0,0 0-1 0 0,0 0 0 0 0,1 1 1 0 0,-1-1-1 0 0,0 0 1 0 0,1 0-1 0 0,-1 0 0 0 0,0 0 1 0 0,1 0-1 0 0,-1 1 1 0 0,0-1-1 0 0,1 0 0 0 0,0 0 7 0 0,-1 0 0 0 0,1 0 0 0 0,-1 0 0 0 0,1 0-1 0 0,-1 0 1 0 0,1 1 0 0 0,-1-1 0 0 0,0 0-1 0 0,1 0 1 0 0,-1 1 0 0 0,1-1 0 0 0,-1 0 0 0 0,0 1-1 0 0,1-1 1 0 0,-1 0 0 0 0,0 1 0 0 0,1-1-1 0 0,-1 0 1 0 0,0 1 0 0 0,1-1 0 0 0,-1 1 0 0 0,0-1-1 0 0,0 1 1 0 0,0-1 0 0 0,1 1 0 0 0,-1-1 0 0 0,0 1-1 0 0,0-1 1 0 0,0 1 0 0 0,0-1 0 0 0,0 1-1 0 0,0-1 1 0 0,0 1 0 0 0,0-1 0 0 0,0 1 0 0 0,0-1-1 0 0,0 1 1 0 0,0 0 0 0 0,-4 21 254 0 0,3-16-2 0 0,1 0-12 0 0,2 27 173 0 0,9 43 0 0 0,4-17-192 0 0,3 8-448 0 0,-17-62-132 0 0,1-1-162 0 0,4 13-179 0 0,-4-13-242 0 0</inkml:trace>
</inkml:ink>
</file>

<file path=ppt/ink/ink2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58.1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135 32 2292 0 0,'-26'-7'1248'0'0,"20"6"-214"0"0,1 2-122 0 0,-18 1-276 0 0,18-1-174 0 0,-1 1-106 0 0,-42 15 462 0 0,44-16-637 0 0,1 2-93 0 0,2-2-48 0 0,1-1-1 0 0,-1 1 0 0 0,0 0 0 0 0,1-1 0 0 0,-1 1 0 0 0,0 0 0 0 0,1-1 0 0 0,-1 1 0 0 0,1 0 0 0 0,-1 0 1 0 0,1 0-1 0 0,0-1 0 0 0,-1 1 0 0 0,1 0 0 0 0,0 0 0 0 0,0 0 0 0 0,-1 0 0 0 0,1 1 0 0 0,0-1-24 0 0,1-1-1 0 0,-1 1 0 0 0,0-1 1 0 0,1 1-1 0 0,-1 0 0 0 0,1-1 1 0 0,-1 1-1 0 0,1-1 0 0 0,-1 1 1 0 0,1-1-1 0 0,-1 1 0 0 0,1-1 1 0 0,-1 0-1 0 0,1 1 0 0 0,0-1 0 0 0,-1 0 1 0 0,1 1-1 0 0,0-1 0 0 0,-1 0 1 0 0,1 0-1 0 0,0 1 0 0 0,-1-1 1 0 0,1 0-1 0 0,0 0 0 0 0,-1 0 1 0 0,1 0-1 0 0,0 0 0 0 0,0 0 1 0 0,-1 0-1 0 0,1 0 0 0 0,0 0 1 0 0,0-1-1 0 0,21-4 263 0 0,-17 2-214 0 0,0 2 137 0 0,0-2 55 0 0,16-8 29 0 0,-15 8-8 0 0,-2 0-7 0 0,13-9-23 0 0,-13 9 174 0 0,-1-1-275 0 0,-1 3-156 0 0,-1 0 1 0 0,1 0 0 0 0,-1 0-1 0 0,0 0 1 0 0,0-1 0 0 0,1 1-1 0 0,-1 0 1 0 0,0-1-1 0 0,0 1 1 0 0,1-4 0 0 0,-6 3-355 0 0,-12-5-114 0 0,12 5-154 0 0,0 5-260 0 0,-15 7-231 0 0,15-8-285 0 0,0 2-1040 0 0,-16 14-1723 0 0</inkml:trace>
</inkml:ink>
</file>

<file path=ppt/ink/ink2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58.5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3756 0 0,'0'0'2315'0'0,"7"0"-1457"0"0,26 2 520 0 0,-33-2-1347 0 0,1 0 0 0 0,-1 0 0 0 0,1 0 0 0 0,-1 0-1 0 0,1 0 1 0 0,-1 0 0 0 0,1 0 0 0 0,-1 1 0 0 0,1-1-1 0 0,-1 0 1 0 0,1 0 0 0 0,-1 1 0 0 0,1-1 0 0 0,-1 0-1 0 0,1 1 1 0 0,-1-1 0 0 0,1 1 0 0 0,-1-1 0 0 0,0 0-1 0 0,1 1 1 0 0,-1-1 0 0 0,0 1 0 0 0,1-1 0 0 0,-1 1-1 0 0,0 0 1 0 0,1-1-9 0 0,-1 1 0 0 0,0-1 0 0 0,0 1 0 0 0,1-1 0 0 0,-1 1 0 0 0,0-1 0 0 0,1 1 1 0 0,-1-1-1 0 0,0 1 0 0 0,1-1 0 0 0,-1 0 0 0 0,1 1 0 0 0,-1-1 0 0 0,1 0 0 0 0,-1 1 0 0 0,1-1 0 0 0,-1 0 0 0 0,1 0 0 0 0,-1 1 0 0 0,1-1 0 0 0,-1 0 0 0 0,1 0 0 0 0,0 0 0 0 0,-1 0 1 0 0,1 0-1 0 0,3 4 321 0 0,5 7-160 0 0,0 0 0 0 0,-1 0-1 0 0,0 0 1 0 0,-1 1 0 0 0,0 1 0 0 0,-1-1 0 0 0,0 1 0 0 0,6 22-1 0 0,-11-30-57 0 0,0 1 20 0 0,3 20-13 0 0,-3-19 3 0 0,-1-2-3 0 0,-3 19 5 0 0,2-18-27 0 0,0-1-77 0 0,-6 16 93 0 0,6-16 35 0 0,-2-1 12 0 0,1-1-45 0 0,0 0 0 0 0,-1 1 0 0 0,1-1 0 0 0,-1-1 0 0 0,1 1 0 0 0,-1 0 0 0 0,0-1 0 0 0,0 1 0 0 0,0-1 0 0 0,0 0 0 0 0,-7 3 0 0 0,8-5-106 0 0,0 0-1 0 0,1 0 1 0 0,-1-1 0 0 0,0 1-1 0 0,0 0 1 0 0,1-1-1 0 0,-1 0 1 0 0,0 1-1 0 0,1-1 1 0 0,-4-2 0 0 0,1 1 20 0 0,-2 0 66 0 0,5-2-54 0 0,-4-15 12 0 0,4 17-60 0 0,0-1-1 0 0,1 1 0 0 0,-1-1 1 0 0,1 1-1 0 0,-1-1 0 0 0,1 0 0 0 0,0 1 1 0 0,0-1-1 0 0,0 1 0 0 0,1-1 1 0 0,-1 1-1 0 0,1-5 0 0 0,1-1 6 0 0,-1 1-4 0 0,0 0-1 0 0,0-1 0 0 0,1 1 0 0 0,-1 0 1 0 0,2 0-1 0 0,-1 0 0 0 0,1 0 0 0 0,5-9 1 0 0,-5 10-9 0 0,4-11-1 0 0,-6 15 1 0 0,-1 0 0 0 0,1 0 1 0 0,0 0-1 0 0,0 0 0 0 0,0 0 1 0 0,1 0-1 0 0,-1 0 0 0 0,0 0 1 0 0,1 1-1 0 0,1-3 1 0 0,5-5-3 0 0,-2 2-15 0 0,0 1 0 0 0,1 0 1 0 0,0 0-1 0 0,0 1 0 0 0,0 0 0 0 0,1 0 1 0 0,-1 0-1 0 0,1 1 0 0 0,0 0 1 0 0,1 1-1 0 0,-1 0 0 0 0,10-3 0 0 0,-13 6 9 0 0,2 1-37 0 0,-2 0 34 0 0,0 0 10 0 0,0-1 1 0 0,0 1 0 0 0,-1 1 0 0 0,1-1 0 0 0,0 1 0 0 0,0 0 0 0 0,-1 0 0 0 0,1 0 0 0 0,-1 1 0 0 0,0-1 0 0 0,0 1-1 0 0,5 4 1 0 0,32 42-19 0 0,-38-43-1 0 0,1 0 0 0 0,-1 0 0 0 0,-1 1 1 0 0,1-1-1 0 0,-1 1 0 0 0,0-1 0 0 0,-1 1 0 0 0,2 10 0 0 0,-2-11-23 0 0,1 3-289 0 0,-1 1 0 0 0,0 0 0 0 0,-1 0 0 0 0,-1 17 0 0 0,1-27 333 0 0,0 5-776 0 0,0 2-157 0 0,0 19-280 0 0,0-20-325 0 0</inkml:trace>
</inkml:ink>
</file>

<file path=ppt/ink/ink2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59.0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0 183 2708 0 0,'0'0'5741'0'0,"6"-1"-5449"0"0,15-3-8 0 0,-16 3 211 0 0,1 0-390 0 0,18-6-32 0 0,-18 6-16 0 0,-1-1-7 0 0,8-4-15 0 0,0 0 0 0 0,0 0 0 0 0,-1-1 0 0 0,17-12 0 0 0,7-15 57 0 0,-35 32-90 0 0,1 1 1 0 0,-1 0-1 0 0,1-1 1 0 0,-1 1-1 0 0,0-1 1 0 0,0 1-1 0 0,0-1 1 0 0,0 0-1 0 0,0 0 1 0 0,0 1-1 0 0,-1-1 1 0 0,2-2-1 0 0,0-1 2 0 0,0 0-7 0 0,-2-1 13 0 0,-2-16 9 0 0,2 16-23 0 0,-3 3 21 0 0,-12-11 68 0 0,11 11 186 0 0,-2 3-93 0 0,-25 0 1 0 0,29 0-171 0 0,0 1 1 0 0,0-1-1 0 0,1 1 1 0 0,-1 0 0 0 0,0-1-1 0 0,0 1 1 0 0,1 0-1 0 0,-1 0 1 0 0,1 0-1 0 0,-1 0 1 0 0,1 0 0 0 0,-3 3-1 0 0,1-2 11 0 0,0 1 14 0 0,0-1-1 0 0,-1 1 0 0 0,1-1 1 0 0,0 1-1 0 0,0 0 0 0 0,1 1 0 0 0,-1-1 1 0 0,1 0-1 0 0,-1 1 0 0 0,1-1 1 0 0,-3 8-1 0 0,3-8-8 0 0,0 2 38 0 0,-1 0 1 0 0,1 0-1 0 0,0 1 0 0 0,0-1 1 0 0,1 0-1 0 0,0 1 1 0 0,0-1-1 0 0,0 1 1 0 0,0 0-1 0 0,1 8 1 0 0,0-9-83 0 0,0 2 71 0 0,0 1 0 0 0,1-1-1 0 0,0 0 1 0 0,0 0 0 0 0,0 0 0 0 0,1 0 0 0 0,0 0-1 0 0,1 0 1 0 0,-1-1 0 0 0,1 1 0 0 0,1-1-1 0 0,6 12 1 0 0,23 16 81 0 0,-29-31-112 0 0,2-1-50 0 0,18 6-85 0 0,-18-5-107 0 0,1-4-126 0 0,8 0-245 0 0,0 0 0 0 0,0-1-1 0 0,0-1 1 0 0,-1-1 0 0 0,1 0-1 0 0,22-10 1 0 0,-22 6-228 0 0,-1 0 0 0 0,0-1 1 0 0,0-1-1 0 0,-1 0 1 0 0,13-14-1 0 0,-8 6-2228 0 0</inkml:trace>
</inkml:ink>
</file>

<file path=ppt/ink/ink2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59.4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62 63 2180 0 0,'-6'-58'4831'0'0,"4"53"-1636"0"0,-3 6-2890 0 0,-19 6 214 0 0,22-2-278 0 0,-4 16 6 0 0,1 1-1 0 0,0-1 1 0 0,-1 29 0 0 0,6-45-198 0 0,0 2 19 0 0,9 53 111 0 0,-8-55-152 0 0,-1-3-26 0 0,0-1 1 0 0,1 1-1 0 0,-1 0 0 0 0,1-1 0 0 0,-1 1 0 0 0,1-1 1 0 0,-1 1-1 0 0,1-1 0 0 0,0 1 0 0 0,0-1 1 0 0,0 0-1 0 0,1 3 0 0 0,0-1-1 0 0,1 2 7 0 0,1-2 2 0 0,12 9-8 0 0,-15-11-8 0 0,0 0 0 0 0,0 0 0 0 0,0 0-1 0 0,1 0 1 0 0,-1-1 0 0 0,0 1 0 0 0,1 0 0 0 0,-1-1 0 0 0,0 0 0 0 0,1 1 0 0 0,-1-1 0 0 0,1 0 0 0 0,-1 1-1 0 0,1-1 1 0 0,-1 0 0 0 0,1 0 0 0 0,-1 0 0 0 0,3-1 0 0 0,0 1-18 0 0,1 1-6 0 0,3-2 21 0 0,5-1 7 0 0,0-1 0 0 0,0 0-1 0 0,0-1 1 0 0,-1-1 0 0 0,1 0 0 0 0,-1 0-1 0 0,16-10 1 0 0,-21 10 5 0 0,20-17-11 0 0,16-20 12 0 0,-38 35 6 0 0,0 2 31 0 0,-1 0-1 0 0,-1-1 0 0 0,1 1 0 0 0,-1-1 1 0 0,4-8-1 0 0,-2 3 47 0 0,-3 8 119 0 0,4-15 46 0 0,-4 14-194 0 0,0 0 1451 0 0,-4 4-1477 0 0,1 1 1 0 0,-1-1 0 0 0,1 1 0 0 0,0-1 0 0 0,0 1-1 0 0,-1 0 1 0 0,1 0 0 0 0,0-1 0 0 0,0 1 0 0 0,0 0-1 0 0,0 0 1 0 0,-2 2 0 0 0,2-2 19 0 0,-2 1 127 0 0,1 3-29 0 0,0 0-121 0 0,-1 2 28 0 0,0 1 0 0 0,0 0 0 0 0,1 0 0 0 0,-3 15-1 0 0,11 10-65 0 0,-2-28-194 0 0,-2-2 181 0 0,0 1-123 0 0,0-1 0 0 0,0 0-1 0 0,1 0 1 0 0,-1 0 0 0 0,1 0 0 0 0,0 0 0 0 0,-1 0 0 0 0,2-1 0 0 0,-1 1 0 0 0,0-1 0 0 0,0 0 0 0 0,1 0 0 0 0,5 2 0 0 0,48 10-2371 0 0,-45-13 1983 0 0,-1-1 1 0 0,1 0-1 0 0,-1-1 1 0 0,1 0 0 0 0,-1-1-1 0 0,0 0 1 0 0,0-1-1 0 0,15-5 1 0 0,-21 6 395 0 0,3 0-176 0 0,0-1 1 0 0,0-1-1 0 0,-1 1 0 0 0,0-1 1 0 0,14-9-1 0 0,-2 0-323 0 0,3-3-671 0 0,0-2-920 0 0</inkml:trace>
</inkml:ink>
</file>

<file path=ppt/ink/ink2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3:59.7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95 61 2816 0 0,'4'-28'892'0'0,"-4"22"548"0"0,-2 2-976 0 0,-6-13 100 0 0,6 12 1104 0 0,-3 5-1187 0 0,0-1-236 0 0,-1 1-1 0 0,1 1 1 0 0,-1-1 0 0 0,1 1 0 0 0,0 0 0 0 0,-1 0 0 0 0,-7 3 0 0 0,8-2-7 0 0,4 0-208 0 0,1 0 0 0 0,-1-1 0 0 0,0 1 0 0 0,0-1 0 0 0,0 1 0 0 0,0-1 0 0 0,0 0 0 0 0,0 0 0 0 0,0 1 0 0 0,-1-1 0 0 0,-1 2 0 0 0,2-3-2 0 0,-2 4 146 0 0,2 1 0 0 0,-4 18 27 0 0,3-18 23 0 0,3 2-20 0 0,1 8-80 0 0,0-1-1 0 0,1 0 1 0 0,0 0 0 0 0,2 0-1 0 0,-1-1 1 0 0,9 17 0 0 0,53 93 124 0 0,-57-97-196 0 0,-8-21-32 0 0,-2 0-30 0 0,1-2-124 0 0,-1 0-1 0 0,0 0 0 0 0,0 1 1 0 0,0-1-1 0 0,0 0 0 0 0,0 0 1 0 0,-1 0-1 0 0,0 0 0 0 0,1-1 1 0 0,-1 1-1 0 0,0 0 0 0 0,0-1 1 0 0,0 1-1 0 0,-1-1 0 0 0,1 0 1 0 0,-1 1-1 0 0,1-1 0 0 0,-1 0 1 0 0,0-1-1 0 0,0 1 1 0 0,0 0-1 0 0,0-1 0 0 0,-5 2 1 0 0,-14 3-1585 0 0,16-4-1249 0 0</inkml:trace>
</inkml:ink>
</file>

<file path=ppt/ink/ink2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4:00.4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276 72 3748 0 0,'2'-3'415'0'0,"-1"-1"-1"0"0,1 0 0 0 0,-1 1 0 0 0,0-1 0 0 0,0 0 0 0 0,0 0 0 0 0,-1 0 1 0 0,1 0-1 0 0,-1 0 0 0 0,0-6 0 0 0,0 5 102 0 0,-1 5-494 0 0,1 0 0 0 0,-1 0-1 0 0,1 0 1 0 0,0 0 0 0 0,-1 0 0 0 0,1 0-1 0 0,-1 0 1 0 0,1 0 0 0 0,0-1 0 0 0,-1 1-1 0 0,1 0 1 0 0,-1 0 0 0 0,1 0 0 0 0,0 0-1 0 0,-1 0 1 0 0,1-1 0 0 0,0 1 0 0 0,-1 0-1 0 0,1 0 1 0 0,0-1 0 0 0,-1 1 0 0 0,1 0-1 0 0,0-1 1 0 0,-1 1 0 0 0,1 0 0 0 0,0-1-1 0 0,0 1 1 0 0,0 0 0 0 0,-1-1 0 0 0,1 0 2 0 0,-1 0 1 0 0,1 1-1 0 0,-1-1 1 0 0,1 0 0 0 0,-1 1-1 0 0,1-1 1 0 0,-1 1-1 0 0,0-1 1 0 0,1 1 0 0 0,-1-1-1 0 0,0 1 1 0 0,1-1 0 0 0,-1 1-1 0 0,0 0 1 0 0,0-1-1 0 0,1 1 1 0 0,-1 0 0 0 0,0 0-1 0 0,0-1 1 0 0,1 1-1 0 0,-1 0 1 0 0,0 0 0 0 0,0 0-1 0 0,0 0 1 0 0,1 0-1 0 0,-1 0 1 0 0,-1 0 0 0 0,-6-1 52 0 0,6 1-52 0 0,-1-1-1 0 0,0 1 1 0 0,0 0-1 0 0,1-1 1 0 0,-1 1 0 0 0,0 1-1 0 0,0-1 1 0 0,0 0-1 0 0,1 1 1 0 0,-4 0 0 0 0,-65 16 504 0 0,45-11-308 0 0,-5 8-21 0 0,-43 36 215 0 0,71-47-356 0 0,-5 27 46 0 0,11-25-107 0 0,-1 2 7 0 0,-1-5-1 0 0,0 0 0 0 0,-1 0 1 0 0,1 0-1 0 0,0 0 0 0 0,0 0 0 0 0,1 0 1 0 0,-1 0-1 0 0,0 0 0 0 0,1-1 1 0 0,-1 1-1 0 0,1 0 0 0 0,-1-1 0 0 0,3 2 1 0 0,16 13 9 0 0,-1-1 0 0 0,2-2 1 0 0,0 0-1 0 0,1-1 0 0 0,0-1 1 0 0,32 11-1 0 0,39 19 2 0 0,-82-35-22 0 0,8 5 28 0 0,-18-10-22 0 0,1-1-1 0 0,-1 1 0 0 0,0 0 1 0 0,1 0-1 0 0,-1 0 0 0 0,0 0 0 0 0,1 0 1 0 0,-1 1-1 0 0,0-1 0 0 0,0 0 1 0 0,0 0-1 0 0,0 1 0 0 0,1 1 0 0 0,1 1-1 0 0,0 0-9 0 0,-5 1 28 0 0,-6 13 9 0 0,8-17-26 0 0,-1 0-1 0 0,1 0 1 0 0,-1 0 0 0 0,0 0 0 0 0,1 0-1 0 0,-1 0 1 0 0,0 0 0 0 0,0-1 0 0 0,1 1 0 0 0,-1 0-1 0 0,0 0 1 0 0,0-1 0 0 0,0 1 0 0 0,0-1-1 0 0,0 1 1 0 0,0-1 0 0 0,0 1 0 0 0,0-1 0 0 0,0 1-1 0 0,0-1 1 0 0,0 0 0 0 0,-1 0 0 0 0,0 1 1 0 0,-4 2-9 0 0,-1-1 0 0 0,0 1 0 0 0,0-1-1 0 0,0-1 1 0 0,-1 1 0 0 0,1-1-1 0 0,-13 0 1 0 0,13 0 6 0 0,-18 3-15 0 0,-5-4-59 0 0,26 0 61 0 0,-3 0-221 0 0,-2 0 158 0 0,0 0 0 0 0,0-1 0 0 0,1 0-1 0 0,-13-3 1 0 0,19 3-214 0 0,-1 0 0 0 0,1 1 0 0 0,0-1 0 0 0,-1 0 0 0 0,1 0 1 0 0,0 0-1 0 0,0-1 0 0 0,-1 1 0 0 0,1 0 0 0 0,0-1 0 0 0,1 0 0 0 0,-1 1 0 0 0,0-1 0 0 0,0 0 0 0 0,1 0 0 0 0,-1 0 0 0 0,1 0 0 0 0,-1 0 0 0 0,1 0 0 0 0,0-1 0 0 0,0 1 0 0 0,0 0 0 0 0,-1-5 0 0 0,-3-16-4108 0 0</inkml:trace>
</inkml:ink>
</file>

<file path=ppt/ink/ink2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4:00.7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40 2452 0 0,'14'-17'1538'0'0,"-11"13"-287"0"0,1 1-256 0 0,0 0-659 0 0,2-3-6 0 0,0 0 3264 0 0,-3 10-3063 0 0,9 12-62 0 0,-9-12-56 0 0,-3 4-40 0 0,0 42 304 0 0,-2 0-79 0 0,0 6-135 0 0,10 86 134 0 0,-5-119-573 0 0,1 1 0 0 0,2-1-1 0 0,0 0 1 0 0,1-1 0 0 0,2 1 0 0 0,17 33-1 0 0,-22-50-96 0 0,0 0-1 0 0,0 0 1 0 0,1-1 0 0 0,-1 1-1 0 0,1-1 1 0 0,1-1-1 0 0,-1 1 1 0 0,11 7-1 0 0,-11-9-17 0 0,1 2-193 0 0,1-1 0 0 0,0 0 0 0 0,0 0 0 0 0,0 0 0 0 0,1-1-1 0 0,-1 0 1 0 0,9 2 0 0 0,-10-3 107 0 0,-2-1-168 0 0,1 0 0 0 0,-1 0 0 0 0,1-1 1 0 0,0 1-1 0 0,-1-1 0 0 0,1 0 0 0 0,0 0 0 0 0,-1-1 0 0 0,1 1 0 0 0,-1-1 1 0 0,9-2-1 0 0,-8 1-100 0 0,4-1-2121 0 0,13-6-1826 0 0</inkml:trace>
</inkml:ink>
</file>

<file path=ppt/ink/ink2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4:01.5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0 108 3504 0 0,'0'0'2776'0'0,"4"-3"-2187"0"0,4 0-358 0 0,-1 0 0 0 0,1 1 0 0 0,-1-1 0 0 0,15-1-1 0 0,82-5-6 0 0,-22 6-1094 0 0,-24-1-282 0 0,16 1-582 0 0,-68 3 1255 0 0,1 0 91 0 0,51 13 1280 0 0,-54-11 648 0 0,-4-2-1522 0 0,0 1 1 0 0,0-1-1 0 0,0 1 0 0 0,0-1 1 0 0,0 1-1 0 0,0-1 1 0 0,0 1-1 0 0,0-1 0 0 0,-1 1 1 0 0,1-1-1 0 0,0 1 0 0 0,0-1 1 0 0,-1 1-1 0 0,1-1 1 0 0,0 1-1 0 0,-1-1 0 0 0,1 1 1 0 0,0-1-1 0 0,-1 0 0 0 0,1 1 1 0 0,0-1-1 0 0,-2 1 1 0 0,2-1-3 0 0,0 0 1 0 0,-1 1-1 0 0,1-1 1 0 0,-1 0-1 0 0,1 1 1 0 0,0-1-1 0 0,-1 1 1 0 0,1-1-1 0 0,0 0 1 0 0,-1 1-1 0 0,1-1 1 0 0,0 1-1 0 0,0-1 1 0 0,-1 1-1 0 0,1-1 1 0 0,0 1-1 0 0,0-1 1 0 0,0 1 0 0 0,0 0-1 0 0,0-1 1 0 0,0 1-1 0 0,0 0 422 0 0,-3 2-313 0 0,-8 14 438 0 0,12-16-559 0 0,1-1 0 0 0,-1 0 1 0 0,0 1-1 0 0,1-1 0 0 0,-1 1 0 0 0,1 0 0 0 0,-1-1 1 0 0,0 1-1 0 0,0 0 0 0 0,1 0 0 0 0,-1 0 0 0 0,2 2 1 0 0,-1-1-3 0 0,2 0 22 0 0,3-3-22 0 0,49-18 239 0 0,-51 17-108 0 0,-4 1-109 0 0,1 1 0 0 0,0-1 0 0 0,-1 0 0 0 0,1 1 0 0 0,0-1 0 0 0,-1 0 0 0 0,1 0 0 0 0,-1 0 0 0 0,0 0 0 0 0,1 0 0 0 0,-1-1 0 0 0,2-1 0 0 0,-1 1 23 0 0,2-1 142 0 0,-3 2-163 0 0,0-1-1 0 0,0 0 0 0 0,0 1 1 0 0,1-1-1 0 0,-1 0 0 0 0,0 1 0 0 0,0 0 1 0 0,1-1-1 0 0,-1 1 0 0 0,4-2 1 0 0,-2-1 92 0 0,-1 0-38 0 0,3-14 8 0 0,-4 14 78 0 0,-2-2-83 0 0,-3-16 13 0 0,3 17 125 0 0,-2 1-106 0 0,2 3-55 0 0,0-1 1 0 0,0 0-1 0 0,-1 1 1 0 0,1-1-1 0 0,0 1 1 0 0,-1-1-1 0 0,1 1 0 0 0,-1 0 1 0 0,1 0-1 0 0,-3-2 1 0 0,-29 8 199 0 0,31-4-245 0 0,0 0 1 0 0,0 0-1 0 0,-1 0 1 0 0,1 0 0 0 0,0 0-1 0 0,0 1 1 0 0,0-1-1 0 0,0 1 1 0 0,0-1 0 0 0,1 1-1 0 0,-1 0 1 0 0,0 0-1 0 0,1 0 1 0 0,-1 0 0 0 0,1 0-1 0 0,0 0 1 0 0,0 0-1 0 0,0 0 1 0 0,-1 4 0 0 0,1-6-14 0 0,-1 5 11 0 0,0-1 0 0 0,0 1 0 0 0,0 0 0 0 0,1 0 0 0 0,0 0 0 0 0,-1 0 0 0 0,2 0-1 0 0,-1 0 1 0 0,1 0 0 0 0,0 9 0 0 0,0-10-9 0 0,-1 0 5 0 0,1-2-7 0 0,0 0 0 0 0,-1 0 0 0 0,1 0 0 0 0,0 0 0 0 0,0 0 0 0 0,0 0 0 0 0,1 0 0 0 0,-1-1 0 0 0,0 1 0 0 0,1 0 0 0 0,-1 0 0 0 0,1 0 0 0 0,0 0 0 0 0,1 2 0 0 0,4 10 11 0 0,8 16 1 0 0,8 5 9 0 0,-16-26-24 0 0,-5-6 1 0 0,1-1 0 0 0,0 0 0 0 0,-1 1 0 0 0,1-1-1 0 0,0 0 1 0 0,1 0 0 0 0,-1 0 0 0 0,0 0 0 0 0,0-1 0 0 0,5 3-1 0 0,2 2-48 0 0,0 0 0 0 0,0-1 0 0 0,0 0-1 0 0,1-1 1 0 0,0 0 0 0 0,0 0 0 0 0,0-1-1 0 0,0-1 1 0 0,12 2 0 0 0,49-7-471 0 0,-57 2 365 0 0,11-6-39 0 0,-4-1 26 0 0,-13 6 150 0 0,-5 1 17 0 0,-1 0 0 0 0,1 1 0 0 0,0-1 1 0 0,-1 0-1 0 0,1-1 0 0 0,0 1 0 0 0,-1 0 1 0 0,0-1-1 0 0,1 1 0 0 0,3-5 0 0 0,3 0-9 0 0,0 0-1 0 0,0-1 1 0 0,-1 0-1 0 0,-1-1 1 0 0,1 0-1 0 0,-1 0 1 0 0,0-1 0 0 0,-1 1-1 0 0,8-15 1 0 0,-10 12 128 0 0,0 0 0 0 0,-1 0 1 0 0,0 0-1 0 0,-1 0 0 0 0,0 0 1 0 0,0 0-1 0 0,-1-17 0 0 0,-10-31 660 0 0,9 54 1139 0 0,-2 5-1876 0 0,1 0-1 0 0,-1 0 0 0 0,1 0 0 0 0,-1 1 1 0 0,1-1-1 0 0,-1 0 0 0 0,1 1 1 0 0,0-1-1 0 0,-1 1 0 0 0,1 0 1 0 0,0-1-1 0 0,-2 2 0 0 0,-1 0 53 0 0,4-2-85 0 0,0 0 0 0 0,0 0 0 0 0,-1 0 0 0 0,1 0 0 0 0,0 0 0 0 0,0 0 0 0 0,-1 0 0 0 0,1 0 0 0 0,0 1 1 0 0,0-1-1 0 0,-1 0 0 0 0,1 0 0 0 0,0 0 0 0 0,0 0 0 0 0,0 0 0 0 0,-1 1 0 0 0,1-1 0 0 0,0 0 0 0 0,0 0 0 0 0,0 0 0 0 0,0 1 0 0 0,0-1 0 0 0,-1 0 0 0 0,1 0 0 0 0,0 1 0 0 0,0-1 0 0 0,0 0 1 0 0,0 0-1 0 0,0 1 0 0 0,0-1 0 0 0,0 0 0 0 0,0 0 0 0 0,0 1 0 0 0,0-1 0 0 0,0 1 0 0 0,-8 57 694 0 0,6 109 13 0 0,3-134-647 0 0,1 52 30 0 0,11 180-2406 0 0,-12-259 1756 0 0,-1 1-49 0 0,10 49-3206 0 0,-8-52 2677 0 0</inkml:trace>
</inkml:ink>
</file>

<file path=ppt/ink/ink2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4:01.9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80 2720 0 0,'4'-25'1142'0'0,"-4"20"-203"0"0,2 0-195 0 0,-1 4-602 0 0,0-1-71 0 0,0 1 0 0 0,0-1 0 0 0,0 0 0 0 0,0 1 0 0 0,0-1 0 0 0,0 0 0 0 0,-1 1 0 0 0,1-1 0 0 0,-1 0 0 0 0,0 0 0 0 0,1 0 0 0 0,-1-2 0 0 0,4 1 388 0 0,14-10-161 0 0,-14 10-45 0 0,2 3-40 0 0,5 1-130 0 0,0 0 0 0 0,0 0 1 0 0,0 1-1 0 0,0 1 0 0 0,0 0 1 0 0,-1 0-1 0 0,1 1 0 0 0,-1 0 1 0 0,0 1-1 0 0,0 0 0 0 0,-1 1 1 0 0,1 0-1 0 0,-1 0 0 0 0,12 12 1 0 0,-10-9 77 0 0,-9-8-145 0 0,0 0-1 0 0,-1 1 0 0 0,1-1 0 0 0,0 1 1 0 0,-1-1-1 0 0,1 1 0 0 0,-1-1 0 0 0,0 1 1 0 0,0 0-1 0 0,0 0 0 0 0,0 0 0 0 0,0 0 0 0 0,2 3 1 0 0,-1 2 76 0 0,-2-7-92 0 0,16 40 327 0 0,-15-36-288 0 0,0 0 1 0 0,0-1-1 0 0,-1 1 0 0 0,1 0 1 0 0,-1 0-1 0 0,0 0 0 0 0,0-1 1 0 0,0 1-1 0 0,-1 0 0 0 0,1 0 1 0 0,-1-1-1 0 0,0 1 0 0 0,-1 3 1 0 0,0 0-6 0 0,2-5-28 0 0,-1 0 0 0 0,1 0 1 0 0,-1 0-1 0 0,0 0 0 0 0,0 0 0 0 0,0 0 0 0 0,0 0 0 0 0,0 0 1 0 0,0-1-1 0 0,0 1 0 0 0,-1 0 0 0 0,1-1 0 0 0,-3 3 0 0 0,4-3-6 0 0,-11 11 20 0 0,0 0-1 0 0,-1-1 1 0 0,0 0-1 0 0,-1-1 1 0 0,-21 13 0 0 0,-23 10-874 0 0,51-31 184 0 0,-12 4-2303 0 0,13-4 2536 0 0,1 0-1677 0 0</inkml:trace>
</inkml:ink>
</file>

<file path=ppt/ink/ink2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4:02.1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91 25 3032 0 0,'-11'-24'2561'0'0,"6"25"-1616"0"0,-40 14 1517 0 0,41-13-2082 0 0,4 0-332 0 0,-1-1 0 0 0,0 1-1 0 0,0-1 1 0 0,0 1 0 0 0,0-1 0 0 0,0 1-1 0 0,0-1 1 0 0,0 0 0 0 0,0 1 0 0 0,-1-1-1 0 0,-1 2 1 0 0,2-3-3 0 0,-2 4 222 0 0,3 1-34 0 0,0 2-133 0 0,0 0-1 0 0,1-1 0 0 0,-1 1 0 0 0,1 0 1 0 0,1 0-1 0 0,-1 0 0 0 0,1-1 1 0 0,1 1-1 0 0,-1-1 0 0 0,5 9 0 0 0,5 6 269 0 0,26 34 0 0 0,-26-39-241 0 0,0 1 0 0 0,-1 0 0 0 0,-1 1 0 0 0,9 21 0 0 0,-18-36-124 0 0,1 1 9 0 0,0-1 0 0 0,-1 1 0 0 0,1 0 0 0 0,-1 0 0 0 0,0 0 0 0 0,0-1 0 0 0,-1 1 1 0 0,1 0-1 0 0,-1 0 0 0 0,0 0 0 0 0,0 0 0 0 0,0 0 0 0 0,-1 7 0 0 0,-9 13-8 0 0,5-18-111 0 0,0 0 0 0 0,0 0 1 0 0,-1 0-1 0 0,1-1 0 0 0,-1 1 0 0 0,-13 7 1 0 0,-13 4-1236 0 0,24-13 940 0 0,6-3 107 0 0,0 0 0 0 0,-1 0 0 0 0,1 0 1 0 0,0 0-1 0 0,-1 0 0 0 0,1 0 0 0 0,-1 0 0 0 0,1-1 1 0 0,-1 1-1 0 0,1-1 0 0 0,-1 0 0 0 0,-4 0 1 0 0,0 0-927 0 0,-1 1-4332 0 0</inkml:trace>
</inkml:ink>
</file>

<file path=ppt/ink/ink2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4:11.3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536 531 3784 0 0,'-27'14'855'0'0,"-1"-1"-1"0"0,-1-2 0 0 0,1-1 0 0 0,-2-1 0 0 0,0-1 0 0 0,-57 7 1 0 0,4-7-2 0 0,56-6-529 0 0,10-3-187 0 0,-4-2 189 0 0,-42-11 453 0 0,58 12-654 0 0,2-2-131 0 0,3 4 13 0 0,-2-1 10 0 0,1 0-1 0 0,-1 0 1 0 0,1-1 0 0 0,-1 1 0 0 0,1-1-1 0 0,0 1 1 0 0,0-1 0 0 0,-1 1 0 0 0,1-1-1 0 0,0 0 1 0 0,-1-2 0 0 0,3-4-32 0 0,0 1 0 0 0,0-1 0 0 0,1 1 0 0 0,0-1 0 0 0,0 1 0 0 0,1-1 0 0 0,0 1 0 0 0,0 0 0 0 0,0 0 0 0 0,1 0 0 0 0,8-10 0 0 0,7-8-258 0 0,35-36 0 0 0,-27 31 115 0 0,5-5-23 0 0,-7 8 48 0 0,0-1 0 0 0,-2-1 0 0 0,26-44-1 0 0,-37 42 75 0 0,-10 22 56 0 0,-1 8 2 0 0,-1-1 0 0 0,1 0 1 0 0,0 1-1 0 0,-1-1 1 0 0,1 0-1 0 0,-1 0 0 0 0,0 0 1 0 0,0 1-1 0 0,0-1 1 0 0,0 0-1 0 0,0 0 0 0 0,0 0 1 0 0,0 0-1 0 0,-1-2 1 0 0,0-1 3 0 0,-2-6 34 0 0,1 5-24 0 0,2 5-9 0 0,-1-1 1 0 0,1 0 0 0 0,-1 1 0 0 0,0-1 0 0 0,1 0-1 0 0,-1 1 1 0 0,0-1 0 0 0,0 1 0 0 0,0-1 0 0 0,0 1-1 0 0,-1 0 1 0 0,1 0 0 0 0,0-1 0 0 0,-1 1 0 0 0,-2-2-1 0 0,0-2 20 0 0,2 3-16 0 0,1 0 1 0 0,0 1 0 0 0,-1-1-1 0 0,0 1 1 0 0,1-1 0 0 0,-1 1 0 0 0,0 0-1 0 0,0 0 1 0 0,0 0 0 0 0,1 0-1 0 0,-1 0 1 0 0,0 0 0 0 0,-1 0 0 0 0,-3-1-1 0 0,-3-2 18 0 0,5 2-4 0 0,-1 0 0 0 0,0 0 1 0 0,1 0-1 0 0,-1 0 1 0 0,0 1-1 0 0,-8-1 0 0 0,3-1 12 0 0,6 1-12 0 0,-1 1 0 0 0,1 0 0 0 0,-1 0 0 0 0,1 0 0 0 0,-1 1 0 0 0,0-1 0 0 0,-6 1 0 0 0,0-1 13 0 0,5 0-7 0 0,1 1-1 0 0,-1 0 1 0 0,0 0 0 0 0,1 0-1 0 0,-11 2 1 0 0,6-2-5 0 0,6 0-15 0 0,0 0-1 0 0,0 0 1 0 0,0 0 0 0 0,0 1-1 0 0,0 0 1 0 0,1-1 0 0 0,-1 1-1 0 0,-5 3 1 0 0,2-3-29 0 0,5-1 20 0 0,0 0 0 0 0,-1 0 0 0 0,1 1 0 0 0,0-1 0 0 0,0 1 0 0 0,0 0 0 0 0,0-1 0 0 0,0 1 0 0 0,0 0 0 0 0,0 0 0 0 0,0 0 0 0 0,0 1 0 0 0,0-1-1 0 0,-2 2 1 0 0,2-1 11 0 0,0-1 5 0 0,-1 0 0 0 0,1 1 0 0 0,-1 0 0 0 0,1 0 0 0 0,0-1 0 0 0,0 1 0 0 0,0 1 0 0 0,0-1 0 0 0,0 0 0 0 0,0 0 0 0 0,0 1 0 0 0,1-1 0 0 0,-1 1 0 0 0,1-1 0 0 0,0 1 0 0 0,0 0 0 0 0,0 0-1 0 0,0-1 1 0 0,0 1 0 0 0,0 6 0 0 0,0-4 5 0 0,0-3-13 0 0,1 0-1 0 0,-1 0 0 0 0,1 0 0 0 0,0 0 0 0 0,0 0 0 0 0,0-1 0 0 0,0 1 0 0 0,0 0 0 0 0,1 0 1 0 0,-1 0-1 0 0,0 0 0 0 0,1 0 0 0 0,-1-1 0 0 0,1 1 0 0 0,0 0 0 0 0,1 2 0 0 0,8 20 30 0 0,2 0 0 0 0,0-1 0 0 0,30 41 0 0 0,60 64-48 0 0,-59-76-1 0 0,53 79 0 0 0,-91-122 8 0 0,0 0 0 0 0,0 0 0 0 0,-1 0 1 0 0,0 0-1 0 0,-1 1 0 0 0,4 14 0 0 0,-6-18 1 0 0,0 1 0 0 0,-1-1 0 0 0,0 0 0 0 0,0 0-1 0 0,0 0 1 0 0,-1 0 0 0 0,0 0 0 0 0,0 0 0 0 0,-1 0 0 0 0,1 0 0 0 0,-5 9-1 0 0,5-13 2 0 0,0 0 0 0 0,0 0 0 0 0,0 0 0 0 0,0 0 0 0 0,0 0 0 0 0,0 0 0 0 0,0-1 0 0 0,-1 1 0 0 0,1 0 0 0 0,-1-1 0 0 0,1 1 0 0 0,-1-1 0 0 0,0 1 0 0 0,-3 1 0 0 0,-3 3-6 0 0,4-2-5 0 0,-1 0 0 0 0,0 1 0 0 0,0-1 0 0 0,0-1 0 0 0,-1 1-1 0 0,1-1 1 0 0,-1 0 0 0 0,0-1 0 0 0,1 1 0 0 0,-1-1 0 0 0,-8 2-1 0 0,-95 19-2067 0 0,102-22 1125 0 0,-10-22-7982 0 0</inkml:trace>
</inkml:ink>
</file>

<file path=ppt/ink/ink2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4:11.8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292 22 3016 0 0,'-4'-3'1555'0'0,"-13"-12"-308"0"0,12 11 479 0 0,0 4-1091 0 0,0 1-503 0 0,0 0 0 0 0,0 1 0 0 0,0-1 0 0 0,0 1 0 0 0,1 0 0 0 0,-1 0 0 0 0,1 1 0 0 0,-1-1 0 0 0,1 1 0 0 0,0 0 0 0 0,0 0 0 0 0,0 0 0 0 0,0 1 0 0 0,1-1 0 0 0,-5 7 0 0 0,-33 43 759 0 0,3 1 1 0 0,-56 107-1 0 0,92-157-742 0 0,0 1 0 0 0,0-1 0 0 0,0 0 0 0 0,1 1-1 0 0,0 0 1 0 0,-1-1 0 0 0,2 1 0 0 0,-1-1 0 0 0,0 1 0 0 0,1 0-1 0 0,1 8 1 0 0,-1-9-181 0 0,0-3 56 0 0,0 0 1 0 0,0 0-1 0 0,0 0 1 0 0,0 1-1 0 0,1-1 1 0 0,-1 0-1 0 0,0 0 1 0 0,1 0-1 0 0,-1 0 1 0 0,1 0-1 0 0,-1 0 1 0 0,1 0-1 0 0,-1 0 1 0 0,1 0-1 0 0,0 0 1 0 0,-1 0-1 0 0,1 0 1 0 0,0-1 0 0 0,0 1-1 0 0,0 0 1 0 0,0 0-1 0 0,1 0 1 0 0,0 1 53 0 0,7 4 158 0 0,-2-1-169 0 0,26 9 226 0 0,0-5-347 0 0,1-2 0 0 0,-1-1-1 0 0,1-1 1 0 0,0-2-1 0 0,1-1 1 0 0,-1-2 0 0 0,0-1-1 0 0,0-2 1 0 0,64-14-1 0 0,-89 15-408 0 0,-1 0-1 0 0,1-1 0 0 0,0 0 1 0 0,-1 0-1 0 0,0-1 0 0 0,0 0 0 0 0,0-1 1 0 0,0 0-1 0 0,-1 0 0 0 0,1 0 1 0 0,-1-1-1 0 0,-1 0 0 0 0,1-1 0 0 0,-1 1 1 0 0,8-11-1 0 0,-13 15 253 0 0,0 0 0 0 0,0 1 0 0 0,0-1 0 0 0,0 1 0 0 0,0-1 0 0 0,0 0 0 0 0,0 0 0 0 0,-1 0 0 0 0,1 1 0 0 0,-1-1 0 0 0,1 0 0 0 0,-1 0 0 0 0,0-2 0 0 0,1-2-693 0 0,1 0-3192 0 0</inkml:trace>
</inkml:ink>
</file>

<file path=ppt/ink/ink2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4:12.0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279 93 2208 0 0,'-67'-45'2925'0'0,"22"22"-840"0"0,39 20-1927 0 0,-1 0 162 0 0,0-1 0 0 0,1 1 0 0 0,-1 0 0 0 0,-15-3-1 0 0,20 5-242 0 0,0 1 0 0 0,-1-1-1 0 0,1 1 1 0 0,0 0-1 0 0,-1 0 1 0 0,1 0-1 0 0,0 0 1 0 0,0 0 0 0 0,-1 0-1 0 0,1 1 1 0 0,0-1-1 0 0,-1 1 1 0 0,1 0-1 0 0,0-1 1 0 0,0 1 0 0 0,0 0-1 0 0,0 0 1 0 0,0 0-1 0 0,0 1 1 0 0,0-1-1 0 0,0 0 1 0 0,0 1 0 0 0,1 0-1 0 0,-1-1 1 0 0,-1 3-1 0 0,-27 52 792 0 0,23-31-765 0 0,1 1-1 0 0,1 0 1 0 0,1 1 0 0 0,2-1 0 0 0,0 1-1 0 0,4 40 1 0 0,1-22-546 0 0,1 0 1 0 0,3 0-1 0 0,14 48 0 0 0,-16-75-222 0 0,5 3-35 0 0,-2-9-336 0 0,-3-6 259 0 0,0 0 1 0 0,0 0-1 0 0,1-1 0 0 0,0 0 0 0 0,7 6 0 0 0,-8-8-2903 0 0</inkml:trace>
</inkml:ink>
</file>

<file path=ppt/ink/ink2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4:12.5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902 72 3232 0 0,'-23'-11'460'0'0,"-1"0"-1"0"0,0 1 0 0 0,0 1 1 0 0,-1 2-1 0 0,0 0 0 0 0,0 1 1 0 0,0 2-1 0 0,-1 1 0 0 0,-34 0 1 0 0,37 3-315 0 0,-1 1 1 0 0,0 1-1 0 0,1 2 1 0 0,0 0-1 0 0,0 1 1 0 0,0 2-1 0 0,1 0 1 0 0,-1 2-1 0 0,2 0 1 0 0,-1 1-1 0 0,2 1 1 0 0,-1 1-1 0 0,1 1 1 0 0,1 1 0 0 0,1 0-1 0 0,-28 29 1 0 0,21-16-49 0 0,2 1 1 0 0,1 1-1 0 0,1 0 0 0 0,2 2 1 0 0,1 1-1 0 0,1 0 1 0 0,2 1-1 0 0,1 1 1 0 0,2 0-1 0 0,1 1 1 0 0,-10 57-1 0 0,18-66-61 0 0,0 0-1 0 0,2 1 1 0 0,0-1-1 0 0,2 1 0 0 0,1-1 1 0 0,1 0-1 0 0,8 33 1 0 0,-5-39-18 0 0,1 1 0 0 0,0-1 1 0 0,2 0-1 0 0,0-1 0 0 0,1 0 1 0 0,1 0-1 0 0,0-1 0 0 0,2-1 0 0 0,23 27 1 0 0,-13-23 5 0 0,0 0-1 0 0,1-1 1 0 0,1-2 0 0 0,1 0 0 0 0,0-2 0 0 0,1-1-1 0 0,1-1 1 0 0,1-1 0 0 0,0-1 0 0 0,0-2 0 0 0,1-1-1 0 0,51 8 1 0 0,-44-11 118 0 0,0-2 0 0 0,0-1 0 0 0,1-2-1 0 0,-1-2 1 0 0,0-1 0 0 0,0-2 0 0 0,0-2-1 0 0,0-1 1 0 0,-1-2 0 0 0,44-16 0 0 0,-55 15-118 0 0,-1-1 0 0 0,0-1 1 0 0,-1-1-1 0 0,-1-1 1 0 0,0-1-1 0 0,-1-1 1 0 0,-1-1-1 0 0,0-1 0 0 0,-1 0 1 0 0,-1-2-1 0 0,-1 0 1 0 0,-1-1-1 0 0,0 0 0 0 0,-2-1 1 0 0,0-1-1 0 0,-2-1 1 0 0,-1 0-1 0 0,0 0 1 0 0,-2-1-1 0 0,-1 0 0 0 0,-1 0 1 0 0,-1-1-1 0 0,-1 0 1 0 0,-1 0-1 0 0,-2-1 0 0 0,-1 1 1 0 0,0-1-1 0 0,-2 1 1 0 0,-1 0-1 0 0,-2-1 1 0 0,-8-37-1 0 0,8 51-87 0 0,0 0 0 0 0,-1 0 0 0 0,0 0 0 0 0,-1 1 0 0 0,-1 0 0 0 0,0 0 0 0 0,0 0 0 0 0,-1 1 0 0 0,0 0 0 0 0,-18-17 0 0 0,19 21-92 0 0,0 2 0 0 0,-1-1 1 0 0,1 1-1 0 0,-1 0 1 0 0,-1 0-1 0 0,1 1 1 0 0,-1 0-1 0 0,1 1 1 0 0,-1-1-1 0 0,0 2 0 0 0,0-1 1 0 0,0 2-1 0 0,-1-1 1 0 0,1 1-1 0 0,0 0 1 0 0,-17 1-1 0 0,5 2-827 0 0,0 1 1 0 0,-1 1-1 0 0,1 1 0 0 0,0 0 0 0 0,1 2 1 0 0,-40 18-1 0 0,9 0-3371 0 0</inkml:trace>
</inkml:ink>
</file>

<file path=ppt/ink/ink2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4:13.3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64 4512 0 0,'22'-59'3949'0'0,"-20"55"-1036"0"0,-1 8-2612 0 0,1 2-236 0 0,0 1 1 0 0,-1-1-1 0 0,0 1 0 0 0,0-1 0 0 0,-1 1 1 0 0,1-1-1 0 0,-2 1 0 0 0,1-1 1 0 0,-2 9-1 0 0,-15 69 96 0 0,8-44-43 0 0,1 2-72 0 0,2 1 0 0 0,2-1 0 0 0,2 1 0 0 0,1 0 0 0 0,3 0 0 0 0,10 67 0 0 0,-9-93-22 0 0,-2-14-20 0 0,-1 0 0 0 0,1 0 0 0 0,0 0 0 0 0,0 0 0 0 0,0 0 0 0 0,0 0 0 0 0,1-1 1 0 0,-1 1-1 0 0,1 0 0 0 0,3 4 0 0 0,-3-5-3 0 0,1 5-7 0 0,-2-5 4 0 0,0 1 0 0 0,0-1 0 0 0,0 1 0 0 0,1-1 0 0 0,0 1 0 0 0,-1-1 0 0 0,1 0 0 0 0,0 0 0 0 0,0 0 0 0 0,2 2 0 0 0,21 17-12 0 0,-18-17 25 0 0,0-1 1 0 0,0 0-1 0 0,0 0 1 0 0,0-1-1 0 0,1 0 1 0 0,-1 0 0 0 0,10 1-1 0 0,-14-3-10 0 0,1 1 0 0 0,-1-1 0 0 0,0 0 0 0 0,1 1 0 0 0,-1-2 0 0 0,0 1 0 0 0,1 0 0 0 0,-1-1 0 0 0,1 1 0 0 0,3-2 0 0 0,5-1 6 0 0,3 0 4 0 0,0 0 0 0 0,0 0 0 0 0,0-2-1 0 0,-1 0 1 0 0,0-1 0 0 0,0 0 0 0 0,0-1 0 0 0,0 0 0 0 0,-1-1-1 0 0,-1-1 1 0 0,1 0 0 0 0,-2-1 0 0 0,1 0 0 0 0,-1-1 0 0 0,-1 0-1 0 0,15-20 1 0 0,-9 8-44 0 0,-2 0-1 0 0,-1 0 1 0 0,-1-1-1 0 0,-1-1 1 0 0,-1 0-1 0 0,-1 0 1 0 0,-2-1-1 0 0,7-33 1 0 0,-13 54 41 0 0,-1 1 1 0 0,1 0 0 0 0,-1 0-1 0 0,1 0 1 0 0,-1 0-1 0 0,0-1 1 0 0,-1-5-1 0 0,0-1 18 0 0,-1-6-18 0 0,-5-21-21 0 0,3 27 7 0 0,0 0-1 0 0,-1 0 0 0 0,0 1 1 0 0,-1 0-1 0 0,0-1 0 0 0,-8-9 1 0 0,11 17-1 0 0,-2 0 13 0 0,-15-6-15 0 0,15 6 1 0 0,0 1-7 0 0,-14-5 4 0 0,14 5-9 0 0,12-17-3959 0 0,2 11-535 0 0,12-8 118 0 0</inkml:trace>
</inkml:ink>
</file>

<file path=ppt/ink/ink2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4:13.6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25 3176 0 0,'0'0'3005'0'0,"26"13"-1873"0"0,11-15-444 0 0,17-2-564 0 0,-17 1-204 0 0,3-3-224 0 0,-3 2-308 0 0,5-3-480 0 0,2 1-885 0 0,5 1-2043 0 0</inkml:trace>
</inkml:ink>
</file>

<file path=ppt/ink/ink2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4:14.1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3028 0 0,'0'0'5887'0'0,"3"5"-5565"0"0,9 13-71 0 0,-9-13-38 0 0,-1 1-36 0 0,17 88 369 0 0,-18-87-478 0 0,-1 0 5 0 0,-4 57 311 0 0,4-58-115 0 0,-2-1-93 0 0,-5 16 26 0 0,6-16 468 0 0,-1-1-404 0 0,2-3-246 0 0,-1-1-1 0 0,1 1 0 0 0,0 0 0 0 0,0-1 0 0 0,-1 1 0 0 0,1 0 0 0 0,0-1 0 0 0,0 1 0 0 0,-1 0 0 0 0,1-1 0 0 0,-1 1 0 0 0,1-1 1 0 0,-1 1-1 0 0,1-1 0 0 0,-1 1 0 0 0,1-1 0 0 0,-1 1 0 0 0,1-1 0 0 0,-1 1 0 0 0,0-1 0 0 0,1 0 0 0 0,-2 1 0 0 0,1-15 609 0 0,1 6-587 0 0,2 0 0 0 0,-1 0 0 0 0,1 0 0 0 0,5-13 1 0 0,25-41-274 0 0,-24 50 272 0 0,34-35 7 0 0,-35 41-40 0 0,-2 1 0 0 0,-3 4-5 0 0,0-1 0 0 0,-1 0 0 0 0,1 0 0 0 0,0 1 0 0 0,0-1 0 0 0,0 1 0 0 0,0-1-1 0 0,0 1 1 0 0,0 0 0 0 0,1 0 0 0 0,-1 0 0 0 0,3-1 0 0 0,10-3 15 0 0,-9 2-15 0 0,-1 1 1 0 0,1 0-1 0 0,0 1 1 0 0,0-1-1 0 0,0 1 0 0 0,0 0 1 0 0,0 1-1 0 0,1-1 1 0 0,-1 1-1 0 0,0 1 1 0 0,0-1-1 0 0,0 1 0 0 0,0 0 1 0 0,0 0-1 0 0,9 4 1 0 0,-8-3-5 0 0,-5-2 1 0 0,0 0-1 0 0,0 1 1 0 0,0 0-1 0 0,0 0 1 0 0,0-1-1 0 0,0 1 1 0 0,-1 0-1 0 0,1 1 1 0 0,0-1-1 0 0,0 0 1 0 0,-1 0-1 0 0,1 1 1 0 0,-1-1-1 0 0,1 1 1 0 0,1 1-1 0 0,3 3 3 0 0,-4-5-2 0 0,1 1 1 0 0,-1 0 0 0 0,0 0 0 0 0,0 1 0 0 0,0-1 0 0 0,0 0 0 0 0,-1 1 0 0 0,1-1 0 0 0,2 6 0 0 0,1-2-4 0 0,-3-4 0 0 0,-1 0-1 0 0,1 0 1 0 0,-1 0-1 0 0,1 0 0 0 0,-1 0 1 0 0,0 1-1 0 0,0-1 1 0 0,0 1-1 0 0,0-1 1 0 0,0 0-1 0 0,-1 1 0 0 0,1 2 1 0 0,2 3-27 0 0,-1-5 7 0 0,-1 0 0 0 0,0 0-1 0 0,0 1 1 0 0,0-1 0 0 0,-1 0 0 0 0,1 0-1 0 0,-1 0 1 0 0,0 1 0 0 0,0 4 0 0 0,0 27-1584 0 0,-9 71 0 0 0,8-101 640 0 0,-4 25-1445 0 0,4-24 1188 0 0</inkml:trace>
</inkml:ink>
</file>

<file path=ppt/ink/ink2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4:14.4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95 3100 0 0,'15'-61'4372'0'0,"-14"56"-3283"0"0,1 0-148 0 0,0 1-607 0 0,2-15 2597 0 0,0 23-2669 0 0,3 6-178 0 0,0 1 0 0 0,-1 0 0 0 0,0 0 0 0 0,-1 0 0 0 0,0 0 0 0 0,-1 1 0 0 0,0 0-1 0 0,3 17 1 0 0,5 12 73 0 0,92 352-4670 0 0,-103-387 3902 0 0,-1-4 517 0 0,0 0-1 0 0,0 0 0 0 0,0 0 0 0 0,0 0 1 0 0,0-1-1 0 0,1 1 0 0 0,-1 0 1 0 0,0 0-1 0 0,1 0 0 0 0,0 0 0 0 0,-1-1 1 0 0,2 4-1 0 0,0-1-146 0 0,-1 2-655 0 0</inkml:trace>
</inkml:ink>
</file>

<file path=ppt/ink/ink2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4:14.8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0 144 4320 0 0,'0'0'2330'0'0,"1"-5"-1486"0"0,5-14-144 0 0,-5 15-133 0 0,4 0-122 0 0,7-3-256 0 0,0 0 1 0 0,0 1-1 0 0,1 0 1 0 0,0 1 0 0 0,26-7-1 0 0,75-13-206 0 0,-99 22 5 0 0,52-9 36 0 0,35-6 223 0 0,-96 17 78 0 0,22-7 93 0 0,-23 7 302 0 0,1 3-612 0 0,16 5-29 0 0,-16-5-4 0 0,-5 3-11 0 0,7 42 53 0 0,4 72 0 0 0,-8-59-261 0 0,4-9-728 0 0,-1 6-6563 0 0</inkml:trace>
</inkml:ink>
</file>

<file path=ppt/ink/ink2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4:15.2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278 51 3268 0 0,'-4'-2'1148'0'0,"-46"-14"2004"0"0,44 15-2634 0 0,1 2-55 0 0,-5 0-216 0 0,0 1 0 0 0,0 1 0 0 0,0 0 0 0 0,1 0 1 0 0,0 1-1 0 0,-13 6 0 0 0,18-7-92 0 0,3-2-141 0 0,-1 0-1 0 0,0 0 0 0 0,1 0 0 0 0,-1 0 1 0 0,1 0-1 0 0,0 1 0 0 0,-1-1 0 0 0,1 0 1 0 0,0 1-1 0 0,0-1 0 0 0,-2 3 1 0 0,3-4-11 0 0,-3 3 68 0 0,0 2 14 0 0,-6 12-1 0 0,7-13 206 0 0,2 2-168 0 0,0 16 28 0 0,0-16 127 0 0,3-4-138 0 0,2 0-46 0 0,-1 0-1 0 0,0 0 1 0 0,1-1 0 0 0,0 1-1 0 0,-1-1 1 0 0,1 0 0 0 0,0 0-1 0 0,-1-1 1 0 0,6 1 0 0 0,-3-1 192 0 0,-2-2 9 0 0,45-21 1154 0 0,-46 20-1100 0 0,-1-3-15 0 0,9-15-47 0 0,-9 16-14 0 0,-2-1-53 0 0,2-17-26 0 0,-3 17-29 0 0,-1 0-34 0 0,-6-21 33 0 0,3 22-111 0 0,-13-11 3 0 0,13 12-28 0 0,-3 4-43 0 0,0-1 11 0 0,5 0 3 0 0,0 1 0 0 0,-1-1 0 0 0,1 1 0 0 0,0 0 0 0 0,0-1 0 0 0,0 1 0 0 0,-1 0 0 0 0,1 1-1 0 0,0-1 1 0 0,0 0 0 0 0,0 1 0 0 0,-1-1 0 0 0,-3 2 0 0 0,-1 0-17 0 0,4-2 4 0 0,0 0 1 0 0,0 1-1 0 0,0 0 1 0 0,0 0-1 0 0,0 0 1 0 0,0 0-1 0 0,0 0 1 0 0,0 1-1 0 0,-2 1 1 0 0,-3 0-42 0 0,5-2 10 0 0,-1 1 0 0 0,1-1 1 0 0,0 1-1 0 0,0-1 0 0 0,0 1 1 0 0,0 0-1 0 0,0 0 0 0 0,-3 4 1 0 0,-1-2-82 0 0,4-2 40 0 0,0-1 1 0 0,0 1-1 0 0,1 0 0 0 0,-1 0 1 0 0,1 0-1 0 0,0 0 1 0 0,-1 1-1 0 0,1-1 0 0 0,-2 4 1 0 0,1-3 17 0 0,-1 1-191 0 0,1-1 1 0 0,-1 1-1 0 0,1-1 0 0 0,0 1 0 0 0,1 0 0 0 0,-1 0 0 0 0,0 1 0 0 0,1-1 0 0 0,0 0 0 0 0,0 1 0 0 0,0 0 0 0 0,1-1 0 0 0,-2 7 0 0 0,2-4-254 0 0,1 3-14 0 0,0 8-4707 0 0,2 18-77 0 0</inkml:trace>
</inkml:ink>
</file>

<file path=ppt/ink/ink2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4:15.5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42 3452 0 0,'11'-23'2081'0'0,"-9"18"1096"0"0,0 2-1962 0 0,-2 2-1107 0 0,1 1 1 0 0,-1-1-1 0 0,0 1 1 0 0,0-1-1 0 0,0 1 1 0 0,0-1-1 0 0,1 1 1 0 0,-1-1-1 0 0,0 1 1 0 0,1-1-1 0 0,-1 1 1 0 0,0 0-1 0 0,1-1 1 0 0,-1 1-1 0 0,0-1 1 0 0,1 1-1 0 0,-1 0 1 0 0,1-1-1 0 0,-1 1 1 0 0,1 0-1 0 0,-1 0 1 0 0,1-1-1 0 0,-1 1 1 0 0,1 0-1 0 0,-1 0 1 0 0,1 0-1 0 0,-1-1 1 0 0,2 1-1 0 0,-1 2-9 0 0,0 0-1 0 0,0 0 0 0 0,0 0 1 0 0,0 0-1 0 0,0 0 1 0 0,0 0-1 0 0,-1 0 1 0 0,1 0-1 0 0,-1 0 1 0 0,1 0-1 0 0,-1 0 0 0 0,0 0 1 0 0,0 3-1 0 0,16 82 366 0 0,5 26-232 0 0,22 101-1140 0 0,-3-81-3751 0 0,-32-105 1206 0 0,-7-21 2316 0 0,0-1-3811 0 0</inkml:trace>
</inkml:ink>
</file>

<file path=ppt/ink/ink2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4:15.7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79 4604 0 0,'1'-7'1570'0'0,"0"-58"2855"0"0,-1 59-1473 0 0,2 10-2698 0 0,5 16-149 0 0,0 1-1 0 0,-2 0 1 0 0,-1 0 0 0 0,0 0-1 0 0,0 36 1 0 0,1-10-41 0 0,21 254-2406 0 0,-28 1-5385 0 0,-2-238 3339 0 0</inkml:trace>
</inkml:ink>
</file>

<file path=ppt/ink/ink2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4:09.9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145 194 5941 0 0,'0'0'4541'0'0,"-5"-3"-3439"0"0,-15-8-312 0 0,16 8-164 0 0,0 0-85 0 0,-12-11-74 0 0,12 11-74 0 0,0-1 9 0 0,2 1-313 0 0,-1 0-1 0 0,1-1 1 0 0,0 1-1 0 0,0-1 0 0 0,0 1 1 0 0,0-1-1 0 0,1 0 0 0 0,-1 1 1 0 0,1-1-1 0 0,0 0 1 0 0,0 0-1 0 0,0 0 0 0 0,0-6 1 0 0,1 7-81 0 0,1 0 1 0 0,-1 0-1 0 0,1 1 0 0 0,0-1 1 0 0,0 0-1 0 0,0 1 0 0 0,0-1 1 0 0,0 0-1 0 0,0 1 1 0 0,1 0-1 0 0,-1-1 0 0 0,1 1 1 0 0,-1 0-1 0 0,1 0 1 0 0,0-1-1 0 0,0 1 0 0 0,0 1 1 0 0,0-1-1 0 0,1 0 1 0 0,-1 1-1 0 0,0-1 0 0 0,1 1 1 0 0,-1-1-1 0 0,1 1 0 0 0,3-1 1 0 0,7-5-1 0 0,1 1 1 0 0,0 1-1 0 0,0 0 1 0 0,1 1-1 0 0,0 0 1 0 0,0 2-1 0 0,0-1 1 0 0,0 2-1 0 0,21 0 0 0 0,-30 1 3 0 0,0 2-7 0 0,-3-2-5 0 0,0 0-3 0 0,1 0 0 0 0,-1 1 1 0 0,0 0-1 0 0,0-1 0 0 0,0 1 0 0 0,1 0 1 0 0,-1 0-1 0 0,0 1 0 0 0,0-1 1 0 0,-1 1-1 0 0,1-1 0 0 0,0 1 1 0 0,0 0-1 0 0,-1 0 0 0 0,1 0 1 0 0,-1 1-1 0 0,3 2 0 0 0,7 15-36 0 0,-9-15 36 0 0,-3 1 18 0 0,0 17-3 0 0,0-17-44 0 0,-2 1 23 0 0,-5 7 4 0 0,0 1 0 0 0,0-1 0 0 0,-2 0 1 0 0,1 0-1 0 0,-18 20 0 0 0,23-31 18 0 0,0 1-8 0 0,-9 11-26 0 0,9-12 68 0 0,1 1-16 0 0,-8 9-29 0 0,8-9-28 0 0,6-1 16 0 0,12 9 28 0 0,-12-9 12 0 0,4-1-29 0 0,39 9-21 0 0,1 0 36 0 0,1 1-92 0 0,-47-11 73 0 0,34 10-33 0 0,64 30-1 0 0,-95-39 49 0 0,-5-2-10 0 0,-1 1 0 0 0,1-1 0 0 0,0 0 0 0 0,0 0-1 0 0,0 1 1 0 0,0-1 0 0 0,0 0 0 0 0,0 1 0 0 0,0-1-1 0 0,0 0 1 0 0,0 0 0 0 0,0 1 0 0 0,0-1 0 0 0,0 0-1 0 0,0 0 1 0 0,0 1 0 0 0,0-1 0 0 0,0 0 0 0 0,1 0-1 0 0,-1 1 1 0 0,0-1 0 0 0,0 0 0 0 0,0 0 0 0 0,0 1-1 0 0,0-1 1 0 0,1 0 0 0 0,-1 0 0 0 0,0 0 0 0 0,0 1-1 0 0,0-1 1 0 0,1 0 0 0 0,-1 0 0 0 0,0 0-1 0 0,0 0 1 0 0,1 0 0 0 0,-1 1 0 0 0,0-1 0 0 0,0 0-1 0 0,1 0 1 0 0,-1 0 0 0 0,0 0 0 0 0,0 0 0 0 0,1 0-1 0 0,-1 0 1 0 0,0 0 0 0 0,0 0 0 0 0,1 0 0 0 0,-1 0-1 0 0,1 0 1 0 0,-1 0-1 0 0,0 0 1 0 0,1 0-1 0 0,-1 0 0 0 0,0 0 0 0 0,1 0 1 0 0,-1 0-1 0 0,0 0 0 0 0,1 0 0 0 0,-1 0 1 0 0,0 0-1 0 0,1 0 0 0 0,-1 0 0 0 0,0 0 1 0 0,1 1-1 0 0,-1-1 0 0 0,0 0 0 0 0,0 0 1 0 0,1 0-1 0 0,-1 0 0 0 0,0 1 0 0 0,1-1 1 0 0,-1 0-1 0 0,0 0 0 0 0,0 1 0 0 0,0-1 1 0 0,1 0-1 0 0,-1 0 0 0 0,0 1 0 0 0,0-1 1 0 0,0 1-1 0 0,1 2 13 0 0,0 0-1 0 0,0 1 1 0 0,-1-1 0 0 0,1 1 0 0 0,-1 0-1 0 0,0-1 1 0 0,0 1 0 0 0,-1 3-1 0 0,-4 2 2 0 0,1-4-13 0 0,3-3-3 0 0,0 0 1 0 0,-1-1 0 0 0,1 1-1 0 0,0-1 1 0 0,-1 1-1 0 0,1-1 1 0 0,-1 0 0 0 0,0 1-1 0 0,1-1 1 0 0,-1 0-1 0 0,0 0 1 0 0,0 0 0 0 0,-3 1-1 0 0,-61 24 14 0 0,37-18-214 0 0,1-2 1 0 0,-1-1-1 0 0,-1-1 0 0 0,1-1 0 0 0,-1-2 0 0 0,1-1 1 0 0,-1-1-1 0 0,-30-6 0 0 0,37 5-907 0 0,0-1-1 0 0,-44-13 1 0 0,58 13 133 0 0,-1-1 0 0 0,1 0 1 0 0,0-1-1 0 0,0 1 0 0 0,-13-11 1 0 0,1-3-4277 0 0</inkml:trace>
</inkml:ink>
</file>

<file path=ppt/ink/ink2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4:10.6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914 380 3772 0 0,'-2'-21'740'0'0,"-1"-1"0"0"0,-1 1 1 0 0,0 0-1 0 0,-2 0 0 0 0,-10-25 0 0 0,10 31-557 0 0,-1 1 0 0 0,-1-1 0 0 0,-1 2 1 0 0,0-1-1 0 0,0 1 0 0 0,-1 1 0 0 0,-1 0 0 0 0,0 0 1 0 0,-1 1-1 0 0,0 0 0 0 0,-1 1 0 0 0,0 1 0 0 0,0 0 1 0 0,-1 0-1 0 0,0 2 0 0 0,-1 0 0 0 0,1 0 0 0 0,-1 1 1 0 0,-1 1-1 0 0,1 1 0 0 0,-1 0 0 0 0,0 1 1 0 0,0 0-1 0 0,0 2 0 0 0,0 0 0 0 0,0 0 0 0 0,-22 3 1 0 0,12 2-87 0 0,1 0 1 0 0,-1 1-1 0 0,1 2 1 0 0,0 1-1 0 0,0 0 1 0 0,1 2 0 0 0,0 1-1 0 0,1 1 1 0 0,-39 27-1 0 0,44-26-52 0 0,1 1 0 0 0,1 1 0 0 0,0 0 0 0 0,1 1-1 0 0,1 1 1 0 0,0 0 0 0 0,1 1 0 0 0,1 1 0 0 0,1 0-1 0 0,1 0 1 0 0,0 1 0 0 0,-6 22 0 0 0,8-17-25 0 0,1 1 0 0 0,1 0 0 0 0,2 0 0 0 0,0 0 0 0 0,2 0 0 0 0,1 0 0 0 0,1 1 0 0 0,1-1 0 0 0,2 0 0 0 0,0 1 0 0 0,2-2 0 0 0,1 1 0 0 0,1 0 0 0 0,1-1 0 0 0,1 0 1 0 0,22 41-1 0 0,-17-40-34 0 0,1-1 0 0 0,1-1 0 0 0,1 0 0 0 0,1-2 0 0 0,1 0 1 0 0,1-1-1 0 0,1-1 0 0 0,1-1 0 0 0,0 0 0 0 0,2-2 0 0 0,0-1 0 0 0,1-1 1 0 0,0-1-1 0 0,1-1 0 0 0,30 11 0 0 0,-16-12 27 0 0,1-1 1 0 0,0-2-1 0 0,1-2 0 0 0,-1-1 0 0 0,1-3 0 0 0,0-1 1 0 0,0-2-1 0 0,1-2 0 0 0,-2-2 0 0 0,1-2 1 0 0,0-1-1 0 0,76-25 0 0 0,-90 22 38 0 0,0-1-1 0 0,-1-2 0 0 0,0-1 1 0 0,-1-1-1 0 0,0-1 1 0 0,-2-1-1 0 0,0-1 0 0 0,26-26 1 0 0,-33 27-28 0 0,-1-1 0 0 0,-1-1 0 0 0,-1 0 0 0 0,0-1 0 0 0,-1 0 0 0 0,-2-1 0 0 0,0-1 0 0 0,-1 0 0 0 0,-1 0 0 0 0,-1-1-1 0 0,5-25 1 0 0,-7 22-19 0 0,-2 0-1 0 0,-1 0 1 0 0,0 0-1 0 0,-2 0 1 0 0,-1-1-1 0 0,-2 1 0 0 0,0 0 1 0 0,-1 0-1 0 0,-13-47 1 0 0,11 58-46 0 0,0-1-1 0 0,-1 1 1 0 0,-1 1 0 0 0,0-1 0 0 0,-1 1 0 0 0,-1 1-1 0 0,0-1 1 0 0,-1 1 0 0 0,0 1 0 0 0,0 0-1 0 0,-2 0 1 0 0,0 1 0 0 0,0 1 0 0 0,0 0 0 0 0,-2 0-1 0 0,1 2 1 0 0,-17-9 0 0 0,11 8-128 0 0,0 2 0 0 0,-1 0 0 0 0,1 1-1 0 0,-2 1 1 0 0,1 1 0 0 0,0 0 0 0 0,-1 2 0 0 0,-35 0 0 0 0,38 3-304 0 0,0 0 0 0 0,0 2 0 0 0,0 0 0 0 0,-21 6 0 0 0,26-5-378 0 0,1 1 1 0 0,-1 0-1 0 0,1 1 1 0 0,0 0-1 0 0,0 1 1 0 0,-11 9-1 0 0,-1 4-4442 0 0</inkml:trace>
</inkml:ink>
</file>

<file path=ppt/ink/ink2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5:56.8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1 133 3652 0 0,'7'-59'4781'0'0,"-6"53"-3106"0"0,-1 0-1017 0 0,3-16-92 0 0,-2 16 1375 0 0,-1 1-1759 0 0,3-18-88 0 0,-2 18-48 0 0</inkml:trace>
</inkml:ink>
</file>

<file path=ppt/ink/ink2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7:27.1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235 1 2716 0 0,'-9'0'404'0'0,"0"1"-1"0"0,0 0 0 0 0,1 0 0 0 0,-1 1 1 0 0,0 0-1 0 0,1 1 0 0 0,-1 0 0 0 0,1 0 1 0 0,0 1-1 0 0,0 0 0 0 0,-14 9 0 0 0,8-2-87 0 0,2 1-1 0 0,-1 0 0 0 0,2 0 0 0 0,0 1 0 0 0,0 0 1 0 0,1 1-1 0 0,-14 26 0 0 0,22-37-236 0 0,1-1-52 0 0,0 0 0 0 0,0 0 0 0 0,0 0 0 0 0,0 0 0 0 0,0 0 0 0 0,0 0 0 0 0,0 0-1 0 0,1 0 1 0 0,-1 0 0 0 0,1 0 0 0 0,-1 1 0 0 0,1-1 0 0 0,0 0 0 0 0,0 0 0 0 0,0 0 0 0 0,0 1 0 0 0,1 1 0 0 0,-1 3 94 0 0,-1-1-70 0 0,1-4-35 0 0,0 0 1 0 0,0 0-1 0 0,-1 0 1 0 0,1 0-1 0 0,1 0 0 0 0,-1 0 1 0 0,0 0-1 0 0,0 0 0 0 0,1-1 1 0 0,-1 1-1 0 0,1 0 1 0 0,0 0-1 0 0,1 4 0 0 0,28 51 204 0 0,-29-55-215 0 0,0 0 1 0 0,1 0 0 0 0,-1 0 0 0 0,0 0-1 0 0,1 0 1 0 0,0 0 0 0 0,0 0-1 0 0,-1-1 1 0 0,1 1 0 0 0,0 0 0 0 0,5 2-1 0 0,-1-1 7 0 0,-4 0-6 0 0,0-1 0 0 0,1 0 0 0 0,-1 0 1 0 0,1 0-1 0 0,-1 0 0 0 0,1-1 0 0 0,0 1 0 0 0,0-1 1 0 0,0 0-1 0 0,3 2 0 0 0,2 0 6 0 0,-6-1-9 0 0,1-1 0 0 0,0 1 1 0 0,0-1-1 0 0,1 1 1 0 0,-1-1-1 0 0,0 0 0 0 0,0 0 1 0 0,0 0-1 0 0,1-1 0 0 0,4 1 1 0 0,1 0 5 0 0,5 2-10 0 0,0 0 1 0 0,0-1 0 0 0,1 0-1 0 0,27-2 1 0 0,-34 0-11 0 0,11-1-221 0 0,0 0 0 0 0,0-1 1 0 0,27-7-1 0 0,-36 7 86 0 0,3-1-404 0 0,-1 0 0 0 0,0-1 1 0 0,0 0-1 0 0,0-1 0 0 0,15-9 1 0 0,-18 10 269 0 0,22-13-2177 0 0,-25 12 1639 0 0,0 1-2671 0 0</inkml:trace>
</inkml:ink>
</file>

<file path=ppt/ink/ink2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7:27.5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17 394 1724 0 0,'0'33'6228'0'0,"3"-37"-6150"0"0,2-4-30 0 0,1 0 1 0 0,-2-1-1 0 0,1 1 0 0 0,-1-1 1 0 0,-1 0-1 0 0,1 0 0 0 0,3-18 1 0 0,9-71 288 0 0,-15 91-352 0 0,0-26 60 0 0,-3 4 69 0 0,2 23-100 0 0,-3-77 539 0 0,3 74-467 0 0,-1 0 0 0 0,-1 0-1 0 0,0 0 1 0 0,0 0 0 0 0,-1 1-1 0 0,-6-15 1 0 0,7 19-63 0 0,-2 8 146 0 0,1-1-145 0 0,0 0 10 0 0,1 0 0 0 0,-1 0 0 0 0,0 0 1 0 0,1 0-1 0 0,0 0 0 0 0,0 0 0 0 0,0 0 0 0 0,0 1 1 0 0,0-1-1 0 0,1 1 0 0 0,-1 0 0 0 0,1-1 0 0 0,0 1 0 0 0,-1 7 1 0 0,-5 36 81 0 0,4 5-34 0 0,2-42-74 0 0,0-5-1 0 0,1-1 1 0 0,-1 1-1 0 0,1-1 0 0 0,1 0 0 0 0,-1 1 1 0 0,1-1-1 0 0,1 9 0 0 0,0-4 2 0 0,2 13 5 0 0,0-1 0 0 0,2 0 0 0 0,14 36-1 0 0,-11-39-144 0 0,1 0-1 0 0,0-1 0 0 0,2-1 0 0 0,0 1 0 0 0,15 14 1 0 0,-24-27-277 0 0,26 8-814 0 0,-24-9 466 0 0,-3-4-161 0 0,-1 0 854 0 0,0 1 0 0 0,0 0-1 0 0,0-1 1 0 0,0 1 0 0 0,0 0 0 0 0,0 0 0 0 0,0-1 0 0 0,0 1-1 0 0,0 0 1 0 0,0 0 0 0 0,0 0 0 0 0,0 0 0 0 0,0 0 0 0 0,0 1-1 0 0,0-1 1 0 0,1 0 0 0 0,-1 1-6 0 0,0-1 0 0 0,0 0 0 0 0,0 0 0 0 0,1 0 0 0 0,-1 0-1 0 0,0 0 1 0 0,0 0 0 0 0,0 0 0 0 0,1 0 0 0 0,-1 0 0 0 0,0 0 0 0 0,0-1 0 0 0,0 1 0 0 0,0 0-1 0 0,1-1 1 0 0,-1 1 0 0 0,0-1 0 0 0,0 1 0 0 0,0-1 0 0 0,1-1 0 0 0,13-7-1576 0 0,-12 7-1174 0 0</inkml:trace>
</inkml:ink>
</file>

<file path=ppt/ink/ink2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7:27.9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73 2236 0 0,'0'-6'1007'0'0,"5"-51"2469"0"0,-4 51-1268 0 0,-3 11-2094 0 0,1 0-77 0 0,1 1 1 0 0,-1 0-1 0 0,1-1 0 0 0,0 1 1 0 0,1 0-1 0 0,-1-1 0 0 0,3 10 1 0 0,-1-9 11 0 0,-1 0-2 0 0,7 17-27 0 0,-6-17 15 0 0,13 20 14 0 0,-12-20-49 0 0,0-2 4 0 0,11 13-8 0 0,-11-12-8 0 0,1-3 36 0 0,1 0-5 0 0,1 0 0 0 0,0 0 0 0 0,-1 0 0 0 0,1-1 0 0 0,0 1-1 0 0,7-1 1 0 0,-7 0-1 0 0,-1-3 14 0 0,12-4 25 0 0,-13 4 16 0 0,0-1 6 0 0,12-9-24 0 0,-12 9-7 0 0,-1-2 36 0 0,9-14 9 0 0,-9 15-20 0 0,-1-2 9 0 0,14-45 266 0 0,-15 47-194 0 0,0-1-2 0 0,3-15-5 0 0,-3 15 148 0 0,1 0-268 0 0,3-15-109 0 0,-4 15 368 0 0,0 10-267 0 0,0 17-3 0 0,-1-17 12 0 0,1 1 4 0 0,4 21-150 0 0,1-1 0 0 0,10 29 0 0 0,-14-52-32 0 0,0 0 0 0 0,-1 0 0 0 0,1 0 0 0 0,1 0 0 0 0,-1 0 0 0 0,0 0 0 0 0,1 0 0 0 0,-1-1 0 0 0,1 1 0 0 0,0-1 0 0 0,0 0 0 0 0,0 0 0 0 0,5 3 0 0 0,-4-3 122 0 0,1 1-871 0 0,11 1-657 0 0,-15-3 1377 0 0,1-1 1 0 0,-1 1 0 0 0,0-1 0 0 0,1 0 0 0 0,-1 1 0 0 0,1-1 0 0 0,-1 0 0 0 0,1 0-1 0 0,-1 0 1 0 0,0 0 0 0 0,1 0 0 0 0,-1 0 0 0 0,1 0 0 0 0,-1-1 0 0 0,1 1-1 0 0,2-1 1 0 0,24-5-3616 0 0</inkml:trace>
</inkml:ink>
</file>

<file path=ppt/ink/ink2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7:28.3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164 1 2136 0 0,'0'0'3035'0'0,"-6"0"-2381"0"0,-19 0-108 0 0,19 0-100 0 0,1 1-62 0 0,4 0-371 0 0,-34 13 832 0 0,32-12-794 0 0,1-1 1 0 0,0 0-1 0 0,-1 0 0 0 0,1 1 0 0 0,0-1 0 0 0,0 1 1 0 0,0 0-1 0 0,0-1 0 0 0,1 1 0 0 0,-1 0 0 0 0,0 0 0 0 0,1 0 1 0 0,-1 1-1 0 0,1-1 0 0 0,-2 3 0 0 0,2-1-23 0 0,1 0 0 0 0,-1 1 0 0 0,1-1 0 0 0,0 0-1 0 0,0 0 1 0 0,0 0 0 0 0,0 0 0 0 0,2 8 0 0 0,0-8-84 0 0,2 1 85 0 0,1 3-17 0 0,1-1 0 0 0,0 0 0 0 0,0 0 0 0 0,1 0 0 0 0,0-1 0 0 0,0 0 0 0 0,1-1 0 0 0,0 1 0 0 0,10 4 0 0 0,1 1-76 0 0,46 31 154 0 0,-61-39 115 0 0,-4-1-187 0 0,0-1 1 0 0,0 1-1 0 0,1-1 1 0 0,-1 0-1 0 0,1 1 1 0 0,-1-1-1 0 0,1 0 1 0 0,-1 1-1 0 0,1-1 0 0 0,0 0 1 0 0,0 0-1 0 0,1 2 1 0 0,0 0 33 0 0,0 1 129 0 0,-4 1-8 0 0,0-1-136 0 0,0 0 1 0 0,0 1 0 0 0,-1-1-1 0 0,1 0 1 0 0,-1 0-1 0 0,0-1 1 0 0,0 1-1 0 0,-1 0 1 0 0,1-1 0 0 0,-7 6-1 0 0,0-3-17 0 0,0 0 0 0 0,0 0 0 0 0,0-1 0 0 0,-13 6 0 0 0,-78 20-937 0 0,96-30 297 0 0,0-2-1289 0 0,-15-4 661 0 0,15 4-930 0 0</inkml:trace>
</inkml:ink>
</file>

<file path=ppt/ink/ink2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7:28.6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1 2988 0 0,'0'0'8109'0'0,"-2"4"-7857"0"0,-2 8-125 0 0,1 1 0 0 0,0-1 1 0 0,1 1-1 0 0,0 0 0 0 0,1-1 0 0 0,0 1 0 0 0,2 0 1 0 0,1 17-1 0 0,-1 12-89 0 0,-1-20-42 0 0,2-1 15 0 0,1-4 5 0 0,0-2-56 0 0,0-1 1 0 0,0 1-1 0 0,1-1 0 0 0,1 0 1 0 0,1 0-1 0 0,0-1 0 0 0,1 1 0 0 0,14 20 1 0 0,-19-30-207 0 0,3-1-79 0 0,13 9-22 0 0,-13-9-173 0 0,1-2-1175 0 0,19 0 541 0 0,-18-1-230 0 0,-3-3-1015 0 0,19-14-1689 0 0</inkml:trace>
</inkml:ink>
</file>

<file path=ppt/ink/ink2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7:29.2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35 103 2604 0 0,'0'0'2405'0'0,"-6"-1"-1527"0"0,-16-1-220 0 0,16 1 600 0 0,10-2-1008 0 0,20-7-321 0 0,-1 0 0 0 0,1 1 0 0 0,1 2 0 0 0,0 0 0 0 0,26-3 0 0 0,-5 0-1256 0 0,-40 9 772 0 0,23-3-617 0 0,-23 3 719 0 0,0 1 219 0 0,16 3 574 0 0,-16-3 1629 0 0,-9 25-1621 0 0,2-20 573 0 0,2 0-826 0 0,2 22 420 0 0,3-27-488 0 0,2-1-17 0 0,1 0 1 0 0,-1-1 0 0 0,0 1-1 0 0,13-5 1 0 0,-16 4 46 0 0,-4 1-57 0 0,-1 1-1 0 0,0 0 1 0 0,1 0-1 0 0,-1 0 1 0 0,1 0-1 0 0,-1-1 1 0 0,0 1-1 0 0,1 0 1 0 0,-1-1-1 0 0,1 1 1 0 0,-1 0 0 0 0,0 0-1 0 0,0-1 1 0 0,1 1-1 0 0,-1-1 1 0 0,0 1-1 0 0,1 0 1 0 0,-1-1-1 0 0,0 1 1 0 0,0 0-1 0 0,0-1 1 0 0,1 1-1 0 0,-1-1 1 0 0,0 1-1 0 0,0-1 1 0 0,0 1-1 0 0,0-1 1 0 0,0 0 3 0 0,0 1-1 0 0,0-1 1 0 0,0 1 0 0 0,1-1 0 0 0,-1 1 0 0 0,0-1 0 0 0,0 1 0 0 0,0-1 0 0 0,1 1 0 0 0,-1-1 0 0 0,0 1-1 0 0,0-1 1 0 0,1 1 0 0 0,-1-1 0 0 0,0 1 0 0 0,1 0 0 0 0,-1-1 0 0 0,1 1 0 0 0,-1 0 0 0 0,0-1-1 0 0,1 1 1 0 0,-1 0 0 0 0,1 0 0 0 0,0-1 0 0 0,-1-4-1 0 0,0-18 41 0 0,0 18 89 0 0,-1 4-182 0 0,-1 0 49 0 0,1 0 0 0 0,0 0 1 0 0,0-1-1 0 0,-1 1 0 0 0,1 0 0 0 0,0 0 0 0 0,0-1 0 0 0,1 1 0 0 0,-1 0 0 0 0,0-1 1 0 0,-1-1-1 0 0,2 2 2 0 0,-3-3 354 0 0,-3 4-230 0 0,-18-1 16 0 0,19 1 166 0 0,0 1-185 0 0,0 1-74 0 0,1 0 1 0 0,0 1 0 0 0,0-1 0 0 0,1 1 0 0 0,-1-1 0 0 0,1 1 0 0 0,-1 0 0 0 0,-5 7 0 0 0,6-6 177 0 0,2 1-108 0 0,-1 18-16 0 0,1-18-22 0 0,2 1-14 0 0,3 4-28 0 0,0 1 0 0 0,0 0 0 0 0,1-1 0 0 0,11 18 0 0 0,-12-24-212 0 0,1-1-174 0 0,14 10-78 0 0,-14-10-154 0 0,-3-4 465 0 0,0 1 0 0 0,0 0 0 0 0,0 1 0 0 0,0-1 0 0 0,-1 0 0 0 0,1 0 0 0 0,0 1 0 0 0,0-1 0 0 0,0 1 0 0 0,-1 0 0 0 0,1-1 0 0 0,3 3 0 0 0,-2-2-179 0 0,3 1-852 0 0,0-3 10 0 0,19-3-719 0 0,-18 3-1311 0 0</inkml:trace>
</inkml:ink>
</file>

<file path=ppt/ink/ink2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7:29.5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39 3076 0 0,'0'0'1510'0'0,"2"-4"-752"0"0,8-16 1294 0 0,-4 21-1917 0 0,-2 0-121 0 0,-1 0 13 0 0,0-1-1 0 0,0 1 1 0 0,1 0-1 0 0,-1 0 1 0 0,0 0-1 0 0,0 1 1 0 0,0-1-1 0 0,0 1 1 0 0,0-1-1 0 0,0 1 1 0 0,0 0-1 0 0,-1 0 1 0 0,1 0-1 0 0,4 5 1 0 0,4 5-4 0 0,0 0 0 0 0,-1 1 1 0 0,-1 0-1 0 0,1 1 0 0 0,-2 0 1 0 0,0 0-1 0 0,-1 1 0 0 0,8 22 1 0 0,-10-20 46 0 0,-1 10 170 0 0,-3-20-194 0 0,-1-2 270 0 0,0 1-39 0 0,-3 16-71 0 0,2-16 532 0 0,-12 11-294 0 0,10-14 785 0 0,-1-5-931 0 0,-13-8-52 0 0,13 7-45 0 0,3-2-45 0 0,0 0-129 0 0,0 0-2 0 0,1 1-1 0 0,-1 0 0 0 0,1-1 1 0 0,0 1-1 0 0,0 0 1 0 0,0-1-1 0 0,1 1 0 0 0,-1 0 1 0 0,1-1-1 0 0,0 1 1 0 0,0 0-1 0 0,4-8 1 0 0,2-3-177 0 0,1 0 1 0 0,0 1 0 0 0,1 0-1 0 0,1 1 1 0 0,0-1 0 0 0,1 2 0 0 0,20-20-1 0 0,-21 23-515 0 0,1 1 0 0 0,1-1 0 0 0,0 2 0 0 0,0 0-1 0 0,0 0 1 0 0,16-5 0 0 0,1 2-1931 0 0,1 0-1848 0 0</inkml:trace>
</inkml:ink>
</file>

<file path=ppt/ink/ink2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7:33.7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366 30 3504 0 0,'-5'-3'1096'0'0,"-4"-1"-736"0"0,1 0-1 0 0,-1 0 1 0 0,-1 1 0 0 0,1 0 0 0 0,0 0 0 0 0,-1 1-1 0 0,-10-1 1 0 0,6 3-171 0 0,-1-1 1 0 0,0 2-1 0 0,0 0 0 0 0,1 1 1 0 0,-24 5-1 0 0,11 0 39 0 0,0 1 0 0 0,0 1 0 0 0,-34 17 0 0 0,57-24-116 0 0,1 3-37 0 0,-11 12-52 0 0,11-13 89 0 0,5 3-56 0 0,4 20-13 0 0,0-15-4 0 0,26 13-29 0 0,0-1 1 0 0,2-1 0 0 0,0-1-1 0 0,39 16 1 0 0,-11-4 12 0 0,-34-15 2 0 0,-24-16-15 0 0,-1 1-13 0 0,-2-3 9 0 0,0 0-1 0 0,0 0 1 0 0,0 0-1 0 0,1 0 1 0 0,-1 1-1 0 0,0-1 0 0 0,0 0 1 0 0,0 1-1 0 0,0-1 1 0 0,0 1-1 0 0,-1-1 0 0 0,1 1 1 0 0,1 1-1 0 0,-3-1-1 0 0,1 0-1 0 0,-1-1 1 0 0,0 1-1 0 0,1-1 0 0 0,-1 1 1 0 0,0 0-1 0 0,0-1 1 0 0,0 0-1 0 0,0 1 1 0 0,0-1-1 0 0,0 0 1 0 0,-3 3-1 0 0,3-3 2 0 0,-7 6 6 0 0,-5-2-10 0 0,0 0 0 0 0,0-1 1 0 0,-1 0-1 0 0,0-1 0 0 0,1-1 0 0 0,-1 0 0 0 0,0-1 1 0 0,-21-1-1 0 0,19 0 4 0 0,-48-6-481 0 0,58 5-47 0 0,2-3-268 0 0,-19-11-1537 0 0,22 9 73 0 0,-4-23-1579 0 0</inkml:trace>
</inkml:ink>
</file>

<file path=ppt/ink/ink2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7:34.0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28 3816 0 0,'2'-4'1143'0'0,"10"-19"5022"0"0,-12 30-5871 0 0,5 64 519 0 0,13 74 1 0 0,-11-107-729 0 0,2-1 0 0 0,2-1 1 0 0,28 69-1 0 0,-28-82-227 0 0,1 0 0 0 0,1-1 0 0 0,1-1 0 0 0,0 0 0 0 0,2 0 0 0 0,0-2 0 0 0,33 31 0 0 0,-45-47-180 0 0,0 0-1 0 0,1 0 1 0 0,-1-1-1 0 0,1 1 1 0 0,0-1-1 0 0,0 0 1 0 0,0-1-1 0 0,0 1 1 0 0,8 1-1 0 0,-6-2-252 0 0,-2 1-948 0 0,1-3-1019 0 0,23-4-1803 0 0</inkml:trace>
</inkml:ink>
</file>

<file path=ppt/ink/ink2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7:34.5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1 149 2800 0 0,'0'0'2928'0'0,"1"-5"-2355"0"0,1-14-127 0 0,-2 18-435 0 0,0 1 1 0 0,0 0-1 0 0,0 0 0 0 0,0-1 0 0 0,0 1 0 0 0,0 0 0 0 0,0 0 0 0 0,0-1 0 0 0,0 1 1 0 0,1 0-1 0 0,-1-1 0 0 0,0 1 0 0 0,0 0 0 0 0,0 0 0 0 0,0-1 0 0 0,0 1 1 0 0,0 0-1 0 0,1 0 0 0 0,-1 0 0 0 0,0-1 0 0 0,0 1 0 0 0,0 0 0 0 0,1 0 0 0 0,-1 0 1 0 0,0-1-1 0 0,0 1 0 0 0,1 0 0 0 0,-1 0 0 0 0,0 0 0 0 0,0 0 0 0 0,1 0 1 0 0,-1 0-1 0 0,58-25 761 0 0,4 5-127 0 0,81-17 1 0 0,-36 11-56 0 0,-101 24-512 0 0,1 1-21 0 0,19-4-28 0 0,-19 4 398 0 0,-4 3-320 0 0,13 7 9 0 0,-12-7-8 0 0,-10 15 75 0 0,4-14-151 0 0,0 1 52 0 0,0 3-30 0 0,2-6-49 0 0,-8 19 80 0 0,2 1 1 0 0,-6 29-1 0 0,11-41-71 0 0,0-1 0 0 0,0 1 0 0 0,1-1 1 0 0,0 1-1 0 0,0-1 0 0 0,1 1 0 0 0,0-1 0 0 0,1 0 0 0 0,0 1 0 0 0,6 14 0 0 0,-5-17-18 0 0,0 0 1 0 0,1 0-1 0 0,0-1 1 0 0,0 1-1 0 0,0-1 1 0 0,1 0-1 0 0,-1 0 0 0 0,1 0 1 0 0,0-1-1 0 0,1 0 1 0 0,-1 0-1 0 0,12 6 0 0 0,-13-8-14 0 0,2-1 17 0 0,21 1 10 0 0,-14-3 9 0 0,41-12 8 0 0,-48 9-9 0 0,-2 2-15 0 0,-1 0-1 0 0,1 0 1 0 0,0-1-1 0 0,-1 1 0 0 0,1-1 1 0 0,-1 0-1 0 0,0 0 1 0 0,0-1-1 0 0,0 1 1 0 0,3-6-1 0 0,-1 3 6 0 0,0-3 7 0 0,9-31 5 0 0,-13 32-24 0 0,-1 0-2 0 0,1 0 5 0 0,-1 1 0 0 0,1-1 0 0 0,-1 0 0 0 0,-1 0 1 0 0,0 0-1 0 0,-2-10 0 0 0,2 12-2 0 0,0 1-2 0 0,-1-1-1 0 0,0 1 1 0 0,0-1 0 0 0,0 1 0 0 0,0 0 0 0 0,-1 0 0 0 0,0 0 0 0 0,0 0-1 0 0,-5-5 1 0 0,5 5-22 0 0,2 4 15 0 0,0 0 0 0 0,1 0 0 0 0,-1-1 0 0 0,0 1 0 0 0,0 0 0 0 0,0 0 0 0 0,0 0 0 0 0,0 0 0 0 0,0 0 0 0 0,0 0 0 0 0,0 0 0 0 0,0 0 0 0 0,-1 0 0 0 0,1 1 0 0 0,0-1 0 0 0,0 0 0 0 0,-3 0 0 0 0,-12-6-468 0 0,-10-7-1632 0 0,6 10-2651 0 0</inkml:trace>
</inkml:ink>
</file>

<file path=ppt/ink/ink2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7:34.8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15 2844 0 0,'0'0'2821'0'0,"2"-4"-1778"0"0,5-7 3619 0 0,-14 25-1891 0 0,6-12-3368 0 0,0-1 621 0 0,0 0 0 0 0,0 1 0 0 0,1-1 0 0 0,-1 1 0 0 0,1-1 0 0 0,-1 0 0 0 0,1 1 0 0 0,0-1 0 0 0,-1 1 0 0 0,1-1 0 0 0,0 1 0 0 0,0-1 1 0 0,0 1-1 0 0,0 0 0 0 0,0-1 0 0 0,1 1 0 0 0,-1-1 0 0 0,1 3 0 0 0,0 0 46 0 0,16 241 858 0 0,-8-165-945 0 0,15 120-1585 0 0,-2-71-7172 0 0,-21-124 4208 0 0</inkml:trace>
</inkml:ink>
</file>

<file path=ppt/ink/ink2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7:35.2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10 204 2368 0 0,'-1'-6'1434'0'0,"-2"-1"-1102"0"0,2-1-1 0 0,-1 0 0 0 0,1 0 1 0 0,0 0-1 0 0,1 0 0 0 0,-1 0 1 0 0,2 0-1 0 0,-1 0 0 0 0,1 0 1 0 0,0 1-1 0 0,1-1 0 0 0,0 0 1 0 0,0 0-1 0 0,1 1 0 0 0,0-1 1 0 0,7-12-1 0 0,-7 16-279 0 0,0 1 0 0 0,-1 0 0 0 0,2 0 0 0 0,-1 1 0 0 0,0-1 0 0 0,0 0-1 0 0,1 1 1 0 0,0 0 0 0 0,-1 0 0 0 0,1 0 0 0 0,8-3 0 0 0,-7 3-6 0 0,4-1 5 0 0,0 0-1 0 0,0 0 1 0 0,0 1-1 0 0,0 0 1 0 0,13-1-1 0 0,-17 2-3 0 0,3 2-13 0 0,-2-1-26 0 0,5 1 31 0 0,0 0-1 0 0,0 1 1 0 0,14 3 0 0 0,-20-3-30 0 0,-1-1 0 0 0,0 1 0 0 0,0-1 0 0 0,0 1 0 0 0,0 0 0 0 0,0 1 0 0 0,0-1 0 0 0,-1 1 0 0 0,1-1 0 0 0,-1 1 0 0 0,0 0 0 0 0,0 1 0 0 0,0-1 0 0 0,4 6 0 0 0,-4-6 1 0 0,-2-3-8 0 0,0 1 1 0 0,0 0-1 0 0,-1 0 1 0 0,1 0-1 0 0,0 0 0 0 0,-1 0 1 0 0,1 0-1 0 0,0 0 1 0 0,-1 0-1 0 0,1 0 1 0 0,-1 0-1 0 0,0 0 0 0 0,1 0 1 0 0,-1 0-1 0 0,0 1 1 0 0,0-1-1 0 0,1 0 0 0 0,-1 0 1 0 0,0 2-1 0 0,3 42 11 0 0,-5-37-13 0 0,-1-2 2 0 0,1 0-7 0 0,0 1 0 0 0,0-1-1 0 0,-1 0 1 0 0,0 0 0 0 0,0 0 0 0 0,-1-1 0 0 0,1 1 0 0 0,-10 9-1 0 0,9-10-10 0 0,-3 5-266 0 0,0 1 1 0 0,-1-2 0 0 0,-15 15-1 0 0,19-20-399 0 0,3-4 628 0 0,1 0 0 0 0,0 0 0 0 0,-1 0 0 0 0,1 0 0 0 0,-1 1 0 0 0,1-1 0 0 0,-1 0-1 0 0,1 0 1 0 0,0 1 0 0 0,-1-1 0 0 0,1 0 0 0 0,-1 1 0 0 0,1-1 0 0 0,0 0 0 0 0,-1 1-1 0 0,1-1 1 0 0,0 0 0 0 0,0 1 0 0 0,-1-1 0 0 0,1 1 0 0 0,0-1 0 0 0,0 0-1 0 0,0 1 1 0 0,-1-1 0 0 0,1 1 0 0 0,0 0 0 0 0,0 0-71 0 0,0-1 1 0 0,0 0-1 0 0,0 1 0 0 0,-1-1 0 0 0,1 1 1 0 0,0-1-1 0 0,0 1 0 0 0,0-1 0 0 0,-1 1 1 0 0,1-1-1 0 0,0 0 0 0 0,-1 1 1 0 0,1-1-1 0 0,0 0 0 0 0,-1 1 0 0 0,1-1 1 0 0,0 0-1 0 0,-1 1 0 0 0,1-1 0 0 0,0 0 1 0 0,-1 0-1 0 0,1 1 0 0 0,-1-1 1 0 0,1 0-1 0 0,-1 0 0 0 0,0 0 0 0 0</inkml:trace>
</inkml:ink>
</file>

<file path=ppt/ink/ink2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7:35.5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262 1 3616 0 0,'0'0'1226'0'0,"-7"0"-173"0"0,-61 8 1643 0 0,62-7-2225 0 0,0 1-45 0 0,-16 8-25 0 0,16-7-6 0 0,6-3-377 0 0,0 1 0 0 0,0-1 0 0 0,0 1 0 0 0,0-1 0 0 0,0 1 0 0 0,0-1 0 0 0,0 1 1 0 0,-1-1-1 0 0,1 1 0 0 0,0-1 0 0 0,0 0 0 0 0,0 1 0 0 0,-1-1 0 0 0,1 1 0 0 0,0-1 1 0 0,0 1-1 0 0,-1-1 0 0 0,1 0 0 0 0,0 1 0 0 0,-1-1 0 0 0,1 0 0 0 0,0 1 0 0 0,-1-1 1 0 0,1 0-1 0 0,-1 0 0 0 0,1 1 0 0 0,-1-1 0 0 0,1 0 0 0 0,-1 1 0 0 0,0-1 9 0 0,0 0-1 0 0,1 0 0 0 0,-1 1 1 0 0,0-1-1 0 0,1 1 0 0 0,-1-1 1 0 0,0 1-1 0 0,1-1 1 0 0,-1 1-1 0 0,1-1 0 0 0,-1 1 1 0 0,1-1-1 0 0,-1 1 0 0 0,1 0 1 0 0,-1-1-1 0 0,1 1 0 0 0,0 0 1 0 0,-1-1-1 0 0,1 1 0 0 0,0 0 1 0 0,-1 0-1 0 0,1-1 1 0 0,0 1-1 0 0,0 0 0 0 0,0 0 1 0 0,0-1-1 0 0,0 1 0 0 0,0 0 1 0 0,0 0-1 0 0,0 1 0 0 0,-1 2 52 0 0,1-3-57 0 0,-1 1 1 0 0,1-1 0 0 0,0 1 0 0 0,0 0 0 0 0,-1-1 0 0 0,1 1 0 0 0,0-1 0 0 0,0 1 0 0 0,1-1 0 0 0,-1 1 0 0 0,0-1-1 0 0,0 1 1 0 0,1-1 0 0 0,-1 1 0 0 0,1-1 0 0 0,-1 1 0 0 0,1-1 0 0 0,1 2 0 0 0,31 55 637 0 0,22 15-408 0 0,-42-57-224 0 0,0 0 0 0 0,17 31 0 0 0,-28-45-25 0 0,-1 0-1 0 0,0 0 0 0 0,1 1 1 0 0,-1-1-1 0 0,0 1 1 0 0,-1-1-1 0 0,1 1 1 0 0,0-1-1 0 0,0 5 0 0 0,0 0-3 0 0,-1-5-6 0 0,1-1 1 0 0,-1 0 0 0 0,1 1 0 0 0,-1-1-1 0 0,0 1 1 0 0,1-1 0 0 0,-1 1 0 0 0,0-1 0 0 0,0 1-1 0 0,0-1 1 0 0,-1 1 0 0 0,1-1 0 0 0,0 1-1 0 0,0-1 1 0 0,-1 1 0 0 0,0 2 0 0 0,-1 0-36 0 0,-3 8-202 0 0,-2-1-40 0 0,-1-1 0 0 0,0 0-1 0 0,-1-1 1 0 0,0 0 0 0 0,-1 0 0 0 0,0-1 0 0 0,0 0 0 0 0,0-1 0 0 0,-1 0 0 0 0,-13 6 0 0 0,-80 24-4298 0 0,46-22-388 0 0</inkml:trace>
</inkml:ink>
</file>

<file path=ppt/ink/ink2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7:36.5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24 123 4740 0 0,'0'-7'1441'0'0,"0"-14"-394"0"0,0-28 5223 0 0,-4 63-6191 0 0,3-13-63 0 0,0 1 0 0 0,0-1 0 0 0,1 0 0 0 0,-1 1 1 0 0,0-1-1 0 0,0 1 0 0 0,1-1 0 0 0,-1 1 0 0 0,1 0 0 0 0,-1-1 0 0 0,1 1 0 0 0,0-1 0 0 0,-1 1 0 0 0,1 2 1 0 0,-5 24-25 0 0,2 2 0 0 0,1-1 0 0 0,1 0 0 0 0,1 0 0 0 0,2 1 0 0 0,8 44 0 0 0,-7-62-3 0 0,0 0 0 0 0,0-1 0 0 0,1 1 0 0 0,1-1 0 0 0,0 0 0 0 0,0 0-1 0 0,1-1 1 0 0,1 1 0 0 0,-1-1 0 0 0,2-1 0 0 0,-1 1 0 0 0,1-1 0 0 0,1-1 0 0 0,0 1 0 0 0,0-1 0 0 0,1-1 0 0 0,-1 0-1 0 0,2 0 1 0 0,13 6 0 0 0,-10-7-49 0 0,0-1-1 0 0,1 0 1 0 0,0-1 0 0 0,-1-1-1 0 0,1 0 1 0 0,0-1-1 0 0,0-1 1 0 0,1 0 0 0 0,-1-1-1 0 0,0-1 1 0 0,0 0 0 0 0,0-1-1 0 0,0 0 1 0 0,0-2-1 0 0,-1 0 1 0 0,1 0 0 0 0,-1-1-1 0 0,0-1 1 0 0,0 0-1 0 0,-1-1 1 0 0,0-1 0 0 0,0 0-1 0 0,12-10 1 0 0,-17 11 44 0 0,-1 0 0 0 0,0-1 0 0 0,0 0 0 0 0,0 0 0 0 0,-1 0 0 0 0,0-1 0 0 0,-1 0 0 0 0,0 0 0 0 0,0 0 0 0 0,-1-1 0 0 0,5-15 0 0 0,-5 16 12 0 0,-2 5 1 0 0,0 0-1 0 0,-1-1 0 0 0,1 1 0 0 0,-1 0 0 0 0,0-1 0 0 0,0 1 1 0 0,0-6-1 0 0,6-42 13 0 0,-7 9 34 0 0,-6-60 1 0 0,5 98-30 0 0,-6-55 430 0 0,6 55-184 0 0,4 1-220 0 0,-2 2-29 0 0,0 1-5 0 0,0 0 1 0 0,0 0-1 0 0,0 0 0 0 0,0 0 0 0 0,0 0 0 0 0,-1-1 0 0 0,1 1 0 0 0,0 0 0 0 0,-1 0 0 0 0,1-1 0 0 0,-1 1 0 0 0,1-3 1 0 0,5 2 7 0 0,16-4-1 0 0,-16 5-2 0 0,-1 0-14 0 0,18-1-14 0 0,-18 1-63 0 0,2 0-361 0 0,6-1 680 0 0,30-8-5503 0 0,-38 8 2597 0 0</inkml:trace>
</inkml:ink>
</file>

<file path=ppt/ink/ink2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7:36.7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119 73 2648 0 0,'-118'20'6720'0'0,"346"-83"-10545"0"0,-176 48 1782 0 0,0 0-1417 0 0</inkml:trace>
</inkml:ink>
</file>

<file path=ppt/ink/ink2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7:37.1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27 3500 0 0,'0'0'1401'0'0,"-2"-5"-239"0"0,-4-12-207 0 0,4 13 2553 0 0,-3 7-3184 0 0,-13 11-32 0 0,12-6-51 0 0,-4 55 298 0 0,8-12-363 0 0,9 86 1 0 0,-6-136-179 0 0,20 175-2288 0 0,-12-110-3005 0 0,-8-58 647 0 0</inkml:trace>
</inkml:ink>
</file>

<file path=ppt/ink/ink2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7:37.4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16 230 2244 0 0,'-5'-26'1231'0'0,"2"14"-306"0"0,0 0 0 0 0,1 0 0 0 0,1 0 0 0 0,0-21-1 0 0,1 26-814 0 0,1 0 1 0 0,0 0-1 0 0,0 0 0 0 0,1 0 0 0 0,0 0 0 0 0,0 1 0 0 0,1-1 0 0 0,6-12 0 0 0,-6 15-87 0 0,0 1 0 0 0,0-1-1 0 0,0 1 1 0 0,0 0 0 0 0,1 0 0 0 0,-1 0 0 0 0,1 0 0 0 0,0 1 0 0 0,-1-1-1 0 0,1 1 1 0 0,0 0 0 0 0,1 0 0 0 0,-1 1 0 0 0,0-1 0 0 0,1 1 0 0 0,-1 0-1 0 0,0 0 1 0 0,9 0 0 0 0,-2-1-10 0 0,0 0 1 0 0,0 1-1 0 0,0 1 0 0 0,0 0 0 0 0,-1 1 0 0 0,1 0 1 0 0,0 0-1 0 0,0 1 0 0 0,0 1 0 0 0,-1-1 0 0 0,1 2 1 0 0,-1 0-1 0 0,0 0 0 0 0,13 8 0 0 0,7 10-4 0 0,-23-16-4 0 0,-5-5-6 0 0,0 1 0 0 0,0-1 1 0 0,-1 1-1 0 0,1-1 0 0 0,-1 1 0 0 0,1-1 1 0 0,-1 1-1 0 0,1 0 0 0 0,-1 0 0 0 0,0 0 0 0 0,0-1 1 0 0,0 1-1 0 0,0 0 0 0 0,0 1 0 0 0,0 2 1 0 0,2 0-5 0 0,-2-4 5 0 0,0 1 0 0 0,0-1 0 0 0,0 1 0 0 0,-1 0 0 0 0,1-1-1 0 0,0 1 1 0 0,-1 0 0 0 0,0-1 0 0 0,1 1 0 0 0,-1 0 0 0 0,0 0 0 0 0,0 0-1 0 0,0-1 1 0 0,0 1 0 0 0,0 0 0 0 0,0 3 0 0 0,-6 24-9 0 0,3-21-5 0 0,-1 1 1 0 0,0 0 0 0 0,-1-1 0 0 0,0 0 0 0 0,0 0 0 0 0,0 0 0 0 0,-1-1 0 0 0,0 0 0 0 0,-13 11-1 0 0,0-1-586 0 0,0-2-1 0 0,-27 17 1 0 0,19-17-939 0 0,6-9-1160 0 0,0 1-798 0 0</inkml:trace>
</inkml:ink>
</file>

<file path=ppt/ink/ink2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7:38.9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385 462 3480 0 0,'2'-5'294'0'0,"1"0"0"0"0,-1 0 0 0 0,0 0 0 0 0,0 0 0 0 0,0-1-1 0 0,-1 1 1 0 0,0 0 0 0 0,0-1 0 0 0,0 1 0 0 0,-1-1 0 0 0,0 1-1 0 0,0-1 1 0 0,0 0 0 0 0,-1 1 0 0 0,0-1 0 0 0,0 1 0 0 0,0 0-1 0 0,0-1 1 0 0,-1 1 0 0 0,-4-9 0 0 0,4 10-225 0 0,0 0-1 0 0,0 1 1 0 0,-1 0 0 0 0,1-1 0 0 0,-1 1 0 0 0,0 0 0 0 0,1 0-1 0 0,-1 1 1 0 0,-1-1 0 0 0,1 0 0 0 0,0 1 0 0 0,-7-4-1 0 0,7 4-37 0 0,-2 0 13 0 0,1 0-1 0 0,-1 0 0 0 0,0 0 1 0 0,1 1-1 0 0,-1-1 1 0 0,0 1-1 0 0,0 0 0 0 0,0 0 1 0 0,0 1-1 0 0,0 0 1 0 0,-10 0-1 0 0,11 0-18 0 0,-9 1 22 0 0,0 0 0 0 0,0 1 1 0 0,0 0-1 0 0,0 1 1 0 0,0 1-1 0 0,1 0 1 0 0,0 0-1 0 0,-1 1 0 0 0,-18 12 1 0 0,20-11-10 0 0,1 1 0 0 0,-1 0 1 0 0,1 0-1 0 0,1 1 0 0 0,0 1 1 0 0,0 0-1 0 0,0 0 0 0 0,1 1 1 0 0,1-1-1 0 0,-1 2 0 0 0,-6 12 1 0 0,6 0-54 0 0,7-17 6 0 0,0-2-78 0 0,1 2-221 0 0,1 18 307 0 0,0-19 99 0 0,2 0-32 0 0,8 14-26 0 0,-8-15-6 0 0,-2-4-32 0 0,0 0 0 0 0,-1 0 0 0 0,1 0 0 0 0,0 0 1 0 0,-1 0-1 0 0,1 0 0 0 0,0 0 0 0 0,-1 0 0 0 0,1 1 0 0 0,-1-1 1 0 0,1 0-1 0 0,0 0 0 0 0,-1 0 0 0 0,1 1 0 0 0,-1-1 0 0 0,1 0 1 0 0,-1 1-1 0 0,1-1 0 0 0,-1 1 0 0 0,1-1 0 0 0,-1 0 0 0 0,1 1 1 0 0,0 0-1 0 0,-1 0 0 0 0,1-1 1 0 0,0 1 0 0 0,0 0-1 0 0,0-1 1 0 0,0 1 0 0 0,0 0-1 0 0,0-1 1 0 0,0 1 0 0 0,0-1-1 0 0,0 0 1 0 0,0 1 0 0 0,0-1-1 0 0,0 0 1 0 0,0 1 0 0 0,0-1-1 0 0,0 0 1 0 0,0 0 0 0 0,0 0-1 0 0,0 0 1 0 0,0 0 0 0 0,0 0-1 0 0,0 0 1 0 0,2-1 0 0 0,10 0 1 0 0,0-1 1 0 0,1-1-1 0 0,-1 0 0 0 0,-1-1 1 0 0,1 0-1 0 0,-1-1 1 0 0,1 0-1 0 0,-1-1 0 0 0,14-9 1 0 0,-12 5-2 0 0,0-1 0 0 0,-1-1 0 0 0,0 0 1 0 0,0 0-1 0 0,-1-1 0 0 0,-1-1 0 0 0,-1 0 0 0 0,0-1 1 0 0,0 0-1 0 0,-2 0 0 0 0,1-1 0 0 0,-2 0 0 0 0,-1 0 1 0 0,0-1-1 0 0,0 0 0 0 0,-2 0 0 0 0,0 0 0 0 0,-1-1 1 0 0,0-22-1 0 0,0 24 30 0 0,-1-1 24 0 0,-1-1 1 0 0,0 1-1 0 0,-1-1 1 0 0,-4-25-1 0 0,3 20-53 0 0,1 17-28 0 0,-2 2 53 0 0,-3-14-11 0 0,4 14-22 0 0,-2 8-23 0 0,-19 26 29 0 0,20-20-3 0 0,1-4 0 0 0,-2 5-1 0 0,0 0 0 0 0,0 0-1 0 0,2 0 1 0 0,-1 1-1 0 0,1 17 1 0 0,1-23 8 0 0,-2 24-16 0 0,2-1-1 0 0,1 0 1 0 0,1 0-1 0 0,1 0 1 0 0,9 31-1 0 0,-10-50-106 0 0,2-1 0 0 0,-1 1 0 0 0,1-1 1 0 0,0 0-1 0 0,1 0 0 0 0,0 0 0 0 0,1 0 0 0 0,0-1 0 0 0,0 0 0 0 0,0 0 1 0 0,1-1-1 0 0,0 0 0 0 0,1 0 0 0 0,0-1 0 0 0,0 1 0 0 0,0-2 0 0 0,13 8 1 0 0,-8-8-409 0 0,-1-1 0 0 0,1 1 0 0 0,16 1 0 0 0,-28-5 544 0 0,10 1-410 0 0,0-1 1 0 0,-1 0 0 0 0,1 0 0 0 0,0-1-1 0 0,0 0 1 0 0,18-3 0 0 0,-22 2 285 0 0,2 0-25 0 0,-1 0 0 0 0,1 0 0 0 0,-1-1-1 0 0,0 0 1 0 0,0 0 0 0 0,0-1 0 0 0,0 0 0 0 0,9-5 0 0 0,-8 3-20 0 0,3 0 307 0 0,-1-1 1 0 0,0-1-1 0 0,-1 0 0 0 0,0 0 0 0 0,0-1 1 0 0,0-1-1 0 0,-1 1 0 0 0,0-2 1 0 0,-1 1-1 0 0,0-1 0 0 0,0 0 0 0 0,-1-1 1 0 0,0 0-1 0 0,-1 0 0 0 0,-1 0 0 0 0,0-1 1 0 0,0 0-1 0 0,5-21 0 0 0,-9 28 163 0 0,-2 0-111 0 0,-3-17 120 0 0,3 16 53 0 0,-2 2-32 0 0,-13-12-40 0 0,12 12-32 0 0,-26-2 269 0 0,24 5-294 0 0,-2 1-83 0 0,3 1-155 0 0,-1-1 31 0 0,0 1-1 0 0,-1 0 1 0 0,1 0 0 0 0,0 1-1 0 0,0 0 1 0 0,0 0-1 0 0,0 0 1 0 0,0 1 0 0 0,-6 3-1 0 0,-36 31-15 0 0,42-31-3 0 0,1 1 1 0 0,-1-1 0 0 0,1 1 0 0 0,0 0 0 0 0,1 0 0 0 0,0 0-1 0 0,0 1 1 0 0,0-1 0 0 0,1 1 0 0 0,0 0 0 0 0,1 0-1 0 0,0 0 1 0 0,-2 16 0 0 0,3-19 1 0 0,2 2-5 0 0,14 45-12 0 0,-13-48-4 0 0,2 0-8 0 0,13 11 20 0 0,-12-11-4 0 0,10 0-16 0 0,-14-3-2 0 0,0 0 0 0 0,0-1-1 0 0,0 1 1 0 0,0-1-1 0 0,0 1 1 0 0,0-1-1 0 0,0 1 1 0 0,1-1-1 0 0,-1 0 1 0 0,0 0-1 0 0,0 0 1 0 0,0 1-1 0 0,1-1 1 0 0,-1 0-1 0 0,0 0 1 0 0,0-1-1 0 0,1 1 1 0 0,-1 0-1 0 0,1-1 1 0 0,8 1 28 0 0,0-1-1 0 0,-1-1 1 0 0,1 0 0 0 0,-1 0 0 0 0,0-1-1 0 0,0 0 1 0 0,0-1 0 0 0,0 0-1 0 0,-1 0 1 0 0,14-10 0 0 0,-9 5 19 0 0,-9 6-6 0 0,0-1 1 0 0,12-11 2 0 0,-12 12 2 0 0,13-14 12 0 0,-10 20-42 0 0,-1-1 0 0 0,1 2 1 0 0,-1-1-1 0 0,0 1 0 0 0,0 0 0 0 0,10 8 0 0 0,0 0-22 0 0,-10-10 17 0 0,0-1-5 0 0,2 0-14 0 0,0-1 0 0 0,0-1-1 0 0,0 1 1 0 0,0-1 0 0 0,0 0-1 0 0,0-1 1 0 0,0 0-1 0 0,0 0 1 0 0,0-1 0 0 0,8-4-1 0 0,26-15-42 0 0,-35 16 44 0 0,-1 0 0 0 0,10-6-9 0 0,1-6 13 0 0,-11 11 5 0 0,30-52-42 0 0,-28 43 34 0 0,-1-3 1 0 0,-4 2-3 0 0,9-46 65 0 0,-10 24 7 0 0,-1 32-12 0 0,-2 2-38 0 0,-2-19-16 0 0,3 18 200 0 0,-1 6-191 0 0,0 0 0 0 0,1 0 0 0 0,-1 0 1 0 0,0 0-1 0 0,1 0 0 0 0,-1 0 0 0 0,0 0 1 0 0,1 0-1 0 0,-1 0 0 0 0,0-1 0 0 0,1 1 0 0 0,-1 0 1 0 0,1 0-1 0 0,-1-1 0 0 0,0 1 0 0 0,1 0 1 0 0,-1-1-1 0 0,1 1 0 0 0,-1-1 0 0 0,0 0 0 0 0,1 1-1 0 0,-1-1-1 0 0,1 1 1 0 0,-1-1-1 0 0,1 1 1 0 0,0 0-1 0 0,-1-1 0 0 0,1 1 1 0 0,-1 0-1 0 0,1 0 1 0 0,-1-1-1 0 0,1 1 0 0 0,-1 0 1 0 0,1 0-1 0 0,-1 0 1 0 0,1-1-1 0 0,-1 1 1 0 0,1 0-1 0 0,-1 0 0 0 0,1 0 1 0 0,-1 0-1 0 0,1 0 1 0 0,-1 0-1 0 0,1 0 0 0 0,-1 0 1 0 0,1 0-1 0 0,-1 1 1 0 0,0-1-1 0 0,-2 3 29 0 0,0 1 0 0 0,0 0 0 0 0,0-1-1 0 0,1 1 1 0 0,0 0 0 0 0,-1 1 0 0 0,-1 6 0 0 0,1-7-9 0 0,0 7-3 0 0,-1-1 0 0 0,1 1 0 0 0,1 0 0 0 0,0 0 0 0 0,1 0 0 0 0,0 0 1 0 0,0 0-1 0 0,1 0 0 0 0,1 1 0 0 0,0-1 0 0 0,4 20 0 0 0,-4-27-30 0 0,1 6 7 0 0,0-1-1 0 0,1 1 1 0 0,0-1 0 0 0,5 11 0 0 0,0-1-13 0 0,-6-12-47 0 0,2-1 1 0 0,-1 0-1 0 0,1 0 1 0 0,0-1-1 0 0,0 1 1 0 0,0-1-1 0 0,1 1 1 0 0,0-1-1 0 0,7 5 1 0 0,-8-6-13 0 0,9 10-487 0 0,-12-12 510 0 0,1-1 0 0 0,-1 1-1 0 0,0-1 1 0 0,1 0 0 0 0,0 1-1 0 0,-1-1 1 0 0,1 0 0 0 0,0 0-1 0 0,0 0 1 0 0,-1 0 0 0 0,4 1-1 0 0,6 3-551 0 0,-2-1-472 0 0,0-1-1 0 0,0 0 0 0 0,1 0 1 0 0,12 1-1 0 0,-16-4-3524 0 0</inkml:trace>
</inkml:ink>
</file>

<file path=ppt/ink/ink2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7:39.3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 83 2532 0 0,'-28'3'1218'0'0,"22"-3"-232"0"0,0 2-183 0 0,-17 3 1896 0 0,284-55-2863 0 0,-106 18-727 0 0,-150 31 830 0 0,19-4 56 0 0,-18 2 15 0 0,0 2 482 0 0,-1 2-227 0 0,16 1 59 0 0,-16-1 331 0 0,-5-1-642 0 0,0 0-1 0 0,0 1 0 0 0,0-1 1 0 0,0 0-1 0 0,0 1 0 0 0,0-1 1 0 0,0 0-1 0 0,1 1 0 0 0,-1-1 1 0 0,0 0-1 0 0,0 1 0 0 0,0-1 1 0 0,0 0-1 0 0,0 1 0 0 0,0-1 0 0 0,1 0 1 0 0,-1 1-1 0 0,0-1 0 0 0,0 0 1 0 0,0 0-1 0 0,1 1 0 0 0,-1-1 1 0 0,0 0-1 0 0,0 0 0 0 0,1 1 1 0 0,-1-1-1 0 0,0 0 0 0 0,1 0 0 0 0,-1 0 1 0 0,1 1-1 0 0,-1-1 13 0 0,1 0 0 0 0,0 1 0 0 0,-1-1 0 0 0,1 1 0 0 0,-1-1 0 0 0,1 0 0 0 0,-1 1 0 0 0,1-1 0 0 0,-1 1 0 0 0,1 0 0 0 0,-1-1 0 0 0,1 1 0 0 0,-1-1 0 0 0,0 1 0 0 0,1 0 0 0 0,-1-1 0 0 0,0 1 0 0 0,0 0 0 0 0,0-1 0 0 0,1 1 0 0 0,-1 0 0 0 0,0-1 0 0 0,0 1 0 0 0,0 0 0 0 0,0-1 0 0 0,0 1 0 0 0,0 0 0 0 0,0 1 0 0 0,1 24 141 0 0,-1-20-46 0 0,0 1-6 0 0,-2 29 40 0 0,5 45 0 0 0,-2-69-411 0 0,1 0 1 0 0,0 0-1 0 0,1 0 1 0 0,0 0-1 0 0,1 0 1 0 0,0-1 0 0 0,10 19-1 0 0,-12-26-422 0 0,3-1-187 0 0,-3-1 496 0 0,-1-1 140 0 0,0 0-1 0 0,0 0 1 0 0,0 0 0 0 0,1 0 0 0 0,-1 0 0 0 0,0 0-1 0 0,1 0 1 0 0,-1 0 0 0 0,1 0 0 0 0,-1-1 0 0 0,1 1 0 0 0,3 0-1 0 0</inkml:trace>
</inkml:ink>
</file>

<file path=ppt/ink/ink2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7:39.7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303 27 2592 0 0,'-24'-6'1191'0'0,"19"4"-176"0"0,-4 2-179 0 0,-19 2-300 0 0,0 0 0 0 0,0 1 0 0 0,0 2 0 0 0,1 1 1 0 0,-29 10-1 0 0,50-14-482 0 0,1 0 0 0 0,0 1 0 0 0,-1-1 0 0 0,1 1 0 0 0,0 1 1 0 0,-6 4-1 0 0,2-1-2 0 0,5-5-84 0 0,2 2-156 0 0,1-3 196 0 0,0 0 11 0 0,0-1 1 0 0,0 1-1 0 0,0 0 0 0 0,0 0 0 0 0,1 0 1 0 0,-1 0-1 0 0,0 1 0 0 0,0-1 0 0 0,1 0 0 0 0,-1 0 1 0 0,1 0-1 0 0,-1 3 0 0 0,1-3-26 0 0,0 1 0 0 0,0-1 0 0 0,1 0 0 0 0,-1 1 0 0 0,0-1 0 0 0,1 0 0 0 0,0 1 0 0 0,-1-1 1 0 0,1 0-1 0 0,0 0 0 0 0,-1 1 0 0 0,2 0 0 0 0,1 1-12 0 0,-2 2 59 0 0,6-4-27 0 0,0 1-8 0 0,-4-2-2 0 0,-1 1 0 0 0,1 0 1 0 0,-1-1-1 0 0,1 1 0 0 0,-1-1 1 0 0,0 0-1 0 0,1 0 0 0 0,-1 0 1 0 0,1 0-1 0 0,-1 0 1 0 0,6-2-1 0 0,1 1 89 0 0,1-1 1 0 0,0 0-1 0 0,-1 0 1 0 0,1-1-1 0 0,-1 0 1 0 0,0-1 0 0 0,0 0-1 0 0,10-7 1 0 0,-9 3 158 0 0,-1 0 0 0 0,0-1 0 0 0,14-18 0 0 0,-21 23-67 0 0,-3-2-122 0 0,-4-17-12 0 0,4 17-25 0 0,-4 4 0 0 0,-14-7-9 0 0,15 7-23 0 0,-3 2-23 0 0,-3 0-400 0 0,0 0 1 0 0,1 1-1 0 0,-1 0 0 0 0,0 0 1 0 0,0 2-1 0 0,1-1 0 0 0,-1 1 0 0 0,1 0 1 0 0,-16 9-1 0 0,21-10-842 0 0</inkml:trace>
</inkml:ink>
</file>

<file path=ppt/ink/ink2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7:40.1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2352 0 0,'4'1'1364'0'0,"44"19"2507"0"0,-43-17-3433 0 0,-2 1-72 0 0,25 44 607 0 0,-25-43-832 0 0,-2 1-21 0 0,4 18-13 0 0,-3-18-42 0 0,-2-1-24 0 0,3 17 13 0 0,-2-16 73 0 0,-2 0-103 0 0,-5 46 37 0 0,5-47 850 0 0,1-11-784 0 0,1-3-60 0 0,1 0-1 0 0,0-1 1 0 0,0 1 0 0 0,1 0-1 0 0,0 0 1 0 0,0 0-1 0 0,1 0 1 0 0,1 1-1 0 0,-1-1 1 0 0,1 1-1 0 0,1 1 1 0 0,-1-1-1 0 0,1 0 1 0 0,1 1 0 0 0,12-11-1 0 0,-5 5 6 0 0,-10 9-13 0 0,0 1-15 0 0,-2 2-29 0 0,-1-1-6 0 0,1 1 0 0 0,-1 0-1 0 0,0 0 1 0 0,1 0 0 0 0,-1 0-1 0 0,0 0 1 0 0,1 0 0 0 0,-1 1 0 0 0,1-1-1 0 0,-1 0 1 0 0,1 1 0 0 0,2-2-1 0 0,28 7 20 0 0,-26-4-36 0 0,-3 3 5 0 0,6 11-11 0 0,0 0 1 0 0,-1 0-1 0 0,-1 1 0 0 0,-1 0 0 0 0,0 0 0 0 0,4 20 0 0 0,5 13-850 0 0,-12-44 564 0 0,-1 0 0 0 0,1 0-1 0 0,0-1 1 0 0,0 1-1 0 0,1-1 1 0 0,-1 1 0 0 0,1-1-1 0 0,0-1 1 0 0,0 1 0 0 0,6 4-1 0 0,-6-5 57 0 0,-3-2 84 0 0,0 0 0 0 0,0 0-1 0 0,1 0 1 0 0,-1 0 0 0 0,0 0 0 0 0,0 0 0 0 0,1 0 0 0 0,-1-1-1 0 0,0 1 1 0 0,1-1 0 0 0,-1 1 0 0 0,1-1 0 0 0,-1 1-1 0 0,1-1 1 0 0,-1 0 0 0 0,1 1 0 0 0,-1-1 0 0 0,4 0-1 0 0,-1 0-645 0 0,1 2-3322 0 0</inkml:trace>
</inkml:ink>
</file>

<file path=ppt/ink/ink2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7:40.7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254 3 2356 0 0,'0'0'2299'0'0,"-7"0"-1494"0"0,2-1-710 0 0,0 1 51 0 0,0-1 0 0 0,0 1 0 0 0,0 0 0 0 0,0 0 0 0 0,0 1 1 0 0,0-1-1 0 0,0 1 0 0 0,0 0 0 0 0,0 1 0 0 0,0-1 0 0 0,-5 3 0 0 0,-44 25 523 0 0,47-24-621 0 0,1-1 0 0 0,0 1 0 0 0,0 0 0 0 0,0 0 0 0 0,1 1 0 0 0,0 0 0 0 0,-8 10 0 0 0,8-10-27 0 0,-7 8 139 0 0,1 0-42 0 0,3 2 11 0 0,-18 35-11 0 0,23-46-100 0 0,3 1-32 0 0,-3 17-72 0 0,2-17-85 0 0,2-1-119 0 0,3 13-110 0 0,-3-13-88 0 0,17 7-625 0 0,-14-9 949 0 0,2-5 216 0 0,2 0 104 0 0,0-1 0 0 0,-1 1 1 0 0,1-2-1 0 0,-1 1 0 0 0,0-1 1 0 0,0 0-1 0 0,-1-1 1 0 0,1 1-1 0 0,-1-1 0 0 0,8-8 1 0 0,24-36 660 0 0,-5-15 311 0 0,-31 59-829 0 0,0 0-44 0 0,15-43 585 0 0,-16 43-522 0 0,-2 12-282 0 0,-1 6-37 0 0,1 2 0 0 0,0-1 0 0 0,1 0 0 0 0,1 0-1 0 0,3 22 1 0 0,11 39 6 0 0,40 114 0 0 0,41 66 110 0 0,-47-131-73 0 0,46 171 0 0 0,-94-288-46 0 0,0 1 0 0 0,0-1-1 0 0,0 1 1 0 0,-1 0-1 0 0,0 0 1 0 0,-1-1 0 0 0,-2 16-1 0 0,3-22 1 0 0,-1 0-1 0 0,1 1 1 0 0,0-1 0 0 0,-1 0 0 0 0,1 0-1 0 0,0 0 1 0 0,-1 1 0 0 0,0-1-1 0 0,1 0 1 0 0,-1 0 0 0 0,0 0-1 0 0,1 0 1 0 0,-1 0 0 0 0,0 0 0 0 0,0 0-1 0 0,0-1 1 0 0,0 1 0 0 0,0 0-1 0 0,0 0 1 0 0,-1 0 0 0 0,-1 1 3 0 0,-5 3 30 0 0,-19 2-17 0 0,15-6-6 0 0,0-1 0 0 0,0-1-1 0 0,1 0 1 0 0,-1 0 0 0 0,0-1 0 0 0,1-1-1 0 0,-1 0 1 0 0,1-1 0 0 0,0 0 0 0 0,0 0 0 0 0,0-1-1 0 0,-19-13 1 0 0,12 7-5 0 0,1-1 0 0 0,1-1-1 0 0,0 0 1 0 0,0-1 0 0 0,1-1-1 0 0,-20-27 1 0 0,26 29 4 0 0,0 0 0 0 0,1-1-1 0 0,1 0 1 0 0,0 0 0 0 0,1-1 0 0 0,1 0 0 0 0,0 0-1 0 0,1 0 1 0 0,0-1 0 0 0,2 0 0 0 0,0 1-1 0 0,0-1 1 0 0,2 0 0 0 0,0 0 0 0 0,0 0 0 0 0,2 1-1 0 0,0-1 1 0 0,5-18 0 0 0,-1 10-164 0 0,1 1-1 0 0,2 1 1 0 0,0 0-1 0 0,1 0 1 0 0,1 0 0 0 0,1 1-1 0 0,1 1 1 0 0,1 0 0 0 0,1 1-1 0 0,0 1 1 0 0,25-23 0 0 0,-1 7-2035 0 0,1 1 1 0 0,76-45 0 0 0,-88 59-1227 0 0</inkml:trace>
</inkml:ink>
</file>

<file path=ppt/ink/ink2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7:41.3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147 0 1772 0 0,'0'0'4545'0'0,"-1"5"-4168"0"0,-3 13-17 0 0,3-13 741 0 0,-1-1-909 0 0,-1 4-1203 0 0,2-3 3605 0 0,9-15 1356 0 0,-6 7-3827 0 0,-6 0-124 0 0,-10-10-2 0 0,10 10 7 0 0,-2 3-2 0 0,-19 2 12 0 0,19-2-20 0 0,1 1-7 0 0,-45 10 19 0 0,45-10-5 0 0,1 1-7 0 0,3-1 9 0 0,-1 0 1 0 0,1 1 0 0 0,-1-1 0 0 0,1 0 0 0 0,-1 0 0 0 0,0-1 0 0 0,0 1 0 0 0,1 0 0 0 0,-1 0-1 0 0,-3 0 1 0 0,26 10-10 0 0,-17-9-42 0 0,0-4-618 0 0,12-5 104 0 0,-12 5-282 0 0,-28-11-11033 0 0</inkml:trace>
</inkml:ink>
</file>

<file path=ppt/ink/ink2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7:30.5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247 14 2640 0 0,'-5'-2'227'0'0,"-1"0"-1"0"0,0 0 0 0 0,1 0 1 0 0,-1 0-1 0 0,0 1 1 0 0,0 0-1 0 0,0 0 1 0 0,1 1-1 0 0,-1-1 0 0 0,0 1 1 0 0,0 1-1 0 0,0-1 1 0 0,0 1-1 0 0,0 0 0 0 0,0 0 1 0 0,0 1-1 0 0,1-1 1 0 0,-1 1-1 0 0,1 1 1 0 0,-1-1-1 0 0,1 1 0 0 0,0 0 1 0 0,0 0-1 0 0,0 1 1 0 0,0-1-1 0 0,-5 6 0 0 0,1 0-116 0 0,1 0 0 0 0,0 0-1 0 0,0 1 1 0 0,1 0 0 0 0,0 0 0 0 0,1 1-1 0 0,0 0 1 0 0,1 0 0 0 0,0 1-1 0 0,1-1 1 0 0,0 1 0 0 0,1 0-1 0 0,0 0 1 0 0,1 0 0 0 0,-1 15-1 0 0,2-24-88 0 0,0 1-1 0 0,1 0 0 0 0,0 0 0 0 0,0 0 0 0 0,0-1 1 0 0,0 1-1 0 0,0 0 0 0 0,1 0 0 0 0,1 6 1 0 0,1 2 9 0 0,-1-1 2 0 0,1 0 1 0 0,0-1-1 0 0,0 1 1 0 0,1-1-1 0 0,0 1 0 0 0,1-1 1 0 0,0-1-1 0 0,0 1 1 0 0,1-1-1 0 0,11 14 0 0 0,-12-17-43 0 0,1 0 0 0 0,0 0 0 0 0,0-1 0 0 0,0 0 0 0 0,1 0-1 0 0,0 0 1 0 0,0 0 0 0 0,0-1 0 0 0,0-1 0 0 0,1 1 0 0 0,-1-1 0 0 0,1 0-1 0 0,0-1 1 0 0,0 0 0 0 0,10 2 0 0 0,-9-2-29 0 0,-6-1 1 0 0,0-1 0 0 0,1 1 1 0 0,-1-1-1 0 0,1 1 1 0 0,-1-1-1 0 0,1 0 0 0 0,-1 0 1 0 0,7-1-1 0 0,-1 1-69 0 0,-5 0 37 0 0,0 0-1 0 0,0 0 1 0 0,-1 0-1 0 0,1-1 1 0 0,0 1-1 0 0,0-1 1 0 0,-1 0 0 0 0,6-2-1 0 0,0 2-87 0 0,-5 0 27 0 0,0 0 0 0 0,1 0 0 0 0,-1 0 0 0 0,0 0 0 0 0,0-1 0 0 0,0 1 0 0 0,5-4 0 0 0,-2 1-34 0 0,3 0-108 0 0,0 0 1 0 0,-1-2-1 0 0,1 1 1 0 0,-1-1 0 0 0,-1 0-1 0 0,16-15 1 0 0,-17 16 112 0 0,-4 3 80 0 0,-1 0 1 0 0,1 0 0 0 0,-1-1 0 0 0,0 1-1 0 0,1 0 1 0 0,-1-1 0 0 0,0 0 0 0 0,0 1-1 0 0,2-6 1 0 0,39-78-631 0 0,-41 82 895 0 0,4-10 18 0 0,-6 13-138 0 0,1 1 0 0 0,-1-1 1 0 0,1 0-1 0 0,-1 0 0 0 0,1 1 0 0 0,-1-1 0 0 0,1 0 0 0 0,-1 0 1 0 0,0 1-1 0 0,0-1 0 0 0,1 0 0 0 0,-1 0 0 0 0,0 0 1 0 0,0 0-1 0 0,0 0 0 0 0,0 1 0 0 0,0-1 0 0 0,0 0 0 0 0,0 0 1 0 0,0 0-1 0 0,0 0 0 0 0,-1 1 0 0 0,1-1 0 0 0,0 0 0 0 0,-1-1 1 0 0,-6-20 781 0 0,3 25-690 0 0,2-2-123 0 0,-1 1 0 0 0,0 0 0 0 0,0 0 0 0 0,1 0 0 0 0,-1 0-1 0 0,1 0 1 0 0,-1 1 0 0 0,1-1 0 0 0,0 1 0 0 0,0-1 0 0 0,0 1 0 0 0,1 0-1 0 0,-1 0 1 0 0,-1 3 0 0 0,7 29 29 0 0,1-33-195 0 0,15 4-27 0 0,-16-4-116 0 0,2-4-34 0 0,2 0 195 0 0,0 0 0 0 0,0-1 0 0 0,0 0 0 0 0,0 0 0 0 0,-1-1 0 0 0,1 0 0 0 0,-1 0 0 0 0,0-1 0 0 0,0 0 0 0 0,0 0 0 0 0,-1 0 0 0 0,0-1 0 0 0,0 0 0 0 0,0-1 0 0 0,-1 1 0 0 0,8-13 0 0 0,-11 15 361 0 0,-2-2-139 0 0,2-19-95 0 0,-2 19 370 0 0,-1 5-348 0 0,-1-1-1 0 0,1 1 1 0 0,0 0-1 0 0,0-1 1 0 0,0 1-1 0 0,0-1 1 0 0,0 1-1 0 0,0-1 1 0 0,0 1 0 0 0,0-1-1 0 0,1 0 1 0 0,-2-3-1 0 0,1 3 37 0 0,-2-3 204 0 0,3 5-259 0 0,-1 0 0 0 0,1 0-1 0 0,-1 0 1 0 0,0 0 0 0 0,1 0-1 0 0,-1 0 1 0 0,1 0 0 0 0,-1 0-1 0 0,1 0 1 0 0,-1 0 0 0 0,1 0-1 0 0,-1-1 1 0 0,1 1 0 0 0,-1 0-1 0 0,1 0 1 0 0,-1-1 0 0 0,1 1-1 0 0,-1 0 1 0 0,1-1 0 0 0,-1 1-1 0 0,1-1 1 0 0,0 1 0 0 0,-1 0 0 0 0,0-2-1 0 0,1 2 14 0 0,-1-1-1 0 0,0 0 1 0 0,1 0-1 0 0,-1 1 1 0 0,0-1-1 0 0,0 0 1 0 0,0 1-1 0 0,1-1 1 0 0,-1 1-1 0 0,0-1 1 0 0,0 1-1 0 0,0-1 1 0 0,0 1-1 0 0,0 0 1 0 0,0-1-1 0 0,0 1 1 0 0,0 0 0 0 0,0 0-1 0 0,0 0 1 0 0,-2 0-1 0 0,-1-1 43 0 0,-1 0-1 0 0,1 1 0 0 0,-1 0 1 0 0,1 0-1 0 0,-1 0 1 0 0,0 0-1 0 0,1 1 1 0 0,-1-1-1 0 0,1 1 1 0 0,0 0-1 0 0,-1 1 1 0 0,1-1-1 0 0,0 1 1 0 0,-1 0-1 0 0,1 0 1 0 0,0 0-1 0 0,1 1 1 0 0,-1-1-1 0 0,0 1 1 0 0,1 0-1 0 0,-1 0 0 0 0,1 0 1 0 0,0 0-1 0 0,-4 6 1 0 0,6-8-58 0 0,-1 1 0 0 0,1-1-1 0 0,-1 1 1 0 0,1-1 0 0 0,0 1 0 0 0,0 0 0 0 0,0 0 0 0 0,0-1-1 0 0,0 1 1 0 0,0 0 0 0 0,1 0 0 0 0,-1 0 0 0 0,0 0 0 0 0,0 3-1 0 0,-1 9 107 0 0,0-9-97 0 0,1 0 3 0 0,0-1-1 0 0,0 1 0 0 0,0 0 0 0 0,0 0 1 0 0,1 0-1 0 0,0 0 0 0 0,0 0 0 0 0,0 0 1 0 0,0 0-1 0 0,1 0 0 0 0,2 8 0 0 0,-2-7-22 0 0,0 0-1 0 0,1 0 0 0 0,-1 1 1 0 0,1-1-1 0 0,1 0 0 0 0,-1 0 1 0 0,1 0-1 0 0,0-1 0 0 0,0 1 1 0 0,1 0-1 0 0,3 4 0 0 0,-4-6-87 0 0,0 0 2 0 0,1 0 0 0 0,-1 1 1 0 0,1-1-1 0 0,-1-1 0 0 0,1 1 1 0 0,0-1-1 0 0,1 1 0 0 0,-1-1 1 0 0,0 0-1 0 0,1-1 0 0 0,0 1 1 0 0,5 1-1 0 0,53 9-1579 0 0,-56-13 1226 0 0,0 0 0 0 0,0 0 1 0 0,0-1-1 0 0,0 0 0 0 0,0 0 0 0 0,-1 0 0 0 0,1-1 0 0 0,11-4 1 0 0,-13 4-55 0 0,2 0-2580 0 0</inkml:trace>
</inkml:ink>
</file>

<file path=ppt/ink/ink2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7:31.0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 3076 0 0,'0'0'2979'0'0,"3"-3"-2557"0"0,7-10-96 0 0,-7 10 536 0 0,0 6-674 0 0,0 1-66 0 0,0 1 0 0 0,0-1 0 0 0,0 1 1 0 0,0 0-1 0 0,3 9 0 0 0,-4-9 43 0 0,-1 1-23 0 0,6 19-26 0 0,-5-19-36 0 0,-1 0-7 0 0,5 95 191 0 0,-6-95 388 0 0,-1-1-460 0 0,-4 16-12 0 0,4-16 662 0 0,-5-6-677 0 0,-17-4 24 0 0,18 4-21 0 0,5 0-149 0 0,-1-1 0 0 0,1 1-1 0 0,0 0 1 0 0,-1-1-1 0 0,1 1 1 0 0,-1 0-1 0 0,1 0 1 0 0,-1 0 0 0 0,1-1-1 0 0,-1 1 1 0 0,0 0-1 0 0,-1-2 1 0 0,0 1 21 0 0,0-2 94 0 0,1-2 30 0 0,-3-16-15 0 0,3 16-7 0 0,2 0-30 0 0,-1 6-111 0 0,0-5 18 0 0,0-1 1 0 0,1 1-1 0 0,0 0 1 0 0,0-1-1 0 0,1 1 1 0 0,-1 0 0 0 0,1 0-1 0 0,0 0 1 0 0,0 0-1 0 0,1 0 1 0 0,0 1-1 0 0,-1-1 1 0 0,2 1-1 0 0,-1-1 1 0 0,5-4 0 0 0,-1 4-16 0 0,1 0 1 0 0,-1 1-1 0 0,1 0 0 0 0,0 0 1 0 0,0 1-1 0 0,0 0 1 0 0,0 1-1 0 0,0-1 1 0 0,1 1-1 0 0,11-1 1 0 0,28 4-9 0 0,-39 2 8 0 0,-1 0 1 0 0,-5-3-6 0 0,1 1 1 0 0,-1-1 0 0 0,1 1-1 0 0,-1 0 1 0 0,0 1 0 0 0,1-1-1 0 0,-1 0 1 0 0,3 3 0 0 0,2 0-4 0 0,-6-4 4 0 0,0 1 0 0 0,1 0-1 0 0,-1 0 1 0 0,0 0 0 0 0,0 0 0 0 0,1 1 0 0 0,-1-1 0 0 0,0 1-1 0 0,0-1 1 0 0,0 1 0 0 0,0 0 0 0 0,1 2 0 0 0,3 1-3 0 0,-4-3 0 0 0,1 0-1 0 0,-1-1 0 0 0,0 1 1 0 0,0 0-1 0 0,1 1 1 0 0,-1-1-1 0 0,0 0 0 0 0,-1 1 1 0 0,4 4-1 0 0,-1-1-7 0 0,-2-4 2 0 0,0 0-1 0 0,0 0 1 0 0,-1 0 0 0 0,1 0 0 0 0,-1 0 0 0 0,1 0 0 0 0,-1 0-1 0 0,0 0 1 0 0,0 1 0 0 0,0-1 0 0 0,0 0 0 0 0,0 1-1 0 0,0 2 1 0 0,5 15-198 0 0,9 56-712 0 0,-11-10-6537 0 0</inkml:trace>
</inkml:ink>
</file>

<file path=ppt/ink/ink2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7:31.3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32 3284 0 0,'8'-32'7365'0'0,"-8"38"-6912"0"0,2 57 717 0 0,7 79 122 0 0,-6-110-1174 0 0,5 34 121 0 0,29 113-1 0 0,-33-165-240 0 0,3 5-2 0 0,3 0-16 0 0,2 5-22 0 0,-9-18-47 0 0,1-2-79 0 0,1-1-14 0 0,0 1-1 0 0,-1-1 1 0 0,1 0-1 0 0,1 0 1 0 0,-1 0-1 0 0,0-1 1 0 0,8 3-1 0 0,-8-4-435 0 0,2-2-175 0 0,-2 0 643 0 0,28-9-1767 0 0,-6-11-2583 0 0,-4-3 144 0 0</inkml:trace>
</inkml:ink>
</file>

<file path=ppt/ink/ink2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7:31.5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45 3676 0 0,'-5'0'1226'0'0,"-12"-2"3458"0"0,44-1-3328 0 0,58-4-2242 0 0,-75 7 1251 0 0,66-8-1905 0 0,-21 0-628 0 0,-5-1-1063 0 0,-12 1-211 0 0</inkml:trace>
</inkml:ink>
</file>

<file path=ppt/ink/ink2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7:31.9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12 3264 0 0,'0'0'3689'0'0,"0"5"-3323"0"0,-2 16 82 0 0,2-16 858 0 0,1 0-1179 0 0,1 16-21 0 0,-1-15 325 0 0,3-5-383 0 0,1 0-33 0 0,0 0 0 0 0,0 0 0 0 0,0-1 1 0 0,0 0-1 0 0,0 0 0 0 0,0 0 0 0 0,0 0 0 0 0,8-3 1 0 0,-7 2-48 0 0,-2-2-2 0 0,-1 1 31 0 0,1-1 0 0 0,-1 0 0 0 0,0 1 1 0 0,-1-1-1 0 0,1 0 0 0 0,0-1 0 0 0,-1 1 0 0 0,0 0 0 0 0,3-5 0 0 0,-3 4 24 0 0,-4-1 94 0 0,0 3-105 0 0,1 1-12 0 0,0 0 0 0 0,0 0 1 0 0,0 0-1 0 0,0-1 0 0 0,0 1 0 0 0,1 0 1 0 0,-1-1-1 0 0,0 1 0 0 0,1 0 0 0 0,-1-1 1 0 0,1 1-1 0 0,-1-3 0 0 0,-4 3-32 0 0,-13-4 72 0 0,13 3 128 0 0,-1 5-62 0 0,3-1-76 0 0,1-1-16 0 0,1 0 0 0 0,-1 0 0 0 0,0 0-1 0 0,1-1 1 0 0,-1 1 0 0 0,0 0 0 0 0,0-1 0 0 0,0 1 0 0 0,1-1 0 0 0,-1 1 0 0 0,0-1-1 0 0,-3 0 1 0 0,1 4 94 0 0,-1 1-36 0 0,1 0 0 0 0,0 0 1 0 0,0 0-1 0 0,1 1 1 0 0,-1-1-1 0 0,1 1 0 0 0,0 0 1 0 0,1 0-1 0 0,-1 0 1 0 0,1 0-1 0 0,-2 8 0 0 0,2 12 14 0 0,1-19-20 0 0,2-1-5 0 0,0 2-55 0 0,0 1-1 0 0,1-1 1 0 0,0 0 0 0 0,0 0-1 0 0,1 0 1 0 0,0 0 0 0 0,0-1-1 0 0,1 1 1 0 0,0-1 0 0 0,0 0-1 0 0,9 11 1 0 0,-10-15-189 0 0,2 0-131 0 0,14 11-127 0 0,-14-11-171 0 0,2-1-266 0 0,19 2-256 0 0,-19-2-268 0 0,1-3-1031 0 0,33-4-1719 0 0</inkml:trace>
</inkml:ink>
</file>

<file path=ppt/ink/ink2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7:32.5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1 134 2620 0 0,'0'0'1758'0'0,"6"0"-1088"0"0,23 0 416 0 0,-25 2-936 0 0,0 0 1 0 0,0 0 0 0 0,0 0-1 0 0,-1 1 1 0 0,1 0-1 0 0,-1-1 1 0 0,0 1-1 0 0,5 5 1 0 0,-6-6-39 0 0,1 1 174 0 0,1 2-19 0 0,43 69 868 0 0,-45-70-985 0 0,-1 3-9 0 0,3 19-2 0 0,-3-20-2 0 0,-2 0-32 0 0,-15 53 318 0 0,14-53-283 0 0,-1-2 4 0 0,-32 35 924 0 0,31-36 711 0 0,-1-4-1517 0 0,-13-4-76 0 0,13 4 178 0 0,5-2-343 0 0,1 1-1 0 0,-1-1 0 0 0,0 1 1 0 0,1 0-1 0 0,-1-1 0 0 0,1 1 1 0 0,0-1-1 0 0,0 1 1 0 0,1-4-1 0 0,1 0 5 0 0,-2 3-18 0 0,0 0 0 0 0,0 0 0 0 0,0 0 0 0 0,0 0 0 0 0,0 0 0 0 0,0 1 1 0 0,1-1-1 0 0,0 0 0 0 0,-1 1 0 0 0,1-1 0 0 0,3-2 0 0 0,2-4 20 0 0,8-11-114 0 0,0 0 0 0 0,2 2 0 0 0,0-1 0 0 0,1 2 0 0 0,0 0 0 0 0,25-16 0 0 0,127-73-2730 0 0,-98 65 1199 0 0,-47 27 1026 0 0,-21 12 447 0 0,0-1-38 0 0,10-6 31 0 0,-26 20 199 0 0,8-8 251 0 0,1 2-186 0 0,-6 14 25 0 0,7-14 115 0 0,2 2-113 0 0,0-3-128 0 0,-1 1 54 0 0,1-1-1 0 0,0 1 1 0 0,1-1 0 0 0,-1 1-1 0 0,1-1 1 0 0,0 1 0 0 0,0-1-1 0 0,0 0 1 0 0,1 1 0 0 0,-1-1 0 0 0,5 7-1 0 0,28 43 410 0 0,-2-11-501 0 0,28 44 448 0 0,-57-82-381 0 0,-1 1-6 0 0,3 19-22 0 0,-5-24-15 0 0,1 0-1 0 0,-1 0 1 0 0,0 0 0 0 0,0 1 0 0 0,0-1 0 0 0,0 0 0 0 0,0 0 0 0 0,0 0 0 0 0,0 0-1 0 0,0 0 1 0 0,0 1 0 0 0,-1-1 0 0 0,1 0 0 0 0,0 0 0 0 0,-1 0 0 0 0,1 0-1 0 0,-1 0 1 0 0,1 0 0 0 0,-1 0 0 0 0,1 0 0 0 0,-1 0 0 0 0,-1 1 0 0 0,1 0-19 0 0,0-1-1 0 0,1 1 0 0 0,-1 0 0 0 0,1-1 0 0 0,-1 1 0 0 0,0-1 0 0 0,0 1 0 0 0,0-1 0 0 0,0 0 0 0 0,0 1 0 0 0,0-1-1 0 0,0 0 1 0 0,-1 0 0 0 0,1 1 0 0 0,0-1 0 0 0,-2 1 0 0 0,-1 1-83 0 0,-1 1-227 0 0,1-1-1 0 0,-1 1 1 0 0,1-1 0 0 0,-1 0 0 0 0,0 0-1 0 0,0 0 1 0 0,0-1 0 0 0,0 0-1 0 0,-1 0 1 0 0,1 0 0 0 0,-9 1 0 0 0,9-2 139 0 0,-8 2-2196 0 0,-18 2-1696 0 0</inkml:trace>
</inkml:ink>
</file>

<file path=ppt/ink/ink2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09:57:43.4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0 2872 0 0,'0'0'4313'0'0,"-18"19"-4293"0"0</inkml:trace>
</inkml:ink>
</file>

<file path=ppt/ink/ink2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1.9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2 4100 0 0,'0'0'1453'0'0,"-32"-1"299"0"0</inkml:trace>
</inkml:ink>
</file>

<file path=ppt/ink/ink2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1.9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2900 0 0,'0'0'9323'0'0,"3"4"-9154"0"0,14 35 516 0 0,-16-34-375 0 0,0 0-240 0 0,2 15-40 0 0,-2-14 52 0 0,0 0-46 0 0,1 18-38 0 0,-1-18-16 0 0,-1-1 12 0 0,5 50 2 0 0,-5-50 2 0 0,1 1-24 0 0,1 15 38 0 0,3 46 323 0 0,-4-61-310 0 0,-1 0 9 0 0,1 17 8 0 0,-1-18-19 0 0,1 1 15 0 0,3 52 211 0 0,-3-51-217 0 0,-1-1-17 0 0,1 19 3 0 0,-1-19 2 0 0,1 0 35 0 0,0 18-35 0 0,-1-18-14 0 0,0 0 8 0 0,2 18 8 0 0,-2-18 19 0 0,0 1-18 0 0,5 78 95 0 0,15 87 0 0 0,-13-110-68 0 0,-4-2 2 0 0,3 42 99 0 0,13 234-144 0 0,-18-261-6 0 0,2 18 34 0 0,1 5 5 0 0,0-34-48 0 0,-2-16-10 0 0,1 6 28 0 0,1-3-11 0 0,1 4 60 0 0,5 68 33 0 0,-1-1 150 0 0,-3-72-246 0 0,17 178 292 0 0,1 136-144 0 0,-18-250-140 0 0,-3-42 15 0 0,14 131 176 0 0,-2-66-106 0 0,-4-20 37 0 0,55 362 285 0 0,19 143 247 0 0,-22 212-519 0 0,-60-770-3 0 0,-2-59-116 0 0,-1 0-13 0 0,2 17 1 0 0,-1-16 49 0 0,-1-1 16 0 0,0 47 914 0 0,0-47-765 0 0,-1-1-176 0 0,-6 69 168 0 0,6-68-182 0 0,1 0-16 0 0,-4 168 304 0 0,5-168-297 0 0,-1 0 48 0 0,0 81 877 0 0,0-81-738 0 0,0 1-115 0 0,0 18-11 0 0,0-18-17 0 0,0 0 34 0 0,0 16 58 0 0,0-17-31 0 0,-1 1-37 0 0,0 17-19 0 0,1-17-16 0 0,0-1 1 0 0,0 55 219 0 0,0-53-125 0 0,0-1-27 0 0,1 18-22 0 0,0-18 0 0 0,-1-1 48 0 0,5 51-32 0 0,-5-50-101 0 0,1-2-8 0 0,4 57 65 0 0,-4-41-76 0 0,-1-15-1 0 0,2-17-9086 0 0,-1 2 8048 0 0,-1-10-4172 0 0,-1-27-2410 0 0</inkml:trace>
</inkml:ink>
</file>

<file path=ppt/ink/ink2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1.9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96 2468 0 0,'0'0'4224'0'0,"5"0"-3705"0"0,15-2-51 0 0,-15 2 885 0 0,22 3-778 0 0,-21-3-340 0 0,-1 1-38 0 0,201 32 1131 0 0,-135-28-1057 0 0,19-2-56 0 0,9-2-141 0 0,-34-3-67 0 0,-17 2-3 0 0,1-3-11 0 0,0 2 70 0 0,1-3 83 0 0,-1 0-1 0 0,2 1-12 0 0,1 0-22 0 0,419-24 474 0 0,-121 4-253 0 0,325 7-446 0 0,-570 17 174 0 0,761 9-138 0 0,-549-17 217 0 0,-189 4-76 0 0,378-3-108 0 0,-152 6 101 0 0,171 12 110 0 0,-91 0-182 0 0,218 9-30 0 0,108-1 252 0 0,-60-7-96 0 0,-307 0-86 0 0,-302-11 1 0 0,191 1-130 0 0,-276-3 108 0 0,510-19 94 0 0,-408 13-79 0 0,-56 4-26 0 0,-2-1 4 0 0,93-4-58 0 0,-45 2 74 0 0,-51 2 20 0 0,84 2-20 0 0,-62-2-6 0 0,81-6-130 0 0,-22-3 77 0 0,-123 12-29 0 0,22-3 147 0 0,-21 2-24 0 0,-1 0-24 0 0,49-4 39 0 0,-49 5-89 0 0,0-1-66 0 0,12-2 115 0 0,-12 2 32 0 0,-1 0-44 0 0,42-6 32 0 0,85-3 1 0 0,-108 6-114 0 0,-18 3 70 0 0,0 0-6 0 0,115-12 33 0 0,-114 12-16 0 0,-1 1-5 0 0,71-15-62 0 0,-72 14 91 0 0,1 0-16 0 0,45-3-59 0 0,-45 4 24 0 0,0 0-73 0 0,88 0 209 0 0,-87 0-106 0 0,-1 0 3 0 0,15 3-3 0 0,-15-3-14 0 0,1 0-4 0 0,2 0 60 0 0,13 0 490 0 0,0 0 1 0 0,41 7 0 0 0,-58-6-551 0 0,-4 4-127 0 0,-1 14 134 0 0,1-15 77 0 0,-1 2-131 0 0,-1 17 69 0 0,1-17-1 0 0,0-1-74 0 0,-75 280 484 0 0,70-263-190 0 0,-5 40-1 0 0,10-57-220 0 0,-8 92 222 0 0,13 93 283 0 0,31 135-183 0 0,-15-165-234 0 0,7 252-191 0 0,-26-232 122 0 0,-2-127-18 0 0,0 6-22 0 0,3-8 6 0 0,-3 1 33 0 0,0-1 5 0 0,3 1-91 0 0,-2-2 93 0 0,0 0 114 0 0,2-1-156 0 0,-1-8-86 0 0,-2 10 82 0 0,0 10 28 0 0,1-9 69 0 0,0 0-8 0 0,7 231 529 0 0,-1-173-453 0 0,-1-9-55 0 0,-3-1 37 0 0,1 0 102 0 0,-3-31-58 0 0,2 231 353 0 0,-1-211-352 0 0,8 604 855 0 0,-9-645-1030 0 0,0 47-10 0 0,0-48 8 0 0,0 15 2 0 0,0-8 5 0 0,0 50 7 0 0,1-55-3 0 0,0 0-25 0 0,-2 17 29 0 0,8 178 382 0 0,6-135-183 0 0,-13-104-202 0 0,1 1 7 0 0,6 57 66 0 0,-6-57-70 0 0,0 24 85 0 0,0-24-28 0 0,-1 0-35 0 0,3 54 130 0 0,-3-54-132 0 0,0 1-11 0 0,2 19 6 0 0,-2-20 6 0 0,0 1-5 0 0,0 20 2 0 0,0-20-9 0 0,0 0 15 0 0,-2 20 10 0 0,2-20-10 0 0,0 0-19 0 0,-7 148 326 0 0,-1-31 4 0 0,3-63-44 0 0,4-56-216 0 0,1 1-13 0 0,0 19-4 0 0,0-18 96 0 0,0-1-166 0 0,0 19-8 0 0,0-19 44 0 0,0-1-4 0 0,0 16 42 0 0,0-16-81 0 0,1 0-28 0 0,0 15 10 0 0,-1-15 125 0 0,0-5-112 0 0,1 0 0 0 0,-1 1 0 0 0,0-1 0 0 0,1 0 0 0 0,-1 1 0 0 0,0-1 0 0 0,0 1 0 0 0,0-1 0 0 0,1 1 0 0 0,-1-1 0 0 0,0 0 0 0 0,0 1 0 0 0,0-1 0 0 0,0 1 0 0 0,0-1 0 0 0,0 1 0 0 0,0-1 0 0 0,0 1 0 0 0,0-1 0 0 0,0 1 0 0 0,0-1 0 0 0,0 1 0 0 0,0-1 0 0 0,0 1 0 0 0,0-1 0 0 0,0 1 0 0 0,-1-1 9 0 0,1 1 1 0 0,0-1-1 0 0,0 1 0 0 0,0-1 0 0 0,0 1 1 0 0,0-1-1 0 0,0 1 0 0 0,0-1 0 0 0,0 1 1 0 0,0-1-1 0 0,0 1 0 0 0,0-1 0 0 0,0 0 1 0 0,0 1-1 0 0,0-1 0 0 0,0 1 0 0 0,0-1 1 0 0,1 1-1 0 0,-1-1 0 0 0,0 1 0 0 0,0-1 1 0 0,1 0-1 0 0,-1 1 0 0 0,0-1 0 0 0,0 0 1 0 0,1 1-1 0 0,-1 6 214 0 0,0 18-33 0 0,0-19-30 0 0,1 0-23 0 0,3 17 0 0 0,-4-18 13 0 0,1 1 16 0 0,0 18-7 0 0,-1-18 6 0 0,1 0 53 0 0,1 17-107 0 0,-1-17-16 0 0,-1 0 21 0 0,3 18-8 0 0,-3-18-13 0 0,1-1 2 0 0,1 17 39 0 0,-1-17-90 0 0,-1 1-26 0 0,1 14 18 0 0,-1-15 14 0 0,1 1-31 0 0,1 16 15 0 0,-1-17 16 0 0,0 1-4 0 0,2 18 1 0 0,-2-18-26 0 0,0 0 12 0 0,4 17-4 0 0,-4-17 7 0 0,0 0 22 0 0,1 19-4 0 0,-1-19-12 0 0,-1 0-5 0 0,8 63 316 0 0,-5-37-287 0 0,-2-26-48 0 0,0 0-1 0 0,2 18 11 0 0,-2-18-7 0 0,0 0-7 0 0,8 47 4 0 0,-8-48 24 0 0,-1 0-42 0 0,2 16 18 0 0,-1-16-20 0 0,-1 0 18 0 0,1 13 40 0 0,0-13 204 0 0,-48-48-19693 0 0,24 27 9907 0 0</inkml:trace>
</inkml:ink>
</file>

<file path=ppt/ink/ink2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1.9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2520 0 0,'0'0'10317'0'0,"0"4"-10115"0"0,3 14-12 0 0,-3-14 163 0 0,0 1-169 0 0,2 16 5 0 0,-2-16 164 0 0,0 2-168 0 0,3 51 414 0 0,-3-52-478 0 0,1 0 31 0 0,0 18 84 0 0,-1-18-128 0 0,1 0-24 0 0,1 18 60 0 0,-1-18-68 0 0,0-1-32 0 0,2 17 9 0 0,-2-17-8 0 0,-1 1-2 0 0,3 16 10 0 0,-3-17 48 0 0,1 1-107 0 0,17 96 147 0 0,-17-97 146 0 0,-1-1-252 0 0,16 65-34 0 0,-15-65 889 0 0,2-2-860 0 0,10 6-22 0 0,-10-7-35 0 0,21-7 66 0 0,-20 4-23 0 0,0 1 2 0 0,44-11 12 0 0,-42 11-64 0 0,-1 0-26 0 0,16-3 14 0 0,-16 4-6 0 0,1-1 12 0 0,51-9-124 0 0,-52 9 112 0 0,1 1 6 0 0,58-7-41 0 0,-24 5 53 0 0,-33 1 20 0 0,0 1 11 0 0,21 0-36 0 0,-14 0-62 0 0,65 1 145 0 0,43-7-148 0 0,-116 5 96 0 0,0 1-9 0 0,0-1-11 0 0,88-14-35 0 0,-89 14 17 0 0,-1 0 6 0 0,46-10 7 0 0,16 3-38 0 0,-61 7 59 0 0,0 1-6 0 0,15-1-14 0 0,-15 1 11 0 0,1-2 0 0 0,16-2 5 0 0,-17 3 33 0 0,2 0-8 0 0,130-11-10 0 0,-119 12 37 0 0,29-2-63 0 0,2-2 55 0 0,2 1-26 0 0,3 0 49 0 0,257-11-126 0 0,85 2 162 0 0,-298 7-178 0 0,-44 5 71 0 0,-2-1 82 0 0,1 0-118 0 0,55 0 34 0 0,-55 1-28 0 0,-3-2 32 0 0,5 1 23 0 0,-4-1 26 0 0,2 1-69 0 0,-1 0-20 0 0,0 0 269 0 0,1 1-210 0 0,-1 0-57 0 0,1 0 3 0 0,44 0 0 0 0,1588-13-31 0 0,-581 8 112 0 0,-779 5-147 0 0,-73 1 205 0 0,205-1-89 0 0,5 4 78 0 0,-111 1-77 0 0,649-20 57 0 0,-979 15-49 0 0,611 11 22 0 0,-82 31 47 0 0,-493-39-86 0 0,45 9 157 0 0,-50-7-302 0 0,-47-4 166 0 0,0-1-58 0 0,44 8 213 0 0,-44-7-222 0 0,0 1 15 0 0,100 26-131 0 0,-99-26 158 0 0,-1-1 20 0 0,48 13 61 0 0,-47-13-26 0 0,0 0 65 0 0,17 3-89 0 0,-12-1-22 0 0,36 9 105 0 0,-43-11 110 0 0,2 1-154 0 0,47 11 69 0 0,-47-11 68 0 0,-2-1-89 0 0,6 5-3231 0 0,-27-6 1580 0 0,-41-8-3733 0 0,12 0-2172 0 0</inkml:trace>
</inkml:ink>
</file>

<file path=ppt/ink/ink2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1.9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4376 0 0,'0'0'4140'0'0,"2"4"-3282"0"0,0-3-790 0 0,7 15-550 0 0,-22-2-3826 0 0</inkml:trace>
</inkml:ink>
</file>

<file path=ppt/ink/ink2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1.9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99 252 2040 0 0,'-4'-5'959'0'0,"-74"-112"1250"0"0,76 113-2303 0 0,0-1-8 0 0,0-2 18 0 0,-1 0 0 0 0,1 0-1 0 0,0 0 1 0 0,1-1-1 0 0,0 1 1 0 0,0-1-1 0 0,1-13 1 0 0,0 16-53 0 0,2 1-99 0 0,19-33-1842 0 0,-19 34 232 0 0</inkml:trace>
</inkml:ink>
</file>

<file path=ppt/ink/ink2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1.9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1 161 2632 0 0,'1'-4'1442'0'0,"38"-83"4475"0"0,-37 83-5790 0 0,1 0-103 0 0,26-25-1505 0 0,1 9-3160 0 0,-5 8 661 0 0</inkml:trace>
</inkml:ink>
</file>

<file path=ppt/ink/ink2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1.9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1 146 2668 0 0,'46'-30'3418'0'0,"-13"8"-2137"0"0,43-22-1 0 0,-57 35-2218 0 0,1 1 0 0 0,0 0-1 0 0,36-9 1 0 0,-21 11-1426 0 0,-29 5-126 0 0</inkml:trace>
</inkml:ink>
</file>

<file path=ppt/ink/ink2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1.9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16 1408 0 0,'6'-1'956'0'0,"29"-2"543"0"0,15-3 67 0 0,88 1 0 0 0,-133 5-1770 0 0,3 1-89 0 0,103 10-3953 0 0,-78-10 2034 0 0</inkml:trace>
</inkml:ink>
</file>

<file path=ppt/ink/ink2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1.9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2340 0 0,'24'16'1452'0'0,"-3"2"-604"0"0,-1 5-404 0 0,-7 2-268 0 0,1 1-356 0 0,-3 3-776 0 0,-1 2-816 0 0</inkml:trace>
</inkml:ink>
</file>

<file path=ppt/ink/ink2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1.9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2432 0 0,'17'16'1092'0'0,"1"1"-220"0"0,1-3-64 0 0,-2 3-187 0 0,1-3 155 0 0,13 16-236 0 0,-5-2-308 0 0,-3-2-452 0 0,-13-3-1553 0 0,-3 0-3567 0 0</inkml:trace>
</inkml:ink>
</file>

<file path=ppt/ink/ink2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1.9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1 2872 0 0,'0'0'1280'0'0,"12"26"1061"0"0,-3 4-1685 0 0,-9 9-1252 0 0,-7-8-949 0 0,-5 5-615 0 0,3-13-648 0 0</inkml:trace>
</inkml:ink>
</file>

<file path=ppt/ink/ink2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1.9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214 1 3188 0 0,'-39'0'2236'0'0,"-6"3"-1675"0"0,7 2-653 0 0,-6-2-1277 0 0,-3 2-3115 0 0</inkml:trace>
</inkml:ink>
</file>

<file path=ppt/ink/ink2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1.9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252 11 2384 0 0,'0'0'1404'0'0,"-5"-1"-291"0"0,-15-1-251 0 0,15 1 264 0 0,-1 0-726 0 0,-17-3-96 0 0,17 3-82 0 0,0 1-52 0 0,-61 1-243 0 0,0 2-2214 0 0,62-2 1433 0 0,-2-2-11 0 0,-21 0-563 0 0,21 1-1010 0 0</inkml:trace>
</inkml:ink>
</file>

<file path=ppt/ink/ink2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1.9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49 326 2520 0 0,'-4'-2'261'0'0,"-14"-8"2"0"0,14 8 14 0 0,4 1-258 0 0,0 1 0 0 0,0-1 0 0 0,0 1 0 0 0,0-1 0 0 0,0 1 0 0 0,0-1 1 0 0,0 1-1 0 0,0-1 0 0 0,-1 1 0 0 0,1-1 0 0 0,0 1 0 0 0,0-1 0 0 0,0 1 0 0 0,-1-1 0 0 0,1 1 0 0 0,0-1 0 0 0,0 1 1 0 0,-1 0-1 0 0,1-1 0 0 0,0 1 0 0 0,-1 0 0 0 0,1-1 0 0 0,-1 1 0 0 0,-10-17 1128 0 0,6-2-448 0 0,3 15-259 0 0,2-2-108 0 0,16-109 810 0 0,12 2-5820 0 0,-19 87 1857 0 0</inkml:trace>
</inkml:ink>
</file>

<file path=ppt/ink/ink2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1.9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0 141 2880 0 0,'25'-28'2356'0'0,"-6"5"-1011"0"0,-2 2-525 0 0,-1 4-164 0 0,2-4-596 0 0,1 3-1516 0 0,-2 5-5165 0 0</inkml:trace>
</inkml:ink>
</file>

<file path=ppt/ink/ink2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1.9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 2688 0 0,'0'0'1276'0'0,"24"-7"2161"0"0,1 1-2717 0 0,-4 20-1744 0 0,-16 22-6033 0 0</inkml:trace>
</inkml:ink>
</file>

<file path=ppt/ink/ink2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1.9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88 0 3088 0 0,'0'0'2112'0'0,"-12"28"-419"0"0,-8-5-1353 0 0,-8-10-1888 0 0,1-5-897 0 0</inkml:trace>
</inkml:ink>
</file>

<file path=ppt/ink/ink2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1.9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241 100 2652 0 0,'-23'-15'2925'0'0,"1"-1"-1353"0"0,-8-1-1028 0 0,-5 1-588 0 0,-12 0-1176 0 0,21 8 207 0 0,-4 1-747 0 0,2 2-1856 0 0</inkml:trace>
</inkml:ink>
</file>

<file path=ppt/ink/ink2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1.9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4 187 3804 0 0,'0'0'1204'0'0,"-3"-26"361"0"0,6-5-825 0 0,2-2-720 0 0,4 0-624 0 0,0 1-961 0 0,1 0-655 0 0</inkml:trace>
</inkml:ink>
</file>

<file path=ppt/ink/ink2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1.9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1 271 1608 0 0,'8'-28'1620'0'0,"1"-7"-908"0"0,7-10-572 0 0,-9 22-24 0 0,2 0-116 0 0,-1-2-208 0 0,1 1-372 0 0,0 1 32 0 0,-1 0-372 0 0,3 2-980 0 0</inkml:trace>
</inkml:ink>
</file>

<file path=ppt/ink/ink2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1.9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18 1728 0 0,'0'0'480'0'0,"27"-8"576"0"0,3 2-928 0 0,-2 2-348 0 0,19 6-812 0 0,-14 3-1068 0 0</inkml:trace>
</inkml:ink>
</file>

<file path=ppt/ink/ink2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1.9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1 624 0 0,'12'42'384'0'0,"-3"1"-560"0"0,-6-16-132 0 0</inkml:trace>
</inkml:ink>
</file>

<file path=ppt/ink/ink2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1.9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0 104 0 0,'-4'26'52'0'0,"-6"7"-168"0"0</inkml:trace>
</inkml:ink>
</file>

<file path=ppt/ink/ink2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1.9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184 27 3504 0 0,'-37'3'2973'0'0,"4"-3"-1745"0"0,1-1-512 0 0,3-2-492 0 0,-1-7-1456 0 0,7-5-6141 0 0</inkml:trace>
</inkml:ink>
</file>

<file path=ppt/ink/ink2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1.9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49 1984 0 0,'0'0'2048'0'0,"-8"-24"-1456"0"0,1-1-1172 0 0</inkml:trace>
</inkml:ink>
</file>

<file path=ppt/ink/ink2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1.9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 2128 0 0,'0'0'944'0'0,"21"-10"1481"0"0</inkml:trace>
</inkml:ink>
</file>

<file path=ppt/ink/ink2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1.9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0 1160 0 0,'-10'20'1272'0'0,"-3"3"-1320"0"0,-1-5-1036 0 0</inkml:trace>
</inkml:ink>
</file>

<file path=ppt/ink/ink2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1.9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283 1 2264 0 0,'-24'8'1340'0'0,"-2"2"-364"0"0,-1 0-188 0 0,-2-2-187 0 0,1 2-269 0 0,-2-1-364 0 0,6 0-436 0 0,-9-1-485 0 0,1 3-595 0 0,2-3-1712 0 0</inkml:trace>
</inkml:ink>
</file>

<file path=ppt/ink/ink2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1.9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99 0 2748 0 0,'-18'13'1620'0'0,"-3"5"-1464"0"0,-8 2-1212 0 0,-1 1-2372 0 0</inkml:trace>
</inkml:ink>
</file>

<file path=ppt/ink/ink2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1.9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65 0 3804 0 0,'0'0'1548'0'0,"-16"15"1193"0"0,-8 5-4501 0 0,-1 1-4533 0 0</inkml:trace>
</inkml:ink>
</file>

<file path=ppt/ink/ink2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1.9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33 5140 0 0,'0'0'1561'0'0,"30"6"539"0"0,5-9-1144 0 0,3-5-1172 0 0,2-5-2144 0 0,-5-2-4781 0 0</inkml:trace>
</inkml:ink>
</file>

<file path=ppt/ink/ink2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1.9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48 3884 0 0,'28'-11'4261'0'0,"0"-1"-1989"0"0,-4-1-2204 0 0,2 2-2804 0 0</inkml:trace>
</inkml:ink>
</file>

<file path=ppt/ink/ink2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1.9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57 0 4072 0 0,'0'0'5753'0'0,"-4"26"-4297"0"0,-26-21-2804 0 0,8-13-3553 0 0</inkml:trace>
</inkml:ink>
</file>

<file path=ppt/ink/ink2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60 192 4288 0 0,'-16'-33'2453'0'0,"6"7"-1001"0"0,1 0-556 0 0,2 3-568 0 0,-1-7-480 0 0,2 2-980 0 0,3 2-1681 0 0</inkml:trace>
</inkml:ink>
</file>

<file path=ppt/ink/ink2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8 322 1872 0 0,'0'-6'887'0'0,"-6"-110"1628"0"0,5 110-2397 0 0,1-1 27 0 0,0 3-138 0 0,0-7 2 0 0,0 1 0 0 0,0 0 0 0 0,1 0 0 0 0,1-1 0 0 0,-1 1 0 0 0,2 0 0 0 0,3-12 1 0 0,25-30-1551 0 0,-9 27 57 0 0,-16 19 1002 0 0,-1 1-1588 0 0</inkml:trace>
</inkml:ink>
</file>

<file path=ppt/ink/ink2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33 2264 0 0,'0'0'4897'0'0,"21"-11"-4585"0"0,-5-10-3809 0 0</inkml:trace>
</inkml:ink>
</file>

<file path=ppt/ink/ink2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28 4672 0 0,'0'0'1533'0'0,"28"-10"535"0"0,-2 0-756 0 0,1 2-496 0 0,9 11-960 0 0,-8 17-1684 0 0,-9 0-564 0 0,8 9-3605 0 0</inkml:trace>
</inkml:ink>
</file>

<file path=ppt/ink/ink2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2272 0 0,'21'21'2276'0'0,"-2"-1"-735"0"0,0-1-637 0 0,-3 1-72 0 0,0 6-752 0 0,-8-5-1216 0 0,-2 4-1777 0 0</inkml:trace>
</inkml:ink>
</file>

<file path=ppt/ink/ink2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166 1 2192 0 0,'-14'24'2040'0'0,"-1"1"-836"0"0,-6-2-615 0 0,-5-1-665 0 0,-2 0-809 0 0,-4-1-623 0 0,3-1-2008 0 0</inkml:trace>
</inkml:ink>
</file>

<file path=ppt/ink/ink2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199 136 2072 0 0,'-5'-1'1285'0'0,"-52"-11"1985"0"0,51 10-2897 0 0,1 0 166 0 0,5 2-537 0 0,-9-3 180 0 0,0-1-1 0 0,1 0 0 0 0,0-1 1 0 0,-1 0-1 0 0,2 0 0 0 0,-1-1 1 0 0,1 0-1 0 0,-13-12 1 0 0,19 16-328 0 0,-13-15-703 0 0,1-4-3830 0 0,0-2 1219 0 0</inkml:trace>
</inkml:ink>
</file>

<file path=ppt/ink/ink2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1 249 2652 0 0,'0'0'1056'0'0,"3"-37"176"0"0,1 11-736 0 0,-1-5 189 0 0,1 0-73 0 0,3-2-484 0 0,1 3-204 0 0,1-1-912 0 0,3 2-1513 0 0</inkml:trace>
</inkml:ink>
</file>

<file path=ppt/ink/ink2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74 1764 0 0,'0'0'728'0'0,"16"-26"180"0"0,1 3-904 0 0,4-2-904 0 0</inkml:trace>
</inkml:ink>
</file>

<file path=ppt/ink/ink2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 2560 0 0,'0'0'2933'0'0,"34"0"-1781"0"0,-5-3-1360 0 0,-4-4-2861 0 0</inkml:trace>
</inkml:ink>
</file>

<file path=ppt/ink/ink2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 3748 0 0,'0'0'1260'0'0,"30"-1"2697"0"0,1 1-3477 0 0,-10 11-1124 0 0,-7 7-3777 0 0</inkml:trace>
</inkml:ink>
</file>

<file path=ppt/ink/ink2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3700 0 0,'19'19'1961'0'0,"5"3"-757"0"0,-6-1-552 0 0,-4 5-556 0 0,-2 8-936 0 0,-10-1-2073 0 0</inkml:trace>
</inkml:ink>
</file>

<file path=ppt/ink/ink2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68 1 3524 0 0,'0'0'3329'0'0,"-10"27"-761"0"0,1 0-1744 0 0,-3-8-920 0 0,-2 1-1540 0 0,-9 4-2029 0 0</inkml:trace>
</inkml:ink>
</file>

<file path=ppt/ink/ink2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217 1 3364 0 0,'-21'19'3777'0'0,"2"-6"-1953"0"0,-12 2-1136 0 0,3-3-324 0 0,-2-1-384 0 0,2 1-704 0 0,-1 1-1552 0 0,-1-2-737 0 0</inkml:trace>
</inkml:ink>
</file>

<file path=ppt/ink/ink2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202 113 2640 0 0,'0'0'1058'0'0,"-5"0"-144"0"0,-49-8 1700 0 0,49 6-2127 0 0,0 1-31 0 0,-1-2-469 0 0,-4 0 331 0 0,0-1 1 0 0,0-1 0 0 0,1 1-1 0 0,-15-11 1 0 0,15 8-1680 0 0,1-1 0 0 0,0 1-1 0 0,-11-14 1 0 0,-1-4-2903 0 0</inkml:trace>
</inkml:ink>
</file>

<file path=ppt/ink/ink2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79 229 2848 0 0,'-15'-23'2801'0'0,"-1"0"-1237"0"0,4 0-568 0 0,1-4-332 0 0,1-1-320 0 0,3-3-432 0 0,3-4-1080 0 0,1-4-2265 0 0</inkml:trace>
</inkml:ink>
</file>

<file path=ppt/ink/ink2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1 175 1912 0 0,'21'-33'1960'0'0,"1"1"-440"0"0,1 4-1303 0 0,0-2-498 0 0,1 4-691 0 0,-1 0-892 0 0</inkml:trace>
</inkml:ink>
</file>

<file path=ppt/ink/ink2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25 2648 0 0,'0'0'2760'0'0,"28"-5"-1335"0"0,3 0-717 0 0,6 0-652 0 0,3 0-1304 0 0,-2 0-2081 0 0</inkml:trace>
</inkml:ink>
</file>

<file path=ppt/ink/ink2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55 2668 0 0,'4'-2'888'0'0,"28"-20"2265"0"0,-29 20-2314 0 0,-1-1-805 0 0,5-4 443 0 0,-7 7-650 0 0,0-1-1 0 0,0 0 1 0 0,1 1 0 0 0,-1-1 0 0 0,0 1 0 0 0,0-1 0 0 0,0 0 0 0 0,0 1 0 0 0,0-1 0 0 0,0 1-1 0 0,0-1 1 0 0,0 0 0 0 0,0 1 0 0 0,0-1 0 0 0,0 0 0 0 0,0 1 0 0 0,0-1 0 0 0,-1 1-1 0 0,1-1 1 0 0,0 0 0 0 0,0 1 0 0 0,-1-1 0 0 0,1 1 0 0 0,0-1 0 0 0,-1 1 0 0 0,1-1-1 0 0,-1 1 1 0 0,1-1 0 0 0,0 1 0 0 0,-1-1 0 0 0,0 0 0 0 0</inkml:trace>
</inkml:ink>
</file>

<file path=ppt/ink/ink2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189 0 2200 0 0,'-7'1'734'0'0,"-21"1"-34"0"0,21-2-155 0 0,-22 5 290 0 0,23-5-328 0 0,1 1-74 0 0,-15 4-82 0 0,15-4 191 0 0,1 0-339 0 0,-15 2-56 0 0,14-2-49 0 0,1 0-511 0 0,-1 0 145 0 0,-2 2-8 0 0,-6 2-2848 0 0,-12 8-50 0 0</inkml:trace>
</inkml:ink>
</file>

<file path=ppt/ink/ink2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116 10 1900 0 0,'0'0'1648'0'0,"-30"-8"-1232"0"0,-14 6-1368 0 0,3 5-2020 0 0</inkml:trace>
</inkml:ink>
</file>

<file path=ppt/ink/ink2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1 2184 0 0,'0'0'2164'0'0,"-21"11"-231"0"0,4 9-1857 0 0,5-1-3041 0 0</inkml:trace>
</inkml:ink>
</file>

<file path=ppt/ink/ink2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2312 0 0,'0'0'884'0'0,"16"44"104"0"0,-8-20-532 0 0,1 3-80 0 0,-2 0-124 0 0,0 1-104 0 0,-2 2-156 0 0,-3-1-132 0 0,2 1-64 0 0,-3-1-252 0 0,3 18-872 0 0,3-2-1912 0 0</inkml:trace>
</inkml:ink>
</file>

<file path=ppt/ink/ink2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1716 0 0,'0'0'1120'0'0,"25"12"480"0"0,-1 3-567 0 0,2-4-337 0 0,1 2-628 0 0,-3-1-1305 0 0,6 1-3719 0 0</inkml:trace>
</inkml:ink>
</file>

<file path=ppt/ink/ink2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18 1968 0 0,'28'-5'920'0'0,"5"0"-1028"0"0,0-3-1112 0 0</inkml:trace>
</inkml:ink>
</file>

<file path=ppt/ink/ink2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0 111 2540 0 0,'0'0'2296'0'0,"16"-18"773"0"0,-6-8-2209 0 0,-3-6-1088 0 0,0-3-3917 0 0</inkml:trace>
</inkml:ink>
</file>

<file path=ppt/ink/ink2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39 130 2576 0 0,'-2'-31'3097'0'0,"-1"5"-1297"0"0,-4-5-1020 0 0,-4 6-796 0 0,-4 9-3105 0 0</inkml:trace>
</inkml:ink>
</file>

<file path=ppt/ink/ink2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70 25 2568 0 0,'0'0'816'0'0,"-17"-15"1849"0"0,-6 6-2273 0 0,-6 10-2501 0 0</inkml:trace>
</inkml:ink>
</file>

<file path=ppt/ink/ink2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2448 0 0,'16'17'5457'0'0,"3"-4"-5037"0"0,-3 8-3196 0 0</inkml:trace>
</inkml:ink>
</file>

<file path=ppt/ink/ink2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 3424 0 0,'33'0'4449'0'0,"0"-2"-2413"0"0,-5-1-1844 0 0</inkml:trace>
</inkml:ink>
</file>

<file path=ppt/ink/ink2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45 1 3536 0 0,'0'0'3242'0'0,"-4"2"-2563"0"0,-37 13-3520 0 0</inkml:trace>
</inkml:ink>
</file>

<file path=ppt/ink/ink2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23 225 3376 0 0,'-8'-45'2056'0'0,"1"1"-915"0"0,3 7-805 0 0,3 4-492 0 0,-1 5-1273 0 0,4-10-3855 0 0</inkml:trace>
</inkml:ink>
</file>

<file path=ppt/ink/ink2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42 2496 0 0,'0'0'2164'0'0,"30"-10"-443"0"0,-2 0-1101 0 0,0-2-892 0 0,0 3-1789 0 0</inkml:trace>
</inkml:ink>
</file>

<file path=ppt/ink/ink2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61 2456 0 0,'22'-8'2124'0'0,"1"0"-775"0"0,3-2-537 0 0,2 2-300 0 0,0-2-520 0 0,-5 2-1108 0 0,7 0-4973 0 0</inkml:trace>
</inkml:ink>
</file>

<file path=ppt/ink/ink2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2944 0 0,'0'0'2633'0'0,"26"5"-1781"0"0,5-4-7241 0 0</inkml:trace>
</inkml:ink>
</file>

<file path=ppt/ink/ink2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2356 0 0,'0'0'1448'0'0,"33"0"108"0"0,-1 2-1512 0 0,8 1-952 0 0,-5 2-600 0 0</inkml:trace>
</inkml:ink>
</file>

<file path=ppt/ink/ink2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1104 0 0,'48'18'2612'0'0,"-43"-16"-2310"0"0,0-1-106 0 0,-1 1-1 0 0,1 0 0 0 0,0 0 1 0 0,0 0-1 0 0,-1 0 0 0 0,6 5 1 0 0,-6-6 17 0 0,-1 2-46 0 0,32 24 232 0 0,-31-24-497 0 0,-1 2-150 0 0,-1-2 172 0 0,3 2-576 0 0,-1 1 0 0 0,0 1 1 0 0,-1-1-1 0 0,7 13 0 0 0,-3 1-1792 0 0</inkml:trace>
</inkml:ink>
</file>

<file path=ppt/ink/ink2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0 1564 0 0,'0'0'1308'0'0,"-2"33"-36"0"0,-1-2-880 0 0,1 2-680 0 0,5-5-1796 0 0</inkml:trace>
</inkml:ink>
</file>

<file path=ppt/ink/ink2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0 2564 0 0,'0'0'1680'0'0,"0"31"1285"0"0,0-1-2577 0 0,-9-7-2657 0 0</inkml:trace>
</inkml:ink>
</file>

<file path=ppt/ink/ink2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1700 0 0,'2'5'1070'0'0,"15"47"1743"0"0,-15-47-2421 0 0,0 0-98 0 0,5 14-292 0 0,-2 1 0 0 0,0-1 0 0 0,3 24 1 0 0,-5-23-1485 0 0,-2 0 1 0 0,-1 22-1 0 0,-1-9-311 0 0</inkml:trace>
</inkml:ink>
</file>

<file path=ppt/ink/ink2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400 0 2356 0 0,'0'0'1896'0'0,"-1"4"-1022"0"0,-1 14-45 0 0,2-14 487 0 0,-2 19-415 0 0,2-18-285 0 0,-1 0-387 0 0,-1 16-74 0 0,1-16-86 0 0,0 1-60 0 0,-8 17-917 0 0,-1 0 0 0 0,-1-1 0 0 0,-1 0 0 0 0,-28 39 0 0 0,22-40 32 0 0,0-2 226 0 0,-2 3 773 0 0,-1-1 0 0 0,-30 24 0 0 0,37-33 290 0 0,11-9-61 0 0,-2-1 15 0 0,-12 9-6 0 0,12-8 17 0 0,-15 7 1281 0 0,14-10-1387 0 0,-40-5 637 0 0,42 3-808 0 0,2 2-144 0 0,1 0-1 0 0,-1-1 0 0 0,1 1 1 0 0,0 0-1 0 0,-1-1 0 0 0,1 1 1 0 0,0-1-1 0 0,-1 0 1 0 0,1 1-1 0 0,0-1 0 0 0,0 0 1 0 0,-2-2-1 0 0,0 1-170 0 0,-1 0-1053 0 0,-2 0-1058 0 0,-22-9-1627 0 0</inkml:trace>
</inkml:ink>
</file>

<file path=ppt/ink/ink2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219 32 2524 0 0,'0'0'1564'0'0,"-31"0"1249"0"0,1-4-1501 0 0,-5-1-900 0 0,7 1-412 0 0,-2-1-752 0 0,-1-2-1172 0 0,-2 1-3985 0 0</inkml:trace>
</inkml:ink>
</file>

<file path=ppt/ink/ink2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67 35 2088 0 0,'0'0'4453'0'0,"-32"1"-2197"0"0,13-14-2512 0 0,3-10-8245 0 0</inkml:trace>
</inkml:ink>
</file>

<file path=ppt/ink/ink2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124 120 2668 0 0,'-17'-20'2388'0'0,"1"4"-987"0"0,0-2-529 0 0,-1 1-304 0 0,0 4-152 0 0,-6-5-408 0 0,5 0-2408 0 0</inkml:trace>
</inkml:ink>
</file>

<file path=ppt/ink/ink2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2 212 3376 0 0,'0'0'1157'0'0,"0"-6"-202"0"0,-1-15 74 0 0,1 0 0 0 0,5-40-1 0 0,-3 48-2344 0 0,1 0-1 0 0,1 0 0 0 0,10-25 0 0 0,-3 13-1950 0 0</inkml:trace>
</inkml:ink>
</file>

<file path=ppt/ink/ink2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48 2640 0 0,'0'0'1204'0'0,"17"-16"1053"0"0,4 1-1249 0 0,0 5-908 0 0,11 4-3713 0 0</inkml:trace>
</inkml:ink>
</file>

<file path=ppt/ink/ink2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2172 0 0,'14'21'2656'0'0,"-2"-1"-1043"0"0,2 5-1093 0 0,-5-4-520 0 0,3 8-2077 0 0,-3-3-2767 0 0</inkml:trace>
</inkml:ink>
</file>

<file path=ppt/ink/ink2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3032 0 0,'0'0'4721'0'0</inkml:trace>
</inkml:ink>
</file>

<file path=ppt/ink/ink2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1 149 2392 0 0,'17'-18'2280'0'0,"8"0"-1023"0"0,-1 2-253 0 0,1 0-204 0 0,-3-2-476 0 0,1 3-356 0 0,-6 0-620 0 0,4-1-1168 0 0,-5 0-573 0 0</inkml:trace>
</inkml:ink>
</file>

<file path=ppt/ink/ink2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114 166 2240 0 0,'-14'-23'932'0'0,"0"-2"-348"0"0,-2-1-544 0 0,-7-5-612 0 0,-1 0-484 0 0,1 2-1072 0 0</inkml:trace>
</inkml:ink>
</file>

<file path=ppt/ink/ink2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140 0 2088 0 0,'0'0'800'0'0,"-40"4"208"0"0,12 4-876 0 0,-7 0-972 0 0,-1 5-2308 0 0</inkml:trace>
</inkml:ink>
</file>

<file path=ppt/ink/ink2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1 3156 0 0,'0'0'964'0'0,"-1"33"1265"0"0,4-7-1261 0 0,4 3-792 0 0,2-1-488 0 0,-1 2-1797 0 0</inkml:trace>
</inkml:ink>
</file>

<file path=ppt/ink/ink2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0 160 1692 0 0,'0'0'1108'0'0,"18"-32"224"0"0,-4 1-452 0 0,0 4-179 0 0,0 2-845 0 0,0 2-909 0 0,0 2-887 0 0</inkml:trace>
</inkml:ink>
</file>

<file path=ppt/ink/ink2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87 1424 0 0,'0'0'1028'0'0,"21"-16"796"0"0,0 0-788 0 0,2-2-719 0 0,3 3-826 0 0,-7 4-831 0 0,6 1-2400 0 0</inkml:trace>
</inkml:ink>
</file>

<file path=ppt/ink/ink2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1316 0 0,'5'15'456'0'0,"-2"-7"-228"0"0,0 0 0 0 0,-1 1 0 0 0,-1-1 1 0 0,2 11-1 0 0,5 277 387 0 0,-2-7-1279 0 0,-3-242 1241 0 0,-1-1 255 0 0,11 210 1536 0 0,-13-249-2939 0 0,4 29-2703 0 0</inkml:trace>
</inkml:ink>
</file>

<file path=ppt/ink/ink2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121 1 1700 0 0,'-1'4'821'0'0,"-4"16"-64"0"0,4-15-99 0 0,0 0-83 0 0,-2 15-81 0 0,2-16-92 0 0,0 1-93 0 0,-14 46 404 0 0,14-46-619 0 0,-1 0-35 0 0,-7 15 40 0 0,7-16 132 0 0,0 1-158 0 0,-7 15-83 0 0,6-15-8 0 0,1 0 27 0 0,-7 13-1 0 0,6-13-1 0 0,1-1-18 0 0,-32 59-184 0 0,32-58-65 0 0,-8 10-677 0 0,8-11-1881 0 0</inkml:trace>
</inkml:ink>
</file>

<file path=ppt/ink/ink2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1 1848 0 0,'0'0'1012'0'0,"-23"11"-1024"0"0</inkml:trace>
</inkml:ink>
</file>

<file path=ppt/ink/ink2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 2240 0 0,'0'0'3829'0'0,"31"-2"-2957"0"0,-1-5-1540 0 0,5-2-5565 0 0</inkml:trace>
</inkml:ink>
</file>

<file path=ppt/ink/ink2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 3088 0 0,'0'0'1140'0'0,"28"-5"961"0"0,3 1-1681 0 0,2 1-1857 0 0</inkml:trace>
</inkml:ink>
</file>

<file path=ppt/ink/ink2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35 2540 0 0,'0'0'1084'0'0,"26"-15"-352"0"0,-8-5-1724 0 0</inkml:trace>
</inkml:ink>
</file>

<file path=ppt/ink/ink2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79 2352 0 0,'0'0'1428'0'0,"10"-25"1729"0"0,-1 2-2221 0 0,-14-8-3677 0 0</inkml:trace>
</inkml:ink>
</file>

<file path=ppt/ink/ink2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20 1624 0 0,'0'0'2696'0'0,"-24"-10"-1047"0"0,3 0-3106 0 0</inkml:trace>
</inkml:ink>
</file>

<file path=ppt/ink/ink2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59 1132 0 0,'-16'-21'2288'0'0,"0"2"-1836"0"0,2 1-1392 0 0</inkml:trace>
</inkml:ink>
</file>

<file path=ppt/ink/ink2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5 126 1172 0 0,'-5'-28'2360'0'0,"5"-6"-2100"0"0,5 3-608 0 0,-1-2-3056 0 0</inkml:trace>
</inkml:ink>
</file>

<file path=ppt/ink/ink2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7 264 852 0 0,'0'0'2108'0'0,"-1"-5"-1812"0"0,-4-12-110 0 0,4 13-116 0 0,2-2-340 0 0,1-14 160 0 0,-1 15-44 0 0,0 0-51 0 0,30-130-608 0 0,-30 131 795 0 0,2-25-134 0 0,-3 23-144 0 0,0 2-23 0 0,-4-15-147 0 0,3 14-203 0 0</inkml:trace>
</inkml:ink>
</file>

<file path=ppt/ink/ink2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77 53 1460 0 0,'-3'-3'1048'0'0,"-27"-20"2382"0"0,26 21-2129 0 0,-11-9-997 0 0,10 9-2768 0 0,1 0 599 0 0,-12-8-1309 0 0</inkml:trace>
</inkml:ink>
</file>

<file path=ppt/ink/ink2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69 68 1616 0 0,'0'0'952'0'0,"-19"-18"1332"0"0,3 3-1311 0 0,0-1-861 0 0,-1-2-2021 0 0</inkml:trace>
</inkml:ink>
</file>

<file path=ppt/ink/ink2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117 31 2000 0 0,'0'0'1772'0'0,"-26"-9"-288"0"0,3-1-715 0 0,-8 3-865 0 0,-6 2-5793 0 0</inkml:trace>
</inkml:ink>
</file>

<file path=ppt/ink/ink2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1 1828 0 0,'0'0'628'0'0,"-30"11"-1012"0"0</inkml:trace>
</inkml:ink>
</file>

<file path=ppt/ink/ink2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1432 0 0,'5'31'1756'0'0,"-3"-3"-1000"0"0,-4 0-428 0 0,0 5-696 0 0,-1-7-1552 0 0</inkml:trace>
</inkml:ink>
</file>

<file path=ppt/ink/ink2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0 1536 0 0,'0'0'592'0'0,"-7"30"-288"0"0,-2 1-1448 0 0</inkml:trace>
</inkml:ink>
</file>

<file path=ppt/ink/ink2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1764 0 0,'0'0'796'0'0,"26"10"828"0"0,7-6-912 0 0,9-2-676 0 0,5-2-840 0 0,-12-8-976 0 0</inkml:trace>
</inkml:ink>
</file>

<file path=ppt/ink/ink2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79 2404 0 0,'0'0'2758'0'0,"4"-2"-2574"0"0,13-5-155 0 0,-12 5-103 0 0,0 0-63 0 0,86-19-2181 0 0,-9 2 2414 0 0,-77 18 240 0 0,0-1-16 0 0,16-4-84 0 0,-16 4-112 0 0,0 0-288 0 0,15-10-1928 0 0</inkml:trace>
</inkml:ink>
</file>

<file path=ppt/ink/ink2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6241 0 0,'0'0'15030'0'0</inkml:trace>
</inkml:ink>
</file>

<file path=ppt/ink/ink2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53 39 3316 0 0,'-3'-2'1830'0'0,"-28"-23"3257"0"0,28 23-3394 0 0,0-1-1463 0 0,-9-3 26 0 0</inkml:trace>
</inkml:ink>
</file>

<file path=ppt/ink/ink2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61 105 3632 0 0,'-13'-15'1402'0'0,"11"12"735"0"0,-1 1-1285 0 0,-7-9-82 0 0,7 8 561 0 0,0 0-774 0 0,-7-9-94 0 0,7 9 688 0 0,1 0-1025 0 0,0 1-498 0 0,1 0-1 0 0,0-1 1 0 0,-1 1-1 0 0,1 0 0 0 0,0-1 1 0 0,1 1-1 0 0,-1-1 1 0 0,0 1-1 0 0,1-1 1 0 0,-1 1-1 0 0,1-1 1 0 0,0 1-1 0 0,0-1 1 0 0,0 1-1 0 0,0-6 1 0 0,1 3-2004 0 0</inkml:trace>
</inkml:ink>
</file>

<file path=ppt/ink/ink2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90 2364 0 0,'0'0'1471'0'0,"2"-4"-255"0"0,3-3-430 0 0,-2 3-298 0 0,0-1 0 0 0,-1 0-1 0 0,1 1 1 0 0,-1-1 0 0 0,3-10 523 0 0,-5 15-999 0 0,0-1 1 0 0,0 1-1 0 0,0-1 0 0 0,0 1 1 0 0,0-1-1 0 0,0 1 1 0 0,0-1-1 0 0,0 1 0 0 0,0-1 1 0 0,0 1-1 0 0,1-1 1 0 0,-1 1-1 0 0,0-1 0 0 0,0 1 1 0 0,1-1-1 0 0,-1 1 1 0 0,0-1-1 0 0,0 1 0 0 0,1 0 1 0 0,-1-1-1 0 0,1 1 1 0 0,-1 0-1 0 0,0-1 0 0 0,1 1 1 0 0,6-12 30 0 0,-7 12-67 0 0,0-1 1 0 0,0 1 0 0 0,0 0 0 0 0,0-1-1 0 0,1 1 1 0 0,-1-1 0 0 0,0 1 0 0 0,0-1-1 0 0,0 1 1 0 0,1 0 0 0 0,-1-1 0 0 0,0 1 0 0 0,0 0-1 0 0,1-1 1 0 0,-1 1 0 0 0,0 0 0 0 0,1-1-1 0 0,-1 1 1 0 0,0 0 0 0 0,1 0 0 0 0,-1-1-1 0 0,1 1 1 0 0,-1 0 0 0 0,0 0 0 0 0,1 0-1 0 0,0-1 1 0 0,-1 1-150 0 0,1 0 0 0 0,-1 0 0 0 0,1 0 0 0 0,-1 0 0 0 0,0-1 0 0 0,1 1 0 0 0,-1 0-1 0 0,1 0 1 0 0,-1-1 0 0 0,0 1 0 0 0,1 0 0 0 0,-1-1 0 0 0,0 1 0 0 0,0 0 0 0 0,1-1 0 0 0,-1 1-1 0 0,0 0 1 0 0,0-1 0 0 0,1 1 0 0 0,-1-1 0 0 0,0 1 0 0 0,0 0 0 0 0,0-1 0 0 0,0 1 0 0 0,1-1 0 0 0,-1 0-1 0 0</inkml:trace>
</inkml:ink>
</file>

<file path=ppt/ink/ink2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3440 0 0,'19'14'2877'0'0,"-5"5"-1437"0"0,-1 6-760 0 0,-6 6-668 0 0,-6 6-2452 0 0,-4-5-3529 0 0</inkml:trace>
</inkml:ink>
</file>

<file path=ppt/ink/ink2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58 1 3624 0 0,'0'0'3797'0'0,"-7"23"-521"0"0,-11-10-3180 0 0,-15-11-5921 0 0</inkml:trace>
</inkml:ink>
</file>

<file path=ppt/ink/ink2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51 117 4688 0 0,'0'0'2913'0'0,"-7"-26"-37"0"0,0 0-2188 0 0,-2 4-860 0 0,-3-1-2592 0 0,-4 4-5425 0 0</inkml:trace>
</inkml:ink>
</file>

<file path=ppt/ink/ink2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23 111 4640 0 0,'0'0'2513'0'0,"-2"-31"-385"0"0,-3 7-1052 0 0,-3-6-1136 0 0,1 4-2880 0 0</inkml:trace>
</inkml:ink>
</file>

<file path=ppt/ink/ink2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6 105 3516 0 0,'0'0'3417'0'0,"-5"-24"-1253"0"0,10-11-2020 0 0,7 13-752 0 0,13-1-3665 0 0</inkml:trace>
</inkml:ink>
</file>

<file path=ppt/ink/ink2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2816 0 0,'0'0'2516'0'0,"28"3"765"0"0,2 1-5437 0 0</inkml:trace>
</inkml:ink>
</file>

<file path=ppt/ink/ink2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2420 0 0,'0'0'2520'0'0,"19"11"153"0"0,-1 2-2197 0 0,-9 15-4205 0 0</inkml:trace>
</inkml:ink>
</file>

<file path=ppt/ink/ink2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 1 3960 0 0,'0'0'2085'0'0,"-1"32"11"0"0,-6-7-1556 0 0,-9-4-1724 0 0,-7-8-6273 0 0</inkml:trace>
</inkml:ink>
</file>

<file path=ppt/ink/ink2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0 4128 0 0,'0'0'5325'0'0,"-14"18"-3853"0"0</inkml:trace>
</inkml:ink>
</file>

<file path=ppt/ink/ink2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3072 0 0,'0'0'2681'0'0,"25"12"815"0"0,3-7-1740 0 0,3-5-2244 0 0</inkml:trace>
</inkml:ink>
</file>

<file path=ppt/ink/ink2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3104 0 0,'0'0'5765'0'0,"16"15"-4769"0"0,8-27-10821 0 0</inkml:trace>
</inkml:ink>
</file>

<file path=ppt/ink/ink2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1 138 3584 0 0,'2'-5'1389'0'0,"15"-47"2243"0"0,-15 47-2921 0 0,-1 0-29 0 0,3-5-943 0 0,9-29 3754 0 0,-10 26-5964 0 0,-2 4-4099 0 0</inkml:trace>
</inkml:ink>
</file>

<file path=ppt/ink/ink2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20 3556 0 0,'0'0'5889'0'0,"-4"-2"-5371"0"0,4 2-809 0 0,-27-11 1563 0 0,13 4-7893 0 0</inkml:trace>
</inkml:ink>
</file>

<file path=ppt/ink/ink2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1 2732 0 0,'0'0'2733'0'0,"-28"5"-257"0"0</inkml:trace>
</inkml:ink>
</file>

<file path=ppt/ink/ink2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35 3048 0 0,'0'0'3589'0'0,"16"-19"-837"0"0,0 4-3532 0 0</inkml:trace>
</inkml:ink>
</file>

<file path=ppt/ink/ink2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6333 0 0,'0'0'8118'0'0,"3"2"-7988"0"0,-1-1-721 0 0,6 4 1458 0 0,-5-2-3847 0 0,9 20-8857 0 0</inkml:trace>
</inkml:ink>
</file>

<file path=ppt/ink/ink2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48 4544 0 0,'0'0'5881'0'0,"21"-9"-4817"0"0,-5-13-1964 0 0,-2 6-4305 0 0</inkml:trace>
</inkml:ink>
</file>

<file path=ppt/ink/ink2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84 3324 0 0,'0'0'3069'0'0,"16"-15"-469"0"0,1 0-804 0 0,3-6-1680 0 0,-5 6-1296 0 0,1-3-3777 0 0</inkml:trace>
</inkml:ink>
</file>

<file path=ppt/ink/ink2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84 3712 0 0,'20'-20'3361'0'0,"-3"-1"-2405"0"0,0 1-868 0 0,-1-3-2068 0 0</inkml:trace>
</inkml:ink>
</file>

<file path=ppt/ink/ink2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1 102 5284 0 0,'0'0'2817'0'0,"0"-31"-417"0"0,1-2-2396 0 0,-2-5-3524 0 0</inkml:trace>
</inkml:ink>
</file>

<file path=ppt/ink/ink2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 60 3376 0 0,'-12'-20'3649'0'0,"-5"-1"-3157"0"0,-3 3-2400 0 0</inkml:trace>
</inkml:ink>
</file>

<file path=ppt/ink/ink2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103 35 3016 0 0,'-29'-8'3281'0'0,"1"-2"-2117"0"0,5 2-1204 0 0,0 0-3989 0 0</inkml:trace>
</inkml:ink>
</file>

<file path=ppt/ink/ink2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0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99 1 2292 0 0,'0'0'1628'0'0,"-34"4"-280"0"0,3 3-1160 0 0,-2-2-2712 0 0</inkml:trace>
</inkml:ink>
</file>

<file path=ppt/ink/ink2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1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142 38 3748 0 0,'-19'-17'2953'0'0,"-7"6"-1889"0"0,1 4-676 0 0,-8 4-808 0 0,-5 3-2909 0 0</inkml:trace>
</inkml:ink>
</file>

<file path=ppt/ink/ink2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1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0 3364 0 0,'0'0'576'0'0,"-11"27"-1176"0"0,-6-6-2700 0 0</inkml:trace>
</inkml:ink>
</file>

<file path=ppt/ink/ink2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1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4320 0 0,'0'0'2149'0'0,"25"8"-3218"0"0</inkml:trace>
</inkml:ink>
</file>

<file path=ppt/ink/ink2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1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58 6 3712 0 0,'0'0'6665'0'0,"-28"-5"-5793"0"0,7 18-1304 0 0,12 8-1880 0 0</inkml:trace>
</inkml:ink>
</file>

<file path=ppt/ink/ink2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1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3356 0 0,'0'0'1200'0'0,"36"0"1625"0"0,-1 5-2117 0 0,-7 0-912 0 0,-3 2-3621 0 0</inkml:trace>
</inkml:ink>
</file>

<file path=ppt/ink/ink2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1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48 2960 0 0,'0'0'3017'0'0,"19"-14"-837"0"0,-1 1-1860 0 0,-8-8-3056 0 0</inkml:trace>
</inkml:ink>
</file>

<file path=ppt/ink/ink2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1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1 100 3084 0 0,'16'-21'3989'0'0,"-8"-5"-3153"0"0,-13-5-2592 0 0,-7 10-4357 0 0</inkml:trace>
</inkml:ink>
</file>

<file path=ppt/ink/ink2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1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1 3544 0 0,'0'0'3681'0'0,"-14"16"-3473"0"0,-2 9-2032 0 0</inkml:trace>
</inkml:ink>
</file>

<file path=ppt/ink/ink2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1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3656 0 0,'0'0'612'0'0,"24"7"-1036"0"0</inkml:trace>
</inkml:ink>
</file>

<file path=ppt/ink/ink2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1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48 0 4912 0 0,'0'0'4802'0'0,"-4"1"-3760"0"0,-15 6 5976 0 0,15-6-8760 0 0,-12 4 375 0 0,12-4-397 0 0</inkml:trace>
</inkml:ink>
</file>

<file path=ppt/ink/ink2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1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86 4480 0 0,'20'-30'2877'0'0,"-6"6"-1357"0"0,-4 4-1148 0 0,-29 9-9581 0 0</inkml:trace>
</inkml:ink>
</file>

<file path=ppt/ink/ink2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1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0 348 0 0,'0'0'-64'0'0,"-7"25"-44"0"0</inkml:trace>
</inkml:ink>
</file>

<file path=ppt/ink/ink2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1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1 101 3148 0 0,'24'-23'2184'0'0,"1"-2"-999"0"0,-4 5-761 0 0,-6 4-540 0 0,1 0-1549 0 0</inkml:trace>
</inkml:ink>
</file>

<file path=ppt/ink/ink2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1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173 94 2900 0 0,'-9'-20'1641'0'0,"8"16"696"0"0,-1 2-2163 0 0,0 1-1 0 0,1 0 1 0 0,-1-1 0 0 0,1 1 0 0 0,0-1-1 0 0,-1 0 1 0 0,1 1 0 0 0,0-1 0 0 0,-1-2-1 0 0,-1 0 1208 0 0,3 4-1345 0 0,0-1 0 0 0,0 1 0 0 0,-1-1 0 0 0,1 1 0 0 0,0 0 0 0 0,0-1 0 0 0,-1 1 0 0 0,1-1 0 0 0,0 1 0 0 0,-1 0-1 0 0,1-1 1 0 0,0 1 0 0 0,-1 0 0 0 0,1-1 0 0 0,-1 1 0 0 0,1 0 0 0 0,0-1 0 0 0,-1 1 0 0 0,1 0 0 0 0,-1 0 0 0 0,1 0 0 0 0,-1 0 0 0 0,1-1 0 0 0,-1 1 0 0 0,1 0-1 0 0,-1 0 1 0 0,0 0 18 0 0,1 0 0 0 0,-1 0 0 0 0,1 0-1 0 0,-1 0 1 0 0,1 0 0 0 0,-1-1-1 0 0,1 1 1 0 0,-1 0 0 0 0,1 0 0 0 0,-1 0-1 0 0,1-1 1 0 0,0 1 0 0 0,-1 0 0 0 0,1-1-1 0 0,-1 1 1 0 0,1 0 0 0 0,0-1 0 0 0,-1 1-1 0 0,1 0 1 0 0,0-1 0 0 0,-1 1-1 0 0,1-1 1 0 0,0 1 0 0 0,0-1 0 0 0,0 1-1 0 0,-1-1 1 0 0,-20-12 1898 0 0,17 12-1720 0 0,-15-1-6 0 0,14 2 238 0 0,-17 9 213 0 0,-7 22 29 0 0,26-27-618 0 0,1 0-16 0 0,-5 12 0 0 0,6-12 0 0 0,0 0-19 0 0,-8 45 112 0 0,8-43-149 0 0,2-2-16 0 0,12 37 218 0 0,-11-37-252 0 0,1 0 10 0 0,9 9 12 0 0,-10-10-5 0 0,2-1-8 0 0,11 5 12 0 0,-11-5-14 0 0,1-1 2 0 0,46-8 70 0 0,-46 5-29 0 0,-3 1-11 0 0,-1 0-1 0 0,1 0 1 0 0,-1 0-1 0 0,1 0 0 0 0,-1-1 1 0 0,0 1-1 0 0,1-1 1 0 0,-1 1-1 0 0,0-1 1 0 0,1-1-1 0 0,-1 2 1 0 0,0 0 0 0 0,1 0-1 0 0,-1-1 1 0 0,0 1 0 0 0,-1 0 0 0 0,1 0 0 0 0,0-1-1 0 0,0 1 1 0 0,0 0 0 0 0,-1-1 0 0 0,1 1 0 0 0,-1-1-1 0 0,1 1 1 0 0,-1-1 0 0 0,1-1 0 0 0,0-2 9 0 0,1 0 4 0 0,-2-1-18 0 0,3-24 22 0 0,-2 7-18 0 0,-7 4 3 0 0,-20-53 46 0 0,24 68-73 0 0,-17-5-42 0 0,15 7 80 0 0,0 3-17 0 0,1 0 0 0 0,-1 0 0 0 0,0 1 0 0 0,1 0 0 0 0,-1 0 0 0 0,1 0 0 0 0,-1 0 0 0 0,1 0 1 0 0,0 0-1 0 0,0 1 0 0 0,0 0 0 0 0,0 0 0 0 0,1 0 0 0 0,-1 0 0 0 0,1 0 0 0 0,0 0 0 0 0,-3 5 1 0 0,2-3-14 0 0,1-1-10 0 0,-5 15 20 0 0,6-15 6 0 0,0 1 3 0 0,-3 15-6 0 0,3-15-17 0 0,4 19-27 0 0,-2-19 26 0 0,1 0-4 0 0,1 0 4 0 0,0 1 1 0 0,0 0 0 0 0,1-1-1 0 0,0 0 1 0 0,5 6-1 0 0,-6-8-16 0 0,2-1-9 0 0,14 7-3 0 0,-15-7 25 0 0,2-2-38 0 0,19 0-55 0 0,-19 0 126 0 0,-2-2 11 0 0,14-5 10 0 0,-14 5-20 0 0,0-2-1 0 0,10-9 4 0 0,-11 10 15 0 0,-1-2 6 0 0,5-13-6 0 0,-5 13 4 0 0,-2 0-3 0 0,2-16 23 0 0,-1 16 35 0 0,-2-1-44 0 0,-17-47 121 0 0,16 48-125 0 0,0 2 20 0 0,-16-23-38 0 0,11 22-28 0 0,3 4 2 0 0,0-3 13 0 0,-1 4-34 0 0,1 0 15 0 0,0-1 1 0 0,0 1-1 0 0,0 0 0 0 0,0 1 0 0 0,0-1 0 0 0,1 1 1 0 0,-1 0-1 0 0,1 0 0 0 0,-7 4 0 0 0,7-3-1 0 0,0 1 8 0 0,-3 5-14 0 0,1 1 0 0 0,0 1 0 0 0,1-1 1 0 0,-5 17-1 0 0,8-21-45 0 0,1-2 57 0 0,1 15 2 0 0,-1-18-2 0 0,0 1 0 0 0,0 0 0 0 0,0-1 0 0 0,1 1 0 0 0,-1 0 0 0 0,0-1 0 0 0,1 1 0 0 0,-1-1 0 0 0,1 1 0 0 0,-1 0 0 0 0,1-1 0 0 0,2 3 0 0 0,-1 1-2 0 0,0-1-2 0 0,1-1 0 0 0,-3-2 7 0 0,2 1-3 0 0,-1 0 0 0 0,0 0 0 0 0,1 0 0 0 0,-1 0 0 0 0,1 0 0 0 0,-1-1 0 0 0,1 1 1 0 0,0-1-1 0 0,0 1 0 0 0,0-1 0 0 0,0 0 0 0 0,0 0 0 0 0,0 1 0 0 0,0-2 0 0 0,0 1 1 0 0,0 0-1 0 0,1 0 0 0 0,3 0 0 0 0,18-1-1 0 0,-19 0-12 0 0,-1-2-11 0 0,23-28 274 0 0,-24 26-190 0 0,-2 0-40 0 0,3-12-31 0 0,-2 12 189 0 0,-2-1-74 0 0,1-13-5 0 0,-1 13-3 0 0,-8-16 57 0 0,-6 27-109 0 0,11-5-42 0 0,-1 0 0 0 0,1 1 0 0 0,0 0 0 0 0,0 0-1 0 0,-1 0 1 0 0,1 0 0 0 0,-3 3 0 0 0,3-2-2 0 0,3-3 2 0 0,-1 1 0 0 0,1-1 0 0 0,-1 0 0 0 0,1 1 0 0 0,0-1 0 0 0,-1 1 0 0 0,1-1 0 0 0,-1 0 1 0 0,1 1-1 0 0,0-1 0 0 0,0 1 0 0 0,-1-1 0 0 0,1 1 0 0 0,0 0 0 0 0,0-1 0 0 0,0 1 0 0 0,-1-1 0 0 0,1 1 0 0 0,0-1 0 0 0,0 2 0 0 0,0-2 0 0 0,0 1 0 0 0,0-1 0 0 0,0 1 0 0 0,0-1 0 0 0,0 1 0 0 0,0-1 0 0 0,0 1 0 0 0,0-1 0 0 0,-1 0 0 0 0,1 1-1 0 0,0-1 1 0 0,0 1 0 0 0,0-1 0 0 0,-1 0 0 0 0,1 1 0 0 0,0-1 0 0 0,0 0 0 0 0,-1 1 0 0 0,1-1 0 0 0,0 0 0 0 0,-1 1 0 0 0,1-1 0 0 0,0 0 0 0 0,-1 0 0 0 0,1 1-1 0 0,-1-1 1 0 0,0 5-7 0 0,-5 13-9 0 0,4-13 0 0 0,2 0 9 0 0,0 17 3 0 0,0-16-17 0 0,2-1-22 0 0,4 14 25 0 0,-5-14 2 0 0,11 13 4 0 0,-10-15 138 0 0,2-3-187 0 0,14-4 82 0 0,-14 3 371 0 0,-2-4-168 0 0,0-1 0 0 0,1 0 0 0 0,-1 1 0 0 0,7-10 0 0 0,-8 12-132 0 0</inkml:trace>
</inkml:ink>
</file>

<file path=ppt/ink/ink2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1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151 8 3356 0 0,'0'0'4027'0'0,"-5"-1"-2981"0"0,-20-2 1709 0 0,21 5-1945 0 0,-14 6-20 0 0,14-6-42 0 0,-1 0-91 0 0,-54 37 1379 0 0,56-36-1821 0 0,2-1-181 0 0,0-1 0 0 0,0 1 0 0 0,0-1 0 0 0,-1 1 0 0 0,1-1 0 0 0,-1 1 0 0 0,1-1 1 0 0,-1 0-1 0 0,-3 2 0 0 0,1 1 109 0 0,3-1-71 0 0,0-1-61 0 0,0 0 0 0 0,0 1 0 0 0,0-1 0 0 0,1 0 0 0 0,-1 1 0 0 0,1-1 0 0 0,0 0 0 0 0,0 1 0 0 0,0-1 0 0 0,0 1 0 0 0,0-1-1 0 0,0 0 1 0 0,1 1 0 0 0,0 2 0 0 0,0-1 17 0 0,3-2-22 0 0,39 12 242 0 0,-38-13-220 0 0,2-2-54 0 0,18 0-94 0 0,-18 1 122 0 0,-2-2 34 0 0,14-5-14 0 0,-14 5 10 0 0,-3 1-22 0 0,-1 1 0 0 0,1-1 0 0 0,-1 0 0 0 0,1 1-1 0 0,-1-1 1 0 0,0 0 0 0 0,0 0 0 0 0,1 0 0 0 0,-1 0 0 0 0,0 0-1 0 0,0 0 1 0 0,2-2 0 0 0,-3 2 10 0 0,4-2 94 0 0,-4 3-106 0 0,0-1-1 0 0,0 1 0 0 0,0-1 1 0 0,0 1-1 0 0,0-1 0 0 0,0 1 1 0 0,0 0-1 0 0,0-1 0 0 0,1 1 1 0 0,-1-1-1 0 0,0 1 0 0 0,0-1 1 0 0,0 1-1 0 0,1 0 0 0 0,-1-1 1 0 0,0 1-1 0 0,0 0 0 0 0,1-1 1 0 0,-1 1-1 0 0,0-1 0 0 0,1 1 1 0 0,-1 0-1 0 0,0 0 0 0 0,1-1 1 0 0,-1 1-1 0 0,1-1 0 0 0,0 1 13 0 0,0-1 0 0 0,-1 1 0 0 0,1-1 0 0 0,0 1 0 0 0,0-1 0 0 0,-1 0 0 0 0,1 1 0 0 0,-1-1 0 0 0,1 0 0 0 0,-1 0 0 0 0,1 1 0 0 0,-1-1 0 0 0,1 0-1 0 0,-1 0 1 0 0,0 0 0 0 0,1 0 0 0 0,-1 1 0 0 0,0-1 0 0 0,1-2 0 0 0,2-13 125 0 0,-2 12-34 0 0,-5-17 37 0 0,3 17-103 0 0,-9-13 51 0 0,8 13-53 0 0,1 3-39 0 0,1 0-1 0 0,-1 0 1 0 0,0 0 0 0 0,1 0-1 0 0,-1 0 1 0 0,0 1-1 0 0,1-1 1 0 0,-1 0 0 0 0,0 0-1 0 0,0 1 1 0 0,0-1-1 0 0,1 0 1 0 0,-1 1 0 0 0,0-1-1 0 0,0 1 1 0 0,0-1-1 0 0,0 1 1 0 0,0 0 0 0 0,0-1-1 0 0,0 1 1 0 0,0 0 0 0 0,0 0-1 0 0,-1 0 1 0 0,0-1-1 0 0,-19-1 27 0 0,16 1-13 0 0,0 2 0 0 0,-12 3 42 0 0,13-2-37 0 0,-1 1-6 0 0,-31 24-88 0 0,33-25 87 0 0,0 2-14 0 0,-9 11-4 0 0,9-11-6 0 0,1 1 5 0 0,0 0 15 0 0,1 1 0 0 0,-1 0 0 0 0,1 0 0 0 0,0 0 0 0 0,0 0 0 0 0,1 9-1 0 0,0-9-62 0 0,2-4-52 0 0,29 22-16 0 0,-27-22 90 0 0,1-2-151 0 0,17 4 162 0 0,-16-4 95 0 0,-1-1 118 0 0,15-6-122 0 0,-16 6-71 0 0,0-2-29 0 0,-3 2 69 0 0,0 0-1 0 0,1 0 0 0 0,-1-1 1 0 0,0 1-1 0 0,0 0 1 0 0,0 0-1 0 0,0-1 1 0 0,0 1-1 0 0,0 0 1 0 0,0-1-1 0 0,0 1 1 0 0,-1-1-1 0 0,1 1 0 0 0,0-1 1 0 0,-1 0-1 0 0,1 1 1 0 0,-1-1-1 0 0,0 0 1 0 0,0 1-1 0 0,1-1 1 0 0,-1 0-1 0 0,0 1 1 0 0,0-1-1 0 0,-1 0 0 0 0,1 1 1 0 0,0-1-1 0 0,0 1 1 0 0,-1-1-1 0 0,1 0 1 0 0,-2-1-1 0 0,-9-13 97 0 0,-17 18-139 0 0,23-1 35 0 0,1 2-15 0 0,-19 33 13 0 0,22-33-35 0 0,0 2 13 0 0,0 1-23 0 0,1 0 0 0 0,0 0 0 0 0,0 0 0 0 0,0 0 0 0 0,2 9 0 0 0,-1-11-6 0 0,2-1-4 0 0,0-2 25 0 0,-1 0-1 0 0,1 1 0 0 0,0-1 1 0 0,-1 0-1 0 0,1 0 1 0 0,0-1-1 0 0,0 1 0 0 0,-1-1 1 0 0,1 1-1 0 0,0-1 1 0 0,0 0-1 0 0,4 0 1 0 0,-3 0 57 0 0,0-3-39 0 0,11-9 15 0 0,-11 9 21 0 0,-4 1-34 0 0,1 1 0 0 0,-1 0 0 0 0,1-1 0 0 0,-1 1 0 0 0,1 0 0 0 0,0 0 0 0 0,-1 0 0 0 0,1-1 0 0 0,0 1 1 0 0,0 0-1 0 0,0 0 0 0 0,1-2 0 0 0,0 2 29 0 0,0-3 309 0 0,0-1-146 0 0,5-13 60 0 0,-5 13 482 0 0,-3 0-683 0 0,-2-18-469 0 0,-2 23-61 0 0,-1-1-5 0 0,-4-1 253 0 0</inkml:trace>
</inkml:ink>
</file>

<file path=ppt/ink/ink2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1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116 57 5400 0 0,'0'0'1781'0'0,"1"-4"-249"0"0,3-16 3486 0 0,-4 15-4415 0 0,-3-14-58 0 0,3 15 733 0 0,-4 3-931 0 0,2 0-287 0 0,-1 0 0 0 0,1 1 0 0 0,0-1 0 0 0,0 1 0 0 0,-1 0 0 0 0,1-1 0 0 0,0 1 0 0 0,-1 0 0 0 0,1 1 0 0 0,0-1 1 0 0,-1 0-1 0 0,1 1 0 0 0,0-1 0 0 0,0 1 0 0 0,-1 0 0 0 0,1-1 0 0 0,0 1 0 0 0,0 0 0 0 0,0 1 0 0 0,0-1 0 0 0,0 0 1 0 0,-2 2-1 0 0,-6 6 51 0 0,1 1 0 0 0,0 0 0 0 0,-11 14 0 0 0,18-20-69 0 0,1 1-30 0 0,-1 3-8 0 0,0 0-1 0 0,0-1 1 0 0,1 1 0 0 0,0 10 0 0 0,2-13-1 0 0,1 0-33 0 0,20 32-250 0 0,-20-35 202 0 0,2 1 14 0 0,12 8-27 0 0,-12-8-11 0 0,1-2-14 0 0,2 0 102 0 0,1-1-1 0 0,0 1 1 0 0,0-1 0 0 0,13-2 0 0 0,-15 1 62 0 0,12-13 141 0 0,-15 11-52 0 0,9-14 248 0 0,-10 13 55 0 0,-2 2-404 0 0,0 1 0 0 0,0-1 0 0 0,0 0 1 0 0,0 1-1 0 0,0-1 0 0 0,0 0 0 0 0,0 0 0 0 0,1 1 0 0 0,-1-1 0 0 0,1 1 0 0 0,-1-1 0 0 0,2-2 1 0 0,-2 3 19 0 0,1-3 474 0 0,-2-2-325 0 0,0 1-129 0 0,-1 0 0 0 0,0 0 0 0 0,0 0 1 0 0,0 0-1 0 0,0 1 0 0 0,-4-6 0 0 0,3 7 44 0 0,-1 1-80 0 0,-15-4-4 0 0,14 4-11 0 0,0 3-20 0 0,-1 1 0 0 0,1-1-1 0 0,0 1 1 0 0,-1 0 0 0 0,1 0 0 0 0,0 0 0 0 0,0 1 0 0 0,0 0 0 0 0,1 0-1 0 0,-1 0 1 0 0,1 1 0 0 0,-1-1 0 0 0,1 1 0 0 0,-6 7 0 0 0,5-6-14 0 0,-5 9 62 0 0,-1 34-223 0 0,11-47 154 0 0,-1 0 1 0 0,1 1 0 0 0,0-1 0 0 0,0 0 0 0 0,0 0-1 0 0,0 1 1 0 0,0-1 0 0 0,0 0 0 0 0,1 0 0 0 0,-1 1 0 0 0,0-1-1 0 0,0 0 1 0 0,1 0 0 0 0,-1 0 0 0 0,1 1 0 0 0,0-1-1 0 0,-1 0 1 0 0,1 0 0 0 0,1 2 0 0 0,0-1-43 0 0,-1 0 5 0 0,0 0 0 0 0,0 0 0 0 0,1 0-1 0 0,-1-1 1 0 0,0 1 0 0 0,1 0 0 0 0,0-1-1 0 0,-1 0 1 0 0,1 1 0 0 0,0-1 0 0 0,0 0 0 0 0,0 0-1 0 0,-1 0 1 0 0,1 0 0 0 0,1 0 0 0 0,-1 0 0 0 0,0 0-1 0 0,0-1 1 0 0,3 1 0 0 0,-4-1 26 0 0,3 2-314 0 0,2-2 102 0 0,2 0 187 0 0,1 0 0 0 0,0-1 0 0 0,0 0 0 0 0,-1 0 0 0 0,1-1 0 0 0,-1 0 0 0 0,1-1 0 0 0,-1 0 0 0 0,0 0 0 0 0,12-7 0 0 0,-18 8 54 0 0,1 0 1 0 0,0 0 0 0 0,-1-1 0 0 0,1 1-1 0 0,-1-1 1 0 0,0 0 0 0 0,0 0-1 0 0,0 0 1 0 0,3-6 0 0 0,-1 3 68 0 0,-2 3 77 0 0,-1-3 0 0 0,0-2 12 0 0,0-1-1 0 0,-1 0 1 0 0,0 1 0 0 0,-2-14 0 0 0,1 17 72 0 0,0 3-202 0 0,1 0-1 0 0,0 1 1 0 0,-1-1 0 0 0,0 1-1 0 0,1-1 1 0 0,-1 1 0 0 0,0 0-1 0 0,1-1 1 0 0,-1 1 0 0 0,0-1-1 0 0,0 1 1 0 0,-3-2 0 0 0,3 0 25 0 0,-2-1 112 0 0,-1 1-3 0 0,-11-9-31 0 0,11 9-15 0 0,0 2-4 0 0,-15-1-5 0 0,14 2 12 0 0,-2 1-66 0 0,0 0 0 0 0,1 1 1 0 0,-1 0-1 0 0,0 1 0 0 0,1 0 0 0 0,-11 5 1 0 0,12-4-35 0 0,0 0 0 0 0,1 0 0 0 0,-1 1 0 0 0,1-1-1 0 0,0 1 1 0 0,0 0 0 0 0,0 0 0 0 0,1 0 0 0 0,-1 1 0 0 0,-3 9 0 0 0,5-11-1 0 0,2 1-10 0 0,-1 16-10 0 0,0-16-5 0 0,3 0-12 0 0,7 14-19 0 0,-7-15-13 0 0,2 0-6 0 0,12 10-9 0 0,-12-11 6 0 0,1-1 10 0 0,16 5 0 0 0,-16-6 17 0 0,1-1 17 0 0,-1-1 56 0 0,0 0 1 0 0,-1 0-1 0 0,1 0 1 0 0,0 0-1 0 0,0-1 1 0 0,-1 0-1 0 0,1 0 1 0 0,-1 0-1 0 0,1 0 1 0 0,-1-1-1 0 0,0 0 1 0 0,0 0-1 0 0,0 0 1 0 0,0 0-1 0 0,-1 0 1 0 0,1-1-1 0 0,-1 0 1 0 0,0 0-1 0 0,0 0 1 0 0,0 0-1 0 0,3-7 1 0 0,-4 8 123 0 0,-1-2-29 0 0,4-14-28 0 0,-4 14 6 0 0,-2 3-140 0 0,0 1-1 0 0,1-1 1 0 0,-1 1 0 0 0,0-1-1 0 0,1 1 1 0 0,-1-1 0 0 0,1 0-1 0 0,0 1 1 0 0,-1-1 0 0 0,1 1-1 0 0,0-1 1 0 0,0-3 0 0 0,0 3-61 0 0,-1-3-488 0 0,-21-5-2913 0 0,18 8 1485 0 0,-3 3-801 0 0,-20 1-2085 0 0</inkml:trace>
</inkml:ink>
</file>

<file path=ppt/ink/ink2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1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79 3112 0 0,'0'-5'2030'0'0,"5"-15"9016"0"0,-5 15-10296 0 0,1-13 709 0 0,0 18-1362 0 0,0 1 0 0 0,-1-1 0 0 0,1 0 0 0 0,-1 0 1 0 0,1 0-1 0 0,-1 0 0 0 0,1 1 0 0 0,-1-1 1 0 0,1 0-1 0 0,-1 1 0 0 0,1-1 0 0 0,-1 0 0 0 0,1 1 1 0 0,-1-1-1 0 0,1 0 0 0 0,-1 1 0 0 0,0-1 0 0 0,1 1 1 0 0,-1-1-1 0 0,0 1 0 0 0,1-1 0 0 0,-1 1 0 0 0,0-1 1 0 0,0 1-1 0 0,0-1 0 0 0,1 2 0 0 0,2 2 37 0 0,7 17 119 0 0,-10-20-246 0 0,1 1-1 0 0,-1-1 1 0 0,1 0 0 0 0,-1 1-1 0 0,1-1 1 0 0,-1 0 0 0 0,1 0-1 0 0,0 0 1 0 0,0 1 0 0 0,-1-1-1 0 0,1 0 1 0 0,2 2 0 0 0,-1-2 6 0 0,0 3 26 0 0,-1-3-37 0 0,1 0-1 0 0,-1 0 1 0 0,0 0 0 0 0,0 0 0 0 0,0 0 0 0 0,0 0 0 0 0,0 0 0 0 0,0 1 0 0 0,0-1 0 0 0,0 0 0 0 0,0 1 0 0 0,0 1 0 0 0,-1-2 0 0 0,3 2 1 0 0,1 0-1 0 0,31 20 40 0 0,-32-21-33 0 0,3-2-2 0 0,14 1-2 0 0,-14 0 1 0 0,16-11 33 0 0,-22 10-38 0 0,0-1 0 0 0,0 1 0 0 0,0 0 0 0 0,1-1 0 0 0,-1 1 0 0 0,0 0 0 0 0,0-1 0 0 0,0 1 0 0 0,0 0 0 0 0,0-1 0 0 0,0 1 0 0 0,0 0 0 0 0,1-1 0 0 0,-1 1 0 0 0,0 0 0 0 0,0 0 0 0 0,0-1 0 0 0,1 1 0 0 0,-1 0 0 0 0,0 0 0 0 0,0-1 1 0 0,1 1-1 0 0,-1 0 0 0 0,0 0 0 0 0,1 0 0 0 0,-1-1 0 0 0,0 1 0 0 0,1 0 0 0 0,-1 0 0 0 0,0 0 0 0 0,1 0 0 0 0,-1 0 0 0 0,1 0 7 0 0,0-1 0 0 0,0 1 0 0 0,-1 0 0 0 0,1-1 0 0 0,0 1 0 0 0,-1 0 0 0 0,1-1 0 0 0,0 1 1 0 0,-1-1-1 0 0,1 1 0 0 0,0-1 0 0 0,-1 1 0 0 0,1-1 0 0 0,-1 1 0 0 0,1-1 0 0 0,-1 0 0 0 0,0 1 0 0 0,1-1 0 0 0,-1 0 0 0 0,0 1 0 0 0,1-1 0 0 0,-1 0 0 0 0,0 0 1 0 0,0 1-1 0 0,1-2 0 0 0,3-18 62 0 0,-2 15 146 0 0,-4 1-100 0 0,-2-16-2 0 0,3 15-4 0 0,-2 2-25 0 0,-1-1-52 0 0,0 0 1 0 0,0 1-1 0 0,0 0 0 0 0,0 0 1 0 0,0 0-1 0 0,-7-3 0 0 0,7 4 5 0 0,-1 1-6 0 0,-14-1-8 0 0,15 2-6 0 0,-2 1 4 0 0,-1 1-15 0 0,2-2-6 0 0,1 1 1 0 0,-1 1-1 0 0,1-1 1 0 0,-1 1 0 0 0,1 0-1 0 0,0 0 1 0 0,-1 0-1 0 0,1 0 1 0 0,0 1 0 0 0,0 0-1 0 0,1 0 1 0 0,-1 0-1 0 0,1 0 1 0 0,-1 0 0 0 0,1 1-1 0 0,0-1 1 0 0,0 1-1 0 0,0 0 1 0 0,1 0 0 0 0,0 0-1 0 0,-3 6 1 0 0,3-6-16 0 0,1 0-4 0 0,0 3-7 0 0,0-1 0 0 0,1 1 0 0 0,-1 0 0 0 0,1-1 0 0 0,1 8 0 0 0,0-10-28 0 0,3 0-6 0 0,-2 0 24 0 0,1-1-1 0 0,0 0 0 0 0,0 0 0 0 0,0 0 1 0 0,0-1-1 0 0,1 1 0 0 0,-1-1 0 0 0,1 0 0 0 0,-1 0 1 0 0,1 0-1 0 0,0 0 0 0 0,0 0 0 0 0,0-1 0 0 0,0 0 1 0 0,0 0-1 0 0,0 0 0 0 0,8 1 0 0 0,-11-3 33 0 0,6 2-1 0 0,0-2 1 0 0,0 1-1 0 0,0-1 0 0 0,0 0 0 0 0,0 0 0 0 0,0-1 0 0 0,-1 0 0 0 0,1 0 0 0 0,-1-1 0 0 0,1 1 0 0 0,-1-2 1 0 0,0 1-1 0 0,0-1 0 0 0,0 1 0 0 0,0-2 0 0 0,8-7 0 0 0,11-25 115 0 0,-23 33-28 0 0,-1-1 4 0 0,1-16 13 0 0,-2 16 16 0 0,-1 0-3 0 0,-5-16-2 0 0,5 16-1 0 0,-3 1-1 0 0,-10-11-5 0 0,11 11 0 0 0,-2 2-17 0 0,-13-8 5 0 0,13 7-38 0 0,4 4-52 0 0,1-1 0 0 0,-1 0 0 0 0,1 0 0 0 0,-1 1 1 0 0,1-1-1 0 0,-1 0 0 0 0,1 0 0 0 0,-1 0 0 0 0,0 1 0 0 0,1-1 1 0 0,-1 0-1 0 0,1 0 0 0 0,-1 0 0 0 0,1 0 0 0 0,-1 0 0 0 0,0 0 1 0 0,1 0-1 0 0,-1-1 0 0 0,1 1 0 0 0,-1 0 0 0 0,1 0 0 0 0,-1 0 1 0 0,0 0-1 0 0,0-1 0 0 0,0 0 2 0 0,0 1-1 0 0,0-1 1 0 0,-1 1 0 0 0,1 0 0 0 0,0-1-1 0 0,0 1 1 0 0,-1 0 0 0 0,1 0 0 0 0,0 0-1 0 0,0 0 1 0 0,-1 0 0 0 0,1 0-1 0 0,0 0 1 0 0,0 0 0 0 0,-1 1 0 0 0,1-1-1 0 0,-2 1 1 0 0,-3 1 3 0 0,0-1-1 0 0,0 1 0 0 0,1 1 1 0 0,-1-1-1 0 0,1 1 0 0 0,-1 0 1 0 0,1 0-1 0 0,0 0 0 0 0,0 1 1 0 0,1 0-1 0 0,-1 0 0 0 0,1 0 1 0 0,-1 1-1 0 0,1-1 0 0 0,1 1 1 0 0,-6 8-1 0 0,1 2-11 0 0,6-11 14 0 0,-4 20 13 0 0,5-19-45 0 0,2-1-17 0 0,0 0 34 0 0,1-1-1 0 0,-1 0 1 0 0,1 0 0 0 0,0 0-1 0 0,0 0 1 0 0,0 0 0 0 0,0 0-1 0 0,0 0 1 0 0,1-1 0 0 0,3 4-1 0 0,-2-3 65 0 0,2-2-63 0 0,2-1-65 0 0,-1 1 0 0 0,0-1 0 0 0,1-1 1 0 0,-1 1-1 0 0,0-1 0 0 0,1 0 0 0 0,-1-1 0 0 0,0 0 0 0 0,0 0 0 0 0,0 0 0 0 0,0-1 0 0 0,-1 0 0 0 0,8-4 0 0 0,-10 4-624 0 0,-3-1-278 0 0,5-14-537 0 0,-7 10-691 0 0,-2 4 1284 0 0,0 0 1 0 0,0 0 0 0 0,-1 0 0 0 0,1 1 0 0 0,-1-1-1 0 0,0 1 1 0 0,0 0 0 0 0,-6-4 0 0 0,-19-10-8054 0 0</inkml:trace>
</inkml:ink>
</file>

<file path=ppt/ink/ink2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1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194 44 3800 0 0,'-1'-3'1582'0'0,"0"-2"-702"0"0,-1 1-1 0 0,-1-1 1 0 0,1 1 0 0 0,0 0 0 0 0,-7-7-1 0 0,7 8 1192 0 0,-3 3-1459 0 0,2-1-423 0 0,2 0-126 0 0,0 1 1 0 0,-1-1-1 0 0,1 1 1 0 0,0-1-1 0 0,0 1 1 0 0,-1 0-1 0 0,1 0 1 0 0,0 0-1 0 0,-1-1 1 0 0,1 1-1 0 0,0 1 1 0 0,-1-1-1 0 0,1 0 1 0 0,0 0-1 0 0,0 0 1 0 0,-1 1-1 0 0,1-1 1 0 0,0 0-1 0 0,0 1 1 0 0,-2 0-1 0 0,-6 5 136 0 0,1 0-1 0 0,1 0 0 0 0,-1 0 1 0 0,1 1-1 0 0,0 0 0 0 0,0 1 1 0 0,1-1-1 0 0,0 1 0 0 0,-7 14 1 0 0,1-2 100 0 0,1 1 1 0 0,-16 42 0 0 0,26-58-265 0 0,-5 21 102 0 0,5-6-32 0 0,7 41-64 0 0,-3-47-8 0 0,-2-11-28 0 0,-1-1 1 0 0,1 0-1 0 0,-1 0 0 0 0,1 1 1 0 0,0-1-1 0 0,0 0 0 0 0,0 0 1 0 0,0 0-1 0 0,0 0 0 0 0,1 0 1 0 0,-1 0-1 0 0,0-1 0 0 0,1 1 1 0 0,2 2-1 0 0,47 43 86 0 0,-40-39-104 0 0,-9-7 10 0 0,-1 0-1 0 0,0 0 0 0 0,1 0 1 0 0,0 0-1 0 0,-1 0 0 0 0,1 0 1 0 0,-1 0-1 0 0,1-1 0 0 0,0 1 1 0 0,0-1-1 0 0,2 1 0 0 0,10 3-138 0 0,-6-1-140 0 0,1-1 1 0 0,-1 0-1 0 0,1-1 0 0 0,-1 0 1 0 0,1 0-1 0 0,-1-1 0 0 0,1 0 1 0 0,-1 0-1 0 0,1-1 1 0 0,9-2-1 0 0,-9 1-382 0 0,-1-1 0 0 0,1-1 0 0 0,0 1 0 0 0,-1-2 0 0 0,1 1 0 0 0,-1-1 0 0 0,8-7 0 0 0,31-30-4687 0 0</inkml:trace>
</inkml:ink>
</file>

<file path=ppt/ink/ink2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1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60 3452 0 0,'0'0'1096'0'0,"0"-6"-101"0"0,1-15-104 0 0,-1 15 1468 0 0,1 2-1602 0 0,2-18 4622 0 0,23 27-4528 0 0,-18 0-507 0 0,29 53 376 0 0,37 78-1 0 0,-15-2-4408 0 0,-49-107 733 0 0,-2 0-1847 0 0,2 5-1272 0 0</inkml:trace>
</inkml:ink>
</file>

<file path=ppt/ink/ink2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1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140 20 2988 0 0,'0'0'1784'0'0,"-2"-3"-23"0"0,-9-7-1172 0 0,9 4 2088 0 0,-4 7-1994 0 0,2-1-615 0 0,2 0 52 0 0,-1 0-1 0 0,0 0 1 0 0,0 1 0 0 0,1-1 0 0 0,-1 1 0 0 0,1 0 0 0 0,-1 0-1 0 0,0 0 1 0 0,1 0 0 0 0,-1 0 0 0 0,1 0 0 0 0,0 1 0 0 0,0-1-1 0 0,-1 1 1 0 0,1 0 0 0 0,0-1 0 0 0,0 1 0 0 0,-2 2 0 0 0,-4 8 133 0 0,0 0 1 0 0,1 1 0 0 0,0 0 0 0 0,0 0 0 0 0,2 0 0 0 0,-1 1 0 0 0,2-1-1 0 0,0 1 1 0 0,1 1 0 0 0,0-1 0 0 0,-1 25 0 0 0,4-29-163 0 0,0-8-83 0 0,-1-1-1 0 0,1 1 1 0 0,0 0 0 0 0,1-1 0 0 0,-1 1 0 0 0,0 0-1 0 0,0-1 1 0 0,1 1 0 0 0,-1-1 0 0 0,1 1 0 0 0,-1-1 0 0 0,1 1-1 0 0,0-1 1 0 0,1 4 0 0 0,1 0 40 0 0,18 33 37 0 0,-15-31-74 0 0,-1-3 5 0 0,0 1-10 0 0,-1-1-1 0 0,1 1 0 0 0,-1-1 0 0 0,1-1 1 0 0,1 1-1 0 0,-1-1 0 0 0,0 0 0 0 0,12 5 0 0 0,-12-6-50 0 0,1 1-161 0 0,0 0 1 0 0,0-1-1 0 0,1 0 1 0 0,-1 0-1 0 0,0 0 1 0 0,1-1-1 0 0,-1 0 1 0 0,9 0 0 0 0,-9-1 30 0 0,6 1-1006 0 0,-1 0 0 0 0,1-1 0 0 0,18-2-1 0 0,-21 2 697 0 0,-7 0 230 0 0,-1 0 0 0 0,1 0 0 0 0,0 0-1 0 0,0 0 1 0 0,0-1 0 0 0,0 1 0 0 0,0-1-1 0 0,-1 1 1 0 0,1-1 0 0 0,0 1 0 0 0,0-1-1 0 0,2-1 1 0 0,1-1-773 0 0</inkml:trace>
</inkml:ink>
</file>

<file path=ppt/ink/ink2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1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69 1 2848 0 0,'0'0'11389'0'0,"3"2"-11353"0"0,2 1-11 0 0,0 1-1 0 0,-1 0 1 0 0,0 1-1 0 0,0-1 1 0 0,0 1-1 0 0,0 0 1 0 0,-1 0-1 0 0,1 0 0 0 0,-2 0 1 0 0,1 0-1 0 0,0 1 1 0 0,-1-1-1 0 0,0 1 1 0 0,0 0-1 0 0,1 9 1 0 0,0 2 54 0 0,-1 0 0 0 0,0 1 0 0 0,-2 0 1 0 0,-1 17-1 0 0,1-26-34 0 0,-3 14 25 0 0,-2 0 69 0 0,4-22-132 0 0,-1 10 55 0 0,0 0-1 0 0,-1 0 1 0 0,-1 0-1 0 0,0 0 1 0 0,0-1-1 0 0,-1 0 1 0 0,-1 0-1 0 0,1 0 1 0 0,-13 14-1 0 0,16-19-52 0 0,-28 15 86 0 0,26-18-113 0 0,0-3-38 0 0,-12-6 26 0 0,12 5-14 0 0,0-7-96 0 0,3 8 133 0 0,1 1-1 0 0,-1-1 1 0 0,1 1-1 0 0,0 0 1 0 0,-1-1 0 0 0,1 0-1 0 0,0 1 1 0 0,-1-1 0 0 0,1 1-1 0 0,0-1 1 0 0,0 1-1 0 0,-1-1 1 0 0,1 0 0 0 0,0 1-1 0 0,0-1 1 0 0,0 1-1 0 0,0-1 1 0 0,0 0 0 0 0,0 1-1 0 0,0-1 1 0 0,0 0-1 0 0,0 1 1 0 0,0-1 0 0 0,0 1-1 0 0,0-1 1 0 0,1 0-1 0 0,-1-3 0 0 0,1 0 0 0 0,0 0 0 0 0,0 0-1 0 0,0 0 1 0 0,0 0 0 0 0,1 1 0 0 0,0-1-1 0 0,-1 1 1 0 0,1-1 0 0 0,1 1 0 0 0,-1-1-1 0 0,0 1 1 0 0,1 0 0 0 0,0 0 0 0 0,-1 0-1 0 0,1 1 1 0 0,0-1 0 0 0,0 1 0 0 0,1-1-1 0 0,-1 1 1 0 0,1 0 0 0 0,-1 0 0 0 0,1 1-1 0 0,-1-1 1 0 0,1 1 0 0 0,0-1 0 0 0,0 1-1 0 0,4 0 1 0 0,-4-1 17 0 0,4 2-9 0 0,37 1-10 0 0,49 8 0 0 0,-46-3-1145 0 0,89-1 1 0 0,-85-10-2509 0 0,60-14-1 0 0,-68 9-1963 0 0</inkml:trace>
</inkml:ink>
</file>

<file path=ppt/ink/ink2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1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143 25 4080 0 0,'0'0'3565'0'0,"-1"-4"-2595"0"0,-2-12-75 0 0,2 12-64 0 0,-3 6-108 0 0,-8 9-326 0 0,-1 1-1 0 0,1 0 0 0 0,1 0 0 0 0,0 1 1 0 0,1 1-1 0 0,0-1 0 0 0,1 2 1 0 0,1-1-1 0 0,0 1 0 0 0,-6 18 0 0 0,12-28-359 0 0,-1 2 0 0 0,1-1 1 0 0,0 0-1 0 0,0 0 0 0 0,1 1 0 0 0,-1-1 0 0 0,1 0 0 0 0,1 1 0 0 0,0 0 0 0 0,-1-1 0 0 0,2 1 0 0 0,-1-1 0 0 0,1 1 0 0 0,0-1 0 0 0,1 0 0 0 0,-1 1 0 0 0,5 9 0 0 0,-4-13-61 0 0,0 1 1 0 0,0-1-1 0 0,1 1 0 0 0,-1-1 0 0 0,1 0 1 0 0,0 0-1 0 0,0 0 0 0 0,0 0 1 0 0,1 0-1 0 0,-1-1 0 0 0,0 0 0 0 0,1 0 1 0 0,6 3-1 0 0,-7-3-39 0 0,4 2-257 0 0,0-1 1 0 0,1 0 0 0 0,-1 0-1 0 0,1-1 1 0 0,-1 0-1 0 0,1-1 1 0 0,0 1 0 0 0,12-1-1 0 0,-13 0 116 0 0,17 3-1557 0 0,2-4 465 0 0,-8-2-392 0 0,13-1-1191 0 0,-23 2-2073 0 0</inkml:trace>
</inkml:ink>
</file>

<file path=ppt/ink/ink2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1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79 29 2928 0 0,'0'0'8947'0'0,"1"-4"-8848"0"0,4-14-21 0 0,-4 14 56 0 0,53 2 33 0 0,-49 2-26 0 0,-1 3-149 0 0,12 7 6 0 0,-11-8 14 0 0,-4 2 26 0 0,6 12 24 0 0,-5-11 157 0 0,-2 0-25 0 0,-1 17-34 0 0,0-17-29 0 0,0 0 6 0 0,-29 58 1013 0 0,28-59-635 0 0,-8 18 159 0 0,39-12-539 0 0,-9-8-117 0 0,-15-1-26 0 0,0 0-22 0 0,14 3 46 0 0,10 7 14 0 0,-25-9-31 0 0,-3-1 4 0 0,0 1-1 0 0,1-1 1 0 0,-1 1-1 0 0,0-1 0 0 0,0 0 1 0 0,1 0-1 0 0,-1 1 1 0 0,1-1-1 0 0,2 2 1 0 0,0 0-1 0 0,0 17 44 0 0,-3-16-16 0 0,-3 3 0 0 0,0 0 1 0 0,0 0 0 0 0,-1-1 0 0 0,0 1-1 0 0,0-1 1 0 0,0 0 0 0 0,-6 8-1 0 0,8-12-25 0 0,-12 14 28 0 0,1-1-1 0 0,-2 0 0 0 0,0-1 0 0 0,0 0 0 0 0,-2-2 0 0 0,1 1 0 0 0,-20 9 1 0 0,33-20-33 0 0,-2 1-215 0 0,1-1 1 0 0,0 0-1 0 0,-1-1 0 0 0,1 1 1 0 0,-1-1-1 0 0,0 1 0 0 0,1-1 1 0 0,-1 0-1 0 0,0 0 1 0 0,-7 0-1 0 0,7 0 224 0 0,0-1-927 0 0,0-2-145 0 0,1-1 383 0 0,-1 1 0 0 0,1-1 1 0 0,0 0-1 0 0,0 0 0 0 0,0 0 0 0 0,0 0 0 0 0,0 0 1 0 0,1-1-1 0 0,-1 1 0 0 0,-3-8 0 0 0,-7-15-4016 0 0</inkml:trace>
</inkml:ink>
</file>

<file path=ppt/ink/ink2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1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210 27 3488 0 0,'-3'-3'1343'0'0,"-2"-1"-796"0"0,1 1 0 0 0,-1 0 0 0 0,0 0 0 0 0,0 1 1 0 0,0-1-1 0 0,-7-1 0 0 0,7 2 184 0 0,-2 3-495 0 0,1 0 0 0 0,-1 0 0 0 0,0 0 0 0 0,1 1 0 0 0,-1 0 0 0 0,1 0 0 0 0,0 0 0 0 0,0 1 0 0 0,0 0 0 0 0,0 0 0 0 0,0 1 0 0 0,0-1 0 0 0,1 1 0 0 0,-10 10 0 0 0,-23 35 622 0 0,31-39-669 0 0,6-8-173 0 0,0 0 0 0 0,0-1-1 0 0,0 1 1 0 0,0 0 0 0 0,0 0-1 0 0,0 0 1 0 0,1 0 0 0 0,-1-1 0 0 0,0 1-1 0 0,1 0 1 0 0,0 0 0 0 0,-1 0 0 0 0,1 4-1 0 0,-1 2 95 0 0,-2 57 220 0 0,5-52-399 0 0,0 0 0 0 0,1 0 0 0 0,0 0 0 0 0,1-1 0 0 0,1 1 0 0 0,0-1 0 0 0,0 0 0 0 0,1-1 0 0 0,1 1 0 0 0,0-1 0 0 0,0 0 0 0 0,1-1 0 0 0,1 0 0 0 0,0 0 0 0 0,15 13 0 0 0,-19-19-270 0 0,0-1-1 0 0,0 0 1 0 0,1 0-1 0 0,0 0 1 0 0,-1 0 0 0 0,1-1-1 0 0,9 3 1 0 0,-6-3-119 0 0,-6 0-30 0 0,1-2-1 0 0,0 1 0 0 0,0 0 1 0 0,1-1-1 0 0,-1 0 1 0 0,0 0-1 0 0,0 0 0 0 0,0 0 1 0 0,0-1-1 0 0,7-1 1 0 0,-5 1-451 0 0</inkml:trace>
</inkml:ink>
</file>

<file path=ppt/ink/ink2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02.1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 2536 0 0,'0'0'2561'0'0,"2"-4"-1494"0"0,4-4 20 0 0,-3 9 1284 0 0,-2 14 659 0 0,-1-9-3965 0 0,0 0 968 0 0,1-1-14 0 0,2 17 54 0 0,-2-16 7 0 0,0-1 1 0 0,3 18 3 0 0,-4-17-20 0 0,2-1-1 0 0,12 44 103 0 0,-12-44-141 0 0,-1-3-19 0 0,1 1 1 0 0,0-1-1 0 0,0 1 0 0 0,-1-1 1 0 0,2 0-1 0 0,-1 0 0 0 0,0 0 1 0 0,0 0-1 0 0,0-1 0 0 0,1 1 1 0 0,-1 0-1 0 0,4 0 0 0 0,-6-2-6 0 0,3 2 37 0 0,3-1-27 0 0,4-1 14 0 0,1-1-1 0 0,-1 0 0 0 0,1-1 0 0 0,-1 0 0 0 0,16-6 0 0 0,-23 7 195 0 0,-1 0-167 0 0,0 0-1 0 0,-1 1 1 0 0,1-1-1 0 0,-1 0 0 0 0,1 0 1 0 0,-1 0-1 0 0,0 0 1 0 0,1 0-1 0 0,-1 0 1 0 0,0 0-1 0 0,0 0 1 0 0,2-3-1 0 0,-2 4 36 0 0,3-3 391 0 0,-1 0 56 0 0,-1 0-248 0 0,0 1 0 0 0,0 0 1 0 0,0 0-1 0 0,0-1 0 0 0,-1 1 1 0 0,1-1-1 0 0,-1 0 1 0 0,1 0-1 0 0,-1 1 0 0 0,0-1 1 0 0,0 0-1 0 0,0 0 0 0 0,0-5 1 0 0,-1 8-256 0 0,0-1 1 0 0,0 1-1 0 0,0-1 1 0 0,0 1-1 0 0,-1-1 1 0 0,1 1-1 0 0,0-1 1 0 0,0 0-1 0 0,-1 1 1 0 0,1 0-1 0 0,0-1 1 0 0,-1 1-1 0 0,1-1 1 0 0,0 1-1 0 0,-1-1 1 0 0,1 1-1 0 0,-1 0 1 0 0,1-1-1 0 0,0 1 1 0 0,-1-1-1 0 0,1 1 1 0 0,-1 0-1 0 0,1 0 1 0 0,-1-1-1 0 0,0 1 1 0 0,1 0-1 0 0,-1 0 1 0 0,1 0-1 0 0,-1 0 1 0 0,1 0-1 0 0,-1 0 1 0 0,1-1-1 0 0,-1 1 1 0 0,0 0-1 0 0,1 1 1 0 0,-1-1-1 0 0,1 0 1 0 0,-2 0-1 0 0,-17 3 513 0 0,19-2-611 0 0,-4 0 221 0 0,2 5-31 0 0,-3 15-133 0 0,1 0 1 0 0,1 1-1 0 0,1-1 1 0 0,0 40-1 0 0,12 99-2476 0 0,-5-108 902 0 0,4 125-7374 0 0,-8-118 1506 0 0</inkml:trace>
</inkml:ink>
</file>

<file path=ppt/ink/ink2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12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3356 0 0,'0'0'2953'0'0,"13"18"-3265"0"0</inkml:trace>
</inkml:ink>
</file>

<file path=ppt/ink/ink2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21.7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44 4940 0 0,'0'0'1713'0'0,"-1"-4"-296"0"0,-3-17 3508 0 0,1 10-3832 0 0,0 4-2747 0 0</inkml:trace>
</inkml:ink>
</file>

<file path=ppt/ink/ink2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22.8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89 4196 0 0,'-1'-6'1597'0'0,"-3"-50"3257"0"0,3 51-3169 0 0,1 1-1016 0 0,-4-13 1932 0 0,1 33-1748 0 0,2 44-712 0 0,0-54 87 0 0,-2 184-600 0 0,28 268-1 0 0,3-309-6219 0 0,-27-143 4878 0 0,0 0-1129 0 0,0 21-2047 0 0</inkml:trace>
</inkml:ink>
</file>

<file path=ppt/ink/ink2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23.3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25 642 3752 0 0,'-4'-3'1418'0'0,"-1"1"-953"0"0,-3-3-33 0 0,1-1 2727 0 0,7 1-2696 0 0,2-14-72 0 0,-2 19-383 0 0,0 0 0 0 0,0 0 0 0 0,0-1 1 0 0,0 1-1 0 0,0 0 0 0 0,1 0 0 0 0,-1-1 1 0 0,0 1-1 0 0,0 0 0 0 0,0 0 0 0 0,0-1 0 0 0,0 1 1 0 0,0 0-1 0 0,0 0 0 0 0,0-1 0 0 0,1 1 1 0 0,-1 0-1 0 0,0 0 0 0 0,0 0 0 0 0,0-1 1 0 0,0 1-1 0 0,1 0 0 0 0,-1 0 0 0 0,0 0 1 0 0,0 0-1 0 0,1 0 0 0 0,-1-1 0 0 0,0 1 1 0 0,0 0-1 0 0,0 0 0 0 0,1 0 0 0 0,-1 0 1 0 0,0 0-1 0 0,0 0 0 0 0,1 0 0 0 0,-1 0 0 0 0,0 0 1 0 0,1 0-1 0 0,320-80 618 0 0,-76 22-1445 0 0,-183 41 323 0 0,113-50 0 0 0,-157 58 393 0 0,-1-1 0 0 0,0 0 0 0 0,-1-1 0 0 0,0-1 0 0 0,0 0 0 0 0,-2-1 0 0 0,0-1 0 0 0,0 0 1 0 0,-1-1-1 0 0,-1 0 0 0 0,0-1 0 0 0,10-20 0 0 0,-20 34 113 0 0,-1 0-1 0 0,1 0 0 0 0,-1-1 1 0 0,0 1-1 0 0,1-1 1 0 0,-1 1-1 0 0,-1-1 1 0 0,1 1-1 0 0,0-1 1 0 0,-1 1-1 0 0,1-6 0 0 0,1-8-7 0 0,0-5 790 0 0,-4-41-1 0 0,2 58-361 0 0,-2-2-12 0 0,-4-16-44 0 0,5 17-48 0 0,-1 1-47 0 0,2 4-251 0 0,0-1-1 0 0,0 0 1 0 0,0 1-1 0 0,0-1 1 0 0,0 1-1 0 0,0-1 1 0 0,-1 1-1 0 0,1-1 1 0 0,0 1 0 0 0,0-1-1 0 0,-1 1 1 0 0,1-1-1 0 0,0 1 1 0 0,-1-1-1 0 0,1 1 1 0 0,0 0-1 0 0,-1-1 1 0 0,1 1 0 0 0,-1-1-1 0 0,1 1 1 0 0,-1 0-1 0 0,1-1 1 0 0,-1 1-1 0 0,1 0 1 0 0,-1 0-1 0 0,1 0 1 0 0,-1-1 0 0 0,1 1-1 0 0,-1 0 1 0 0,-13 10 402 0 0,14-9-465 0 0,-5 11 197 0 0,1 375 1261 0 0,8-258-1354 0 0,9 90-266 0 0,12-83-2693 0 0,-24-132 2531 0 0,0 0 1 0 0,1 0-1 0 0,-1 0 0 0 0,1 0 0 0 0,0 0 0 0 0,0 0 0 0 0,1-1 0 0 0,-1 1 0 0 0,1-1 0 0 0,0 0 0 0 0,3 4 1 0 0,-4-5-15 0 0</inkml:trace>
</inkml:ink>
</file>

<file path=ppt/ink/ink2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23.7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86 56 2692 0 0,'0'0'1474'0'0,"2"-5"-248"0"0,3-13-261 0 0,-3 13 1490 0 0,-3 0-2056 0 0,-1-13-109 0 0,1 13 380 0 0,-1 5-638 0 0,0 1 1 0 0,-1-1 0 0 0,1 1-1 0 0,0 0 1 0 0,0 0-1 0 0,0 0 1 0 0,0 0-1 0 0,0 0 1 0 0,0 0-1 0 0,0 0 1 0 0,0 0-1 0 0,0 1 1 0 0,0-1-1 0 0,1 1 1 0 0,-1 0 0 0 0,1-1-1 0 0,-1 1 1 0 0,1 0-1 0 0,-1 0 1 0 0,1 0-1 0 0,-1 2 1 0 0,-19 41 250 0 0,19-39-247 0 0,-6 13 62 0 0,2 6-71 0 0,5-20-17 0 0,-8 49 41 0 0,8-48 35 0 0,1 0-10 0 0,-1 21-6 0 0,1-21 4 0 0,0 0-20 0 0,4 15-2 0 0,-3-15-21 0 0,11 15 148 0 0,-8-19-137 0 0,12 7 24 0 0,-12-7 130 0 0,2-4-143 0 0,-1 0 3 0 0,1 0-1 0 0,0-1 0 0 0,-1 1 1 0 0,1-1-1 0 0,-1-1 0 0 0,0 1 1 0 0,0-1-1 0 0,0 0 1 0 0,-1 0-1 0 0,1 0 0 0 0,-1-1 1 0 0,6-7-1 0 0,19-43 210 0 0,-26 48-233 0 0,-1 0 1 0 0,0 0-1 0 0,0 0 0 0 0,0 0 1 0 0,-1-1-1 0 0,0-8 0 0 0,0 8-9 0 0,0 3-11 0 0,-1 0 0 0 0,-1 0 0 0 0,1 1 0 0 0,-1-1 0 0 0,1 0 0 0 0,-1 0 1 0 0,-3-8-1 0 0,2 6-9 0 0,1 5-10 0 0,0 0 1 0 0,0 0-1 0 0,0-1 0 0 0,0 1 0 0 0,-1 0 0 0 0,1 0 0 0 0,-1 0 0 0 0,1 0 1 0 0,-1 0-1 0 0,1 1 0 0 0,-1-1 0 0 0,0 0 0 0 0,0 1 0 0 0,0-1 0 0 0,-2 0 1 0 0,2 0-4 0 0,-1 0-76 0 0,1 2 65 0 0,0 1 1 0 0,1-1-1 0 0,-1 0 1 0 0,0 0-1 0 0,1-1 1 0 0,-1 1-1 0 0,0 0 1 0 0,1 0-1 0 0,-1-1 1 0 0,0 1-1 0 0,1-1 1 0 0,-3-1-1 0 0,3 2-17 0 0,-4-1-192 0 0,0 3-57 0 0,-6 1-169 0 0,0 2 0 0 0,1 0 0 0 0,0 0-1 0 0,-13 9 1 0 0,20-12-448 0 0,0 2-250 0 0,-7 13-306 0 0,7-13-1063 0 0</inkml:trace>
</inkml:ink>
</file>

<file path=ppt/ink/ink2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24.3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40 3092 0 0,'16'-8'4652'0'0,"-18"20"-1216"0"0,1-8-4412 0 0,0 1 1132 0 0,0 0-34 0 0,-12 75 248 0 0,13-75-356 0 0,0 2-26 0 0,3 16 30 0 0,8 36-1 0 0,-9-55 35 0 0,-2-2-44 0 0,1-1 0 0 0,-1 1-1 0 0,1 0 1 0 0,0-1 0 0 0,0 1 0 0 0,0 0 0 0 0,0-1-1 0 0,0 1 1 0 0,0-1 0 0 0,0 1 0 0 0,3 1 0 0 0,-4-2 0 0 0,3 3 31 0 0,0-2-12 0 0,-1 0 6 0 0,1-1 0 0 0,-1 0 0 0 0,0 0 0 0 0,1 0 0 0 0,-1 0 0 0 0,1 0 0 0 0,-1-1 0 0 0,1 1 0 0 0,-1-1 0 0 0,1 0 1 0 0,-1 1-1 0 0,1-1 0 0 0,-1 0 0 0 0,1-1 0 0 0,0 1 0 0 0,-1 0 0 0 0,1-1 0 0 0,-1 1 0 0 0,1-1 0 0 0,-1 0 0 0 0,0 0 0 0 0,4-1 0 0 0,10-10 147 0 0,0 0 0 0 0,-1-1 0 0 0,0 0 0 0 0,-1-1 0 0 0,-1-1 0 0 0,0 0 0 0 0,-1 0 0 0 0,14-26 0 0 0,-23 37-104 0 0,-1 0-13 0 0,7-11-3 0 0,-7 11-40 0 0,1 1-38 0 0,3-6-1 0 0,-10 22-44 0 0,3-9 54 0 0,-1 1 35 0 0,1 0 26 0 0,-11 40 2 0 0,11-41-76 0 0,1 2 19 0 0,-1 2-5 0 0,0-1 1 0 0,1 0-1 0 0,1 1 0 0 0,-1-1 0 0 0,1 0 1 0 0,0 1-1 0 0,3 10 0 0 0,-2-14 14 0 0,-1 0 0 0 0,1-1-1 0 0,0 1 1 0 0,-1-1 0 0 0,1 0-1 0 0,1 0 1 0 0,-1 1 0 0 0,0-1-1 0 0,1-1 1 0 0,0 1-1 0 0,0 0 1 0 0,-1-1 0 0 0,1 1-1 0 0,1-1 1 0 0,-1 0 0 0 0,0 0-1 0 0,7 3 1 0 0,-3-3 74 0 0,0 0 0 0 0,-1 0 0 0 0,1-1-1 0 0,0 0 1 0 0,0-1 0 0 0,0 1 0 0 0,0-1 0 0 0,0 0 0 0 0,0-1 0 0 0,-1 0 0 0 0,1 0 0 0 0,0 0-1 0 0,0-1 1 0 0,-1 0 0 0 0,1 0 0 0 0,-1-1 0 0 0,0 0 0 0 0,1 0 0 0 0,-1 0 0 0 0,0-1 0 0 0,9-7-1 0 0,-9 7 25 0 0,0-1 0 0 0,0 1 0 0 0,0-1 0 0 0,-1 0 0 0 0,0-1 0 0 0,0 1 0 0 0,0-1 0 0 0,0 0-1 0 0,-1 0 1 0 0,6-11 0 0 0,12-45 6 0 0,-19 33-341 0 0,-4 22 156 0 0,2 5 32 0 0,-1 0-1 0 0,0 0 1 0 0,0 0 0 0 0,0 1-1 0 0,0-1 1 0 0,0 0-1 0 0,-1 0 1 0 0,1 0 0 0 0,-1 0-1 0 0,1 1 1 0 0,-1-1-1 0 0,1 0 1 0 0,-1 1 0 0 0,0-1-1 0 0,-2-2 1 0 0,1-1-130 0 0,-5-6-522 0 0,-12-7-176 0 0,8 11-212 0 0,-2 3-67 0 0,1 0 0 0 0,-1 1 0 0 0,0 1-1 0 0,1 0 1 0 0,-27 0 0 0 0,4 5-4843 0 0</inkml:trace>
</inkml:ink>
</file>

<file path=ppt/ink/ink2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25.7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62 2948 0 0,'0'0'1892'0'0,"1"-5"-261"0"0,-1-15 683 0 0,-2 35 1583 0 0,-2 28-761 0 0,2-12-4043 0 0,-1 28 1356 0 0,3-52-336 0 0,-1-3 52 0 0,0 15-8 0 0,1-15 808 0 0,1 0-813 0 0,4 13-22 0 0,-4-13 107 0 0,2-7-191 0 0,13-15-102 0 0,-1 0-1 0 0,22-35 1 0 0,-21 28-197 0 0,24-27 0 0 0,-38 49 205 0 0,-2 3 47 0 0,1 0 0 0 0,-1 0-1 0 0,1 0 1 0 0,-1 0 0 0 0,0 0 0 0 0,1 0-1 0 0,-1 0 1 0 0,0 0 0 0 0,1 0 0 0 0,-1-1-1 0 0,0 1 1 0 0,1 0 0 0 0,-1 0 0 0 0,0 0-1 0 0,0 0 1 0 0,1-1 0 0 0,-1 1 0 0 0,0 0-1 0 0,1 0 1 0 0,-1-1 0 0 0,0 1 0 0 0,0 0-1 0 0,0 0 1 0 0,1-1 0 0 0,-1 1 0 0 0,0 0-1 0 0,0-1 1 0 0,0 1 0 0 0,0 0 0 0 0,1-1-1 0 0,-1 0-4 0 0,0 1-1 0 0,0-1 1 0 0,1 1 0 0 0,-1-1-1 0 0,0 1 1 0 0,0-1-1 0 0,1 1 1 0 0,-1 0 0 0 0,0-1-1 0 0,1 1 1 0 0,-1-1-1 0 0,1 1 1 0 0,-1 0 0 0 0,0 0-1 0 0,1-1 1 0 0,-1 1-1 0 0,1 0 1 0 0,-1-1 0 0 0,1 1-1 0 0,-1 0 1 0 0,1 0-1 0 0,-1 0 1 0 0,1 0 0 0 0,-1 0-1 0 0,1-1 1 0 0,-1 1-1 0 0,1 0 1 0 0,-1 0-1 0 0,1 0 1 0 0,0 0 0 0 0,-1 0-1 0 0,1 1 1 0 0,0-1-1 0 0,18 2-1 0 0,-15-1-2 0 0,-1 2-5 0 0,8 11 13 0 0,0 1 1 0 0,-1 0-1 0 0,-1 1 0 0 0,0 0 1 0 0,6 18-1 0 0,-7-16 1 0 0,-5-14-17 0 0,7 18 13 0 0,-9-21 7 0 0,0-1 0 0 0,0 1-1 0 0,-1 0 1 0 0,1 0 0 0 0,0 0 0 0 0,0-1 0 0 0,0 1-1 0 0,0 0 1 0 0,0-1 0 0 0,0 1 0 0 0,0-1-1 0 0,0 1 1 0 0,1-1 0 0 0,-1 0 0 0 0,0 1 0 0 0,0-1-1 0 0,0 0 1 0 0,0 0 0 0 0,0 0 0 0 0,3 0-1 0 0,4-6 3 0 0,-1-1 0 0 0,1 0-1 0 0,-1 0 1 0 0,0-1-1 0 0,10-16 1 0 0,27-43 258 0 0,-42 63-148 0 0,1 0-77 0 0,9-12-21 0 0,-9 12-14 0 0,2-2 0 0 0,-5 5-2 0 0,0 1 0 0 0,0 0 1 0 0,0-1-1 0 0,0 1 0 0 0,1-1 1 0 0,-1 1-1 0 0,0 0 0 0 0,0-1 0 0 0,0 1 1 0 0,1 0-1 0 0,-1-1 0 0 0,0 1 1 0 0,0 0-1 0 0,1-1 0 0 0,-1 1 0 0 0,0 0 1 0 0,1-1-1 0 0,-1 1 0 0 0,0 0 1 0 0,1 0-1 0 0,-1 0 0 0 0,0-1 0 0 0,1 1 1 0 0,-1 0-1 0 0,0 0 0 0 0,1 0 0 0 0,-1 0 1 0 0,1 0-1 0 0,-1 0 0 0 0,1 0 1 0 0,-1 0-1 0 0,0 0 0 0 0,1 0 0 0 0,-1 0 1 0 0,1 0-1 0 0,-1 0 0 0 0,0 0 1 0 0,1 0-1 0 0,15 11 41 0 0,-15-10-34 0 0,0-1 0 0 0,0 1 0 0 0,0 0-1 0 0,0 0 1 0 0,0 0 0 0 0,0 0 0 0 0,0 0-1 0 0,0 0 1 0 0,0 0 0 0 0,0 0 0 0 0,-1 1-1 0 0,1-1 1 0 0,0 0 0 0 0,-1 0 0 0 0,1 1 0 0 0,-1-1-1 0 0,1 0 1 0 0,-1 3 0 0 0,4 8-39 0 0,2 6-261 0 0,2-1 0 0 0,0 0-1 0 0,0 0 1 0 0,2 0 0 0 0,20 26 0 0 0,-26-39 88 0 0,0-1-1 0 0,-1 1 1 0 0,1-1-1 0 0,0 0 1 0 0,1 0 0 0 0,-1-1-1 0 0,0 0 1 0 0,1 1-1 0 0,9 2 1 0 0,-11-4 88 0 0,4 1-127 0 0,-1 0-1 0 0,1-1 1 0 0,-1 0-1 0 0,1 0 1 0 0,0-1-1 0 0,-1 0 1 0 0,1 0-1 0 0,11-2 1 0 0,50-12-1236 0 0,-50 8 1153 0 0,0-1 0 0 0,0 0 0 0 0,-1-1 0 0 0,0-1-1 0 0,22-16 1 0 0,-29 18 431 0 0,-1 0 0 0 0,0-1-1 0 0,0 0 1 0 0,-1-1-1 0 0,0 1 1 0 0,-1-1-1 0 0,1-1 1 0 0,-2 0 0 0 0,10-17-1 0 0,-14 23 82 0 0,-1-1-8 0 0,6-16-8 0 0,-5 16 248 0 0,-2-1-283 0 0,-1-17-39 0 0,0 18-20 0 0,-1 1-45 0 0,-7-10 20 0 0,7 10 108 0 0,-4 5-124 0 0,-1-3-34 0 0,6 2 0 0 0,0 0 1 0 0,0-1-1 0 0,0 1 0 0 0,-1 0 1 0 0,1 0-1 0 0,0 0 0 0 0,0 0 1 0 0,0 0-1 0 0,0 0 0 0 0,0 0 0 0 0,0 0 1 0 0,0 0-1 0 0,0 1 0 0 0,0-1 1 0 0,-2 1-1 0 0,-6 3 21 0 0,-1 1-1 0 0,0 0 0 0 0,-12 10 1 0 0,6-3 22 0 0,0 1 1 0 0,-25 28 0 0 0,29-29-33 0 0,7-6-8 0 0,0 0-1 0 0,0 0 1 0 0,1 0 0 0 0,-1 1-1 0 0,2 0 1 0 0,-5 10 0 0 0,-2 4 6 0 0,8-17 2 0 0,1 1-13 0 0,-4 14-6 0 0,4-14-5 0 0,8 14 26 0 0,-6-18-12 0 0,-1 0-1 0 0,1 0 1 0 0,0 0-1 0 0,-1-1 0 0 0,1 1 1 0 0,0 0-1 0 0,-1-1 1 0 0,1 1-1 0 0,0-1 1 0 0,0 1-1 0 0,0-1 0 0 0,0 1 1 0 0,0-1-1 0 0,0 1 1 0 0,0-1-1 0 0,-1 0 1 0 0,1 1-1 0 0,0-1 1 0 0,0 0-1 0 0,0 0 0 0 0,0 0 1 0 0,1 0-1 0 0,2 1 29 0 0,2-1 64 0 0,0-1 1 0 0,0 1-1 0 0,0-1 0 0 0,0-1 1 0 0,0 1-1 0 0,0-1 0 0 0,0-1 1 0 0,-1 1-1 0 0,1-1 1 0 0,-1 1-1 0 0,1-2 0 0 0,-1 1 1 0 0,9-8-1 0 0,-3 1 224 0 0,-1 0-1 0 0,1-1 1 0 0,-2 0 0 0 0,9-13-1 0 0,-16 21-148 0 0,1-1 5 0 0,7-13-26 0 0,-7 13-5 0 0,2-2 20 0 0,-5 6-155 0 0,0-1 0 0 0,0 1 0 0 0,0-1 0 0 0,0 1 0 0 0,0-1 0 0 0,0 1 0 0 0,0 0 0 0 0,1-1 0 0 0,-1 1 0 0 0,0-1 0 0 0,0 1 0 0 0,0 0-1 0 0,1-1 1 0 0,-1 1 0 0 0,0 0 0 0 0,1-1 0 0 0,-1 1 0 0 0,0 0 0 0 0,1 0 0 0 0,-1-1 0 0 0,0 1 0 0 0,1 0 0 0 0,-1 0 0 0 0,1-1 0 0 0,-1 1 0 0 0,0 0 0 0 0,1 0 0 0 0,-1 0 0 0 0,1 0 0 0 0,-1 0 0 0 0,0 0 0 0 0,1 0 0 0 0,-1 0 0 0 0,1 0 0 0 0,12 9 44 0 0,-10-6 109 0 0,-2 1-160 0 0,1 14-65 0 0,-1-14-60 0 0,0 2-82 0 0,4 15-78 0 0,-4-15-118 0 0,1-2-85 0 0,18 40-2181 0 0,-18-40 1659 0 0,11 10-3958 0 0</inkml:trace>
</inkml:ink>
</file>

<file path=ppt/ink/ink2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26.7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1 115 3140 0 0,'1'-3'1236'0'0,"22"-36"2921"0"0,-22 38-3779 0 0,-1 0-310 0 0,1 0-1 0 0,-1 0 1 0 0,1 0-1 0 0,-1 0 1 0 0,1 1-1 0 0,0-1 1 0 0,0 0-1 0 0,-1 0 1 0 0,1 1-1 0 0,0-1 1 0 0,0 0 0 0 0,0 1-1 0 0,-1-1 1 0 0,1 1-1 0 0,0-1 1 0 0,0 1-1 0 0,0 0 1 0 0,0-1-1 0 0,0 1 1 0 0,0 0-1 0 0,2 0 1 0 0,13 8 75 0 0,-12-6-29 0 0,-2 2-30 0 0,5 12-3 0 0,-5-13-7 0 0,-1 3-22 0 0,3 14-67 0 0,-2-15 99 0 0,-2 2-50 0 0,0-4-13 0 0,0 14 82 0 0,0-1-1 0 0,-5 31 1 0 0,17-65-129 0 0,5-9 348 0 0,1 0-1 0 0,40-43 0 0 0,-55 67-160 0 0,1 0 9 0 0,12-8-5 0 0,-12 8 409 0 0,1 4-392 0 0,0 0-126 0 0,16-1 262 0 0,-17 3-265 0 0,-1 0-1 0 0,-1 1 0 0 0,1-1 1 0 0,0 1-1 0 0,-1 0 1 0 0,0 0-1 0 0,0 0 1 0 0,0 0-1 0 0,3 7 0 0 0,-1 0-127 0 0,0 0-1 0 0,4 22 1 0 0,0-2-844 0 0,10 11-1309 0 0,-16-37 1586 0 0,-1-4 497 0 0,0 1 0 0 0,0-1 0 0 0,0 1 0 0 0,0-1 0 0 0,1 1 0 0 0,-1-1 0 0 0,0 0-1 0 0,1 1 1 0 0,-1-1 0 0 0,3 1 0 0 0,-1 1-794 0 0,2-3-729 0 0,-1 0 1566 0 0,0 0 1 0 0,0 0 0 0 0,0-1 0 0 0,0 1 0 0 0,0-1-1 0 0,0 0 1 0 0,0 0 0 0 0,0-1 0 0 0,0 1-1 0 0,-1-1 1 0 0,1 0 0 0 0,-1 0 0 0 0,1 0 0 0 0,-1 0-1 0 0,0-1 1 0 0,0 1 0 0 0,0-1 0 0 0,0 0 0 0 0,3-3-1 0 0,53-74 2519 0 0,-34 38-687 0 0,-23 38-1194 0 0,0 0-51 0 0,6-14-65 0 0,-6 14 180 0 0,0 1-392 0 0,-2 2-189 0 0,0 1-1 0 0,0-1 1 0 0,0 1 0 0 0,0 0-1 0 0,1-1 1 0 0,-1 1-1 0 0,0-1 1 0 0,0 1-1 0 0,0 0 1 0 0,0-1 0 0 0,1 1-1 0 0,-1 0 1 0 0,0-1-1 0 0,1 1 1 0 0,-1 0-1 0 0,0-1 1 0 0,0 1 0 0 0,1 0-1 0 0,-1 0 1 0 0,1-1-1 0 0,-1 1 1 0 0,0 0-1 0 0,1 0 1 0 0,-1 0 0 0 0,0-1-1 0 0,1 1 1 0 0,-1 0-1 0 0,1 0 1 0 0,-1 0-1 0 0,0 0 1 0 0,1 0 0 0 0,0 0-1 0 0,0 2 5 0 0,0-1 0 0 0,-1 1 0 0 0,1 0 0 0 0,0-1-1 0 0,-1 1 1 0 0,1 0 0 0 0,-1 0 0 0 0,1 0 0 0 0,-1 0 0 0 0,0 0 0 0 0,0-1 0 0 0,0 5-1 0 0,3 44 47 0 0,-3-45-53 0 0,0 0-5 0 0,7 43 632 0 0,-2-49-416 0 0,1 0-67 0 0,1-1 1 0 0,-1 0-1 0 0,0 0 0 0 0,0 0 0 0 0,0-1 0 0 0,-1 0 0 0 0,1 0 0 0 0,-1-1 0 0 0,1 0 0 0 0,8-8 0 0 0,5-6 585 0 0,-1 0 1 0 0,20-30 0 0 0,4-11 1112 0 0,-40 56-1156 0 0,-2 8-593 0 0,-3 19-133 0 0,-10 43-1 0 0,-2 12-95 0 0,3 25-407 0 0,4 1 1 0 0,10 169-1 0 0,0-254 453 0 0,1 32-275 0 0,-3 89 0 0 0,-1-135 269 0 0,0-6 75 0 0,1 1 0 0 0,0-1 0 0 0,-1 1 0 0 0,1-1 0 0 0,-1 1 0 0 0,1 0 0 0 0,0-1 0 0 0,0 1 0 0 0,-1 0-1 0 0,1-1 1 0 0,0 1 0 0 0,0 0 0 0 0,0-1 0 0 0,-1 1 0 0 0,1 0 0 0 0,0-1 0 0 0,0 1 0 0 0,0 0 0 0 0,0 0 0 0 0,0-1 0 0 0,1 1 0 0 0,-1 0-1 0 0,0-1 1 0 0,0 2 0 0 0,1-1 6 0 0,-1-1-1 0 0,0 1 0 0 0,0 0 0 0 0,0-1 0 0 0,0 1 1 0 0,1 0-1 0 0,-1-1 0 0 0,0 1 0 0 0,0 0 1 0 0,0-1-1 0 0,-1 1 0 0 0,1 0 0 0 0,0 0 0 0 0,0-1 1 0 0,0 1-1 0 0,0 0 0 0 0,-1-1 0 0 0,1 1 1 0 0,0-1-1 0 0,-1 1 0 0 0,1 0 0 0 0,0-1 0 0 0,-1 1 1 0 0,0 0-1 0 0,-3 1 101 0 0,-12 4 48 0 0,12-4 50 0 0,-1-6 15 0 0,-1-1-72 0 0,0 0 0 0 0,1-1 0 0 0,-1 0 1 0 0,1 0-1 0 0,0-1 0 0 0,1 1 0 0 0,-1-1 1 0 0,1 0-1 0 0,-4-12 0 0 0,1 0 198 0 0,1 0-1 0 0,-7-37 0 0 0,12 47-438 0 0,0-1 0 0 0,1 1-1 0 0,0 0 1 0 0,0-1 0 0 0,1 1-1 0 0,0 0 1 0 0,1 0 0 0 0,0 0-1 0 0,0 0 1 0 0,1 0 0 0 0,7-17-1 0 0,3 1-1077 0 0,1 1-1 0 0,23-31 0 0 0,-37 53 1123 0 0,28-34-4039 0 0,60-61-1 0 0,-40 49-2438 0 0</inkml:trace>
</inkml:ink>
</file>

<file path=ppt/ink/ink2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27.5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622 57 2764 0 0,'-2'-5'1511'0'0,"1"2"-1337"0"0,0 0-1 0 0,0 1 0 0 0,0-1 1 0 0,0 0-1 0 0,-1 1 1 0 0,1-1-1 0 0,-1 1 1 0 0,0-1-1 0 0,1 1 1 0 0,-1 0-1 0 0,0 0 1 0 0,-1 0-1 0 0,1 0 1 0 0,0 0-1 0 0,-1 0 0 0 0,1 0 1 0 0,-1 1-1 0 0,1-1 1 0 0,-1 1-1 0 0,0 0 1 0 0,1 0-1 0 0,-5-1 1 0 0,0 0-23 0 0,0 2 1 0 0,0-1-1 0 0,0 1 1 0 0,-1-1-1 0 0,1 2 1 0 0,0-1-1 0 0,0 1 1 0 0,0 0-1 0 0,-11 4 1 0 0,-2 2 43 0 0,1 0 1 0 0,0 1 0 0 0,0 2-1 0 0,1-1 1 0 0,0 2 0 0 0,1 1 0 0 0,0 0-1 0 0,1 1 1 0 0,0 0 0 0 0,1 2-1 0 0,-14 16 1 0 0,-1 5 76 0 0,2 1-1 0 0,1 1 1 0 0,-39 76 0 0 0,45-73-71 0 0,2 2 0 0 0,1 0 0 0 0,3 1 1 0 0,-12 57-1 0 0,22-79-149 0 0,1 0-1 0 0,1 0 1 0 0,2 0-1 0 0,0 0 1 0 0,1 0 0 0 0,1 1-1 0 0,1-1 1 0 0,1 0-1 0 0,1 0 1 0 0,13 42 0 0 0,-13-56-33 0 0,-1 0 0 0 0,1-1 0 0 0,0 1 0 0 0,0-1 0 0 0,1 0 0 0 0,0 0 0 0 0,0 0 0 0 0,1-1 0 0 0,0 0 0 0 0,0 0 0 0 0,0 0 0 0 0,1-1 0 0 0,0 0 0 0 0,0 0 0 0 0,0 0 0 0 0,1-1 0 0 0,13 5 0 0 0,-18-8-12 0 0,-1 0-4 0 0,-1 0 0 0 0,1 0-1 0 0,0 0 1 0 0,0-1-1 0 0,0 1 1 0 0,0 0-1 0 0,0-1 1 0 0,0 0 0 0 0,0 1-1 0 0,0-1 1 0 0,0 0-1 0 0,0 0 1 0 0,0 0 0 0 0,0 0-1 0 0,-1-1 1 0 0,1 1-1 0 0,0 0 1 0 0,0-1-1 0 0,3-1 1 0 0,22-7 12 0 0,-19 4-13 0 0,1-1 0 0 0,-1 0 0 0 0,0 0 1 0 0,0-1-1 0 0,-1 0 0 0 0,0 0 0 0 0,0 0 1 0 0,-1-1-1 0 0,0 0 0 0 0,0-1 0 0 0,5-10 0 0 0,9-18-33 0 0,20-55-1 0 0,-11 25 294 0 0,6 0 351 0 0,-33 64-388 0 0,-2 4-218 0 0,0-1 0 0 0,0 0 0 0 0,0 0 1 0 0,0 1-1 0 0,0-1 0 0 0,1 0 0 0 0,-1 1 0 0 0,0-1 0 0 0,0 0 0 0 0,0 1 0 0 0,0-1 1 0 0,0 0-1 0 0,0 0 0 0 0,1 1 0 0 0,-1-1 0 0 0,0 0 0 0 0,0 0 0 0 0,0 1 0 0 0,0-1 0 0 0,1 0 1 0 0,-1 0-1 0 0,0 0 0 0 0,0 1 0 0 0,1-1 0 0 0,-1 0 0 0 0,0 0 0 0 0,0 0 0 0 0,1 0 0 0 0,-1 0 1 0 0,1 1-1 0 0,0-1 1 0 0,-1 0 1 0 0,1 1 0 0 0,0-1-1 0 0,0 1 1 0 0,-1-1 0 0 0,1 0 0 0 0,-1 1-1 0 0,1 0 1 0 0,0-1 0 0 0,-1 1-1 0 0,1-1 1 0 0,-1 1 0 0 0,1 0 0 0 0,-1-1-1 0 0,1 1 1 0 0,-1 0 0 0 0,0-1-1 0 0,1 1 1 0 0,-1 0 0 0 0,1 1 0 0 0,3 15 115 0 0,0 0 1 0 0,3 22 0 0 0,1 20-665 0 0,2-1 0 0 0,35 108 1 0 0,-34-142-1037 0 0,-9-21 626 0 0,13 6-2428 0 0</inkml:trace>
</inkml:ink>
</file>

<file path=ppt/ink/ink2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27.7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95 3648 0 0,'0'0'1162'0'0,"-4"-1"-107"0"0,-9-8-472 0 0,7 8 2964 0 0,6 1-3534 0 0,1 0 0 0 0,-1-1 0 0 0,0 1 0 0 0,1 0 0 0 0,-1 0 0 0 0,0-1 0 0 0,0 1 0 0 0,1 0 0 0 0,-1-1 0 0 0,0 1 0 0 0,1 0 0 0 0,-1-1 0 0 0,0 1 0 0 0,0 0 0 0 0,0-1 0 0 0,0 1 0 0 0,1-1 0 0 0,-1 1 0 0 0,0 0 0 0 0,0-1 0 0 0,0 1 0 0 0,0-1 0 0 0,0 1 0 0 0,0 0 0 0 0,0-1 0 0 0,0 0-5 0 0,0 0 0 0 0,0 1 0 0 0,0-1 0 0 0,0 1 0 0 0,0-1 0 0 0,0 1 0 0 0,1-1 0 0 0,-1 1 0 0 0,0-1-1 0 0,0 1 1 0 0,0-1 0 0 0,1 1 0 0 0,-1-1 0 0 0,0 1 0 0 0,1-1 0 0 0,-1 1 0 0 0,0-1 0 0 0,1 1 0 0 0,-1 0 0 0 0,1-1 0 0 0,-1 1 0 0 0,0 0 0 0 0,1-1 0 0 0,-1 1 0 0 0,1 0 0 0 0,-1-1-1 0 0,1 1 1 0 0,-1 0 0 0 0,1 0 0 0 0,0 0 0 0 0,-1 0 0 0 0,1 0 0 0 0,-1-1 0 0 0,1 1 0 0 0,0 0 0 0 0,125-24-38 0 0,-54 11-1533 0 0,4-2-3439 0 0,-38 7 1018 0 0</inkml:trace>
</inkml:ink>
</file>

<file path=ppt/ink/ink2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28.5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85 1912 0 0,'0'0'4863'0'0,"3"-2"-4644"0"0,2-2-67 0 0,1 1 0 0 0,-1 0 0 0 0,1 0 0 0 0,0 0 0 0 0,8-2 0 0 0,-9 4 9 0 0,2 0-34 0 0,-2 1-89 0 0,-1-1-15 0 0,1 0 1 0 0,-1 1-1 0 0,1 0 1 0 0,0 0 0 0 0,-1 0-1 0 0,1 0 1 0 0,0 1-1 0 0,-1 0 1 0 0,1 0 0 0 0,-1 0-1 0 0,9 4 1 0 0,-4-1-7 0 0,0 1 1 0 0,0 0-1 0 0,0 0 1 0 0,-1 1 0 0 0,0 0-1 0 0,0 1 1 0 0,-1 0-1 0 0,0 0 1 0 0,0 0-1 0 0,-1 1 1 0 0,9 12-1 0 0,-10-12 9 0 0,0 1 0 0 0,0-1-1 0 0,5 15 1 0 0,-7-18 10 0 0,-2-1 101 0 0,1 1 76 0 0,4 15 42 0 0,-5-15 748 0 0,-2 0-676 0 0,-2 17 30 0 0,2-16 691 0 0,1-6-1036 0 0,-1 0 0 0 0,1-1 0 0 0,0 1 0 0 0,-1 0 0 0 0,1 1 0 0 0,0-1 0 0 0,-1 0 0 0 0,1 0 0 0 0,0 0 0 0 0,0 0 0 0 0,-1 0 0 0 0,1 0 0 0 0,0 0 0 0 0,-1 0 0 0 0,1 0 0 0 0,0 1 0 0 0,0-1 0 0 0,-1 0 0 0 0,1 0 0 0 0,0 0 0 0 0,0 1 0 0 0,-1-1 0 0 0,1 0 0 0 0,0 0 0 0 0,0 0 0 0 0,0 1 0 0 0,0-1 0 0 0,-1 0 0 0 0,1 1 0 0 0,0-1 0 0 0,0 1 0 0 0,0-1 16 0 0,0 0-1 0 0,-1 1 1 0 0,1-1 0 0 0,0 1 0 0 0,0-1-1 0 0,-1 0 1 0 0,1 1 0 0 0,0-1 0 0 0,-1 1-1 0 0,1-1 1 0 0,0 0 0 0 0,-1 1 0 0 0,1-1-1 0 0,-1 0 1 0 0,1 0 0 0 0,0 1 0 0 0,-1-1 0 0 0,1 0-1 0 0,-1 0 1 0 0,1 0 0 0 0,-1 0 0 0 0,1 1-1 0 0,-1-1 1 0 0,1 0 0 0 0,-1 0 0 0 0,1 0-1 0 0,-1 0 1 0 0,1 0 0 0 0,0 0 0 0 0,-1 0-1 0 0,1 0 1 0 0,-1 0 0 0 0,1-1 0 0 0,-1 1-1 0 0,0 0 1 0 0,-1-1-3 0 0,-1-1-1 0 0,1 1 1 0 0,0-1-1 0 0,0 1 1 0 0,0-1-1 0 0,1 0 1 0 0,-1 1-1 0 0,0-1 1 0 0,1 0 0 0 0,-1 0-1 0 0,1 0 1 0 0,-1-1-1 0 0,0-1 1 0 0,0 0-59 0 0,3-1-30 0 0,0-3-13 0 0,0 0 0 0 0,1 0 0 0 0,-1 1 0 0 0,2-1-1 0 0,-1 1 1 0 0,1 0 0 0 0,0 0 0 0 0,8-13 0 0 0,-3 10-202 0 0,0 0 1 0 0,1 0 0 0 0,0 1 0 0 0,1 0 0 0 0,0 1-1 0 0,0 0 1 0 0,21-13 0 0 0,-3 7-618 0 0,59-21 0 0 0,-35 18 714 0 0,-49 16 87 0 0,0 1 91 0 0,-1-1 1 0 0,0 1-1 0 0,0 0 1 0 0,0-1-1 0 0,0 1 0 0 0,0-1 1 0 0,0 0-1 0 0,0 1 0 0 0,0-1 1 0 0,0 0-1 0 0,3-2 0 0 0,13-5 1181 0 0,-30 28-936 0 0,12-19-228 0 0,0-1 0 0 0,0 1 0 0 0,0-1 0 0 0,-1 1 0 0 0,1-1 0 0 0,0 1 0 0 0,0-1 0 0 0,0 1 0 0 0,0-1 0 0 0,-1 1 0 0 0,1-1 0 0 0,0 0 0 0 0,0 1 0 0 0,-1-1 0 0 0,1 1 0 0 0,0-1 0 0 0,-1 1-1 0 0,1-1 1 0 0,0 0 0 0 0,-1 1 0 0 0,1-1 0 0 0,-1 1 0 0 0,-11 14 360 0 0,2 3-262 0 0,8-13-29 0 0,0 0 1 0 0,-6 16-26 0 0,6-16-7 0 0,1 1-8 0 0,-3 15-14 0 0,3-15-11 0 0,1-1 4 0 0,-4 44 63 0 0,3-44-34 0 0,2-1-49 0 0,2 15 53 0 0,-3-18-46 0 0,0 0-1 0 0,0 0 1 0 0,0 0-1 0 0,1 0 1 0 0,-1 0-1 0 0,0-1 1 0 0,1 1-1 0 0,-1 0 1 0 0,1 0-1 0 0,-1 0 1 0 0,1-1-1 0 0,-1 1 1 0 0,1 0-1 0 0,-1 0 1 0 0,1-1-1 0 0,0 1 1 0 0,0-1-1 0 0,-1 1 1 0 0,1-1-1 0 0,0 1 1 0 0,0-1-1 0 0,-1 1 1 0 0,1-1-1 0 0,0 0 1 0 0,0 1-1 0 0,0-1 1 0 0,0 0-1 0 0,0 0 1 0 0,0 1-1 0 0,0-1 1 0 0,1 0-1 0 0,4-1 62 0 0,0 0 1 0 0,0 0-1 0 0,0 0 1 0 0,0-1-1 0 0,0 0 0 0 0,-1 0 1 0 0,1 0-1 0 0,-1-1 1 0 0,1 0-1 0 0,-1 0 0 0 0,8-7 1 0 0,-6 4 0 0 0,-1-1 0 0 0,-1 1 1 0 0,1-1-1 0 0,-1-1 0 0 0,-1 1 1 0 0,1-1-1 0 0,-1 0 0 0 0,-1 0 1 0 0,1 0-1 0 0,2-12 0 0 0,-5 15-107 0 0,-1-1-8 0 0,-1-21 11 0 0,1 21 9 0 0,-2 0 7 0 0,-5-18 5 0 0,5 18-23 0 0,-1 3-17 0 0,1 0-63 0 0,0 1 1 0 0,0 0-1 0 0,0 1 1 0 0,0-1-1 0 0,0 0 1 0 0,0 1-1 0 0,-1-1 1 0 0,1 1-1 0 0,-1 0 0 0 0,1-1 1 0 0,-1 1-1 0 0,1 0 1 0 0,-1 1-1 0 0,0-1 1 0 0,1 0-1 0 0,-5 1 1 0 0,6 0 17 0 0,-1 0 0 0 0,1 0 0 0 0,0 1 0 0 0,-1-1 1 0 0,1 1-1 0 0,0-1 0 0 0,-1 1 0 0 0,1 0 0 0 0,0 0 1 0 0,0-1-1 0 0,0 1 0 0 0,-2 2 0 0 0,1-1-176 0 0,-2 0-931 0 0</inkml:trace>
</inkml:ink>
</file>

<file path=ppt/ink/ink2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29.2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1 108 3112 0 0,'3'-3'1870'0'0,"-3"3"-1995"0"0,30-21 8745 0 0,-29 44-8518 0 0,0-17-30 0 0,-1-1 2 0 0,0 2-132 0 0,0 1 1 0 0,1 0-1 0 0,0-1 1 0 0,0 1-1 0 0,1-1 1 0 0,0 1-1 0 0,1-1 1 0 0,-1 0-1 0 0,1 0 1 0 0,0 0-1 0 0,1 0 1 0 0,0-1-1 0 0,0 1 1 0 0,0-1-1 0 0,1 0 1 0 0,0 0-1 0 0,0-1 1 0 0,10 9-1 0 0,-11-12-157 0 0,-4-2 202 0 0,1 0 0 0 0,0 0 1 0 0,-1 0-1 0 0,1 0 0 0 0,-1 0 0 0 0,1 0 0 0 0,0 1 0 0 0,-1-1 0 0 0,1 0 1 0 0,-1 0-1 0 0,1 0 0 0 0,0 1 0 0 0,-1-1 0 0 0,1 0 0 0 0,-1 0 1 0 0,1 1-1 0 0,-1-1 0 0 0,1 1 0 0 0,-1-1 0 0 0,1 0 0 0 0,-1 1 0 0 0,1 0 1 0 0,0 0-3 0 0,0 0 1 0 0,-1-1-1 0 0,1 1 0 0 0,0-1 1 0 0,0 1-1 0 0,-1 0 1 0 0,1-1-1 0 0,0 0 1 0 0,0 1-1 0 0,0-1 1 0 0,0 1-1 0 0,0-1 1 0 0,0 0-1 0 0,0 0 1 0 0,0 1-1 0 0,0-1 1 0 0,-1 0-1 0 0,1 0 1 0 0,0 0-1 0 0,0 0 1 0 0,0 0-1 0 0,2 0 1 0 0,18 0-24 0 0,-16 0 86 0 0,-5-1-41 0 0,1 0 1 0 0,-1 1-1 0 0,1-1 1 0 0,-1 1 0 0 0,1 0-1 0 0,-1-1 1 0 0,1 1-1 0 0,-1-1 1 0 0,1 1-1 0 0,0 0 1 0 0,-1-1-1 0 0,1 1 1 0 0,0 0 0 0 0,-1 0-1 0 0,1 0 1 0 0,0 0-1 0 0,-1-1 1 0 0,1 1-1 0 0,0 0 1 0 0,0 0-1 0 0,0 0 6 0 0,0 0 0 0 0,0 0-1 0 0,0 0 1 0 0,0 0-1 0 0,0 0 1 0 0,0-1-1 0 0,0 1 1 0 0,0 0-1 0 0,0-1 1 0 0,0 1-1 0 0,0-1 1 0 0,0 1-1 0 0,0-1 1 0 0,-1 1 0 0 0,1-1-1 0 0,0 0 1 0 0,0 1-1 0 0,-1-1 1 0 0,1 0-1 0 0,1-1 1 0 0,11-12 213 0 0,0-2-1 0 0,-1 1 1 0 0,-1-1 0 0 0,0-1-1 0 0,-1 0 1 0 0,13-31 0 0 0,6-13 95 0 0,-27 57-320 0 0,-2 10-88 0 0,3 14 91 0 0,-3-15-30 0 0,1 1-33 0 0,0 17-57 0 0,-1-17-41 0 0,1 0-20 0 0,-1 2 36 0 0,2 0-1 0 0,-1-1 1 0 0,1 1 0 0 0,0-1-1 0 0,1 1 1 0 0,-1-1 0 0 0,1 0 0 0 0,1 0-1 0 0,0 0 1 0 0,6 9 0 0 0,-7-12-99 0 0,1-2 42 0 0,1 0 186 0 0,-1-1 1 0 0,1 1 0 0 0,-1-1-1 0 0,1 0 1 0 0,0 0 0 0 0,-1 0-1 0 0,1-1 1 0 0,0 1-1 0 0,-1-1 1 0 0,1 0 0 0 0,0-1-1 0 0,0 1 1 0 0,-1-1 0 0 0,1 0-1 0 0,0 0 1 0 0,-1-1-1 0 0,1 1 1 0 0,6-4 0 0 0,-1-1 238 0 0,0 0-1 0 0,0-1 1 0 0,0 0 0 0 0,-1 0 0 0 0,0-1 0 0 0,-1 0 0 0 0,0 0-1 0 0,0-1 1 0 0,-1-1 0 0 0,0 1 0 0 0,0-1 0 0 0,9-19 0 0 0,0-14 975 0 0,-15 39-758 0 0,1 0 48 0 0,4-13-149 0 0,-5 12 213 0 0,-1 4-538 0 0,0 0-1 0 0,1 0 1 0 0,-1 0-1 0 0,0 1 1 0 0,1-1-1 0 0,-1 0 1 0 0,0 0-1 0 0,1 0 1 0 0,-1 0-1 0 0,1 0 1 0 0,-1 1-1 0 0,1-1 1 0 0,0 0-1 0 0,-1 0 0 0 0,1 1 1 0 0,1-2-1 0 0,-1 1 146 0 0,6 61-39 0 0,6 53-388 0 0,6-1 0 0 0,43 147 1 0 0,-39-173-3021 0 0,-23-81 2344 0 0,1 0-1369 0 0,-1 10 1942 0 0,3-6-6297 0 0</inkml:trace>
</inkml:ink>
</file>

<file path=ppt/ink/ink2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29.5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4 281 2240 0 0,'-2'-30'1535'0'0,"0"-1"-1"0"0,3 1 1 0 0,7-61-1 0 0,-7 85-1459 0 0,1 0 0 0 0,-1 0 0 0 0,1 0 1 0 0,1 1-1 0 0,-1-1 0 0 0,1 1 0 0 0,7-10 0 0 0,-8 11-53 0 0,1 0 0 0 0,0 1 1 0 0,0 0-1 0 0,0 0 0 0 0,1 0 1 0 0,-1 0-1 0 0,1 0 1 0 0,0 1-1 0 0,0-1 0 0 0,0 1 1 0 0,0 0-1 0 0,0 1 0 0 0,1-1 1 0 0,-1 1-1 0 0,0-1 1 0 0,1 1-1 0 0,-1 1 0 0 0,1-1 1 0 0,-1 0-1 0 0,1 1 0 0 0,6 0 1 0 0,-4 1-16 0 0,0-1 1 0 0,0 1-1 0 0,0 0 1 0 0,0 1 0 0 0,0 0-1 0 0,0 0 1 0 0,-1 0-1 0 0,1 1 1 0 0,-1 0-1 0 0,1 0 1 0 0,-1 1-1 0 0,0-1 1 0 0,0 1-1 0 0,0 1 1 0 0,-1-1-1 0 0,5 6 1 0 0,-7-7-4 0 0,-1-1 0 0 0,0 1 0 0 0,0 0 0 0 0,-1 0 0 0 0,1 0-1 0 0,-1 0 1 0 0,1 1 0 0 0,-1-1 0 0 0,0 0 0 0 0,0 1 0 0 0,0-1 0 0 0,-1 0 0 0 0,1 5 0 0 0,0-3 18 0 0,-1 0 11 0 0,1-1 0 0 0,-1 1-1 0 0,0-1 1 0 0,-1 0 0 0 0,1 1 0 0 0,-1-1-1 0 0,0 1 1 0 0,0-1 0 0 0,0 0 0 0 0,-3 7-1 0 0,2-7-10 0 0,1 0 18 0 0,1-2-32 0 0,-1 0 0 0 0,1 0 0 0 0,-1 0 0 0 0,0 0 1 0 0,0 0-1 0 0,1 0 0 0 0,-1 0 0 0 0,-1 0 0 0 0,1 0 0 0 0,0 0 0 0 0,0-1 1 0 0,-1 1-1 0 0,-1 2 0 0 0,-6 5-74 0 0,-3 4 152 0 0,-1-1-1 0 0,-1 0 1 0 0,0-1 0 0 0,-28 16-1 0 0,39-25-163 0 0,-1 0-202 0 0,2-1-119 0 0,-7 5 648 0 0,1-5-4566 0 0,7-5 2200 0 0,-3-18-1475 0 0</inkml:trace>
</inkml:ink>
</file>

<file path=ppt/ink/ink2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29.8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61 28 4068 0 0,'0'0'1373'0'0,"4"-2"-239"0"0,-2 1-871 0 0,-1 0-154 0 0,0 0 0 0 0,0 0 1 0 0,0 0-1 0 0,0 0 1 0 0,0 1-1 0 0,0-1 1 0 0,0 0-1 0 0,0 1 0 0 0,1-1 1 0 0,-1 1-1 0 0,0-1 1 0 0,3 0 1117 0 0,6-13 576 0 0,-27 20-1607 0 0,13-4-27 0 0,1 1-51 0 0,-1 0-67 0 0,-1 2-13 0 0,0 0 0 0 0,0 0 0 0 0,0 0 0 0 0,0 1 0 0 0,1-1 0 0 0,0 1 0 0 0,0 0 0 0 0,-4 10-1 0 0,1 4 25 0 0,5-15 0 0 0,3 0-9 0 0,1 1-41 0 0,-1 0 0 0 0,1 0-1 0 0,1 0 1 0 0,-1-1 0 0 0,1 1-1 0 0,0-1 1 0 0,0 1 0 0 0,6 6 0 0 0,42 40 116 0 0,-37-38-73 0 0,33 35-199 0 0,-45-46 178 0 0,-2 3-37 0 0,0-2-3 0 0,0-1 3 0 0,0 0-1 0 0,0-1 1 0 0,0 1-1 0 0,0 0 1 0 0,0 0-1 0 0,-1-1 1 0 0,1 1-1 0 0,-1 0 1 0 0,0 0-1 0 0,0-1 1 0 0,0 1-1 0 0,0-1 1 0 0,-1 1-1 0 0,1-1 0 0 0,-1 1 1 0 0,1-1-1 0 0,-1 0 1 0 0,-2 2-1 0 0,-5 4-381 0 0,0 0 0 0 0,-1-1-1 0 0,0-1 1 0 0,0 0-1 0 0,0 0 1 0 0,-1-1-1 0 0,-18 7 1 0 0,25-11-1065 0 0,-2-1 20 0 0,-17-2-913 0 0,17 2-1647 0 0</inkml:trace>
</inkml:ink>
</file>

<file path=ppt/ink/ink2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30.5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238 158 3408 0 0,'2'-6'1884'0'0,"0"-1"-1342"0"0,0 0-1 0 0,0 0 1 0 0,0 0 0 0 0,-1 0-1 0 0,0 0 1 0 0,-1 0 0 0 0,0 0 0 0 0,-1-12-1 0 0,1 15-395 0 0,-1 1-1 0 0,0-1 0 0 0,0 0 0 0 0,-1 1 1 0 0,1 0-1 0 0,-1-1 0 0 0,0 1 1 0 0,1 0-1 0 0,-1 0 0 0 0,-1-1 0 0 0,1 2 1 0 0,0-1-1 0 0,-1 0 0 0 0,0 0 0 0 0,1 1 1 0 0,-1-1-1 0 0,0 1 0 0 0,0 0 0 0 0,0 0 1 0 0,-7-3-1 0 0,6 3-85 0 0,0 0 0 0 0,0 1 0 0 0,0-1 0 0 0,0 1 0 0 0,0 0 0 0 0,0 0 0 0 0,-1 0 1 0 0,1 1-1 0 0,0-1 0 0 0,0 1 0 0 0,-1 0 0 0 0,1 0 0 0 0,0 1 0 0 0,0-1 0 0 0,-1 1 0 0 0,1 0 0 0 0,-8 3 0 0 0,4 1-21 0 0,0 2 0 0 0,0-1-1 0 0,0 1 1 0 0,1 0 0 0 0,-1 1-1 0 0,2 0 1 0 0,-1 0 0 0 0,-5 10-1 0 0,7-9-25 0 0,0 1 0 0 0,0 0-1 0 0,1 0 1 0 0,0 1 0 0 0,-2 13-1 0 0,1-5-22 0 0,2 0 0 0 0,0 1 0 0 0,0 30 0 0 0,4-24-16 0 0,-1-19 54 0 0,1-6-24 0 0,0 1 0 0 0,0 0 0 0 0,0-1 1 0 0,0 1-1 0 0,-1 0 0 0 0,1 0 0 0 0,-1-1 1 0 0,1 1-1 0 0,-1 0 0 0 0,1 3 0 0 0,0-1 103 0 0,3-2-61 0 0,12 7-13 0 0,-11-7 5 0 0,-1-4 19 0 0,3 0-2 0 0,0-1 1 0 0,0 0-1 0 0,-1 0 1 0 0,1-1-1 0 0,-1 0 1 0 0,0 0-1 0 0,7-6 0 0 0,-3-1 242 0 0,1 1-1 0 0,-2-2 0 0 0,14-19 0 0 0,14-25 2060 0 0,-35 52-1858 0 0,3-1-358 0 0,-5 5-132 0 0,0-1 0 0 0,0 1-1 0 0,0-1 1 0 0,1 1-1 0 0,-1 0 1 0 0,0-1-1 0 0,0 1 1 0 0,0-1-1 0 0,1 1 1 0 0,-1 0-1 0 0,0-1 1 0 0,1 1 0 0 0,-1 0-1 0 0,0-1 1 0 0,1 1-1 0 0,-1 0 1 0 0,0-1-1 0 0,1 1 1 0 0,-1 0-1 0 0,1 0 1 0 0,-1-1-1 0 0,1 1 1 0 0,-1 0 0 0 0,0 0-1 0 0,1 0 1 0 0,-1 0-1 0 0,1 0 1 0 0,-1 0-1 0 0,1 0 1 0 0,-1 0-1 0 0,1 0 1 0 0,-1 0-1 0 0,1 0 1 0 0,0 0-1 0 0,57 132-6518 0 0,-55-126 5480 0 0,1 0 0 0 0,0 0 0 0 0,1 0 0 0 0,-1-1-1 0 0,10 9 1 0 0,-7-7-903 0 0</inkml:trace>
</inkml:ink>
</file>

<file path=ppt/ink/ink2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31.3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1 202 2936 0 0,'0'0'1228'0'0,"1"-6"-226"0"0,0 2-814 0 0,0-1 1 0 0,1 0-1 0 0,-1 1 1 0 0,1-1-1 0 0,0 1 0 0 0,0 0 1 0 0,1-1-1 0 0,-1 1 1 0 0,1 0-1 0 0,0 0 0 0 0,0 1 1 0 0,0-1-1 0 0,1 0 1 0 0,-1 1-1 0 0,1 0 1 0 0,0 0-1 0 0,4-3 0 0 0,-4 4 0 0 0,2 2-26 0 0,-1 0-148 0 0,1-1 10 0 0,-1 1 1 0 0,1 0-1 0 0,0 0 0 0 0,-1 1 1 0 0,1-1-1 0 0,0 1 0 0 0,-1 1 0 0 0,1-1 1 0 0,-1 1-1 0 0,8 3 0 0 0,29 15-27 0 0,-35-14 7 0 0,-2 0-1 0 0,1-2-13 0 0,0 1 0 0 0,0 0 1 0 0,-1 1-1 0 0,0 0 0 0 0,0-1 0 0 0,5 9 0 0 0,-7-9 13 0 0,-1-2 26 0 0,0 1 1 0 0,0 0-1 0 0,0 0 1 0 0,0 0 0 0 0,-1 0-1 0 0,0 0 1 0 0,0 0 0 0 0,0 0-1 0 0,1 9 1 0 0,-2-9 8 0 0,1 0 173 0 0,-2 2 91 0 0,-1 17 57 0 0,1-17 36 0 0,0-2 11 0 0,-2 3 15 0 0,-1-1 0 0 0,1 0 1 0 0,-1 0-1 0 0,-7 9 0 0 0,8-12 151 0 0,-1-1-64 0 0,3-2-382 0 0,-1 1 0 0 0,1 0 0 0 0,-1-1 0 0 0,1 1 0 0 0,-1-1 0 0 0,1 1 0 0 0,-1-1 0 0 0,1 0 0 0 0,-1 0 0 0 0,1 0 0 0 0,-1 0 0 0 0,1 0 0 0 0,-1 0 0 0 0,0 0 0 0 0,1 0 0 0 0,-1-1 0 0 0,1 1 0 0 0,-1-1 0 0 0,1 1 0 0 0,-1-1 0 0 0,1 1 0 0 0,-1-1 0 0 0,1 0 0 0 0,0 0 0 0 0,0 0 0 0 0,-3-1 0 0 0,4 0-100 0 0,-1 1-1 0 0,0-1 1 0 0,1 1 0 0 0,-1-1-1 0 0,1 1 1 0 0,-1-1 0 0 0,1 0-1 0 0,0 1 1 0 0,0-1 0 0 0,0 1 0 0 0,0-1-1 0 0,0-2 1 0 0,0 2 14 0 0,0-3-28 0 0,0 0 0 0 0,0 0-1 0 0,0 0 1 0 0,1 0 0 0 0,-1 0 0 0 0,1 0 0 0 0,1 0 0 0 0,-1 1 0 0 0,1-1-1 0 0,2-6 1 0 0,-2 7-54 0 0,1-6-130 0 0,1 1 1 0 0,0-1-1 0 0,1 1 0 0 0,0 1 1 0 0,0-1-1 0 0,1 1 1 0 0,0-1-1 0 0,1 2 0 0 0,-1-1 1 0 0,11-8-1 0 0,-3 4-795 0 0,2 0-1 0 0,-1 1 1 0 0,30-16-1 0 0,-36 23 310 0 0,0 0 1 0 0,1 0-1 0 0,-1 1 0 0 0,13-3 0 0 0,-14 4 233 0 0,-3 1-311 0 0,1 0 158 0 0,17-1 138 0 0,-17 1 156 0 0,0 3 151 0 0,-2-1 292 0 0,0 1 1 0 0,1-1-1 0 0,-1 1 0 0 0,0 1 1 0 0,0-1-1 0 0,0 0 0 0 0,7 7 1 0 0,-8-6 489 0 0,6 19 541 0 0,-8-18-922 0 0,5 12-30 0 0,-4-13 313 0 0,1-1-389 0 0,13 6-20 0 0,-13-6 120 0 0,3-3-110 0 0,-6 1-150 0 0,9-2 111 0 0,-1 1 1 0 0,0-1-1 0 0,1-1 1 0 0,-1 0-1 0 0,0 0 0 0 0,-1 0 1 0 0,1-1-1 0 0,-1 0 1 0 0,1 0-1 0 0,-1-1 0 0 0,8-7 1 0 0,-2 0-38 0 0,-10 9-18 0 0,0-1-5 0 0,9-13-15 0 0,-9 13-31 0 0,-2 0-32 0 0,0 0 26 0 0,0 0 0 0 0,0-1-1 0 0,0 1 1 0 0,-1 0 0 0 0,0-1-1 0 0,0 1 1 0 0,-1-8 0 0 0,0 7-6 0 0,-8 0-36 0 0,9 4 44 0 0,0 1 0 0 0,-1 0 0 0 0,1-1-1 0 0,-1 1 1 0 0,1-1 0 0 0,0 1-1 0 0,-1 0 1 0 0,1-1 0 0 0,-1 1 0 0 0,1 0-1 0 0,-1-1 1 0 0,1 1 0 0 0,-1 0-1 0 0,1 0 1 0 0,-1-1 0 0 0,1 1 0 0 0,-1 0-1 0 0,1 0 1 0 0,-1 0 0 0 0,1 0 0 0 0,-1 0-1 0 0,1 0 1 0 0,-1 0 0 0 0,0 0-1 0 0,1 0 1 0 0,-1 0 0 0 0,1 0 0 0 0,-1 0-1 0 0,1 0 1 0 0,-1 0 0 0 0,1 1-1 0 0,-2-1 1 0 0,-6 3 42 0 0,0 1-1 0 0,0 0 0 0 0,0 0 1 0 0,1 1-1 0 0,-1 0 1 0 0,1 0-1 0 0,0 1 0 0 0,0 0 1 0 0,1 0-1 0 0,0 0 1 0 0,0 1-1 0 0,0 0 0 0 0,1 0 1 0 0,-8 15-1 0 0,9-16-7 0 0,2-4-31 0 0,1-1 1 0 0,0 1-1 0 0,0 0 0 0 0,0 0 0 0 0,0 0 0 0 0,0-1 0 0 0,0 1 0 0 0,1 0 0 0 0,-1 0 1 0 0,0 4-1 0 0,-3 11 53 0 0,2-8-32 0 0,1 1 1 0 0,0-1 0 0 0,0 0 0 0 0,1 1 0 0 0,0-1 0 0 0,1 1 0 0 0,0-1 0 0 0,0 0 0 0 0,1 1 0 0 0,0-1-1 0 0,4 10 1 0 0,-4-16-27 0 0,0 0 0 0 0,-1 0 0 0 0,2 0 0 0 0,-1 0 0 0 0,0 0 0 0 0,0 0 0 0 0,1 0 0 0 0,-1-1 0 0 0,1 1 0 0 0,0-1 0 0 0,0 0 0 0 0,0 0 0 0 0,0 0-1 0 0,0 0 1 0 0,1 0 0 0 0,-1-1 0 0 0,0 0 0 0 0,1 1 0 0 0,-1-1 0 0 0,5 0 0 0 0,1 1-113 0 0,0 0-1 0 0,0-1 1 0 0,0-1-1 0 0,0 0 1 0 0,12-1 0 0 0,9-3-881 0 0,0-1 1 0 0,0-2-1 0 0,-1-1 1 0 0,0-1 0 0 0,0-2-1 0 0,-1-1 1 0 0,0-1-1 0 0,33-22 1 0 0,-8 1-3595 0 0</inkml:trace>
</inkml:ink>
</file>

<file path=ppt/ink/ink2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32.7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94 3308 0 0,'-22'-89'7340'0'0,"21"85"-4707"0"0,2 9-2059 0 0,44 243 2076 0 0,-4-37-2154 0 0,13 171 75 0 0,-53-377 205 0 0,1 12-392 0 0,5-26-76 0 0,6-36-76 0 0,-6 13-332 0 0,1 0 0 0 0,2 0 0 0 0,19-43 0 0 0,-27 72 9 0 0,0 2 73 0 0,0 0-1 0 0,-1 0 1 0 0,1 0-1 0 0,-1 0 1 0 0,1-1 0 0 0,-1 1-1 0 0,1 0 1 0 0,-1-1-1 0 0,0 1 1 0 0,3-4-1 0 0,0 2-92 0 0,1 2 35 0 0,0 0 54 0 0,-1 1 0 0 0,1 0-1 0 0,-1 0 1 0 0,1 0 0 0 0,0 0 0 0 0,-1 1 0 0 0,1 0-1 0 0,-1 0 1 0 0,0 0 0 0 0,1 0 0 0 0,-1 1-1 0 0,0 0 1 0 0,0 0 0 0 0,0 0 0 0 0,0 0 0 0 0,0 0-1 0 0,0 1 1 0 0,4 3 0 0 0,-5-3-8 0 0,2 0 22 0 0,-1 0 0 0 0,0 1 0 0 0,0-1 0 0 0,0 1 1 0 0,0 0-1 0 0,-1 0 0 0 0,0 0 0 0 0,0 1 1 0 0,0-1-1 0 0,0 1 0 0 0,0-1 0 0 0,1 6 1 0 0,8 50-75 0 0,-12-53 78 0 0,0-1 0 0 0,-1 0 0 0 0,1 1 0 0 0,-1-1 0 0 0,0 0 0 0 0,-1 0 1 0 0,0 0-1 0 0,0 1 0 0 0,0-2 0 0 0,0 1 0 0 0,-1 0 0 0 0,0 0 0 0 0,-1-1 1 0 0,1 0-1 0 0,-1 1 0 0 0,0-1 0 0 0,0-1 0 0 0,-9 9 0 0 0,-2 0-9 0 0,0-1-1 0 0,0 0 0 0 0,-1-2 1 0 0,-21 12-1 0 0,34-21-108 0 0,0 1 0 0 0,1-1 0 0 0,-1 1 1 0 0,0-1-1 0 0,0 0 0 0 0,0 0 0 0 0,0 0 0 0 0,0 0 0 0 0,0-1 0 0 0,0 1 0 0 0,0-1 0 0 0,0 0 0 0 0,0 0 0 0 0,-5 0 0 0 0,-5-1-694 0 0,12 1 737 0 0,1-1 0 0 0,-1 1 0 0 0,0-1 0 0 0,0 1 0 0 0,1-1 0 0 0,-1 1 0 0 0,0-1 0 0 0,1 0 0 0 0,-1 1 0 0 0,0-1 0 0 0,1 0 0 0 0,-1 1 0 0 0,1-1 0 0 0,-1 0 0 0 0,1 0 0 0 0,-1 1 0 0 0,1-1 0 0 0,0 0 0 0 0,0 0 0 0 0,-1 0 0 0 0,1 0 0 0 0,0 1 0 0 0,0-1 0 0 0,0 0 0 0 0,0 0 0 0 0,0 0 0 0 0,0 0 0 0 0,0 0 0 0 0,0 0 0 0 0,0 0 0 0 0,0 1 0 0 0,0-1 0 0 0,1-1 0 0 0,2-21-824 0 0,-2 18 693 0 0,0 0-1 0 0,0 1 0 0 0,1 0 0 0 0,-1-1 1 0 0,1 1-1 0 0,0 0 0 0 0,0 0 0 0 0,1 0 0 0 0,-1 0 1 0 0,5-4-1 0 0,2-5-570 0 0,1 0 376 0 0,0 0 1 0 0,1 1-1 0 0,0 0 1 0 0,1 1-1 0 0,0 0 1 0 0,1 1-1 0 0,0 0 1 0 0,16-8-1 0 0,-8 6 932 0 0,0 1 0 0 0,1 1 0 0 0,0 1 0 0 0,38-10 0 0 0,-55 18 199 0 0,1 1-445 0 0,18 0-7 0 0,-17 0-45 0 0,3 6 79 0 0,8 1 141 0 0,39 31 60 0 0,-53-36-464 0 0,1-2-5 0 0,16 4-4 0 0,-16-4 14 0 0,2-1 18 0 0,6-1 60 0 0,0-1 0 0 0,0-1-1 0 0,0 0 1 0 0,-1-1 0 0 0,1 0 0 0 0,-1-1 0 0 0,0-1 0 0 0,-1 0 0 0 0,1 0 0 0 0,-1-1 0 0 0,12-12 0 0 0,-20 18 29 0 0,-3 1-152 0 0,0 1 1 0 0,1 0-1 0 0,-1 0 1 0 0,1-1 0 0 0,-1 1-1 0 0,0 0 1 0 0,1-1-1 0 0,-1 1 1 0 0,1 0-1 0 0,-1-1 1 0 0,0 1-1 0 0,0 0 1 0 0,1-1-1 0 0,-1 1 1 0 0,0-1 0 0 0,0 1-1 0 0,1-1 1 0 0,-1 1-1 0 0,0-1 1 0 0,0 1-1 0 0,0 0 1 0 0,0-1-1 0 0,0 1 1 0 0,0-1-1 0 0,0 0 1 0 0,0 0 5 0 0,1 1-1 0 0,-1 0 1 0 0,0-1-1 0 0,0 1 1 0 0,0-1 0 0 0,0 1-1 0 0,0-1 1 0 0,0 1-1 0 0,1-1 1 0 0,-1 1-1 0 0,0-1 1 0 0,0 1 0 0 0,0-1-1 0 0,1 1 1 0 0,-1 0-1 0 0,0-1 1 0 0,1 1-1 0 0,-1 0 1 0 0,0-1 0 0 0,1 1-1 0 0,-1 0 1 0 0,1-1-1 0 0,-1 1 1 0 0,1 0 0 0 0,-1-1-1 0 0,0-4 27 0 0,-2-14 46 0 0,1 14 235 0 0,-10 11-49 0 0,10-6-252 0 0,0 0 0 0 0,0 0-1 0 0,0 1 1 0 0,0-1 0 0 0,0 0-1 0 0,0 1 1 0 0,0-1 0 0 0,0 1 0 0 0,1-1-1 0 0,-1 1 1 0 0,0-1 0 0 0,0 1 0 0 0,1-1-1 0 0,-1 1 1 0 0,0 0 0 0 0,0 0-1 0 0,1-1 1 0 0,-2 3 0 0 0,-5 5 110 0 0,-1 0 0 0 0,1 1 0 0 0,1 0 0 0 0,-1 1 1 0 0,2 0-1 0 0,-1 0 0 0 0,1 0 0 0 0,-5 17 0 0 0,1 2 26 0 0,7-24-102 0 0,2 1-12 0 0,0-2-38 0 0,0-1-4 0 0,0 0 1 0 0,0 0 0 0 0,0 1 0 0 0,0-1-1 0 0,0 0 1 0 0,0 0 0 0 0,1 0-1 0 0,0 1 1 0 0,0-1 0 0 0,0 0-1 0 0,0 0 1 0 0,0 0 0 0 0,0 0 0 0 0,1 0-1 0 0,-1-1 1 0 0,5 6 0 0 0,-2-4-107 0 0,1 0 1 0 0,0 0-1 0 0,-1 0 1 0 0,2-1-1 0 0,-1 0 1 0 0,0 0-1 0 0,0 0 1 0 0,1-1-1 0 0,0 0 1 0 0,-1 0-1 0 0,1 0 1 0 0,0-1-1 0 0,0 1 1 0 0,0-2-1 0 0,0 1 1 0 0,0-1-1 0 0,0 1 1 0 0,0-2-1 0 0,0 1 1 0 0,8-2-1 0 0,-14 2 109 0 0,31-5-273 0 0,-1-1 1 0 0,46-15-1 0 0,-55 13 203 0 0,-1-1 0 0 0,0-1 0 0 0,0 0 0 0 0,-1-2-1 0 0,0 0 1 0 0,-1-2 0 0 0,-1 0 0 0 0,0 0 0 0 0,-1-2 0 0 0,0 0 0 0 0,-1-1 0 0 0,-1 0 0 0 0,12-21 0 0 0,-24 34 72 0 0,0 0 0 0 0,0-1 0 0 0,0 0 0 0 0,-1 1 0 0 0,1-1 0 0 0,-1 0 0 0 0,0 0 0 0 0,0-7 0 0 0,0 5-4 0 0,-1 2 76 0 0,-2 1-38 0 0,-6-12 14 0 0,6 12 184 0 0,-26 9-67 0 0,23-4-97 0 0,1 2 32 0 0,-26 34 62 0 0,27-32-136 0 0,2-1-9 0 0,-5 13-17 0 0,5-12 6 0 0,1 0 6 0 0,-1 0-12 0 0,4 19 6 0 0,-1-18-6 0 0,-1-1-1 0 0,1 1 1 0 0,0 0-1 0 0,0 0 1 0 0,1-1-1 0 0,-1 1 1 0 0,1-1-1 0 0,0 0 1 0 0,1 0-1 0 0,-1 0 0 0 0,1 0 1 0 0,0 0-1 0 0,1-1 1 0 0,-1 0-1 0 0,7 5 1 0 0,-2-1-5 0 0,33 25 12 0 0,14 15 240 0 0,-53-46-180 0 0,-2-1-59 0 0,0-1 0 0 0,0 0 0 0 0,0 1 0 0 0,0-1 0 0 0,0 1 0 0 0,0-1 0 0 0,0 1 0 0 0,0 0 0 0 0,0-1 0 0 0,-1 1 0 0 0,1 0 0 0 0,0 0 0 0 0,0-1 0 0 0,-1 1 0 0 0,1 0 0 0 0,-1 0 0 0 0,1 0 0 0 0,0 0 0 0 0,-1 0 0 0 0,0 0 0 0 0,1 0 0 0 0,-1 1 0 0 0,6 16 73 0 0,-4-14 37 0 0,-51 20-64 0 0,43-22-17 0 0,5-1-42 0 0,-1-1 1 0 0,1 1-1 0 0,-1-1 0 0 0,1 0 0 0 0,-1 1 0 0 0,0-1 0 0 0,1 0 1 0 0,-1 0-1 0 0,0 0 0 0 0,1 0 0 0 0,-3 0 0 0 0,-1 0-23 0 0,0 0-165 0 0,-20-5-1171 0 0,20 4 527 0 0,4-3-429 0 0,0 1 760 0 0,-3-6 54 0 0,4-3-2835 0 0,5-11-1291 0 0</inkml:trace>
</inkml:ink>
</file>

<file path=ppt/ink/ink2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33.0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41 2892 0 0,'14'-18'4193'0'0,"-12"14"-3054"0"0,10-15 4728 0 0,-13 24-5510 0 0,-11 162 1437 0 0,11-114-1584 0 0,8 67 1 0 0,-4-91-135 0 0,2-1 1 0 0,1 0-1 0 0,1 0 0 0 0,14 34 1 0 0,-18-54-64 0 0,-3-6-13 0 0,1 0 0 0 0,0 0-1 0 0,0 0 1 0 0,0-1 0 0 0,0 1 0 0 0,0 0-1 0 0,0 0 1 0 0,1-1 0 0 0,-1 1 0 0 0,0 0-1 0 0,1-1 1 0 0,2 2 0 0 0,2 4-16 0 0,9 5-721 0 0,-1-1 0 0 0,24 14 0 0 0,-34-23-189 0 0,1-2-85 0 0,16 1-241 0 0,-15-1-492 0 0,-3-2-86 0 0,11-8-1122 0 0</inkml:trace>
</inkml:ink>
</file>

<file path=ppt/ink/ink2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33.2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28 118 2512 0 0,'-28'-6'7348'0'0,"30"1"-6930"0"0,8-12-105 0 0,-10 17-306 0 0,0-1 0 0 0,0 1 1 0 0,0-1-1 0 0,1 1 0 0 0,-1 0 0 0 0,0-1 0 0 0,0 1 1 0 0,1 0-1 0 0,-1 0 0 0 0,0-1 0 0 0,0 1 1 0 0,1 0-1 0 0,-1 0 0 0 0,0-1 0 0 0,1 1 0 0 0,-1 0 1 0 0,0 0-1 0 0,1 0 0 0 0,-1-1 0 0 0,0 1 0 0 0,1 0 1 0 0,-1 0-1 0 0,1 0 0 0 0,-1 0 0 0 0,0 0 1 0 0,1 0-1 0 0,-1 0 0 0 0,131-30-156 0 0,48-12-5821 0 0,-137 30 1336 0 0</inkml:trace>
</inkml:ink>
</file>

<file path=ppt/ink/ink2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34.3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194 308 3360 0 0,'0'0'4627'0'0,"-7"0"-3830"0"0,-1-1-384 0 0,-1-1 0 0 0,0 0 0 0 0,1 0 0 0 0,0-1 0 0 0,0 0 0 0 0,0 0-1 0 0,0-1 1 0 0,0 0 0 0 0,-9-6 0 0 0,4 0 90 0 0,0 0-1 0 0,1-1 0 0 0,1 0 1 0 0,-1-1-1 0 0,-10-16 0 0 0,20 25-423 0 0,0-1-1 0 0,0 0 1 0 0,1 0-1 0 0,0 0 0 0 0,0 0 1 0 0,0 0-1 0 0,0 0 1 0 0,0 0-1 0 0,1-1 0 0 0,0 1 1 0 0,0 0-1 0 0,0-8 1 0 0,1 8-102 0 0,-1 0 33 0 0,0-1 1 0 0,1 1-1 0 0,0 0 1 0 0,0 0-1 0 0,0-1 1 0 0,1 1 0 0 0,-1 0-1 0 0,1 0 1 0 0,0 0-1 0 0,0 1 1 0 0,0-1 0 0 0,3-3-1 0 0,-2 3 12 0 0,0-1-15 0 0,0 1 1 0 0,0 0-1 0 0,0 0 0 0 0,0 0 1 0 0,1 0-1 0 0,0 1 1 0 0,0-1-1 0 0,0 1 0 0 0,0 0 1 0 0,6-3-1 0 0,-6 4-16 0 0,0-1-6 0 0,1 0 1 0 0,-1 1 0 0 0,1 0-1 0 0,0 0 1 0 0,0 0-1 0 0,0 0 1 0 0,0 1-1 0 0,0 0 1 0 0,7-1 0 0 0,-7 2 14 0 0,1-1-5 0 0,-1 0 1 0 0,0 1 0 0 0,1 0-1 0 0,-1 0 1 0 0,0 1-1 0 0,0-1 1 0 0,1 1 0 0 0,-1 0-1 0 0,0 1 1 0 0,7 2-1 0 0,-8-3 5 0 0,-1 0 0 0 0,-1-1 0 0 0,1 1 0 0 0,-1 0 1 0 0,1 0-1 0 0,-1 0 0 0 0,1 0 0 0 0,-1 0 0 0 0,0 1 0 0 0,0-1 0 0 0,1 1 0 0 0,-1-1 0 0 0,0 1 0 0 0,1 2 0 0 0,4 2-1 0 0,-1 0-27 0 0,0-1 0 0 0,-1 1 1 0 0,0-1-1 0 0,0 1 0 0 0,-1 1 0 0 0,0-1 1 0 0,0 1-1 0 0,0 0 0 0 0,-1 0 1 0 0,0 0-1 0 0,0 0 0 0 0,0 0 1 0 0,-1 1-1 0 0,-1-1 0 0 0,2 11 1 0 0,0 7-192 0 0,-1 0 0 0 0,-1-1 1 0 0,-4 35-1 0 0,-31 186-2057 0 0,-1 27-1716 0 0,35-264 3771 0 0,0-6 171 0 0,-1 1 0 0 0,1 0 0 0 0,0 0 0 0 0,0-1 1 0 0,0 1-1 0 0,1 0 0 0 0,-1-1 0 0 0,1 1 0 0 0,0 4 0 0 0,6 14-453 0 0,1 3-26 0 0,1 0 1 0 0,24 44 0 0 0,-31-64 659 0 0,14 15 658 0 0,-15-16-631 0 0,1-1 0 0 0,0 0-1 0 0,-1 0 1 0 0,1 0 0 0 0,0 0 0 0 0,0 0-1 0 0,1 0 1 0 0,-1-1 0 0 0,0 1 0 0 0,0-1-1 0 0,1 1 1 0 0,4 1 0 0 0,-3-1 757 0 0,1-3-632 0 0,14-3-32 0 0,-14 2 198 0 0,0 0-237 0 0,14-6-37 0 0,-15 5-22 0 0,-1 1 32 0 0,3-2 27 0 0,-2 2-10 0 0,0-1 0 0 0,0 0 0 0 0,-1 0-1 0 0,1 0 1 0 0,5-6 0 0 0,-21-12 78 0 0,8 22-220 0 0,-5 3-16 0 0,0 0 0 0 0,0 0 0 0 0,1 1 0 0 0,-1 0 0 0 0,1 0 0 0 0,-9 9 0 0 0,15-12-45 0 0,-3 2 32 0 0,1 1-1 0 0,0-1 0 0 0,0 1 1 0 0,0 0-1 0 0,0 0 1 0 0,1 0-1 0 0,0 1 0 0 0,0-1 1 0 0,1 1-1 0 0,-3 7 1 0 0,0 11 110 0 0,5-24-140 0 0,0 0 1 0 0,1 1-1 0 0,-1-1 1 0 0,0 1-1 0 0,0-1 0 0 0,0 1 1 0 0,0-1-1 0 0,1 0 1 0 0,-1 1-1 0 0,0-1 1 0 0,0 1-1 0 0,1-1 0 0 0,-1 0 1 0 0,0 1-1 0 0,0-1 1 0 0,1 0-1 0 0,-1 1 0 0 0,1-1 1 0 0,-1 0-1 0 0,0 0 1 0 0,1 1-1 0 0,-1-1 0 0 0,1 0 1 0 0,-1 0-1 0 0,0 0 1 0 0,1 1-1 0 0,0-1 10 0 0,-1 0 0 0 0,1 0-1 0 0,-1 0 1 0 0,0 0 0 0 0,1 1 0 0 0,-1-1 0 0 0,1 0-1 0 0,-1 0 1 0 0,0 1 0 0 0,1-1 0 0 0,-1 0 0 0 0,0 1-1 0 0,1-1 1 0 0,-1 0 0 0 0,0 1 0 0 0,0-1-1 0 0,1 0 1 0 0,-1 1 0 0 0,0-1 0 0 0,0 0 0 0 0,0 1-1 0 0,1-1 1 0 0,-1 1 0 0 0,0-1 0 0 0,0 1 0 0 0,0 0-1 0 0,5-2 162 0 0,1 0-32 0 0,0 0 0 0 0,-1 0 0 0 0,1-1 0 0 0,0 1 0 0 0,-1-1-1 0 0,1-1 1 0 0,-1 1 0 0 0,0-1 0 0 0,0 0 0 0 0,0 0 0 0 0,9-7 0 0 0,-14 10-130 0 0,25-29 104 0 0,-23 28-215 0 0,-1-1 0 0 0,0 0-1 0 0,0 0 1 0 0,0 1 0 0 0,0-1 0 0 0,0 0 0 0 0,0 0-1 0 0,0 0 1 0 0,-1 0 0 0 0,1 0 0 0 0,0 0 0 0 0,-1 0-1 0 0,0 0 1 0 0,0 0 0 0 0,1-1 0 0 0,-1 1 0 0 0,0 0-1 0 0,-1 0 1 0 0,1 0 0 0 0,-1-3 0 0 0,-2-1-561 0 0,0 1 1 0 0,-1 0-1 0 0,0 0 1 0 0,0 0-1 0 0,0 0 0 0 0,0 0 1 0 0,-1 1-1 0 0,0 0 1 0 0,0 0-1 0 0,0 0 1 0 0,0 1-1 0 0,-9-5 1 0 0,-13-5-5586 0 0</inkml:trace>
</inkml:ink>
</file>

<file path=ppt/ink/ink2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36.1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280 130 3028 0 0,'1'-4'244'0'0,"0"-1"-1"0"0,0 1 0 0 0,0 0 1 0 0,-1-1-1 0 0,0 1 1 0 0,0 0-1 0 0,0-1 0 0 0,0 1 1 0 0,-1 0-1 0 0,0 0 1 0 0,0-1-1 0 0,0 1 0 0 0,0 0 1 0 0,-1 0-1 0 0,1 0 1 0 0,-1 0-1 0 0,0 0 0 0 0,0 0 1 0 0,-4-3-1 0 0,-3 0 49 0 0,0 0 0 0 0,0 1-1 0 0,-1 0 1 0 0,-21-9 0 0 0,26 13-5 0 0,-2 3-16 0 0,2-1-239 0 0,1-1 14 0 0,-1 1 0 0 0,0 0 0 0 0,1 1 0 0 0,-1-1 0 0 0,0 1 0 0 0,1 0 0 0 0,-1 0 0 0 0,1 0 0 0 0,-1 0 0 0 0,1 1 0 0 0,0 0-1 0 0,-1 0 1 0 0,-4 3 0 0 0,0 1-2 0 0,1 1-1 0 0,-1 0 1 0 0,1 0-1 0 0,1 0 1 0 0,0 1-1 0 0,0 0 1 0 0,0 1-1 0 0,1-1 1 0 0,0 1 0 0 0,1 0-1 0 0,-1 1 1 0 0,2 0-1 0 0,0-1 1 0 0,0 1-1 0 0,1 1 1 0 0,0-1-1 0 0,-3 19 1 0 0,5-23-19 0 0,1 1 0 0 0,0 0 0 0 0,0-1 0 0 0,0 1 0 0 0,1 0 0 0 0,0-1 0 0 0,0 1 0 0 0,3 7 0 0 0,-3-10-11 0 0,1-1-1 0 0,-1 0 1 0 0,1 1 0 0 0,0-1 0 0 0,0 0-1 0 0,0 0 1 0 0,1 0 0 0 0,-1 0 0 0 0,1 0-1 0 0,-1-1 1 0 0,1 1 0 0 0,0-1-1 0 0,0 0 1 0 0,0 0 0 0 0,0 0 0 0 0,1 0-1 0 0,-1 0 1 0 0,4 1 0 0 0,10 3 133 0 0,-13-4 58 0 0,2-2-9 0 0,-2 0-177 0 0,1 0 52 0 0,0 1 0 0 0,1-1 0 0 0,-1-1 0 0 0,1 1 1 0 0,-1-1-1 0 0,1 0 0 0 0,-1 0 0 0 0,1 0 0 0 0,-1-1 0 0 0,0 0 0 0 0,0 0 1 0 0,0 0-1 0 0,0-1 0 0 0,0 1 0 0 0,-1-1 0 0 0,1-1 0 0 0,-1 1 1 0 0,0 0-1 0 0,7-8 0 0 0,-5 3-36 0 0,-1 0 0 0 0,-1-1 1 0 0,0 1-1 0 0,0-1 0 0 0,0 0 0 0 0,-1 0 0 0 0,0 0 1 0 0,-1 0-1 0 0,2-14 0 0 0,3-12 76 0 0,-5 24-157 0 0,1-1 1 0 0,1 1 0 0 0,0 0 0 0 0,0 1 0 0 0,1-1 0 0 0,0 1-1 0 0,8-11 1 0 0,-11 18 12 0 0,1 0-1 0 0,0 1 1 0 0,0 0 0 0 0,0-1-1 0 0,0 1 1 0 0,0 1-1 0 0,0-1 1 0 0,1 0-1 0 0,-1 1 1 0 0,1-1-1 0 0,-1 1 1 0 0,1 0 0 0 0,4 0-1 0 0,-5 0 32 0 0,1 0-14 0 0,1 0 1 0 0,0 0 0 0 0,0 1 0 0 0,0 0-1 0 0,0 0 1 0 0,-1 0 0 0 0,1 0 0 0 0,0 1-1 0 0,0 0 1 0 0,0 0 0 0 0,-1 0 0 0 0,6 2 0 0 0,1 1 0 0 0,0 1 0 0 0,0 0 0 0 0,16 10 0 0 0,-18-9-16 0 0,0 0 0 0 0,-1 1 0 0 0,1 0 0 0 0,-1 1 0 0 0,-1 0 0 0 0,1 0 0 0 0,-1 1 0 0 0,-1-1-1 0 0,1 2 1 0 0,-2-1 0 0 0,1 1 0 0 0,-1-1 0 0 0,-1 2 0 0 0,0-1 0 0 0,0 0 0 0 0,-1 1 0 0 0,0-1 0 0 0,-1 1 0 0 0,0 0 0 0 0,0 21-1 0 0,-2-28 31 0 0,0 0 0 0 0,-1 0 0 0 0,0 0-1 0 0,0-1 1 0 0,0 1 0 0 0,0 0 0 0 0,-1 0-1 0 0,1-1 1 0 0,-1 1 0 0 0,-3 5 0 0 0,2-3 9 0 0,1-3 71 0 0,0 0 0 0 0,1 0 0 0 0,-1 0-1 0 0,0 0 1 0 0,-1-1 0 0 0,1 1 0 0 0,0-1-1 0 0,-1 1 1 0 0,1-1 0 0 0,-1 0 0 0 0,0 0 0 0 0,0 0-1 0 0,0 0 1 0 0,0 0 0 0 0,0-1 0 0 0,0 0 0 0 0,0 1-1 0 0,0-1 1 0 0,-1 0 0 0 0,1 0 0 0 0,-1-1-1 0 0,1 1 1 0 0,0-1 0 0 0,-1 0 0 0 0,1 0 0 0 0,-1 0-1 0 0,1 0 1 0 0,-4-1 0 0 0,2 0 114 0 0,2-2-22 0 0,1-2-143 0 0,0 0-1 0 0,0 0 1 0 0,1 0-1 0 0,0 0 1 0 0,0 0-1 0 0,0 0 1 0 0,0-1-1 0 0,1 1 1 0 0,0 0 0 0 0,0 0-1 0 0,0 0 1 0 0,1-1-1 0 0,0 1 1 0 0,0 0-1 0 0,0 0 1 0 0,0 0-1 0 0,1 0 1 0 0,0 0-1 0 0,0 0 1 0 0,5-8 0 0 0,-2 4-99 0 0,-1 0 1 0 0,2 1 0 0 0,-1-1 0 0 0,1 1 0 0 0,0 0 0 0 0,1 1 0 0 0,0 0 0 0 0,0 0 0 0 0,1 0 0 0 0,-1 1-1 0 0,11-6 1 0 0,-14 10-23 0 0,1-1-130 0 0,1-1 0 0 0,0 2-1 0 0,0-1 1 0 0,0 1 0 0 0,0 0 0 0 0,0 0 0 0 0,0 0-1 0 0,11 0 1 0 0,44 6-3081 0 0,-59-4 2989 0 0,0 0 0 0 0,0 1 0 0 0,0-1 0 0 0,0 1 1 0 0,0 0-1 0 0,0 0 0 0 0,0-1 0 0 0,0 1 0 0 0,0 0 0 0 0,3 3 0 0 0,0-1-790 0 0</inkml:trace>
</inkml:ink>
</file>

<file path=ppt/ink/ink2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36.4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28 142 2616 0 0,'-5'1'1648'0'0,"-18"3"4810"0"0,29-4-6118 0 0,611-67 1048 0 0,-580 62-1461 0 0,32-4-1446 0 0,132-36 1 0 0,-155 24-2938 0 0</inkml:trace>
</inkml:ink>
</file>

<file path=ppt/ink/ink2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36.9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4224 0 0,'0'0'4363'0'0,"1"4"-3781"0"0,42 165 1591 0 0,-20-73-3023 0 0,58 156 0 0 0,-75-239-420 0 0,1-1 0 0 0,12 20 0 0 0,-16-28-879 0 0</inkml:trace>
</inkml:ink>
</file>

<file path=ppt/ink/ink2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37.3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272 1 2492 0 0,'0'0'3209'0'0,"-7"1"-2509"0"0,-20 2-90 0 0,16 2-138 0 0,-9 15-188 0 0,1 0 0 0 0,1 1-1 0 0,0 1 1 0 0,-18 32 0 0 0,-53 105 103 0 0,71-126-265 0 0,16-28-135 0 0,1-4-34 0 0,1-1 1 0 0,-1 0-1 0 0,1 1 0 0 0,0-1 1 0 0,-1 1-1 0 0,1-1 0 0 0,-1 0 1 0 0,1 1-1 0 0,0-1 0 0 0,0 1 1 0 0,-1-1-1 0 0,1 1 0 0 0,0-1 0 0 0,0 1 1 0 0,-1-1-1 0 0,1 1 0 0 0,0-1 1 0 0,0 1-1 0 0,0 0 0 0 0,0-1 1 0 0,0 1-1 0 0,0-1 0 0 0,0 1 0 0 0,0-1 1 0 0,0 1-1 0 0,0-1 0 0 0,0 1 1 0 0,0-1-1 0 0,1 1 0 0 0,-1 0 1 0 0,0-1-1 0 0,0 1 0 0 0,1-1 1 0 0,-1 0-1 0 0,0 1 0 0 0,0-1 0 0 0,1 1 1 0 0,-1-1-1 0 0,1 1 0 0 0,0 0 3 0 0,0-1-1 0 0,0 1 0 0 0,0-1 1 0 0,1 0-1 0 0,-1 0 1 0 0,0 0-1 0 0,0 1 0 0 0,0-1 1 0 0,0 0-1 0 0,0 0 0 0 0,1-1 1 0 0,-1 1-1 0 0,0 0 0 0 0,0 0 1 0 0,0 0-1 0 0,0-1 1 0 0,0 1-1 0 0,0-1 0 0 0,0 1 1 0 0,0-1-1 0 0,0 1 0 0 0,0-1 1 0 0,0 1-1 0 0,0-1 1 0 0,0 0-1 0 0,1-1 0 0 0,48-40-306 0 0,72-77-1 0 0,-29 25 2543 0 0,-90 92-1899 0 0,18-12 975 0 0,-16 17-938 0 0,2 2-191 0 0,0 0 1 0 0,-1 0-1 0 0,1 1 1 0 0,-1-1-1 0 0,0 2 1 0 0,-1-1-1 0 0,1 0 0 0 0,4 9 1 0 0,43 71 633 0 0,-30-47-589 0 0,-11-19-204 0 0,2-1-1 0 0,0-1 0 0 0,1 0 1 0 0,1-1-1 0 0,34 29 0 0 0,-46-44-193 0 0,0 1 0 0 0,0-1 0 0 0,1 1 0 0 0,-1-1 0 0 0,0 0 0 0 0,1-1 0 0 0,-1 1 0 0 0,1-1 0 0 0,0 0 0 0 0,-1 0 0 0 0,10 1 0 0 0,-9-2 181 0 0,-2 0-183 0 0,0 0 1 0 0,0 0 0 0 0,0 0 0 0 0,0-1 0 0 0,0 1 0 0 0,-1-1 0 0 0,1 0 0 0 0,0 0 0 0 0,0 0 0 0 0,-1 0 0 0 0,1 0 0 0 0,0-1 0 0 0,-1 1 0 0 0,1-1 0 0 0,2-2 0 0 0,0 1-255 0 0,1-5-1452 0 0,10-15-1344 0 0</inkml:trace>
</inkml:ink>
</file>

<file path=ppt/ink/ink2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37.6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63 3488 0 0,'-3'-58'3217'0'0,"2"54"-691"0"0,1 10-2132 0 0,-2 2-274 0 0,0 27 389 0 0,16 182 321 0 0,-7-162-963 0 0,27 106-1 0 0,-33-156-64 0 0,1 1 0 0 0,0-1 0 0 0,0 0 0 0 0,1 0 0 0 0,0 0 0 0 0,0-1 1 0 0,0 1-1 0 0,4 5 0 0 0,-6-9 149 0 0,2 2-801 0 0,1-1-163 0 0,20 4-2389 0 0</inkml:trace>
</inkml:ink>
</file>

<file path=ppt/ink/ink2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38.7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24 2636 0 0,'0'-5'1608'0'0,"2"-13"-267"0"0,-1 23 1289 0 0,1 39 1811 0 0,-2-24-5241 0 0,35 466 2425 0 0,-35-480-1578 0 0,9 23 146 0 0,-5-27-177 0 0,-3-2-16 0 0,0 1 0 0 0,0 0 1 0 0,0-1-1 0 0,0 1 0 0 0,0-1 0 0 0,0 1 0 0 0,0-1 0 0 0,0 0 0 0 0,0 1 0 0 0,0-1 0 0 0,0 0 0 0 0,0 0 0 0 0,0 1 1 0 0,0-1-1 0 0,0 0 0 0 0,0 0 0 0 0,0 0 0 0 0,0 0 0 0 0,1-1 0 0 0,-1 1 0 0 0,1 0 0 0 0,5-4-5 0 0,0 0 1 0 0,0-1-1 0 0,0 0 0 0 0,0 0 0 0 0,-1 0 0 0 0,0 0 0 0 0,0-1 0 0 0,0 0 1 0 0,-1-1-1 0 0,8-11 0 0 0,0 0 10 0 0,69-91 273 0 0,-80 106-241 0 0,4 0-11 0 0,-6 2-22 0 0,0 1 0 0 0,1-1 0 0 0,-1 1 0 0 0,0-1 0 0 0,1 1 0 0 0,-1-1 1 0 0,1 1-1 0 0,-1-1 0 0 0,0 1 0 0 0,1 0 0 0 0,-1-1 0 0 0,1 1 0 0 0,-1 0 0 0 0,1-1 0 0 0,-1 1 1 0 0,1 0-1 0 0,-1 0 0 0 0,1-1 0 0 0,-1 1 0 0 0,1 0 0 0 0,0 0 0 0 0,-1 0 0 0 0,1 0 0 0 0,-1 0 1 0 0,1 0-1 0 0,0 0 0 0 0,-1 0 0 0 0,1 0 0 0 0,-1 0 0 0 0,1 0 0 0 0,0 1 0 0 0,3 0 2 0 0,-3-1-5 0 0,0 0 0 0 0,1 1 0 0 0,-1-1 0 0 0,0 1 1 0 0,0-1-1 0 0,0 1 0 0 0,1-1 0 0 0,-1 1 0 0 0,0 0 0 0 0,0 0 0 0 0,0-1 0 0 0,0 1 0 0 0,0 0 0 0 0,0 0 0 0 0,0 0 0 0 0,-1 0 1 0 0,2 2-1 0 0,36 56 13 0 0,-29-43-297 0 0,1 0 0 0 0,1-1-1 0 0,0 0 1 0 0,1-1 0 0 0,20 19-1 0 0,-28-30 100 0 0,0 0 0 0 0,-1-1 0 0 0,1 1 1 0 0,0-1-1 0 0,1 0 0 0 0,-1 0 0 0 0,0-1 0 0 0,1 1 0 0 0,-1-1 0 0 0,7 1 0 0 0,-6-1 174 0 0,2 0-113 0 0,0 0-1 0 0,0 0 1 0 0,0-1-1 0 0,1 1 1 0 0,-1-2-1 0 0,0 1 0 0 0,13-3 1 0 0,-14 2 107 0 0,4 0 34 0 0,0-1 1 0 0,-1 0 0 0 0,1-1 0 0 0,0 1-1 0 0,-1-2 1 0 0,0 1 0 0 0,0-2 0 0 0,0 1 0 0 0,0-1-1 0 0,-1 0 1 0 0,12-10 0 0 0,24-28 283 0 0,-44 42-293 0 0,2-1 4 0 0,0 1 0 0 0,-1-1-1 0 0,0 1 1 0 0,1-1 0 0 0,-1 0 0 0 0,0 0 0 0 0,0 0-1 0 0,1 0 1 0 0,-2 0 0 0 0,1 0 0 0 0,0 0 0 0 0,1-3-1 0 0,2-10 109 0 0,8-41 61 0 0,-12 50-103 0 0,0 0 43 0 0,0-19 37 0 0,0 18-32 0 0,-1 2-65 0 0,-3-14-54 0 0,2 14 85 0 0,-20 10 105 0 0,17-3-163 0 0,1-1-10 0 0,1 1 0 0 0,-1 0 0 0 0,1 0 0 0 0,0 0-1 0 0,0 0 1 0 0,0 1 0 0 0,0-1 0 0 0,0 1 0 0 0,0 0 0 0 0,1 0 0 0 0,-1 0 0 0 0,1 0 0 0 0,-3 6 0 0 0,3-7-20 0 0,-4 6 29 0 0,-6 8 1 0 0,0 3 26 0 0,-18 38 51 0 0,9 4-174 0 0,20-57-30 0 0,0 1 18 0 0,-1 15-42 0 0,2-15 7 0 0,1-2-58 0 0,6 17 72 0 0,0-21 156 0 0,0 1 0 0 0,0-1-1 0 0,0-1 1 0 0,0 1 0 0 0,0-1 0 0 0,-1 0-1 0 0,1-1 1 0 0,-1 1 0 0 0,1-1 0 0 0,-1-1 0 0 0,0 1-1 0 0,10-8 1 0 0,29-27 574 0 0,-23 16-259 0 0,-19 18-166 0 0,0 1 11 0 0,1-2-122 0 0,-1 0 1 0 0,1 0-1 0 0,0 0 0 0 0,1 1 0 0 0,9-8 1 0 0,5 30-119 0 0,-17-11-66 0 0,0 1 1 0 0,0-1 0 0 0,0 0-1 0 0,1 0 1 0 0,1-1-1 0 0,-1 1 1 0 0,1-1-1 0 0,0 1 1 0 0,6 6-1 0 0,22 13-208 0 0,-28-24 174 0 0,1 0 6 0 0,19 3 17 0 0,-19-4 49 0 0,2-2-2 0 0,-2 1 20 0 0,1-1 76 0 0,1 0-1 0 0,-1-1 0 0 0,0 1 1 0 0,1-1-1 0 0,-1 0 0 0 0,0-1 1 0 0,-1 1-1 0 0,12-7 1 0 0,-6 0 47 0 0,1 1 0 0 0,-1-1 0 0 0,0-1 0 0 0,-1 0 1 0 0,0-1-1 0 0,0 0 0 0 0,-1 0 0 0 0,-1-1 0 0 0,0 0 1 0 0,-1 0-1 0 0,0-1 0 0 0,-1 0 0 0 0,8-21 0 0 0,-13 29-50 0 0,4-9 195 0 0,0 0-1 0 0,4-27 1 0 0,1-21 355 0 0,-9 57-420 0 0,0-1-30 0 0,1-17-19 0 0,-1 18 49 0 0,3-16-116 0 0,-3 17 177 0 0,-4 8-194 0 0,-5 8-18 0 0,0 1-1 0 0,1 0 1 0 0,1 1-1 0 0,0-1 0 0 0,1 1 1 0 0,1 0-1 0 0,0 1 1 0 0,0-1-1 0 0,2 1 1 0 0,0 0-1 0 0,-1 23 1 0 0,3 27-72 0 0,2-56 13 0 0,-1-3-55 0 0,0-1 0 0 0,0 1 0 0 0,0 0 0 0 0,1-1 1 0 0,0 1-1 0 0,0-1 0 0 0,1 0 0 0 0,0 1 0 0 0,5 8 0 0 0,-5-10-15 0 0,-1-2-43 0 0,0 1-1 0 0,0-1 1 0 0,0 0 0 0 0,1 0-1 0 0,-1 0 1 0 0,1 0 0 0 0,-1-1-1 0 0,1 1 1 0 0,-1-1 0 0 0,1 1-1 0 0,0-1 1 0 0,0 0 0 0 0,0 0-1 0 0,5 1 1 0 0,-3 0-88 0 0,-1-2-78 0 0,1 1 0 0 0,-1-1 0 0 0,1 1 1 0 0,-1-1-1 0 0,1 0 0 0 0,0-1 1 0 0,-1 1-1 0 0,1-1 0 0 0,-1 0 1 0 0,9-3-1 0 0,-10 3 48 0 0,-1 1 2 0 0,0-1-1 0 0,0 1 1 0 0,0 0 0 0 0,0-1 0 0 0,0 0 0 0 0,0 1 0 0 0,0-1 0 0 0,0 0 0 0 0,0 0 0 0 0,0 0 0 0 0,0 0 0 0 0,2-3 0 0 0,1 0-805 0 0</inkml:trace>
</inkml:ink>
</file>

<file path=ppt/ink/ink2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38.8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57 74 3636 0 0,'-6'1'1116'0'0,"-20"1"-86"0"0,20-2-171 0 0,1 1-113 0 0,-8 4 2577 0 0,35-5-2844 0 0,38-6-1051 0 0,-8-3-1664 0 0,0-3 1 0 0,80-29-1 0 0,-92 27-1634 0 0</inkml:trace>
</inkml:ink>
</file>

<file path=ppt/ink/ink2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39.7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23 2972 0 0,'0'0'2942'0'0,"0"-5"-1877"0"0,1-12 686 0 0,2 35 1193 0 0,11 42-1982 0 0,-4-33-1994 0 0,2 0-1 0 0,0 0 1 0 0,27 38-1 0 0,-36-61-480 0 0,0 0-1052 0 0,15 12-1823 0 0</inkml:trace>
</inkml:ink>
</file>

<file path=ppt/ink/ink2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40.1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348 84 2244 0 0,'-3'-4'221'0'0,"0"0"-1"0"0,-1 1 1 0 0,0-1-1 0 0,0 1 1 0 0,0-1-1 0 0,0 1 1 0 0,-1 1-1 0 0,1-1 1 0 0,-1 1-1 0 0,1-1 1 0 0,-1 1-1 0 0,0 1 1 0 0,0-1-1 0 0,0 1 1 0 0,0-1-1 0 0,0 2 1 0 0,0-1-1 0 0,-1 0 1 0 0,1 1-1 0 0,0 0 1 0 0,0 0-1 0 0,-10 2 1 0 0,-5 2 10 0 0,0 0 0 0 0,1 1 0 0 0,-26 11 0 0 0,35-12-121 0 0,-1 1 1 0 0,1 0-1 0 0,1 0 0 0 0,-1 1 1 0 0,1 1-1 0 0,0 0 0 0 0,0 0 1 0 0,-14 16-1 0 0,-3 12 149 0 0,24-32-147 0 0,2 3-48 0 0,1 14-20 0 0,0-15-14 0 0,3-2-11 0 0,11 8 12 0 0,-5-7-5 0 0,6-4-23 0 0,0 0 0 0 0,0-1-1 0 0,-1-1 1 0 0,25-5 0 0 0,-28 4 162 0 0,1-1 1 0 0,-1 0 0 0 0,0-1 0 0 0,0 0 0 0 0,0-1 0 0 0,-1 0 0 0 0,0-1-1 0 0,0 0 1 0 0,-1-1 0 0 0,1 0 0 0 0,-2 0 0 0 0,1-1 0 0 0,-1 0 0 0 0,-1-1-1 0 0,1 0 1 0 0,11-21 0 0 0,-18 28 154 0 0,-1-2-55 0 0,4-14-76 0 0,-4 15 153 0 0,-2-1-238 0 0,-2-15-37 0 0,2 15 23 0 0,0 5-88 0 0,-1-1 0 0 0,1 1 1 0 0,0-1-1 0 0,-1 1 0 0 0,1-1 0 0 0,0 0 0 0 0,0 0 1 0 0,0 1-1 0 0,0-1 0 0 0,0 0 0 0 0,0 0 0 0 0,-2-2 1 0 0,2 2-2 0 0,-2-1-21 0 0,-2 2-117 0 0,-15 4-64 0 0,15-3-116 0 0,2 2-89 0 0,-10 11-57 0 0,10-10-85 0 0,1 1-113 0 0,-5 17 61 0 0,6-16-39 0 0,1 0-199 0 0,1-1 662 0 0,-1 0-235 0 0,0-1 0 0 0,1 1 0 0 0,-1 0 0 0 0,1-1 0 0 0,1 1 0 0 0,-1-1 0 0 0,0 1 0 0 0,1-1 0 0 0,0 0 0 0 0,0 0 0 0 0,0 1 0 0 0,4 3 0 0 0,11 13-3258 0 0</inkml:trace>
</inkml:ink>
</file>

<file path=ppt/ink/ink2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40.5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101 1 2820 0 0,'0'0'7534'0'0,"-3"2"-7084"0"0,-7 8-58 0 0,7-8-62 0 0,-1 1-47 0 0,-37 26 441 0 0,38-26-617 0 0,0 1-8 0 0,-17 41 133 0 0,18-40-168 0 0,2 0 2 0 0,2 2-52 0 0,-1-1 0 0 0,1 1 0 0 0,0 0 0 0 0,0-1 1 0 0,1 0-1 0 0,0 0 0 0 0,0 0 0 0 0,1 0 0 0 0,-1 0 0 0 0,8 7 0 0 0,6 4-71 0 0,1 0 0 0 0,1-2-1 0 0,1-1 1 0 0,0 0 0 0 0,1-1 0 0 0,36 16 0 0 0,38 25-305 0 0,-88-49 306 0 0,3 5 8 0 0,-7-8 6 0 0,-6 26-17 0 0,3-27 58 0 0,0 0-1 0 0,-1-1 0 0 0,1 1 1 0 0,-1 0-1 0 0,1 0 0 0 0,0 0 1 0 0,-1 0-1 0 0,0-1 1 0 0,1 1-1 0 0,-1 0 0 0 0,1 0 1 0 0,-1-1-1 0 0,0 1 1 0 0,1 0-1 0 0,-1-1 0 0 0,0 1 1 0 0,0-1-1 0 0,0 1 0 0 0,1-1 1 0 0,-1 0-1 0 0,0 1 1 0 0,0-1-1 0 0,0 0 0 0 0,0 1 1 0 0,-1-1-1 0 0,-8 5-19 0 0,-1-1 0 0 0,0 0 0 0 0,1-1 0 0 0,-1-1 0 0 0,0 1 0 0 0,-1-2 0 0 0,-16 2 0 0 0,12-2-24 0 0,-64 3-885 0 0,70-3 420 0 0,0-1 0 0 0,0-1 1 0 0,0 0-1 0 0,0 0 0 0 0,0-1 0 0 0,-17-5 1 0 0,23 6 226 0 0,-18-7-2373 0 0</inkml:trace>
</inkml:ink>
</file>

<file path=ppt/ink/ink2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41.3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54 166 2844 0 0,'-42'-146'8354'0'0,"41"141"-7840"0"0,-1 1-91 0 0,-4-7 791 0 0,4 12-435 0 0,3 23-125 0 0,11 44-149 0 0,75 399 907 0 0,-34 1-1004 0 0,-53-463-301 0 0,0 0 41 0 0,2 19 351 0 0,-2-24-497 0 0,0 0-1 0 0,0-1 1 0 0,0 1 0 0 0,0 0 0 0 0,0-1-1 0 0,0 1 1 0 0,0 0 0 0 0,0 0 0 0 0,0-1-1 0 0,0 1 1 0 0,1 0 0 0 0,-1 0 0 0 0,0-1-1 0 0,0 1 1 0 0,0 0 0 0 0,0 0 0 0 0,1 0 0 0 0,-1-1-1 0 0,0 1 1 0 0,0 0 0 0 0,0 0 0 0 0,1 0-1 0 0,-1-1 1 0 0,0 1 0 0 0,0 0 0 0 0,1 0-1 0 0,-1 0 1 0 0,0 0 0 0 0,0 0 0 0 0,1 0-1 0 0,-1 0 1 0 0,1 0 0 0 0,0-1-1 0 0,-1 1-1 0 0,1 0 1 0 0,0-1 0 0 0,0 1-1 0 0,0-1 1 0 0,-1 1 0 0 0,1-1 0 0 0,0 1-1 0 0,-1-1 1 0 0,1 1 0 0 0,0-1 0 0 0,-1 1-1 0 0,1-1 1 0 0,-1 0 0 0 0,1 0 0 0 0,-1 1-1 0 0,1-1 1 0 0,-1 0 0 0 0,1 0 0 0 0,0-1-1 0 0,86-224-185 0 0,-85 221 177 0 0,1-2-27 0 0,0 0 0 0 0,0 0 1 0 0,1 1-1 0 0,0 0 0 0 0,6-8 1 0 0,-4 5-7 0 0,-5 7 28 0 0,1 1 0 0 0,-1-1 0 0 0,1 0 0 0 0,0 1 1 0 0,-1-1-1 0 0,1 1 0 0 0,0 0 0 0 0,0-1 1 0 0,0 1-1 0 0,0 0 0 0 0,0 0 0 0 0,0 0 0 0 0,0 1 1 0 0,0-1-1 0 0,0 0 0 0 0,0 1 0 0 0,1 0 1 0 0,-1-1-1 0 0,0 1 0 0 0,4 0 0 0 0,-2 0 18 0 0,-3 0-8 0 0,0 0-1 0 0,0 0 0 0 0,0 0 1 0 0,0 0-1 0 0,0 0 0 0 0,0 0 1 0 0,0 0-1 0 0,0 0 1 0 0,-1 0-1 0 0,1 1 0 0 0,0-1 1 0 0,0 0-1 0 0,0 1 0 0 0,0-1 1 0 0,0 1-1 0 0,0-1 0 0 0,0 1 1 0 0,-1-1-1 0 0,1 1 1 0 0,0 0-1 0 0,0-1 0 0 0,-1 1 1 0 0,2 1-1 0 0,-1-1-9 0 0,2 2-9 0 0,1 1 1 0 0,-1-1-1 0 0,1 1 0 0 0,-1-1 0 0 0,0 1 0 0 0,0 0 1 0 0,-1 0-1 0 0,1 1 0 0 0,-1-1 0 0 0,3 9 0 0 0,-3-10 14 0 0,7 13-54 0 0,-8-14 56 0 0,0 0 0 0 0,0 0 0 0 0,0 0 0 0 0,0 0 0 0 0,0 0 0 0 0,-1 1 0 0 0,1-1 0 0 0,-1 0 0 0 0,1 0 0 0 0,-1 1 0 0 0,0 2 0 0 0,1 0-16 0 0,3 60-116 0 0,-4-57 116 0 0,-1 0-1 0 0,0-1 0 0 0,0 1 1 0 0,-1 0-1 0 0,0-1 0 0 0,0 1 1 0 0,-1-1-1 0 0,0 0 0 0 0,0 0 1 0 0,0 0-1 0 0,-1 0 0 0 0,0 0 1 0 0,-1-1-1 0 0,0 0 0 0 0,-7 8 1 0 0,1-3-222 0 0,0-1 1 0 0,-1 0-1 0 0,0 0 1 0 0,0-2 0 0 0,-27 15-1 0 0,36-22 55 0 0,0 1-1 0 0,0-1 0 0 0,0 0 0 0 0,0 0 0 0 0,0 0 0 0 0,0-1 1 0 0,0 1-1 0 0,0-1 0 0 0,-1 1 0 0 0,1-1 0 0 0,0 0 0 0 0,0 0 1 0 0,-1-1-1 0 0,-3 0 0 0 0,3 0 186 0 0,-1 1-778 0 0,5 0 736 0 0,0-1-1 0 0,0 1 1 0 0,0-1-1 0 0,0 1 0 0 0,0 0 1 0 0,0-1-1 0 0,0 1 1 0 0,0 0-1 0 0,0-1 1 0 0,0 1-1 0 0,-1 0 0 0 0,1-1 1 0 0,0 1-1 0 0,0 0 1 0 0,0 0-1 0 0,-1-1 0 0 0,1 1 1 0 0,0 0-1 0 0,0-1 1 0 0,-1 1-1 0 0,1 0 1 0 0,0 0-1 0 0,-1 0 0 0 0,1-1 1 0 0,0 1-1 0 0,0 0 1 0 0,-1 0-1 0 0,0 0 0 0 0,-5-7-810 0 0,6-5-3409 0 0,7-25-350 0 0</inkml:trace>
</inkml:ink>
</file>

<file path=ppt/ink/ink2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42.0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0 157 3072 0 0,'0'0'2310'0'0,"4"2"-1439"0"0,-1 0-528 0 0,-1 0-1 0 0,1 0 0 0 0,0 1 0 0 0,-1-1 1 0 0,1 1-1 0 0,-1 0 0 0 0,4 6 0 0 0,-4-6 549 0 0,-1 1-645 0 0,4 12 2 0 0,-4-12 253 0 0,2-1-594 0 0,10 8 174 0 0,-10-8 176 0 0,3-4-155 0 0,-1 1-86 0 0,3 0 8 0 0,-1-1 0 0 0,1 0 0 0 0,0 0 0 0 0,-1-1 0 0 0,1 0 0 0 0,-1 0 0 0 0,1-1 0 0 0,-1 0 0 0 0,0 0 0 0 0,0-1 0 0 0,-1 0 0 0 0,12-8 0 0 0,10-17 66 0 0,-26 26-92 0 0,-1-1 5 0 0,4-13 11 0 0,-5 15-13 0 0,0 1 0 0 0,1 0-1 0 0,-1 0 1 0 0,0-1 0 0 0,0 1 0 0 0,0 0-1 0 0,0-1 1 0 0,0 1 0 0 0,0 0-1 0 0,0-1 1 0 0,0 1 0 0 0,-1 0 0 0 0,1-1-1 0 0,0 1 1 0 0,-1 0 0 0 0,1 0 0 0 0,-1 0-1 0 0,0-2 1 0 0,-1 0-1 0 0,1-2-11 0 0,1 5 10 0 0,-1 0 0 0 0,1 0 0 0 0,0 0 0 0 0,-1 0 0 0 0,1 0 0 0 0,0 0 0 0 0,0 0 0 0 0,-1 0 0 0 0,1-1 0 0 0,0 1 0 0 0,0 0 0 0 0,-1 0 0 0 0,1 0 0 0 0,0 0 0 0 0,0 0 0 0 0,-1 0 0 0 0,1-1 0 0 0,0 1 0 0 0,0 0 0 0 0,0 0 0 0 0,-1 0-1 0 0,1-1 1 0 0,0 1 0 0 0,0 0 0 0 0,0 0 0 0 0,0-1 0 0 0,0 1 0 0 0,-1 0 0 0 0,1 0 0 0 0,0-1 0 0 0,0 1 0 0 0,0 0 0 0 0,0-1 0 0 0,0 1 7 0 0,0-1 1 0 0,-1 1-1 0 0,1-1 0 0 0,0 1 1 0 0,0-1-1 0 0,0 1 1 0 0,-1-1-1 0 0,1 1 0 0 0,0-1 1 0 0,-1 1-1 0 0,1 0 0 0 0,0-1 1 0 0,-1 1-1 0 0,1-1 0 0 0,-1 1 1 0 0,1 0-1 0 0,-1-1 1 0 0,1 1-1 0 0,-1 0 0 0 0,1 0 1 0 0,-1 0-1 0 0,1-1 0 0 0,-1 1 1 0 0,1 0-1 0 0,-1 0 1 0 0,1 0-1 0 0,-1 0 0 0 0,1 0 1 0 0,-1 0-1 0 0,1 0 0 0 0,-1 0 1 0 0,0 0-1 0 0,-20-1 51 0 0,16 0 49 0 0,1 5 24 0 0,-1 0-73 0 0,0 0 0 0 0,1 1 0 0 0,-1 0-1 0 0,1-1 1 0 0,0 1 0 0 0,1 1 0 0 0,-1-1-1 0 0,1 1 1 0 0,0-1 0 0 0,0 1-1 0 0,1 0 1 0 0,-2 7 0 0 0,2-5-35 0 0,1 1-1 0 0,1-1 1 0 0,-1 1 0 0 0,1-1-1 0 0,1 1 1 0 0,0-1 0 0 0,0 1-1 0 0,1-1 1 0 0,0 0 0 0 0,0 1-1 0 0,1-1 1 0 0,0 0 0 0 0,0 0-1 0 0,1-1 1 0 0,0 1 0 0 0,0-1-1 0 0,1 0 1 0 0,0 0 0 0 0,9 10-1 0 0,-9-13-82 0 0,0 0-1 0 0,0 0 0 0 0,0 0 1 0 0,0-1-1 0 0,1 0 1 0 0,-1 0-1 0 0,1-1 0 0 0,0 1 1 0 0,0-1-1 0 0,7 1 1 0 0,-9-1 41 0 0,-2-1-15 0 0,1 0 0 0 0,0-1 0 0 0,-1 1-1 0 0,1 0 1 0 0,0-1 0 0 0,-1 1 0 0 0,1-1-1 0 0,0 0 1 0 0,-1 0 0 0 0,1 0 0 0 0,5-1-1 0 0,0 0-57 0 0,6 1-57 0 0,1-1 0 0 0,0 0 0 0 0,-1-1 0 0 0,1-1 0 0 0,-1 0 0 0 0,0-1 0 0 0,27-11 0 0 0,-17 4-147 0 0,0-1 1 0 0,-1-1-1 0 0,26-20 1 0 0,-26 14-172 0 0,-1 0 0 0 0,-1-2 0 0 0,-1 0 0 0 0,-1-1 0 0 0,-1-1 0 0 0,25-40 1 0 0,-40 58 482 0 0,0 0 0 0 0,1-1 0 0 0,-2 1 1 0 0,1-1-1 0 0,-1 0 0 0 0,0 0 0 0 0,0 0 1 0 0,1-6-1 0 0,-5-18 839 0 0,-2 30-683 0 0,0 0-106 0 0,1-1 1 0 0,-1 2 0 0 0,0-1-1 0 0,1 0 1 0 0,-1 1 0 0 0,0-1-1 0 0,1 1 1 0 0,-1 0 0 0 0,1 0-1 0 0,-1 1 1 0 0,1-1 0 0 0,0 1-1 0 0,0 0 1 0 0,-1-1 0 0 0,1 1-1 0 0,0 1 1 0 0,-3 2 0 0 0,1-1 10 0 0,1 1 0 0 0,0 0 0 0 0,0 0 0 0 0,0 0 0 0 0,0 0-1 0 0,1 0 1 0 0,0 1 0 0 0,0 0 0 0 0,-4 9 0 0 0,6-11 29 0 0,1 2-74 0 0,-1 3-3 0 0,1-1 0 0 0,1 1 0 0 0,-1 0-1 0 0,1 0 1 0 0,1-1 0 0 0,0 1-1 0 0,0-1 1 0 0,0 1 0 0 0,5 9 0 0 0,24 34 26 0 0,-19-36-23 0 0,2 1 0 0 0,17 16 0 0 0,-5-6 168 0 0,-24-24-118 0 0,1 2 13 0 0,9 11 18 0 0,-9-12 163 0 0,-2 0-118 0 0,3 17 324 0 0,-21-8-232 0 0,13-10-144 0 0,-25 2 13 0 0,23-4-96 0 0,-1-1-56 0 0,2 0 21 0 0,-1 1-113 0 0,0-1-1 0 0,1-1 1 0 0,-1 1 0 0 0,1-1 0 0 0,-1 0 0 0 0,1 0 0 0 0,-1 0-1 0 0,1-1 1 0 0,0 0 0 0 0,-9-3 0 0 0,10 1-668 0 0,0 1 0 0 0,-1 0 0 0 0,1-1 0 0 0,1 0 0 0 0,-1 0 0 0 0,-4-6-1 0 0</inkml:trace>
</inkml:ink>
</file>

<file path=ppt/ink/ink2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42.3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76 3628 0 0,'33'-47'5111'0'0,"-31"43"-3751"0"0,1 0-289 0 0,7-12-241 0 0,-7 12 1620 0 0,19 11-1737 0 0,-22-7-707 0 0,0 0 1 0 0,1 0 0 0 0,-1 0 0 0 0,0 0 0 0 0,0 0-1 0 0,1 0 1 0 0,-1 0 0 0 0,0 0 0 0 0,0 0-1 0 0,1 0 1 0 0,-1 1 0 0 0,0-1 0 0 0,0 0-1 0 0,1 0 1 0 0,-1 0 0 0 0,0 0 0 0 0,0 1 0 0 0,0-1-1 0 0,0 0 1 0 0,1 0 0 0 0,-1 1 0 0 0,0-1-1 0 0,0 0 1 0 0,0 0 0 0 0,0 1 0 0 0,0-1-1 0 0,0 0 1 0 0,0 0 0 0 0,1 1 0 0 0,-1-1 0 0 0,0 0-1 0 0,0 1 1 0 0,14 64 313 0 0,-2 0 1 0 0,5 126-1 0 0,-10-89-1116 0 0,8 39-5086 0 0,-14-136 4344 0 0,8 18-6553 0 0</inkml:trace>
</inkml:ink>
</file>

<file path=ppt/ink/ink2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42.4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21 145 3056 0 0,'0'0'1864'0'0,"-17"-15"4797"0"0,13-13-5817 0 0,30 7-992 0 0,14-1-880 0 0,-10 9-124 0 0,7 0-496 0 0,5-3-1048 0 0,1 0-3017 0 0</inkml:trace>
</inkml:ink>
</file>

<file path=ppt/ink/ink2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43.1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21 158 3076 0 0,'-16'-125'7430'0'0,"15"121"-6798"0"0,-2-20 244 0 0,2 20 238 0 0,2 12-674 0 0,40 359 1526 0 0,-12-154-1495 0 0,-21-142-442 0 0,23 161 416 0 0,-24-193-862 0 0,2 0 1 0 0,2 0-1 0 0,27 62 1 0 0,-35-94 125 0 0,0 0 0 0 0,1 0-1 0 0,0-1 1 0 0,0 1 0 0 0,0-1 0 0 0,1 0 0 0 0,11 10 0 0 0,-13-13-75 0 0,1-1 0 0 0,0 1 0 0 0,0-1 0 0 0,0 1 0 0 0,0-1 0 0 0,0-1 0 0 0,1 1 0 0 0,-1 0 0 0 0,1-1 0 0 0,-1 0 0 0 0,1 0 0 0 0,-1 0 0 0 0,8 0 0 0 0,0-3-2333 0 0,20-6-1922 0 0</inkml:trace>
</inkml:ink>
</file>

<file path=ppt/ink/ink2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43.4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404 51 3092 0 0,'-4'-21'934'0'0,"3"17"-155"0"0,-1 0-78 0 0,-7-11-128 0 0,6 11 333 0 0,-2 4-406 0 0,-17-2-85 0 0,20 1-383 0 0,1 1 0 0 0,-1 0 0 0 0,1 0 0 0 0,-1 1 0 0 0,1-1 0 0 0,0 0 0 0 0,-1 0 0 0 0,1 1 0 0 0,-1-1 0 0 0,1 1 0 0 0,0-1 0 0 0,-1 1 0 0 0,1 0 0 0 0,0-1 0 0 0,0 1 0 0 0,0 0 0 0 0,-1 0 0 0 0,1 0 0 0 0,-1 1 0 0 0,-2 2 72 0 0,-18 12 110 0 0,2 0-1 0 0,0 2 0 0 0,1 0 1 0 0,1 1-1 0 0,-19 27 1 0 0,-7 6-37 0 0,-5 5-138 0 0,-40 41 441 0 0,89-97-457 0 0,-1-1-1 0 0,0 1 1 0 0,1-1 0 0 0,-1 1 0 0 0,1-1 0 0 0,-1 1-1 0 0,1-1 1 0 0,-1 1 0 0 0,1 0 0 0 0,0-1-1 0 0,-1 1 1 0 0,1 0 0 0 0,0-1 0 0 0,-1 1-1 0 0,1 0 1 0 0,0 0 0 0 0,0-1 0 0 0,0 1-1 0 0,0 0 1 0 0,0 0 0 0 0,0-1 0 0 0,0 2-1 0 0,27-16 33 0 0,-14 7-4 0 0,1 0 0 0 0,0 1 0 0 0,0 0 0 0 0,0 1 0 0 0,1 1 0 0 0,0 0 0 0 0,0 1 1 0 0,0 0-1 0 0,17 0 0 0 0,35 9 55 0 0,-56-5-119 0 0,12 5-6 0 0,-1 4 165 0 0,7 4-965 0 0,43 28 0 0 0,-6 3-5518 0 0</inkml:trace>
</inkml:ink>
</file>

<file path=ppt/ink/ink2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43.6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0 120 3040 0 0,'0'0'3265'0'0,"4"-2"-1935"0"0,5-2-361 0 0,-1 0-1 0 0,1 0 0 0 0,0 1 1 0 0,13-4-1 0 0,10 1-435 0 0,35-2 0 0 0,-5 0-381 0 0,88-22-2450 0 0,-52 1-3394 0 0,-58 15 27 0 0</inkml:trace>
</inkml:ink>
</file>

<file path=ppt/ink/ink2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44.2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38 4188 0 0,'2'-4'1575'0'0,"29"-27"2459"0"0,-27 28-2803 0 0,1 3-844 0 0,0 1-310 0 0,0 0 1 0 0,0 0-1 0 0,0 1 0 0 0,0-1 0 0 0,0 1 1 0 0,0 0-1 0 0,-1 0 0 0 0,1 1 0 0 0,-1-1 1 0 0,0 1-1 0 0,0 0 0 0 0,0 0 0 0 0,0 0 1 0 0,7 8-1 0 0,4 9 41 0 0,-1 1 1 0 0,0 0 0 0 0,-2 1-1 0 0,0 1 1 0 0,10 31 0 0 0,-8-22 654 0 0,22 39 0 0 0,-34-67-372 0 0,14 12 476 0 0,-13-13-145 0 0,10 0-261 0 0,-12-3-447 0 0,1 0 0 0 0,-1 1-1 0 0,0-1 1 0 0,0 0 0 0 0,1 0 0 0 0,-1 0-1 0 0,0 0 1 0 0,0 0 0 0 0,1 0-1 0 0,-1 0 1 0 0,0 0 0 0 0,1-1-1 0 0,-1 1 1 0 0,0 0 0 0 0,0-1 0 0 0,0 1-1 0 0,1-1 1 0 0,1 0 0 0 0,6-4 28 0 0,-1 0 1 0 0,1 0-1 0 0,-1-1 0 0 0,0 0 1 0 0,0-1-1 0 0,-1 0 1 0 0,1 0-1 0 0,-2 0 1 0 0,1-1-1 0 0,-1 0 1 0 0,0 0-1 0 0,-1-1 0 0 0,0 0 1 0 0,0 0-1 0 0,3-10 1 0 0,6-16-488 0 0,-2-1 0 0 0,12-60 0 0 0,-23 91 309 0 0,1 0-450 0 0,-2 0-133 0 0,2-9-5581 0 0,-2 20 2044 0 0,0 4 5186 0 0,1-2-3252 0 0,6 13-1627 0 0</inkml:trace>
</inkml:ink>
</file>

<file path=ppt/ink/ink2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45.9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208 590 4356 0 0,'2'-4'1429'0'0,"2"-5"-638"0"0,0-1 1 0 0,-1 0-1 0 0,0 0 1 0 0,-1 0 0 0 0,2-16-1 0 0,-4 20-423 0 0,-10-20 226 0 0,8 21-386 0 0,1 4-184 0 0,-1 0 0 0 0,1 0 0 0 0,-1 0-1 0 0,1 0 1 0 0,-1-1 0 0 0,1 1 0 0 0,0 0-1 0 0,0-1 1 0 0,-1 0 0 0 0,0-1 0 0 0,-1 0 66 0 0,-2 2 8 0 0,-13-4-16 0 0,13 4-31 0 0,-1 3 13 0 0,-4 1-47 0 0,1 1 0 0 0,-1 1-1 0 0,1 0 1 0 0,-1 0 0 0 0,1 1 0 0 0,1 0-1 0 0,-1 0 1 0 0,1 1 0 0 0,0 1 0 0 0,1-1-1 0 0,0 1 1 0 0,0 0 0 0 0,0 0-1 0 0,1 1 1 0 0,1 0 0 0 0,-1 0 0 0 0,1 1-1 0 0,-5 13 1 0 0,8-17-16 0 0,-1 1 1 0 0,1-1-1 0 0,0 1 0 0 0,0 0 1 0 0,1 0-1 0 0,0 0 0 0 0,0 0 1 0 0,1-1-1 0 0,0 1 0 0 0,0 0 1 0 0,0 0-1 0 0,1 0 0 0 0,0 0 1 0 0,3 9-1 0 0,-2-11 7 0 0,2-3 4 0 0,0 0-5 0 0,0-1-1 0 0,0 1 0 0 0,0-1 1 0 0,0 0-1 0 0,0 0 0 0 0,1 0 1 0 0,-1 0-1 0 0,0-1 0 0 0,0 0 1 0 0,1 0-1 0 0,-1 0 0 0 0,0 0 1 0 0,1-1-1 0 0,-1 0 0 0 0,7-1 1 0 0,3-3 110 0 0,-1 0 0 0 0,0 0 0 0 0,20-13 0 0 0,-24 12-65 0 0,0-1-1 0 0,0 0 0 0 0,-1-1 1 0 0,0 0-1 0 0,0 0 1 0 0,7-9-1 0 0,-15 16-49 0 0,3-2 71 0 0,-1-1 2 0 0,9-12-33 0 0,-9 13-6 0 0,3-2-16 0 0,-5 4-18 0 0,1 1 0 0 0,-1 0 1 0 0,0-1-1 0 0,0 1 0 0 0,0-1 1 0 0,0 1-1 0 0,1 0 0 0 0,-1-1 1 0 0,0 1-1 0 0,0 0 0 0 0,1-1 1 0 0,-1 1-1 0 0,0 0 0 0 0,1 0 1 0 0,-1-1-1 0 0,0 1 1 0 0,1 0-1 0 0,-1 0 0 0 0,0 0 1 0 0,1-1-1 0 0,-1 1 0 0 0,0 0 1 0 0,1 0-1 0 0,-1 0 0 0 0,0 0 1 0 0,1 0-1 0 0,-1 0 0 0 0,1 0 1 0 0,-1 0-1 0 0,1 0 0 0 0,1 17-44 0 0,-1-13 41 0 0,-1 3-46 0 0,0 21 51 0 0,0-22 24 0 0,1 0-27 0 0,-1-5-2 0 0,2 5-47 0 0,-1 1-1 0 0,1-1 1 0 0,0 1 0 0 0,0-1-1 0 0,1 0 1 0 0,0 0-1 0 0,0 0 1 0 0,0 0-1 0 0,1-1 1 0 0,6 8 0 0 0,-8-10 0 0 0,1-1 1 0 0,0 0 0 0 0,0 0 0 0 0,0 0-1 0 0,0 0 1 0 0,0 0 0 0 0,1-1 0 0 0,-1 0-1 0 0,1 1 1 0 0,-1-1 0 0 0,1 0-1 0 0,-1-1 1 0 0,1 1 0 0 0,-1-1 0 0 0,1 1-1 0 0,-1-1 1 0 0,1 0 0 0 0,0 0 0 0 0,-1-1-1 0 0,1 1 1 0 0,0-1 0 0 0,-1 0 0 0 0,1 1-1 0 0,-1-2 1 0 0,0 1 0 0 0,1 0 0 0 0,4-4-1 0 0,4-1 15 0 0,-1 0-1 0 0,0-1 0 0 0,0 0 0 0 0,-1-1 1 0 0,0 0-1 0 0,17-18 0 0 0,-13 8 20 0 0,0 0 1 0 0,-2-1-1 0 0,0-1 0 0 0,-1 1 0 0 0,-1-2 1 0 0,-1 0-1 0 0,0 0 0 0 0,-2 0 0 0 0,0-1 1 0 0,-2 0-1 0 0,5-38 0 0 0,-5 7 54 0 0,-2 1 0 0 0,-2-1 0 0 0,-11-97 0 0 0,-3 88 159 0 0,11 57-191 0 0,-2-1-6 0 0,4 6 3 0 0,0-1 0 0 0,0 1-1 0 0,0 0 1 0 0,0-1 0 0 0,0 1 0 0 0,0-1 0 0 0,0 1 0 0 0,-1 0 0 0 0,1-1 0 0 0,0 1 0 0 0,0-1 0 0 0,0 1 0 0 0,-1 0 0 0 0,1-1 0 0 0,0 1 0 0 0,0 0 0 0 0,-1 0-1 0 0,1-1 1 0 0,0 1 0 0 0,0 0 0 0 0,-1 0 0 0 0,1-1 0 0 0,-1 1 0 0 0,1 0 0 0 0,0 0 0 0 0,-1 0 0 0 0,1-1 0 0 0,0 1 0 0 0,-1 0 0 0 0,1 0 0 0 0,-1 0-1 0 0,1 0 1 0 0,0 0 0 0 0,-1 0 0 0 0,1 0 0 0 0,-1 0 0 0 0,1 0 0 0 0,0 0 0 0 0,-1 0 0 0 0,1 0 0 0 0,-1 0 0 0 0,-6 7 65 0 0,0-1 1 0 0,1 1-1 0 0,0 0 0 0 0,0 0 1 0 0,1 1-1 0 0,0-1 0 0 0,0 1 1 0 0,1 0-1 0 0,0 1 1 0 0,0-1-1 0 0,1 1 0 0 0,0-1 1 0 0,-2 16-1 0 0,-4 16 113 0 0,-5 70 0 0 0,11-73-124 0 0,2 1 0 0 0,1 0 0 0 0,10 63 0 0 0,-6-78-26 0 0,1 0 0 0 0,0-1 0 0 0,2 0 0 0 0,1 0 1 0 0,1-1-1 0 0,0 0 0 0 0,14 21 0 0 0,-19-37-15 0 0,0 1 1 0 0,1-1 0 0 0,-1 0-1 0 0,1-1 1 0 0,0 1-1 0 0,1-1 1 0 0,-1 0-1 0 0,10 5 1 0 0,-11-7-20 0 0,0 0 1 0 0,0 0 0 0 0,0-1 0 0 0,0 1-1 0 0,0-1 1 0 0,0 0 0 0 0,0 0-1 0 0,1-1 1 0 0,-1 0 0 0 0,0 1 0 0 0,1-1-1 0 0,5-1 1 0 0,-6 1 0 0 0,5-2 4 0 0,0 0 0 0 0,0 0 0 0 0,0 0 0 0 0,0-1 0 0 0,-1-1 1 0 0,1 0-1 0 0,-1 0 0 0 0,0 0 0 0 0,0-1 0 0 0,0 0 0 0 0,-1-1 0 0 0,1 0 1 0 0,7-8-1 0 0,-2 1-18 0 0,0-1 1 0 0,-1-1 0 0 0,0 0-1 0 0,-2-1 1 0 0,11-19-1 0 0,36-85 244 0 0,-53 110-164 0 0,-3 6-73 0 0,1 0 19 0 0,5-15 26 0 0,-5 14 18 0 0,-4 11-53 0 0,-4 20 11 0 0,1 0 0 0 0,1 0 0 0 0,1 0 0 0 0,1 0 1 0 0,4 50-1 0 0,-2-71-3 0 0,0-1 1 0 0,1 1-1 0 0,0-1 1 0 0,-1 1-1 0 0,1-1 1 0 0,1 0-1 0 0,-1 0 1 0 0,1 1-1 0 0,0-1 1 0 0,0 0-1 0 0,0 0 1 0 0,0-1-1 0 0,0 1 1 0 0,4 4-1 0 0,16 17 51 0 0,-15-22-58 0 0,-2-1 6 0 0,-1 0 28 0 0,-3-2-37 0 0,-1 0 0 0 0,1-1-1 0 0,0 1 1 0 0,0 0-1 0 0,0 0 1 0 0,0 0 0 0 0,0 0-1 0 0,0 0 1 0 0,0 0-1 0 0,0 0 1 0 0,0 0 0 0 0,0 0-1 0 0,0 0 1 0 0,0 1-1 0 0,0-1 1 0 0,0 0 0 0 0,1 1-1 0 0,-1 0 1 0 0,1-1-1 0 0,-1 1 0 0 0,1-1 0 0 0,0 1 0 0 0,-1-1 1 0 0,1 0-1 0 0,0 0 0 0 0,-1 0 0 0 0,1 0 0 0 0,0 0 1 0 0,0 0-1 0 0,-1 0 0 0 0,4-1 0 0 0,5-1 1 0 0,0 0 0 0 0,0-1-1 0 0,-1 0 1 0 0,1 0-1 0 0,-1-1 1 0 0,1 0-1 0 0,-1-1 1 0 0,0 0 0 0 0,-1-1-1 0 0,1 1 1 0 0,8-9-1 0 0,-2 0-9 0 0,-1 0 0 0 0,-1-2 1 0 0,0 1-1 0 0,-1-2 0 0 0,-1 1 0 0 0,11-21 0 0 0,3-22 249 0 0,-23 55-158 0 0,3-14-22 0 0,-3 14-55 0 0,0 0 77 0 0,-1 0-57 0 0,4-13-4 0 0,-4 13 61 0 0,-2 4-81 0 0,1 1 0 0 0,0-1 1 0 0,-1 0-1 0 0,1 1 0 0 0,0-1 1 0 0,-1 0-1 0 0,1 1 0 0 0,0-1 1 0 0,-1 1-1 0 0,1-1 0 0 0,0 1 1 0 0,0-1-1 0 0,-1 0 0 0 0,1 1 1 0 0,0-1-1 0 0,0 1 1 0 0,0-1-1 0 0,0 1 0 0 0,0-1 1 0 0,0 1-1 0 0,0-1 0 0 0,0 1 1 0 0,0-1-1 0 0,0 2 0 0 0,0-2 0 0 0,0 1 0 0 0,0-1-1 0 0,0 1 1 0 0,0-1 0 0 0,0 1-1 0 0,0-1 1 0 0,0 1 0 0 0,-1-1-1 0 0,1 1 1 0 0,0-1-1 0 0,0 1 1 0 0,0-1 0 0 0,0 0-1 0 0,-1 1 1 0 0,1-1 0 0 0,0 1-1 0 0,0-1 1 0 0,-1 1 0 0 0,1-1-1 0 0,0 0 1 0 0,-1 1 0 0 0,1-1-1 0 0,-1 0 1 0 0,0 1 0 0 0,0 5 37 0 0,-2 12-12 0 0,1-1 0 0 0,1 0 0 0 0,0 1 0 0 0,2-1 0 0 0,0 1 0 0 0,0-1 0 0 0,8 33 0 0 0,-7-46-3 0 0,-2-3-17 0 0,0 1-1 0 0,1-1 1 0 0,-1 1-1 0 0,1-1 1 0 0,0 1-1 0 0,-1-1 1 0 0,1 0 0 0 0,0 1-1 0 0,0-1 1 0 0,0 0-1 0 0,0 0 1 0 0,2 3-1 0 0,-1-2 8 0 0,0 2 44 0 0,-1-4-54 0 0,-1 0 0 0 0,1 0 0 0 0,-1 0 0 0 0,1 0 1 0 0,-1 0-1 0 0,0 0 0 0 0,1 0 0 0 0,-1 0 0 0 0,1 0 0 0 0,-1 1 0 0 0,0-1 0 0 0,1 0 0 0 0,-1 0 0 0 0,1 0 0 0 0,-1 1 1 0 0,0-1-1 0 0,1 0 0 0 0,-1 1 0 0 0,0-1 0 0 0,1 0 0 0 0,-1 0 0 0 0,0 1 0 0 0,1-1 0 0 0,-1 1 0 0 0,0-1 0 0 0,0 0 0 0 0,1 1 1 0 0,-1 0-1 0 0,1 0 1 0 0,-1 0-1 0 0,0-1 1 0 0,1 1-1 0 0,-1 0 1 0 0,1-1-1 0 0,0 1 1 0 0,-1-1 0 0 0,1 1-1 0 0,-1-1 1 0 0,1 1-1 0 0,0-1 1 0 0,-1 1-1 0 0,1-1 1 0 0,0 0-1 0 0,0 1 1 0 0,-1-1 0 0 0,1 0-1 0 0,0 1 1 0 0,0-1-1 0 0,0 0 1 0 0,-1 0-1 0 0,1 0 1 0 0,1 0-1 0 0,5 1 7 0 0,0 0-1 0 0,0-1 0 0 0,0 0 0 0 0,0 0 1 0 0,0-1-1 0 0,0 1 0 0 0,0-1 0 0 0,13-5 1 0 0,-9 3-22 0 0,-1-2 0 0 0,0 0 0 0 0,-1 0 0 0 0,1 0 0 0 0,-1-1 0 0 0,15-13 0 0 0,60-64-106 0 0,-81 80 83 0 0,0 0 16 0 0,0-1-4 0 0,-1 0 0 0 0,1 0 0 0 0,0 1 0 0 0,0-1 0 0 0,1 1 0 0 0,-1 0 0 0 0,7-5 0 0 0,0 28 63 0 0,-9-17-4 0 0,5 12-8 0 0,-4-12-4 0 0,3-3-24 0 0,1 1 23 0 0,14-1-86 0 0,-14-3 66 0 0,0 1 0 0 0,0-1 0 0 0,-1 0 0 0 0,1-1 0 0 0,9-7 0 0 0,-10 7-6 0 0,0-1-1 0 0,-1 0 0 0 0,0 1 0 0 0,1-2 1 0 0,3-5-1 0 0,-6 7-20 0 0,0 0 23 0 0,13-43-26 0 0,-15 43-23 0 0,0-1-62 0 0,-5-20-25 0 0,1 23 128 0 0,-11-5 4 0 0,11 5 8 0 0,0 3-3 0 0,-3 1 3 0 0,1 0-1 0 0,0 0 0 0 0,0 1 1 0 0,0-1-1 0 0,0 2 0 0 0,0-1 1 0 0,0 1-1 0 0,1-1 0 0 0,0 1 1 0 0,-1 1-1 0 0,2-1 0 0 0,-1 1 1 0 0,0 0-1 0 0,1 0 0 0 0,0 1 1 0 0,0-1-1 0 0,1 1 0 0 0,-1-1 0 0 0,1 1 1 0 0,1 0-1 0 0,-1 1 0 0 0,-2 7 1 0 0,-6 22 15 0 0,10-29-12 0 0,2-1 0 0 0,-1-1-1 0 0,0-1-1 0 0,0 1 1 0 0,1-1-1 0 0,0 1 0 0 0,-1-1 1 0 0,2 0-1 0 0,-1 1 0 0 0,0-1 1 0 0,1 0-1 0 0,0 0 1 0 0,0 0-1 0 0,3 4 0 0 0,-3-4 6 0 0,-1-2-6 0 0,0 0-1 0 0,0 0 1 0 0,0 0 0 0 0,0 1-1 0 0,1-1 1 0 0,-1 0 0 0 0,0-1-1 0 0,1 1 1 0 0,0 0-1 0 0,-1 0 1 0 0,1-1 0 0 0,2 3-1 0 0,2 0 5 0 0,-4-2-6 0 0,-1 0 0 0 0,1 0 0 0 0,0 0 0 0 0,0 0 0 0 0,-1-1 0 0 0,2 1 0 0 0,-1 0 0 0 0,0-1 0 0 0,0 0 0 0 0,0 1 0 0 0,4 0 0 0 0,1 1-9 0 0,-5-1 0 0 0,0 0 1 0 0,1-1-1 0 0,-1 1 0 0 0,1-1 1 0 0,-1 1-1 0 0,1-1 0 0 0,0 0 1 0 0,0 0-1 0 0,-1-1 0 0 0,4 2 1 0 0,2-1-14 0 0,0 2-136 0 0,0-1-1 0 0,0 0 0 0 0,1-1 0 0 0,-1 0 1 0 0,0 0-1 0 0,0-1 0 0 0,1 0 0 0 0,11-1 0 0 0,-13 0 34 0 0,5 0-410 0 0,1 0 1 0 0,-1 0 0 0 0,1-2-1 0 0,-1 0 1 0 0,0 0 0 0 0,20-9-1 0 0,27-20-4850 0 0,-34 14 398 0 0</inkml:trace>
</inkml:ink>
</file>

<file path=ppt/ink/ink2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3:46.8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273 389 3916 0 0,'-26'-6'1246'0'0,"1"-2"-1"0"0,-1 0 1 0 0,-27-15-1 0 0,39 16-860 0 0,1 0 0 0 0,-1-1 0 0 0,2 0 0 0 0,-1-1 1 0 0,1 0-1 0 0,-20-21 0 0 0,22 19-30 0 0,8 9-307 0 0,0 1 1 0 0,1-1-1 0 0,0 0 0 0 0,-1 0 1 0 0,1 0-1 0 0,0 0 1 0 0,0 0-1 0 0,0 0 1 0 0,0-1-1 0 0,0 1 0 0 0,0-4 1 0 0,-1 0 14 0 0,0 1 0 0 0,1-1 0 0 0,0 1 0 0 0,1-1 0 0 0,-1 1 0 0 0,1-1-1 0 0,0 1 1 0 0,0-1 0 0 0,0 1 0 0 0,1-1 0 0 0,0 1 0 0 0,0-1 0 0 0,1 1 0 0 0,3-10 0 0 0,-1 7-33 0 0,0 0-1 0 0,0 1 0 0 0,1-1 1 0 0,-1 1-1 0 0,2 0 1 0 0,-1 1-1 0 0,1-1 1 0 0,0 1-1 0 0,14-11 1 0 0,-13 11-21 0 0,1 0-1 0 0,0 0 1 0 0,0 1 0 0 0,0 0 0 0 0,1 1 0 0 0,0 0 0 0 0,0 0 0 0 0,0 1 0 0 0,0 0 0 0 0,14-3 0 0 0,8 5-17 0 0,-26 1 10 0 0,-1 0 1 0 0,1 1-1 0 0,-1-1 1 0 0,1 1-1 0 0,-1 0 1 0 0,1 1-1 0 0,-1-1 1 0 0,1 1-1 0 0,-1 0 1 0 0,0 0-1 0 0,0 0 1 0 0,0 1-1 0 0,0 0 1 0 0,-1-1-1 0 0,1 1 1 0 0,5 6-1 0 0,-4-3-2 0 0,-1 0 0 0 0,0 0-1 0 0,0 0 1 0 0,0 1 0 0 0,-1-1-1 0 0,0 1 1 0 0,0 0 0 0 0,-1 0-1 0 0,3 12 1 0 0,-2 3 1 0 0,0 1 0 0 0,-1-1 0 0 0,-2 0 0 0 0,0 1-1 0 0,-6 41 1 0 0,-9 12 4 0 0,-3-1 0 0 0,-31 77 0 0 0,26-85-959 0 0,3 0 1 0 0,-18 113-1 0 0,36-168 557 0 0,1 13-23 0 0,4 0-174 0 0,-3-24 567 0 0,1 20-636 0 0,1-1 1 0 0,7 30-1 0 0,-6-41 405 0 0,0-1 1 0 0,0 1 0 0 0,1-1-1 0 0,-1 0 1 0 0,2 0 0 0 0,-1 0-1 0 0,1-1 1 0 0,1 0-1 0 0,6 8 1 0 0,45 29-67 0 0,-53-41 713 0 0,1-1 192 0 0,40 10 2017 0 0,-41-11-2239 0 0,0-1 1 0 0,-1 0-1 0 0,1 1 0 0 0,-1-1 0 0 0,1-1 1 0 0,-1 1-1 0 0,1-1 0 0 0,-1 1 0 0 0,1-1 1 0 0,-1 0-1 0 0,0 0 0 0 0,1 0 0 0 0,5-4 1 0 0,-6 3 494 0 0,-7-9-772 0 0,4 11-80 0 0,0-1 0 0 0,-1 1 0 0 0,1-1 0 0 0,0 1 0 0 0,-1-1 0 0 0,1 1 0 0 0,0-1 0 0 0,0 1 1 0 0,0-1-1 0 0,-1 1 0 0 0,1-1 0 0 0,0 1 0 0 0,0-1 0 0 0,0 1 0 0 0,0-1 0 0 0,0 1 0 0 0,0-1 0 0 0,0 1 0 0 0,0-1 0 0 0,0 1 1 0 0,0-2-1 0 0,-5 3 4 0 0,-16 4 6 0 0,16-4 6 0 0,0 1-2 0 0,-4 2 16 0 0,1 1-1 0 0,0 0 0 0 0,0 0 0 0 0,1 1 1 0 0,0 0-1 0 0,0 0 0 0 0,0 1 0 0 0,-10 12 1 0 0,14-16-21 0 0,2 2 60 0 0,-5 15 169 0 0,5-15-210 0 0,2 0-47 0 0,15 37 52 0 0,-14-38 49 0 0,17 7 776 0 0,-13-11-633 0 0,16-3 15 0 0,-17 3-18 0 0,0-3-76 0 0,-2 1-215 0 0,0-1 0 0 0,0 1 0 0 0,0 0 0 0 0,-1-1-1 0 0,1 0 1 0 0,-1 1 0 0 0,1-1 0 0 0,-1 0 0 0 0,0-1 0 0 0,0 1 0 0 0,0 0-1 0 0,-1 0 1 0 0,1-1 0 0 0,-1 1 0 0 0,0-1 0 0 0,2-6 0 0 0,-3 6-271 0 0,1-1 0 0 0,-1 1 0 0 0,-1-1 0 0 0,1 1 0 0 0,0-1 1 0 0,-1 1-1 0 0,0-1 0 0 0,0 1 0 0 0,0-1 0 0 0,-1 1 0 0 0,0 0 0 0 0,1 0 1 0 0,-1 0-1 0 0,-1 0 0 0 0,-2-5 0 0 0,-13-13-3451 0 0,-9-4-2637 0 0</inkml:trace>
</inkml:ink>
</file>

<file path=ppt/ink/ink2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9T07:44:09.8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1 2960 0 0,'-1'5'1512'0'0,"-4"15"-159"0"0,4-14 555 0 0,0-2-1198 0 0,-2 13-45 0 0,2-12 1429 0 0,0-1-1965 0 0,1 1-279 0 0,-1 4 204 0 0</inkml:trace>
</inkml:ink>
</file>

<file path=ppt/ink/ink2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05.3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2 4100 0 0,'0'0'1453'0'0,"-32"-1"299"0"0</inkml:trace>
</inkml:ink>
</file>

<file path=ppt/ink/ink2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09.4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2900 0 0,'0'0'9323'0'0,"3"4"-9154"0"0,14 35 516 0 0,-16-34-375 0 0,0 0-240 0 0,2 15-40 0 0,-2-14 52 0 0,0 0-46 0 0,1 18-38 0 0,-1-18-16 0 0,-1-1 12 0 0,5 50 2 0 0,-5-50 2 0 0,1 1-24 0 0,1 15 38 0 0,3 46 323 0 0,-4-61-310 0 0,-1 0 9 0 0,1 17 8 0 0,-1-18-19 0 0,1 1 15 0 0,3 52 211 0 0,-3-51-217 0 0,-1-1-17 0 0,1 19 3 0 0,-1-19 2 0 0,1 0 35 0 0,0 18-35 0 0,-1-18-14 0 0,0 0 8 0 0,2 18 8 0 0,-2-18 19 0 0,0 1-18 0 0,5 78 95 0 0,15 87 0 0 0,-13-110-68 0 0,-4-2 2 0 0,3 42 99 0 0,13 234-144 0 0,-18-261-6 0 0,2 18 34 0 0,1 5 5 0 0,0-34-48 0 0,-2-16-10 0 0,1 6 28 0 0,1-3-11 0 0,1 4 60 0 0,5 68 33 0 0,-1-1 150 0 0,-3-72-246 0 0,17 178 292 0 0,1 136-144 0 0,-18-250-140 0 0,-3-42 15 0 0,14 131 176 0 0,-2-66-106 0 0,-4-20 37 0 0,55 362 285 0 0,19 143 247 0 0,-22 212-519 0 0,-60-770-3 0 0,-2-59-116 0 0,-1 0-13 0 0,2 17 1 0 0,-1-16 49 0 0,-1-1 16 0 0,0 47 914 0 0,0-47-765 0 0,-1-1-176 0 0,-6 69 168 0 0,6-68-182 0 0,1 0-16 0 0,-4 168 304 0 0,5-168-297 0 0,-1 0 48 0 0,0 81 877 0 0,0-81-738 0 0,0 1-115 0 0,0 18-11 0 0,0-18-17 0 0,0 0 34 0 0,0 16 58 0 0,0-17-31 0 0,-1 1-37 0 0,0 17-19 0 0,1-17-16 0 0,0-1 1 0 0,0 55 219 0 0,0-53-125 0 0,0-1-27 0 0,1 18-22 0 0,0-18 0 0 0,-1-1 48 0 0,5 51-32 0 0,-5-50-101 0 0,1-2-8 0 0,4 57 65 0 0,-4-41-76 0 0,-1-15-1 0 0,2-17-9086 0 0,-1 2 8048 0 0,-1-10-4172 0 0,-1-27-2410 0 0</inkml:trace>
</inkml:ink>
</file>

<file path=ppt/ink/ink2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13.8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96 2468 0 0,'0'0'4224'0'0,"5"0"-3705"0"0,15-2-51 0 0,-15 2 885 0 0,22 3-778 0 0,-21-3-340 0 0,-1 1-38 0 0,201 32 1131 0 0,-135-28-1057 0 0,19-2-56 0 0,9-2-141 0 0,-34-3-67 0 0,-17 2-3 0 0,1-3-11 0 0,0 2 70 0 0,1-3 83 0 0,-1 0-1 0 0,2 1-12 0 0,1 0-22 0 0,419-24 474 0 0,-121 4-253 0 0,325 7-446 0 0,-570 17 174 0 0,761 9-138 0 0,-549-17 217 0 0,-189 4-76 0 0,378-3-108 0 0,-152 6 101 0 0,171 12 110 0 0,-91 0-182 0 0,218 9-30 0 0,108-1 252 0 0,-60-7-96 0 0,-307 0-86 0 0,-302-11 1 0 0,191 1-130 0 0,-276-3 108 0 0,510-19 94 0 0,-408 13-79 0 0,-56 4-26 0 0,-2-1 4 0 0,93-4-58 0 0,-45 2 74 0 0,-51 2 20 0 0,84 2-20 0 0,-62-2-6 0 0,81-6-130 0 0,-22-3 77 0 0,-123 12-29 0 0,22-3 147 0 0,-21 2-24 0 0,-1 0-24 0 0,49-4 39 0 0,-49 5-89 0 0,0-1-66 0 0,12-2 115 0 0,-12 2 32 0 0,-1 0-44 0 0,42-6 32 0 0,85-3 1 0 0,-108 6-114 0 0,-18 3 70 0 0,0 0-6 0 0,115-12 33 0 0,-114 12-16 0 0,-1 1-5 0 0,71-15-62 0 0,-72 14 91 0 0,1 0-16 0 0,45-3-59 0 0,-45 4 24 0 0,0 0-73 0 0,88 0 209 0 0,-87 0-106 0 0,-1 0 3 0 0,15 3-3 0 0,-15-3-14 0 0,1 0-4 0 0,2 0 60 0 0,13 0 490 0 0,0 0 1 0 0,41 7 0 0 0,-58-6-551 0 0,-4 4-127 0 0,-1 14 134 0 0,1-15 77 0 0,-1 2-131 0 0,-1 17 69 0 0,1-17-1 0 0,0-1-74 0 0,-75 280 484 0 0,70-263-190 0 0,-5 40-1 0 0,10-57-220 0 0,-8 92 222 0 0,13 93 283 0 0,31 135-183 0 0,-15-165-234 0 0,7 252-191 0 0,-26-232 122 0 0,-2-127-18 0 0,0 6-22 0 0,3-8 6 0 0,-3 1 33 0 0,0-1 5 0 0,3 1-91 0 0,-2-2 93 0 0,0 0 114 0 0,2-1-156 0 0,-1-8-86 0 0,-2 10 82 0 0,0 10 28 0 0,1-9 69 0 0,0 0-8 0 0,7 231 529 0 0,-1-173-453 0 0,-1-9-55 0 0,-3-1 37 0 0,1 0 102 0 0,-3-31-58 0 0,2 231 353 0 0,-1-211-352 0 0,8 604 855 0 0,-9-645-1030 0 0,0 47-10 0 0,0-48 8 0 0,0 15 2 0 0,0-8 5 0 0,0 50 7 0 0,1-55-3 0 0,0 0-25 0 0,-2 17 29 0 0,8 178 382 0 0,6-135-183 0 0,-13-104-202 0 0,1 1 7 0 0,6 57 66 0 0,-6-57-70 0 0,0 24 85 0 0,0-24-28 0 0,-1 0-35 0 0,3 54 130 0 0,-3-54-132 0 0,0 1-11 0 0,2 19 6 0 0,-2-20 6 0 0,0 1-5 0 0,0 20 2 0 0,0-20-9 0 0,0 0 15 0 0,-2 20 10 0 0,2-20-10 0 0,0 0-19 0 0,-7 148 326 0 0,-1-31 4 0 0,3-63-44 0 0,4-56-216 0 0,1 1-13 0 0,0 19-4 0 0,0-18 96 0 0,0-1-166 0 0,0 19-8 0 0,0-19 44 0 0,0-1-4 0 0,0 16 42 0 0,0-16-81 0 0,1 0-28 0 0,0 15 10 0 0,-1-15 125 0 0,0-5-112 0 0,1 0 0 0 0,-1 1 0 0 0,0-1 0 0 0,1 0 0 0 0,-1 1 0 0 0,0-1 0 0 0,0 1 0 0 0,0-1 0 0 0,1 1 0 0 0,-1-1 0 0 0,0 0 0 0 0,0 1 0 0 0,0-1 0 0 0,0 1 0 0 0,0-1 0 0 0,0 1 0 0 0,0-1 0 0 0,0 1 0 0 0,0-1 0 0 0,0 1 0 0 0,0-1 0 0 0,0 1 0 0 0,0-1 0 0 0,0 1 0 0 0,0-1 0 0 0,0 1 0 0 0,-1-1 9 0 0,1 1 1 0 0,0-1-1 0 0,0 1 0 0 0,0-1 0 0 0,0 1 1 0 0,0-1-1 0 0,0 1 0 0 0,0-1 0 0 0,0 1 1 0 0,0-1-1 0 0,0 1 0 0 0,0-1 0 0 0,0 0 1 0 0,0 1-1 0 0,0-1 0 0 0,0 1 0 0 0,0-1 1 0 0,1 1-1 0 0,-1-1 0 0 0,0 1 0 0 0,0-1 1 0 0,1 0-1 0 0,-1 1 0 0 0,0-1 0 0 0,0 0 1 0 0,1 1-1 0 0,-1 6 214 0 0,0 18-33 0 0,0-19-30 0 0,1 0-23 0 0,3 17 0 0 0,-4-18 13 0 0,1 1 16 0 0,0 18-7 0 0,-1-18 6 0 0,1 0 53 0 0,1 17-107 0 0,-1-17-16 0 0,-1 0 21 0 0,3 18-8 0 0,-3-18-13 0 0,1-1 2 0 0,1 17 39 0 0,-1-17-90 0 0,-1 1-26 0 0,1 14 18 0 0,-1-15 14 0 0,1 1-31 0 0,1 16 15 0 0,-1-17 16 0 0,0 1-4 0 0,2 18 1 0 0,-2-18-26 0 0,0 0 12 0 0,4 17-4 0 0,-4-17 7 0 0,0 0 22 0 0,1 19-4 0 0,-1-19-12 0 0,-1 0-5 0 0,8 63 316 0 0,-5-37-287 0 0,-2-26-48 0 0,0 0-1 0 0,2 18 11 0 0,-2-18-7 0 0,0 0-7 0 0,8 47 4 0 0,-8-48 24 0 0,-1 0-42 0 0,2 16 18 0 0,-1-16-20 0 0,-1 0 18 0 0,1 13 40 0 0,0-13 204 0 0,-48-48-19693 0 0,24 27 9907 0 0</inkml:trace>
</inkml:ink>
</file>

<file path=ppt/ink/ink2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17.0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2520 0 0,'0'0'10317'0'0,"0"4"-10115"0"0,3 14-12 0 0,-3-14 163 0 0,0 1-169 0 0,2 16 5 0 0,-2-16 164 0 0,0 2-168 0 0,3 51 414 0 0,-3-52-478 0 0,1 0 31 0 0,0 18 84 0 0,-1-18-128 0 0,1 0-24 0 0,1 18 60 0 0,-1-18-68 0 0,0-1-32 0 0,2 17 9 0 0,-2-17-8 0 0,-1 1-2 0 0,3 16 10 0 0,-3-17 48 0 0,1 1-107 0 0,17 96 147 0 0,-17-97 146 0 0,-1-1-252 0 0,16 65-34 0 0,-15-65 889 0 0,2-2-860 0 0,10 6-22 0 0,-10-7-35 0 0,21-7 66 0 0,-20 4-23 0 0,0 1 2 0 0,44-11 12 0 0,-42 11-64 0 0,-1 0-26 0 0,16-3 14 0 0,-16 4-6 0 0,1-1 12 0 0,51-9-124 0 0,-52 9 112 0 0,1 1 6 0 0,58-7-41 0 0,-24 5 53 0 0,-33 1 20 0 0,0 1 11 0 0,21 0-36 0 0,-14 0-62 0 0,65 1 145 0 0,43-7-148 0 0,-116 5 96 0 0,0 1-9 0 0,0-1-11 0 0,88-14-35 0 0,-89 14 17 0 0,-1 0 6 0 0,46-10 7 0 0,16 3-38 0 0,-61 7 59 0 0,0 1-6 0 0,15-1-14 0 0,-15 1 11 0 0,1-2 0 0 0,16-2 5 0 0,-17 3 33 0 0,2 0-8 0 0,130-11-10 0 0,-119 12 37 0 0,29-2-63 0 0,2-2 55 0 0,2 1-26 0 0,3 0 49 0 0,257-11-126 0 0,85 2 162 0 0,-298 7-178 0 0,-44 5 71 0 0,-2-1 82 0 0,1 0-118 0 0,55 0 34 0 0,-55 1-28 0 0,-3-2 32 0 0,5 1 23 0 0,-4-1 26 0 0,2 1-69 0 0,-1 0-20 0 0,0 0 269 0 0,1 1-210 0 0,-1 0-57 0 0,1 0 3 0 0,44 0 0 0 0,1588-13-31 0 0,-581 8 112 0 0,-779 5-147 0 0,-73 1 205 0 0,205-1-89 0 0,5 4 78 0 0,-111 1-77 0 0,649-20 57 0 0,-979 15-49 0 0,611 11 22 0 0,-82 31 47 0 0,-493-39-86 0 0,45 9 157 0 0,-50-7-302 0 0,-47-4 166 0 0,0-1-58 0 0,44 8 213 0 0,-44-7-222 0 0,0 1 15 0 0,100 26-131 0 0,-99-26 158 0 0,-1-1 20 0 0,48 13 61 0 0,-47-13-26 0 0,0 0 65 0 0,17 3-89 0 0,-12-1-22 0 0,36 9 105 0 0,-43-11 110 0 0,2 1-154 0 0,47 11 69 0 0,-47-11 68 0 0,-2-1-89 0 0,6 5-3231 0 0,-27-6 1580 0 0,-41-8-3733 0 0,12 0-2172 0 0</inkml:trace>
</inkml:ink>
</file>

<file path=ppt/ink/ink2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2 4100 0 0,'0'0'1453'0'0,"-32"-1"299"0"0</inkml:trace>
</inkml:ink>
</file>

<file path=ppt/ink/ink2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2900 0 0,'0'0'9323'0'0,"3"4"-9154"0"0,14 35 516 0 0,-16-34-375 0 0,0 0-240 0 0,2 15-40 0 0,-2-14 52 0 0,0 0-46 0 0,1 18-38 0 0,-1-18-16 0 0,-1-1 12 0 0,5 50 2 0 0,-5-50 2 0 0,1 1-24 0 0,1 15 38 0 0,3 46 323 0 0,-4-61-310 0 0,-1 0 9 0 0,1 17 8 0 0,-1-18-19 0 0,1 1 15 0 0,3 52 211 0 0,-3-51-217 0 0,-1-1-17 0 0,1 19 3 0 0,-1-19 2 0 0,1 0 35 0 0,0 18-35 0 0,-1-18-14 0 0,0 0 8 0 0,2 18 8 0 0,-2-18 19 0 0,0 1-18 0 0,5 78 95 0 0,15 87 0 0 0,-13-110-68 0 0,-4-2 2 0 0,3 42 99 0 0,13 234-144 0 0,-18-261-6 0 0,2 18 34 0 0,1 5 5 0 0,0-34-48 0 0,-2-16-10 0 0,1 6 28 0 0,1-3-11 0 0,1 4 60 0 0,5 68 33 0 0,-1-1 150 0 0,-3-72-246 0 0,17 178 292 0 0,1 136-144 0 0,-18-250-140 0 0,-3-42 15 0 0,14 131 176 0 0,-2-66-106 0 0,-4-20 37 0 0,55 362 285 0 0,19 143 247 0 0,-22 212-519 0 0,-60-770-3 0 0,-2-59-116 0 0,-1 0-13 0 0,2 17 1 0 0,-1-16 49 0 0,-1-1 16 0 0,0 47 914 0 0,0-47-765 0 0,-1-1-176 0 0,-6 69 168 0 0,6-68-182 0 0,1 0-16 0 0,-4 168 304 0 0,5-168-297 0 0,-1 0 48 0 0,0 81 877 0 0,0-81-738 0 0,0 1-115 0 0,0 18-11 0 0,0-18-17 0 0,0 0 34 0 0,0 16 58 0 0,0-17-31 0 0,-1 1-37 0 0,0 17-19 0 0,1-17-16 0 0,0-1 1 0 0,0 55 219 0 0,0-53-125 0 0,0-1-27 0 0,1 18-22 0 0,0-18 0 0 0,-1-1 48 0 0,5 51-32 0 0,-5-50-101 0 0,1-2-8 0 0,4 57 65 0 0,-4-41-76 0 0,-1-15-1 0 0,2-17-9086 0 0,-1 2 8048 0 0,-1-10-4172 0 0,-1-27-2410 0 0</inkml:trace>
</inkml:ink>
</file>

<file path=ppt/ink/ink2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96 2468 0 0,'0'0'4224'0'0,"5"0"-3705"0"0,15-2-51 0 0,-15 2 885 0 0,22 3-778 0 0,-21-3-340 0 0,-1 1-38 0 0,201 32 1131 0 0,-135-28-1057 0 0,19-2-56 0 0,9-2-141 0 0,-34-3-67 0 0,-17 2-3 0 0,1-3-11 0 0,0 2 70 0 0,1-3 83 0 0,-1 0-1 0 0,2 1-12 0 0,1 0-22 0 0,419-24 474 0 0,-121 4-253 0 0,325 7-446 0 0,-570 17 174 0 0,761 9-138 0 0,-549-17 217 0 0,-189 4-76 0 0,378-3-108 0 0,-152 6 101 0 0,171 12 110 0 0,-91 0-182 0 0,218 9-30 0 0,108-1 252 0 0,-60-7-96 0 0,-307 0-86 0 0,-302-11 1 0 0,191 1-130 0 0,-276-3 108 0 0,510-19 94 0 0,-408 13-79 0 0,-56 4-26 0 0,-2-1 4 0 0,93-4-58 0 0,-45 2 74 0 0,-51 2 20 0 0,84 2-20 0 0,-62-2-6 0 0,81-6-130 0 0,-22-3 77 0 0,-123 12-29 0 0,22-3 147 0 0,-21 2-24 0 0,-1 0-24 0 0,49-4 39 0 0,-49 5-89 0 0,0-1-66 0 0,12-2 115 0 0,-12 2 32 0 0,-1 0-44 0 0,42-6 32 0 0,85-3 1 0 0,-108 6-114 0 0,-18 3 70 0 0,0 0-6 0 0,115-12 33 0 0,-114 12-16 0 0,-1 1-5 0 0,71-15-62 0 0,-72 14 91 0 0,1 0-16 0 0,45-3-59 0 0,-45 4 24 0 0,0 0-73 0 0,88 0 209 0 0,-87 0-106 0 0,-1 0 3 0 0,15 3-3 0 0,-15-3-14 0 0,1 0-4 0 0,2 0 60 0 0,13 0 490 0 0,0 0 1 0 0,41 7 0 0 0,-58-6-551 0 0,-4 4-127 0 0,-1 14 134 0 0,1-15 77 0 0,-1 2-131 0 0,-1 17 69 0 0,1-17-1 0 0,0-1-74 0 0,-75 280 484 0 0,70-263-190 0 0,-5 40-1 0 0,10-57-220 0 0,-8 92 222 0 0,13 93 283 0 0,31 135-183 0 0,-15-165-234 0 0,7 252-191 0 0,-26-232 122 0 0,-2-127-18 0 0,0 6-22 0 0,3-8 6 0 0,-3 1 33 0 0,0-1 5 0 0,3 1-91 0 0,-2-2 93 0 0,0 0 114 0 0,2-1-156 0 0,-1-8-86 0 0,-2 10 82 0 0,0 10 28 0 0,1-9 69 0 0,0 0-8 0 0,7 231 529 0 0,-1-173-453 0 0,-1-9-55 0 0,-3-1 37 0 0,1 0 102 0 0,-3-31-58 0 0,2 231 353 0 0,-1-211-352 0 0,8 604 855 0 0,-9-645-1030 0 0,0 47-10 0 0,0-48 8 0 0,0 15 2 0 0,0-8 5 0 0,0 50 7 0 0,1-55-3 0 0,0 0-25 0 0,-2 17 29 0 0,8 178 382 0 0,6-135-183 0 0,-13-104-202 0 0,1 1 7 0 0,6 57 66 0 0,-6-57-70 0 0,0 24 85 0 0,0-24-28 0 0,-1 0-35 0 0,3 54 130 0 0,-3-54-132 0 0,0 1-11 0 0,2 19 6 0 0,-2-20 6 0 0,0 1-5 0 0,0 20 2 0 0,0-20-9 0 0,0 0 15 0 0,-2 20 10 0 0,2-20-10 0 0,0 0-19 0 0,-7 148 326 0 0,-1-31 4 0 0,3-63-44 0 0,4-56-216 0 0,1 1-13 0 0,0 19-4 0 0,0-18 96 0 0,0-1-166 0 0,0 19-8 0 0,0-19 44 0 0,0-1-4 0 0,0 16 42 0 0,0-16-81 0 0,1 0-28 0 0,0 15 10 0 0,-1-15 125 0 0,0-5-112 0 0,1 0 0 0 0,-1 1 0 0 0,0-1 0 0 0,1 0 0 0 0,-1 1 0 0 0,0-1 0 0 0,0 1 0 0 0,0-1 0 0 0,1 1 0 0 0,-1-1 0 0 0,0 0 0 0 0,0 1 0 0 0,0-1 0 0 0,0 1 0 0 0,0-1 0 0 0,0 1 0 0 0,0-1 0 0 0,0 1 0 0 0,0-1 0 0 0,0 1 0 0 0,0-1 0 0 0,0 1 0 0 0,0-1 0 0 0,0 1 0 0 0,0-1 0 0 0,0 1 0 0 0,-1-1 9 0 0,1 1 1 0 0,0-1-1 0 0,0 1 0 0 0,0-1 0 0 0,0 1 1 0 0,0-1-1 0 0,0 1 0 0 0,0-1 0 0 0,0 1 1 0 0,0-1-1 0 0,0 1 0 0 0,0-1 0 0 0,0 0 1 0 0,0 1-1 0 0,0-1 0 0 0,0 1 0 0 0,0-1 1 0 0,1 1-1 0 0,-1-1 0 0 0,0 1 0 0 0,0-1 1 0 0,1 0-1 0 0,-1 1 0 0 0,0-1 0 0 0,0 0 1 0 0,1 1-1 0 0,-1 6 214 0 0,0 18-33 0 0,0-19-30 0 0,1 0-23 0 0,3 17 0 0 0,-4-18 13 0 0,1 1 16 0 0,0 18-7 0 0,-1-18 6 0 0,1 0 53 0 0,1 17-107 0 0,-1-17-16 0 0,-1 0 21 0 0,3 18-8 0 0,-3-18-13 0 0,1-1 2 0 0,1 17 39 0 0,-1-17-90 0 0,-1 1-26 0 0,1 14 18 0 0,-1-15 14 0 0,1 1-31 0 0,1 16 15 0 0,-1-17 16 0 0,0 1-4 0 0,2 18 1 0 0,-2-18-26 0 0,0 0 12 0 0,4 17-4 0 0,-4-17 7 0 0,0 0 22 0 0,1 19-4 0 0,-1-19-12 0 0,-1 0-5 0 0,8 63 316 0 0,-5-37-287 0 0,-2-26-48 0 0,0 0-1 0 0,2 18 11 0 0,-2-18-7 0 0,0 0-7 0 0,8 47 4 0 0,-8-48 24 0 0,-1 0-42 0 0,2 16 18 0 0,-1-16-20 0 0,-1 0 18 0 0,1 13 40 0 0,0-13 204 0 0,-48-48-19693 0 0,24 27 9907 0 0</inkml:trace>
</inkml:ink>
</file>

<file path=ppt/ink/ink2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2520 0 0,'0'0'10317'0'0,"0"4"-10115"0"0,3 14-12 0 0,-3-14 163 0 0,0 1-169 0 0,2 16 5 0 0,-2-16 164 0 0,0 2-168 0 0,3 51 414 0 0,-3-52-478 0 0,1 0 31 0 0,0 18 84 0 0,-1-18-128 0 0,1 0-24 0 0,1 18 60 0 0,-1-18-68 0 0,0-1-32 0 0,2 17 9 0 0,-2-17-8 0 0,-1 1-2 0 0,3 16 10 0 0,-3-17 48 0 0,1 1-107 0 0,17 96 147 0 0,-17-97 146 0 0,-1-1-252 0 0,16 65-34 0 0,-15-65 889 0 0,2-2-860 0 0,10 6-22 0 0,-10-7-35 0 0,21-7 66 0 0,-20 4-23 0 0,0 1 2 0 0,44-11 12 0 0,-42 11-64 0 0,-1 0-26 0 0,16-3 14 0 0,-16 4-6 0 0,1-1 12 0 0,51-9-124 0 0,-52 9 112 0 0,1 1 6 0 0,58-7-41 0 0,-24 5 53 0 0,-33 1 20 0 0,0 1 11 0 0,21 0-36 0 0,-14 0-62 0 0,65 1 145 0 0,43-7-148 0 0,-116 5 96 0 0,0 1-9 0 0,0-1-11 0 0,88-14-35 0 0,-89 14 17 0 0,-1 0 6 0 0,46-10 7 0 0,16 3-38 0 0,-61 7 59 0 0,0 1-6 0 0,15-1-14 0 0,-15 1 11 0 0,1-2 0 0 0,16-2 5 0 0,-17 3 33 0 0,2 0-8 0 0,130-11-10 0 0,-119 12 37 0 0,29-2-63 0 0,2-2 55 0 0,2 1-26 0 0,3 0 49 0 0,257-11-126 0 0,85 2 162 0 0,-298 7-178 0 0,-44 5 71 0 0,-2-1 82 0 0,1 0-118 0 0,55 0 34 0 0,-55 1-28 0 0,-3-2 32 0 0,5 1 23 0 0,-4-1 26 0 0,2 1-69 0 0,-1 0-20 0 0,0 0 269 0 0,1 1-210 0 0,-1 0-57 0 0,1 0 3 0 0,44 0 0 0 0,1588-13-31 0 0,-581 8 112 0 0,-779 5-147 0 0,-73 1 205 0 0,205-1-89 0 0,5 4 78 0 0,-111 1-77 0 0,649-20 57 0 0,-979 15-49 0 0,611 11 22 0 0,-82 31 47 0 0,-493-39-86 0 0,45 9 157 0 0,-50-7-302 0 0,-47-4 166 0 0,0-1-58 0 0,44 8 213 0 0,-44-7-222 0 0,0 1 15 0 0,100 26-131 0 0,-99-26 158 0 0,-1-1 20 0 0,48 13 61 0 0,-47-13-26 0 0,0 0 65 0 0,17 3-89 0 0,-12-1-22 0 0,36 9 105 0 0,-43-11 110 0 0,2 1-154 0 0,47 11 69 0 0,-47-11 68 0 0,-2-1-89 0 0,6 5-3231 0 0,-27-6 1580 0 0,-41-8-3733 0 0,12 0-2172 0 0</inkml:trace>
</inkml:ink>
</file>

<file path=ppt/ink/ink2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4376 0 0,'0'0'4140'0'0,"2"4"-3282"0"0,0-3-790 0 0,7 15-550 0 0,-22-2-3826 0 0</inkml:trace>
</inkml:ink>
</file>

<file path=ppt/ink/ink2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99 252 2040 0 0,'-4'-5'959'0'0,"-74"-112"1250"0"0,76 113-2303 0 0,0-1-8 0 0,0-2 18 0 0,-1 0 0 0 0,1 0-1 0 0,0 0 1 0 0,1-1-1 0 0,0 1 1 0 0,0-1-1 0 0,1-13 1 0 0,0 16-53 0 0,2 1-99 0 0,19-33-1842 0 0,-19 34 232 0 0</inkml:trace>
</inkml:ink>
</file>

<file path=ppt/ink/ink2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1 161 2632 0 0,'1'-4'1442'0'0,"38"-83"4475"0"0,-37 83-5790 0 0,1 0-103 0 0,26-25-1505 0 0,1 9-3160 0 0,-5 8 661 0 0</inkml:trace>
</inkml:ink>
</file>

<file path=ppt/ink/ink2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1 146 2668 0 0,'46'-30'3418'0'0,"-13"8"-2137"0"0,43-22-1 0 0,-57 35-2218 0 0,1 1 0 0 0,0 0-1 0 0,36-9 1 0 0,-21 11-1426 0 0,-29 5-126 0 0</inkml:trace>
</inkml:ink>
</file>

<file path=ppt/ink/ink2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16 1408 0 0,'6'-1'956'0'0,"29"-2"543"0"0,15-3 67 0 0,88 1 0 0 0,-133 5-1770 0 0,3 1-89 0 0,103 10-3953 0 0,-78-10 2034 0 0</inkml:trace>
</inkml:ink>
</file>

<file path=ppt/ink/ink2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2340 0 0,'24'16'1452'0'0,"-3"2"-604"0"0,-1 5-404 0 0,-7 2-268 0 0,1 1-356 0 0,-3 3-776 0 0,-1 2-816 0 0</inkml:trace>
</inkml:ink>
</file>

<file path=ppt/ink/ink2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2432 0 0,'17'16'1092'0'0,"1"1"-220"0"0,1-3-64 0 0,-2 3-187 0 0,1-3 155 0 0,13 16-236 0 0,-5-2-308 0 0,-3-2-452 0 0,-13-3-1553 0 0,-3 0-3567 0 0</inkml:trace>
</inkml:ink>
</file>

<file path=ppt/ink/ink2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1 2872 0 0,'0'0'1280'0'0,"12"26"1061"0"0,-3 4-1685 0 0,-9 9-1252 0 0,-7-8-949 0 0,-5 5-615 0 0,3-13-648 0 0</inkml:trace>
</inkml:ink>
</file>

<file path=ppt/ink/ink2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214 1 3188 0 0,'-39'0'2236'0'0,"-6"3"-1675"0"0,7 2-653 0 0,-6-2-1277 0 0,-3 2-3115 0 0</inkml:trace>
</inkml:ink>
</file>

<file path=ppt/ink/ink2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252 11 2384 0 0,'0'0'1404'0'0,"-5"-1"-291"0"0,-15-1-251 0 0,15 1 264 0 0,-1 0-726 0 0,-17-3-96 0 0,17 3-82 0 0,0 1-52 0 0,-61 1-243 0 0,0 2-2214 0 0,62-2 1433 0 0,-2-2-11 0 0,-21 0-563 0 0,21 1-1010 0 0</inkml:trace>
</inkml:ink>
</file>

<file path=ppt/ink/ink2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49 326 2520 0 0,'-4'-2'261'0'0,"-14"-8"2"0"0,14 8 14 0 0,4 1-258 0 0,0 1 0 0 0,0-1 0 0 0,0 1 0 0 0,0-1 0 0 0,0 1 0 0 0,0-1 1 0 0,0 1-1 0 0,0-1 0 0 0,-1 1 0 0 0,1-1 0 0 0,0 1 0 0 0,0-1 0 0 0,0 1 0 0 0,-1-1 0 0 0,1 1 0 0 0,0-1 0 0 0,0 1 1 0 0,-1 0-1 0 0,1-1 0 0 0,0 1 0 0 0,-1 0 0 0 0,1-1 0 0 0,-1 1 0 0 0,-10-17 1128 0 0,6-2-448 0 0,3 15-259 0 0,2-2-108 0 0,16-109 810 0 0,12 2-5820 0 0,-19 87 1857 0 0</inkml:trace>
</inkml:ink>
</file>

<file path=ppt/ink/ink2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0 141 2880 0 0,'25'-28'2356'0'0,"-6"5"-1011"0"0,-2 2-525 0 0,-1 4-164 0 0,2-4-596 0 0,1 3-1516 0 0,-2 5-5165 0 0</inkml:trace>
</inkml:ink>
</file>

<file path=ppt/ink/ink2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 2688 0 0,'0'0'1276'0'0,"24"-7"2161"0"0,1 1-2717 0 0,-4 20-1744 0 0,-16 22-6033 0 0</inkml:trace>
</inkml:ink>
</file>

<file path=ppt/ink/ink2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88 0 3088 0 0,'0'0'2112'0'0,"-12"28"-419"0"0,-8-5-1353 0 0,-8-10-1888 0 0,1-5-897 0 0</inkml:trace>
</inkml:ink>
</file>

<file path=ppt/ink/ink2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241 100 2652 0 0,'-23'-15'2925'0'0,"1"-1"-1353"0"0,-8-1-1028 0 0,-5 1-588 0 0,-12 0-1176 0 0,21 8 207 0 0,-4 1-747 0 0,2 2-1856 0 0</inkml:trace>
</inkml:ink>
</file>

<file path=ppt/ink/ink2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4 187 3804 0 0,'0'0'1204'0'0,"-3"-26"361"0"0,6-5-825 0 0,2-2-720 0 0,4 0-624 0 0,0 1-961 0 0,1 0-655 0 0</inkml:trace>
</inkml:ink>
</file>

<file path=ppt/ink/ink2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1 271 1608 0 0,'8'-28'1620'0'0,"1"-7"-908"0"0,7-10-572 0 0,-9 22-24 0 0,2 0-116 0 0,-1-2-208 0 0,1 1-372 0 0,0 1 32 0 0,-1 0-372 0 0,3 2-980 0 0</inkml:trace>
</inkml:ink>
</file>

<file path=ppt/ink/ink2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18 1728 0 0,'0'0'480'0'0,"27"-8"576"0"0,3 2-928 0 0,-2 2-348 0 0,19 6-812 0 0,-14 3-1068 0 0</inkml:trace>
</inkml:ink>
</file>

<file path=ppt/ink/ink2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1 624 0 0,'12'42'384'0'0,"-3"1"-560"0"0,-6-16-132 0 0</inkml:trace>
</inkml:ink>
</file>

<file path=ppt/ink/ink2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0 104 0 0,'-4'26'52'0'0,"-6"7"-168"0"0</inkml:trace>
</inkml:ink>
</file>

<file path=ppt/ink/ink2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184 27 3504 0 0,'-37'3'2973'0'0,"4"-3"-1745"0"0,1-1-512 0 0,3-2-492 0 0,-1-7-1456 0 0,7-5-6141 0 0</inkml:trace>
</inkml:ink>
</file>

<file path=ppt/ink/ink2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49 1984 0 0,'0'0'2048'0'0,"-8"-24"-1456"0"0,1-1-1172 0 0</inkml:trace>
</inkml:ink>
</file>

<file path=ppt/ink/ink2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 2128 0 0,'0'0'944'0'0,"21"-10"1481"0"0</inkml:trace>
</inkml:ink>
</file>

<file path=ppt/ink/ink2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0 1160 0 0,'-10'20'1272'0'0,"-3"3"-1320"0"0,-1-5-1036 0 0</inkml:trace>
</inkml:ink>
</file>

<file path=ppt/ink/ink2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283 1 2264 0 0,'-24'8'1340'0'0,"-2"2"-364"0"0,-1 0-188 0 0,-2-2-187 0 0,1 2-269 0 0,-2-1-364 0 0,6 0-436 0 0,-9-1-485 0 0,1 3-595 0 0,2-3-1712 0 0</inkml:trace>
</inkml:ink>
</file>

<file path=ppt/ink/ink2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99 0 2748 0 0,'-18'13'1620'0'0,"-3"5"-1464"0"0,-8 2-1212 0 0,-1 1-2372 0 0</inkml:trace>
</inkml:ink>
</file>

<file path=ppt/ink/ink2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65 0 3804 0 0,'0'0'1548'0'0,"-16"15"1193"0"0,-8 5-4501 0 0,-1 1-4533 0 0</inkml:trace>
</inkml:ink>
</file>

<file path=ppt/ink/ink2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33 5140 0 0,'0'0'1561'0'0,"30"6"539"0"0,5-9-1144 0 0,3-5-1172 0 0,2-5-2144 0 0,-5-2-4781 0 0</inkml:trace>
</inkml:ink>
</file>

<file path=ppt/ink/ink2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48 3884 0 0,'28'-11'4261'0'0,"0"-1"-1989"0"0,-4-1-2204 0 0,2 2-2804 0 0</inkml:trace>
</inkml:ink>
</file>

<file path=ppt/ink/ink2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57 0 4072 0 0,'0'0'5753'0'0,"-4"26"-4297"0"0,-26-21-2804 0 0,8-13-3553 0 0</inkml:trace>
</inkml:ink>
</file>

<file path=ppt/ink/ink2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60 192 4288 0 0,'-16'-33'2453'0'0,"6"7"-1001"0"0,1 0-556 0 0,2 3-568 0 0,-1-7-480 0 0,2 2-980 0 0,3 2-1681 0 0</inkml:trace>
</inkml:ink>
</file>

<file path=ppt/ink/ink2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8 322 1872 0 0,'0'-6'887'0'0,"-6"-110"1628"0"0,5 110-2397 0 0,1-1 27 0 0,0 3-138 0 0,0-7 2 0 0,0 1 0 0 0,0 0 0 0 0,1 0 0 0 0,1-1 0 0 0,-1 1 0 0 0,2 0 0 0 0,3-12 1 0 0,25-30-1551 0 0,-9 27 57 0 0,-16 19 1002 0 0,-1 1-1588 0 0</inkml:trace>
</inkml:ink>
</file>

<file path=ppt/ink/ink2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33 2264 0 0,'0'0'4897'0'0,"21"-11"-4585"0"0,-5-10-3809 0 0</inkml:trace>
</inkml:ink>
</file>

<file path=ppt/ink/ink2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28 4672 0 0,'0'0'1533'0'0,"28"-10"535"0"0,-2 0-756 0 0,1 2-496 0 0,9 11-960 0 0,-8 17-1684 0 0,-9 0-564 0 0,8 9-3605 0 0</inkml:trace>
</inkml:ink>
</file>

<file path=ppt/ink/ink2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2272 0 0,'21'21'2276'0'0,"-2"-1"-735"0"0,0-1-637 0 0,-3 1-72 0 0,0 6-752 0 0,-8-5-1216 0 0,-2 4-1777 0 0</inkml:trace>
</inkml:ink>
</file>

<file path=ppt/ink/ink2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166 1 2192 0 0,'-14'24'2040'0'0,"-1"1"-836"0"0,-6-2-615 0 0,-5-1-665 0 0,-2 0-809 0 0,-4-1-623 0 0,3-1-2008 0 0</inkml:trace>
</inkml:ink>
</file>

<file path=ppt/ink/ink2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199 136 2072 0 0,'-5'-1'1285'0'0,"-52"-11"1985"0"0,51 10-2897 0 0,1 0 166 0 0,5 2-537 0 0,-9-3 180 0 0,0-1-1 0 0,1 0 0 0 0,0-1 1 0 0,-1 0-1 0 0,2 0 0 0 0,-1-1 1 0 0,1 0-1 0 0,-13-12 1 0 0,19 16-328 0 0,-13-15-703 0 0,1-4-3830 0 0,0-2 1219 0 0</inkml:trace>
</inkml:ink>
</file>

<file path=ppt/ink/ink2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1 249 2652 0 0,'0'0'1056'0'0,"3"-37"176"0"0,1 11-736 0 0,-1-5 189 0 0,1 0-73 0 0,3-2-484 0 0,1 3-204 0 0,1-1-912 0 0,3 2-1513 0 0</inkml:trace>
</inkml:ink>
</file>

<file path=ppt/ink/ink2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74 1764 0 0,'0'0'728'0'0,"16"-26"180"0"0,1 3-904 0 0,4-2-904 0 0</inkml:trace>
</inkml:ink>
</file>

<file path=ppt/ink/ink2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 2560 0 0,'0'0'2933'0'0,"34"0"-1781"0"0,-5-3-1360 0 0,-4-4-2861 0 0</inkml:trace>
</inkml:ink>
</file>

<file path=ppt/ink/ink2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 3748 0 0,'0'0'1260'0'0,"30"-1"2697"0"0,1 1-3477 0 0,-10 11-1124 0 0,-7 7-3777 0 0</inkml:trace>
</inkml:ink>
</file>

<file path=ppt/ink/ink2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3700 0 0,'19'19'1961'0'0,"5"3"-757"0"0,-6-1-552 0 0,-4 5-556 0 0,-2 8-936 0 0,-10-1-2073 0 0</inkml:trace>
</inkml:ink>
</file>

<file path=ppt/ink/ink2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68 1 3524 0 0,'0'0'3329'0'0,"-10"27"-761"0"0,1 0-1744 0 0,-3-8-920 0 0,-2 1-1540 0 0,-9 4-2029 0 0</inkml:trace>
</inkml:ink>
</file>

<file path=ppt/ink/ink2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217 1 3364 0 0,'-21'19'3777'0'0,"2"-6"-1953"0"0,-12 2-1136 0 0,3-3-324 0 0,-2-1-384 0 0,2 1-704 0 0,-1 1-1552 0 0,-1-2-737 0 0</inkml:trace>
</inkml:ink>
</file>

<file path=ppt/ink/ink2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202 113 2640 0 0,'0'0'1058'0'0,"-5"0"-144"0"0,-49-8 1700 0 0,49 6-2127 0 0,0 1-31 0 0,-1-2-469 0 0,-4 0 331 0 0,0-1 1 0 0,0-1 0 0 0,1 1-1 0 0,-15-11 1 0 0,15 8-1680 0 0,1-1 0 0 0,0 1-1 0 0,-11-14 1 0 0,-1-4-2903 0 0</inkml:trace>
</inkml:ink>
</file>

<file path=ppt/ink/ink2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79 229 2848 0 0,'-15'-23'2801'0'0,"-1"0"-1237"0"0,4 0-568 0 0,1-4-332 0 0,1-1-320 0 0,3-3-432 0 0,3-4-1080 0 0,1-4-2265 0 0</inkml:trace>
</inkml:ink>
</file>

<file path=ppt/ink/ink2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1 175 1912 0 0,'21'-33'1960'0'0,"1"1"-440"0"0,1 4-1303 0 0,0-2-498 0 0,1 4-691 0 0,-1 0-892 0 0</inkml:trace>
</inkml:ink>
</file>

<file path=ppt/ink/ink2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25 2648 0 0,'0'0'2760'0'0,"28"-5"-1335"0"0,3 0-717 0 0,6 0-652 0 0,3 0-1304 0 0,-2 0-2081 0 0</inkml:trace>
</inkml:ink>
</file>

<file path=ppt/ink/ink2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55 2668 0 0,'4'-2'888'0'0,"28"-20"2265"0"0,-29 20-2314 0 0,-1-1-805 0 0,5-4 443 0 0,-7 7-650 0 0,0-1-1 0 0,0 0 1 0 0,1 1 0 0 0,-1-1 0 0 0,0 1 0 0 0,0-1 0 0 0,0 0 0 0 0,0 1 0 0 0,0-1 0 0 0,0 1-1 0 0,0-1 1 0 0,0 0 0 0 0,0 1 0 0 0,0-1 0 0 0,0 0 0 0 0,0 1 0 0 0,0-1 0 0 0,-1 1-1 0 0,1-1 1 0 0,0 0 0 0 0,0 1 0 0 0,-1-1 0 0 0,1 1 0 0 0,0-1 0 0 0,-1 1 0 0 0,1-1-1 0 0,-1 1 1 0 0,1-1 0 0 0,0 1 0 0 0,-1-1 0 0 0,0 0 0 0 0</inkml:trace>
</inkml:ink>
</file>

<file path=ppt/ink/ink2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189 0 2200 0 0,'-7'1'734'0'0,"-21"1"-34"0"0,21-2-155 0 0,-22 5 290 0 0,23-5-328 0 0,1 1-74 0 0,-15 4-82 0 0,15-4 191 0 0,1 0-339 0 0,-15 2-56 0 0,14-2-49 0 0,1 0-511 0 0,-1 0 145 0 0,-2 2-8 0 0,-6 2-2848 0 0,-12 8-50 0 0</inkml:trace>
</inkml:ink>
</file>

<file path=ppt/ink/ink2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116 10 1900 0 0,'0'0'1648'0'0,"-30"-8"-1232"0"0,-14 6-1368 0 0,3 5-2020 0 0</inkml:trace>
</inkml:ink>
</file>

<file path=ppt/ink/ink2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1 2184 0 0,'0'0'2164'0'0,"-21"11"-231"0"0,4 9-1857 0 0,5-1-3041 0 0</inkml:trace>
</inkml:ink>
</file>

<file path=ppt/ink/ink2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2312 0 0,'0'0'884'0'0,"16"44"104"0"0,-8-20-532 0 0,1 3-80 0 0,-2 0-124 0 0,0 1-104 0 0,-2 2-156 0 0,-3-1-132 0 0,2 1-64 0 0,-3-1-252 0 0,3 18-872 0 0,3-2-1912 0 0</inkml:trace>
</inkml:ink>
</file>

<file path=ppt/ink/ink2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1716 0 0,'0'0'1120'0'0,"25"12"480"0"0,-1 3-567 0 0,2-4-337 0 0,1 2-628 0 0,-3-1-1305 0 0,6 1-3719 0 0</inkml:trace>
</inkml:ink>
</file>

<file path=ppt/ink/ink2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18 1968 0 0,'28'-5'920'0'0,"5"0"-1028"0"0,0-3-1112 0 0</inkml:trace>
</inkml:ink>
</file>

<file path=ppt/ink/ink2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0 111 2540 0 0,'0'0'2296'0'0,"16"-18"773"0"0,-6-8-2209 0 0,-3-6-1088 0 0,0-3-3917 0 0</inkml:trace>
</inkml:ink>
</file>

<file path=ppt/ink/ink2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39 130 2576 0 0,'-2'-31'3097'0'0,"-1"5"-1297"0"0,-4-5-1020 0 0,-4 6-796 0 0,-4 9-3105 0 0</inkml:trace>
</inkml:ink>
</file>

<file path=ppt/ink/ink2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70 25 2568 0 0,'0'0'816'0'0,"-17"-15"1849"0"0,-6 6-2273 0 0,-6 10-2501 0 0</inkml:trace>
</inkml:ink>
</file>

<file path=ppt/ink/ink2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2448 0 0,'16'17'5457'0'0,"3"-4"-5037"0"0,-3 8-3196 0 0</inkml:trace>
</inkml:ink>
</file>

<file path=ppt/ink/ink2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 3424 0 0,'33'0'4449'0'0,"0"-2"-2413"0"0,-5-1-1844 0 0</inkml:trace>
</inkml:ink>
</file>

<file path=ppt/ink/ink2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45 1 3536 0 0,'0'0'3242'0'0,"-4"2"-2563"0"0,-37 13-3520 0 0</inkml:trace>
</inkml:ink>
</file>

<file path=ppt/ink/ink2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23 225 3376 0 0,'-8'-45'2056'0'0,"1"1"-915"0"0,3 7-805 0 0,3 4-492 0 0,-1 5-1273 0 0,4-10-3855 0 0</inkml:trace>
</inkml:ink>
</file>

<file path=ppt/ink/ink2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42 2496 0 0,'0'0'2164'0'0,"30"-10"-443"0"0,-2 0-1101 0 0,0-2-892 0 0,0 3-1789 0 0</inkml:trace>
</inkml:ink>
</file>

<file path=ppt/ink/ink2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61 2456 0 0,'22'-8'2124'0'0,"1"0"-775"0"0,3-2-537 0 0,2 2-300 0 0,0-2-520 0 0,-5 2-1108 0 0,7 0-4973 0 0</inkml:trace>
</inkml:ink>
</file>

<file path=ppt/ink/ink2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2944 0 0,'0'0'2633'0'0,"26"5"-1781"0"0,5-4-7241 0 0</inkml:trace>
</inkml:ink>
</file>

<file path=ppt/ink/ink2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2356 0 0,'0'0'1448'0'0,"33"0"108"0"0,-1 2-1512 0 0,8 1-952 0 0,-5 2-600 0 0</inkml:trace>
</inkml:ink>
</file>

<file path=ppt/ink/ink2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1104 0 0,'48'18'2612'0'0,"-43"-16"-2310"0"0,0-1-106 0 0,-1 1-1 0 0,1 0 0 0 0,0 0 1 0 0,0 0-1 0 0,-1 0 0 0 0,6 5 1 0 0,-6-6 17 0 0,-1 2-46 0 0,32 24 232 0 0,-31-24-497 0 0,-1 2-150 0 0,-1-2 172 0 0,3 2-576 0 0,-1 1 0 0 0,0 1 1 0 0,-1-1-1 0 0,7 13 0 0 0,-3 1-1792 0 0</inkml:trace>
</inkml:ink>
</file>

<file path=ppt/ink/ink2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0 1564 0 0,'0'0'1308'0'0,"-2"33"-36"0"0,-1-2-880 0 0,1 2-680 0 0,5-5-1796 0 0</inkml:trace>
</inkml:ink>
</file>

<file path=ppt/ink/ink2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0 2564 0 0,'0'0'1680'0'0,"0"31"1285"0"0,0-1-2577 0 0,-9-7-2657 0 0</inkml:trace>
</inkml:ink>
</file>

<file path=ppt/ink/ink2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1700 0 0,'2'5'1070'0'0,"15"47"1743"0"0,-15-47-2421 0 0,0 0-98 0 0,5 14-292 0 0,-2 1 0 0 0,0-1 0 0 0,3 24 1 0 0,-5-23-1485 0 0,-2 0 1 0 0,-1 22-1 0 0,-1-9-311 0 0</inkml:trace>
</inkml:ink>
</file>

<file path=ppt/ink/ink2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400 0 2356 0 0,'0'0'1896'0'0,"-1"4"-1022"0"0,-1 14-45 0 0,2-14 487 0 0,-2 19-415 0 0,2-18-285 0 0,-1 0-387 0 0,-1 16-74 0 0,1-16-86 0 0,0 1-60 0 0,-8 17-917 0 0,-1 0 0 0 0,-1-1 0 0 0,-1 0 0 0 0,-28 39 0 0 0,22-40 32 0 0,0-2 226 0 0,-2 3 773 0 0,-1-1 0 0 0,-30 24 0 0 0,37-33 290 0 0,11-9-61 0 0,-2-1 15 0 0,-12 9-6 0 0,12-8 17 0 0,-15 7 1281 0 0,14-10-1387 0 0,-40-5 637 0 0,42 3-808 0 0,2 2-144 0 0,1 0-1 0 0,-1-1 0 0 0,1 1 1 0 0,0 0-1 0 0,-1-1 0 0 0,1 1 1 0 0,0-1-1 0 0,-1 0 1 0 0,1 1-1 0 0,0-1 0 0 0,0 0 1 0 0,-2-2-1 0 0,0 1-170 0 0,-1 0-1053 0 0,-2 0-1058 0 0,-22-9-1627 0 0</inkml:trace>
</inkml:ink>
</file>

<file path=ppt/ink/ink2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219 32 2524 0 0,'0'0'1564'0'0,"-31"0"1249"0"0,1-4-1501 0 0,-5-1-900 0 0,7 1-412 0 0,-2-1-752 0 0,-1-2-1172 0 0,-2 1-3985 0 0</inkml:trace>
</inkml:ink>
</file>

<file path=ppt/ink/ink2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67 35 2088 0 0,'0'0'4453'0'0,"-32"1"-2197"0"0,13-14-2512 0 0,3-10-8245 0 0</inkml:trace>
</inkml:ink>
</file>

<file path=ppt/ink/ink2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124 120 2668 0 0,'-17'-20'2388'0'0,"1"4"-987"0"0,0-2-529 0 0,-1 1-304 0 0,0 4-152 0 0,-6-5-408 0 0,5 0-2408 0 0</inkml:trace>
</inkml:ink>
</file>

<file path=ppt/ink/ink2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2 212 3376 0 0,'0'0'1157'0'0,"0"-6"-202"0"0,-1-15 74 0 0,1 0 0 0 0,5-40-1 0 0,-3 48-2344 0 0,1 0-1 0 0,1 0 0 0 0,10-25 0 0 0,-3 13-1950 0 0</inkml:trace>
</inkml:ink>
</file>

<file path=ppt/ink/ink2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48 2640 0 0,'0'0'1204'0'0,"17"-16"1053"0"0,4 1-1249 0 0,0 5-908 0 0,11 4-3713 0 0</inkml:trace>
</inkml:ink>
</file>

<file path=ppt/ink/ink2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2172 0 0,'14'21'2656'0'0,"-2"-1"-1043"0"0,2 5-1093 0 0,-5-4-520 0 0,3 8-2077 0 0,-3-3-2767 0 0</inkml:trace>
</inkml:ink>
</file>

<file path=ppt/ink/ink2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3032 0 0,'0'0'4721'0'0</inkml:trace>
</inkml:ink>
</file>

<file path=ppt/ink/ink2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1 149 2392 0 0,'17'-18'2280'0'0,"8"0"-1023"0"0,-1 2-253 0 0,1 0-204 0 0,-3-2-476 0 0,1 3-356 0 0,-6 0-620 0 0,4-1-1168 0 0,-5 0-573 0 0</inkml:trace>
</inkml:ink>
</file>

<file path=ppt/ink/ink2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114 166 2240 0 0,'-14'-23'932'0'0,"0"-2"-348"0"0,-2-1-544 0 0,-7-5-612 0 0,-1 0-484 0 0,1 2-1072 0 0</inkml:trace>
</inkml:ink>
</file>

<file path=ppt/ink/ink2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140 0 2088 0 0,'0'0'800'0'0,"-40"4"208"0"0,12 4-876 0 0,-7 0-972 0 0,-1 5-2308 0 0</inkml:trace>
</inkml:ink>
</file>

<file path=ppt/ink/ink2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1 3156 0 0,'0'0'964'0'0,"-1"33"1265"0"0,4-7-1261 0 0,4 3-792 0 0,2-1-488 0 0,-1 2-1797 0 0</inkml:trace>
</inkml:ink>
</file>

<file path=ppt/ink/ink2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3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0 160 1692 0 0,'0'0'1108'0'0,"18"-32"224"0"0,-4 1-452 0 0,0 4-179 0 0,0 2-845 0 0,0 2-909 0 0,0 2-887 0 0</inkml:trace>
</inkml:ink>
</file>

<file path=ppt/ink/ink2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87 1424 0 0,'0'0'1028'0'0,"21"-16"796"0"0,0 0-788 0 0,2-2-719 0 0,3 3-826 0 0,-7 4-831 0 0,6 1-2400 0 0</inkml:trace>
</inkml:ink>
</file>

<file path=ppt/ink/ink2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1316 0 0,'5'15'456'0'0,"-2"-7"-228"0"0,0 0 0 0 0,-1 1 0 0 0,-1-1 1 0 0,2 11-1 0 0,5 277 387 0 0,-2-7-1279 0 0,-3-242 1241 0 0,-1-1 255 0 0,11 210 1536 0 0,-13-249-2939 0 0,4 29-2703 0 0</inkml:trace>
</inkml:ink>
</file>

<file path=ppt/ink/ink2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121 1 1700 0 0,'-1'4'821'0'0,"-4"16"-64"0"0,4-15-99 0 0,0 0-83 0 0,-2 15-81 0 0,2-16-92 0 0,0 1-93 0 0,-14 46 404 0 0,14-46-619 0 0,-1 0-35 0 0,-7 15 40 0 0,7-16 132 0 0,0 1-158 0 0,-7 15-83 0 0,6-15-8 0 0,1 0 27 0 0,-7 13-1 0 0,6-13-1 0 0,1-1-18 0 0,-32 59-184 0 0,32-58-65 0 0,-8 10-677 0 0,8-11-1881 0 0</inkml:trace>
</inkml:ink>
</file>

<file path=ppt/ink/ink2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1 1848 0 0,'0'0'1012'0'0,"-23"11"-1024"0"0</inkml:trace>
</inkml:ink>
</file>

<file path=ppt/ink/ink2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 2240 0 0,'0'0'3829'0'0,"31"-2"-2957"0"0,-1-5-1540 0 0,5-2-5565 0 0</inkml:trace>
</inkml:ink>
</file>

<file path=ppt/ink/ink2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 3088 0 0,'0'0'1140'0'0,"28"-5"961"0"0,3 1-1681 0 0,2 1-1857 0 0</inkml:trace>
</inkml:ink>
</file>

<file path=ppt/ink/ink2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35 2540 0 0,'0'0'1084'0'0,"26"-15"-352"0"0,-8-5-1724 0 0</inkml:trace>
</inkml:ink>
</file>

<file path=ppt/ink/ink2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79 2352 0 0,'0'0'1428'0'0,"10"-25"1729"0"0,-1 2-2221 0 0,-14-8-3677 0 0</inkml:trace>
</inkml:ink>
</file>

<file path=ppt/ink/ink2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20 1624 0 0,'0'0'2696'0'0,"-24"-10"-1047"0"0,3 0-3106 0 0</inkml:trace>
</inkml:ink>
</file>

<file path=ppt/ink/ink2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59 1132 0 0,'-16'-21'2288'0'0,"0"2"-1836"0"0,2 1-1392 0 0</inkml:trace>
</inkml:ink>
</file>

<file path=ppt/ink/ink2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5 126 1172 0 0,'-5'-28'2360'0'0,"5"-6"-2100"0"0,5 3-608 0 0,-1-2-3056 0 0</inkml:trace>
</inkml:ink>
</file>

<file path=ppt/ink/ink2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7 264 852 0 0,'0'0'2108'0'0,"-1"-5"-1812"0"0,-4-12-110 0 0,4 13-116 0 0,2-2-340 0 0,1-14 160 0 0,-1 15-44 0 0,0 0-51 0 0,30-130-608 0 0,-30 131 795 0 0,2-25-134 0 0,-3 23-144 0 0,0 2-23 0 0,-4-15-147 0 0,3 14-203 0 0</inkml:trace>
</inkml:ink>
</file>

<file path=ppt/ink/ink2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77 53 1460 0 0,'-3'-3'1048'0'0,"-27"-20"2382"0"0,26 21-2129 0 0,-11-9-997 0 0,10 9-2768 0 0,1 0 599 0 0,-12-8-1309 0 0</inkml:trace>
</inkml:ink>
</file>

<file path=ppt/ink/ink2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69 68 1616 0 0,'0'0'952'0'0,"-19"-18"1332"0"0,3 3-1311 0 0,0-1-861 0 0,-1-2-2021 0 0</inkml:trace>
</inkml:ink>
</file>

<file path=ppt/ink/ink2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117 31 2000 0 0,'0'0'1772'0'0,"-26"-9"-288"0"0,3-1-715 0 0,-8 3-865 0 0,-6 2-5793 0 0</inkml:trace>
</inkml:ink>
</file>

<file path=ppt/ink/ink2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1 1828 0 0,'0'0'628'0'0,"-30"11"-1012"0"0</inkml:trace>
</inkml:ink>
</file>

<file path=ppt/ink/ink2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1432 0 0,'5'31'1756'0'0,"-3"-3"-1000"0"0,-4 0-428 0 0,0 5-696 0 0,-1-7-1552 0 0</inkml:trace>
</inkml:ink>
</file>

<file path=ppt/ink/ink2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0 1536 0 0,'0'0'592'0'0,"-7"30"-288"0"0,-2 1-1448 0 0</inkml:trace>
</inkml:ink>
</file>

<file path=ppt/ink/ink2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1764 0 0,'0'0'796'0'0,"26"10"828"0"0,7-6-912 0 0,9-2-676 0 0,5-2-840 0 0,-12-8-976 0 0</inkml:trace>
</inkml:ink>
</file>

<file path=ppt/ink/ink2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79 2404 0 0,'0'0'2758'0'0,"4"-2"-2574"0"0,13-5-155 0 0,-12 5-103 0 0,0 0-63 0 0,86-19-2181 0 0,-9 2 2414 0 0,-77 18 240 0 0,0-1-16 0 0,16-4-84 0 0,-16 4-112 0 0,0 0-288 0 0,15-10-1928 0 0</inkml:trace>
</inkml:ink>
</file>

<file path=ppt/ink/ink2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6241 0 0,'0'0'15030'0'0</inkml:trace>
</inkml:ink>
</file>

<file path=ppt/ink/ink2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53 39 3316 0 0,'-3'-2'1830'0'0,"-28"-23"3257"0"0,28 23-3394 0 0,0-1-1463 0 0,-9-3 26 0 0</inkml:trace>
</inkml:ink>
</file>

<file path=ppt/ink/ink2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61 105 3632 0 0,'-13'-15'1402'0'0,"11"12"735"0"0,-1 1-1285 0 0,-7-9-82 0 0,7 8 561 0 0,0 0-774 0 0,-7-9-94 0 0,7 9 688 0 0,1 0-1025 0 0,0 1-498 0 0,1 0-1 0 0,0-1 1 0 0,-1 1-1 0 0,1 0 0 0 0,0-1 1 0 0,1 1-1 0 0,-1-1 1 0 0,0 1-1 0 0,1-1 1 0 0,-1 1-1 0 0,1-1 1 0 0,0 1-1 0 0,0-1 1 0 0,0 1-1 0 0,0-6 1 0 0,1 3-2004 0 0</inkml:trace>
</inkml:ink>
</file>

<file path=ppt/ink/ink2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90 2364 0 0,'0'0'1471'0'0,"2"-4"-255"0"0,3-3-430 0 0,-2 3-298 0 0,0-1 0 0 0,-1 0-1 0 0,1 1 1 0 0,-1-1 0 0 0,3-10 523 0 0,-5 15-999 0 0,0-1 1 0 0,0 1-1 0 0,0-1 0 0 0,0 1 1 0 0,0-1-1 0 0,0 1 1 0 0,0-1-1 0 0,0 1 0 0 0,0-1 1 0 0,0 1-1 0 0,1-1 1 0 0,-1 1-1 0 0,0-1 0 0 0,0 1 1 0 0,1-1-1 0 0,-1 1 1 0 0,0-1-1 0 0,0 1 0 0 0,1 0 1 0 0,-1-1-1 0 0,1 1 1 0 0,-1 0-1 0 0,0-1 0 0 0,1 1 1 0 0,6-12 30 0 0,-7 12-67 0 0,0-1 1 0 0,0 1 0 0 0,0 0 0 0 0,0-1-1 0 0,1 1 1 0 0,-1-1 0 0 0,0 1 0 0 0,0-1-1 0 0,0 1 1 0 0,1 0 0 0 0,-1-1 0 0 0,0 1 0 0 0,0 0-1 0 0,1-1 1 0 0,-1 1 0 0 0,0 0 0 0 0,1-1-1 0 0,-1 1 1 0 0,0 0 0 0 0,1 0 0 0 0,-1-1-1 0 0,1 1 1 0 0,-1 0 0 0 0,0 0 0 0 0,1 0-1 0 0,0-1 1 0 0,-1 1-150 0 0,1 0 0 0 0,-1 0 0 0 0,1 0 0 0 0,-1 0 0 0 0,0-1 0 0 0,1 1 0 0 0,-1 0-1 0 0,1 0 1 0 0,-1-1 0 0 0,0 1 0 0 0,1 0 0 0 0,-1-1 0 0 0,0 1 0 0 0,0 0 0 0 0,1-1 0 0 0,-1 1-1 0 0,0 0 1 0 0,0-1 0 0 0,1 1 0 0 0,-1-1 0 0 0,0 1 0 0 0,0 0 0 0 0,0-1 0 0 0,0 1 0 0 0,1-1 0 0 0,-1 0-1 0 0</inkml:trace>
</inkml:ink>
</file>

<file path=ppt/ink/ink2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3440 0 0,'19'14'2877'0'0,"-5"5"-1437"0"0,-1 6-760 0 0,-6 6-668 0 0,-6 6-2452 0 0,-4-5-3529 0 0</inkml:trace>
</inkml:ink>
</file>

<file path=ppt/ink/ink2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58 1 3624 0 0,'0'0'3797'0'0,"-7"23"-521"0"0,-11-10-3180 0 0,-15-11-5921 0 0</inkml:trace>
</inkml:ink>
</file>

<file path=ppt/ink/ink2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51 117 4688 0 0,'0'0'2913'0'0,"-7"-26"-37"0"0,0 0-2188 0 0,-2 4-860 0 0,-3-1-2592 0 0,-4 4-5425 0 0</inkml:trace>
</inkml:ink>
</file>

<file path=ppt/ink/ink2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23 111 4640 0 0,'0'0'2513'0'0,"-2"-31"-385"0"0,-3 7-1052 0 0,-3-6-1136 0 0,1 4-2880 0 0</inkml:trace>
</inkml:ink>
</file>

<file path=ppt/ink/ink2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6 105 3516 0 0,'0'0'3417'0'0,"-5"-24"-1253"0"0,10-11-2020 0 0,7 13-752 0 0,13-1-3665 0 0</inkml:trace>
</inkml:ink>
</file>

<file path=ppt/ink/ink2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2816 0 0,'0'0'2516'0'0,"28"3"765"0"0,2 1-5437 0 0</inkml:trace>
</inkml:ink>
</file>

<file path=ppt/ink/ink2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2420 0 0,'0'0'2520'0'0,"19"11"153"0"0,-1 2-2197 0 0,-9 15-4205 0 0</inkml:trace>
</inkml:ink>
</file>

<file path=ppt/ink/ink2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 1 3960 0 0,'0'0'2085'0'0,"-1"32"11"0"0,-6-7-1556 0 0,-9-4-1724 0 0,-7-8-6273 0 0</inkml:trace>
</inkml:ink>
</file>

<file path=ppt/ink/ink2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0 4128 0 0,'0'0'5325'0'0,"-14"18"-3853"0"0</inkml:trace>
</inkml:ink>
</file>

<file path=ppt/ink/ink2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3072 0 0,'0'0'2681'0'0,"25"12"815"0"0,3-7-1740 0 0,3-5-2244 0 0</inkml:trace>
</inkml:ink>
</file>

<file path=ppt/ink/ink2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3104 0 0,'0'0'5765'0'0,"16"15"-4769"0"0,8-27-10821 0 0</inkml:trace>
</inkml:ink>
</file>

<file path=ppt/ink/ink2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1 138 3584 0 0,'2'-5'1389'0'0,"15"-47"2243"0"0,-15 47-2921 0 0,-1 0-29 0 0,3-5-943 0 0,9-29 3754 0 0,-10 26-5964 0 0,-2 4-4099 0 0</inkml:trace>
</inkml:ink>
</file>

<file path=ppt/ink/ink2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20 3556 0 0,'0'0'5889'0'0,"-4"-2"-5371"0"0,4 2-809 0 0,-27-11 1563 0 0,13 4-7893 0 0</inkml:trace>
</inkml:ink>
</file>

<file path=ppt/ink/ink2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1 2732 0 0,'0'0'2733'0'0,"-28"5"-257"0"0</inkml:trace>
</inkml:ink>
</file>

<file path=ppt/ink/ink2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35 3048 0 0,'0'0'3589'0'0,"16"-19"-837"0"0,0 4-3532 0 0</inkml:trace>
</inkml:ink>
</file>

<file path=ppt/ink/ink2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6333 0 0,'0'0'8118'0'0,"3"2"-7988"0"0,-1-1-721 0 0,6 4 1458 0 0,-5-2-3847 0 0,9 20-8857 0 0</inkml:trace>
</inkml:ink>
</file>

<file path=ppt/ink/ink3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48 4544 0 0,'0'0'5881'0'0,"21"-9"-4817"0"0,-5-13-1964 0 0,-2 6-4305 0 0</inkml:trace>
</inkml:ink>
</file>

<file path=ppt/ink/ink3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84 3324 0 0,'0'0'3069'0'0,"16"-15"-469"0"0,1 0-804 0 0,3-6-1680 0 0,-5 6-1296 0 0,1-3-3777 0 0</inkml:trace>
</inkml:ink>
</file>

<file path=ppt/ink/ink3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84 3712 0 0,'20'-20'3361'0'0,"-3"-1"-2405"0"0,0 1-868 0 0,-1-3-2068 0 0</inkml:trace>
</inkml:ink>
</file>

<file path=ppt/ink/ink3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1 102 5284 0 0,'0'0'2817'0'0,"0"-31"-417"0"0,1-2-2396 0 0,-2-5-3524 0 0</inkml:trace>
</inkml:ink>
</file>

<file path=ppt/ink/ink3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 60 3376 0 0,'-12'-20'3649'0'0,"-5"-1"-3157"0"0,-3 3-2400 0 0</inkml:trace>
</inkml:ink>
</file>

<file path=ppt/ink/ink3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103 35 3016 0 0,'-29'-8'3281'0'0,"1"-2"-2117"0"0,5 2-1204 0 0,0 0-3989 0 0</inkml:trace>
</inkml:ink>
</file>

<file path=ppt/ink/ink3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99 1 2292 0 0,'0'0'1628'0'0,"-34"4"-280"0"0,3 3-1160 0 0,-2-2-2712 0 0</inkml:trace>
</inkml:ink>
</file>

<file path=ppt/ink/ink3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142 38 3748 0 0,'-19'-17'2953'0'0,"-7"6"-1889"0"0,1 4-676 0 0,-8 4-808 0 0,-5 3-2909 0 0</inkml:trace>
</inkml:ink>
</file>

<file path=ppt/ink/ink3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0 3364 0 0,'0'0'576'0'0,"-11"27"-1176"0"0,-6-6-2700 0 0</inkml:trace>
</inkml:ink>
</file>

<file path=ppt/ink/ink3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4320 0 0,'0'0'2149'0'0,"25"8"-3218"0"0</inkml:trace>
</inkml:ink>
</file>

<file path=ppt/ink/ink3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58 6 3712 0 0,'0'0'6665'0'0,"-28"-5"-5793"0"0,7 18-1304 0 0,12 8-1880 0 0</inkml:trace>
</inkml:ink>
</file>

<file path=ppt/ink/ink3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3356 0 0,'0'0'1200'0'0,"36"0"1625"0"0,-1 5-2117 0 0,-7 0-912 0 0,-3 2-3621 0 0</inkml:trace>
</inkml:ink>
</file>

<file path=ppt/ink/ink3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48 2960 0 0,'0'0'3017'0'0,"19"-14"-837"0"0,-1 1-1860 0 0,-8-8-3056 0 0</inkml:trace>
</inkml:ink>
</file>

<file path=ppt/ink/ink3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1 100 3084 0 0,'16'-21'3989'0'0,"-8"-5"-3153"0"0,-13-5-2592 0 0,-7 10-4357 0 0</inkml:trace>
</inkml:ink>
</file>

<file path=ppt/ink/ink3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1 3544 0 0,'0'0'3681'0'0,"-14"16"-3473"0"0,-2 9-2032 0 0</inkml:trace>
</inkml:ink>
</file>

<file path=ppt/ink/ink3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3656 0 0,'0'0'612'0'0,"24"7"-1036"0"0</inkml:trace>
</inkml:ink>
</file>

<file path=ppt/ink/ink3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48 0 4912 0 0,'0'0'4802'0'0,"-4"1"-3760"0"0,-15 6 5976 0 0,15-6-8760 0 0,-12 4 375 0 0,12-4-397 0 0</inkml:trace>
</inkml:ink>
</file>

<file path=ppt/ink/ink3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86 4480 0 0,'20'-30'2877'0'0,"-6"6"-1357"0"0,-4 4-1148 0 0,-29 9-9581 0 0</inkml:trace>
</inkml:ink>
</file>

<file path=ppt/ink/ink3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0 348 0 0,'0'0'-64'0'0,"-7"25"-44"0"0</inkml:trace>
</inkml:ink>
</file>

<file path=ppt/ink/ink3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45.4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1 101 3148 0 0,'24'-23'2184'0'0,"1"-2"-999"0"0,-4 5-761 0 0,-6 4-540 0 0,1 0-1549 0 0</inkml:trace>
</inkml:ink>
</file>

<file path=ppt/ink/ink3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8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2 4100 0 0,'0'0'1453'0'0,"-32"-1"299"0"0</inkml:trace>
</inkml:ink>
</file>

<file path=ppt/ink/ink3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8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2900 0 0,'0'0'9323'0'0,"3"4"-9154"0"0,14 35 516 0 0,-16-34-375 0 0,0 0-240 0 0,2 15-40 0 0,-2-14 52 0 0,0 0-46 0 0,1 18-38 0 0,-1-18-16 0 0,-1-1 12 0 0,5 50 2 0 0,-5-50 2 0 0,1 1-24 0 0,1 15 38 0 0,3 46 323 0 0,-4-61-310 0 0,-1 0 9 0 0,1 17 8 0 0,-1-18-19 0 0,1 1 15 0 0,3 52 211 0 0,-3-51-217 0 0,-1-1-17 0 0,1 19 3 0 0,-1-19 2 0 0,1 0 35 0 0,0 18-35 0 0,-1-18-14 0 0,0 0 8 0 0,2 18 8 0 0,-2-18 19 0 0,0 1-18 0 0,5 78 95 0 0,15 87 0 0 0,-13-110-68 0 0,-4-2 2 0 0,3 42 99 0 0,13 234-144 0 0,-18-261-6 0 0,2 18 34 0 0,1 5 5 0 0,0-34-48 0 0,-2-16-10 0 0,1 6 28 0 0,1-3-11 0 0,1 4 60 0 0,5 68 33 0 0,-1-1 150 0 0,-3-72-246 0 0,17 178 292 0 0,1 136-144 0 0,-18-250-140 0 0,-3-42 15 0 0,14 131 176 0 0,-2-66-106 0 0,-4-20 37 0 0,55 362 285 0 0,19 143 247 0 0,-22 212-519 0 0,-60-770-3 0 0,-2-59-116 0 0,-1 0-13 0 0,2 17 1 0 0,-1-16 49 0 0,-1-1 16 0 0,0 47 914 0 0,0-47-765 0 0,-1-1-176 0 0,-6 69 168 0 0,6-68-182 0 0,1 0-16 0 0,-4 168 304 0 0,5-168-297 0 0,-1 0 48 0 0,0 81 877 0 0,0-81-738 0 0,0 1-115 0 0,0 18-11 0 0,0-18-17 0 0,0 0 34 0 0,0 16 58 0 0,0-17-31 0 0,-1 1-37 0 0,0 17-19 0 0,1-17-16 0 0,0-1 1 0 0,0 55 219 0 0,0-53-125 0 0,0-1-27 0 0,1 18-22 0 0,0-18 0 0 0,-1-1 48 0 0,5 51-32 0 0,-5-50-101 0 0,1-2-8 0 0,4 57 65 0 0,-4-41-76 0 0,-1-15-1 0 0,2-17-9086 0 0,-1 2 8048 0 0,-1-10-4172 0 0,-1-27-2410 0 0</inkml:trace>
</inkml:ink>
</file>

<file path=ppt/ink/ink3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8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96 2468 0 0,'0'0'4224'0'0,"5"0"-3705"0"0,15-2-51 0 0,-15 2 885 0 0,22 3-778 0 0,-21-3-340 0 0,-1 1-38 0 0,201 32 1131 0 0,-135-28-1057 0 0,19-2-56 0 0,9-2-141 0 0,-34-3-67 0 0,-17 2-3 0 0,1-3-11 0 0,0 2 70 0 0,1-3 83 0 0,-1 0-1 0 0,2 1-12 0 0,1 0-22 0 0,419-24 474 0 0,-121 4-253 0 0,325 7-446 0 0,-570 17 174 0 0,761 9-138 0 0,-549-17 217 0 0,-189 4-76 0 0,378-3-108 0 0,-152 6 101 0 0,171 12 110 0 0,-91 0-182 0 0,218 9-30 0 0,108-1 252 0 0,-60-7-96 0 0,-307 0-86 0 0,-302-11 1 0 0,191 1-130 0 0,-276-3 108 0 0,510-19 94 0 0,-408 13-79 0 0,-56 4-26 0 0,-2-1 4 0 0,93-4-58 0 0,-45 2 74 0 0,-51 2 20 0 0,84 2-20 0 0,-62-2-6 0 0,81-6-130 0 0,-22-3 77 0 0,-123 12-29 0 0,22-3 147 0 0,-21 2-24 0 0,-1 0-24 0 0,49-4 39 0 0,-49 5-89 0 0,0-1-66 0 0,12-2 115 0 0,-12 2 32 0 0,-1 0-44 0 0,42-6 32 0 0,85-3 1 0 0,-108 6-114 0 0,-18 3 70 0 0,0 0-6 0 0,115-12 33 0 0,-114 12-16 0 0,-1 1-5 0 0,71-15-62 0 0,-72 14 91 0 0,1 0-16 0 0,45-3-59 0 0,-45 4 24 0 0,0 0-73 0 0,88 0 209 0 0,-87 0-106 0 0,-1 0 3 0 0,15 3-3 0 0,-15-3-14 0 0,1 0-4 0 0,2 0 60 0 0,13 0 490 0 0,0 0 1 0 0,41 7 0 0 0,-58-6-551 0 0,-4 4-127 0 0,-1 14 134 0 0,1-15 77 0 0,-1 2-131 0 0,-1 17 69 0 0,1-17-1 0 0,0-1-74 0 0,-75 280 484 0 0,70-263-190 0 0,-5 40-1 0 0,10-57-220 0 0,-8 92 222 0 0,13 93 283 0 0,31 135-183 0 0,-15-165-234 0 0,7 252-191 0 0,-26-232 122 0 0,-2-127-18 0 0,0 6-22 0 0,3-8 6 0 0,-3 1 33 0 0,0-1 5 0 0,3 1-91 0 0,-2-2 93 0 0,0 0 114 0 0,2-1-156 0 0,-1-8-86 0 0,-2 10 82 0 0,0 10 28 0 0,1-9 69 0 0,0 0-8 0 0,7 231 529 0 0,-1-173-453 0 0,-1-9-55 0 0,-3-1 37 0 0,1 0 102 0 0,-3-31-58 0 0,2 231 353 0 0,-1-211-352 0 0,8 604 855 0 0,-9-645-1030 0 0,0 47-10 0 0,0-48 8 0 0,0 15 2 0 0,0-8 5 0 0,0 50 7 0 0,1-55-3 0 0,0 0-25 0 0,-2 17 29 0 0,8 178 382 0 0,6-135-183 0 0,-13-104-202 0 0,1 1 7 0 0,6 57 66 0 0,-6-57-70 0 0,0 24 85 0 0,0-24-28 0 0,-1 0-35 0 0,3 54 130 0 0,-3-54-132 0 0,0 1-11 0 0,2 19 6 0 0,-2-20 6 0 0,0 1-5 0 0,0 20 2 0 0,0-20-9 0 0,0 0 15 0 0,-2 20 10 0 0,2-20-10 0 0,0 0-19 0 0,-7 148 326 0 0,-1-31 4 0 0,3-63-44 0 0,4-56-216 0 0,1 1-13 0 0,0 19-4 0 0,0-18 96 0 0,0-1-166 0 0,0 19-8 0 0,0-19 44 0 0,0-1-4 0 0,0 16 42 0 0,0-16-81 0 0,1 0-28 0 0,0 15 10 0 0,-1-15 125 0 0,0-5-112 0 0,1 0 0 0 0,-1 1 0 0 0,0-1 0 0 0,1 0 0 0 0,-1 1 0 0 0,0-1 0 0 0,0 1 0 0 0,0-1 0 0 0,1 1 0 0 0,-1-1 0 0 0,0 0 0 0 0,0 1 0 0 0,0-1 0 0 0,0 1 0 0 0,0-1 0 0 0,0 1 0 0 0,0-1 0 0 0,0 1 0 0 0,0-1 0 0 0,0 1 0 0 0,0-1 0 0 0,0 1 0 0 0,0-1 0 0 0,0 1 0 0 0,0-1 0 0 0,0 1 0 0 0,-1-1 9 0 0,1 1 1 0 0,0-1-1 0 0,0 1 0 0 0,0-1 0 0 0,0 1 1 0 0,0-1-1 0 0,0 1 0 0 0,0-1 0 0 0,0 1 1 0 0,0-1-1 0 0,0 1 0 0 0,0-1 0 0 0,0 0 1 0 0,0 1-1 0 0,0-1 0 0 0,0 1 0 0 0,0-1 1 0 0,1 1-1 0 0,-1-1 0 0 0,0 1 0 0 0,0-1 1 0 0,1 0-1 0 0,-1 1 0 0 0,0-1 0 0 0,0 0 1 0 0,1 1-1 0 0,-1 6 214 0 0,0 18-33 0 0,0-19-30 0 0,1 0-23 0 0,3 17 0 0 0,-4-18 13 0 0,1 1 16 0 0,0 18-7 0 0,-1-18 6 0 0,1 0 53 0 0,1 17-107 0 0,-1-17-16 0 0,-1 0 21 0 0,3 18-8 0 0,-3-18-13 0 0,1-1 2 0 0,1 17 39 0 0,-1-17-90 0 0,-1 1-26 0 0,1 14 18 0 0,-1-15 14 0 0,1 1-31 0 0,1 16 15 0 0,-1-17 16 0 0,0 1-4 0 0,2 18 1 0 0,-2-18-26 0 0,0 0 12 0 0,4 17-4 0 0,-4-17 7 0 0,0 0 22 0 0,1 19-4 0 0,-1-19-12 0 0,-1 0-5 0 0,8 63 316 0 0,-5-37-287 0 0,-2-26-48 0 0,0 0-1 0 0,2 18 11 0 0,-2-18-7 0 0,0 0-7 0 0,8 47 4 0 0,-8-48 24 0 0,-1 0-42 0 0,2 16 18 0 0,-1-16-20 0 0,-1 0 18 0 0,1 13 40 0 0,0-13 204 0 0,-48-48-19693 0 0,24 27 9907 0 0</inkml:trace>
</inkml:ink>
</file>

<file path=ppt/ink/ink3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8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2520 0 0,'0'0'10317'0'0,"0"4"-10115"0"0,3 14-12 0 0,-3-14 163 0 0,0 1-169 0 0,2 16 5 0 0,-2-16 164 0 0,0 2-168 0 0,3 51 414 0 0,-3-52-478 0 0,1 0 31 0 0,0 18 84 0 0,-1-18-128 0 0,1 0-24 0 0,1 18 60 0 0,-1-18-68 0 0,0-1-32 0 0,2 17 9 0 0,-2-17-8 0 0,-1 1-2 0 0,3 16 10 0 0,-3-17 48 0 0,1 1-107 0 0,17 96 147 0 0,-17-97 146 0 0,-1-1-252 0 0,16 65-34 0 0,-15-65 889 0 0,2-2-860 0 0,10 6-22 0 0,-10-7-35 0 0,21-7 66 0 0,-20 4-23 0 0,0 1 2 0 0,44-11 12 0 0,-42 11-64 0 0,-1 0-26 0 0,16-3 14 0 0,-16 4-6 0 0,1-1 12 0 0,51-9-124 0 0,-52 9 112 0 0,1 1 6 0 0,58-7-41 0 0,-24 5 53 0 0,-33 1 20 0 0,0 1 11 0 0,21 0-36 0 0,-14 0-62 0 0,65 1 145 0 0,43-7-148 0 0,-116 5 96 0 0,0 1-9 0 0,0-1-11 0 0,88-14-35 0 0,-89 14 17 0 0,-1 0 6 0 0,46-10 7 0 0,16 3-38 0 0,-61 7 59 0 0,0 1-6 0 0,15-1-14 0 0,-15 1 11 0 0,1-2 0 0 0,16-2 5 0 0,-17 3 33 0 0,2 0-8 0 0,130-11-10 0 0,-119 12 37 0 0,29-2-63 0 0,2-2 55 0 0,2 1-26 0 0,3 0 49 0 0,257-11-126 0 0,85 2 162 0 0,-298 7-178 0 0,-44 5 71 0 0,-2-1 82 0 0,1 0-118 0 0,55 0 34 0 0,-55 1-28 0 0,-3-2 32 0 0,5 1 23 0 0,-4-1 26 0 0,2 1-69 0 0,-1 0-20 0 0,0 0 269 0 0,1 1-210 0 0,-1 0-57 0 0,1 0 3 0 0,44 0 0 0 0,1588-13-31 0 0,-581 8 112 0 0,-779 5-147 0 0,-73 1 205 0 0,205-1-89 0 0,5 4 78 0 0,-111 1-77 0 0,649-20 57 0 0,-979 15-49 0 0,611 11 22 0 0,-82 31 47 0 0,-493-39-86 0 0,45 9 157 0 0,-50-7-302 0 0,-47-4 166 0 0,0-1-58 0 0,44 8 213 0 0,-44-7-222 0 0,0 1 15 0 0,100 26-131 0 0,-99-26 158 0 0,-1-1 20 0 0,48 13 61 0 0,-47-13-26 0 0,0 0 65 0 0,17 3-89 0 0,-12-1-22 0 0,36 9 105 0 0,-43-11 110 0 0,2 1-154 0 0,47 11 69 0 0,-47-11 68 0 0,-2-1-89 0 0,6 5-3231 0 0,-27-6 1580 0 0,-41-8-3733 0 0,12 0-2172 0 0</inkml:trace>
</inkml:ink>
</file>

<file path=ppt/ink/ink3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8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4376 0 0,'0'0'4140'0'0,"2"4"-3282"0"0,0-3-790 0 0,7 15-550 0 0,-22-2-3826 0 0</inkml:trace>
</inkml:ink>
</file>

<file path=ppt/ink/ink3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8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99 252 2040 0 0,'-4'-5'959'0'0,"-74"-112"1250"0"0,76 113-2303 0 0,0-1-8 0 0,0-2 18 0 0,-1 0 0 0 0,1 0-1 0 0,0 0 1 0 0,1-1-1 0 0,0 1 1 0 0,0-1-1 0 0,1-13 1 0 0,0 16-53 0 0,2 1-99 0 0,19-33-1842 0 0,-19 34 232 0 0</inkml:trace>
</inkml:ink>
</file>

<file path=ppt/ink/ink3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8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1 161 2632 0 0,'1'-4'1442'0'0,"38"-83"4475"0"0,-37 83-5790 0 0,1 0-103 0 0,26-25-1505 0 0,1 9-3160 0 0,-5 8 661 0 0</inkml:trace>
</inkml:ink>
</file>

<file path=ppt/ink/ink3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8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1 146 2668 0 0,'46'-30'3418'0'0,"-13"8"-2137"0"0,43-22-1 0 0,-57 35-2218 0 0,1 1 0 0 0,0 0-1 0 0,36-9 1 0 0,-21 11-1426 0 0,-29 5-126 0 0</inkml:trace>
</inkml:ink>
</file>

<file path=ppt/ink/ink3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8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16 1408 0 0,'6'-1'956'0'0,"29"-2"543"0"0,15-3 67 0 0,88 1 0 0 0,-133 5-1770 0 0,3 1-89 0 0,103 10-3953 0 0,-78-10 2034 0 0</inkml:trace>
</inkml:ink>
</file>

<file path=ppt/ink/ink3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8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2340 0 0,'24'16'1452'0'0,"-3"2"-604"0"0,-1 5-404 0 0,-7 2-268 0 0,1 1-356 0 0,-3 3-776 0 0,-1 2-816 0 0</inkml:trace>
</inkml:ink>
</file>

<file path=ppt/ink/ink3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8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2432 0 0,'17'16'1092'0'0,"1"1"-220"0"0,1-3-64 0 0,-2 3-187 0 0,1-3 155 0 0,13 16-236 0 0,-5-2-308 0 0,-3-2-452 0 0,-13-3-1553 0 0,-3 0-3567 0 0</inkml:trace>
</inkml:ink>
</file>

<file path=ppt/ink/ink3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8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1 2872 0 0,'0'0'1280'0'0,"12"26"1061"0"0,-3 4-1685 0 0,-9 9-1252 0 0,-7-8-949 0 0,-5 5-615 0 0,3-13-648 0 0</inkml:trace>
</inkml:ink>
</file>

<file path=ppt/ink/ink3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8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214 1 3188 0 0,'-39'0'2236'0'0,"-6"3"-1675"0"0,7 2-653 0 0,-6-2-1277 0 0,-3 2-3115 0 0</inkml:trace>
</inkml:ink>
</file>

<file path=ppt/ink/ink3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8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252 11 2384 0 0,'0'0'1404'0'0,"-5"-1"-291"0"0,-15-1-251 0 0,15 1 264 0 0,-1 0-726 0 0,-17-3-96 0 0,17 3-82 0 0,0 1-52 0 0,-61 1-243 0 0,0 2-2214 0 0,62-2 1433 0 0,-2-2-11 0 0,-21 0-563 0 0,21 1-1010 0 0</inkml:trace>
</inkml:ink>
</file>

<file path=ppt/ink/ink3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8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49 326 2520 0 0,'-4'-2'261'0'0,"-14"-8"2"0"0,14 8 14 0 0,4 1-258 0 0,0 1 0 0 0,0-1 0 0 0,0 1 0 0 0,0-1 0 0 0,0 1 0 0 0,0-1 1 0 0,0 1-1 0 0,0-1 0 0 0,-1 1 0 0 0,1-1 0 0 0,0 1 0 0 0,0-1 0 0 0,0 1 0 0 0,-1-1 0 0 0,1 1 0 0 0,0-1 0 0 0,0 1 1 0 0,-1 0-1 0 0,1-1 0 0 0,0 1 0 0 0,-1 0 0 0 0,1-1 0 0 0,-1 1 0 0 0,-10-17 1128 0 0,6-2-448 0 0,3 15-259 0 0,2-2-108 0 0,16-109 810 0 0,12 2-5820 0 0,-19 87 1857 0 0</inkml:trace>
</inkml:ink>
</file>

<file path=ppt/ink/ink3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8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0 141 2880 0 0,'25'-28'2356'0'0,"-6"5"-1011"0"0,-2 2-525 0 0,-1 4-164 0 0,2-4-596 0 0,1 3-1516 0 0,-2 5-5165 0 0</inkml:trace>
</inkml:ink>
</file>

<file path=ppt/ink/ink3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8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 2688 0 0,'0'0'1276'0'0,"24"-7"2161"0"0,1 1-2717 0 0,-4 20-1744 0 0,-16 22-6033 0 0</inkml:trace>
</inkml:ink>
</file>

<file path=ppt/ink/ink3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8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88 0 3088 0 0,'0'0'2112'0'0,"-12"28"-419"0"0,-8-5-1353 0 0,-8-10-1888 0 0,1-5-897 0 0</inkml:trace>
</inkml:ink>
</file>

<file path=ppt/ink/ink3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8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241 100 2652 0 0,'-23'-15'2925'0'0,"1"-1"-1353"0"0,-8-1-1028 0 0,-5 1-588 0 0,-12 0-1176 0 0,21 8 207 0 0,-4 1-747 0 0,2 2-1856 0 0</inkml:trace>
</inkml:ink>
</file>

<file path=ppt/ink/ink3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8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4 187 3804 0 0,'0'0'1204'0'0,"-3"-26"361"0"0,6-5-825 0 0,2-2-720 0 0,4 0-624 0 0,0 1-961 0 0,1 0-655 0 0</inkml:trace>
</inkml:ink>
</file>

<file path=ppt/ink/ink3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8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1 271 1608 0 0,'8'-28'1620'0'0,"1"-7"-908"0"0,7-10-572 0 0,-9 22-24 0 0,2 0-116 0 0,-1-2-208 0 0,1 1-372 0 0,0 1 32 0 0,-1 0-372 0 0,3 2-980 0 0</inkml:trace>
</inkml:ink>
</file>

<file path=ppt/ink/ink3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8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18 1728 0 0,'0'0'480'0'0,"27"-8"576"0"0,3 2-928 0 0,-2 2-348 0 0,19 6-812 0 0,-14 3-1068 0 0</inkml:trace>
</inkml:ink>
</file>

<file path=ppt/ink/ink3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8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1 624 0 0,'12'42'384'0'0,"-3"1"-560"0"0,-6-16-132 0 0</inkml:trace>
</inkml:ink>
</file>

<file path=ppt/ink/ink3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8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0 104 0 0,'-4'26'52'0'0,"-6"7"-168"0"0</inkml:trace>
</inkml:ink>
</file>

<file path=ppt/ink/ink3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8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184 27 3504 0 0,'-37'3'2973'0'0,"4"-3"-1745"0"0,1-1-512 0 0,3-2-492 0 0,-1-7-1456 0 0,7-5-6141 0 0</inkml:trace>
</inkml:ink>
</file>

<file path=ppt/ink/ink3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8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49 1984 0 0,'0'0'2048'0'0,"-8"-24"-1456"0"0,1-1-1172 0 0</inkml:trace>
</inkml:ink>
</file>

<file path=ppt/ink/ink3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 2128 0 0,'0'0'944'0'0,"21"-10"1481"0"0</inkml:trace>
</inkml:ink>
</file>

<file path=ppt/ink/ink3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0 1160 0 0,'-10'20'1272'0'0,"-3"3"-1320"0"0,-1-5-1036 0 0</inkml:trace>
</inkml:ink>
</file>

<file path=ppt/ink/ink3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283 1 2264 0 0,'-24'8'1340'0'0,"-2"2"-364"0"0,-1 0-188 0 0,-2-2-187 0 0,1 2-269 0 0,-2-1-364 0 0,6 0-436 0 0,-9-1-485 0 0,1 3-595 0 0,2-3-1712 0 0</inkml:trace>
</inkml:ink>
</file>

<file path=ppt/ink/ink3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99 0 2748 0 0,'-18'13'1620'0'0,"-3"5"-1464"0"0,-8 2-1212 0 0,-1 1-2372 0 0</inkml:trace>
</inkml:ink>
</file>

<file path=ppt/ink/ink3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65 0 3804 0 0,'0'0'1548'0'0,"-16"15"1193"0"0,-8 5-4501 0 0,-1 1-4533 0 0</inkml:trace>
</inkml:ink>
</file>

<file path=ppt/ink/ink3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33 5140 0 0,'0'0'1561'0'0,"30"6"539"0"0,5-9-1144 0 0,3-5-1172 0 0,2-5-2144 0 0,-5-2-4781 0 0</inkml:trace>
</inkml:ink>
</file>

<file path=ppt/ink/ink3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48 3884 0 0,'28'-11'4261'0'0,"0"-1"-1989"0"0,-4-1-2204 0 0,2 2-2804 0 0</inkml:trace>
</inkml:ink>
</file>

<file path=ppt/ink/ink3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57 0 4072 0 0,'0'0'5753'0'0,"-4"26"-4297"0"0,-26-21-2804 0 0,8-13-3553 0 0</inkml:trace>
</inkml:ink>
</file>

<file path=ppt/ink/ink3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60 192 4288 0 0,'-16'-33'2453'0'0,"6"7"-1001"0"0,1 0-556 0 0,2 3-568 0 0,-1-7-480 0 0,2 2-980 0 0,3 2-1681 0 0</inkml:trace>
</inkml:ink>
</file>

<file path=ppt/ink/ink3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8 322 1872 0 0,'0'-6'887'0'0,"-6"-110"1628"0"0,5 110-2397 0 0,1-1 27 0 0,0 3-138 0 0,0-7 2 0 0,0 1 0 0 0,0 0 0 0 0,1 0 0 0 0,1-1 0 0 0,-1 1 0 0 0,2 0 0 0 0,3-12 1 0 0,25-30-1551 0 0,-9 27 57 0 0,-16 19 1002 0 0,-1 1-1588 0 0</inkml:trace>
</inkml:ink>
</file>

<file path=ppt/ink/ink3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33 2264 0 0,'0'0'4897'0'0,"21"-11"-4585"0"0,-5-10-3809 0 0</inkml:trace>
</inkml:ink>
</file>

<file path=ppt/ink/ink3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28 4672 0 0,'0'0'1533'0'0,"28"-10"535"0"0,-2 0-756 0 0,1 2-496 0 0,9 11-960 0 0,-8 17-1684 0 0,-9 0-564 0 0,8 9-3605 0 0</inkml:trace>
</inkml:ink>
</file>

<file path=ppt/ink/ink3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2272 0 0,'21'21'2276'0'0,"-2"-1"-735"0"0,0-1-637 0 0,-3 1-72 0 0,0 6-752 0 0,-8-5-1216 0 0,-2 4-1777 0 0</inkml:trace>
</inkml:ink>
</file>

<file path=ppt/ink/ink3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166 1 2192 0 0,'-14'24'2040'0'0,"-1"1"-836"0"0,-6-2-615 0 0,-5-1-665 0 0,-2 0-809 0 0,-4-1-623 0 0,3-1-2008 0 0</inkml:trace>
</inkml:ink>
</file>

<file path=ppt/ink/ink3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199 136 2072 0 0,'-5'-1'1285'0'0,"-52"-11"1985"0"0,51 10-2897 0 0,1 0 166 0 0,5 2-537 0 0,-9-3 180 0 0,0-1-1 0 0,1 0 0 0 0,0-1 1 0 0,-1 0-1 0 0,2 0 0 0 0,-1-1 1 0 0,1 0-1 0 0,-13-12 1 0 0,19 16-328 0 0,-13-15-703 0 0,1-4-3830 0 0,0-2 1219 0 0</inkml:trace>
</inkml:ink>
</file>

<file path=ppt/ink/ink3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1 249 2652 0 0,'0'0'1056'0'0,"3"-37"176"0"0,1 11-736 0 0,-1-5 189 0 0,1 0-73 0 0,3-2-484 0 0,1 3-204 0 0,1-1-912 0 0,3 2-1513 0 0</inkml:trace>
</inkml:ink>
</file>

<file path=ppt/ink/ink3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74 1764 0 0,'0'0'728'0'0,"16"-26"180"0"0,1 3-904 0 0,4-2-904 0 0</inkml:trace>
</inkml:ink>
</file>

<file path=ppt/ink/ink3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 2560 0 0,'0'0'2933'0'0,"34"0"-1781"0"0,-5-3-1360 0 0,-4-4-2861 0 0</inkml:trace>
</inkml:ink>
</file>

<file path=ppt/ink/ink3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 3748 0 0,'0'0'1260'0'0,"30"-1"2697"0"0,1 1-3477 0 0,-10 11-1124 0 0,-7 7-3777 0 0</inkml:trace>
</inkml:ink>
</file>

<file path=ppt/ink/ink3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3700 0 0,'19'19'1961'0'0,"5"3"-757"0"0,-6-1-552 0 0,-4 5-556 0 0,-2 8-936 0 0,-10-1-2073 0 0</inkml:trace>
</inkml:ink>
</file>

<file path=ppt/ink/ink3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68 1 3524 0 0,'0'0'3329'0'0,"-10"27"-761"0"0,1 0-1744 0 0,-3-8-920 0 0,-2 1-1540 0 0,-9 4-2029 0 0</inkml:trace>
</inkml:ink>
</file>

<file path=ppt/ink/ink3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217 1 3364 0 0,'-21'19'3777'0'0,"2"-6"-1953"0"0,-12 2-1136 0 0,3-3-324 0 0,-2-1-384 0 0,2 1-704 0 0,-1 1-1552 0 0,-1-2-737 0 0</inkml:trace>
</inkml:ink>
</file>

<file path=ppt/ink/ink3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202 113 2640 0 0,'0'0'1058'0'0,"-5"0"-144"0"0,-49-8 1700 0 0,49 6-2127 0 0,0 1-31 0 0,-1-2-469 0 0,-4 0 331 0 0,0-1 1 0 0,0-1 0 0 0,1 1-1 0 0,-15-11 1 0 0,15 8-1680 0 0,1-1 0 0 0,0 1-1 0 0,-11-14 1 0 0,-1-4-2903 0 0</inkml:trace>
</inkml:ink>
</file>

<file path=ppt/ink/ink3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79 229 2848 0 0,'-15'-23'2801'0'0,"-1"0"-1237"0"0,4 0-568 0 0,1-4-332 0 0,1-1-320 0 0,3-3-432 0 0,3-4-1080 0 0,1-4-2265 0 0</inkml:trace>
</inkml:ink>
</file>

<file path=ppt/ink/ink3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1 175 1912 0 0,'21'-33'1960'0'0,"1"1"-440"0"0,1 4-1303 0 0,0-2-498 0 0,1 4-691 0 0,-1 0-892 0 0</inkml:trace>
</inkml:ink>
</file>

<file path=ppt/ink/ink3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25 2648 0 0,'0'0'2760'0'0,"28"-5"-1335"0"0,3 0-717 0 0,6 0-652 0 0,3 0-1304 0 0,-2 0-2081 0 0</inkml:trace>
</inkml:ink>
</file>

<file path=ppt/ink/ink3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55 2668 0 0,'4'-2'888'0'0,"28"-20"2265"0"0,-29 20-2314 0 0,-1-1-805 0 0,5-4 443 0 0,-7 7-650 0 0,0-1-1 0 0,0 0 1 0 0,1 1 0 0 0,-1-1 0 0 0,0 1 0 0 0,0-1 0 0 0,0 0 0 0 0,0 1 0 0 0,0-1 0 0 0,0 1-1 0 0,0-1 1 0 0,0 0 0 0 0,0 1 0 0 0,0-1 0 0 0,0 0 0 0 0,0 1 0 0 0,0-1 0 0 0,-1 1-1 0 0,1-1 1 0 0,0 0 0 0 0,0 1 0 0 0,-1-1 0 0 0,1 1 0 0 0,0-1 0 0 0,-1 1 0 0 0,1-1-1 0 0,-1 1 1 0 0,1-1 0 0 0,0 1 0 0 0,-1-1 0 0 0,0 0 0 0 0</inkml:trace>
</inkml:ink>
</file>

<file path=ppt/ink/ink3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189 0 2200 0 0,'-7'1'734'0'0,"-21"1"-34"0"0,21-2-155 0 0,-22 5 290 0 0,23-5-328 0 0,1 1-74 0 0,-15 4-82 0 0,15-4 191 0 0,1 0-339 0 0,-15 2-56 0 0,14-2-49 0 0,1 0-511 0 0,-1 0 145 0 0,-2 2-8 0 0,-6 2-2848 0 0,-12 8-50 0 0</inkml:trace>
</inkml:ink>
</file>

<file path=ppt/ink/ink3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116 10 1900 0 0,'0'0'1648'0'0,"-30"-8"-1232"0"0,-14 6-1368 0 0,3 5-2020 0 0</inkml:trace>
</inkml:ink>
</file>

<file path=ppt/ink/ink3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1 2184 0 0,'0'0'2164'0'0,"-21"11"-231"0"0,4 9-1857 0 0,5-1-3041 0 0</inkml:trace>
</inkml:ink>
</file>

<file path=ppt/ink/ink3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2312 0 0,'0'0'884'0'0,"16"44"104"0"0,-8-20-532 0 0,1 3-80 0 0,-2 0-124 0 0,0 1-104 0 0,-2 2-156 0 0,-3-1-132 0 0,2 1-64 0 0,-3-1-252 0 0,3 18-872 0 0,3-2-1912 0 0</inkml:trace>
</inkml:ink>
</file>

<file path=ppt/ink/ink3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1716 0 0,'0'0'1120'0'0,"25"12"480"0"0,-1 3-567 0 0,2-4-337 0 0,1 2-628 0 0,-3-1-1305 0 0,6 1-3719 0 0</inkml:trace>
</inkml:ink>
</file>

<file path=ppt/ink/ink3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18 1968 0 0,'28'-5'920'0'0,"5"0"-1028"0"0,0-3-1112 0 0</inkml:trace>
</inkml:ink>
</file>

<file path=ppt/ink/ink3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0 111 2540 0 0,'0'0'2296'0'0,"16"-18"773"0"0,-6-8-2209 0 0,-3-6-1088 0 0,0-3-3917 0 0</inkml:trace>
</inkml:ink>
</file>

<file path=ppt/ink/ink3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39 130 2576 0 0,'-2'-31'3097'0'0,"-1"5"-1297"0"0,-4-5-1020 0 0,-4 6-796 0 0,-4 9-3105 0 0</inkml:trace>
</inkml:ink>
</file>

<file path=ppt/ink/ink3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70 25 2568 0 0,'0'0'816'0'0,"-17"-15"1849"0"0,-6 6-2273 0 0,-6 10-2501 0 0</inkml:trace>
</inkml:ink>
</file>

<file path=ppt/ink/ink3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2448 0 0,'16'17'5457'0'0,"3"-4"-5037"0"0,-3 8-3196 0 0</inkml:trace>
</inkml:ink>
</file>

<file path=ppt/ink/ink3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 3424 0 0,'33'0'4449'0'0,"0"-2"-2413"0"0,-5-1-1844 0 0</inkml:trace>
</inkml:ink>
</file>

<file path=ppt/ink/ink3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45 1 3536 0 0,'0'0'3242'0'0,"-4"2"-2563"0"0,-37 13-3520 0 0</inkml:trace>
</inkml:ink>
</file>

<file path=ppt/ink/ink3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23 225 3376 0 0,'-8'-45'2056'0'0,"1"1"-915"0"0,3 7-805 0 0,3 4-492 0 0,-1 5-1273 0 0,4-10-3855 0 0</inkml:trace>
</inkml:ink>
</file>

<file path=ppt/ink/ink3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42 2496 0 0,'0'0'2164'0'0,"30"-10"-443"0"0,-2 0-1101 0 0,0-2-892 0 0,0 3-1789 0 0</inkml:trace>
</inkml:ink>
</file>

<file path=ppt/ink/ink3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61 2456 0 0,'22'-8'2124'0'0,"1"0"-775"0"0,3-2-537 0 0,2 2-300 0 0,0-2-520 0 0,-5 2-1108 0 0,7 0-4973 0 0</inkml:trace>
</inkml:ink>
</file>

<file path=ppt/ink/ink3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2944 0 0,'0'0'2633'0'0,"26"5"-1781"0"0,5-4-7241 0 0</inkml:trace>
</inkml:ink>
</file>

<file path=ppt/ink/ink3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2356 0 0,'0'0'1448'0'0,"33"0"108"0"0,-1 2-1512 0 0,8 1-952 0 0,-5 2-600 0 0</inkml:trace>
</inkml:ink>
</file>

<file path=ppt/ink/ink3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1104 0 0,'48'18'2612'0'0,"-43"-16"-2310"0"0,0-1-106 0 0,-1 1-1 0 0,1 0 0 0 0,0 0 1 0 0,0 0-1 0 0,-1 0 0 0 0,6 5 1 0 0,-6-6 17 0 0,-1 2-46 0 0,32 24 232 0 0,-31-24-497 0 0,-1 2-150 0 0,-1-2 172 0 0,3 2-576 0 0,-1 1 0 0 0,0 1 1 0 0,-1-1-1 0 0,7 13 0 0 0,-3 1-1792 0 0</inkml:trace>
</inkml:ink>
</file>

<file path=ppt/ink/ink3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0 1564 0 0,'0'0'1308'0'0,"-2"33"-36"0"0,-1-2-880 0 0,1 2-680 0 0,5-5-1796 0 0</inkml:trace>
</inkml:ink>
</file>

<file path=ppt/ink/ink3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0 2564 0 0,'0'0'1680'0'0,"0"31"1285"0"0,0-1-2577 0 0,-9-7-2657 0 0</inkml:trace>
</inkml:ink>
</file>

<file path=ppt/ink/ink3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1700 0 0,'2'5'1070'0'0,"15"47"1743"0"0,-15-47-2421 0 0,0 0-98 0 0,5 14-292 0 0,-2 1 0 0 0,0-1 0 0 0,3 24 1 0 0,-5-23-1485 0 0,-2 0 1 0 0,-1 22-1 0 0,-1-9-311 0 0</inkml:trace>
</inkml:ink>
</file>

<file path=ppt/ink/ink3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400 0 2356 0 0,'0'0'1896'0'0,"-1"4"-1022"0"0,-1 14-45 0 0,2-14 487 0 0,-2 19-415 0 0,2-18-285 0 0,-1 0-387 0 0,-1 16-74 0 0,1-16-86 0 0,0 1-60 0 0,-8 17-917 0 0,-1 0 0 0 0,-1-1 0 0 0,-1 0 0 0 0,-28 39 0 0 0,22-40 32 0 0,0-2 226 0 0,-2 3 773 0 0,-1-1 0 0 0,-30 24 0 0 0,37-33 290 0 0,11-9-61 0 0,-2-1 15 0 0,-12 9-6 0 0,12-8 17 0 0,-15 7 1281 0 0,14-10-1387 0 0,-40-5 637 0 0,42 3-808 0 0,2 2-144 0 0,1 0-1 0 0,-1-1 0 0 0,1 1 1 0 0,0 0-1 0 0,-1-1 0 0 0,1 1 1 0 0,0-1-1 0 0,-1 0 1 0 0,1 1-1 0 0,0-1 0 0 0,0 0 1 0 0,-2-2-1 0 0,0 1-170 0 0,-1 0-1053 0 0,-2 0-1058 0 0,-22-9-1627 0 0</inkml:trace>
</inkml:ink>
</file>

<file path=ppt/ink/ink3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219 32 2524 0 0,'0'0'1564'0'0,"-31"0"1249"0"0,1-4-1501 0 0,-5-1-900 0 0,7 1-412 0 0,-2-1-752 0 0,-1-2-1172 0 0,-2 1-3985 0 0</inkml:trace>
</inkml:ink>
</file>

<file path=ppt/ink/ink3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67 35 2088 0 0,'0'0'4453'0'0,"-32"1"-2197"0"0,13-14-2512 0 0,3-10-8245 0 0</inkml:trace>
</inkml:ink>
</file>

<file path=ppt/ink/ink3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124 120 2668 0 0,'-17'-20'2388'0'0,"1"4"-987"0"0,0-2-529 0 0,-1 1-304 0 0,0 4-152 0 0,-6-5-408 0 0,5 0-2408 0 0</inkml:trace>
</inkml:ink>
</file>

<file path=ppt/ink/ink3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2 212 3376 0 0,'0'0'1157'0'0,"0"-6"-202"0"0,-1-15 74 0 0,1 0 0 0 0,5-40-1 0 0,-3 48-2344 0 0,1 0-1 0 0,1 0 0 0 0,10-25 0 0 0,-3 13-1950 0 0</inkml:trace>
</inkml:ink>
</file>

<file path=ppt/ink/ink3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48 2640 0 0,'0'0'1204'0'0,"17"-16"1053"0"0,4 1-1249 0 0,0 5-908 0 0,11 4-3713 0 0</inkml:trace>
</inkml:ink>
</file>

<file path=ppt/ink/ink3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2172 0 0,'14'21'2656'0'0,"-2"-1"-1043"0"0,2 5-1093 0 0,-5-4-520 0 0,3 8-2077 0 0,-3-3-2767 0 0</inkml:trace>
</inkml:ink>
</file>

<file path=ppt/ink/ink3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3032 0 0,'0'0'4721'0'0</inkml:trace>
</inkml:ink>
</file>

<file path=ppt/ink/ink3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1 149 2392 0 0,'17'-18'2280'0'0,"8"0"-1023"0"0,-1 2-253 0 0,1 0-204 0 0,-3-2-476 0 0,1 3-356 0 0,-6 0-620 0 0,4-1-1168 0 0,-5 0-573 0 0</inkml:trace>
</inkml:ink>
</file>

<file path=ppt/ink/ink3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114 166 2240 0 0,'-14'-23'932'0'0,"0"-2"-348"0"0,-2-1-544 0 0,-7-5-612 0 0,-1 0-484 0 0,1 2-1072 0 0</inkml:trace>
</inkml:ink>
</file>

<file path=ppt/ink/ink3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140 0 2088 0 0,'0'0'800'0'0,"-40"4"208"0"0,12 4-876 0 0,-7 0-972 0 0,-1 5-2308 0 0</inkml:trace>
</inkml:ink>
</file>

<file path=ppt/ink/ink3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1 3156 0 0,'0'0'964'0'0,"-1"33"1265"0"0,4-7-1261 0 0,4 3-792 0 0,2-1-488 0 0,-1 2-1797 0 0</inkml:trace>
</inkml:ink>
</file>

<file path=ppt/ink/ink3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0 160 1692 0 0,'0'0'1108'0'0,"18"-32"224"0"0,-4 1-452 0 0,0 4-179 0 0,0 2-845 0 0,0 2-909 0 0,0 2-887 0 0</inkml:trace>
</inkml:ink>
</file>

<file path=ppt/ink/ink3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87 1424 0 0,'0'0'1028'0'0,"21"-16"796"0"0,0 0-788 0 0,2-2-719 0 0,3 3-826 0 0,-7 4-831 0 0,6 1-2400 0 0</inkml:trace>
</inkml:ink>
</file>

<file path=ppt/ink/ink3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1316 0 0,'5'15'456'0'0,"-2"-7"-228"0"0,0 0 0 0 0,-1 1 0 0 0,-1-1 1 0 0,2 11-1 0 0,5 277 387 0 0,-2-7-1279 0 0,-3-242 1241 0 0,-1-1 255 0 0,11 210 1536 0 0,-13-249-2939 0 0,4 29-2703 0 0</inkml:trace>
</inkml:ink>
</file>

<file path=ppt/ink/ink3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121 1 1700 0 0,'-1'4'821'0'0,"-4"16"-64"0"0,4-15-99 0 0,0 0-83 0 0,-2 15-81 0 0,2-16-92 0 0,0 1-93 0 0,-14 46 404 0 0,14-46-619 0 0,-1 0-35 0 0,-7 15 40 0 0,7-16 132 0 0,0 1-158 0 0,-7 15-83 0 0,6-15-8 0 0,1 0 27 0 0,-7 13-1 0 0,6-13-1 0 0,1-1-18 0 0,-32 59-184 0 0,32-58-65 0 0,-8 10-677 0 0,8-11-1881 0 0</inkml:trace>
</inkml:ink>
</file>

<file path=ppt/ink/ink3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1 1848 0 0,'0'0'1012'0'0,"-23"11"-1024"0"0</inkml:trace>
</inkml:ink>
</file>

<file path=ppt/ink/ink3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 2240 0 0,'0'0'3829'0'0,"31"-2"-2957"0"0,-1-5-1540 0 0,5-2-5565 0 0</inkml:trace>
</inkml:ink>
</file>

<file path=ppt/ink/ink3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 3088 0 0,'0'0'1140'0'0,"28"-5"961"0"0,3 1-1681 0 0,2 1-1857 0 0</inkml:trace>
</inkml:ink>
</file>

<file path=ppt/ink/ink3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35 2540 0 0,'0'0'1084'0'0,"26"-15"-352"0"0,-8-5-1724 0 0</inkml:trace>
</inkml:ink>
</file>

<file path=ppt/ink/ink3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79 2352 0 0,'0'0'1428'0'0,"10"-25"1729"0"0,-1 2-2221 0 0,-14-8-3677 0 0</inkml:trace>
</inkml:ink>
</file>

<file path=ppt/ink/ink3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20 1624 0 0,'0'0'2696'0'0,"-24"-10"-1047"0"0,3 0-3106 0 0</inkml:trace>
</inkml:ink>
</file>

<file path=ppt/ink/ink3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59 1132 0 0,'-16'-21'2288'0'0,"0"2"-1836"0"0,2 1-1392 0 0</inkml:trace>
</inkml:ink>
</file>

<file path=ppt/ink/ink3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5 126 1172 0 0,'-5'-28'2360'0'0,"5"-6"-2100"0"0,5 3-608 0 0,-1-2-3056 0 0</inkml:trace>
</inkml:ink>
</file>

<file path=ppt/ink/ink3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7 264 852 0 0,'0'0'2108'0'0,"-1"-5"-1812"0"0,-4-12-110 0 0,4 13-116 0 0,2-2-340 0 0,1-14 160 0 0,-1 15-44 0 0,0 0-51 0 0,30-130-608 0 0,-30 131 795 0 0,2-25-134 0 0,-3 23-144 0 0,0 2-23 0 0,-4-15-147 0 0,3 14-203 0 0</inkml:trace>
</inkml:ink>
</file>

<file path=ppt/ink/ink3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77 53 1460 0 0,'-3'-3'1048'0'0,"-27"-20"2382"0"0,26 21-2129 0 0,-11-9-997 0 0,10 9-2768 0 0,1 0 599 0 0,-12-8-1309 0 0</inkml:trace>
</inkml:ink>
</file>

<file path=ppt/ink/ink3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69 68 1616 0 0,'0'0'952'0'0,"-19"-18"1332"0"0,3 3-1311 0 0,0-1-861 0 0,-1-2-2021 0 0</inkml:trace>
</inkml:ink>
</file>

<file path=ppt/ink/ink3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117 31 2000 0 0,'0'0'1772'0'0,"-26"-9"-288"0"0,3-1-715 0 0,-8 3-865 0 0,-6 2-5793 0 0</inkml:trace>
</inkml:ink>
</file>

<file path=ppt/ink/ink3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1 1828 0 0,'0'0'628'0'0,"-30"11"-1012"0"0</inkml:trace>
</inkml:ink>
</file>

<file path=ppt/ink/ink3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1432 0 0,'5'31'1756'0'0,"-3"-3"-1000"0"0,-4 0-428 0 0,0 5-696 0 0,-1-7-1552 0 0</inkml:trace>
</inkml:ink>
</file>

<file path=ppt/ink/ink3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0 1536 0 0,'0'0'592'0'0,"-7"30"-288"0"0,-2 1-1448 0 0</inkml:trace>
</inkml:ink>
</file>

<file path=ppt/ink/ink3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1764 0 0,'0'0'796'0'0,"26"10"828"0"0,7-6-912 0 0,9-2-676 0 0,5-2-840 0 0,-12-8-976 0 0</inkml:trace>
</inkml:ink>
</file>

<file path=ppt/ink/ink3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79 2404 0 0,'0'0'2758'0'0,"4"-2"-2574"0"0,13-5-155 0 0,-12 5-103 0 0,0 0-63 0 0,86-19-2181 0 0,-9 2 2414 0 0,-77 18 240 0 0,0-1-16 0 0,16-4-84 0 0,-16 4-112 0 0,0 0-288 0 0,15-10-1928 0 0</inkml:trace>
</inkml:ink>
</file>

<file path=ppt/ink/ink3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6241 0 0,'0'0'15030'0'0</inkml:trace>
</inkml:ink>
</file>

<file path=ppt/ink/ink3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53 39 3316 0 0,'-3'-2'1830'0'0,"-28"-23"3257"0"0,28 23-3394 0 0,0-1-1463 0 0,-9-3 26 0 0</inkml:trace>
</inkml:ink>
</file>

<file path=ppt/ink/ink3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61 105 3632 0 0,'-13'-15'1402'0'0,"11"12"735"0"0,-1 1-1285 0 0,-7-9-82 0 0,7 8 561 0 0,0 0-774 0 0,-7-9-94 0 0,7 9 688 0 0,1 0-1025 0 0,0 1-498 0 0,1 0-1 0 0,0-1 1 0 0,-1 1-1 0 0,1 0 0 0 0,0-1 1 0 0,1 1-1 0 0,-1-1 1 0 0,0 1-1 0 0,1-1 1 0 0,-1 1-1 0 0,1-1 1 0 0,0 1-1 0 0,0-1 1 0 0,0 1-1 0 0,0-6 1 0 0,1 3-2004 0 0</inkml:trace>
</inkml:ink>
</file>

<file path=ppt/ink/ink3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90 2364 0 0,'0'0'1471'0'0,"2"-4"-255"0"0,3-3-430 0 0,-2 3-298 0 0,0-1 0 0 0,-1 0-1 0 0,1 1 1 0 0,-1-1 0 0 0,3-10 523 0 0,-5 15-999 0 0,0-1 1 0 0,0 1-1 0 0,0-1 0 0 0,0 1 1 0 0,0-1-1 0 0,0 1 1 0 0,0-1-1 0 0,0 1 0 0 0,0-1 1 0 0,0 1-1 0 0,1-1 1 0 0,-1 1-1 0 0,0-1 0 0 0,0 1 1 0 0,1-1-1 0 0,-1 1 1 0 0,0-1-1 0 0,0 1 0 0 0,1 0 1 0 0,-1-1-1 0 0,1 1 1 0 0,-1 0-1 0 0,0-1 0 0 0,1 1 1 0 0,6-12 30 0 0,-7 12-67 0 0,0-1 1 0 0,0 1 0 0 0,0 0 0 0 0,0-1-1 0 0,1 1 1 0 0,-1-1 0 0 0,0 1 0 0 0,0-1-1 0 0,0 1 1 0 0,1 0 0 0 0,-1-1 0 0 0,0 1 0 0 0,0 0-1 0 0,1-1 1 0 0,-1 1 0 0 0,0 0 0 0 0,1-1-1 0 0,-1 1 1 0 0,0 0 0 0 0,1 0 0 0 0,-1-1-1 0 0,1 1 1 0 0,-1 0 0 0 0,0 0 0 0 0,1 0-1 0 0,0-1 1 0 0,-1 1-150 0 0,1 0 0 0 0,-1 0 0 0 0,1 0 0 0 0,-1 0 0 0 0,0-1 0 0 0,1 1 0 0 0,-1 0-1 0 0,1 0 1 0 0,-1-1 0 0 0,0 1 0 0 0,1 0 0 0 0,-1-1 0 0 0,0 1 0 0 0,0 0 0 0 0,1-1 0 0 0,-1 1-1 0 0,0 0 1 0 0,0-1 0 0 0,1 1 0 0 0,-1-1 0 0 0,0 1 0 0 0,0 0 0 0 0,0-1 0 0 0,0 1 0 0 0,1-1 0 0 0,-1 0-1 0 0</inkml:trace>
</inkml:ink>
</file>

<file path=ppt/ink/ink3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3440 0 0,'19'14'2877'0'0,"-5"5"-1437"0"0,-1 6-760 0 0,-6 6-668 0 0,-6 6-2452 0 0,-4-5-3529 0 0</inkml:trace>
</inkml:ink>
</file>

<file path=ppt/ink/ink3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58 1 3624 0 0,'0'0'3797'0'0,"-7"23"-521"0"0,-11-10-3180 0 0,-15-11-5921 0 0</inkml:trace>
</inkml:ink>
</file>

<file path=ppt/ink/ink3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51 117 4688 0 0,'0'0'2913'0'0,"-7"-26"-37"0"0,0 0-2188 0 0,-2 4-860 0 0,-3-1-2592 0 0,-4 4-5425 0 0</inkml:trace>
</inkml:ink>
</file>

<file path=ppt/ink/ink3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23 111 4640 0 0,'0'0'2513'0'0,"-2"-31"-385"0"0,-3 7-1052 0 0,-3-6-1136 0 0,1 4-2880 0 0</inkml:trace>
</inkml:ink>
</file>

<file path=ppt/ink/ink3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6 105 3516 0 0,'0'0'3417'0'0,"-5"-24"-1253"0"0,10-11-2020 0 0,7 13-752 0 0,13-1-3665 0 0</inkml:trace>
</inkml:ink>
</file>

<file path=ppt/ink/ink3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2816 0 0,'0'0'2516'0'0,"28"3"765"0"0,2 1-5437 0 0</inkml:trace>
</inkml:ink>
</file>

<file path=ppt/ink/ink3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2420 0 0,'0'0'2520'0'0,"19"11"153"0"0,-1 2-2197 0 0,-9 15-4205 0 0</inkml:trace>
</inkml:ink>
</file>

<file path=ppt/ink/ink3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 1 3960 0 0,'0'0'2085'0'0,"-1"32"11"0"0,-6-7-1556 0 0,-9-4-1724 0 0,-7-8-6273 0 0</inkml:trace>
</inkml:ink>
</file>

<file path=ppt/ink/ink3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0 4128 0 0,'0'0'5325'0'0,"-14"18"-3853"0"0</inkml:trace>
</inkml:ink>
</file>

<file path=ppt/ink/ink3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3072 0 0,'0'0'2681'0'0,"25"12"815"0"0,3-7-1740 0 0,3-5-2244 0 0</inkml:trace>
</inkml:ink>
</file>

<file path=ppt/ink/ink3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3104 0 0,'0'0'5765'0'0,"16"15"-4769"0"0,8-27-10821 0 0</inkml:trace>
</inkml:ink>
</file>

<file path=ppt/ink/ink3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1 138 3584 0 0,'2'-5'1389'0'0,"15"-47"2243"0"0,-15 47-2921 0 0,-1 0-29 0 0,3-5-943 0 0,9-29 3754 0 0,-10 26-5964 0 0,-2 4-4099 0 0</inkml:trace>
</inkml:ink>
</file>

<file path=ppt/ink/ink3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20 3556 0 0,'0'0'5889'0'0,"-4"-2"-5371"0"0,4 2-809 0 0,-27-11 1563 0 0,13 4-7893 0 0</inkml:trace>
</inkml:ink>
</file>

<file path=ppt/ink/ink3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1 2732 0 0,'0'0'2733'0'0,"-28"5"-257"0"0</inkml:trace>
</inkml:ink>
</file>

<file path=ppt/ink/ink3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0.9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35 3048 0 0,'0'0'3589'0'0,"16"-19"-837"0"0,0 4-3532 0 0</inkml:trace>
</inkml:ink>
</file>

<file path=ppt/ink/ink3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6333 0 0,'0'0'8118'0'0,"3"2"-7988"0"0,-1-1-721 0 0,6 4 1458 0 0,-5-2-3847 0 0,9 20-8857 0 0</inkml:trace>
</inkml:ink>
</file>

<file path=ppt/ink/ink3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1.0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48 4544 0 0,'0'0'5881'0'0,"21"-9"-4817"0"0,-5-13-1964 0 0,-2 6-4305 0 0</inkml:trace>
</inkml:ink>
</file>

<file path=ppt/ink/ink3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1.0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84 3324 0 0,'0'0'3069'0'0,"16"-15"-469"0"0,1 0-804 0 0,3-6-1680 0 0,-5 6-1296 0 0,1-3-3777 0 0</inkml:trace>
</inkml:ink>
</file>

<file path=ppt/ink/ink3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1.0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84 3712 0 0,'20'-20'3361'0'0,"-3"-1"-2405"0"0,0 1-868 0 0,-1-3-2068 0 0</inkml:trace>
</inkml:ink>
</file>

<file path=ppt/ink/ink3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1.0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1 102 5284 0 0,'0'0'2817'0'0,"0"-31"-417"0"0,1-2-2396 0 0,-2-5-3524 0 0</inkml:trace>
</inkml:ink>
</file>

<file path=ppt/ink/ink3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1.0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 60 3376 0 0,'-12'-20'3649'0'0,"-5"-1"-3157"0"0,-3 3-2400 0 0</inkml:trace>
</inkml:ink>
</file>

<file path=ppt/ink/ink3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1.0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103 35 3016 0 0,'-29'-8'3281'0'0,"1"-2"-2117"0"0,5 2-1204 0 0,0 0-3989 0 0</inkml:trace>
</inkml:ink>
</file>

<file path=ppt/ink/ink3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1.0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99 1 2292 0 0,'0'0'1628'0'0,"-34"4"-280"0"0,3 3-1160 0 0,-2-2-2712 0 0</inkml:trace>
</inkml:ink>
</file>

<file path=ppt/ink/ink3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1.0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142 38 3748 0 0,'-19'-17'2953'0'0,"-7"6"-1889"0"0,1 4-676 0 0,-8 4-808 0 0,-5 3-2909 0 0</inkml:trace>
</inkml:ink>
</file>

<file path=ppt/ink/ink3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1.0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0 3364 0 0,'0'0'576'0'0,"-11"27"-1176"0"0,-6-6-2700 0 0</inkml:trace>
</inkml:ink>
</file>

<file path=ppt/ink/ink3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1.0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4320 0 0,'0'0'2149'0'0,"25"8"-3218"0"0</inkml:trace>
</inkml:ink>
</file>

<file path=ppt/ink/ink3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1.0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58 6 3712 0 0,'0'0'6665'0'0,"-28"-5"-5793"0"0,7 18-1304 0 0,12 8-1880 0 0</inkml:trace>
</inkml:ink>
</file>

<file path=ppt/ink/ink3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1.0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3356 0 0,'0'0'1200'0'0,"36"0"1625"0"0,-1 5-2117 0 0,-7 0-912 0 0,-3 2-3621 0 0</inkml:trace>
</inkml:ink>
</file>

<file path=ppt/ink/ink3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1.0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48 2960 0 0,'0'0'3017'0'0,"19"-14"-837"0"0,-1 1-1860 0 0,-8-8-3056 0 0</inkml:trace>
</inkml:ink>
</file>

<file path=ppt/ink/ink3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1.0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1 100 3084 0 0,'16'-21'3989'0'0,"-8"-5"-3153"0"0,-13-5-2592 0 0,-7 10-4357 0 0</inkml:trace>
</inkml:ink>
</file>

<file path=ppt/ink/ink3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1.0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1 3544 0 0,'0'0'3681'0'0,"-14"16"-3473"0"0,-2 9-2032 0 0</inkml:trace>
</inkml:ink>
</file>

<file path=ppt/ink/ink3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1.0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3656 0 0,'0'0'612'0'0,"24"7"-1036"0"0</inkml:trace>
</inkml:ink>
</file>

<file path=ppt/ink/ink3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1.0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48 0 4912 0 0,'0'0'4802'0'0,"-4"1"-3760"0"0,-15 6 5976 0 0,15-6-8760 0 0,-12 4 375 0 0,12-4-397 0 0</inkml:trace>
</inkml:ink>
</file>

<file path=ppt/ink/ink3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1.0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86 4480 0 0,'20'-30'2877'0'0,"-6"6"-1357"0"0,-4 4-1148 0 0,-29 9-9581 0 0</inkml:trace>
</inkml:ink>
</file>

<file path=ppt/ink/ink3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1.0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0 348 0 0,'0'0'-64'0'0,"-7"25"-44"0"0</inkml:trace>
</inkml:ink>
</file>

<file path=ppt/ink/ink3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1.0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1 101 3148 0 0,'24'-23'2184'0'0,"1"-2"-999"0"0,-4 5-761 0 0,-6 4-540 0 0,1 0-1549 0 0</inkml:trace>
</inkml:ink>
</file>

<file path=ppt/ink/ink3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4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2 4100 0 0,'0'0'1453'0'0,"-32"-1"299"0"0</inkml:trace>
</inkml:ink>
</file>

<file path=ppt/ink/ink3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4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2900 0 0,'0'0'9323'0'0,"3"4"-9154"0"0,14 35 516 0 0,-16-34-375 0 0,0 0-240 0 0,2 15-40 0 0,-2-14 52 0 0,0 0-46 0 0,1 18-38 0 0,-1-18-16 0 0,-1-1 12 0 0,5 50 2 0 0,-5-50 2 0 0,1 1-24 0 0,1 15 38 0 0,3 46 323 0 0,-4-61-310 0 0,-1 0 9 0 0,1 17 8 0 0,-1-18-19 0 0,1 1 15 0 0,3 52 211 0 0,-3-51-217 0 0,-1-1-17 0 0,1 19 3 0 0,-1-19 2 0 0,1 0 35 0 0,0 18-35 0 0,-1-18-14 0 0,0 0 8 0 0,2 18 8 0 0,-2-18 19 0 0,0 1-18 0 0,5 78 95 0 0,15 87 0 0 0,-13-110-68 0 0,-4-2 2 0 0,3 42 99 0 0,13 234-144 0 0,-18-261-6 0 0,2 18 34 0 0,1 5 5 0 0,0-34-48 0 0,-2-16-10 0 0,1 6 28 0 0,1-3-11 0 0,1 4 60 0 0,5 68 33 0 0,-1-1 150 0 0,-3-72-246 0 0,17 178 292 0 0,1 136-144 0 0,-18-250-140 0 0,-3-42 15 0 0,14 131 176 0 0,-2-66-106 0 0,-4-20 37 0 0,55 362 285 0 0,19 143 247 0 0,-22 212-519 0 0,-60-770-3 0 0,-2-59-116 0 0,-1 0-13 0 0,2 17 1 0 0,-1-16 49 0 0,-1-1 16 0 0,0 47 914 0 0,0-47-765 0 0,-1-1-176 0 0,-6 69 168 0 0,6-68-182 0 0,1 0-16 0 0,-4 168 304 0 0,5-168-297 0 0,-1 0 48 0 0,0 81 877 0 0,0-81-738 0 0,0 1-115 0 0,0 18-11 0 0,0-18-17 0 0,0 0 34 0 0,0 16 58 0 0,0-17-31 0 0,-1 1-37 0 0,0 17-19 0 0,1-17-16 0 0,0-1 1 0 0,0 55 219 0 0,0-53-125 0 0,0-1-27 0 0,1 18-22 0 0,0-18 0 0 0,-1-1 48 0 0,5 51-32 0 0,-5-50-101 0 0,1-2-8 0 0,4 57 65 0 0,-4-41-76 0 0,-1-15-1 0 0,2-17-9086 0 0,-1 2 8048 0 0,-1-10-4172 0 0,-1-27-2410 0 0</inkml:trace>
</inkml:ink>
</file>

<file path=ppt/ink/ink3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4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96 2468 0 0,'0'0'4224'0'0,"5"0"-3705"0"0,15-2-51 0 0,-15 2 885 0 0,22 3-778 0 0,-21-3-340 0 0,-1 1-38 0 0,201 32 1131 0 0,-135-28-1057 0 0,19-2-56 0 0,9-2-141 0 0,-34-3-67 0 0,-17 2-3 0 0,1-3-11 0 0,0 2 70 0 0,1-3 83 0 0,-1 0-1 0 0,2 1-12 0 0,1 0-22 0 0,419-24 474 0 0,-121 4-253 0 0,325 7-446 0 0,-570 17 174 0 0,761 9-138 0 0,-549-17 217 0 0,-189 4-76 0 0,378-3-108 0 0,-152 6 101 0 0,171 12 110 0 0,-91 0-182 0 0,218 9-30 0 0,108-1 252 0 0,-60-7-96 0 0,-307 0-86 0 0,-302-11 1 0 0,191 1-130 0 0,-276-3 108 0 0,510-19 94 0 0,-408 13-79 0 0,-56 4-26 0 0,-2-1 4 0 0,93-4-58 0 0,-45 2 74 0 0,-51 2 20 0 0,84 2-20 0 0,-62-2-6 0 0,81-6-130 0 0,-22-3 77 0 0,-123 12-29 0 0,22-3 147 0 0,-21 2-24 0 0,-1 0-24 0 0,49-4 39 0 0,-49 5-89 0 0,0-1-66 0 0,12-2 115 0 0,-12 2 32 0 0,-1 0-44 0 0,42-6 32 0 0,85-3 1 0 0,-108 6-114 0 0,-18 3 70 0 0,0 0-6 0 0,115-12 33 0 0,-114 12-16 0 0,-1 1-5 0 0,71-15-62 0 0,-72 14 91 0 0,1 0-16 0 0,45-3-59 0 0,-45 4 24 0 0,0 0-73 0 0,88 0 209 0 0,-87 0-106 0 0,-1 0 3 0 0,15 3-3 0 0,-15-3-14 0 0,1 0-4 0 0,2 0 60 0 0,13 0 490 0 0,0 0 1 0 0,41 7 0 0 0,-58-6-551 0 0,-4 4-127 0 0,-1 14 134 0 0,1-15 77 0 0,-1 2-131 0 0,-1 17 69 0 0,1-17-1 0 0,0-1-74 0 0,-75 280 484 0 0,70-263-190 0 0,-5 40-1 0 0,10-57-220 0 0,-8 92 222 0 0,13 93 283 0 0,31 135-183 0 0,-15-165-234 0 0,7 252-191 0 0,-26-232 122 0 0,-2-127-18 0 0,0 6-22 0 0,3-8 6 0 0,-3 1 33 0 0,0-1 5 0 0,3 1-91 0 0,-2-2 93 0 0,0 0 114 0 0,2-1-156 0 0,-1-8-86 0 0,-2 10 82 0 0,0 10 28 0 0,1-9 69 0 0,0 0-8 0 0,7 231 529 0 0,-1-173-453 0 0,-1-9-55 0 0,-3-1 37 0 0,1 0 102 0 0,-3-31-58 0 0,2 231 353 0 0,-1-211-352 0 0,8 604 855 0 0,-9-645-1030 0 0,0 47-10 0 0,0-48 8 0 0,0 15 2 0 0,0-8 5 0 0,0 50 7 0 0,1-55-3 0 0,0 0-25 0 0,-2 17 29 0 0,8 178 382 0 0,6-135-183 0 0,-13-104-202 0 0,1 1 7 0 0,6 57 66 0 0,-6-57-70 0 0,0 24 85 0 0,0-24-28 0 0,-1 0-35 0 0,3 54 130 0 0,-3-54-132 0 0,0 1-11 0 0,2 19 6 0 0,-2-20 6 0 0,0 1-5 0 0,0 20 2 0 0,0-20-9 0 0,0 0 15 0 0,-2 20 10 0 0,2-20-10 0 0,0 0-19 0 0,-7 148 326 0 0,-1-31 4 0 0,3-63-44 0 0,4-56-216 0 0,1 1-13 0 0,0 19-4 0 0,0-18 96 0 0,0-1-166 0 0,0 19-8 0 0,0-19 44 0 0,0-1-4 0 0,0 16 42 0 0,0-16-81 0 0,1 0-28 0 0,0 15 10 0 0,-1-15 125 0 0,0-5-112 0 0,1 0 0 0 0,-1 1 0 0 0,0-1 0 0 0,1 0 0 0 0,-1 1 0 0 0,0-1 0 0 0,0 1 0 0 0,0-1 0 0 0,1 1 0 0 0,-1-1 0 0 0,0 0 0 0 0,0 1 0 0 0,0-1 0 0 0,0 1 0 0 0,0-1 0 0 0,0 1 0 0 0,0-1 0 0 0,0 1 0 0 0,0-1 0 0 0,0 1 0 0 0,0-1 0 0 0,0 1 0 0 0,0-1 0 0 0,0 1 0 0 0,0-1 0 0 0,0 1 0 0 0,-1-1 9 0 0,1 1 1 0 0,0-1-1 0 0,0 1 0 0 0,0-1 0 0 0,0 1 1 0 0,0-1-1 0 0,0 1 0 0 0,0-1 0 0 0,0 1 1 0 0,0-1-1 0 0,0 1 0 0 0,0-1 0 0 0,0 0 1 0 0,0 1-1 0 0,0-1 0 0 0,0 1 0 0 0,0-1 1 0 0,1 1-1 0 0,-1-1 0 0 0,0 1 0 0 0,0-1 1 0 0,1 0-1 0 0,-1 1 0 0 0,0-1 0 0 0,0 0 1 0 0,1 1-1 0 0,-1 6 214 0 0,0 18-33 0 0,0-19-30 0 0,1 0-23 0 0,3 17 0 0 0,-4-18 13 0 0,1 1 16 0 0,0 18-7 0 0,-1-18 6 0 0,1 0 53 0 0,1 17-107 0 0,-1-17-16 0 0,-1 0 21 0 0,3 18-8 0 0,-3-18-13 0 0,1-1 2 0 0,1 17 39 0 0,-1-17-90 0 0,-1 1-26 0 0,1 14 18 0 0,-1-15 14 0 0,1 1-31 0 0,1 16 15 0 0,-1-17 16 0 0,0 1-4 0 0,2 18 1 0 0,-2-18-26 0 0,0 0 12 0 0,4 17-4 0 0,-4-17 7 0 0,0 0 22 0 0,1 19-4 0 0,-1-19-12 0 0,-1 0-5 0 0,8 63 316 0 0,-5-37-287 0 0,-2-26-48 0 0,0 0-1 0 0,2 18 11 0 0,-2-18-7 0 0,0 0-7 0 0,8 47 4 0 0,-8-48 24 0 0,-1 0-42 0 0,2 16 18 0 0,-1-16-20 0 0,-1 0 18 0 0,1 13 40 0 0,0-13 204 0 0,-48-48-19693 0 0,24 27 9907 0 0</inkml:trace>
</inkml:ink>
</file>

<file path=ppt/ink/ink3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4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2520 0 0,'0'0'10317'0'0,"0"4"-10115"0"0,3 14-12 0 0,-3-14 163 0 0,0 1-169 0 0,2 16 5 0 0,-2-16 164 0 0,0 2-168 0 0,3 51 414 0 0,-3-52-478 0 0,1 0 31 0 0,0 18 84 0 0,-1-18-128 0 0,1 0-24 0 0,1 18 60 0 0,-1-18-68 0 0,0-1-32 0 0,2 17 9 0 0,-2-17-8 0 0,-1 1-2 0 0,3 16 10 0 0,-3-17 48 0 0,1 1-107 0 0,17 96 147 0 0,-17-97 146 0 0,-1-1-252 0 0,16 65-34 0 0,-15-65 889 0 0,2-2-860 0 0,10 6-22 0 0,-10-7-35 0 0,21-7 66 0 0,-20 4-23 0 0,0 1 2 0 0,44-11 12 0 0,-42 11-64 0 0,-1 0-26 0 0,16-3 14 0 0,-16 4-6 0 0,1-1 12 0 0,51-9-124 0 0,-52 9 112 0 0,1 1 6 0 0,58-7-41 0 0,-24 5 53 0 0,-33 1 20 0 0,0 1 11 0 0,21 0-36 0 0,-14 0-62 0 0,65 1 145 0 0,43-7-148 0 0,-116 5 96 0 0,0 1-9 0 0,0-1-11 0 0,88-14-35 0 0,-89 14 17 0 0,-1 0 6 0 0,46-10 7 0 0,16 3-38 0 0,-61 7 59 0 0,0 1-6 0 0,15-1-14 0 0,-15 1 11 0 0,1-2 0 0 0,16-2 5 0 0,-17 3 33 0 0,2 0-8 0 0,130-11-10 0 0,-119 12 37 0 0,29-2-63 0 0,2-2 55 0 0,2 1-26 0 0,3 0 49 0 0,257-11-126 0 0,85 2 162 0 0,-298 7-178 0 0,-44 5 71 0 0,-2-1 82 0 0,1 0-118 0 0,55 0 34 0 0,-55 1-28 0 0,-3-2 32 0 0,5 1 23 0 0,-4-1 26 0 0,2 1-69 0 0,-1 0-20 0 0,0 0 269 0 0,1 1-210 0 0,-1 0-57 0 0,1 0 3 0 0,44 0 0 0 0,1588-13-31 0 0,-581 8 112 0 0,-779 5-147 0 0,-73 1 205 0 0,205-1-89 0 0,5 4 78 0 0,-111 1-77 0 0,649-20 57 0 0,-979 15-49 0 0,611 11 22 0 0,-82 31 47 0 0,-493-39-86 0 0,45 9 157 0 0,-50-7-302 0 0,-47-4 166 0 0,0-1-58 0 0,44 8 213 0 0,-44-7-222 0 0,0 1 15 0 0,100 26-131 0 0,-99-26 158 0 0,-1-1 20 0 0,48 13 61 0 0,-47-13-26 0 0,0 0 65 0 0,17 3-89 0 0,-12-1-22 0 0,36 9 105 0 0,-43-11 110 0 0,2 1-154 0 0,47 11 69 0 0,-47-11 68 0 0,-2-1-89 0 0,6 5-3231 0 0,-27-6 1580 0 0,-41-8-3733 0 0,12 0-2172 0 0</inkml:trace>
</inkml:ink>
</file>

<file path=ppt/ink/ink3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4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4376 0 0,'0'0'4140'0'0,"2"4"-3282"0"0,0-3-790 0 0,7 15-550 0 0,-22-2-3826 0 0</inkml:trace>
</inkml:ink>
</file>

<file path=ppt/ink/ink3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4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99 252 2040 0 0,'-4'-5'959'0'0,"-74"-112"1250"0"0,76 113-2303 0 0,0-1-8 0 0,0-2 18 0 0,-1 0 0 0 0,1 0-1 0 0,0 0 1 0 0,1-1-1 0 0,0 1 1 0 0,0-1-1 0 0,1-13 1 0 0,0 16-53 0 0,2 1-99 0 0,19-33-1842 0 0,-19 34 232 0 0</inkml:trace>
</inkml:ink>
</file>

<file path=ppt/ink/ink3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4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1 161 2632 0 0,'1'-4'1442'0'0,"38"-83"4475"0"0,-37 83-5790 0 0,1 0-103 0 0,26-25-1505 0 0,1 9-3160 0 0,-5 8 661 0 0</inkml:trace>
</inkml:ink>
</file>

<file path=ppt/ink/ink3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4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1 146 2668 0 0,'46'-30'3418'0'0,"-13"8"-2137"0"0,43-22-1 0 0,-57 35-2218 0 0,1 1 0 0 0,0 0-1 0 0,36-9 1 0 0,-21 11-1426 0 0,-29 5-126 0 0</inkml:trace>
</inkml:ink>
</file>

<file path=ppt/ink/ink3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4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16 1408 0 0,'6'-1'956'0'0,"29"-2"543"0"0,15-3 67 0 0,88 1 0 0 0,-133 5-1770 0 0,3 1-89 0 0,103 10-3953 0 0,-78-10 2034 0 0</inkml:trace>
</inkml:ink>
</file>

<file path=ppt/ink/ink3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4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2340 0 0,'24'16'1452'0'0,"-3"2"-604"0"0,-1 5-404 0 0,-7 2-268 0 0,1 1-356 0 0,-3 3-776 0 0,-1 2-816 0 0</inkml:trace>
</inkml:ink>
</file>

<file path=ppt/ink/ink3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4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2432 0 0,'17'16'1092'0'0,"1"1"-220"0"0,1-3-64 0 0,-2 3-187 0 0,1-3 155 0 0,13 16-236 0 0,-5-2-308 0 0,-3-2-452 0 0,-13-3-1553 0 0,-3 0-3567 0 0</inkml:trace>
</inkml:ink>
</file>

<file path=ppt/ink/ink3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4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1 2872 0 0,'0'0'1280'0'0,"12"26"1061"0"0,-3 4-1685 0 0,-9 9-1252 0 0,-7-8-949 0 0,-5 5-615 0 0,3-13-648 0 0</inkml:trace>
</inkml:ink>
</file>

<file path=ppt/ink/ink3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4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214 1 3188 0 0,'-39'0'2236'0'0,"-6"3"-1675"0"0,7 2-653 0 0,-6-2-1277 0 0,-3 2-3115 0 0</inkml:trace>
</inkml:ink>
</file>

<file path=ppt/ink/ink3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4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252 11 2384 0 0,'0'0'1404'0'0,"-5"-1"-291"0"0,-15-1-251 0 0,15 1 264 0 0,-1 0-726 0 0,-17-3-96 0 0,17 3-82 0 0,0 1-52 0 0,-61 1-243 0 0,0 2-2214 0 0,62-2 1433 0 0,-2-2-11 0 0,-21 0-563 0 0,21 1-1010 0 0</inkml:trace>
</inkml:ink>
</file>

<file path=ppt/ink/ink3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4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49 326 2520 0 0,'-4'-2'261'0'0,"-14"-8"2"0"0,14 8 14 0 0,4 1-258 0 0,0 1 0 0 0,0-1 0 0 0,0 1 0 0 0,0-1 0 0 0,0 1 0 0 0,0-1 1 0 0,0 1-1 0 0,0-1 0 0 0,-1 1 0 0 0,1-1 0 0 0,0 1 0 0 0,0-1 0 0 0,0 1 0 0 0,-1-1 0 0 0,1 1 0 0 0,0-1 0 0 0,0 1 1 0 0,-1 0-1 0 0,1-1 0 0 0,0 1 0 0 0,-1 0 0 0 0,1-1 0 0 0,-1 1 0 0 0,-10-17 1128 0 0,6-2-448 0 0,3 15-259 0 0,2-2-108 0 0,16-109 810 0 0,12 2-5820 0 0,-19 87 1857 0 0</inkml:trace>
</inkml:ink>
</file>

<file path=ppt/ink/ink3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4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0 141 2880 0 0,'25'-28'2356'0'0,"-6"5"-1011"0"0,-2 2-525 0 0,-1 4-164 0 0,2-4-596 0 0,1 3-1516 0 0,-2 5-5165 0 0</inkml:trace>
</inkml:ink>
</file>

<file path=ppt/ink/ink3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4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 2688 0 0,'0'0'1276'0'0,"24"-7"2161"0"0,1 1-2717 0 0,-4 20-1744 0 0,-16 22-6033 0 0</inkml:trace>
</inkml:ink>
</file>

<file path=ppt/ink/ink3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4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88 0 3088 0 0,'0'0'2112'0'0,"-12"28"-419"0"0,-8-5-1353 0 0,-8-10-1888 0 0,1-5-897 0 0</inkml:trace>
</inkml:ink>
</file>

<file path=ppt/ink/ink3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4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241 100 2652 0 0,'-23'-15'2925'0'0,"1"-1"-1353"0"0,-8-1-1028 0 0,-5 1-588 0 0,-12 0-1176 0 0,21 8 207 0 0,-4 1-747 0 0,2 2-1856 0 0</inkml:trace>
</inkml:ink>
</file>

<file path=ppt/ink/ink3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4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4 187 3804 0 0,'0'0'1204'0'0,"-3"-26"361"0"0,6-5-825 0 0,2-2-720 0 0,4 0-624 0 0,0 1-961 0 0,1 0-655 0 0</inkml:trace>
</inkml:ink>
</file>

<file path=ppt/ink/ink3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4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1 271 1608 0 0,'8'-28'1620'0'0,"1"-7"-908"0"0,7-10-572 0 0,-9 22-24 0 0,2 0-116 0 0,-1-2-208 0 0,1 1-372 0 0,0 1 32 0 0,-1 0-372 0 0,3 2-980 0 0</inkml:trace>
</inkml:ink>
</file>

<file path=ppt/ink/ink3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4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18 1728 0 0,'0'0'480'0'0,"27"-8"576"0"0,3 2-928 0 0,-2 2-348 0 0,19 6-812 0 0,-14 3-1068 0 0</inkml:trace>
</inkml:ink>
</file>

<file path=ppt/ink/ink3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4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1 624 0 0,'12'42'384'0'0,"-3"1"-560"0"0,-6-16-132 0 0</inkml:trace>
</inkml:ink>
</file>

<file path=ppt/ink/ink3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4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0 104 0 0,'-4'26'52'0'0,"-6"7"-168"0"0</inkml:trace>
</inkml:ink>
</file>

<file path=ppt/ink/ink3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4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184 27 3504 0 0,'-37'3'2973'0'0,"4"-3"-1745"0"0,1-1-512 0 0,3-2-492 0 0,-1-7-1456 0 0,7-5-6141 0 0</inkml:trace>
</inkml:ink>
</file>

<file path=ppt/ink/ink3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4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49 1984 0 0,'0'0'2048'0'0,"-8"-24"-1456"0"0,1-1-1172 0 0</inkml:trace>
</inkml:ink>
</file>

<file path=ppt/ink/ink3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4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 2128 0 0,'0'0'944'0'0,"21"-10"1481"0"0</inkml:trace>
</inkml:ink>
</file>

<file path=ppt/ink/ink3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4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0 1160 0 0,'-10'20'1272'0'0,"-3"3"-1320"0"0,-1-5-1036 0 0</inkml:trace>
</inkml:ink>
</file>

<file path=ppt/ink/ink3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4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283 1 2264 0 0,'-24'8'1340'0'0,"-2"2"-364"0"0,-1 0-188 0 0,-2-2-187 0 0,1 2-269 0 0,-2-1-364 0 0,6 0-436 0 0,-9-1-485 0 0,1 3-595 0 0,2-3-1712 0 0</inkml:trace>
</inkml:ink>
</file>

<file path=ppt/ink/ink3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4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99 0 2748 0 0,'-18'13'1620'0'0,"-3"5"-1464"0"0,-8 2-1212 0 0,-1 1-2372 0 0</inkml:trace>
</inkml:ink>
</file>

<file path=ppt/ink/ink3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4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65 0 3804 0 0,'0'0'1548'0'0,"-16"15"1193"0"0,-8 5-4501 0 0,-1 1-4533 0 0</inkml:trace>
</inkml:ink>
</file>

<file path=ppt/ink/ink3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4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33 5140 0 0,'0'0'1561'0'0,"30"6"539"0"0,5-9-1144 0 0,3-5-1172 0 0,2-5-2144 0 0,-5-2-4781 0 0</inkml:trace>
</inkml:ink>
</file>

<file path=ppt/ink/ink3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4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48 3884 0 0,'28'-11'4261'0'0,"0"-1"-1989"0"0,-4-1-2204 0 0,2 2-2804 0 0</inkml:trace>
</inkml:ink>
</file>

<file path=ppt/ink/ink3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4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57 0 4072 0 0,'0'0'5753'0'0,"-4"26"-4297"0"0,-26-21-2804 0 0,8-13-3553 0 0</inkml:trace>
</inkml:ink>
</file>

<file path=ppt/ink/ink3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4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60 192 4288 0 0,'-16'-33'2453'0'0,"6"7"-1001"0"0,1 0-556 0 0,2 3-568 0 0,-1-7-480 0 0,2 2-980 0 0,3 2-1681 0 0</inkml:trace>
</inkml:ink>
</file>

<file path=ppt/ink/ink3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8 322 1872 0 0,'0'-6'887'0'0,"-6"-110"1628"0"0,5 110-2397 0 0,1-1 27 0 0,0 3-138 0 0,0-7 2 0 0,0 1 0 0 0,0 0 0 0 0,1 0 0 0 0,1-1 0 0 0,-1 1 0 0 0,2 0 0 0 0,3-12 1 0 0,25-30-1551 0 0,-9 27 57 0 0,-16 19 1002 0 0,-1 1-1588 0 0</inkml:trace>
</inkml:ink>
</file>

<file path=ppt/ink/ink3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33 2264 0 0,'0'0'4897'0'0,"21"-11"-4585"0"0,-5-10-3809 0 0</inkml:trace>
</inkml:ink>
</file>

<file path=ppt/ink/ink3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28 4672 0 0,'0'0'1533'0'0,"28"-10"535"0"0,-2 0-756 0 0,1 2-496 0 0,9 11-960 0 0,-8 17-1684 0 0,-9 0-564 0 0,8 9-3605 0 0</inkml:trace>
</inkml:ink>
</file>

<file path=ppt/ink/ink3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2272 0 0,'21'21'2276'0'0,"-2"-1"-735"0"0,0-1-637 0 0,-3 1-72 0 0,0 6-752 0 0,-8-5-1216 0 0,-2 4-1777 0 0</inkml:trace>
</inkml:ink>
</file>

<file path=ppt/ink/ink3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166 1 2192 0 0,'-14'24'2040'0'0,"-1"1"-836"0"0,-6-2-615 0 0,-5-1-665 0 0,-2 0-809 0 0,-4-1-623 0 0,3-1-2008 0 0</inkml:trace>
</inkml:ink>
</file>

<file path=ppt/ink/ink3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199 136 2072 0 0,'-5'-1'1285'0'0,"-52"-11"1985"0"0,51 10-2897 0 0,1 0 166 0 0,5 2-537 0 0,-9-3 180 0 0,0-1-1 0 0,1 0 0 0 0,0-1 1 0 0,-1 0-1 0 0,2 0 0 0 0,-1-1 1 0 0,1 0-1 0 0,-13-12 1 0 0,19 16-328 0 0,-13-15-703 0 0,1-4-3830 0 0,0-2 1219 0 0</inkml:trace>
</inkml:ink>
</file>

<file path=ppt/ink/ink3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1 249 2652 0 0,'0'0'1056'0'0,"3"-37"176"0"0,1 11-736 0 0,-1-5 189 0 0,1 0-73 0 0,3-2-484 0 0,1 3-204 0 0,1-1-912 0 0,3 2-1513 0 0</inkml:trace>
</inkml:ink>
</file>

<file path=ppt/ink/ink3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74 1764 0 0,'0'0'728'0'0,"16"-26"180"0"0,1 3-904 0 0,4-2-904 0 0</inkml:trace>
</inkml:ink>
</file>

<file path=ppt/ink/ink3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 2560 0 0,'0'0'2933'0'0,"34"0"-1781"0"0,-5-3-1360 0 0,-4-4-2861 0 0</inkml:trace>
</inkml:ink>
</file>

<file path=ppt/ink/ink3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 3748 0 0,'0'0'1260'0'0,"30"-1"2697"0"0,1 1-3477 0 0,-10 11-1124 0 0,-7 7-3777 0 0</inkml:trace>
</inkml:ink>
</file>

<file path=ppt/ink/ink3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3700 0 0,'19'19'1961'0'0,"5"3"-757"0"0,-6-1-552 0 0,-4 5-556 0 0,-2 8-936 0 0,-10-1-2073 0 0</inkml:trace>
</inkml:ink>
</file>

<file path=ppt/ink/ink3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68 1 3524 0 0,'0'0'3329'0'0,"-10"27"-761"0"0,1 0-1744 0 0,-3-8-920 0 0,-2 1-1540 0 0,-9 4-2029 0 0</inkml:trace>
</inkml:ink>
</file>

<file path=ppt/ink/ink3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217 1 3364 0 0,'-21'19'3777'0'0,"2"-6"-1953"0"0,-12 2-1136 0 0,3-3-324 0 0,-2-1-384 0 0,2 1-704 0 0,-1 1-1552 0 0,-1-2-737 0 0</inkml:trace>
</inkml:ink>
</file>

<file path=ppt/ink/ink3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202 113 2640 0 0,'0'0'1058'0'0,"-5"0"-144"0"0,-49-8 1700 0 0,49 6-2127 0 0,0 1-31 0 0,-1-2-469 0 0,-4 0 331 0 0,0-1 1 0 0,0-1 0 0 0,1 1-1 0 0,-15-11 1 0 0,15 8-1680 0 0,1-1 0 0 0,0 1-1 0 0,-11-14 1 0 0,-1-4-2903 0 0</inkml:trace>
</inkml:ink>
</file>

<file path=ppt/ink/ink3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79 229 2848 0 0,'-15'-23'2801'0'0,"-1"0"-1237"0"0,4 0-568 0 0,1-4-332 0 0,1-1-320 0 0,3-3-432 0 0,3-4-1080 0 0,1-4-2265 0 0</inkml:trace>
</inkml:ink>
</file>

<file path=ppt/ink/ink3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1 175 1912 0 0,'21'-33'1960'0'0,"1"1"-440"0"0,1 4-1303 0 0,0-2-498 0 0,1 4-691 0 0,-1 0-892 0 0</inkml:trace>
</inkml:ink>
</file>

<file path=ppt/ink/ink3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25 2648 0 0,'0'0'2760'0'0,"28"-5"-1335"0"0,3 0-717 0 0,6 0-652 0 0,3 0-1304 0 0,-2 0-2081 0 0</inkml:trace>
</inkml:ink>
</file>

<file path=ppt/ink/ink3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55 2668 0 0,'4'-2'888'0'0,"28"-20"2265"0"0,-29 20-2314 0 0,-1-1-805 0 0,5-4 443 0 0,-7 7-650 0 0,0-1-1 0 0,0 0 1 0 0,1 1 0 0 0,-1-1 0 0 0,0 1 0 0 0,0-1 0 0 0,0 0 0 0 0,0 1 0 0 0,0-1 0 0 0,0 1-1 0 0,0-1 1 0 0,0 0 0 0 0,0 1 0 0 0,0-1 0 0 0,0 0 0 0 0,0 1 0 0 0,0-1 0 0 0,-1 1-1 0 0,1-1 1 0 0,0 0 0 0 0,0 1 0 0 0,-1-1 0 0 0,1 1 0 0 0,0-1 0 0 0,-1 1 0 0 0,1-1-1 0 0,-1 1 1 0 0,1-1 0 0 0,0 1 0 0 0,-1-1 0 0 0,0 0 0 0 0</inkml:trace>
</inkml:ink>
</file>

<file path=ppt/ink/ink3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189 0 2200 0 0,'-7'1'734'0'0,"-21"1"-34"0"0,21-2-155 0 0,-22 5 290 0 0,23-5-328 0 0,1 1-74 0 0,-15 4-82 0 0,15-4 191 0 0,1 0-339 0 0,-15 2-56 0 0,14-2-49 0 0,1 0-511 0 0,-1 0 145 0 0,-2 2-8 0 0,-6 2-2848 0 0,-12 8-50 0 0</inkml:trace>
</inkml:ink>
</file>

<file path=ppt/ink/ink3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116 10 1900 0 0,'0'0'1648'0'0,"-30"-8"-1232"0"0,-14 6-1368 0 0,3 5-2020 0 0</inkml:trace>
</inkml:ink>
</file>

<file path=ppt/ink/ink3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1 2184 0 0,'0'0'2164'0'0,"-21"11"-231"0"0,4 9-1857 0 0,5-1-3041 0 0</inkml:trace>
</inkml:ink>
</file>

<file path=ppt/ink/ink3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2312 0 0,'0'0'884'0'0,"16"44"104"0"0,-8-20-532 0 0,1 3-80 0 0,-2 0-124 0 0,0 1-104 0 0,-2 2-156 0 0,-3-1-132 0 0,2 1-64 0 0,-3-1-252 0 0,3 18-872 0 0,3-2-1912 0 0</inkml:trace>
</inkml:ink>
</file>

<file path=ppt/ink/ink3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1716 0 0,'0'0'1120'0'0,"25"12"480"0"0,-1 3-567 0 0,2-4-337 0 0,1 2-628 0 0,-3-1-1305 0 0,6 1-3719 0 0</inkml:trace>
</inkml:ink>
</file>

<file path=ppt/ink/ink3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18 1968 0 0,'28'-5'920'0'0,"5"0"-1028"0"0,0-3-1112 0 0</inkml:trace>
</inkml:ink>
</file>

<file path=ppt/ink/ink3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0 111 2540 0 0,'0'0'2296'0'0,"16"-18"773"0"0,-6-8-2209 0 0,-3-6-1088 0 0,0-3-3917 0 0</inkml:trace>
</inkml:ink>
</file>

<file path=ppt/ink/ink3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39 130 2576 0 0,'-2'-31'3097'0'0,"-1"5"-1297"0"0,-4-5-1020 0 0,-4 6-796 0 0,-4 9-3105 0 0</inkml:trace>
</inkml:ink>
</file>

<file path=ppt/ink/ink3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70 25 2568 0 0,'0'0'816'0'0,"-17"-15"1849"0"0,-6 6-2273 0 0,-6 10-2501 0 0</inkml:trace>
</inkml:ink>
</file>

<file path=ppt/ink/ink3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2448 0 0,'16'17'5457'0'0,"3"-4"-5037"0"0,-3 8-3196 0 0</inkml:trace>
</inkml:ink>
</file>

<file path=ppt/ink/ink3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 3424 0 0,'33'0'4449'0'0,"0"-2"-2413"0"0,-5-1-1844 0 0</inkml:trace>
</inkml:ink>
</file>

<file path=ppt/ink/ink3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45 1 3536 0 0,'0'0'3242'0'0,"-4"2"-2563"0"0,-37 13-3520 0 0</inkml:trace>
</inkml:ink>
</file>

<file path=ppt/ink/ink3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23 225 3376 0 0,'-8'-45'2056'0'0,"1"1"-915"0"0,3 7-805 0 0,3 4-492 0 0,-1 5-1273 0 0,4-10-3855 0 0</inkml:trace>
</inkml:ink>
</file>

<file path=ppt/ink/ink3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42 2496 0 0,'0'0'2164'0'0,"30"-10"-443"0"0,-2 0-1101 0 0,0-2-892 0 0,0 3-1789 0 0</inkml:trace>
</inkml:ink>
</file>

<file path=ppt/ink/ink3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61 2456 0 0,'22'-8'2124'0'0,"1"0"-775"0"0,3-2-537 0 0,2 2-300 0 0,0-2-520 0 0,-5 2-1108 0 0,7 0-4973 0 0</inkml:trace>
</inkml:ink>
</file>

<file path=ppt/ink/ink3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2944 0 0,'0'0'2633'0'0,"26"5"-1781"0"0,5-4-7241 0 0</inkml:trace>
</inkml:ink>
</file>

<file path=ppt/ink/ink3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2356 0 0,'0'0'1448'0'0,"33"0"108"0"0,-1 2-1512 0 0,8 1-952 0 0,-5 2-600 0 0</inkml:trace>
</inkml:ink>
</file>

<file path=ppt/ink/ink3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1104 0 0,'48'18'2612'0'0,"-43"-16"-2310"0"0,0-1-106 0 0,-1 1-1 0 0,1 0 0 0 0,0 0 1 0 0,0 0-1 0 0,-1 0 0 0 0,6 5 1 0 0,-6-6 17 0 0,-1 2-46 0 0,32 24 232 0 0,-31-24-497 0 0,-1 2-150 0 0,-1-2 172 0 0,3 2-576 0 0,-1 1 0 0 0,0 1 1 0 0,-1-1-1 0 0,7 13 0 0 0,-3 1-1792 0 0</inkml:trace>
</inkml:ink>
</file>

<file path=ppt/ink/ink3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0 1564 0 0,'0'0'1308'0'0,"-2"33"-36"0"0,-1-2-880 0 0,1 2-680 0 0,5-5-1796 0 0</inkml:trace>
</inkml:ink>
</file>

<file path=ppt/ink/ink3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0 2564 0 0,'0'0'1680'0'0,"0"31"1285"0"0,0-1-2577 0 0,-9-7-2657 0 0</inkml:trace>
</inkml:ink>
</file>

<file path=ppt/ink/ink3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1700 0 0,'2'5'1070'0'0,"15"47"1743"0"0,-15-47-2421 0 0,0 0-98 0 0,5 14-292 0 0,-2 1 0 0 0,0-1 0 0 0,3 24 1 0 0,-5-23-1485 0 0,-2 0 1 0 0,-1 22-1 0 0,-1-9-311 0 0</inkml:trace>
</inkml:ink>
</file>

<file path=ppt/ink/ink3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400 0 2356 0 0,'0'0'1896'0'0,"-1"4"-1022"0"0,-1 14-45 0 0,2-14 487 0 0,-2 19-415 0 0,2-18-285 0 0,-1 0-387 0 0,-1 16-74 0 0,1-16-86 0 0,0 1-60 0 0,-8 17-917 0 0,-1 0 0 0 0,-1-1 0 0 0,-1 0 0 0 0,-28 39 0 0 0,22-40 32 0 0,0-2 226 0 0,-2 3 773 0 0,-1-1 0 0 0,-30 24 0 0 0,37-33 290 0 0,11-9-61 0 0,-2-1 15 0 0,-12 9-6 0 0,12-8 17 0 0,-15 7 1281 0 0,14-10-1387 0 0,-40-5 637 0 0,42 3-808 0 0,2 2-144 0 0,1 0-1 0 0,-1-1 0 0 0,1 1 1 0 0,0 0-1 0 0,-1-1 0 0 0,1 1 1 0 0,0-1-1 0 0,-1 0 1 0 0,1 1-1 0 0,0-1 0 0 0,0 0 1 0 0,-2-2-1 0 0,0 1-170 0 0,-1 0-1053 0 0,-2 0-1058 0 0,-22-9-1627 0 0</inkml:trace>
</inkml:ink>
</file>

<file path=ppt/ink/ink3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219 32 2524 0 0,'0'0'1564'0'0,"-31"0"1249"0"0,1-4-1501 0 0,-5-1-900 0 0,7 1-412 0 0,-2-1-752 0 0,-1-2-1172 0 0,-2 1-3985 0 0</inkml:trace>
</inkml:ink>
</file>

<file path=ppt/ink/ink3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67 35 2088 0 0,'0'0'4453'0'0,"-32"1"-2197"0"0,13-14-2512 0 0,3-10-8245 0 0</inkml:trace>
</inkml:ink>
</file>

<file path=ppt/ink/ink3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124 120 2668 0 0,'-17'-20'2388'0'0,"1"4"-987"0"0,0-2-529 0 0,-1 1-304 0 0,0 4-152 0 0,-6-5-408 0 0,5 0-2408 0 0</inkml:trace>
</inkml:ink>
</file>

<file path=ppt/ink/ink3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2 212 3376 0 0,'0'0'1157'0'0,"0"-6"-202"0"0,-1-15 74 0 0,1 0 0 0 0,5-40-1 0 0,-3 48-2344 0 0,1 0-1 0 0,1 0 0 0 0,10-25 0 0 0,-3 13-1950 0 0</inkml:trace>
</inkml:ink>
</file>

<file path=ppt/ink/ink3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48 2640 0 0,'0'0'1204'0'0,"17"-16"1053"0"0,4 1-1249 0 0,0 5-908 0 0,11 4-3713 0 0</inkml:trace>
</inkml:ink>
</file>

<file path=ppt/ink/ink3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2172 0 0,'14'21'2656'0'0,"-2"-1"-1043"0"0,2 5-1093 0 0,-5-4-520 0 0,3 8-2077 0 0,-3-3-2767 0 0</inkml:trace>
</inkml:ink>
</file>

<file path=ppt/ink/ink3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3032 0 0,'0'0'4721'0'0</inkml:trace>
</inkml:ink>
</file>

<file path=ppt/ink/ink3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1 149 2392 0 0,'17'-18'2280'0'0,"8"0"-1023"0"0,-1 2-253 0 0,1 0-204 0 0,-3-2-476 0 0,1 3-356 0 0,-6 0-620 0 0,4-1-1168 0 0,-5 0-573 0 0</inkml:trace>
</inkml:ink>
</file>

<file path=ppt/ink/ink3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114 166 2240 0 0,'-14'-23'932'0'0,"0"-2"-348"0"0,-2-1-544 0 0,-7-5-612 0 0,-1 0-484 0 0,1 2-1072 0 0</inkml:trace>
</inkml:ink>
</file>

<file path=ppt/ink/ink3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140 0 2088 0 0,'0'0'800'0'0,"-40"4"208"0"0,12 4-876 0 0,-7 0-972 0 0,-1 5-2308 0 0</inkml:trace>
</inkml:ink>
</file>

<file path=ppt/ink/ink3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1 3156 0 0,'0'0'964'0'0,"-1"33"1265"0"0,4-7-1261 0 0,4 3-792 0 0,2-1-488 0 0,-1 2-1797 0 0</inkml:trace>
</inkml:ink>
</file>

<file path=ppt/ink/ink3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0 160 1692 0 0,'0'0'1108'0'0,"18"-32"224"0"0,-4 1-452 0 0,0 4-179 0 0,0 2-845 0 0,0 2-909 0 0,0 2-887 0 0</inkml:trace>
</inkml:ink>
</file>

<file path=ppt/ink/ink3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87 1424 0 0,'0'0'1028'0'0,"21"-16"796"0"0,0 0-788 0 0,2-2-719 0 0,3 3-826 0 0,-7 4-831 0 0,6 1-2400 0 0</inkml:trace>
</inkml:ink>
</file>

<file path=ppt/ink/ink3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1316 0 0,'5'15'456'0'0,"-2"-7"-228"0"0,0 0 0 0 0,-1 1 0 0 0,-1-1 1 0 0,2 11-1 0 0,5 277 387 0 0,-2-7-1279 0 0,-3-242 1241 0 0,-1-1 255 0 0,11 210 1536 0 0,-13-249-2939 0 0,4 29-2703 0 0</inkml:trace>
</inkml:ink>
</file>

<file path=ppt/ink/ink3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121 1 1700 0 0,'-1'4'821'0'0,"-4"16"-64"0"0,4-15-99 0 0,0 0-83 0 0,-2 15-81 0 0,2-16-92 0 0,0 1-93 0 0,-14 46 404 0 0,14-46-619 0 0,-1 0-35 0 0,-7 15 40 0 0,7-16 132 0 0,0 1-158 0 0,-7 15-83 0 0,6-15-8 0 0,1 0 27 0 0,-7 13-1 0 0,6-13-1 0 0,1-1-18 0 0,-32 59-184 0 0,32-58-65 0 0,-8 10-677 0 0,8-11-1881 0 0</inkml:trace>
</inkml:ink>
</file>

<file path=ppt/ink/ink3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1 1848 0 0,'0'0'1012'0'0,"-23"11"-1024"0"0</inkml:trace>
</inkml:ink>
</file>

<file path=ppt/ink/ink3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 2240 0 0,'0'0'3829'0'0,"31"-2"-2957"0"0,-1-5-1540 0 0,5-2-5565 0 0</inkml:trace>
</inkml:ink>
</file>

<file path=ppt/ink/ink3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 3088 0 0,'0'0'1140'0'0,"28"-5"961"0"0,3 1-1681 0 0,2 1-1857 0 0</inkml:trace>
</inkml:ink>
</file>

<file path=ppt/ink/ink3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35 2540 0 0,'0'0'1084'0'0,"26"-15"-352"0"0,-8-5-1724 0 0</inkml:trace>
</inkml:ink>
</file>

<file path=ppt/ink/ink3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79 2352 0 0,'0'0'1428'0'0,"10"-25"1729"0"0,-1 2-2221 0 0,-14-8-3677 0 0</inkml:trace>
</inkml:ink>
</file>

<file path=ppt/ink/ink3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20 1624 0 0,'0'0'2696'0'0,"-24"-10"-1047"0"0,3 0-3106 0 0</inkml:trace>
</inkml:ink>
</file>

<file path=ppt/ink/ink3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59 1132 0 0,'-16'-21'2288'0'0,"0"2"-1836"0"0,2 1-1392 0 0</inkml:trace>
</inkml:ink>
</file>

<file path=ppt/ink/ink3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5 126 1172 0 0,'-5'-28'2360'0'0,"5"-6"-2100"0"0,5 3-608 0 0,-1-2-3056 0 0</inkml:trace>
</inkml:ink>
</file>

<file path=ppt/ink/ink3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7 264 852 0 0,'0'0'2108'0'0,"-1"-5"-1812"0"0,-4-12-110 0 0,4 13-116 0 0,2-2-340 0 0,1-14 160 0 0,-1 15-44 0 0,0 0-51 0 0,30-130-608 0 0,-30 131 795 0 0,2-25-134 0 0,-3 23-144 0 0,0 2-23 0 0,-4-15-147 0 0,3 14-203 0 0</inkml:trace>
</inkml:ink>
</file>

<file path=ppt/ink/ink3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77 53 1460 0 0,'-3'-3'1048'0'0,"-27"-20"2382"0"0,26 21-2129 0 0,-11-9-997 0 0,10 9-2768 0 0,1 0 599 0 0,-12-8-1309 0 0</inkml:trace>
</inkml:ink>
</file>

<file path=ppt/ink/ink3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69 68 1616 0 0,'0'0'952'0'0,"-19"-18"1332"0"0,3 3-1311 0 0,0-1-861 0 0,-1-2-2021 0 0</inkml:trace>
</inkml:ink>
</file>

<file path=ppt/ink/ink3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117 31 2000 0 0,'0'0'1772'0'0,"-26"-9"-288"0"0,3-1-715 0 0,-8 3-865 0 0,-6 2-5793 0 0</inkml:trace>
</inkml:ink>
</file>

<file path=ppt/ink/ink3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1 1828 0 0,'0'0'628'0'0,"-30"11"-1012"0"0</inkml:trace>
</inkml:ink>
</file>

<file path=ppt/ink/ink3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1432 0 0,'5'31'1756'0'0,"-3"-3"-1000"0"0,-4 0-428 0 0,0 5-696 0 0,-1-7-1552 0 0</inkml:trace>
</inkml:ink>
</file>

<file path=ppt/ink/ink3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0 1536 0 0,'0'0'592'0'0,"-7"30"-288"0"0,-2 1-1448 0 0</inkml:trace>
</inkml:ink>
</file>

<file path=ppt/ink/ink3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1764 0 0,'0'0'796'0'0,"26"10"828"0"0,7-6-912 0 0,9-2-676 0 0,5-2-840 0 0,-12-8-976 0 0</inkml:trace>
</inkml:ink>
</file>

<file path=ppt/ink/ink3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79 2404 0 0,'0'0'2758'0'0,"4"-2"-2574"0"0,13-5-155 0 0,-12 5-103 0 0,0 0-63 0 0,86-19-2181 0 0,-9 2 2414 0 0,-77 18 240 0 0,0-1-16 0 0,16-4-84 0 0,-16 4-112 0 0,0 0-288 0 0,15-10-1928 0 0</inkml:trace>
</inkml:ink>
</file>

<file path=ppt/ink/ink3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6241 0 0,'0'0'15030'0'0</inkml:trace>
</inkml:ink>
</file>

<file path=ppt/ink/ink3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53 39 3316 0 0,'-3'-2'1830'0'0,"-28"-23"3257"0"0,28 23-3394 0 0,0-1-1463 0 0,-9-3 26 0 0</inkml:trace>
</inkml:ink>
</file>

<file path=ppt/ink/ink3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61 105 3632 0 0,'-13'-15'1402'0'0,"11"12"735"0"0,-1 1-1285 0 0,-7-9-82 0 0,7 8 561 0 0,0 0-774 0 0,-7-9-94 0 0,7 9 688 0 0,1 0-1025 0 0,0 1-498 0 0,1 0-1 0 0,0-1 1 0 0,-1 1-1 0 0,1 0 0 0 0,0-1 1 0 0,1 1-1 0 0,-1-1 1 0 0,0 1-1 0 0,1-1 1 0 0,-1 1-1 0 0,1-1 1 0 0,0 1-1 0 0,0-1 1 0 0,0 1-1 0 0,0-6 1 0 0,1 3-2004 0 0</inkml:trace>
</inkml:ink>
</file>

<file path=ppt/ink/ink3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90 2364 0 0,'0'0'1471'0'0,"2"-4"-255"0"0,3-3-430 0 0,-2 3-298 0 0,0-1 0 0 0,-1 0-1 0 0,1 1 1 0 0,-1-1 0 0 0,3-10 523 0 0,-5 15-999 0 0,0-1 1 0 0,0 1-1 0 0,0-1 0 0 0,0 1 1 0 0,0-1-1 0 0,0 1 1 0 0,0-1-1 0 0,0 1 0 0 0,0-1 1 0 0,0 1-1 0 0,1-1 1 0 0,-1 1-1 0 0,0-1 0 0 0,0 1 1 0 0,1-1-1 0 0,-1 1 1 0 0,0-1-1 0 0,0 1 0 0 0,1 0 1 0 0,-1-1-1 0 0,1 1 1 0 0,-1 0-1 0 0,0-1 0 0 0,1 1 1 0 0,6-12 30 0 0,-7 12-67 0 0,0-1 1 0 0,0 1 0 0 0,0 0 0 0 0,0-1-1 0 0,1 1 1 0 0,-1-1 0 0 0,0 1 0 0 0,0-1-1 0 0,0 1 1 0 0,1 0 0 0 0,-1-1 0 0 0,0 1 0 0 0,0 0-1 0 0,1-1 1 0 0,-1 1 0 0 0,0 0 0 0 0,1-1-1 0 0,-1 1 1 0 0,0 0 0 0 0,1 0 0 0 0,-1-1-1 0 0,1 1 1 0 0,-1 0 0 0 0,0 0 0 0 0,1 0-1 0 0,0-1 1 0 0,-1 1-150 0 0,1 0 0 0 0,-1 0 0 0 0,1 0 0 0 0,-1 0 0 0 0,0-1 0 0 0,1 1 0 0 0,-1 0-1 0 0,1 0 1 0 0,-1-1 0 0 0,0 1 0 0 0,1 0 0 0 0,-1-1 0 0 0,0 1 0 0 0,0 0 0 0 0,1-1 0 0 0,-1 1-1 0 0,0 0 1 0 0,0-1 0 0 0,1 1 0 0 0,-1-1 0 0 0,0 1 0 0 0,0 0 0 0 0,0-1 0 0 0,0 1 0 0 0,1-1 0 0 0,-1 0-1 0 0</inkml:trace>
</inkml:ink>
</file>

<file path=ppt/ink/ink3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3440 0 0,'19'14'2877'0'0,"-5"5"-1437"0"0,-1 6-760 0 0,-6 6-668 0 0,-6 6-2452 0 0,-4-5-3529 0 0</inkml:trace>
</inkml:ink>
</file>

<file path=ppt/ink/ink3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58 1 3624 0 0,'0'0'3797'0'0,"-7"23"-521"0"0,-11-10-3180 0 0,-15-11-5921 0 0</inkml:trace>
</inkml:ink>
</file>

<file path=ppt/ink/ink3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51 117 4688 0 0,'0'0'2913'0'0,"-7"-26"-37"0"0,0 0-2188 0 0,-2 4-860 0 0,-3-1-2592 0 0,-4 4-5425 0 0</inkml:trace>
</inkml:ink>
</file>

<file path=ppt/ink/ink3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23 111 4640 0 0,'0'0'2513'0'0,"-2"-31"-385"0"0,-3 7-1052 0 0,-3-6-1136 0 0,1 4-2880 0 0</inkml:trace>
</inkml:ink>
</file>

<file path=ppt/ink/ink3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6 105 3516 0 0,'0'0'3417'0'0,"-5"-24"-1253"0"0,10-11-2020 0 0,7 13-752 0 0,13-1-3665 0 0</inkml:trace>
</inkml:ink>
</file>

<file path=ppt/ink/ink3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2816 0 0,'0'0'2516'0'0,"28"3"765"0"0,2 1-5437 0 0</inkml:trace>
</inkml:ink>
</file>

<file path=ppt/ink/ink3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2420 0 0,'0'0'2520'0'0,"19"11"153"0"0,-1 2-2197 0 0,-9 15-4205 0 0</inkml:trace>
</inkml:ink>
</file>

<file path=ppt/ink/ink3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 1 3960 0 0,'0'0'2085'0'0,"-1"32"11"0"0,-6-7-1556 0 0,-9-4-1724 0 0,-7-8-6273 0 0</inkml:trace>
</inkml:ink>
</file>

<file path=ppt/ink/ink3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0 4128 0 0,'0'0'5325'0'0,"-14"18"-3853"0"0</inkml:trace>
</inkml:ink>
</file>

<file path=ppt/ink/ink3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3072 0 0,'0'0'2681'0'0,"25"12"815"0"0,3-7-1740 0 0,3-5-2244 0 0</inkml:trace>
</inkml:ink>
</file>

<file path=ppt/ink/ink3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3104 0 0,'0'0'5765'0'0,"16"15"-4769"0"0,8-27-10821 0 0</inkml:trace>
</inkml:ink>
</file>

<file path=ppt/ink/ink3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1 138 3584 0 0,'2'-5'1389'0'0,"15"-47"2243"0"0,-15 47-2921 0 0,-1 0-29 0 0,3-5-943 0 0,9-29 3754 0 0,-10 26-5964 0 0,-2 4-4099 0 0</inkml:trace>
</inkml:ink>
</file>

<file path=ppt/ink/ink3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20 3556 0 0,'0'0'5889'0'0,"-4"-2"-5371"0"0,4 2-809 0 0,-27-11 1563 0 0,13 4-7893 0 0</inkml:trace>
</inkml:ink>
</file>

<file path=ppt/ink/ink3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1 2732 0 0,'0'0'2733'0'0,"-28"5"-257"0"0</inkml:trace>
</inkml:ink>
</file>

<file path=ppt/ink/ink3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35 3048 0 0,'0'0'3589'0'0,"16"-19"-837"0"0,0 4-3532 0 0</inkml:trace>
</inkml:ink>
</file>

<file path=ppt/ink/ink3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6333 0 0,'0'0'8118'0'0,"3"2"-7988"0"0,-1-1-721 0 0,6 4 1458 0 0,-5-2-3847 0 0,9 20-8857 0 0</inkml:trace>
</inkml:ink>
</file>

<file path=ppt/ink/ink3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48 4544 0 0,'0'0'5881'0'0,"21"-9"-4817"0"0,-5-13-1964 0 0,-2 6-4305 0 0</inkml:trace>
</inkml:ink>
</file>

<file path=ppt/ink/ink3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84 3324 0 0,'0'0'3069'0'0,"16"-15"-469"0"0,1 0-804 0 0,3-6-1680 0 0,-5 6-1296 0 0,1-3-3777 0 0</inkml:trace>
</inkml:ink>
</file>

<file path=ppt/ink/ink3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84 3712 0 0,'20'-20'3361'0'0,"-3"-1"-2405"0"0,0 1-868 0 0,-1-3-2068 0 0</inkml:trace>
</inkml:ink>
</file>

<file path=ppt/ink/ink3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1 102 5284 0 0,'0'0'2817'0'0,"0"-31"-417"0"0,1-2-2396 0 0,-2-5-3524 0 0</inkml:trace>
</inkml:ink>
</file>

<file path=ppt/ink/ink3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 60 3376 0 0,'-12'-20'3649'0'0,"-5"-1"-3157"0"0,-3 3-2400 0 0</inkml:trace>
</inkml:ink>
</file>

<file path=ppt/ink/ink3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103 35 3016 0 0,'-29'-8'3281'0'0,"1"-2"-2117"0"0,5 2-1204 0 0,0 0-3989 0 0</inkml:trace>
</inkml:ink>
</file>

<file path=ppt/ink/ink3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99 1 2292 0 0,'0'0'1628'0'0,"-34"4"-280"0"0,3 3-1160 0 0,-2-2-2712 0 0</inkml:trace>
</inkml:ink>
</file>

<file path=ppt/ink/ink3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5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142 38 3748 0 0,'-19'-17'2953'0'0,"-7"6"-1889"0"0,1 4-676 0 0,-8 4-808 0 0,-5 3-2909 0 0</inkml:trace>
</inkml:ink>
</file>

<file path=ppt/ink/ink3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6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0 3364 0 0,'0'0'576'0'0,"-11"27"-1176"0"0,-6-6-2700 0 0</inkml:trace>
</inkml:ink>
</file>

<file path=ppt/ink/ink3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6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4320 0 0,'0'0'2149'0'0,"25"8"-3218"0"0</inkml:trace>
</inkml:ink>
</file>

<file path=ppt/ink/ink3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6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58 6 3712 0 0,'0'0'6665'0'0,"-28"-5"-5793"0"0,7 18-1304 0 0,12 8-1880 0 0</inkml:trace>
</inkml:ink>
</file>

<file path=ppt/ink/ink3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6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3356 0 0,'0'0'1200'0'0,"36"0"1625"0"0,-1 5-2117 0 0,-7 0-912 0 0,-3 2-3621 0 0</inkml:trace>
</inkml:ink>
</file>

<file path=ppt/ink/ink3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6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48 2960 0 0,'0'0'3017'0'0,"19"-14"-837"0"0,-1 1-1860 0 0,-8-8-3056 0 0</inkml:trace>
</inkml:ink>
</file>

<file path=ppt/ink/ink3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6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1 100 3084 0 0,'16'-21'3989'0'0,"-8"-5"-3153"0"0,-13-5-2592 0 0,-7 10-4357 0 0</inkml:trace>
</inkml:ink>
</file>

<file path=ppt/ink/ink3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6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1 3544 0 0,'0'0'3681'0'0,"-14"16"-3473"0"0,-2 9-2032 0 0</inkml:trace>
</inkml:ink>
</file>

<file path=ppt/ink/ink3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6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3656 0 0,'0'0'612'0'0,"24"7"-1036"0"0</inkml:trace>
</inkml:ink>
</file>

<file path=ppt/ink/ink3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6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48 0 4912 0 0,'0'0'4802'0'0,"-4"1"-3760"0"0,-15 6 5976 0 0,15-6-8760 0 0,-12 4 375 0 0,12-4-397 0 0</inkml:trace>
</inkml:ink>
</file>

<file path=ppt/ink/ink3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6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86 4480 0 0,'20'-30'2877'0'0,"-6"6"-1357"0"0,-4 4-1148 0 0,-29 9-9581 0 0</inkml:trace>
</inkml:ink>
</file>

<file path=ppt/ink/ink3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6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0 348 0 0,'0'0'-64'0'0,"-7"25"-44"0"0</inkml:trace>
</inkml:ink>
</file>

<file path=ppt/ink/ink3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56.6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1 101 3148 0 0,'24'-23'2184'0'0,"1"-2"-999"0"0,-4 5-761 0 0,-6 4-540 0 0,1 0-1549 0 0</inkml:trace>
</inkml:ink>
</file>

<file path=ppt/ink/ink3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1:01.6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2804 0 0,'0'0'7185'0'0,"10"15"-11251"0"0,-8-12 1887 0 0</inkml:trace>
</inkml:ink>
</file>

<file path=ppt/ink/ink3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1:14.8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25 5925 0 0,'0'0'3072'0'0,"-18"-13"-3532"0"0,-1 1-8037 0 0</inkml:trace>
</inkml:ink>
</file>

<file path=ppt/ink/ink3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1:19.3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3048 0 0,'0'0'5137'0'0,"28"3"-7709"0"0</inkml:trace>
</inkml:ink>
</file>

<file path=ppt/ink/ink3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1:20.3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0 3132 0 0,'0'0'10416'0'0,"1"6"-10041"0"0,7 51 734 0 0,-8 40-58 0 0,-4-29-631 0 0,0-20-275 0 0,-13 93-876 0 0,16-135 149 0 0,0-1-148 0 0,-1 18-127 0 0,1-17-122 0 0,1-1-1649 0 0,-1 0 2058 0 0,-1 4-158 0 0,2 0-2823 0 0</inkml:trace>
</inkml:ink>
</file>

<file path=ppt/ink/ink3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1:20.8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362 23 2720 0 0,'0'0'1169'0'0,"1"-3"-371"0"0,4-13-29 0 0,-4 13 1220 0 0,-5 6-1732 0 0,-11 14 31 0 0,1 0-1 0 0,1 1 1 0 0,-14 24 0 0 0,-12 16 55 0 0,6-13-4 0 0,-2-3 0 0 0,-2 0 0 0 0,-46 39 0 0 0,79-78-447 0 0,0-1 222 0 0,-35 19 414 0 0,35-20-501 0 0,4-1-31 0 0,0 0 4 0 0,0-1 1 0 0,0 1-1 0 0,0 0 0 0 0,0-1 0 0 0,0 1 1 0 0,-1 0-1 0 0,1 0 0 0 0,0-1 0 0 0,0 1 0 0 0,0 0 1 0 0,0 0-1 0 0,-1-1 0 0 0,1 1 0 0 0,0 0 1 0 0,0 0-1 0 0,0-1 0 0 0,-1 1 0 0 0,1 0 0 0 0,0 0 1 0 0,-1 0-1 0 0,1 0 0 0 0,0 0 0 0 0,0-1 1 0 0,-1 1-1 0 0,1 0 0 0 0,0 0 0 0 0,-1 0 0 0 0,1 0 1 0 0,0 0-1 0 0,-1 0 0 0 0,1 0 0 0 0,-1 0 0 0 0,1 0 0 0 0,-1 0 0 0 0,1-1 0 0 0,-1 1 0 0 0,1 0 0 0 0,-1 0 0 0 0,1 0 0 0 0,-1 0 0 0 0,1-1 1 0 0,0 1-1 0 0,-1 0 0 0 0,1-1 0 0 0,-1 1 0 0 0,1 0 0 0 0,0-1 0 0 0,-1 1 0 0 0,1 0 0 0 0,0-1 0 0 0,0 1 0 0 0,-1 0 0 0 0,1-1 0 0 0,0 1 0 0 0,0-1 0 0 0,0 1 0 0 0,-1-1 0 0 0,1 1 0 0 0,0 0 0 0 0,0-1 0 0 0,0 1 0 0 0,0-1 0 0 0,0 1 0 0 0,0-1 0 0 0,0 1 1 0 0,0-1-1 0 0,0 1 0 0 0,0-1 0 0 0,0 0 0 0 0,3-21-72 0 0,-3 17-132 0 0,3 2 166 0 0,10-8 24 0 0,-12 10 12 0 0,0 0 0 0 0,0 0 0 0 0,0 0 0 0 0,1 1 0 0 0,-1-1 0 0 0,0 0 0 0 0,0 0 0 0 0,0 1 0 0 0,1-1 0 0 0,-1 1 0 0 0,0-1 0 0 0,1 1 0 0 0,-1 0 0 0 0,3-1 0 0 0,0 0-19 0 0,0 0-90 0 0,1 0 117 0 0,14-2 43 0 0,-15 2 8 0 0,2 1 0 0 0,2 1 13 0 0,0 0 0 0 0,0 1 0 0 0,-1-1 0 0 0,1 2 0 0 0,-1-1 0 0 0,1 1 1 0 0,-1 0-1 0 0,12 7 0 0 0,-7-1 4 0 0,1 0 1 0 0,-2 1 0 0 0,1 0-1 0 0,-2 1 1 0 0,14 15 0 0 0,80 136 179 0 0,-98-152-703 0 0,1 0 0 0 0,0-1 0 0 0,1 0-1 0 0,14 13 1 0 0,-19-20-533 0 0,1 0-249 0 0,12 4-133 0 0,-11-4-953 0 0</inkml:trace>
</inkml:ink>
</file>

<file path=ppt/ink/ink3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1:21.1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56 1832 0 0,'0'0'3117'0'0,"-5"-1"-2256"0"0,-12-4-91 0 0,13 4 2681 0 0,8-1-3166 0 0,24-6-20 0 0,-1 1 1 0 0,2 1-1 0 0,47-3 0 0 0,-37 4-200 0 0,32-1-1211 0 0,-66 5 127 0 0,1 0-377 0 0,1 0 921 0 0,16-2-2853 0 0</inkml:trace>
</inkml:ink>
</file>

<file path=ppt/ink/ink3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1:21.4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78 1 1832 0 0,'-24'9'962'0'0,"20"-7"811"0"0,-1 0-842 0 0,-36 19 2773 0 0,38-19-2257 0 0,6-1-1180 0 0,10 3-120 0 0,-1-1 1 0 0,1 0-1 0 0,0-1 0 0 0,0 0 0 0 0,0-2 0 0 0,0 1 0 0 0,0-1 0 0 0,22-4 1 0 0,3 2-30 0 0,-14 1-65 0 0,-3-1-83 0 0,-5-2-46 0 0,4 1-66 0 0,0 0-1572 0 0,-1 0-1 0 0,33-12 1 0 0,-27 6-861 0 0,-19 6-1831 0 0</inkml:trace>
</inkml:ink>
</file>

<file path=ppt/ink/ink3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1:22.1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265 37 3172 0 0,'0'0'5635'0'0,"1"3"-5024"0"0,0-2-547 0 0,-1 0-1 0 0,1 0 1 0 0,-1 0 0 0 0,0 0-1 0 0,1 1 1 0 0,-1-1-1 0 0,0 0 1 0 0,0 0-1 0 0,0 0 1 0 0,0 0 0 0 0,0 0-1 0 0,0 1 1 0 0,0-1-1 0 0,0 0 1 0 0,0 0-1 0 0,0 0 1 0 0,-1 0 0 0 0,1 0-1 0 0,0 0 1 0 0,-1 0-1 0 0,1 1 1 0 0,-1-1-1 0 0,1 0 1 0 0,-1 0 0 0 0,0-1-1 0 0,1 1 1 0 0,-2 1-1 0 0,-1 1 337 0 0,0 1-74 0 0,-13 10 99 0 0,0-1-1 0 0,-26 16 0 0 0,39-27-253 0 0,-1 1 0 0 0,-12 7 11 0 0,12-8 242 0 0,-1-1-215 0 0,2 0-135 0 0,2-1-34 0 0,0 0 1 0 0,-1 0 0 0 0,1 0-1 0 0,0 1 1 0 0,-1-1-1 0 0,1 0 1 0 0,0 1-1 0 0,-1-1 1 0 0,1 1 0 0 0,0-1-1 0 0,0 1 1 0 0,-2 1-1 0 0,-15-15 178 0 0,19 8-212 0 0,-1 0-8 0 0,1-1-1 0 0,0 0 0 0 0,1 1 1 0 0,0-1-1 0 0,-1 1 0 0 0,2-1 1 0 0,-1 1-1 0 0,1 0 0 0 0,3-5 1 0 0,-4 5-1 0 0,1 0 0 0 0,0 0-1 0 0,0 0 1 0 0,0 1 0 0 0,0-1 0 0 0,1 1 0 0 0,0 0 0 0 0,0 0 0 0 0,0 0 0 0 0,5-3 0 0 0,0 1-11 0 0,5-4 0 0 0,-12 9 12 0 0,-1 0 0 0 0,1 0 1 0 0,0 0-1 0 0,0 0 0 0 0,-1 0 1 0 0,1 0-1 0 0,0 0 0 0 0,0 1 0 0 0,0-1 1 0 0,0 0-1 0 0,2 1 0 0 0,2-2-3 0 0,-1 1-9 0 0,1 1 6 0 0,-1-1 15 0 0,0 1 0 0 0,0 1-1 0 0,1-1 1 0 0,-1 1-1 0 0,0 0 1 0 0,0 0-1 0 0,0 1 1 0 0,0-1 0 0 0,-1 1-1 0 0,1 0 1 0 0,0 0-1 0 0,-1 1 1 0 0,1-1 0 0 0,-1 1-1 0 0,7 5 1 0 0,23 42 96 0 0,-30-44-100 0 0,-1 1 0 0 0,0 1 0 0 0,-1-1 0 0 0,1 0 0 0 0,-1 1 0 0 0,-1-1 0 0 0,0 1 0 0 0,1 10 0 0 0,-1-12-8 0 0,0 11 9 0 0,0-1 0 0 0,-1 0 0 0 0,-1 1 0 0 0,0-1 0 0 0,-1 0 0 0 0,-1 0 1 0 0,-1 0-1 0 0,0 0 0 0 0,-8 19 0 0 0,7-23-18 0 0,-1 0 0 0 0,0-1 0 0 0,-1 0 0 0 0,0 0 1 0 0,-1-1-1 0 0,0 0 0 0 0,0 0 0 0 0,-1-1 0 0 0,0 0 0 0 0,-1 0 1 0 0,0-1-1 0 0,0-1 0 0 0,-1 1 0 0 0,0-2 0 0 0,0 1 0 0 0,-1-2 1 0 0,1 1-1 0 0,-1-2 0 0 0,0 1 0 0 0,-1-2 0 0 0,1 0 1 0 0,-19 3-1 0 0,26-6-3 0 0,0 0 0 0 0,0 0 0 0 0,-1-1 0 0 0,1 0 1 0 0,0 1-1 0 0,0-2 0 0 0,0 1 0 0 0,-8-4 0 0 0,8 4 5 0 0,2-1-10 0 0,0 1 0 0 0,0-1 0 0 0,0 0-1 0 0,0 0 1 0 0,0 0 0 0 0,0 0 0 0 0,0 0-1 0 0,1 0 1 0 0,-1-1 0 0 0,1 0 0 0 0,0 1-1 0 0,0-1 1 0 0,-3-4 0 0 0,3 5 8 0 0,0-2-13 0 0,1 1 0 0 0,-1-1 0 0 0,0 1 0 0 0,1-1 0 0 0,-1 0 0 0 0,1 1 0 0 0,0-1 0 0 0,1 0 0 0 0,-1 0 0 0 0,1 0 0 0 0,-1 0 0 0 0,1 0 0 0 0,0 1 0 0 0,1-6 0 0 0,-1 5 45 0 0,1-1-29 0 0,-1 0 0 0 0,1 0 0 0 0,0 0 1 0 0,0 0-1 0 0,1 0 0 0 0,0 0 0 0 0,0 0 0 0 0,0 0 0 0 0,6-8 0 0 0,-6 8-2 0 0,2-1 4 0 0,-1 0 1 0 0,1 0-1 0 0,0 0 0 0 0,0 1 0 0 0,1 0 0 0 0,0 0 1 0 0,0 0-1 0 0,0 0 0 0 0,1 1 0 0 0,-1-1 0 0 0,1 2 1 0 0,0-1-1 0 0,0 1 0 0 0,10-5 0 0 0,-12 7 22 0 0,1 0 16 0 0,1 1 0 0 0,-1 1 0 0 0,1-1 0 0 0,-1 1 1 0 0,0 0-1 0 0,1 0 0 0 0,-1 1 0 0 0,0-1 0 0 0,0 1 0 0 0,0 0 0 0 0,0 1 0 0 0,0-1 1 0 0,0 1-1 0 0,-1 0 0 0 0,7 6 0 0 0,69 73 623 0 0,12 10-405 0 0,-86-87-337 0 0,0-1 0 0 0,0 0 0 0 0,0 0 1 0 0,0-1-1 0 0,1 1 0 0 0,0-2 0 0 0,0 1 1 0 0,8 2-1 0 0,-9-4-26 0 0,3 2-458 0 0,0-1-1 0 0,0 0 1 0 0,0 0-1 0 0,0-1 1 0 0,0 0-1 0 0,0-1 1 0 0,13-1-1 0 0,-16 0 176 0 0,11 0-3036 0 0,25-8-2416 0 0</inkml:trace>
</inkml:ink>
</file>

<file path=ppt/ink/ink3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1:24.7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439 22 2836 0 0,'0'0'1313'0'0,"-4"-3"-272"0"0,-13-9-225 0 0,13 9-153 0 0,-15 1 181 0 0,17 1-781 0 0,-1 1 1 0 0,0 0-1 0 0,0 0 0 0 0,0-1 1 0 0,1 2-1 0 0,-1-1 1 0 0,0 0-1 0 0,0 1 0 0 0,0-1 1 0 0,-3 2-1 0 0,-10 2 145 0 0,0 1-1 0 0,1 0 1 0 0,0 1 0 0 0,0 1-1 0 0,0 0 1 0 0,1 1 0 0 0,0 0-1 0 0,0 1 1 0 0,1 1 0 0 0,0 0-1 0 0,1 1 1 0 0,0 1-1 0 0,1-1 1 0 0,0 2 0 0 0,-14 21-1 0 0,6-3-99 0 0,2 1 0 0 0,1 1-1 0 0,1 0 1 0 0,2 1-1 0 0,1 0 1 0 0,2 1 0 0 0,2 0-1 0 0,1 1 1 0 0,-5 63-1 0 0,12-83-85 0 0,0-1 0 0 0,1 1-1 0 0,0 0 1 0 0,1 0-1 0 0,1 0 1 0 0,0-1-1 0 0,1 1 1 0 0,1-1 0 0 0,12 25-1 0 0,-12-28-41 0 0,1-1 0 0 0,1 0 1 0 0,0-1-1 0 0,0 0 0 0 0,1 0 0 0 0,1 0 0 0 0,-1-1 0 0 0,2 0 0 0 0,-1-1 0 0 0,1 0 1 0 0,0-1-1 0 0,18 10 0 0 0,-21-13-94 0 0,-2-1-22 0 0,0 0 0 0 0,0-1 1 0 0,1 1-1 0 0,0-1 0 0 0,-1 0 0 0 0,1-1 1 0 0,0 1-1 0 0,11 0 0 0 0,51-3-2246 0 0,-63 0 2049 0 0,0 0 0 0 0,0 0 0 0 0,0 0-1 0 0,0 0 1 0 0,-1-1 0 0 0,1 0 0 0 0,-1 0 0 0 0,1 0-1 0 0,-1 0 1 0 0,7-5 0 0 0,-2 1-899 0 0,12-8-2679 0 0</inkml:trace>
</inkml:ink>
</file>

<file path=ppt/ink/ink3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1:25.1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93 1 3832 0 0,'0'0'9299'0'0,"-3"3"-8941"0"0,0 1-293 0 0,0 0-1 0 0,-1 0 1 0 0,2 0 0 0 0,-1 1 0 0 0,0-1 0 0 0,1 1 0 0 0,0 0 0 0 0,0 0 0 0 0,1 0 0 0 0,-1 0 0 0 0,1 0 0 0 0,-1 10 0 0 0,-2 4 57 0 0,-47 250-1314 0 0,50-264 610 0 0,1 0-37 0 0,-2 17-26 0 0,1-16-54 0 0</inkml:trace>
</inkml:ink>
</file>

<file path=ppt/ink/ink3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1:25.4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50 2780 0 0,'0'0'1129'0'0,"1"-4"-146"0"0,5-19 517 0 0,0 1 2800 0 0,-2 24-3855 0 0,3 2-274 0 0,0 1 1 0 0,-1 0-1 0 0,0 1 0 0 0,0 0 0 0 0,0-1 1 0 0,-1 2-1 0 0,1-1 0 0 0,5 11 0 0 0,90 125 520 0 0,-87-125-1090 0 0,1-1 0 0 0,0-1 0 0 0,1-1 0 0 0,0 0 0 0 0,31 19 0 0 0,-43-30 41 0 0,1-1 1 0 0,-1 1-1 0 0,1-1 0 0 0,0-1 1 0 0,0 1-1 0 0,0-1 1 0 0,0 1-1 0 0,0-1 0 0 0,0-1 1 0 0,0 1-1 0 0,8-1 0 0 0,12-5-2058 0 0,-18 3 1623 0 0,-1 1-2641 0 0</inkml:trace>
</inkml:ink>
</file>

<file path=ppt/ink/ink3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1:25.6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 1 2872 0 0,'0'0'4418'0'0,"-5"2"-3823"0"0,-13 7-4 0 0,11-3-9 0 0,5 0-395 0 0,-2 3 133 0 0,1 1 0 0 0,-1 0 1 0 0,2 0-1 0 0,-3 16 0 0 0,-1 38 108 0 0,2-1-1 0 0,7 93 1 0 0,14 17-704 0 0,-2-62-590 0 0,-5-72-945 0 0,-4-12-3980 0 0</inkml:trace>
</inkml:ink>
</file>

<file path=ppt/ink/ink3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1:26.6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192 135 3964 0 0,'6'-27'1463'0'0,"-5"22"-337"0"0,-1 0-208 0 0,0-3-374 0 0,-2-1-1 0 0,1 1 1 0 0,-1 0-1 0 0,-3-8 0 0 0,3 11-16 0 0,1 3-454 0 0,1 0 1 0 0,-1 1-1 0 0,0-1 1 0 0,0 0 0 0 0,0 1-1 0 0,0-1 1 0 0,0 1-1 0 0,0-1 1 0 0,0 1-1 0 0,-1 0 1 0 0,-1-3-1 0 0,3 4-18 0 0,-3-4 281 0 0,2 4-315 0 0,1 0-1 0 0,-1 0 0 0 0,1 0 0 0 0,0 0 0 0 0,-1 0 0 0 0,1 0 1 0 0,-1 0-1 0 0,1 0 0 0 0,-1 0 0 0 0,1 0 0 0 0,0-1 0 0 0,-1 1 1 0 0,1 0-1 0 0,0 0 0 0 0,-1 0 0 0 0,1-1 0 0 0,-1 1 0 0 0,1 0 1 0 0,0 0-1 0 0,0-1 0 0 0,-1 1 0 0 0,1 0 0 0 0,0-1 0 0 0,-1 1 1 0 0,1 0-1 0 0,0-1 0 0 0,-1 0 25 0 0,1 0 1 0 0,-1 0-1 0 0,0 1 0 0 0,1-1 1 0 0,-1 0-1 0 0,0 1 0 0 0,1-1 1 0 0,-1 0-1 0 0,0 1 0 0 0,0-1 1 0 0,1 1-1 0 0,-1-1 0 0 0,0 1 1 0 0,0 0-1 0 0,0-1 1 0 0,0 1-1 0 0,-1-1 0 0 0,-2 1 1 0 0,1-1-1 0 0,0 0 1 0 0,-1 1 0 0 0,1 0-1 0 0,0-1 1 0 0,-1 2 0 0 0,1-1-1 0 0,0 0 1 0 0,-1 0-1 0 0,1 1 1 0 0,0 0 0 0 0,0 0-1 0 0,0 0 1 0 0,-1 0-1 0 0,1 0 1 0 0,-4 3 0 0 0,3-1-13 0 0,-1 0 1 0 0,0 0-1 0 0,1 1 1 0 0,0 0-1 0 0,0 0 1 0 0,0 0-1 0 0,0 1 0 0 0,1-1 1 0 0,-4 6-1 0 0,1 1-42 0 0,0 0 0 0 0,1 0 0 0 0,0 0 0 0 0,1 1-1 0 0,0-1 1 0 0,1 1 0 0 0,0 0 0 0 0,-1 22 0 0 0,3-29-88 0 0,2 1-9 0 0,0-4 96 0 0,-1 3-49 0 0,1 0 0 0 0,0 0 1 0 0,0 0-1 0 0,1 0 1 0 0,0 0-1 0 0,-1 0 0 0 0,2 0 1 0 0,-1-1-1 0 0,0 1 1 0 0,1-1-1 0 0,0 0 0 0 0,0 1 1 0 0,7 6-1 0 0,-8-9 44 0 0,0-1-1 0 0,1 1 1 0 0,-1-1-1 0 0,1 1 1 0 0,-1-1-1 0 0,1 0 1 0 0,-1 0-1 0 0,1 0 0 0 0,0 0 1 0 0,0 0-1 0 0,-1-1 1 0 0,1 1-1 0 0,0-1 1 0 0,0 0-1 0 0,0 0 1 0 0,0 0-1 0 0,0 0 1 0 0,-1 0-1 0 0,1-1 1 0 0,3 0-1 0 0,-5 1 16 0 0,3-2 29 0 0,1 0 1 0 0,-1 0-1 0 0,1 0 0 0 0,-1-1 1 0 0,0 1-1 0 0,0-1 1 0 0,0 0-1 0 0,-1-1 1 0 0,1 1-1 0 0,-1 0 0 0 0,1-1 1 0 0,4-8-1 0 0,-1 0-13 0 0,-2 0 1 0 0,1-1-1 0 0,-2 1 0 0 0,0-1 0 0 0,0 0 0 0 0,-1 0 0 0 0,-1-1 0 0 0,0 1 0 0 0,0-15 1 0 0,-3 24-158 0 0,1-1 1 0 0,-1 0 0 0 0,0 1-1 0 0,0-1 1 0 0,-1 0-1 0 0,1 1 1 0 0,-1 0 0 0 0,0-1-1 0 0,-4-6 1 0 0,3 8-775 0 0,0-1-25 0 0,-29-28-4630 0 0</inkml:trace>
</inkml:ink>
</file>

<file path=ppt/ink/ink3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1:27.0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1 182 3408 0 0,'2'-4'1210'0'0,"42"-51"2731"0"0,-41 52-3361 0 0,-2 3-510 0 0,1 0-1 0 0,-1-1 1 0 0,1 1 0 0 0,-1-1 0 0 0,1 1-1 0 0,-1-1 1 0 0,1 0 0 0 0,-1 0 0 0 0,0 1-1 0 0,1-1 1 0 0,-1 0 0 0 0,2-2 0 0 0,0 1 75 0 0,2-1 845 0 0,1 3-617 0 0,21 0-70 0 0,-24 1-270 0 0,0-1 1 0 0,-1 1-1 0 0,1 0 0 0 0,0-1 1 0 0,-1 1-1 0 0,1 0 0 0 0,-1 1 1 0 0,1-1-1 0 0,-1 0 0 0 0,0 1 1 0 0,1-1-1 0 0,-1 1 0 0 0,0 0 1 0 0,0 0-1 0 0,0 0 0 0 0,3 3 1 0 0,-4-3 44 0 0,3 3 19 0 0,1 1 0 0 0,-2-1 0 0 0,1 1 0 0 0,-1 0-1 0 0,0 0 1 0 0,0 0 0 0 0,0 1 0 0 0,-1-1-1 0 0,3 11 1 0 0,-4-13-79 0 0,0 0 86 0 0,-1 2 10 0 0,1 18 8 0 0,0-18 19 0 0,-2-1 32 0 0,-3 13-6 0 0,3-13 235 0 0,0-4-366 0 0,0 0 1 0 0,0 0-1 0 0,0 0 1 0 0,0 0-1 0 0,1 0 1 0 0,-1 0-1 0 0,0 0 1 0 0,0 1-1 0 0,1-1 1 0 0,-1 0-1 0 0,1 0 1 0 0,-2 3-1 0 0,2-2 40 0 0,-3 2 920 0 0,-26-7-535 0 0,27-2-357 0 0,0-1-115 0 0,0 0 1 0 0,0-1 0 0 0,0 1-1 0 0,1-1 1 0 0,0 1 0 0 0,1-1-1 0 0,-1 0 1 0 0,1 1 0 0 0,2-11-1 0 0,0-2-285 0 0,2 1 0 0 0,7-27-1 0 0,-6 31-54 0 0,3-6 77 0 0,2 4-303 0 0,-4 7 162 0 0,0 0 1 0 0,1 0 0 0 0,0 1-1 0 0,11-10 1 0 0,-14 14-108 0 0,0 1 0 0 0,1-1 0 0 0,-1 1 0 0 0,1 0 1 0 0,0 0-1 0 0,0 1 0 0 0,6-3 0 0 0,-7 4-1025 0 0</inkml:trace>
</inkml:ink>
</file>

<file path=ppt/ink/ink3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1:27.2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67 3904 0 0,'0'0'4326'0'0,"2"3"-3610"0"0,8 13 8 0 0,-10-16-709 0 0,0 0 1 0 0,0 0-1 0 0,0 1 0 0 0,0-1 0 0 0,0 0 1 0 0,0 0-1 0 0,0 0 0 0 0,0 0 0 0 0,0 1 0 0 0,1-1 1 0 0,-1 0-1 0 0,0 0 0 0 0,0 0 0 0 0,0 0 1 0 0,0 0-1 0 0,1 1 0 0 0,-1-1 0 0 0,0 0 0 0 0,0 0 1 0 0,0 0-1 0 0,0 0 0 0 0,1 0 0 0 0,-1 0 1 0 0,0 0-1 0 0,0 0 0 0 0,1 0 0 0 0,-1 0 0 0 0,0 0 1 0 0,0 0-1 0 0,0 0 0 0 0,1 0 0 0 0,-1 0 1 0 0,0 0-1 0 0,0 0 0 0 0,0 0 0 0 0,1 0 0 0 0,-1 0 1 0 0,0 0-1 0 0,0 0 0 0 0,1 0 0 0 0,241-62 725 0 0,-152 36-6521 0 0</inkml:trace>
</inkml:ink>
</file>

<file path=ppt/ink/ink3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1:28.2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69 534 4644 0 0,'2'-6'1436'0'0,"-1"3"-1338"0"0,11-22 2008 0 0,-1-1 1 0 0,7-29-1 0 0,-17 50-1122 0 0,-2-19-236 0 0,0 19 204 0 0,-21-4-485 0 0,18 13-395 0 0,-4 5-28 0 0,0 0-1 0 0,1 1 0 0 0,0 0 1 0 0,0 0-1 0 0,1 0 1 0 0,1 1-1 0 0,0 0 1 0 0,-6 18-1 0 0,5-10-173 0 0,2 1-1 0 0,0 0 1 0 0,1-1 0 0 0,-1 23-1 0 0,4-37 49 0 0,0 0 1 0 0,0 0-1 0 0,1-1 0 0 0,0 1 0 0 0,0 0 0 0 0,0-1 0 0 0,0 1 0 0 0,4 7 0 0 0,-3-7 3 0 0,-2-4 64 0 0,1 0 0 0 0,-1 0 0 0 0,1 0 1 0 0,-1 0-1 0 0,1 0 0 0 0,-1 0 0 0 0,1 0 1 0 0,0 0-1 0 0,-1 0 0 0 0,1 0 0 0 0,0 0 1 0 0,0 0-1 0 0,0 0 0 0 0,0-1 0 0 0,0 1 0 0 0,1 1 1 0 0,1 0-29 0 0,0 1-85 0 0,2-2 20 0 0,-3 0 98 0 0,1 0 0 0 0,-1 0 0 0 0,1 0-1 0 0,-1 0 1 0 0,1-1 0 0 0,0 1 0 0 0,-1-1-1 0 0,1 0 1 0 0,0 0 0 0 0,0 0-1 0 0,-1 0 1 0 0,1 0 0 0 0,0 0 0 0 0,-1-1-1 0 0,1 1 1 0 0,-1-1 0 0 0,1 0 0 0 0,0 0-1 0 0,-1 0 1 0 0,4-2 0 0 0,1-2 26 0 0,0 0 1 0 0,-1-1-1 0 0,0 1 0 0 0,0-1 1 0 0,-1 0-1 0 0,1 0 0 0 0,-1-1 0 0 0,-1 0 1 0 0,1 0-1 0 0,-1 0 0 0 0,0 0 1 0 0,-1-1-1 0 0,0 1 0 0 0,0-1 1 0 0,0 0-1 0 0,-1 0 0 0 0,-1 0 1 0 0,1 0-1 0 0,-1 0 0 0 0,0-16 1 0 0,0 15 6 0 0,-1 0 1 0 0,0 0-1 0 0,0 0 1 0 0,-1 0-1 0 0,0 0 1 0 0,-1 0-1 0 0,0 1 1 0 0,0-1-1 0 0,-1 0 1 0 0,0 1-1 0 0,-1 0 1 0 0,0-1-1 0 0,0 1 1 0 0,-6-8-1 0 0,8 13 9 0 0,1 2-27 0 0,-1 1 1 0 0,1-1 0 0 0,-1 1-1 0 0,1-1 1 0 0,0 0 0 0 0,-1 0-1 0 0,1 0 1 0 0,0 0 0 0 0,0 0 0 0 0,-1 0-1 0 0,1 0 1 0 0,-1-2 0 0 0,1 2 4 0 0,-3-1 118 0 0,0 1-75 0 0,-14-2-15 0 0,14 2 46 0 0,-3 6-51 0 0,7-5-33 0 0,-1 0 1 0 0,1 0 0 0 0,0 0-1 0 0,-1 0 1 0 0,1 1 0 0 0,-1-1-1 0 0,1 0 1 0 0,-1 0 0 0 0,1 0-1 0 0,0 0 1 0 0,-1 1 0 0 0,1-1-1 0 0,0 0 1 0 0,-1 0-1 0 0,1 1 1 0 0,0-1 0 0 0,-1 0-1 0 0,1 0 1 0 0,0 1 0 0 0,0-1-1 0 0,-1 0 1 0 0,1 1 0 0 0,0-1-1 0 0,0 1 1 0 0,0-1 0 0 0,-1 0-1 0 0,1 1 1 0 0,0-1 0 0 0,0 1-1 0 0,0-1 1 0 0,0 0-1 0 0,0 1 1 0 0,0-1 0 0 0,0 1-1 0 0,0-1 1 0 0,0 0 0 0 0,0 2-1 0 0,2 1-27 0 0,-1 0-1 0 0,1 0 0 0 0,1 0 0 0 0,-1-1 0 0 0,0 1 0 0 0,1 0 1 0 0,-1-1-1 0 0,1 0 0 0 0,0 0 0 0 0,0 1 0 0 0,0-1 0 0 0,0-1 1 0 0,0 1-1 0 0,0 0 0 0 0,0-1 0 0 0,1 0 0 0 0,-1 0 0 0 0,0 0 1 0 0,1 0-1 0 0,-1 0 0 0 0,1-1 0 0 0,3 1 0 0 0,17 2-207 0 0,-1-1-1 0 0,29 0 1 0 0,-25-3 150 0 0,0-1 0 0 0,-1-1 0 0 0,1-1 1 0 0,-1-1-1 0 0,0-2 0 0 0,50-18 0 0 0,-62 19 174 0 0,-1 0 0 0 0,1-1-1 0 0,-1-1 1 0 0,0 0 0 0 0,-1 0-1 0 0,1-2 1 0 0,-2 1 0 0 0,0-1-1 0 0,0-1 1 0 0,0 0 0 0 0,-2-1-1 0 0,1 0 1 0 0,13-23 0 0 0,-18 24 30 0 0,-1 0 0 0 0,0 0 0 0 0,-1 0 0 0 0,0-1 0 0 0,-1 1 0 0 0,0-1 0 0 0,-1 0 0 0 0,0 1 0 0 0,-1-1 0 0 0,0 0-1 0 0,-1 0 1 0 0,-4-20 0 0 0,4 28-72 0 0,0 0-1 0 0,0-1 1 0 0,-1 1-1 0 0,1 0 1 0 0,-1 0-1 0 0,0 0 1 0 0,0 0-1 0 0,-1 0 1 0 0,-4-6-1 0 0,2 5 25 0 0,3 1 96 0 0,-2 4-3 0 0,-15-2 22 0 0,10 4 2 0 0,-1 7-144 0 0,0 0 0 0 0,1 1 0 0 0,0 0 0 0 0,0 0 0 0 0,1 1 0 0 0,1 0-1 0 0,0 0 1 0 0,1 1 0 0 0,0 0 0 0 0,0 0 0 0 0,1 0 0 0 0,1 1 0 0 0,-4 15 0 0 0,-3 20 32 0 0,1 0 0 0 0,-3 63 0 0 0,-3 377 185 0 0,18-425-1553 0 0,17 101 1 0 0,-18-159 135 0 0,17-23-8859 0 0</inkml:trace>
</inkml:ink>
</file>

<file path=ppt/ink/ink3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1:28.4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90 3944 0 0,'0'0'3509'0'0,"0"-29"-1493"0"0,24 17-1772 0 0,10 6-332 0 0,21-2-596 0 0,-23 1-52 0 0,3 2-376 0 0,-6-3 24 0 0,6 1-885 0 0,2-1-2019 0 0</inkml:trace>
</inkml:ink>
</file>

<file path=ppt/ink/ink3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1:29.0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226 46 4340 0 0,'2'-3'1655'0'0,"8"-12"2627"0"0,-9 10-3687 0 0,2-16 575 0 0,-9 20-1006 0 0,-2 0-46 0 0,0 1-1 0 0,0 0 0 0 0,-1 1 1 0 0,1 0-1 0 0,0 0 0 0 0,0 1 1 0 0,0 0-1 0 0,0 1 0 0 0,0-1 1 0 0,0 1-1 0 0,1 1 0 0 0,-1-1 1 0 0,1 2-1 0 0,0-1 0 0 0,0 1 0 0 0,1 0 1 0 0,-1 0-1 0 0,1 0 0 0 0,0 1 1 0 0,1 0-1 0 0,-7 8 0 0 0,4-4-54 0 0,0 2 0 0 0,1-1 0 0 0,0 1 0 0 0,1 0 0 0 0,0 0 0 0 0,1 0 0 0 0,0 1 0 0 0,1 0 0 0 0,1 0 0 0 0,0 0 0 0 0,0 0 0 0 0,2 1 0 0 0,-1-1 0 0 0,2 19-1 0 0,0-30-52 0 0,-1 0-1 0 0,1 0 0 0 0,1 1 0 0 0,-1-1 0 0 0,0 0 0 0 0,0 0 0 0 0,1 0 0 0 0,-1 0 0 0 0,1 0 0 0 0,0 0 1 0 0,-1 0-1 0 0,1 0 0 0 0,0 0 0 0 0,0 0 0 0 0,0-1 0 0 0,1 1 0 0 0,1 3 0 0 0,1 0 21 0 0,14 17-15 0 0,-13-18-89 0 0,0 0 0 0 0,0 0 0 0 0,0-1 1 0 0,1 1-1 0 0,-1-1 0 0 0,1-1 0 0 0,0 1 0 0 0,0-1 0 0 0,0 0 0 0 0,0 0 0 0 0,0-1 0 0 0,0 0 0 0 0,0 0 1 0 0,1 0-1 0 0,-1-1 0 0 0,8 0 0 0 0,12-2-907 0 0,1 0 0 0 0,45-12 0 0 0,-57 11-171 0 0,0 0-1 0 0,0-2 1 0 0,-1 0-1 0 0,1 0 1 0 0,19-12-1 0 0,-12 4-3633 0 0</inkml:trace>
</inkml:ink>
</file>

<file path=ppt/ink/ink3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1:29.9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18 460 2440 0 0,'0'0'8684'0'0,"2"-3"-8726"0"0,11-18 80 0 0,-8 8-54 0 0,1 0 0 0 0,-2 0 0 0 0,1 0 0 0 0,-2-1 0 0 0,0 0 0 0 0,2-19 0 0 0,-3 14 20 0 0,3-11-17 0 0,2-39-68 0 0,-5 49 82 0 0,1-95 679 0 0,-3 109-475 0 0,-1 0 1 0 0,-5-47 433 0 0,6 49 117 0 0,-5 8-430 0 0,0 0-225 0 0,4-3-69 0 0,-1 0-1 0 0,1 0 0 0 0,-1 0 1 0 0,1 1-1 0 0,-1-1 1 0 0,1 0-1 0 0,0 1 1 0 0,0 0-1 0 0,-1-1 1 0 0,1 1-1 0 0,0-1 1 0 0,1 1-1 0 0,-1 0 0 0 0,0 0 1 0 0,0 2-1 0 0,-9 21 22 0 0,1 1 0 0 0,2 0 0 0 0,0 0 0 0 0,2 0 0 0 0,1 1 0 0 0,1-1 0 0 0,2 1 0 0 0,0 0 0 0 0,2 0 0 0 0,1 0 0 0 0,1 0 0 0 0,1-1 0 0 0,1 0 0 0 0,16 46 0 0 0,-17-64-327 0 0,1 0 0 0 0,0-1 1 0 0,0 1-1 0 0,1-1 0 0 0,-1-1 0 0 0,2 1 0 0 0,-1-1 1 0 0,12 9-1 0 0,-15-13-257 0 0,2-1 51 0 0,16 4 11 0 0,-16-4 31 0 0,1-3 42 0 0,1-1 185 0 0,0 0 0 0 0,0 0-1 0 0,-1-1 1 0 0,1 0 0 0 0,-1 0 0 0 0,0 0-1 0 0,0-1 1 0 0,10-10 0 0 0,-3-1-313 0 0,-1 1 0 0 0,0-1 1 0 0,12-24-1 0 0,35-85-241 0 0,-57 120 1052 0 0,4-15 258 0 0,-3 16-441 0 0,-2-1 424 0 0,0 3-485 0 0,0 0-1 0 0,0 1 1 0 0,0-1 0 0 0,-1 0 0 0 0,1 0 0 0 0,-1 0 0 0 0,1 0 0 0 0,-1 0-1 0 0,0-3 1 0 0,1 1 2410 0 0,-2 4-2418 0 0,-1 1 0 0 0,1-1 0 0 0,-1 1 0 0 0,1 0 0 0 0,0-1 0 0 0,-1 1 0 0 0,1 0 0 0 0,0 0 0 0 0,-1 0 0 0 0,1 0 0 0 0,0 0 0 0 0,0 0 0 0 0,0 1 0 0 0,0-1 0 0 0,0 0 0 0 0,0 1 0 0 0,0-1 0 0 0,1 0 0 0 0,-1 1 0 0 0,0-1 0 0 0,1 1 0 0 0,-1 1 1 0 0,-13 42 445 0 0,2 17-276 0 0,11-53-208 0 0,-1 1 0 0 0,1 0 0 0 0,1 0 0 0 0,0-1 0 0 0,0 1 0 0 0,1 0-1 0 0,1 0 1 0 0,-1-1 0 0 0,1 1 0 0 0,7 18 0 0 0,-7-24-43 0 0,2-1-25 0 0,9 13 14 0 0,-9-12 15 0 0,0-3 18 0 0,14 7 26 0 0,-14-6-22 0 0,1-3-8 0 0,12-2-24 0 0,-13 2 52 0 0,0-1 0 0 0,0 0-1 0 0,0 0 1 0 0,-1 0 0 0 0,1 0-1 0 0,0 0 1 0 0,-1-1 0 0 0,0 1 0 0 0,1-1-1 0 0,-1 0 1 0 0,4-5 0 0 0,-4 5 7 0 0,9-10 46 0 0,-1-1 0 0 0,-1 0 0 0 0,0-1 0 0 0,12-24 0 0 0,1-2 435 0 0,-21 38-219 0 0,0-1-15 0 0,17-35 1243 0 0,-17 36-640 0 0,-2 8-756 0 0,0 14-39 0 0,0-14-79 0 0,0 0 63 0 0,1 4-197 0 0,-1-1 0 0 0,2 0-1 0 0,-1 1 1 0 0,1-1 0 0 0,0 0 0 0 0,0 0 0 0 0,1 0-1 0 0,0-1 1 0 0,1 1 0 0 0,0-1 0 0 0,0 1 0 0 0,0-1-1 0 0,10 11 1 0 0,-11-15-237 0 0,0-1 0 0 0,0 0 0 0 0,0 1-1 0 0,1-1 1 0 0,-1-1 0 0 0,1 1 0 0 0,-1 0 0 0 0,1-1-1 0 0,-1 0 1 0 0,7 2 0 0 0,-4-2-362 0 0,-1 1-2088 0 0</inkml:trace>
</inkml:ink>
</file>

<file path=ppt/ink/ink3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1:30.3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103 0 2540 0 0,'0'0'3029'0'0,"-5"1"-2517"0"0,-1 1-290 0 0,1-1 0 0 0,0 1-1 0 0,0 0 1 0 0,0 1 0 0 0,0-1 0 0 0,-7 6-1 0 0,9-6 78 0 0,2-1-268 0 0,0 0 0 0 0,0 0 0 0 0,0 0 0 0 0,0 0 0 0 0,0 0 0 0 0,0 0-1 0 0,0 0 1 0 0,0 0 0 0 0,0 0 0 0 0,0 1 0 0 0,1-1 0 0 0,-2 2 0 0 0,1 0 32 0 0,-2 1 129 0 0,0 1-28 0 0,-17 42 260 0 0,18-42-345 0 0,3 1 53 0 0,0 18-129 0 0,-1-18-198 0 0,3-1 214 0 0,0 1-21 0 0,1 0 1 0 0,0 0-1 0 0,1 0 1 0 0,0-1 0 0 0,-1 0-1 0 0,2 0 1 0 0,-1 0-1 0 0,1 0 1 0 0,-1-1-1 0 0,13 7 1 0 0,107 49 1714 0 0,-121-58-212 0 0,-7 2-1280 0 0,1-1-166 0 0,-1 0 0 0 0,0 0 0 0 0,0-1 0 0 0,0 1-1 0 0,0-1 1 0 0,-1 0 0 0 0,1 0 0 0 0,-1 0 0 0 0,1 0 0 0 0,-1-1 0 0 0,0 1 0 0 0,-7 1 0 0 0,-51 7 127 0 0,46-8-275 0 0,11-2-176 0 0,0 0-138 0 0,-18-1-146 0 0,18 1-165 0 0,1-2-160 0 0,-6-3 625 0 0,-15-16-5892 0 0</inkml:trace>
</inkml:ink>
</file>

<file path=ppt/ink/ink3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1:30.6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32 3940 0 0,'16'-19'4892'0'0,"-8"10"-4163"0"0,-8 9-660 0 0,0 0 0 0 0,0 0 0 0 0,0 0 0 0 0,0-1 0 0 0,0 1-1 0 0,1 0 1 0 0,-1 0 0 0 0,0 0 0 0 0,0-1 0 0 0,0 1-1 0 0,0 0 1 0 0,1 0 0 0 0,-1 0 0 0 0,0 0 0 0 0,0-1 0 0 0,0 1-1 0 0,1 0 1 0 0,-1 0 0 0 0,0 0 0 0 0,0 0 0 0 0,1 0 0 0 0,-1 0-1 0 0,0 0 1 0 0,0 0 0 0 0,1 0 0 0 0,-1 0 0 0 0,0-1-1 0 0,0 1 1 0 0,0 0 0 0 0,1 0 0 0 0,-1 1 0 0 0,0-1 0 0 0,0 0-1 0 0,1 0 1 0 0,-1 0 0 0 0,0 0 0 0 0,0 0 0 0 0,1 0 0 0 0,-1 0-1 0 0,0 0 1 0 0,3 21 305 0 0,-3-16-47 0 0,0 2-54 0 0,-31 216 1639 0 0,5-55-1652 0 0,23-146-286 0 0,2 3 0 0 0,1-13 2 0 0,0-2-204 0 0,0-1 0 0 0,0 1-1 0 0,1 0 1 0 0,1 0 0 0 0,-1-1 0 0 0,2 1-1 0 0,-1-1 1 0 0,8 19 0 0 0,-8-25-432 0 0,2-1-55 0 0,-2-1 468 0 0,1 1 0 0 0,-1-1 0 0 0,0 0 0 0 0,0 0 0 0 0,1 0 0 0 0,-1 0 0 0 0,1 0 0 0 0,-1-1 0 0 0,1 1 0 0 0,-1-1 0 0 0,1 0 0 0 0,-1 0 0 0 0,1 0 0 0 0,-1 0 0 0 0,1 0 0 0 0,-1 0 0 0 0,1 0 0 0 0,-1-1 0 0 0,1 0 0 0 0,-1 1 0 0 0,5-3 0 0 0,8-7-2175 0 0</inkml:trace>
</inkml:ink>
</file>

<file path=ppt/ink/ink3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1:30.8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35 1660 0 0,'0'0'1042'0'0,"-4"-2"-164"0"0,-15-3-123 0 0,14 3 3033 0 0,11 1-3626 0 0,55-7-20 0 0,35 3-1470 0 0,-33-1-733 0 0,-21 3-358 0 0,-15 0-160 0 0</inkml:trace>
</inkml:ink>
</file>

<file path=ppt/ink/ink3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1:31.2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81 33 2368 0 0,'-1'24'876'0'0,"0"-19"1061"0"0,-1-2-1451 0 0,1-1-362 0 0,0-1 0 0 0,0 0 0 0 0,0 0 0 0 0,0 1 1 0 0,0-1-1 0 0,1 0 0 0 0,-1 1 0 0 0,1-1 1 0 0,-1 1-1 0 0,1-1 0 0 0,-1 1 0 0 0,1-1 0 0 0,0 1 1 0 0,0-1-1 0 0,-1 1 0 0 0,1-1 0 0 0,0 1 1 0 0,1 0-1 0 0,-1-1 0 0 0,0 1 0 0 0,0-1 0 0 0,1 3 1 0 0,1 5-346 0 0,16-2 473 0 0,-14-6-228 0 0,25-2-104 0 0,-23 0 314 0 0,-2-1-164 0 0,11-7-30 0 0,-11 7-7 0 0,12-15 128 0 0,-13 13 63 0 0,-2-1-226 0 0,4-13-56 0 0,-4 13-32 0 0,-2 0 241 0 0,-4-14-11 0 0,4 14-3 0 0,1 5-132 0 0,-1 0 0 0 0,1 0 0 0 0,0 0 0 0 0,0-1 0 0 0,-1 1 0 0 0,1 0 0 0 0,0 0 0 0 0,0 0 0 0 0,-1 0 0 0 0,1 0 0 0 0,0 0 0 0 0,-1 0 0 0 0,1-1-1 0 0,0 1 1 0 0,0 0 0 0 0,0 0 0 0 0,-1 0 0 0 0,1-1 0 0 0,0 1 0 0 0,0 0 0 0 0,0 0 0 0 0,0-1 0 0 0,-1 1 0 0 0,1 0 0 0 0,0 0 0 0 0,0-1 0 0 0,0 1 0 0 0,0 0 0 0 0,0-1 0 0 0,0 1 0 0 0,-1-1 15 0 0,1 0 0 0 0,0 0 1 0 0,-1 1-1 0 0,1-1 0 0 0,-1 0 0 0 0,1 1 0 0 0,-1-1 1 0 0,1 0-1 0 0,-1 1 0 0 0,1-1 0 0 0,-1 0 0 0 0,1 1 1 0 0,-1-1-1 0 0,0 1 0 0 0,0-1 0 0 0,1 1 1 0 0,-1-1-1 0 0,-1 1 0 0 0,0-1 26 0 0,-1-1-1 0 0,0 2 1 0 0,0-1 0 0 0,0 0 0 0 0,0 1 0 0 0,0-1-1 0 0,0 1 1 0 0,0 0 0 0 0,0 0 0 0 0,0 0 0 0 0,0 0-1 0 0,0 0 1 0 0,0 1 0 0 0,0 0 0 0 0,0-1-1 0 0,0 1 1 0 0,-3 2 0 0 0,0-1 30 0 0,0 0 1 0 0,1 1-1 0 0,-1 0 1 0 0,1 0-1 0 0,0 1 1 0 0,0-1-1 0 0,0 1 0 0 0,0 0 1 0 0,1 1-1 0 0,-1-1 1 0 0,1 1-1 0 0,0 0 1 0 0,1 0-1 0 0,-1 0 0 0 0,1 0 1 0 0,0 1-1 0 0,0-1 1 0 0,1 1-1 0 0,-1 0 1 0 0,1 0-1 0 0,0 0 1 0 0,1 0-1 0 0,0 0 0 0 0,-1 8 1 0 0,0 45 310 0 0,3-56-363 0 0,-2-1-14 0 0,1 0 1 0 0,0 0-1 0 0,0 1 1 0 0,1-1-1 0 0,-1 0 0 0 0,0 1 1 0 0,1-1-1 0 0,-1 0 1 0 0,1 0-1 0 0,0 1 1 0 0,0-1-1 0 0,0 0 1 0 0,0 0-1 0 0,0 0 1 0 0,2 2-1 0 0,2 5 56 0 0,0 0-102 0 0,1 0-1 0 0,-1-1 1 0 0,1 1 0 0 0,1-1 0 0 0,11 11-1 0 0,-14-16-126 0 0,0 0-1 0 0,0 0 0 0 0,0 0 1 0 0,1-1-1 0 0,-1 0 0 0 0,1 0 1 0 0,-1 0-1 0 0,1 0 0 0 0,0-1 0 0 0,0 1 1 0 0,0-1-1 0 0,-1-1 0 0 0,1 1 1 0 0,0-1-1 0 0,0 1 0 0 0,5-2 1 0 0,52-8-2946 0 0,-35-3 455 0 0,-21 8 1785 0 0,0 2-2915 0 0</inkml:trace>
</inkml:ink>
</file>

<file path=ppt/ink/ink3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1:31.8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1 172 2084 0 0,'0'0'2579'0'0,"1"-5"-1900"0"0,3-14-142 0 0,-2 15 567 0 0,1 2-828 0 0,10-6-30 0 0,-10 6 199 0 0,1 4-264 0 0,0 0-129 0 0,0 0 0 0 0,0 0 0 0 0,-1 0 0 0 0,1 0 0 0 0,-1 0-1 0 0,1 1 1 0 0,-1 0 0 0 0,0 0 0 0 0,0 0 0 0 0,0 0 0 0 0,-1 0 0 0 0,1 0 0 0 0,-1 1 0 0 0,3 4 0 0 0,-1 0 135 0 0,-1 0 0 0 0,-1 0 0 0 0,1 1 0 0 0,-1-1 0 0 0,-1 0 0 0 0,0 1 0 0 0,1 13 0 0 0,-2-12 12 0 0,0-1-1 0 0,-1 1 1 0 0,0 0-1 0 0,0-1 1 0 0,-1 1-1 0 0,-4 13 1 0 0,-15 26 1116 0 0,19-45-887 0 0,0-1 8 0 0,-12 12 1004 0 0,-7-25-1262 0 0,22 4-260 0 0,3-10-265 0 0,0 1 0 0 0,1 0 1 0 0,1 0-1 0 0,0 0 0 0 0,1 0 1 0 0,1 1-1 0 0,0 0 0 0 0,1 1 0 0 0,0 0 1 0 0,22-22-1 0 0,14-12-1576 0 0,68-55 1 0 0,-77 72 1485 0 0,-33 27 508 0 0,1-1 6 0 0,17-19 680 0 0,-15 17 323 0 0,-16 17-725 0 0,7-7-106 0 0,2-4-235 0 0,1 0 0 0 0,0 0 1 0 0,-1 1-1 0 0,1-1 0 0 0,-1 0 0 0 0,1 0 0 0 0,0 1 0 0 0,-1-1 0 0 0,1 0 0 0 0,0 1 1 0 0,0-1-1 0 0,-1 1 0 0 0,1-1 0 0 0,0 0 0 0 0,0 1 0 0 0,-1-1 0 0 0,1 1 0 0 0,0-1 1 0 0,0 1-1 0 0,0-1 0 0 0,0 1 0 0 0,0-1 0 0 0,0 2 0 0 0,-6 9 273 0 0,4-7-123 0 0,-4 15-11 0 0,5-14-3 0 0,1 0-26 0 0,-2 17 7 0 0,2-17-23 0 0,1 1-72 0 0,1 6 74 0 0,1-1 1 0 0,0 0-1 0 0,0 1 0 0 0,1-1 1 0 0,1 0-1 0 0,7 14 0 0 0,23 24 182 0 0,-23-34 66 0 0,-1 0 1 0 0,0 1 0 0 0,-1 1-1 0 0,8 18 1 0 0,-17-32-193 0 0,-1 2-25 0 0,2 16-70 0 0,-2-16-141 0 0,-2 0 138 0 0,1-2-90 0 0,0 1 0 0 0,0-1 0 0 0,0 0 0 0 0,-1 0 1 0 0,1 0-1 0 0,-1 0 0 0 0,0 0 0 0 0,0 0 0 0 0,0-1 0 0 0,0 1 1 0 0,0-1-1 0 0,-1 1 0 0 0,1-1 0 0 0,-1 0 0 0 0,1 0 0 0 0,-1 0 1 0 0,0 0-1 0 0,0 0 0 0 0,0-1 0 0 0,0 1 0 0 0,0-1 0 0 0,-5 2 1 0 0,-58-2-2346 0 0,-12-10-3587 0 0,45 1 88 0 0</inkml:trace>
</inkml:ink>
</file>

<file path=ppt/ink/ink3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1:32.1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170 9 3512 0 0,'10'-3'459'0'0,"0"1"-1"0"0,1 1 0 0 0,-1 0 0 0 0,0 0 1 0 0,1 1-1 0 0,-1 0 0 0 0,0 1 1 0 0,0 0-1 0 0,1 0 0 0 0,-1 2 1 0 0,0-1-1 0 0,0 1 0 0 0,0 0 0 0 0,-1 1 1 0 0,1 0-1 0 0,12 9 0 0 0,-9-5-265 0 0,0 0 0 0 0,-1 1 0 0 0,0 1 0 0 0,-1 0 0 0 0,0 1 0 0 0,-1 0 0 0 0,0 1 0 0 0,-1 0 0 0 0,0 0 0 0 0,12 24 0 0 0,-11-17-47 0 0,-2 0-1 0 0,0 1 1 0 0,-2 0 0 0 0,0 0 0 0 0,-1 1-1 0 0,-1-1 1 0 0,2 30 0 0 0,-5-20 26 0 0,-1 1 0 0 0,-2-1-1 0 0,0 0 1 0 0,-11 46 0 0 0,1-26-97 0 0,-3-2 0 0 0,-36 84 0 0 0,-19 7-642 0 0,38-84-606 0 0,-72 94 1 0 0,82-122-256 0 0,-2-1 0 0 0,-1 0-1 0 0,-1-2 1 0 0,-55 39 0 0 0,22-26-4155 0 0</inkml:trace>
</inkml:ink>
</file>

<file path=ppt/ink/ink3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1:53.3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162 37 2948 0 0,'0'0'3922'0'0,"-1"-4"-3390"0"0,0 2-197 0 0,0 0 0 0 0,0 0 0 0 0,0 0 0 0 0,0 0 0 0 0,0 0 1 0 0,-1 0-1 0 0,1 0 0 0 0,-1 1 0 0 0,1-1 0 0 0,-1 1 0 0 0,0-1 0 0 0,1 1 0 0 0,-1-1 0 0 0,0 1 0 0 0,0 0 0 0 0,-4-2 0 0 0,-13 3-450 0 0,14 1 149 0 0,3 2-14 0 0,-18 30 102 0 0,18-30-79 0 0,0 1-23 0 0,-5 14-3 0 0,5-14-3 0 0,1 0 10 0 0,-3 11-3 0 0,2-11 12 0 0,2 1-6 0 0,-2 0-20 0 0,2 35 83 0 0,1-36-71 0 0,9 17-35 0 0,-9-21 18 0 0,-1 0 0 0 0,0 0 0 0 0,1 0 0 0 0,-1 0 0 0 0,1 0 1 0 0,-1 0-1 0 0,0 0 0 0 0,1 0 0 0 0,-1 1 0 0 0,0-1 0 0 0,1 0 0 0 0,-1 0 0 0 0,1 0 0 0 0,-1 0 0 0 0,0 0 1 0 0,1 1-1 0 0,-1-1 0 0 0,0 0 0 0 0,1 0 0 0 0,-1 1 0 0 0,0-1 0 0 0,0 0 0 0 0,1 0 0 0 0,-1 1 0 0 0,0-1 1 0 0,1 1-1 0 0,-1 0 0 0 0,1-1 0 0 0,-1 1 0 0 0,0-1 0 0 0,1 1 0 0 0,0-1 1 0 0,-1 1-1 0 0,1-1 0 0 0,-1 1 0 0 0,1-1 0 0 0,0 0 0 0 0,-1 1 1 0 0,1-1-1 0 0,0 0 0 0 0,-1 1 0 0 0,1-1 0 0 0,0 0 0 0 0,-1 0 0 0 0,1 0 1 0 0,0 0-1 0 0,0 0 0 0 0,-1 0 0 0 0,1 0 0 0 0,0 0 0 0 0,0 0 1 0 0,20 1 29 0 0,-15 0 12 0 0,14-7-49 0 0,-16 5 16 0 0,-2 1-7 0 0,-1-1 0 0 0,1 0 0 0 0,-1 1 0 0 0,1-1 0 0 0,-1 0 0 0 0,0 1 0 0 0,1-1 0 0 0,-1 0 0 0 0,0 0 0 0 0,1 0 0 0 0,-1 0 1 0 0,0-1-1 0 0,0 1 0 0 0,0 0 0 0 0,0 0 0 0 0,0-1 0 0 0,0 1 0 0 0,0-1 0 0 0,0-2 0 0 0,1 1 20 0 0,0 0 1 0 0,-1 0-1 0 0,0 0 0 0 0,1-1 0 0 0,-1 1 1 0 0,-1 0-1 0 0,1-1 0 0 0,0 1 0 0 0,-1-7 1 0 0,-1-8 73 0 0,1 13-63 0 0,0 3-32 0 0,0 1 0 0 0,0 0 0 0 0,0-1 1 0 0,-1 1-1 0 0,1-1 0 0 0,0 1 0 0 0,-1 0 0 0 0,1-1 0 0 0,-1 1 0 0 0,0 0 1 0 0,1-1-1 0 0,-2-1 0 0 0,1 1 3 0 0,-1-2 33 0 0,1 0-30 0 0,-1 1-1 0 0,0-1 1 0 0,0 1 0 0 0,0-1-1 0 0,0 1 1 0 0,-1 0 0 0 0,1 0-1 0 0,-1 0 1 0 0,-5-4 0 0 0,6 4-4 0 0,-2 1-12 0 0,0-1 8 0 0,0 1 0 0 0,0-1 0 0 0,0 1 1 0 0,0 0-1 0 0,-1 0 0 0 0,1 1 0 0 0,-1-1 0 0 0,1 1 0 0 0,-1 0 0 0 0,0 0 0 0 0,1 1 0 0 0,-1-1 0 0 0,0 1 0 0 0,1 0 0 0 0,-1 0 0 0 0,0 1 0 0 0,0-1 0 0 0,-7 3 0 0 0,7-2 16 0 0,2 2-17 0 0,-11 8 6 0 0,13-10-4 0 0,-1 0-1 0 0,1 0 1 0 0,0 0-1 0 0,0 0 1 0 0,0 0-1 0 0,0 0 1 0 0,0 0-1 0 0,0 0 1 0 0,0 1 0 0 0,0-1-1 0 0,0 0 1 0 0,1 0-1 0 0,-2 3 1 0 0,0 0 2 0 0,0 0-1 0 0,0 0-27 0 0,-5 14 11 0 0,5-14 44 0 0,2 2-27 0 0,0 17-5 0 0,0-18 0 0 0,1 0 17 0 0,1 13-6 0 0,-1-13-8 0 0,0-1-8 0 0,15 31 10 0 0,-14-31-8 0 0,2-2-24 0 0,-2-1 27 0 0,0 0 0 0 0,1-1 1 0 0,-1 1-1 0 0,1 0 0 0 0,-1-1 1 0 0,1 1-1 0 0,-1-1 0 0 0,1 0 1 0 0,-1 0-1 0 0,1 0 0 0 0,-1 0 1 0 0,1 0-1 0 0,4-1 0 0 0,-3 0 51 0 0,2-6-17 0 0,-5 7-21 0 0,0 0-1 0 0,0 0 1 0 0,0-1-1 0 0,-1 1 1 0 0,1-1-1 0 0,0 1 1 0 0,0-1-1 0 0,-1 1 1 0 0,1-1-1 0 0,0 1 0 0 0,-1-1 1 0 0,1 1-1 0 0,0-1 1 0 0,-1 0-1 0 0,1 0 1 0 0,-1 1-1 0 0,1-2 1 0 0,1-3 25 0 0,-1 0 0 0 0,1 0 0 0 0,-1 0 0 0 0,-1 0 0 0 0,1 0 1 0 0,-1-10-1 0 0,0 9-122 0 0,-9-16-6 0 0,6 20 102 0 0,1 1-10 0 0,1 0-1 0 0,-1 1 1 0 0,0 0-1 0 0,0-1 1 0 0,0 1-1 0 0,1 0 1 0 0,-1 0-1 0 0,0 0 1 0 0,0 0-1 0 0,0 0 1 0 0,1 0-1 0 0,-1 0 1 0 0,0 1-1 0 0,0-1 1 0 0,1 1-1 0 0,-1-1 1 0 0,0 1-1 0 0,1 0 1 0 0,-1 0-1 0 0,0-1 1 0 0,1 1-1 0 0,-1 0 1 0 0,1 1 0 0 0,0-1-1 0 0,-1 0 1 0 0,1 0-1 0 0,0 1 1 0 0,0-1-1 0 0,-1 0 1 0 0,1 1-1 0 0,-1 1 1 0 0,0 0 13 0 0,0 2-1 0 0,-3 12-28 0 0,3-13 17 0 0,3 2-15 0 0,1 16-6 0 0,-1-17 9 0 0,1-1-78 0 0,7 11 50 0 0,-6-11 0 0 0,-2-3-22 0 0,0-1 52 0 0,1 1 1 0 0,-1 0-1 0 0,1-1 0 0 0,-1 1 0 0 0,0 0 1 0 0,0 0-1 0 0,1 0 0 0 0,-1 0 1 0 0,0 1-1 0 0,2 1 0 0 0,-3-2-1 0 0,4 1-53 0 0,18 7-147 0 0,-16-10 194 0 0,16-1 8 0 0,-17 1-9 0 0,-1-1 5 0 0,5-6 78 0 0,0-1 1 0 0,0 0 0 0 0,10-15 0 0 0,-16 21 143 0 0,-2-2-99 0 0,0 0-67 0 0,0-1-1 0 0,0 1 1 0 0,0 0-1 0 0,-1-1 0 0 0,0 1 1 0 0,0-1-1 0 0,0 1 0 0 0,-1 0 1 0 0,0-1-1 0 0,0 1 1 0 0,-3-9-1 0 0,2 10-31 0 0,2 3-24 0 0,0 1 12 0 0,-1-1-1 0 0,1 0 0 0 0,0 1 0 0 0,-1-1 0 0 0,1 1 1 0 0,-1-1-1 0 0,1 1 0 0 0,0-1 0 0 0,-1 1 1 0 0,1-1-1 0 0,-1 1 0 0 0,0 0 0 0 0,1-1 0 0 0,-1 1 1 0 0,1 0-1 0 0,-1-1 0 0 0,1 1 0 0 0,-1 0 1 0 0,0 0-1 0 0,1-1 0 0 0,-1 1 0 0 0,0 0 0 0 0,1 0 1 0 0,-1 0-1 0 0,0 0 0 0 0,1 0 0 0 0,-1 0 1 0 0,0 0-1 0 0,1 0 0 0 0,-1 0 0 0 0,0 0 0 0 0,0 1 1 0 0,-21 2 11 0 0,22-3-11 0 0,0 0-1 0 0,-4 1 8 0 0,1 2 17 0 0,-9 9-22 0 0,10-9-6 0 0,0-1 0 0 0,0 1 1 0 0,0 0-1 0 0,0 0 0 0 0,1 0 1 0 0,-1 0-1 0 0,1 0 0 0 0,-1 1 1 0 0,1-1-1 0 0,0 0 0 0 0,1 1 1 0 0,-1-1-1 0 0,0 6 0 0 0,1-6-5 0 0,0 1-1 0 0,1 0 1 0 0,0 0-1 0 0,-1-1 1 0 0,1 1-1 0 0,1 0 1 0 0,-1-1 0 0 0,0 1-1 0 0,1-1 1 0 0,3 5-1 0 0,-3-5-38 0 0,3-3 41 0 0,16 2 2 0 0,-16-2-22 0 0,-1-3 38 0 0,0 1-17 0 0,0-1-1 0 0,-1 1 0 0 0,1-1 0 0 0,0 0 0 0 0,-1 0 0 0 0,0-1 1 0 0,0 1-1 0 0,0-1 0 0 0,0 1 0 0 0,0-1 0 0 0,-1 0 1 0 0,0 0-1 0 0,0 0 0 0 0,3-6 0 0 0,-5 6 8 0 0,1 0-1 0 0,-1 0 1 0 0,0 0-1 0 0,0 0 1 0 0,-1 0-1 0 0,1 0 1 0 0,-1 0-1 0 0,1 0 1 0 0,-1 0-1 0 0,-1 1 1 0 0,1-1 0 0 0,0 0-1 0 0,-1 1 1 0 0,0-1-1 0 0,-2-4 1 0 0,1 5 22 0 0,-1 2-10 0 0,-14-2-4 0 0,14 2 14 0 0,-1 3-1 0 0,-32 24 152 0 0,33-23-175 0 0,2 1 66 0 0,-9 11-67 0 0,9-11-4 0 0,-7 14-48 0 0,8-14 43 0 0,-2 0-19 0 0,3 2-4 0 0,-2 14 9 0 0,1-14-1 0 0,2-2 17 0 0,18 34-76 0 0,-16-35 60 0 0,1-2 0 0 0,12 4 4 0 0,-12-4-25 0 0,1-2 47 0 0,15-4-3 0 0,-15 4-12 0 0,14-10 10 0 0,-16 9-9 0 0,0 0 12 0 0,22-33-7 0 0,-23 31 50 0 0,-2-1-84 0 0,0-21 156 0 0,0 26-114 0 0,0-1 1 0 0,0 1-1 0 0,0-1 1 0 0,0 1 0 0 0,0 0-1 0 0,-1-1 1 0 0,1 1-1 0 0,0-1 1 0 0,0 1 0 0 0,0 0-1 0 0,-1-1 1 0 0,1 1-1 0 0,0 0 1 0 0,-1-1-1 0 0,1 1 1 0 0,0 0 0 0 0,-1-1-1 0 0,1 1 1 0 0,0 0-1 0 0,-1 0 1 0 0,1-1 0 0 0,0 1-1 0 0,-1 0 1 0 0,1 0-1 0 0,-1 0 1 0 0,0-1-1 0 0,1 1 4 0 0,-1 0 0 0 0,1 0-1 0 0,0 0 1 0 0,-1-1-1 0 0,1 1 1 0 0,-1 0 0 0 0,1 0-1 0 0,0 0 1 0 0,-1-1-1 0 0,1 1 1 0 0,0 0 0 0 0,-1-1-1 0 0,1 1 1 0 0,0 0-1 0 0,-1-1 1 0 0,1 1-1 0 0,0 0 1 0 0,0-1 0 0 0,-1 1-1 0 0,1-1 1 0 0,0 1-1 0 0,0 0 1 0 0,0-1 0 0 0,0 1-1 0 0,0-1 1 0 0,-1 0-1 0 0,-3 3 18 0 0,1-1-20 0 0,-1 2 0 0 0,0-1 1 0 0,1 0-1 0 0,0 1 1 0 0,-1-1-1 0 0,1 1 0 0 0,0 0 1 0 0,0 0-1 0 0,0 0 0 0 0,1 0 1 0 0,-1 1-1 0 0,1-1 0 0 0,0 1 1 0 0,-2 4-1 0 0,2-4 47 0 0,2 0-62 0 0,0 2 58 0 0,0 1 0 0 0,1-1 1 0 0,0 0-1 0 0,3 12 0 0 0,-3-15 473 0 0,-1-3-514 0 0,0 0-1 0 0,0-1 1 0 0,0 1 0 0 0,0 0-1 0 0,0 0 1 0 0,0-1 0 0 0,1 1-1 0 0,-1 0 1 0 0,0-1 0 0 0,0 1-1 0 0,0 0 1 0 0,0 0-1 0 0,0-1 1 0 0,1 1 0 0 0,-1 0-1 0 0,0 0 1 0 0,0-1 0 0 0,1 1-1 0 0,-1 0 1 0 0,0 0 0 0 0,0 0-1 0 0,1 0 1 0 0,-1-1-1 0 0,0 1 1 0 0,0 0 0 0 0,1 0-1 0 0,-1 0 1 0 0,0 0 0 0 0,1 0-1 0 0,-1 0 1 0 0,1-1 37 0 0,0 1 0 0 0,0 0 1 0 0,-1-1-1 0 0,1 1 0 0 0,0 0 0 0 0,0-1 1 0 0,-1 1-1 0 0,1-1 0 0 0,-1 1 1 0 0,1-1-1 0 0,0 1 0 0 0,-1-1 0 0 0,1 1 1 0 0,-1-1-1 0 0,1 0 0 0 0,-1 1 0 0 0,1-1 1 0 0,-1 0-1 0 0,0 0 0 0 0,1 0 1 0 0,1-3-592 0 0,2-4 1167 0 0</inkml:trace>
</inkml:ink>
</file>

<file path=ppt/ink/ink3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2:01.4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107 194 2464 0 0,'0'0'4626'0'0,"-1"-5"-3964"0"0,-3-43 4130 0 0,3 44-2579 0 0,-7-14-1951 0 0,6 14 110 0 0,-3 4-340 0 0,-15-2-22 0 0,15 1 22 0 0,1 3-4 0 0,-12 3-16 0 0,12-4-6 0 0,-12 10-34 0 0,13-9 72 0 0,2-1-41 0 0,1-1 0 0 0,-1 0 0 0 0,1 1 1 0 0,0-1-1 0 0,-1 0 0 0 0,1 1 0 0 0,0-1 0 0 0,-1 0 1 0 0,1 1-1 0 0,0-1 0 0 0,-1 0 0 0 0,1 1 1 0 0,0-1-1 0 0,0 1 0 0 0,-1-1 0 0 0,1 1 0 0 0,0-1 1 0 0,0 1-1 0 0,0-1 0 0 0,0 1 0 0 0,0-1 0 0 0,0 1 1 0 0,0 0-1 0 0,0 0 1 0 0,0-1 0 0 0,0 1 0 0 0,-1-1 0 0 0,1 1 0 0 0,0-1 0 0 0,0 1 0 0 0,0-1 0 0 0,0 0 0 0 0,0 1 1 0 0,-1-1-1 0 0,1 1 0 0 0,0-1 0 0 0,0 1 0 0 0,-1-1 0 0 0,1 1 0 0 0,0-1 0 0 0,0 0 0 0 0,-1 1 0 0 0,1-1 0 0 0,-1 0 0 0 0,1 1 0 0 0,0-1 0 0 0,-2 1 0 0 0,2 4 100 0 0,-4 16-99 0 0,3-16 2 0 0,2-1 11 0 0,-1 4-2 0 0,1-1 0 0 0,0 1-1 0 0,1-1 1 0 0,0 0 0 0 0,0 0-1 0 0,0 0 1 0 0,1 0-1 0 0,0 0 1 0 0,0 0 0 0 0,1-1-1 0 0,0 0 1 0 0,0 1 0 0 0,0-1-1 0 0,1-1 1 0 0,8 9-1 0 0,19 11-9 0 0,-29-23-6 0 0,3-1-11 0 0,16 1 52 0 0,-17-2 11 0 0,1-2-4 0 0,2-1-33 0 0,0 0 0 0 0,-1-1 0 0 0,0 0-1 0 0,0 0 1 0 0,0-1 0 0 0,0 0 0 0 0,-1 0-1 0 0,1-1 1 0 0,-1 1 0 0 0,6-9 0 0 0,-6 5 0 0 0,-1 0 0 0 0,0 0 1 0 0,0-1-1 0 0,-1 0 0 0 0,0 0 1 0 0,-1 0-1 0 0,0 0 0 0 0,0-1 1 0 0,-1 1-1 0 0,-1-1 0 0 0,0 1 1 0 0,0-1-1 0 0,-1 0 0 0 0,0 1 1 0 0,-1-1-1 0 0,0 0 0 0 0,-3-10 1 0 0,3 17 8 0 0,1 3-25 0 0,-1 1 1 0 0,1 0 0 0 0,-1-1 0 0 0,1 1 0 0 0,0-1 0 0 0,-1 1 0 0 0,1-1 0 0 0,0 1 0 0 0,-1-1 0 0 0,1 0 0 0 0,0 1 0 0 0,0-1 0 0 0,-1 1 0 0 0,1-1 0 0 0,0 0 0 0 0,0 1 0 0 0,0-1 0 0 0,0 1 0 0 0,0-1 0 0 0,0 0 0 0 0,0 1-1 0 0,0-2 1 0 0,0 1 1 0 0,0-1 0 0 0,0 1 0 0 0,0 0-1 0 0,0-1 1 0 0,0 1 0 0 0,-1 0-1 0 0,1-1 1 0 0,0 1 0 0 0,-1 0-1 0 0,1 0 1 0 0,-1-1 0 0 0,1 1-1 0 0,-1 0 1 0 0,-1-2 0 0 0,-7-12 16 0 0,7 11-13 0 0,-1 1 9 0 0,0 1-29 0 0,0-1 0 0 0,0 1 0 0 0,0 0 0 0 0,-1 0 0 0 0,1 0 0 0 0,-1 1 0 0 0,1-1 0 0 0,-7-1 0 0 0,5 2 19 0 0,1 3 26 0 0,1-1-22 0 0,-2 0 2 0 0,1 1 0 0 0,0 0 0 0 0,0 0 0 0 0,0 0 0 0 0,1 0 0 0 0,-1 1 0 0 0,0-1 0 0 0,1 1 0 0 0,-7 6 0 0 0,5-4-16 0 0,0 1-1 0 0,1 0 1 0 0,-1 0-1 0 0,1 0 0 0 0,0 0 1 0 0,1 1-1 0 0,-1-1 1 0 0,1 1-1 0 0,1 0 1 0 0,-1 0-1 0 0,1 0 1 0 0,-2 10-1 0 0,4-13 5 0 0,-4 13-13 0 0,3-13-3 0 0,1 2 21 0 0,-1 16-7 0 0,1-16-6 0 0,0-1 0 0 0,1 2-33 0 0,1-1 0 0 0,0 1 0 0 0,0-1 0 0 0,0 0 1 0 0,1 1-1 0 0,0-1 0 0 0,0 0 0 0 0,7 9 0 0 0,-7-12-63 0 0,2-2-108 0 0,15 3 142 0 0,-15-3 4 0 0,-1-2-9 0 0,5-2 55 0 0,1-1 0 0 0,-1-1 1 0 0,0 1-1 0 0,15-12 0 0 0,-21 13 70 0 0,-2 2-46 0 0,0 0-1 0 0,0 0 0 0 0,0-1 0 0 0,0 1 1 0 0,0 0-1 0 0,0-1 0 0 0,-1 1 0 0 0,1-1 1 0 0,0 1-1 0 0,-1-1 0 0 0,1 1 0 0 0,0-3 1 0 0,-1 3-1 0 0,3-4 14 0 0,2-17 23 0 0,-3 18 92 0 0,-3-1-83 0 0,-6-39 89 0 0,6 41-69 0 0,-13-15 30 0 0,10 16-89 0 0,2 2-6 0 0,0-1-1 0 0,0 1 0 0 0,1-1 0 0 0,-1 1 0 0 0,0 0 0 0 0,0 0 1 0 0,0 0-1 0 0,0 0 0 0 0,0 0 0 0 0,0 0 0 0 0,0 0 0 0 0,0 1 0 0 0,0-1 1 0 0,0 1-1 0 0,0-1 0 0 0,1 1 0 0 0,-1 0 0 0 0,0 0 0 0 0,0 0 0 0 0,1 0 1 0 0,-4 2-1 0 0,-22 26-56 0 0,26-27 50 0 0,-2 2-90 0 0,-6 21 68 0 0,6-3 8 0 0,4-18-53 0 0,1 0 20 0 0,0 1 1 0 0,0-1-1 0 0,0 0 0 0 0,0 0 1 0 0,1 0-1 0 0,3 5 0 0 0,-3-6-54 0 0,18 7-116 0 0,1-14 180 0 0,-18 3 64 0 0,-1-2 27 0 0,10-9 31 0 0,-2-4 44 0 0,-10 12-107 0 0,1 1 102 0 0,-1-1-14 0 0,2-14-4 0 0,-2 14 107 0 0,-2 0-157 0 0,-2-12-14 0 0,2 11 159 0 0,0 6-194 0 0,1-1 0 0 0,0 0 0 0 0,0 0-1 0 0,-1 0 1 0 0,1 0 0 0 0,0 0 0 0 0,0 0 0 0 0,-1 0-1 0 0,1 0 1 0 0,0-1 0 0 0,0 1 0 0 0,-1 0-1 0 0,1 0 1 0 0,0 0 0 0 0,0 0 0 0 0,-1 0-1 0 0,1 0 1 0 0,0 0 0 0 0,0 0 0 0 0,-1-1-1 0 0,1 1 1 0 0,0 0 0 0 0,0 0 0 0 0,0 0-1 0 0,0 0 1 0 0,-1-1 0 0 0,1 1 0 0 0,0 0-1 0 0,0 0 1 0 0,0-1 0 0 0,0 1 0 0 0,0 0-1 0 0,0 0 1 0 0,-1-1 0 0 0,1 1 0 0 0,0-1 0 0 0,0 1 0 0 0,0-1 0 0 0,-1 1-1 0 0,1-1 1 0 0,0 1 0 0 0,-1-1 0 0 0,1 1 0 0 0,-1 0 0 0 0,1-1 0 0 0,0 1 0 0 0,-1-1 0 0 0,1 1 0 0 0,-1 0 0 0 0,1-1 0 0 0,-1 1 0 0 0,1 0 0 0 0,-1 0 0 0 0,0-1 0 0 0,1 1 0 0 0,-1 0 0 0 0,1 0 0 0 0,-1 0 0 0 0,1 0 0 0 0,-1-1 0 0 0,0 1 0 0 0,1 0 0 0 0,-1 0 0 0 0,1 0 0 0 0,-2 1-1 0 0,-3-1-6 0 0,1 1 0 0 0,-1 0 0 0 0,0 0-1 0 0,0 1 1 0 0,1 0 0 0 0,-1-1 0 0 0,-7 6-1 0 0,8-5-3 0 0,2 2 6 0 0,-6 9-5 0 0,6-10-7 0 0,0 2-8 0 0,-3 15-4 0 0,3-16 10 0 0,3 2-66 0 0,3 16 91 0 0,-4-17-18 0 0,2-2-55 0 0,7 9 33 0 0,-7-9-21 0 0,2-2-46 0 0,15 1 94 0 0,-14-2 29 0 0,32-26 194 0 0,-34 23-11 0 0,-10-2-186 0 0,7 5-19 0 0,0-1-1 0 0,-1 1 0 0 0,1 0 0 0 0,0-1 1 0 0,0 1-1 0 0,0 0 0 0 0,-1-1 1 0 0,1 1-1 0 0,0 0 0 0 0,-1-1 1 0 0,1 1-1 0 0,0 0 0 0 0,-1 0 1 0 0,1-1-1 0 0,0 1 0 0 0,-1 0 1 0 0,1 0-1 0 0,0 0 0 0 0,-1-1 1 0 0,1 1-1 0 0,-1 0 0 0 0,1 0 1 0 0,0 0-1 0 0,-1 0 0 0 0,1 0 1 0 0,-1 0-1 0 0,1 0 0 0 0,0 0 1 0 0,-1 0-1 0 0,1 0 0 0 0,-1 0 1 0 0,1 0-1 0 0,-1 0 0 0 0,1 0 0 0 0,0 0 1 0 0,-1 0-1 0 0,0 1 0 0 0,-10 11 14 0 0,-2 7 12 0 0,11-15-23 0 0,0 0-3 0 0,2-2-17 0 0,0 0 15 0 0,0 0 1 0 0,-1 0-1 0 0,1-1 0 0 0,0 1 0 0 0,-1 0 1 0 0,1-1-1 0 0,-1 1 0 0 0,0 0 0 0 0,-1 2 0 0 0,1 1 44 0 0,24-12-155 0 0,-18 5-17 0 0,-17-19-15826 0 0</inkml:trace>
</inkml:ink>
</file>

<file path=ppt/ink/ink3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7.7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57 0 4072 0 0,'0'0'5753'0'0,"-4"26"-4297"0"0,-26-21-2804 0 0,8-13-3553 0 0</inkml:trace>
</inkml:ink>
</file>

<file path=ppt/ink/ink3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7.9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60 192 4288 0 0,'-16'-33'2453'0'0,"6"7"-1001"0"0,1 0-556 0 0,2 3-568 0 0,-1-7-480 0 0,2 2-980 0 0,3 2-1681 0 0</inkml:trace>
</inkml:ink>
</file>

<file path=ppt/ink/ink3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8.1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8 322 1872 0 0,'0'-6'887'0'0,"-6"-110"1628"0"0,5 110-2397 0 0,1-1 27 0 0,0 3-138 0 0,0-7 2 0 0,0 1 0 0 0,0 0 0 0 0,1 0 0 0 0,1-1 0 0 0,-1 1 0 0 0,2 0 0 0 0,3-12 1 0 0,25-30-1551 0 0,-9 27 57 0 0,-16 19 1002 0 0,-1 1-1588 0 0</inkml:trace>
</inkml:ink>
</file>

<file path=ppt/ink/ink3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8.2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33 2264 0 0,'0'0'4897'0'0,"21"-11"-4585"0"0,-5-10-3809 0 0</inkml:trace>
</inkml:ink>
</file>

<file path=ppt/ink/ink3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8.4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28 4672 0 0,'0'0'1533'0'0,"28"-10"535"0"0,-2 0-756 0 0,1 2-496 0 0,9 11-960 0 0,-8 17-1684 0 0,-9 0-564 0 0,8 9-3605 0 0</inkml:trace>
</inkml:ink>
</file>

<file path=ppt/ink/ink3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8.5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2272 0 0,'21'21'2276'0'0,"-2"-1"-735"0"0,0-1-637 0 0,-3 1-72 0 0,0 6-752 0 0,-8-5-1216 0 0,-2 4-1777 0 0</inkml:trace>
</inkml:ink>
</file>

<file path=ppt/ink/ink3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8.9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199 136 2072 0 0,'-5'-1'1285'0'0,"-52"-11"1985"0"0,51 10-2897 0 0,1 0 166 0 0,5 2-537 0 0,-9-3 180 0 0,0-1-1 0 0,1 0 0 0 0,0-1 1 0 0,-1 0-1 0 0,2 0 0 0 0,-1-1 1 0 0,1 0-1 0 0,-13-12 1 0 0,19 16-328 0 0,-13-15-703 0 0,1-4-3830 0 0,0-2 1219 0 0</inkml:trace>
</inkml:ink>
</file>

<file path=ppt/ink/ink3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9.2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74 1764 0 0,'0'0'728'0'0,"16"-26"180"0"0,1 3-904 0 0,4-2-904 0 0</inkml:trace>
</inkml:ink>
</file>

<file path=ppt/ink/ink3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9.3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 2560 0 0,'0'0'2933'0'0,"34"0"-1781"0"0,-5-3-1360 0 0,-4-4-2861 0 0</inkml:trace>
</inkml:ink>
</file>

<file path=ppt/ink/ink3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9.5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 3748 0 0,'0'0'1260'0'0,"30"-1"2697"0"0,1 1-3477 0 0,-10 11-1124 0 0,-7 7-3777 0 0</inkml:trace>
</inkml:ink>
</file>

<file path=ppt/ink/ink3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9.6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3700 0 0,'19'19'1961'0'0,"5"3"-757"0"0,-6-1-552 0 0,-4 5-556 0 0,-2 8-936 0 0,-10-1-2073 0 0</inkml:trace>
</inkml:ink>
</file>

<file path=ppt/ink/ink3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0.0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217 1 3364 0 0,'-21'19'3777'0'0,"2"-6"-1953"0"0,-12 2-1136 0 0,3-3-324 0 0,-2-1-384 0 0,2 1-704 0 0,-1 1-1552 0 0,-1-2-737 0 0</inkml:trace>
</inkml:ink>
</file>

<file path=ppt/ink/ink3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0.1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202 113 2640 0 0,'0'0'1058'0'0,"-5"0"-144"0"0,-49-8 1700 0 0,49 6-2127 0 0,0 1-31 0 0,-1-2-469 0 0,-4 0 331 0 0,0-1 1 0 0,0-1 0 0 0,1 1-1 0 0,-15-11 1 0 0,15 8-1680 0 0,1-1 0 0 0,0 1-1 0 0,-11-14 1 0 0,-1-4-2903 0 0</inkml:trace>
</inkml:ink>
</file>

<file path=ppt/ink/ink3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0.3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79 229 2848 0 0,'-15'-23'2801'0'0,"-1"0"-1237"0"0,4 0-568 0 0,1-4-332 0 0,1-1-320 0 0,3-3-432 0 0,3-4-1080 0 0,1-4-2265 0 0</inkml:trace>
</inkml:ink>
</file>

<file path=ppt/ink/ink3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0.4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1 175 1912 0 0,'21'-33'1960'0'0,"1"1"-440"0"0,1 4-1303 0 0,0-2-498 0 0,1 4-691 0 0,-1 0-892 0 0</inkml:trace>
</inkml:ink>
</file>

<file path=ppt/ink/ink3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0.6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25 2648 0 0,'0'0'2760'0'0,"28"-5"-1335"0"0,3 0-717 0 0,6 0-652 0 0,3 0-1304 0 0,-2 0-2081 0 0</inkml:trace>
</inkml:ink>
</file>

<file path=ppt/ink/ink3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0.8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55 2668 0 0,'4'-2'888'0'0,"28"-20"2265"0"0,-29 20-2314 0 0,-1-1-805 0 0,5-4 443 0 0,-7 7-650 0 0,0-1-1 0 0,0 0 1 0 0,1 1 0 0 0,-1-1 0 0 0,0 1 0 0 0,0-1 0 0 0,0 0 0 0 0,0 1 0 0 0,0-1 0 0 0,0 1-1 0 0,0-1 1 0 0,0 0 0 0 0,0 1 0 0 0,0-1 0 0 0,0 0 0 0 0,0 1 0 0 0,0-1 0 0 0,-1 1-1 0 0,1-1 1 0 0,0 0 0 0 0,0 1 0 0 0,-1-1 0 0 0,1 1 0 0 0,0-1 0 0 0,-1 1 0 0 0,1-1-1 0 0,-1 1 1 0 0,1-1 0 0 0,0 1 0 0 0,-1-1 0 0 0,0 0 0 0 0</inkml:trace>
</inkml:ink>
</file>

<file path=ppt/ink/ink3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0.9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189 0 2200 0 0,'-7'1'734'0'0,"-21"1"-34"0"0,21-2-155 0 0,-22 5 290 0 0,23-5-328 0 0,1 1-74 0 0,-15 4-82 0 0,15-4 191 0 0,1 0-339 0 0,-15 2-56 0 0,14-2-49 0 0,1 0-511 0 0,-1 0 145 0 0,-2 2-8 0 0,-6 2-2848 0 0,-12 8-50 0 0</inkml:trace>
</inkml:ink>
</file>

<file path=ppt/ink/ink3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1.1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116 10 1900 0 0,'0'0'1648'0'0,"-30"-8"-1232"0"0,-14 6-1368 0 0,3 5-2020 0 0</inkml:trace>
</inkml:ink>
</file>

<file path=ppt/ink/ink3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1.2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1 2184 0 0,'0'0'2164'0'0,"-21"11"-231"0"0,4 9-1857 0 0,5-1-3041 0 0</inkml:trace>
</inkml:ink>
</file>

<file path=ppt/ink/ink3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1.5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1716 0 0,'0'0'1120'0'0,"25"12"480"0"0,-1 3-567 0 0,2-4-337 0 0,1 2-628 0 0,-3-1-1305 0 0,6 1-3719 0 0</inkml:trace>
</inkml:ink>
</file>

<file path=ppt/ink/ink3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1.7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18 1968 0 0,'28'-5'920'0'0,"5"0"-1028"0"0,0-3-1112 0 0</inkml:trace>
</inkml:ink>
</file>

<file path=ppt/ink/ink3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2.0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39 130 2576 0 0,'-2'-31'3097'0'0,"-1"5"-1297"0"0,-4-5-1020 0 0,-4 6-796 0 0,-4 9-3105 0 0</inkml:trace>
</inkml:ink>
</file>

<file path=ppt/ink/ink3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2.2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70 25 2568 0 0,'0'0'816'0'0,"-17"-15"1849"0"0,-6 6-2273 0 0,-6 10-2501 0 0</inkml:trace>
</inkml:ink>
</file>

<file path=ppt/ink/ink3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2.3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2448 0 0,'16'17'5457'0'0,"3"-4"-5037"0"0,-3 8-3196 0 0</inkml:trace>
</inkml:ink>
</file>

<file path=ppt/ink/ink3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2.5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 3424 0 0,'33'0'4449'0'0,"0"-2"-2413"0"0,-5-1-1844 0 0</inkml:trace>
</inkml:ink>
</file>

<file path=ppt/ink/ink3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2:20.2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233 69 2692 0 0,'1'-4'1588'0'0,"6"-14"-287"0"0,-5 14 1903 0 0,-4-16-2288 0 0,1 15-757 0 0,1 0 720 0 0,-4 3-475 0 0,3 1-300 0 0,0 0-55 0 0,0 0 0 0 0,0 0 0 0 0,0 0 0 0 0,0 1 0 0 0,0-1 0 0 0,0 0 0 0 0,0 1 0 0 0,0-1 0 0 0,0 0 0 0 0,-1 1 0 0 0,1-1 0 0 0,-2 0 279 0 0,-4 2-106 0 0,3-1-199 0 0,0-1 28 0 0,-1 1 0 0 0,1 0 1 0 0,0 1-1 0 0,0-1 0 0 0,-1 1 0 0 0,1 0 0 0 0,0 0 0 0 0,0 0 0 0 0,0 0 1 0 0,0 1-1 0 0,-7 3 0 0 0,-37 29 137 0 0,42-28-161 0 0,-1 0 1 0 0,1 0 0 0 0,0 0-1 0 0,1 1 1 0 0,-1 0-1 0 0,-5 11 1 0 0,7-12-22 0 0,-4 4-18 0 0,-2 8-52 0 0,2 2 52 0 0,4-12 26 0 0,0 0 1 0 0,1 0 0 0 0,0 0 0 0 0,0 1 0 0 0,1-1 0 0 0,0 1 0 0 0,0 0 0 0 0,1-1 0 0 0,0 1 0 0 0,1 0 0 0 0,0 0 0 0 0,0 0-1 0 0,1 0 1 0 0,0-1 0 0 0,1 1 0 0 0,0 0 0 0 0,0-1 0 0 0,6 14 0 0 0,22 30 119 0 0,-24-46-189 0 0,0 1 0 0 0,0-1 0 0 0,0 0 1 0 0,1-1-1 0 0,-1 0 0 0 0,1 0 0 0 0,1 0 0 0 0,-1-1 1 0 0,1 0-1 0 0,0-1 0 0 0,-1 1 0 0 0,2-1 0 0 0,-1-1 0 0 0,0 0 1 0 0,0 0-1 0 0,1 0 0 0 0,12 0 0 0 0,-15-1-414 0 0,1-1-115 0 0,41-3-1313 0 0,9-7-4025 0 0,-35 3 2083 0 0</inkml:trace>
</inkml:ink>
</file>

<file path=ppt/ink/ink3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2:20.4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0 3612 0 0,'0'0'9227'0'0,"-2"4"-8641"0"0,-6 13-70 0 0,6-13-65 0 0,3-4-422 0 0,-1 1 0 0 0,0 0 1 0 0,1 0-1 0 0,-1 0 0 0 0,1 0 0 0 0,-1 0 1 0 0,0 0-1 0 0,0-1 0 0 0,0 1 0 0 0,0 0 1 0 0,1 0-1 0 0,-1 0 0 0 0,0 0 0 0 0,0 0 0 0 0,-1 0 1 0 0,1 0-1 0 0,0 1 0 0 0,0 22 350 0 0,8 42 143 0 0,13 57-1368 0 0,-4-57-6149 0 0,-15-57 5352 0 0</inkml:trace>
</inkml:ink>
</file>

<file path=ppt/ink/ink3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2:28.7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740 110 2452 0 0,'0'0'1201'0'0,"-2"-3"-213"0"0,-1 0-575 0 0,0-1-1 0 0,0 1 1 0 0,0 1 0 0 0,-1-1-1 0 0,1 0 1 0 0,-1 1-1 0 0,0-1 1 0 0,0 1 0 0 0,0 0-1 0 0,0 1 1 0 0,0-1-1 0 0,0 1 1 0 0,-5-2 0 0 0,4 2-33 0 0,0 2-162 0 0,-17 2-28 0 0,16-2-35 0 0,1 1-16 0 0,-11 4-25 0 0,0 2 0 0 0,1-1 0 0 0,0 2 0 0 0,0 0 0 0 0,1 1-1 0 0,-17 14 1 0 0,-72 77-185 0 0,78-75 113 0 0,13-12-61 0 0,5-3 8 0 0,-44 42 156 0 0,32-31-116 0 0,16-18-5 0 0,3-3-22 0 0,0-1 0 0 0,-1 1 0 0 0,1 0 0 0 0,0-1 0 0 0,0 1 0 0 0,0-1 0 0 0,-1 1-1 0 0,1 0 1 0 0,0-1 0 0 0,-1 1 0 0 0,1-1 0 0 0,0 1 0 0 0,-1-1 0 0 0,1 1 0 0 0,-1-1 0 0 0,1 0-1 0 0,-1 1 1 0 0,1-1 0 0 0,-1 1 0 0 0,0-1 0 0 0,-11 12 64 0 0,-22 44 23 0 0,32-53-98 0 0,-12 15 27 0 0,13-17-17 0 0,0-1-1 0 0,1 1 1 0 0,-1-1 0 0 0,0 1 0 0 0,0-1 0 0 0,1 1-1 0 0,-1 0 1 0 0,1-1 0 0 0,-1 1 0 0 0,0 0-1 0 0,1 0 1 0 0,-1-1 0 0 0,1 1 0 0 0,0 0 0 0 0,-1 0-1 0 0,0 2 1 0 0,-6 11 30 0 0,-40 61 7 0 0,46-72 17 0 0,-2 2-19 0 0,-6 14-16 0 0,7-15 22 0 0,0 1-6 0 0,-17 40-98 0 0,17-41 123 0 0,0 1-16 0 0,-5 12-11 0 0,6-13 0 0 0,-1 1 2 0 0,-14 38 96 0 0,14-38-132 0 0,1-1 60 0 0,-5 14 104 0 0,5-14-220 0 0,-1 1 13 0 0,-5 16 18 0 0,5-16 1 0 0,0 0 3 0 0,-15 48 55 0 0,2 1 0 0 0,3-1 0 0 0,1 2 0 0 0,4 0 0 0 0,-2 73 0 0 0,7-81 23 0 0,2-42-49 0 0,0 2 4 0 0,3 87 40 0 0,-2-87-26 0 0,-1-6-26 0 0,1 0 0 0 0,-1 0 0 0 0,1 0 0 0 0,-1 0 0 0 0,1 0 0 0 0,-1 0 0 0 0,0 1 0 0 0,0-1 0 0 0,1 0 0 0 0,-1 0 0 0 0,0 0 0 0 0,0 1 0 0 0,0-1 0 0 0,0 0 0 0 0,-1 2 1 0 0,2 22-8 0 0,2-1 11 0 0,-2-18-21 0 0,0 0-3 0 0,16 86 5 0 0,-16-87 24 0 0,0 1-26 0 0,3 18 10 0 0,-3-18 4 0 0,-2-5 3 0 0,1 0 1 0 0,0 0 0 0 0,0 0 0 0 0,0 0 0 0 0,-1-1 0 0 0,1 1 0 0 0,0 0 0 0 0,0 0-1 0 0,0 0 1 0 0,0 0 0 0 0,0 0 0 0 0,1 0 0 0 0,-1 0 0 0 0,0-1 0 0 0,0 1 0 0 0,1 0-1 0 0,-1 0 1 0 0,0 0 0 0 0,1 0 0 0 0,3 14 4 0 0,-5-2 6 0 0,1-13-13 0 0,7 60-17 0 0,-3-3 33 0 0,-4-51-17 0 0,1 0 10 0 0,1 19 5 0 0,-1-19-8 0 0,-1 1-20 0 0,7 108-39 0 0,3 115 222 0 0,-11-121-183 0 0,1-4 60 0 0,3-37 168 0 0,1-18-189 0 0,-1 157-265 0 0,-3-155 121 0 0,2 84 127 0 0,4 31 70 0 0,6 100 46 0 0,-2-171-96 0 0,-1-17-58 0 0,-4-34 31 0 0,12 241 91 0 0,-14-173 43 0 0,-2-108-135 0 0,-1 2 8 0 0,-6 270 174 0 0,5-218-196 0 0,3 59 64 0 0,7 11 11 0 0,-1-80 25 0 0,-2 9-51 0 0,3-9 22 0 0,2 12 31 0 0,10 18 133 0 0,42 106-1 0 0,-60-176-199 0 0,9 19 80 0 0,0-1 1 0 0,23 34-1 0 0,11 7-80 0 0,17 7 6 0 0,-60-72-31 0 0,1 1-51 0 0,10 13 53 0 0,-11-13 24 0 0,-3-4-18 0 0,1 1-1 0 0,-1-1 0 0 0,0 1 1 0 0,0-1-1 0 0,0 1 0 0 0,0-1 0 0 0,0 0 1 0 0,1 1-1 0 0,-1-1 0 0 0,0 1 1 0 0,1-1-1 0 0,-1 0 0 0 0,0 1 0 0 0,1-1 1 0 0,-1 1-1 0 0,0-1 0 0 0,1 0 1 0 0,-1 0-1 0 0,0 1 0 0 0,1-1 1 0 0,-1 0-1 0 0,1 0 0 0 0,-1 1 0 0 0,1-1 1 0 0,-1 0-1 0 0,1 0 0 0 0,0 0 1 0 0,-1 1-3 0 0,1-1 1 0 0,-1 0 0 0 0,1 0 0 0 0,-1 0 0 0 0,1 0 0 0 0,-1 1 0 0 0,1-1 0 0 0,-1 0 0 0 0,1 1 0 0 0,-1-1 0 0 0,0 0 0 0 0,1 1-1 0 0,-1-1 1 0 0,1 0 0 0 0,-1 1 0 0 0,0-1 0 0 0,1 1 0 0 0,-1-1 0 0 0,0 0 0 0 0,0 1 0 0 0,1-1 0 0 0,-1 1 0 0 0,0-1 0 0 0,0 1-1 0 0,1 0 1 0 0,2 3-54 0 0,12 9-4 0 0,-11-10 62 0 0,0 0 13 0 0,11 9 3 0 0,-11-9-1 0 0,0 0-16 0 0,162 81 12 0 0,-122-63 13 0 0,-40-19-40 0 0,1 0 4 0 0,15 8 0 0 0,-15-8 17 0 0,-1 0-1 0 0,15 7-9 0 0,-14-7-7 0 0,-1 0 5 0 0,15 6 10 0 0,-14-6-11 0 0,-1-1-12 0 0,13 3-9 0 0,-12-3-42 0 0,-1 1 60 0 0,12 3 29 0 0,-12-3-2 0 0,1-2-26 0 0,12 4 4 0 0,-13-4-8 0 0,2 2-37 0 0,15 3 49 0 0,-16-3 9 0 0,-1-1 1 0 0,14 4-3 0 0,-14-3-21 0 0,1-1 12 0 0,13 3 17 0 0,-13-3-3 0 0,-1 0-4 0 0,14 4-17 0 0,-14-4 9 0 0,2 0-4 0 0,16 2-2 0 0,105 19 26 0 0,1 5-86 0 0,-64-12 8 0 0,-21-5 42 0 0,-38-10 4 0 0,1 2 8 0 0,18 2-16 0 0,-18-3-1 0 0,0 0-2 0 0,17 2 9 0 0,-17-2 6 0 0,0 0 1 0 0,52 6-1 0 0,-52-7 19 0 0,0 0-15 0 0,18 1-8 0 0,-17 0 0 0 0,-1-1-16 0 0,18 1 20 0 0,-18-1 14 0 0,1 1 7 0 0,21 0-10 0 0,-21-1-27 0 0,0 0 29 0 0,20-1-5 0 0,-21 0-6 0 0,2 1 11 0 0,67 0-24 0 0,20 3-59 0 0,-89-2 54 0 0,1-2 35 0 0,59 0-36 0 0,-59 1 48 0 0,-1-1-2 0 0,18-1-9 0 0,63-8-9 0 0,-1-4 0 0 0,105-31 0 0 0,-143 33-6 0 0,10-10-86 0 0,-12 3 108 0 0,10-8 24 0 0,-34 14-78 0 0,-1 0 0 0 0,0-1 0 0 0,-1-1 0 0 0,19-18-1 0 0,-22 18 26 0 0,18-15-51 0 0,5-4 36 0 0,-1-1-1 0 0,-3-2 1 0 0,40-52 0 0 0,-58 68 1 0 0,32-44 43 0 0,95-150-13 0 0,-83 102 118 0 0,-53 93-109 0 0,28-70 192 0 0,46-172 0 0 0,-81 254-149 0 0,3-15 51 0 0,-3 0-177 0 0,9-47-39 0 0,-5 15 58 0 0,-1-76 0 0 0,-2 44 11 0 0,14-125-24 0 0,-16 74 165 0 0,0 115-92 0 0,-1 20-17 0 0,-5-58 24 0 0,0-68-10 0 0,3-19 5 0 0,5 80 39 0 0,24-263 95 0 0,-20 285-133 0 0,0-1-60 0 0,21-222 33 0 0,-16 78 21 0 0,1-70-130 0 0,-12 120 205 0 0,-2 50-159 0 0,1 74 70 0 0,0-122 75 0 0,0 83-45 0 0,2 9-34 0 0,-1 0 3 0 0,1 1-31 0 0,-2-1 25 0 0,1 9 23 0 0,-1 1 0 0 0,-2-1 0 0 0,-8-45 0 0 0,2 38-48 0 0,-4-35 161 0 0,-37-207-372 0 0,40 242 231 0 0,5 34 10 0 0,-5-9 218 0 0,-4-10-221 0 0,5 9 6 0 0,-1 0 0 0 0,-1 1 0 0 0,-1 0 1 0 0,-21-31-1 0 0,-6 2-125 0 0,17 24 90 0 0,0 0 0 0 0,-2 2-1 0 0,0 0 1 0 0,-40-28-1 0 0,54 44 31 0 0,-1 1 0 0 0,0 0 0 0 0,-1 1 0 0 0,1 0 0 0 0,-1 0 0 0 0,-19-4 0 0 0,-76-12-52 0 0,-73-11 140 0 0,125 24-93 0 0,7 1 17 0 0,0-1-21 0 0,0 2 1 0 0,0-1-44 0 0,-47-10 6 0 0,-281-98 173 0 0,346 106-155 0 0,7 4 149 0 0,4 1-112 0 0,-5-2-10 0 0,0 1 0 0 0,-45-3 0 0 0,0 0-73 0 0,-145-22 46 0 0,72 12-6 0 0,2-3-52 0 0,4 12 188 0 0,127 8-158 0 0,6 2 65 0 0,0 0-1 0 0,0-1 1 0 0,0 1-1 0 0,0-1 1 0 0,0 1-1 0 0,-1-1 1 0 0,1 0-1 0 0,0 0 0 0 0,0 0 1 0 0,0 0-1 0 0,0-1 1 0 0,-4 0-1 0 0,1 1 4 0 0,-2 0 9 0 0,-28 1-21 0 0,28 0 19 0 0,5-1-11 0 0,0 1 0 0 0,0-1 0 0 0,0 1 0 0 0,1-1 1 0 0,-1 1-1 0 0,0-1 0 0 0,0 0 0 0 0,0 0 0 0 0,0 0 1 0 0,0 0-1 0 0,0-1 0 0 0,-2 1 0 0 0,-1-1 2 0 0,-2 1 10 0 0,1 1-19 0 0,-18 1 3 0 0,18-1 1 0 0,0-1 13 0 0,-84 13-22 0 0,84-12 14 0 0,1 1 2 0 0,-16 4-10 0 0,16-4-23 0 0,1 0-2 0 0,-14 6-63 0 0,14-6-87 0 0,1 1-139 0 0,0-1 64 0 0,1 1 0 0 0,0-1-1 0 0,0 1 1 0 0,0 0 0 0 0,0 0 0 0 0,0 0-1 0 0,1 0 1 0 0,0 0 0 0 0,-3 7 0 0 0,3-6-1680 0 0,0 2-1591 0 0,-5 21-2476 0 0</inkml:trace>
</inkml:ink>
</file>

<file path=ppt/ink/ink3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2.4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4376 0 0,'0'0'4140'0'0,"2"4"-3282"0"0,0-3-790 0 0,7 15-550 0 0,-22-2-3826 0 0</inkml:trace>
</inkml:ink>
</file>

<file path=ppt/ink/ink3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2.6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99 252 2040 0 0,'-4'-5'959'0'0,"-74"-112"1250"0"0,76 113-2303 0 0,0-1-8 0 0,0-2 18 0 0,-1 0 0 0 0,1 0-1 0 0,0 0 1 0 0,1-1-1 0 0,0 1 1 0 0,0-1-1 0 0,1-13 1 0 0,0 16-53 0 0,2 1-99 0 0,19-33-1842 0 0,-19 34 232 0 0</inkml:trace>
</inkml:ink>
</file>

<file path=ppt/ink/ink3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2.8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1 161 2632 0 0,'1'-4'1442'0'0,"38"-83"4475"0"0,-37 83-5790 0 0,1 0-103 0 0,26-25-1505 0 0,1 9-3160 0 0,-5 8 661 0 0</inkml:trace>
</inkml:ink>
</file>

<file path=ppt/ink/ink3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3.0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1 146 2668 0 0,'46'-30'3418'0'0,"-13"8"-2137"0"0,43-22-1 0 0,-57 35-2218 0 0,1 1 0 0 0,0 0-1 0 0,36-9 1 0 0,-21 11-1426 0 0,-29 5-126 0 0</inkml:trace>
</inkml:ink>
</file>

<file path=ppt/ink/ink3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3.2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16 1408 0 0,'6'-1'956'0'0,"29"-2"543"0"0,15-3 67 0 0,88 1 0 0 0,-133 5-1770 0 0,3 1-89 0 0,103 10-3953 0 0,-78-10 2034 0 0</inkml:trace>
</inkml:ink>
</file>

<file path=ppt/ink/ink3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3.3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2340 0 0,'24'16'1452'0'0,"-3"2"-604"0"0,-1 5-404 0 0,-7 2-268 0 0,1 1-356 0 0,-3 3-776 0 0,-1 2-816 0 0</inkml:trace>
</inkml:ink>
</file>

<file path=ppt/ink/ink3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3.4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2432 0 0,'17'16'1092'0'0,"1"1"-220"0"0,1-3-64 0 0,-2 3-187 0 0,1-3 155 0 0,13 16-236 0 0,-5-2-308 0 0,-3-2-452 0 0,-13-3-1553 0 0,-3 0-3567 0 0</inkml:trace>
</inkml:ink>
</file>

<file path=ppt/ink/ink3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3.6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1 2872 0 0,'0'0'1280'0'0,"12"26"1061"0"0,-3 4-1685 0 0,-9 9-1252 0 0,-7-8-949 0 0,-5 5-615 0 0,3-13-648 0 0</inkml:trace>
</inkml:ink>
</file>

<file path=ppt/ink/ink3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3.9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214 1 3188 0 0,'-39'0'2236'0'0,"-6"3"-1675"0"0,7 2-653 0 0,-6-2-1277 0 0,-3 2-3115 0 0</inkml:trace>
</inkml:ink>
</file>

<file path=ppt/ink/ink3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4.0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252 11 2384 0 0,'0'0'1404'0'0,"-5"-1"-291"0"0,-15-1-251 0 0,15 1 264 0 0,-1 0-726 0 0,-17-3-96 0 0,17 3-82 0 0,0 1-52 0 0,-61 1-243 0 0,0 2-2214 0 0,62-2 1433 0 0,-2-2-11 0 0,-21 0-563 0 0,21 1-1010 0 0</inkml:trace>
</inkml:ink>
</file>

<file path=ppt/ink/ink3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4.2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49 326 2520 0 0,'-4'-2'261'0'0,"-14"-8"2"0"0,14 8 14 0 0,4 1-258 0 0,0 1 0 0 0,0-1 0 0 0,0 1 0 0 0,0-1 0 0 0,0 1 0 0 0,0-1 1 0 0,0 1-1 0 0,0-1 0 0 0,-1 1 0 0 0,1-1 0 0 0,0 1 0 0 0,0-1 0 0 0,0 1 0 0 0,-1-1 0 0 0,1 1 0 0 0,0-1 0 0 0,0 1 1 0 0,-1 0-1 0 0,1-1 0 0 0,0 1 0 0 0,-1 0 0 0 0,1-1 0 0 0,-1 1 0 0 0,-10-17 1128 0 0,6-2-448 0 0,3 15-259 0 0,2-2-108 0 0,16-109 810 0 0,12 2-5820 0 0,-19 87 1857 0 0</inkml:trace>
</inkml:ink>
</file>

<file path=ppt/ink/ink3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4.3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0 141 2880 0 0,'25'-28'2356'0'0,"-6"5"-1011"0"0,-2 2-525 0 0,-1 4-164 0 0,2-4-596 0 0,1 3-1516 0 0,-2 5-5165 0 0</inkml:trace>
</inkml:ink>
</file>

<file path=ppt/ink/ink3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4.5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 2688 0 0,'0'0'1276'0'0,"24"-7"2161"0"0,1 1-2717 0 0,-4 20-1744 0 0,-16 22-6033 0 0</inkml:trace>
</inkml:ink>
</file>

<file path=ppt/ink/ink3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4.6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88 0 3088 0 0,'0'0'2112'0'0,"-12"28"-419"0"0,-8-5-1353 0 0,-8-10-1888 0 0,1-5-897 0 0</inkml:trace>
</inkml:ink>
</file>

<file path=ppt/ink/ink3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4.8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241 100 2652 0 0,'-23'-15'2925'0'0,"1"-1"-1353"0"0,-8-1-1028 0 0,-5 1-588 0 0,-12 0-1176 0 0,21 8 207 0 0,-4 1-747 0 0,2 2-1856 0 0</inkml:trace>
</inkml:ink>
</file>

<file path=ppt/ink/ink3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4.9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4 187 3804 0 0,'0'0'1204'0'0,"-3"-26"361"0"0,6-5-825 0 0,2-2-720 0 0,4 0-624 0 0,0 1-961 0 0,1 0-655 0 0</inkml:trace>
</inkml:ink>
</file>

<file path=ppt/ink/ink3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5.0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1 271 1608 0 0,'8'-28'1620'0'0,"1"-7"-908"0"0,7-10-572 0 0,-9 22-24 0 0,2 0-116 0 0,-1-2-208 0 0,1 1-372 0 0,0 1 32 0 0,-1 0-372 0 0,3 2-980 0 0</inkml:trace>
</inkml:ink>
</file>

<file path=ppt/ink/ink3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5.2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18 1728 0 0,'0'0'480'0'0,"27"-8"576"0"0,3 2-928 0 0,-2 2-348 0 0,19 6-812 0 0,-14 3-1068 0 0</inkml:trace>
</inkml:ink>
</file>

<file path=ppt/ink/ink3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5.4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1 624 0 0,'12'42'384'0'0,"-3"1"-560"0"0,-6-16-132 0 0</inkml:trace>
</inkml:ink>
</file>

<file path=ppt/ink/ink3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5.5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0 104 0 0,'-4'26'52'0'0,"-6"7"-168"0"0</inkml:trace>
</inkml:ink>
</file>

<file path=ppt/ink/ink3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5.6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184 27 3504 0 0,'-37'3'2973'0'0,"4"-3"-1745"0"0,1-1-512 0 0,3-2-492 0 0,-1-7-1456 0 0,7-5-6141 0 0</inkml:trace>
</inkml:ink>
</file>

<file path=ppt/ink/ink3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5.8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49 1984 0 0,'0'0'2048'0'0,"-8"-24"-1456"0"0,1-1-1172 0 0</inkml:trace>
</inkml:ink>
</file>

<file path=ppt/ink/ink3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6.0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 2128 0 0,'0'0'944'0'0,"21"-10"1481"0"0</inkml:trace>
</inkml:ink>
</file>

<file path=ppt/ink/ink3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6.1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0 1160 0 0,'-10'20'1272'0'0,"-3"3"-1320"0"0,-1-5-1036 0 0</inkml:trace>
</inkml:ink>
</file>

<file path=ppt/ink/ink3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6.2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283 1 2264 0 0,'-24'8'1340'0'0,"-2"2"-364"0"0,-1 0-188 0 0,-2-2-187 0 0,1 2-269 0 0,-2-1-364 0 0,6 0-436 0 0,-9-1-485 0 0,1 3-595 0 0,2-3-1712 0 0</inkml:trace>
</inkml:ink>
</file>

<file path=ppt/ink/ink3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6.4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99 0 2748 0 0,'-18'13'1620'0'0,"-3"5"-1464"0"0,-8 2-1212 0 0,-1 1-2372 0 0</inkml:trace>
</inkml:ink>
</file>

<file path=ppt/ink/ink3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6.5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65 0 3804 0 0,'0'0'1548'0'0,"-16"15"1193"0"0,-8 5-4501 0 0,-1 1-4533 0 0</inkml:trace>
</inkml:ink>
</file>

<file path=ppt/ink/ink3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6.7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33 5140 0 0,'0'0'1561'0'0,"30"6"539"0"0,5-9-1144 0 0,3-5-1172 0 0,2-5-2144 0 0,-5-2-4781 0 0</inkml:trace>
</inkml:ink>
</file>

<file path=ppt/ink/ink3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6.8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48 3884 0 0,'28'-11'4261'0'0,"0"-1"-1989"0"0,-4-1-2204 0 0,2 2-2804 0 0</inkml:trace>
</inkml:ink>
</file>

<file path=ppt/ink/ink3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3.4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45 1 3536 0 0,'0'0'3242'0'0,"-4"2"-2563"0"0,-37 13-3520 0 0</inkml:trace>
</inkml:ink>
</file>

<file path=ppt/ink/ink3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3.6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23 225 3376 0 0,'-8'-45'2056'0'0,"1"1"-915"0"0,3 7-805 0 0,3 4-492 0 0,-1 5-1273 0 0,4-10-3855 0 0</inkml:trace>
</inkml:ink>
</file>

<file path=ppt/ink/ink3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3.7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42 2496 0 0,'0'0'2164'0'0,"30"-10"-443"0"0,-2 0-1101 0 0,0-2-892 0 0,0 3-1789 0 0</inkml:trace>
</inkml:ink>
</file>

<file path=ppt/ink/ink3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3.9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61 2456 0 0,'22'-8'2124'0'0,"1"0"-775"0"0,3-2-537 0 0,2 2-300 0 0,0-2-520 0 0,-5 2-1108 0 0,7 0-4973 0 0</inkml:trace>
</inkml:ink>
</file>

<file path=ppt/ink/ink3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4.1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2944 0 0,'0'0'2633'0'0,"26"5"-1781"0"0,5-4-7241 0 0</inkml:trace>
</inkml:ink>
</file>

<file path=ppt/ink/ink3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4.2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2356 0 0,'0'0'1448'0'0,"33"0"108"0"0,-1 2-1512 0 0,8 1-952 0 0,-5 2-600 0 0</inkml:trace>
</inkml:ink>
</file>

<file path=ppt/ink/ink3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4.4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1104 0 0,'48'18'2612'0'0,"-43"-16"-2310"0"0,0-1-106 0 0,-1 1-1 0 0,1 0 0 0 0,0 0 1 0 0,0 0-1 0 0,-1 0 0 0 0,6 5 1 0 0,-6-6 17 0 0,-1 2-46 0 0,32 24 232 0 0,-31-24-497 0 0,-1 2-150 0 0,-1-2 172 0 0,3 2-576 0 0,-1 1 0 0 0,0 1 1 0 0,-1-1-1 0 0,7 13 0 0 0,-3 1-1792 0 0</inkml:trace>
</inkml:ink>
</file>

<file path=ppt/ink/ink3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4.5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0 1564 0 0,'0'0'1308'0'0,"-2"33"-36"0"0,-1-2-880 0 0,1 2-680 0 0,5-5-1796 0 0</inkml:trace>
</inkml:ink>
</file>

<file path=ppt/ink/ink3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4.7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0 2564 0 0,'0'0'1680'0'0,"0"31"1285"0"0,0-1-2577 0 0,-9-7-2657 0 0</inkml:trace>
</inkml:ink>
</file>

<file path=ppt/ink/ink3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4.9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1700 0 0,'2'5'1070'0'0,"15"47"1743"0"0,-15-47-2421 0 0,0 0-98 0 0,5 14-292 0 0,-2 1 0 0 0,0-1 0 0 0,3 24 1 0 0,-5-23-1485 0 0,-2 0 1 0 0,-1 22-1 0 0,-1-9-311 0 0</inkml:trace>
</inkml:ink>
</file>

<file path=ppt/ink/ink3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5.2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400 0 2356 0 0,'0'0'1896'0'0,"-1"4"-1022"0"0,-1 14-45 0 0,2-14 487 0 0,-2 19-415 0 0,2-18-285 0 0,-1 0-387 0 0,-1 16-74 0 0,1-16-86 0 0,0 1-60 0 0,-8 17-917 0 0,-1 0 0 0 0,-1-1 0 0 0,-1 0 0 0 0,-28 39 0 0 0,22-40 32 0 0,0-2 226 0 0,-2 3 773 0 0,-1-1 0 0 0,-30 24 0 0 0,37-33 290 0 0,11-9-61 0 0,-2-1 15 0 0,-12 9-6 0 0,12-8 17 0 0,-15 7 1281 0 0,14-10-1387 0 0,-40-5 637 0 0,42 3-808 0 0,2 2-144 0 0,1 0-1 0 0,-1-1 0 0 0,1 1 1 0 0,0 0-1 0 0,-1-1 0 0 0,1 1 1 0 0,0-1-1 0 0,-1 0 1 0 0,1 1-1 0 0,0-1 0 0 0,0 0 1 0 0,-2-2-1 0 0,0 1-170 0 0,-1 0-1053 0 0,-2 0-1058 0 0,-22-9-1627 0 0</inkml:trace>
</inkml:ink>
</file>

<file path=ppt/ink/ink3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5.4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219 32 2524 0 0,'0'0'1564'0'0,"-31"0"1249"0"0,1-4-1501 0 0,-5-1-900 0 0,7 1-412 0 0,-2-1-752 0 0,-1-2-1172 0 0,-2 1-3985 0 0</inkml:trace>
</inkml:ink>
</file>

<file path=ppt/ink/ink3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5.5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67 35 2088 0 0,'0'0'4453'0'0,"-32"1"-2197"0"0,13-14-2512 0 0,3-10-8245 0 0</inkml:trace>
</inkml:ink>
</file>

<file path=ppt/ink/ink3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5.7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124 120 2668 0 0,'-17'-20'2388'0'0,"1"4"-987"0"0,0-2-529 0 0,-1 1-304 0 0,0 4-152 0 0,-6-5-408 0 0,5 0-2408 0 0</inkml:trace>
</inkml:ink>
</file>

<file path=ppt/ink/ink3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5.8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2 212 3376 0 0,'0'0'1157'0'0,"0"-6"-202"0"0,-1-15 74 0 0,1 0 0 0 0,5-40-1 0 0,-3 48-2344 0 0,1 0-1 0 0,1 0 0 0 0,10-25 0 0 0,-3 13-1950 0 0</inkml:trace>
</inkml:ink>
</file>

<file path=ppt/ink/ink3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5.9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48 2640 0 0,'0'0'1204'0'0,"17"-16"1053"0"0,4 1-1249 0 0,0 5-908 0 0,11 4-3713 0 0</inkml:trace>
</inkml:ink>
</file>

<file path=ppt/ink/ink3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6.1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2172 0 0,'14'21'2656'0'0,"-2"-1"-1043"0"0,2 5-1093 0 0,-5-4-520 0 0,3 8-2077 0 0,-3-3-2767 0 0</inkml:trace>
</inkml:ink>
</file>

<file path=ppt/ink/ink3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6.3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3032 0 0,'0'0'4721'0'0</inkml:trace>
</inkml:ink>
</file>

<file path=ppt/ink/ink3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6.4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1 149 2392 0 0,'17'-18'2280'0'0,"8"0"-1023"0"0,-1 2-253 0 0,1 0-204 0 0,-3-2-476 0 0,1 3-356 0 0,-6 0-620 0 0,4-1-1168 0 0,-5 0-573 0 0</inkml:trace>
</inkml:ink>
</file>

<file path=ppt/ink/ink3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6.6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114 166 2240 0 0,'-14'-23'932'0'0,"0"-2"-348"0"0,-2-1-544 0 0,-7-5-612 0 0,-1 0-484 0 0,1 2-1072 0 0</inkml:trace>
</inkml:ink>
</file>

<file path=ppt/ink/ink3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6.7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140 0 2088 0 0,'0'0'800'0'0,"-40"4"208"0"0,12 4-876 0 0,-7 0-972 0 0,-1 5-2308 0 0</inkml:trace>
</inkml:ink>
</file>

<file path=ppt/ink/ink3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6.9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1 3156 0 0,'0'0'964'0'0,"-1"33"1265"0"0,4-7-1261 0 0,4 3-792 0 0,2-1-488 0 0,-1 2-1797 0 0</inkml:trace>
</inkml:ink>
</file>

<file path=ppt/ink/ink3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7.0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0 160 1692 0 0,'0'0'1108'0'0,"18"-32"224"0"0,-4 1-452 0 0,0 4-179 0 0,0 2-845 0 0,0 2-909 0 0,0 2-887 0 0</inkml:trace>
</inkml:ink>
</file>

<file path=ppt/ink/ink3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7.2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87 1424 0 0,'0'0'1028'0'0,"21"-16"796"0"0,0 0-788 0 0,2-2-719 0 0,3 3-826 0 0,-7 4-831 0 0,6 1-2400 0 0</inkml:trace>
</inkml:ink>
</file>

<file path=ppt/ink/ink3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7.5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1316 0 0,'5'15'456'0'0,"-2"-7"-228"0"0,0 0 0 0 0,-1 1 0 0 0,-1-1 1 0 0,2 11-1 0 0,5 277 387 0 0,-2-7-1279 0 0,-3-242 1241 0 0,-1-1 255 0 0,11 210 1536 0 0,-13-249-2939 0 0,4 29-2703 0 0</inkml:trace>
</inkml:ink>
</file>

<file path=ppt/ink/ink3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7.7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121 1 1700 0 0,'-1'4'821'0'0,"-4"16"-64"0"0,4-15-99 0 0,0 0-83 0 0,-2 15-81 0 0,2-16-92 0 0,0 1-93 0 0,-14 46 404 0 0,14-46-619 0 0,-1 0-35 0 0,-7 15 40 0 0,7-16 132 0 0,0 1-158 0 0,-7 15-83 0 0,6-15-8 0 0,1 0 27 0 0,-7 13-1 0 0,6-13-1 0 0,1-1-18 0 0,-32 59-184 0 0,32-58-65 0 0,-8 10-677 0 0,8-11-1881 0 0</inkml:trace>
</inkml:ink>
</file>

<file path=ppt/ink/ink3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7.8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1 1848 0 0,'0'0'1012'0'0,"-23"11"-1024"0"0</inkml:trace>
</inkml:ink>
</file>

<file path=ppt/ink/ink3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8.0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 2240 0 0,'0'0'3829'0'0,"31"-2"-2957"0"0,-1-5-1540 0 0,5-2-5565 0 0</inkml:trace>
</inkml:ink>
</file>

<file path=ppt/ink/ink3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8.2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 3088 0 0,'0'0'1140'0'0,"28"-5"961"0"0,3 1-1681 0 0,2 1-1857 0 0</inkml:trace>
</inkml:ink>
</file>

<file path=ppt/ink/ink3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8.3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35 2540 0 0,'0'0'1084'0'0,"26"-15"-352"0"0,-8-5-1724 0 0</inkml:trace>
</inkml:ink>
</file>

<file path=ppt/ink/ink3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8.5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79 2352 0 0,'0'0'1428'0'0,"10"-25"1729"0"0,-1 2-2221 0 0,-14-8-3677 0 0</inkml:trace>
</inkml:ink>
</file>

<file path=ppt/ink/ink3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8.7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20 1624 0 0,'0'0'2696'0'0,"-24"-10"-1047"0"0,3 0-3106 0 0</inkml:trace>
</inkml:ink>
</file>

<file path=ppt/ink/ink3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8.8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59 1132 0 0,'-16'-21'2288'0'0,"0"2"-1836"0"0,2 1-1392 0 0</inkml:trace>
</inkml:ink>
</file>

<file path=ppt/ink/ink3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9.0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5 126 1172 0 0,'-5'-28'2360'0'0,"5"-6"-2100"0"0,5 3-608 0 0,-1-2-3056 0 0</inkml:trace>
</inkml:ink>
</file>

<file path=ppt/ink/ink3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9.2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7 264 852 0 0,'0'0'2108'0'0,"-1"-5"-1812"0"0,-4-12-110 0 0,4 13-116 0 0,2-2-340 0 0,1-14 160 0 0,-1 15-44 0 0,0 0-51 0 0,30-130-608 0 0,-30 131 795 0 0,2-25-134 0 0,-3 23-144 0 0,0 2-23 0 0,-4-15-147 0 0,3 14-203 0 0</inkml:trace>
</inkml:ink>
</file>

<file path=ppt/ink/ink3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9.3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77 53 1460 0 0,'-3'-3'1048'0'0,"-27"-20"2382"0"0,26 21-2129 0 0,-11-9-997 0 0,10 9-2768 0 0,1 0 599 0 0,-12-8-1309 0 0</inkml:trace>
</inkml:ink>
</file>

<file path=ppt/ink/ink3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9.5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69 68 1616 0 0,'0'0'952'0'0,"-19"-18"1332"0"0,3 3-1311 0 0,0-1-861 0 0,-1-2-2021 0 0</inkml:trace>
</inkml:ink>
</file>

<file path=ppt/ink/ink3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9.6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117 31 2000 0 0,'0'0'1772'0'0,"-26"-9"-288"0"0,3-1-715 0 0,-8 3-865 0 0,-6 2-5793 0 0</inkml:trace>
</inkml:ink>
</file>

<file path=ppt/ink/ink3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49.8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1 1828 0 0,'0'0'628'0'0,"-30"11"-1012"0"0</inkml:trace>
</inkml:ink>
</file>

<file path=ppt/ink/ink3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50.1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1432 0 0,'5'31'1756'0'0,"-3"-3"-1000"0"0,-4 0-428 0 0,0 5-696 0 0,-1-7-1552 0 0</inkml:trace>
</inkml:ink>
</file>

<file path=ppt/ink/ink3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50.3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0 1536 0 0,'0'0'592'0'0,"-7"30"-288"0"0,-2 1-1448 0 0</inkml:trace>
</inkml:ink>
</file>

<file path=ppt/ink/ink3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50.6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1764 0 0,'0'0'796'0'0,"26"10"828"0"0,7-6-912 0 0,9-2-676 0 0,5-2-840 0 0,-12-8-976 0 0</inkml:trace>
</inkml:ink>
</file>

<file path=ppt/ink/ink3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50.8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79 2404 0 0,'0'0'2758'0'0,"4"-2"-2574"0"0,13-5-155 0 0,-12 5-103 0 0,0 0-63 0 0,86-19-2181 0 0,-9 2 2414 0 0,-77 18 240 0 0,0-1-16 0 0,16-4-84 0 0,-16 4-112 0 0,0 0-288 0 0,15-10-1928 0 0</inkml:trace>
</inkml:ink>
</file>

<file path=ppt/ink/ink3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2:21.5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230 23 2844 0 0,'0'0'2108'0'0,"-1"-4"-1365"0"0,-4-11-115 0 0,4 11-62 0 0,-3 5-40 0 0,-11 4 38 0 0,0 1 0 0 0,1 0 0 0 0,0 1 0 0 0,0 1 0 0 0,-24 17 0 0 0,34-22-532 0 0,-6 4 156 0 0,0 0 0 0 0,1 0 0 0 0,0 1 1 0 0,0 1-1 0 0,1-1 0 0 0,-9 13 0 0 0,16-20-187 0 0,-20 36 568 0 0,19-33-495 0 0,0-1 0 0 0,1 1 0 0 0,-1 0 0 0 0,1-1 0 0 0,0 1 0 0 0,1 0 0 0 0,-1 0 0 0 0,0 0 0 0 0,1 0 0 0 0,0 0 1 0 0,1 7-1 0 0,19 45 498 0 0,-14-45-443 0 0,-5-9-119 0 0,0 0-1 0 0,0 0 0 0 0,0 0 1 0 0,0-1-1 0 0,0 1 0 0 0,0-1 1 0 0,1 1-1 0 0,-1-1 0 0 0,0 1 1 0 0,1-1-1 0 0,2 2 0 0 0,5 5 68 0 0,12 9 11 0 0,0-2-1 0 0,1 0 1 0 0,41 20 0 0 0,-59-33-91 0 0,2 0-67 0 0,18 2-106 0 0,-19-3-129 0 0,1-2-194 0 0,20-6-830 0 0,-20 5 199 0 0,-1 0 0 0 0,0-1-1 0 0,0 1 1 0 0,0-1-1 0 0,8-5 1 0 0</inkml:trace>
</inkml:ink>
</file>

<file path=ppt/ink/ink3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2:22.1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153 24 2808 0 0,'0'0'2332'0'0,"-1"3"-1401"0"0,-1 0-591 0 0,1-1 1 0 0,-1 1-1 0 0,1-1 0 0 0,-1 1 1 0 0,0-1-1 0 0,0 0 1 0 0,0 0-1 0 0,0 0 1 0 0,-1 0-1 0 0,1 0 1 0 0,-4 2-1 0 0,3-2 1128 0 0,-18 8 711 0 0,2-18-1917 0 0,15 6-10 0 0,10-20-110 0 0,-5 18-54 0 0,-1 4-85 0 0,1 0-1 0 0,-1 0 0 0 0,0-1 0 0 0,1 1 1 0 0,-1 0-1 0 0,0 0 0 0 0,1 0 1 0 0,-1 0-1 0 0,0 0 0 0 0,1-1 1 0 0,-1 1-1 0 0,0 0 0 0 0,0 0 0 0 0,1 0 1 0 0,-1-1-1 0 0,0 1 0 0 0,0 0 1 0 0,1 0-1 0 0,-1-1 0 0 0,0 1 0 0 0,0 0 1 0 0,0-1-1 0 0,1 1 0 0 0,-1 0 1 0 0,0-1-1 0 0,0 1 0 0 0,0 0 0 0 0,0-1 1 0 0,0 1-1 0 0,1-1 1 0 0,-1 0 1 0 0,0 0-1 0 0,1 0 0 0 0,-1 0 1 0 0,1 0-1 0 0,-1 0 0 0 0,1 0 0 0 0,-1 1 1 0 0,1-1-1 0 0,0 0 0 0 0,0 0 1 0 0,-1 1-1 0 0,1-1 0 0 0,0 0 0 0 0,0 1 1 0 0,0-1-1 0 0,1 0 0 0 0,14-6 48 0 0,-12 5 12 0 0,2 3-89 0 0,17 3 34 0 0,-17-3-20 0 0,-2 3-38 0 0,1 2 57 0 0,0 1 0 0 0,0 0-1 0 0,-1-1 1 0 0,1 1-1 0 0,-2 1 1 0 0,1-1 0 0 0,-1 1-1 0 0,0-1 1 0 0,3 12-1 0 0,2 40-42 0 0,-7-50 41 0 0,-1 0 0 0 0,0 1 0 0 0,-1-1 0 0 0,0 0 0 0 0,-3 15 0 0 0,2-18 5 0 0,-1 11 8 0 0,-1-2-11 0 0,-3 1 7 0 0,4-7-16 0 0,0-1-1 0 0,0-1 1 0 0,-1 1-1 0 0,0 0 1 0 0,-1-1-1 0 0,0 0 1 0 0,0 0-1 0 0,0 0 1 0 0,-1-1-1 0 0,0 1 1 0 0,0-1-1 0 0,-1-1 1 0 0,0 1-1 0 0,-12 7 1 0 0,15-12 20 0 0,-1 0-1 0 0,-14 3-7 0 0,14-4 3 0 0,0-1 1 0 0,-15-6-20 0 0,15 6-12 0 0,1-3-2 0 0,-28-34-23 0 0,30 34 24 0 0,0-1 21 0 0,0-42 136 0 0,2 41-11 0 0,16-8 100 0 0,-11 13-177 0 0,16-2 9 0 0,-16 2 6 0 0,2 2 5 0 0,120 47 337 0 0,-101-36-558 0 0,1-1-1 0 0,28 7 1 0 0,-4-9-2224 0 0,11-9-4629 0 0,-33-1 985 0 0</inkml:trace>
</inkml:ink>
</file>

<file path=ppt/ink/ink3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2:32.8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749 220 2680 0 0,'0'0'3623'0'0,"-4"-1"-2869"0"0,-13-5-108 0 0,12 5-77 0 0,-1 1-78 0 0,1 0-436 0 0,-11 0 355 0 0,1 0-1 0 0,0 1 1 0 0,-1 1 0 0 0,-14 3 0 0 0,-28 17-34 0 0,38-12-312 0 0,1 1 1 0 0,0 1-1 0 0,1 1 1 0 0,0 1-1 0 0,1 0 0 0 0,1 1 1 0 0,0 1-1 0 0,1 0 1 0 0,-20 30-1 0 0,-4 9 215 0 0,-47 91 0 0 0,48-70 177 0 0,4 1 1 0 0,-30 102-1 0 0,33-66-199 0 0,5 1 1 0 0,4 1 0 0 0,-6 130-1 0 0,34 198-28 0 0,4-222-192 0 0,52 478-34 0 0,-33-501 71 0 0,108 385 0 0 0,-57-312 144 0 0,-64-215-98 0 0,52 221-61 0 0,-50-206 40 0 0,7 56-191 0 0,37 154 93 0 0,-43-219 46 0 0,2 0 0 0 0,40 77 0 0 0,-37-89-51 0 0,3-1 0 0 0,42 59 0 0 0,-67-105 10 0 0,-1-2-4 0 0,-1 0 0 0 0,1 1 0 0 0,0-1-1 0 0,0 0 1 0 0,0 1 0 0 0,0-1-1 0 0,0 0 1 0 0,0 0 0 0 0,0 0 0 0 0,0 0-1 0 0,2 2 1 0 0,-3-3-1 0 0,3 3 29 0 0,0 1-7 0 0,3 2-17 0 0,31 42 0 0 0,-12-14-70 0 0,-23-31 89 0 0,2 1 19 0 0,10 10-28 0 0,-11-11-14 0 0,1 1-6 0 0,3 3 8 0 0,21 18 4 0 0,1-1 0 0 0,38 24 0 0 0,-42-29-47 0 0,63 40 43 0 0,-41-35 15 0 0,-31-16-25 0 0,-13-6-14 0 0,3 0 2 0 0,15 5-12 0 0,-16-5 30 0 0,0 0 26 0 0,96 40-14 0 0,115 43 0 0 0,-125-47 36 0 0,41 7-43 0 0,-127-44-40 0 0,1 1-7 0 0,40 10-165 0 0,89 11 0 0 0,-129-22 145 0 0,1-1-28 0 0,20 1 66 0 0,-21-1 28 0 0,1 0 28 0 0,110-2-300 0 0,-56-2 66 0 0,266-30-554 0 0,-313 33 742 0 0,45-2 10 0 0,-32-1-11 0 0,260-47-324 0 0,-284 50 338 0 0,38-8 1 0 0,-25 2 5 0 0,15-5 0 0 0,0-2 0 0 0,-2-1 0 0 0,47-30 0 0 0,-53 30-11 0 0,17-8 12 0 0,-37 22-5 0 0,43-21-8 0 0,23-9 147 0 0,-38 19-82 0 0,0-2 1 0 0,39-24-1 0 0,-67 36-55 0 0,33-18-7 0 0,-8 5 101 0 0,0-2 0 0 0,-1 0 1 0 0,-1-2-1 0 0,-1-1 0 0 0,0-1 0 0 0,-2-1 0 0 0,30-35 1 0 0,96-121 356 0 0,-140 167-422 0 0,1-1 1 0 0,-1-1 0 0 0,-1 0-1 0 0,-1 0 1 0 0,0 0 0 0 0,9-23-1 0 0,-5 11-1 0 0,31-69 2 0 0,-5-2 0 0 0,-4-1 0 0 0,-4-2 0 0 0,25-156 0 0 0,-37 138 6 0 0,21-235-25 0 0,-36 242-75 0 0,-4 75 29 0 0,0-16 154 0 0,-15-217-307 0 0,12 169 124 0 0,5-3 35 0 0,4-91 84 0 0,-3-94-38 0 0,-9-66-141 0 0,2 41 223 0 0,6 284-105 0 0,0 25 4 0 0,-7-67 1 0 0,1 18 35 0 0,-14-145-149 0 0,2 67 99 0 0,12 77 9 0 0,-3 10-23 0 0,-16-97 50 0 0,8 58-80 0 0,7 41 34 0 0,-1 1 0 0 0,-2 1 0 0 0,-2 0-1 0 0,-2 0 1 0 0,-1 2 0 0 0,-43-66 0 0 0,29 55-10 0 0,-70-99-137 0 0,78 118 169 0 0,-1 0 0 0 0,-2 2 1 0 0,-31-26-1 0 0,10 14 41 0 0,-88-80 74 0 0,82 76-261 0 0,-26-7 121 0 0,-180-98-57 0 0,209 123 91 0 0,-2 2-1 0 0,0 2 1 0 0,-60-15-1 0 0,27 19-23 0 0,23 6-23 0 0,16 4 38 0 0,0-1 11 0 0,-1 0 22 0 0,-152-9-123 0 0,70 14 171 0 0,-46 5-105 0 0,108 2 63 0 0,54-3-32 0 0,-159 19-48 0 0,102-12 26 0 0,10-1 22 0 0,18-3-31 0 0,-194 32 52 0 0,201-30-2 0 0,-16 4-53 0 0,1 2 0 0 0,-60 22-1 0 0,64-19 36 0 0,42-14-12 0 0,4-1 5 0 0,-1 0 0 0 0,0 1 1 0 0,0-1-1 0 0,0 0 0 0 0,1 1 0 0 0,-1-1 1 0 0,0 1-1 0 0,1 0 0 0 0,-1-1 0 0 0,0 1 1 0 0,1 0-1 0 0,-3 2 0 0 0,2-2 1 0 0,-62 19 32 0 0,58-19-30 0 0,-15 4 120 0 0,16-3-94 0 0,0-1-20 0 0,0 1 9 0 0,-13 3 105 0 0,13-3-157 0 0,1-1-20 0 0,-12 4 15 0 0,12-3 10 0 0,-1-1-45 0 0,-15 3 53 0 0,15-3 2 0 0,1 0 13 0 0,-12 4 9 0 0,11-4-26 0 0,0 1-36 0 0,-45 13 90 0 0,44-14-33 0 0,2 1-20 0 0,-13 4 28 0 0,12-4 24 0 0,1 0-64 0 0,-14 5 34 0 0,14-5 21 0 0,0 0-10 0 0,-14 6-13 0 0,14-6 7 0 0,-1 0-46 0 0,-31 27-1837 0 0,33-26 643 0 0,1 1-731 0 0,-7 14-1643 0 0</inkml:trace>
</inkml:ink>
</file>

<file path=ppt/ink/ink3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23.0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53 39 3316 0 0,'-3'-2'1830'0'0,"-28"-23"3257"0"0,28 23-3394 0 0,0-1-1463 0 0,-9-3 26 0 0</inkml:trace>
</inkml:ink>
</file>

<file path=ppt/ink/ink3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23.2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61 105 3632 0 0,'-13'-15'1402'0'0,"11"12"735"0"0,-1 1-1285 0 0,-7-9-82 0 0,7 8 561 0 0,0 0-774 0 0,-7-9-94 0 0,7 9 688 0 0,1 0-1025 0 0,0 1-498 0 0,1 0-1 0 0,0-1 1 0 0,-1 1-1 0 0,1 0 0 0 0,0-1 1 0 0,1 1-1 0 0,-1-1 1 0 0,0 1-1 0 0,1-1 1 0 0,-1 1-1 0 0,1-1 1 0 0,0 1-1 0 0,0-1 1 0 0,0 1-1 0 0,0-6 1 0 0,1 3-2004 0 0</inkml:trace>
</inkml:ink>
</file>

<file path=ppt/ink/ink3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23.4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90 2364 0 0,'0'0'1471'0'0,"2"-4"-255"0"0,3-3-430 0 0,-2 3-298 0 0,0-1 0 0 0,-1 0-1 0 0,1 1 1 0 0,-1-1 0 0 0,3-10 523 0 0,-5 15-999 0 0,0-1 1 0 0,0 1-1 0 0,0-1 0 0 0,0 1 1 0 0,0-1-1 0 0,0 1 1 0 0,0-1-1 0 0,0 1 0 0 0,0-1 1 0 0,0 1-1 0 0,1-1 1 0 0,-1 1-1 0 0,0-1 0 0 0,0 1 1 0 0,1-1-1 0 0,-1 1 1 0 0,0-1-1 0 0,0 1 0 0 0,1 0 1 0 0,-1-1-1 0 0,1 1 1 0 0,-1 0-1 0 0,0-1 0 0 0,1 1 1 0 0,6-12 30 0 0,-7 12-67 0 0,0-1 1 0 0,0 1 0 0 0,0 0 0 0 0,0-1-1 0 0,1 1 1 0 0,-1-1 0 0 0,0 1 0 0 0,0-1-1 0 0,0 1 1 0 0,1 0 0 0 0,-1-1 0 0 0,0 1 0 0 0,0 0-1 0 0,1-1 1 0 0,-1 1 0 0 0,0 0 0 0 0,1-1-1 0 0,-1 1 1 0 0,0 0 0 0 0,1 0 0 0 0,-1-1-1 0 0,1 1 1 0 0,-1 0 0 0 0,0 0 0 0 0,1 0-1 0 0,0-1 1 0 0,-1 1-150 0 0,1 0 0 0 0,-1 0 0 0 0,1 0 0 0 0,-1 0 0 0 0,0-1 0 0 0,1 1 0 0 0,-1 0-1 0 0,1 0 1 0 0,-1-1 0 0 0,0 1 0 0 0,1 0 0 0 0,-1-1 0 0 0,0 1 0 0 0,0 0 0 0 0,1-1 0 0 0,-1 1-1 0 0,0 0 1 0 0,0-1 0 0 0,1 1 0 0 0,-1-1 0 0 0,0 1 0 0 0,0 0 0 0 0,0-1 0 0 0,0 1 0 0 0,1-1 0 0 0,-1 0-1 0 0</inkml:trace>
</inkml:ink>
</file>

<file path=ppt/ink/ink3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23.6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3440 0 0,'19'14'2877'0'0,"-5"5"-1437"0"0,-1 6-760 0 0,-6 6-668 0 0,-6 6-2452 0 0,-4-5-3529 0 0</inkml:trace>
</inkml:ink>
</file>

<file path=ppt/ink/ink3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23.7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58 1 3624 0 0,'0'0'3797'0'0,"-7"23"-521"0"0,-11-10-3180 0 0,-15-11-5921 0 0</inkml:trace>
</inkml:ink>
</file>

<file path=ppt/ink/ink3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23.9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51 117 4688 0 0,'0'0'2913'0'0,"-7"-26"-37"0"0,0 0-2188 0 0,-2 4-860 0 0,-3-1-2592 0 0,-4 4-5425 0 0</inkml:trace>
</inkml:ink>
</file>

<file path=ppt/ink/ink3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24.1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23 111 4640 0 0,'0'0'2513'0'0,"-2"-31"-385"0"0,-3 7-1052 0 0,-3-6-1136 0 0,1 4-2880 0 0</inkml:trace>
</inkml:ink>
</file>

<file path=ppt/ink/ink3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24.3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6 105 3516 0 0,'0'0'3417'0'0,"-5"-24"-1253"0"0,10-11-2020 0 0,7 13-752 0 0,13-1-3665 0 0</inkml:trace>
</inkml:ink>
</file>

<file path=ppt/ink/ink3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24.5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2816 0 0,'0'0'2516'0'0,"28"3"765"0"0,2 1-5437 0 0</inkml:trace>
</inkml:ink>
</file>

<file path=ppt/ink/ink3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24.7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2420 0 0,'0'0'2520'0'0,"19"11"153"0"0,-1 2-2197 0 0,-9 15-4205 0 0</inkml:trace>
</inkml:ink>
</file>

<file path=ppt/ink/ink3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24.8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 1 3960 0 0,'0'0'2085'0'0,"-1"32"11"0"0,-6-7-1556 0 0,-9-4-1724 0 0,-7-8-6273 0 0</inkml:trace>
</inkml:ink>
</file>

<file path=ppt/ink/ink3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25.7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1 138 3584 0 0,'2'-5'1389'0'0,"15"-47"2243"0"0,-15 47-2921 0 0,-1 0-29 0 0,3-5-943 0 0,9-29 3754 0 0,-10 26-5964 0 0,-2 4-4099 0 0</inkml:trace>
</inkml:ink>
</file>

<file path=ppt/ink/ink3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25.9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20 3556 0 0,'0'0'5889'0'0,"-4"-2"-5371"0"0,4 2-809 0 0,-27-11 1563 0 0,13 4-7893 0 0</inkml:trace>
</inkml:ink>
</file>

<file path=ppt/ink/ink3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26.1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1 2732 0 0,'0'0'2733'0'0,"-28"5"-257"0"0</inkml:trace>
</inkml:ink>
</file>

<file path=ppt/ink/ink3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26.3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35 3048 0 0,'0'0'3589'0'0,"16"-19"-837"0"0,0 4-3532 0 0</inkml:trace>
</inkml:ink>
</file>

<file path=ppt/ink/ink3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27.6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6333 0 0,'0'0'8118'0'0,"3"2"-7988"0"0,-1-1-721 0 0,6 4 1458 0 0,-5-2-3847 0 0,9 20-8857 0 0</inkml:trace>
</inkml:ink>
</file>

<file path=ppt/ink/ink3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27.8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48 4544 0 0,'0'0'5881'0'0,"21"-9"-4817"0"0,-5-13-1964 0 0,-2 6-4305 0 0</inkml:trace>
</inkml:ink>
</file>

<file path=ppt/ink/ink3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28.0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84 3324 0 0,'0'0'3069'0'0,"16"-15"-469"0"0,1 0-804 0 0,3-6-1680 0 0,-5 6-1296 0 0,1-3-3777 0 0</inkml:trace>
</inkml:ink>
</file>

<file path=ppt/ink/ink3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28.3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1 102 5284 0 0,'0'0'2817'0'0,"0"-31"-417"0"0,1-2-2396 0 0,-2-5-3524 0 0</inkml:trace>
</inkml:ink>
</file>

<file path=ppt/ink/ink3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28.5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 60 3376 0 0,'-12'-20'3649'0'0,"-5"-1"-3157"0"0,-3 3-2400 0 0</inkml:trace>
</inkml:ink>
</file>

<file path=ppt/ink/ink3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28.7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103 35 3016 0 0,'-29'-8'3281'0'0,"1"-2"-2117"0"0,5 2-1204 0 0,0 0-3989 0 0</inkml:trace>
</inkml:ink>
</file>

<file path=ppt/ink/ink3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28.8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99 1 2292 0 0,'0'0'1628'0'0,"-34"4"-280"0"0,3 3-1160 0 0,-2-2-2712 0 0</inkml:trace>
</inkml:ink>
</file>

<file path=ppt/ink/ink3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29.0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142 38 3748 0 0,'-19'-17'2953'0'0,"-7"6"-1889"0"0,1 4-676 0 0,-8 4-808 0 0,-5 3-2909 0 0</inkml:trace>
</inkml:ink>
</file>

<file path=ppt/ink/ink3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29.3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0 3364 0 0,'0'0'576'0'0,"-11"27"-1176"0"0,-6-6-2700 0 0</inkml:trace>
</inkml:ink>
</file>

<file path=ppt/ink/ink3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0.2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58 6 3712 0 0,'0'0'6665'0'0,"-28"-5"-5793"0"0,7 18-1304 0 0,12 8-1880 0 0</inkml:trace>
</inkml:ink>
</file>

<file path=ppt/ink/ink3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0.4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3356 0 0,'0'0'1200'0'0,"36"0"1625"0"0,-1 5-2117 0 0,-7 0-912 0 0,-3 2-3621 0 0</inkml:trace>
</inkml:ink>
</file>

<file path=ppt/ink/ink3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09:30.8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1 3544 0 0,'0'0'3681'0'0,"-14"16"-3473"0"0,-2 9-2032 0 0</inkml:trace>
</inkml:ink>
</file>

<file path=ppt/ink/ink3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35.1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48 0 4912 0 0,'0'0'4802'0'0,"-4"1"-3760"0"0,-15 6 5976 0 0,15-6-8760 0 0,-12 4 375 0 0,12-4-397 0 0</inkml:trace>
</inkml:ink>
</file>

<file path=ppt/ink/ink3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35.2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86 4480 0 0,'20'-30'2877'0'0,"-6"6"-1357"0"0,-4 4-1148 0 0,-29 9-9581 0 0</inkml:trace>
</inkml:ink>
</file>

<file path=ppt/ink/ink3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35.4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0 348 0 0,'0'0'-64'0'0,"-7"25"-44"0"0</inkml:trace>
</inkml:ink>
</file>

<file path=ppt/ink/ink3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0:35.6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1 101 3148 0 0,'24'-23'2184'0'0,"1"-2"-999"0"0,-4 5-761 0 0,-6 4-540 0 0,1 0-1549 0 0</inkml:trace>
</inkml:ink>
</file>

<file path=ppt/ink/ink3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2:54.4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76 44 1588 0 0,'0'0'4800'0'0,"-1"-4"-4388"0"0,1 3-261 0 0,0-1-1 0 0,-1 1 1 0 0,1-1 0 0 0,0 0 0 0 0,-1 1-1 0 0,1-1 1 0 0,-1 1 0 0 0,0-1 0 0 0,1 1-1 0 0,-1-1 1 0 0,0 1 0 0 0,0 0 0 0 0,0-1-1 0 0,0 1 1 0 0,0 0 0 0 0,0-1-1 0 0,0 1 1 0 0,-1 0 0 0 0,1 0 0 0 0,0 0-1 0 0,-1 0 1 0 0,1 0 0 0 0,0 1 0 0 0,-1-1-1 0 0,1 0 1 0 0,-1 1 0 0 0,1-1 0 0 0,-1 1-1 0 0,0-1 1 0 0,1 1 0 0 0,-1 0 0 0 0,0 0-1 0 0,1-1 1 0 0,-3 1 0 0 0,0 1 33 0 0,4-1-183 0 0,0 1 0 0 0,0-1 0 0 0,0 0 0 0 0,0 0 0 0 0,-1 1 0 0 0,1-1 0 0 0,0 0 0 0 0,0 1 0 0 0,0-1 0 0 0,0 0 0 0 0,0 0 0 0 0,0 1 0 0 0,0-1 0 0 0,-1 0-1 0 0,1 0 1 0 0,0 1 0 0 0,0-1 0 0 0,0 0 0 0 0,-1 0 0 0 0,1 0 0 0 0,0 1 0 0 0,0-1 0 0 0,-1 0 0 0 0,1 0 0 0 0,0 0 0 0 0,0 0 0 0 0,-1 0 0 0 0,1 0 0 0 0,0 1-1 0 0,-1-1 1 0 0,0 0-2 0 0,1 0 0 0 0,-1 1 0 0 0,0-1 0 0 0,1 0-1 0 0,-1 1 1 0 0,0-1 0 0 0,1 1 0 0 0,-1-1 0 0 0,0 1 0 0 0,1-1-1 0 0,-1 1 1 0 0,1-1 0 0 0,-1 1 0 0 0,1 0 0 0 0,-1-1-1 0 0,1 1 1 0 0,0 0 0 0 0,-1-1 0 0 0,1 1 0 0 0,-1 1-1 0 0,-6 18 108 0 0,8-15-88 0 0,1 13-8 0 0,-1-13 18 0 0,6 2-1 0 0,3 6 56 0 0,-9-12-81 0 0,0 0-1 0 0,0 0 1 0 0,0-1 0 0 0,1 1-1 0 0,-1-1 1 0 0,0 1 0 0 0,1-1-1 0 0,-1 1 1 0 0,0-1 0 0 0,1 0-1 0 0,-1 1 1 0 0,1-1 0 0 0,-1 0 0 0 0,1 0-1 0 0,-1 0 1 0 0,0 0 0 0 0,1 0-1 0 0,-1-1 1 0 0,1 1 0 0 0,-1 0-1 0 0,0-1 1 0 0,1 1 0 0 0,1-2-1 0 0,2 0-21 0 0,-5-2-20 0 0,4-12 12 0 0,-3 12 74 0 0,-2-11 36 0 0,-2 2 332 0 0,2 9-329 0 0,-5-12-3 0 0,5 11 10 0 0,-2 3-60 0 0,-6-9-48 0 0,7 8 0 0 0,-2 5-160 0 0,-13 4 172 0 0,13-4 55 0 0,2 1-32 0 0,-7 8 1 0 0,6-9 33 0 0,2 3-78 0 0,-3 16 17 0 0,5-17-27 0 0,18 29-181 0 0,-16-30 191 0 0,1-2-364 0 0,12 5 329 0 0,-12-5 18 0 0,-4-1-190 0 0,0-1 229 0 0,0 1-1 0 0,0 0 1 0 0,0-1 0 0 0,1 1 0 0 0,-1 0-1 0 0,0-1 1 0 0,0 1 0 0 0,0 0 0 0 0,0 0-1 0 0,1-1 1 0 0,-1 1 0 0 0,0 0 0 0 0,0 0-1 0 0,0-1 1 0 0,1 1 0 0 0,-1 0-1 0 0,0 0 1 0 0,0 0 0 0 0,1 0 0 0 0,-1-1-1 0 0,0 1 1 0 0,1 0 0 0 0,-1 0 0 0 0,0 0-1 0 0,1 0 1 0 0,-1 0 0 0 0,1 0 0 0 0,-1 0-3 0 0,1-1 1 0 0,-1 1-1 0 0,0 0 0 0 0,1 0 1 0 0,-1 0-1 0 0,1 0 1 0 0,-1 0-1 0 0,0-1 0 0 0,1 1 1 0 0,-1 0-1 0 0,1 0 1 0 0,-1-1-1 0 0,0 1 1 0 0,0 0-1 0 0,1-1 0 0 0,-1 1 1 0 0,0 0-1 0 0,1-1 1 0 0,-1 1-1 0 0,0 0 1 0 0,0-1-1 0 0,0 1 0 0 0,1 0 1 0 0,-1-1-1 0 0,0 1 1 0 0,0-1-1 0 0,0 1 0 0 0,0-1 1 0 0,0 1-1 0 0,0 0 1 0 0,0-1-1 0 0,0 1 1 0 0,0-1-1 0 0,0 1 0 0 0,0-1 1 0 0,0 1-1 0 0,0 0 1 0 0,0-1-1 0 0,-4-18-21 0 0,4 14 9 0 0,-5 0-35 0 0,5 4 56 0 0,0 1 0 0 0,0-1 0 0 0,0 1 0 0 0,0-1 0 0 0,-1 1-1 0 0,1-1 1 0 0,0 1 0 0 0,0 0 0 0 0,0-1 0 0 0,-1 1 0 0 0,1-1 0 0 0,0 1 0 0 0,-1 0 0 0 0,1-1 0 0 0,0 1 0 0 0,-1 0 0 0 0,1-1 0 0 0,-1 1 0 0 0,1 0-1 0 0,0-1 1 0 0,-1 1 0 0 0,1 0 0 0 0,-1 0 0 0 0,1 0 0 0 0,-1 0 0 0 0,1-1 0 0 0,-1 1 0 0 0,0 0 0 0 0,-1 3 6 0 0,0 0 1 0 0,0 1-1 0 0,1-1 1 0 0,-1 0 0 0 0,1 1-1 0 0,0-1 1 0 0,0 1-1 0 0,-2 6 1 0 0,3-5 228 0 0,2-2-175 0 0,5 10-12 0 0,-6-10 876 0 0</inkml:trace>
</inkml:ink>
</file>

<file path=ppt/ink/ink3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2:59.11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 15 3064 0 0,'0'0'1172'0'0,"-19"-15"-2000"0"0</inkml:trace>
</inkml:ink>
</file>

<file path=ppt/ink/ink3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3:44.5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309 606 4724 0 0,'3'-22'1475'0'0,"-2"18"588"0"0,-5 1-1296 0 0,-11-7-82 0 0,11 8-74 0 0,-2 1-74 0 0,-6 0-194 0 0,1 0 0 0 0,0 1 0 0 0,-1 0-1 0 0,1 0 1 0 0,-1 2 0 0 0,1-1 0 0 0,-13 4 0 0 0,13-1-217 0 0,-1 1 0 0 0,1 0 0 0 0,0 1 1 0 0,0 0-1 0 0,0 0 0 0 0,1 1 0 0 0,0 1 0 0 0,1 0 0 0 0,-1 0 0 0 0,-7 10 0 0 0,12-13-94 0 0,0 1 1 0 0,0 0-1 0 0,1 0 0 0 0,0 1 0 0 0,0-1 1 0 0,1 1-1 0 0,-4 10 0 0 0,4-10-9 0 0,3-6-20 0 0,-2 1 0 0 0,0 1 1 0 0,1-1-1 0 0,0 1 1 0 0,0-1-1 0 0,0 1 1 0 0,0 0-1 0 0,0 0 0 0 0,0 0 1 0 0,0 4-1 0 0,-1 13 48 0 0,1-10-42 0 0,0 1-1 0 0,1-1 1 0 0,0 0 0 0 0,0 0 0 0 0,1 0 0 0 0,1 0-1 0 0,0 0 1 0 0,0 0 0 0 0,6 13 0 0 0,-8-21-21 0 0,0-1 0 0 0,1 0 0 0 0,0 1 1 0 0,-1-1-1 0 0,1 0 0 0 0,0 0 0 0 0,0 1 1 0 0,-1-1-1 0 0,1 0 0 0 0,0 0 0 0 0,0 0 0 0 0,0 0 1 0 0,3 1-1 0 0,-1 1-32 0 0,0 0-87 0 0,-2-3 124 0 0,-1 0 0 0 0,1 0 0 0 0,-1 0 0 0 0,1 0 0 0 0,-1 0 0 0 0,1 1-1 0 0,-1-1 1 0 0,1 0 0 0 0,-1 0 0 0 0,1 0 0 0 0,-1 0 0 0 0,1 0 0 0 0,-1 1 0 0 0,1-1-1 0 0,-1 0 1 0 0,1 0 0 0 0,-1 1 0 0 0,0-1 0 0 0,1 0 0 0 0,-1 1 0 0 0,1-1-1 0 0,-1 1 1 0 0,0-1 0 0 0,1 0 0 0 0,-1 1 0 0 0,1 0 0 0 0,-1 0-10 0 0,1-1 1 0 0,-1 1 0 0 0,1 0-1 0 0,-1-1 1 0 0,1 1 0 0 0,0-1-1 0 0,-1 1 1 0 0,1-1 0 0 0,0 1-1 0 0,-1-1 1 0 0,1 1-1 0 0,0-1 1 0 0,0 0 0 0 0,0 1-1 0 0,-1-1 1 0 0,1 0 0 0 0,0 0-1 0 0,0 0 1 0 0,0 1 0 0 0,0-1-1 0 0,0 0 1 0 0,-1 0-1 0 0,1 0 1 0 0,0 0 0 0 0,0 0-1 0 0,0-1 1 0 0,1 1 0 0 0,4 1-38 0 0,-4-1 36 0 0,-1 1 1 0 0,1-1 0 0 0,0 0-1 0 0,0 0 1 0 0,0 0-1 0 0,0 0 1 0 0,0 0 0 0 0,0 0-1 0 0,0-1 1 0 0,0 1 0 0 0,0-1-1 0 0,0 1 1 0 0,-1-1-1 0 0,1 0 1 0 0,3-1 0 0 0,6-3-24 0 0,0-1 1 0 0,-1 0-1 0 0,1-1 0 0 0,-1 0 1 0 0,0-1-1 0 0,-1 0 1 0 0,0 0-1 0 0,0-1 1 0 0,-1 0-1 0 0,0-1 1 0 0,8-13-1 0 0,-5 5 30 0 0,-1 0 0 0 0,-1-1-1 0 0,0-1 1 0 0,-2 1 0 0 0,0-1-1 0 0,4-23 1 0 0,-1-14 125 0 0,-3-1-1 0 0,-2 0 0 0 0,-6-113 1 0 0,-22-29 955 0 0,12 119-485 0 0,10 77-475 0 0,0-1-19 0 0,-4-12 102 0 0,4 12-154 0 0,-8 22-66 0 0,9-16 28 0 0,-1 1 0 0 0,0 0 0 0 0,0 0-1 0 0,1 0 1 0 0,-1 0 0 0 0,1 0-1 0 0,0 0 1 0 0,-1 0 0 0 0,1 0 0 0 0,0 0-1 0 0,0 0 1 0 0,0 0 0 0 0,0 0 0 0 0,1 3-1 0 0,0 4 8 0 0,2 105-61 0 0,26 177-1 0 0,-14-173-196 0 0,-2-10-934 0 0,4 0 1 0 0,5-1-1 0 0,52 149 1 0 0,-66-237-952 0 0,0 0 0 0 0,16 22 0 0 0,-21-36-2390 0 0</inkml:trace>
</inkml:ink>
</file>

<file path=ppt/ink/ink3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3:44.76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 75 3344 0 0,'-6'-21'1878'0'0,"5"17"-351"0"0,0-1-262 0 0,0 2-1318 0 0,-10-34 4263 0 0,8 33-2948 0 0,2 4-320 0 0,1 26-820 0 0,29 208-567 0 0,3-75-7997 0 0,-24-128 2872 0 0</inkml:trace>
</inkml:ink>
</file>

<file path=ppt/ink/ink3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3:45.6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 78 3184 0 0,'-28'3'7712'0'0,"34"-5"-7546"0"0,171-41 158 0 0,-85 19-2801 0 0,-87 22 1289 0 0,-1 1-176 0 0,15-6-973 0 0,-14 6-1643 0 0</inkml:trace>
</inkml:ink>
</file>

<file path=ppt/ink/ink3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3:45.85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 19 2468 0 0,'0'0'3761'0'0,"-2"-3"-2931"0"0,-10-12 3305 0 0,11 18-3855 0 0,-2 3-192 0 0,1 0 1 0 0,0 0 0 0 0,0 0-1 0 0,1 0 1 0 0,0 0 0 0 0,0 1-1 0 0,1-1 1 0 0,-1 7 0 0 0,4 64 11 0 0,0-33-104 0 0,5 86-1458 0 0,-5-109-1621 0 0,10 36 0 0 0,-11-51-1617 0 0</inkml:trace>
</inkml:ink>
</file>

<file path=ppt/ink/ink3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3:46.43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280 696 3556 0 0,'-1'-8'665'0'0,"0"1"0"0"0,-1-1 0 0 0,0 1 0 0 0,0-1 0 0 0,-1 1 0 0 0,0 0-1 0 0,0 0 1 0 0,-5-8 0 0 0,6 11-460 0 0,-1 0-1 0 0,0 1 0 0 0,0-1 1 0 0,0 1-1 0 0,0 0 1 0 0,0 0-1 0 0,-1 0 1 0 0,0 0-1 0 0,1 0 0 0 0,-1 1 1 0 0,0 0-1 0 0,0-1 1 0 0,0 1-1 0 0,-1 1 0 0 0,1-1 1 0 0,-7-1-1 0 0,5 2-70 0 0,-1 0 0 0 0,1 0 0 0 0,0 1 0 0 0,0 0 0 0 0,-1 0 0 0 0,1 0-1 0 0,0 1 1 0 0,0 0 0 0 0,0 0 0 0 0,0 1 0 0 0,0 0 0 0 0,0 0 0 0 0,0 0 0 0 0,0 1 0 0 0,-5 2-1 0 0,3 2-73 0 0,0 0 0 0 0,0 0 0 0 0,1 1 0 0 0,0 0 0 0 0,1 0 0 0 0,0 1 0 0 0,0-1 0 0 0,-7 16 0 0 0,-1 15-23 0 0,13-31-37 0 0,2-1-1 0 0,-2-2-37 0 0,0 0-47 0 0,1 0-1 0 0,0 0 0 0 0,0 0 0 0 0,1-1 0 0 0,0 1 0 0 0,-1 0 1 0 0,2 0-1 0 0,-1-1 0 0 0,0 1 0 0 0,1-1 0 0 0,0 1 0 0 0,0-1 1 0 0,0 0-1 0 0,0 0 0 0 0,1 0 0 0 0,0 0 0 0 0,0 0 0 0 0,0 0 0 0 0,5 4 1 0 0,-5-6-301 0 0,2-1-4 0 0,0 0 316 0 0,-1 0 1 0 0,1 0-1 0 0,0-1 1 0 0,0 0-1 0 0,-1 0 1 0 0,1 0-1 0 0,0 0 1 0 0,0-1-1 0 0,-1 0 1 0 0,1 0-1 0 0,-1 0 1 0 0,1-1-1 0 0,-1 1 1 0 0,1-1-1 0 0,-1 0 1 0 0,0-1-1 0 0,0 1 1 0 0,0-1 0 0 0,0 1-1 0 0,0-1 1 0 0,-1 0-1 0 0,1-1 1 0 0,-1 1-1 0 0,4-5 1 0 0,3-7 134 0 0,0 0 0 0 0,-1-1 0 0 0,-1 0-1 0 0,-1 0 1 0 0,0-1 0 0 0,-1 0 0 0 0,-1 0 0 0 0,-1 0 0 0 0,4-33 0 0 0,-4-6 413 0 0,-3 0 1 0 0,-11-102-1 0 0,-32-101 1676 0 0,28 198-1281 0 0,13 56-333 0 0,-14 15-303 0 0,14-9-200 0 0,-3 8 98 0 0,-1 51-19 0 0,3 1 1 0 0,3-1 0 0 0,2 0-1 0 0,15 81 1 0 0,72 240-1979 0 0,-19-192-3276 0 0,-43-118-1269 0 0,-26-65 1957 0 0</inkml:trace>
</inkml:ink>
</file>

<file path=ppt/ink/ink3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3:46.93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66 132 3544 0 0,'0'0'2240'0'0,"-2"-5"-1422"0"0,-5-14-115 0 0,5 14 483 0 0,1 0-659 0 0,-6-15-50 0 0,5 15 351 0 0,1 0-504 0 0,0-41 751 0 0,1 42-875 0 0,0 4-195 0 0,1 0-1 0 0,-1-1 1 0 0,0 1-1 0 0,1 0 0 0 0,-1 0 1 0 0,0 0-1 0 0,0 0 1 0 0,1 0-1 0 0,-1-1 0 0 0,0 1 1 0 0,0 0-1 0 0,0 0 1 0 0,1 0-1 0 0,-1-1 0 0 0,0 1 1 0 0,0 0-1 0 0,0 0 1 0 0,0-1-1 0 0,1 1 0 0 0,-1 0 1 0 0,0 0-1 0 0,0-1 1 0 0,0 1-1 0 0,0 0 0 0 0,0-1 1 0 0,0 1-1 0 0,0 0 1 0 0,0 0-1 0 0,0-1 0 0 0,0 1 1 0 0,0-1 3 0 0,0 1 1 0 0,0-1-1 0 0,0 1 1 0 0,0-1-1 0 0,1 1 0 0 0,-1 0 1 0 0,0-1-1 0 0,0 1 1 0 0,0-1-1 0 0,0 1 1 0 0,0 0-1 0 0,1-1 0 0 0,-1 1 1 0 0,0 0-1 0 0,0-1 1 0 0,1 1-1 0 0,-1-1 1 0 0,0 1-1 0 0,1 0 0 0 0,-1 0 1 0 0,0-1-1 0 0,1 1 1 0 0,-1 0-1 0 0,0 0 1 0 0,1-1-1 0 0,-1 1 0 0 0,0 0 1 0 0,1 0-1 0 0,-1 0 1 0 0,1 0-1 0 0,-1 0 1 0 0,1-1-1 0 0,-1 1 0 0 0,0 0 1 0 0,1 0-1 0 0,-1 0 1 0 0,1 0-1 0 0,-1 0 1 0 0,1 0-1 0 0,0 1 0 0 0,2-1 0 0 0,0 0-1 0 0,-1 1 0 0 0,1 0 1 0 0,0 0-1 0 0,0 0 0 0 0,0 0 1 0 0,0 0-1 0 0,-1 0 0 0 0,1 1 1 0 0,-1-1-1 0 0,1 1 0 0 0,-1 0 0 0 0,1 0 1 0 0,-1 0-1 0 0,0 0 0 0 0,0 0 1 0 0,0 0-1 0 0,0 1 0 0 0,0-1 1 0 0,-1 1-1 0 0,1-1 0 0 0,-1 1 1 0 0,0 0-1 0 0,1 0 0 0 0,0 3 0 0 0,13 58 5 0 0,-14-54 0 0 0,0-1-1 0 0,-1 0 1 0 0,0 1-1 0 0,0-1 1 0 0,-3 16-1 0 0,2-17 2 0 0,-1 17 28 0 0,-3 2-18 0 0,4-23-16 0 0,-25 71 8 0 0,24-71 4 0 0,-1-1 21 0 0,-10 13 21 0 0,10-12-51 0 0,-19 1-1 0 0,18-4-13 0 0,-17-14-150 0 0,18 9 103 0 0,-21-37-71 0 0,23 37 136 0 0,0-1-6 0 0,1 2-4 0 0,-1 0 0 0 0,1 1 0 0 0,0-1 0 0 0,0 0 0 0 0,0 0 0 0 0,0 0 0 0 0,1 0 0 0 0,-1 0 0 0 0,1 0 0 0 0,0 0 0 0 0,2-4 0 0 0,-2 3 14 0 0,4 3 14 0 0,14-3-19 0 0,-15 3-14 0 0,3 2 5 0 0,0 1-1 0 0,-1 0 0 0 0,1 1 1 0 0,-1-1-1 0 0,0 1 0 0 0,0 1 1 0 0,0-1-1 0 0,7 5 0 0 0,1 1-14 0 0,9 5-50 0 0,-3-2-402 0 0,1-1 0 0 0,23 10-1 0 0,-37-19-342 0 0,1 1 0 0 0,-1-1-1 0 0,1 0 1 0 0,0-1 0 0 0,14 1 0 0 0,-18-2 834 0 0,3 1-2406 0 0</inkml:trace>
</inkml:ink>
</file>

<file path=ppt/ink/ink3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3:47.26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 41 3112 0 0,'-28'-3'7298'0'0,"35"3"-6987"0"0,29 2 401 0 0,38-5 1 0 0,-9-4-495 0 0,-35 2-395 0 0,30-9 1 0 0,-55 12 21 0 0,-1 1-319 0 0,1 0-84 0 0,14-4-192 0 0,-15 3-363 0 0</inkml:trace>
</inkml:ink>
</file>

<file path=ppt/ink/ink3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3:47.52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52 8 2140 0 0,'-4'-2'1375'0'0,"-6"-2"-1267"0"0,8 4 384 0 0,0 0 0 0 0,0-1 0 0 0,0 1 0 0 0,0 0 0 0 0,0 0 0 0 0,0 0 0 0 0,0 0 0 0 0,0 0 0 0 0,0 0 0 0 0,0 1-1 0 0,0-1 1 0 0,-2 1 0 0 0,0 1 482 0 0,3 4-620 0 0,-2 16-132 0 0,2-16 48 0 0,2 1-14 0 0,6 64 249 0 0,8 23-195 0 0,-3-33-521 0 0,12 10-1317 0 0,-3-20-2859 0 0,-19-48 1896 0 0</inkml:trace>
</inkml:ink>
</file>

<file path=ppt/ink/ink3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3:47.77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57 3584 0 0,'0'0'2394'0'0,"3"-2"-1481"0"0,10-10 2841 0 0,-9 10-3336 0 0,12-3-78 0 0,-12 3 62 0 0,0 1-239 0 0,14-4-81 0 0,-14 3-140 0 0,1 1-139 0 0,14-3-210 0 0,50-12-6419 0 0,-41 11 2304 0 0</inkml:trace>
</inkml:ink>
</file>

<file path=ppt/ink/ink3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3:47.99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17 2164 0 0,'0'0'6539'0'0,"5"-1"-6833"0"0,16-1-57 0 0,-16 2-154 0 0,1-1-173 0 0,1 0 357 0 0,4 0-19 0 0,6-3-2744 0 0,12-2-6 0 0</inkml:trace>
</inkml:ink>
</file>

<file path=ppt/ink/ink3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3:48.1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34 2008 0 0,'0'0'6557'0'0,"5"0"-6364"0"0,56-1-694 0 0,-33-3-2333 0 0,49-16 1 0 0,-53 12 283 0 0</inkml:trace>
</inkml:ink>
</file>

<file path=ppt/ink/ink3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3:48.91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283 607 3652 0 0,'0'0'1415'0'0,"2"-3"-235"0"0,-1-1-981 0 0,0 1-1 0 0,0-1 1 0 0,0 1 0 0 0,-1-1-1 0 0,0 1 1 0 0,1-1 0 0 0,-1 1-1 0 0,0-1 1 0 0,-1 1 0 0 0,1-1-1 0 0,-1 1 1 0 0,1 0-1 0 0,-1-1 1 0 0,0 1 0 0 0,0-1-1 0 0,-1 1 1 0 0,1 0 0 0 0,-1 0-1 0 0,1 0 1 0 0,-1 0-1 0 0,0 0 1 0 0,0 0 0 0 0,-1 0-1 0 0,1 1 1 0 0,-5-5 0 0 0,0 0-61 0 0,0 0 0 0 0,-1 1 1 0 0,0 0-1 0 0,0 0 0 0 0,0 1 1 0 0,-1 0-1 0 0,0 0 0 0 0,-18-6 0 0 0,23 9-49 0 0,-1 1-1 0 0,-17-2-7 0 0,16 2-30 0 0,1 2-13 0 0,-15 1-8 0 0,15-1 0 0 0,1 1 8 0 0,-4 3-28 0 0,1 0 1 0 0,0 0-1 0 0,0 1 0 0 0,0 0 1 0 0,1 1-1 0 0,0-1 0 0 0,0 1 1 0 0,1 0-1 0 0,-1 0 0 0 0,2 1 0 0 0,-1 0 1 0 0,1 0-1 0 0,0 0 0 0 0,1 0 1 0 0,-4 12-1 0 0,6-16 1 0 0,0 2-5 0 0,-3 21 16 0 0,4-21-38 0 0,2 17-24 0 0,-1-18 16 0 0,11 13-19 0 0,-10-14-59 0 0,2-3-1 0 0,-1 0 81 0 0,1 0 1 0 0,0-1 0 0 0,0 1-1 0 0,0-1 1 0 0,-1 0 0 0 0,1 1-1 0 0,0-2 1 0 0,0 1 0 0 0,0 0-1 0 0,0-1 1 0 0,0 0-1 0 0,-1 0 1 0 0,1 0 0 0 0,0 0-1 0 0,-1-1 1 0 0,1 1 0 0 0,-1-1-1 0 0,1 0 1 0 0,-1 0 0 0 0,0 0-1 0 0,5-5 1 0 0,3-5 60 0 0,-1-1 0 0 0,0-1-1 0 0,-1 1 1 0 0,0-1 0 0 0,-1-1 0 0 0,-1 0-1 0 0,-1 0 1 0 0,9-28 0 0 0,1-14 171 0 0,7-61 0 0 0,-20 106-165 0 0,-1-2 55 0 0,0-9-14 0 0,-2-2 56 0 0,-1-10 138 0 0,-1 1-1 0 0,-1 0 0 0 0,-11-45 1 0 0,13 74-206 0 0,-4-17 169 0 0,3 17-198 0 0,0-1 204 0 0,1 2-131 0 0,-4-15-12 0 0,4 14 292 0 0,0 10-400 0 0,-1-1 2 0 0,-2 19 12 0 0,4 8-8 0 0,0 15-21 0 0,2 124 1 0 0,-8 262-1055 0 0,5-410 440 0 0,1-17-136 0 0,0 2-135 0 0,-1 0 437 0 0,0 5 69 0 0,2 5-6061 0 0,0 11 1205 0 0</inkml:trace>
</inkml:ink>
</file>

<file path=ppt/ink/ink3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3:49.43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22 2564 0 0,'0'0'3872'0'0,"1"-4"-3021"0"0,8-14 3057 0 0,-6 20-3624 0 0,10 7-85 0 0,-10-7 55 0 0,-1 2 4 0 0,5 11-52 0 0,-5-11-29 0 0,-1 1-5 0 0,2 15-6 0 0,-2-15-30 0 0,0 0-14 0 0,6 46 160 0 0,-6-47-198 0 0,-1 2-9 0 0,1 17-16 0 0,-1-17 5 0 0,0-1 32 0 0,0 1-76 0 0,-9 34 62 0 0,8-36-60 0 0,1-3-9 0 0,-1 1 1 0 0,1-1-1 0 0,0 0 1 0 0,-1 0-1 0 0,1 0 1 0 0,-1 0-1 0 0,1 0 1 0 0,-1 0-1 0 0,0 0 1 0 0,1 0-1 0 0,-1 0 1 0 0,0 0-1 0 0,-1 1 1 0 0,1-1 911 0 0,0-5-893 0 0,0-1 0 0 0,1 0 0 0 0,0 1 0 0 0,0-1 0 0 0,0 0-1 0 0,1 1 1 0 0,-1-1 0 0 0,1 1 0 0 0,0-1 0 0 0,0 1 0 0 0,1-1 0 0 0,-1 1 0 0 0,1 0 0 0 0,0-1 0 0 0,3-4 0 0 0,3-4 118 0 0,0 0 0 0 0,1 0 0 0 0,0 1 0 0 0,1 0 0 0 0,23-21 0 0 0,-30 30-75 0 0,1 1-9 0 0,0 1-31 0 0,0-1 0 0 0,0 1 0 0 0,0 0 0 0 0,0 0 0 0 0,1 1 0 0 0,-1-1 1 0 0,0 1-1 0 0,1 0 0 0 0,-1 0 0 0 0,5 0 0 0 0,-3 1 11 0 0,-3 4-87 0 0,1 2 20 0 0,0 1 0 0 0,0-1-1 0 0,-1 1 1 0 0,0 0 0 0 0,-1 0-1 0 0,1 0 1 0 0,-1 1 0 0 0,1 10 0 0 0,-1 5-137 0 0,-1 0 1 0 0,-2 28-1 0 0,-2-21-683 0 0,0-1 1 0 0,-3 0-1 0 0,-10 36 0 0 0,-20 35-5889 0 0,18-61 517 0 0</inkml:trace>
</inkml:ink>
</file>

<file path=ppt/ink/ink3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4:05.95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61 112 3728 0 0,'-2'28'6612'0'0,"-3"-29"-6205"0"0,-1-1-90 0 0,1 1 1 0 0,-1-1-1 0 0,0 0 0 0 0,0-1 1 0 0,-7-4-1 0 0,10 5-31 0 0,-6-19 201 0 0,10-26-72 0 0,0 43-387 0 0,1 0-71 0 0,9-11 77 0 0,-8 11-64 0 0,-2 4 35 0 0,0-1 0 0 0,1 1 0 0 0,-1-1-1 0 0,0 1 1 0 0,0-1 0 0 0,1 0 0 0 0,-1 1 0 0 0,0-1 0 0 0,0 0 0 0 0,0 0 0 0 0,0 0-1 0 0,2-2 1 0 0,-2 2 4 0 0,3-2-5 0 0,1 2-77 0 0,15-6 79 0 0,-15 6 32 0 0,1 1-22 0 0,1 0 0 0 0,-1 0 0 0 0,1 1 0 0 0,-1 0 0 0 0,1 1 0 0 0,-1 0 0 0 0,7 2 0 0 0,-11-3-16 0 0,1 0 0 0 0,0 1-1 0 0,-1-1 1 0 0,1 1 0 0 0,-1-1 0 0 0,1 1 0 0 0,-1 0 0 0 0,0 0 0 0 0,0 0 0 0 0,0 0 0 0 0,0 1 0 0 0,0-1 0 0 0,0 0 0 0 0,-1 1 0 0 0,1 0 0 0 0,-1-1 0 0 0,1 1 0 0 0,-1 0 0 0 0,0-1 0 0 0,0 1 0 0 0,0 4 0 0 0,3 11-5 0 0,-3-14-10 0 0,-1 3-19 0 0,1 0 31 0 0,-1-5 3 0 0,0 1 1 0 0,0-1-1 0 0,1 1 1 0 0,-1 0-1 0 0,-1-1 1 0 0,1 1-1 0 0,0-1 1 0 0,-1 1-1 0 0,-1 4 1 0 0,-3 18-11 0 0,-3 10-37 0 0,4-22 0 0 0,-4 2 32 0 0,-21 50-1 0 0,27-61 112 0 0,-8 18 1504 0 0,13-20-1530 0 0,0-1-61 0 0,0 0 0 0 0,1 0 1 0 0,-1 0-1 0 0,0 0 0 0 0,1 0 0 0 0,-1-1 1 0 0,1 0-1 0 0,-1 0 0 0 0,1 0 1 0 0,-1 0-1 0 0,0 0 0 0 0,1 0 0 0 0,-1-1 1 0 0,1 0-1 0 0,-1 0 0 0 0,0 0 1 0 0,1 0-1 0 0,5-3 0 0 0,14-3-43 0 0,168-35-1887 0 0,-20 5-6303 0 0,-137 29 2686 0 0</inkml:trace>
</inkml:ink>
</file>

<file path=ppt/ink/ink3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4:06.87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128 133 2484 0 0,'0'0'4045'0'0,"-6"0"-3502"0"0,-16 0-15 0 0,17 0-38 0 0,0 1-27 0 0,-40 7 1206 0 0,40-8-922 0 0,1-1-567 0 0,-21-6 261 0 0,14-12-165 0 0,11 14-418 0 0,1-7 209 0 0,-1 1 1 0 0,2 0-1 0 0,0-1 1 0 0,6-17-1 0 0,-7 25-36 0 0,0 3-24 0 0,-1-1 1 0 0,1 1-1 0 0,0 0 1 0 0,0-1 0 0 0,0 1-1 0 0,0 0 1 0 0,-1 0-1 0 0,2-1 1 0 0,-1 1-1 0 0,0 0 1 0 0,0 0 0 0 0,0 0-1 0 0,0 0 1 0 0,1 1-1 0 0,-1-1 1 0 0,0 0-1 0 0,1 0 1 0 0,-1 1 0 0 0,1-1-1 0 0,-1 1 1 0 0,3-1-1 0 0,11-8-43 0 0,-9 10 10 0 0,-2 0 15 0 0,0-1 12 0 0,1 1 0 0 0,-1 0 0 0 0,0 0 1 0 0,1 0-1 0 0,-1 0 0 0 0,0 1 0 0 0,0-1 0 0 0,0 1 1 0 0,0 0-1 0 0,0 1 0 0 0,0-1 0 0 0,0 1 0 0 0,-1-1 0 0 0,1 1 1 0 0,-1 0-1 0 0,0 1 0 0 0,0-1 0 0 0,0 0 0 0 0,0 1 1 0 0,4 7-1 0 0,6 29-63 0 0,-12-35 42 0 0,-2 2 18 0 0,-2 11-8 0 0,-1 1 1 0 0,-1-1 0 0 0,-1 0-1 0 0,-1 0 1 0 0,0-1-1 0 0,-1 0 1 0 0,-20 32-1 0 0,19-33 10 0 0,6-12 30 0 0,-7 14 72 0 0,8-15 1050 0 0,4 1-1123 0 0,5 10 9 0 0,-7-14-37 0 0,0 0-1 0 0,0 1 0 0 0,0-1 1 0 0,0 0-1 0 0,0 0 1 0 0,0 0-1 0 0,0 1 0 0 0,0-1 1 0 0,1 0-1 0 0,-1 0 0 0 0,0 0 1 0 0,0 0-1 0 0,0 0 1 0 0,0 1-1 0 0,0-1 0 0 0,1 0 1 0 0,-1 0-1 0 0,0 0 1 0 0,0 0-1 0 0,0 0 0 0 0,0 0 1 0 0,1 0-1 0 0,-1 0 1 0 0,0 1-1 0 0,0-1 0 0 0,0 0 1 0 0,1 0-1 0 0,-1 0 0 0 0,0 0 1 0 0,0 0-1 0 0,0 0 1 0 0,0 0-1 0 0,1 0 0 0 0,-1 0 1 0 0,0 0-1 0 0,0 0 1 0 0,0 0-1 0 0,1 0 0 0 0,-1-1 1 0 0,0 1-1 0 0,0 0 1 0 0,1 0-1 0 0,62-9-1129 0 0,91-26 1 0 0,-10-9-5265 0 0,-105 31 1665 0 0</inkml:trace>
</inkml:ink>
</file>

<file path=ppt/ink/ink3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4:07.78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192 91 3488 0 0,'0'0'4297'0'0,"0"4"-3851"0"0,-3 15-182 0 0,3-14 675 0 0,-4-3-469 0 0,-12 7-25 0 0,11-7-58 0 0,0-1-57 0 0,-16 5-62 0 0,16-5-50 0 0,0 0 1 0 0,-16 2-49 0 0,16-2-15 0 0,-1-1-1 0 0,-15 0 20 0 0,16 0 18 0 0,1-1 17 0 0,-37-13 409 0 0,37 12-528 0 0,3 2-80 0 0,0-1 0 0 0,0 0-1 0 0,0 1 1 0 0,0-1 0 0 0,0 0-1 0 0,0 0 1 0 0,0 0 0 0 0,1 0-1 0 0,-1 0 1 0 0,0 0-1 0 0,1 0 1 0 0,-1 0 0 0 0,0 0-1 0 0,1-1 1 0 0,-1 1 0 0 0,1 0-1 0 0,0 0 1 0 0,-1 0 0 0 0,1-2-1 0 0,-5-17 30 0 0,3 16-25 0 0,4 0-20 0 0,2-13 11 0 0,-3 13 4 0 0,0 4-9 0 0,-1 0 0 0 0,1-1 0 0 0,-1 1 0 0 0,0 0 1 0 0,1-1-1 0 0,-1 1 0 0 0,1 0 0 0 0,-1-1 0 0 0,0 1 0 0 0,0 0 1 0 0,1-1-1 0 0,-1 1 0 0 0,0-1 0 0 0,0 1 0 0 0,1-1 1 0 0,-1 1-1 0 0,0-1 0 0 0,0 1 0 0 0,0-1 0 0 0,0 1 0 0 0,0-1 1 0 0,0 1-1 0 0,0-2 0 0 0,0 2 1 0 0,0-1-1 0 0,1 1 1 0 0,-1-1-1 0 0,0 1 1 0 0,0 0-1 0 0,0-1 1 0 0,0 1-1 0 0,0-1 1 0 0,0 1-1 0 0,1-1 1 0 0,-1 1-1 0 0,0-1 1 0 0,0 1-1 0 0,1-1 1 0 0,-1 1-1 0 0,0 0 1 0 0,0-1-1 0 0,1 1 1 0 0,-1 0-1 0 0,1-1 1 0 0,-1 1-1 0 0,0 0 1 0 0,2-1-1 0 0,-1 0-1 0 0,1 0 0 0 0,0 0-1 0 0,-1 0 1 0 0,1 0 0 0 0,-1-1-1 0 0,0 1 1 0 0,1 0 0 0 0,-1-1-1 0 0,0 1 1 0 0,2-4 0 0 0,1 2-6 0 0,0 1-17 0 0,12-7 28 0 0,-12 7 10 0 0,1 1-13 0 0,-1 0 1 0 0,1 0-1 0 0,0 1 1 0 0,0 0-1 0 0,0 0 0 0 0,-1 0 1 0 0,1 0-1 0 0,0 1 1 0 0,9 1-1 0 0,-12-1 4 0 0,2-1-1 0 0,1 1 0 0 0,-1 0-1 0 0,0 0 1 0 0,0 0 0 0 0,0 0-1 0 0,0 1 1 0 0,0 0 0 0 0,0 0-1 0 0,0 0 1 0 0,-1 0 0 0 0,1 0 0 0 0,6 6-1 0 0,15 17-14 0 0,-23-20 8 0 0,1-2-9 0 0,-2 2-2 0 0,1 1 10 0 0,0 0 0 0 0,-1 0 0 0 0,1 0 0 0 0,-1 0 1 0 0,-1 0-1 0 0,1 1 0 0 0,-1-1 0 0 0,0 0 0 0 0,-1 0 0 0 0,-1 11 0 0 0,-6 10 17 0 0,-17 45 0 0 0,21-61-5 0 0,2-8 15 0 0,-7 20 467 0 0,10-22-487 0 0,0 0 0 0 0,-1 0 0 0 0,1 0-1 0 0,0 0 1 0 0,-1 0 0 0 0,1 0 0 0 0,0 0 0 0 0,0 0 0 0 0,0 0 0 0 0,0 0 0 0 0,0-1 0 0 0,0 1 0 0 0,0 0 0 0 0,0-1 0 0 0,0 1 0 0 0,0-1 0 0 0,0 1 0 0 0,0-1 0 0 0,0 0 0 0 0,3 1 0 0 0,146-23-629 0 0,-94 12-66 0 0,201-38-7471 0 0,-206 37 3315 0 0</inkml:trace>
</inkml:ink>
</file>

<file path=ppt/ink/ink3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5:07.86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226 40 2652 0 0,'0'0'2543'0'0,"-1"-5"-1616"0"0,-4-19 1280 0 0,-16 14 596 0 0,15 10-2417 0 0,-2 1-197 0 0,0 0 0 0 0,0 0 0 0 0,0 1 0 0 0,-7 3-1 0 0,12-4-41 0 0,2 0-138 0 0,1-1-1 0 0,-1 0 1 0 0,1 0-1 0 0,-1 0 1 0 0,1 1-1 0 0,-1-1 1 0 0,1 0-1 0 0,0 0 1 0 0,-1 1-1 0 0,1-1 1 0 0,-1 1-1 0 0,1-1 1 0 0,0 0-1 0 0,-1 1 0 0 0,1-1 1 0 0,0 1-1 0 0,0-1 1 0 0,-1 0-1 0 0,1 1 1 0 0,0-1-1 0 0,0 1 1 0 0,0-1-1 0 0,-1 1 1 0 0,1-1-1 0 0,0 1 1 0 0,0 0-1 0 0,0 0-2 0 0,0-1 1 0 0,0 1-1 0 0,0-1 0 0 0,0 1 0 0 0,-1-1 0 0 0,1 1 0 0 0,0-1 0 0 0,0 1 1 0 0,0-1-1 0 0,-1 0 0 0 0,1 1 0 0 0,0-1 0 0 0,-1 1 0 0 0,1-1 0 0 0,0 0 0 0 0,-1 1 1 0 0,1-1-1 0 0,0 1 0 0 0,-1-1 0 0 0,1 0 0 0 0,-1 0 0 0 0,1 1 0 0 0,-1-1 0 0 0,1 0 1 0 0,-1 0-1 0 0,0 1 0 0 0,-1 3 73 0 0,-9 14 17 0 0,9-14-4 0 0,0 1-10 0 0,-2 16-9 0 0,3-16-18 0 0,1 0-19 0 0,6 30 49 0 0,-5-33-90 0 0,0 1 0 0 0,0-1 0 0 0,0 0 0 0 0,0 1 0 0 0,0-1 0 0 0,0 0 0 0 0,1 0 0 0 0,-1 0 0 0 0,1 0 0 0 0,-1 0 0 0 0,1 0 0 0 0,0 0 0 0 0,0-1 0 0 0,0 1 0 0 0,0-1 0 0 0,3 3 0 0 0,124 46-719 0 0,-125-48 645 0 0,0 0 11 0 0,23 22-89 0 0,-26-23 162 0 0,0 0-1 0 0,0 0 1 0 0,0 0 0 0 0,0 1 0 0 0,-1-1 0 0 0,1 0 0 0 0,0 0 0 0 0,0 1-1 0 0,-1-1 1 0 0,1 1 0 0 0,-1-1 0 0 0,0 0 0 0 0,1 1 0 0 0,-1-1 0 0 0,0 1-1 0 0,0-1 1 0 0,0 1 0 0 0,0-1 0 0 0,0 1 0 0 0,0-1 0 0 0,0 1 0 0 0,0-1-1 0 0,-1 0 1 0 0,1 1 0 0 0,0-1 0 0 0,-1 1 0 0 0,1-1 0 0 0,-1 0 0 0 0,-1 2-1 0 0,-7 10 49 0 0,-2-1 0 0 0,0 0-1 0 0,0-1 1 0 0,-1 0 0 0 0,-1-1-1 0 0,0-1 1 0 0,0 1-1 0 0,-1-2 1 0 0,0 0 0 0 0,0-1-1 0 0,-26 10 1 0 0,8-10-393 0 0,27-6 44 0 0,-2-1-102 0 0,4 1 341 0 0,0-1-132 0 0,-1 1 0 0 0,1-1 0 0 0,-1 0-1 0 0,1 0 1 0 0,0-1 0 0 0,-1 1 0 0 0,1 0 0 0 0,0-1 0 0 0,0 0-1 0 0,-1 0 1 0 0,1 0 0 0 0,0 0 0 0 0,0-1 0 0 0,-5-2 0 0 0,-21-22-4910 0 0</inkml:trace>
</inkml:ink>
</file>

<file path=ppt/ink/ink3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5:09.16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4 134 4204 0 0,'0'0'1443'0'0,"-1"-5"-225"0"0,-2-20 5192 0 0,4 31-6264 0 0,0-1-133 0 0,0 6-44 0 0,1-1 0 0 0,0 1 0 0 0,1-1 0 0 0,0 0 0 0 0,0 0 0 0 0,1 0 0 0 0,1 0 0 0 0,7 14 0 0 0,-8-20-81 0 0,-1 1 0 0 0,1-1 0 0 0,0 0 0 0 0,0 1 0 0 0,0-2 0 0 0,0 1 0 0 0,1 0 0 0 0,0-1 0 0 0,-1 0 0 0 0,1 0 0 0 0,1 0 0 0 0,-1-1 0 0 0,0 0 0 0 0,0 0-1 0 0,1 0 1 0 0,6 1 0 0 0,-6-2 63 0 0,15-15 64 0 0,-16 11 47 0 0,-3-1 27 0 0,17-44 465 0 0,-17 43-413 0 0,-2 0 123 0 0,2-17 56 0 0,-1 16 331 0 0,-1 1-303 0 0,-2-54 2353 0 0,2 60-2698 0 0,0 0 0 0 0,0 0-1 0 0,0-1 1 0 0,1 1 0 0 0,-1 0-1 0 0,0 0 1 0 0,0-1 0 0 0,0 1-1 0 0,1 0 1 0 0,-1-1 0 0 0,0 1-1 0 0,1 0 1 0 0,-1-1 0 0 0,1 1-1 0 0,-1-1 1 0 0,1 1 0 0 0,-1-1-1 0 0,1 1 1 0 0,0 0 0 0 0,11 15 54 0 0,-8-8-346 0 0,1 0 0 0 0,0 1 0 0 0,1-2-1 0 0,0 1 1 0 0,0-1 0 0 0,0 0-1 0 0,1 0 1 0 0,0 0 0 0 0,1-1-1 0 0,-1 0 1 0 0,13 7 0 0 0,-16-11-459 0 0,2-1-23 0 0,-6 0 917 0 0,26 6-1796 0 0,-24-6 1437 0 0,0-1 1 0 0,0 0 0 0 0,-1 1-1 0 0,1-1 1 0 0,0 0-1 0 0,0 0 1 0 0,0 0-1 0 0,0 0 1 0 0,0-1-1 0 0,0 1 1 0 0,0 0-1 0 0,0-1 1 0 0,-1 0-1 0 0,1 1 1 0 0,0-1-1 0 0,0 0 1 0 0,2-1 0 0 0,7-8 142 0 0,-8 8 187 0 0,-2-4 104 0 0,0-14 67 0 0,-1 15 10 0 0,-1-1 18 0 0,-2-16 6 0 0,2 17-44 0 0,0-2-6 0 0,0-19-28 0 0,1 20 0 0 0,1 0 20 0 0,7-49 788 0 0,-7 50-493 0 0,2 1-275 0 0,-3 2-159 0 0,1 1 0 0 0,-1-1 1 0 0,1 0-1 0 0,0 1 1 0 0,0-1-1 0 0,-1 0 1 0 0,1 1-1 0 0,0-1 0 0 0,3-2 1 0 0,16 5 225 0 0,-16 0-286 0 0,1-1 124 0 0,-4 1-161 0 0,0 1 0 0 0,0 0 0 0 0,1-1 0 0 0,-1 0 0 0 0,0 1-1 0 0,0-1 1 0 0,1 0 0 0 0,-1 1 0 0 0,1-1 0 0 0,1 1 0 0 0,4 6 40 0 0,-1 0-1 0 0,-1 0 1 0 0,1 0 0 0 0,-2 1-1 0 0,1 0 1 0 0,-1 0 0 0 0,6 18 0 0 0,-6-16-53 0 0,-3-6 4 0 0,1 0 4 0 0,5 16-5 0 0,-5-16 29 0 0,-1 0 35 0 0,4 14 62 0 0,-4-14 2030 0 0,-4-8-2022 0 0,-9-12-87 0 0,9 12-21 0 0,3-2-12 0 0,-4-16-17 0 0,3 16 4 0 0,1-1 26 0 0,0-20-15 0 0,0 20-30 0 0,1 2-10 0 0,3-14-5 0 0,-4 14-16 0 0,2 0-20 0 0,5-12 13 0 0,-5 11 15 0 0,0 5 10 0 0,-1-1 11 0 0,1 0 0 0 0,-1 0 1 0 0,1 0-1 0 0,-1 0 0 0 0,0 0 0 0 0,1 0 1 0 0,-1 0-1 0 0,0 0 0 0 0,1 0 0 0 0,1-3 0 0 0,-3 3 0 0 0,4-2-20 0 0,1 3 72 0 0,2 0-54 0 0,0 0-1 0 0,0 0 1 0 0,-1 1-1 0 0,1 0 1 0 0,8 2-1 0 0,-10-1 6 0 0,-4-2-1 0 0,-1 0 0 0 0,1 0 1 0 0,-1 0-1 0 0,1 0 0 0 0,0 1 0 0 0,-1-1 1 0 0,1 0-1 0 0,-1 0 0 0 0,1 1 0 0 0,0-1 1 0 0,-1 0-1 0 0,1 1 0 0 0,-1-1 0 0 0,1 0 1 0 0,-1 1-1 0 0,1-1 0 0 0,-1 1 1 0 0,0-1-1 0 0,1 1 0 0 0,-1-1 0 0 0,1 1 1 0 0,-1-1-1 0 0,0 1 0 0 0,0-1 0 0 0,1 2 1 0 0,-1-2-1 0 0,1 1 0 0 0,-1 0 0 0 0,0-1 0 0 0,0 1 1 0 0,1-1-1 0 0,-1 1 0 0 0,0-1 0 0 0,1 1 0 0 0,-1-1 1 0 0,1 1-1 0 0,-1-1 0 0 0,1 0 0 0 0,-1 1 0 0 0,1-1 1 0 0,-1 1-1 0 0,1-1 0 0 0,-1 0 0 0 0,1 0 0 0 0,-1 1 1 0 0,1-1-1 0 0,0 0 0 0 0,-1 0 0 0 0,1 0 0 0 0,0 0 1 0 0,0 1-1 0 0,3 2 2 0 0,10 13 3 0 0,-11-12 0 0 0,0-1-5 0 0,9 13 4 0 0,-9-13-7 0 0,7 17 138 0 0,0-3 504 0 0,-30-55-405 0 0,18 33-223 0 0,1 0 8 0 0,-3-13 1 0 0,4 13 52 0 0,-1 0-60 0 0,-1-16-12 0 0,1 16-31 0 0,3 0-48 0 0,5-15 55 0 0,-5 16 1 0 0,-1 3 20 0 0,1-1 1 0 0,-1 1-1 0 0,1 0 0 0 0,-1 0 1 0 0,1 0-1 0 0,-1-1 0 0 0,0 1 1 0 0,0-1-1 0 0,0 1 0 0 0,2-3 1 0 0,0 1-25 0 0,-3 3 25 0 0,1 0 1 0 0,-1 0-1 0 0,0 0 1 0 0,1 0-1 0 0,-1 1 0 0 0,1-1 1 0 0,-1 0-1 0 0,1 0 1 0 0,-1 0-1 0 0,1 0 0 0 0,-1 0 1 0 0,0-1-1 0 0,1 1 1 0 0,-1 0-1 0 0,1 0 1 0 0,-1 0-1 0 0,1 0 0 0 0,-1 0 1 0 0,0-1-1 0 0,1 1 1 0 0,-1 0-1 0 0,1 0 0 0 0,-1-1 1 0 0,0 1-1 0 0,1 0 1 0 0,0-1-1 0 0,-1 0 3 0 0,1 0 0 0 0,0 1 0 0 0,0-1 0 0 0,0 1 0 0 0,0-1 0 0 0,-1 1 0 0 0,1-1 0 0 0,0 1 0 0 0,0-1 0 0 0,0 1 0 0 0,0 0 0 0 0,0-1 0 0 0,0 1 0 0 0,0 0 0 0 0,1 0 1 0 0,-1 0-1 0 0,0 0 0 0 0,1 0 0 0 0,4 0 4 0 0,0 0 1 0 0,0 1 0 0 0,-1 0 0 0 0,1 0 0 0 0,0 0 0 0 0,-1 0 0 0 0,1 1 0 0 0,-1 0 0 0 0,1 0 0 0 0,-1 1 0 0 0,0-1-1 0 0,0 1 1 0 0,6 5 0 0 0,30 37-354 0 0,-33-34 202 0 0,-7-10 132 0 0,0 1-1 0 0,1-1 0 0 0,-1 1 0 0 0,0 0 1 0 0,0-1-1 0 0,0 1 0 0 0,-1 0 1 0 0,1 0-1 0 0,0 0 0 0 0,-1 0 0 0 0,1 2 1 0 0,3 9-241 0 0,6 53-1630 0 0,-12-31-97 0 0,0-27 1479 0 0,2-5 172 0 0,0-1-1 0 0,-1 1 1 0 0,1-1-1 0 0,0 0 1 0 0,-1 1-1 0 0,1-1 1 0 0,-1 0-1 0 0,0 1 1 0 0,0-1 0 0 0,0 0-1 0 0,0 0 1 0 0,-2 3-1 0 0,-1 1-1057 0 0</inkml:trace>
</inkml:ink>
</file>

<file path=ppt/ink/ink3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5:10.39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186 590 3132 0 0,'-1'-12'797'0'0,"-1"1"-1"0"0,0-1 1 0 0,-1 1-1 0 0,0 0 1 0 0,0 0-1 0 0,-2 0 1 0 0,1 0-1 0 0,-1 1 1 0 0,-10-14-1 0 0,13 20-288 0 0,-11-14 373 0 0,10 15-504 0 0,-16-5 247 0 0,16 6-172 0 0,-2 2-278 0 0,-14 3-21 0 0,15-3-49 0 0,-1 3-20 0 0,0 2-41 0 0,-1-1 0 0 0,1 1 0 0 0,1 0 0 0 0,-1 0 0 0 0,0 1 1 0 0,1-1-1 0 0,0 1 0 0 0,1 0 0 0 0,-1 0 0 0 0,-5 13 0 0 0,6-11-61 0 0,0 0 0 0 0,1 1 1 0 0,0-1-1 0 0,0 0 0 0 0,0 1 0 0 0,1 0 0 0 0,1-1 0 0 0,-1 1 0 0 0,1 0 1 0 0,1 0-1 0 0,0-1 0 0 0,0 1 0 0 0,0-1 0 0 0,1 1 0 0 0,1-1 1 0 0,3 10-1 0 0,-4-14-48 0 0,0-1 1 0 0,0 1-1 0 0,0 0 0 0 0,1-1 1 0 0,0 0-1 0 0,-1 0 1 0 0,1 0-1 0 0,0 0 0 0 0,0 0 1 0 0,1 0-1 0 0,4 3 1 0 0,-3-3-33 0 0,-2-1 72 0 0,1 0 0 0 0,-1 0 0 0 0,1-1 0 0 0,0 1 0 0 0,0-1 0 0 0,0 1 0 0 0,0-1 0 0 0,0-1 0 0 0,0 1 0 0 0,0 0 0 0 0,8-1 0 0 0,-8 0 11 0 0,3 1 29 0 0,0-2-1 0 0,1 1 0 0 0,-1-1 1 0 0,0 0-1 0 0,0 0 0 0 0,0-1 0 0 0,8-2 1 0 0,-8 2 7 0 0,8-1 75 0 0,-13 3-86 0 0,0 0 0 0 0,0-1 0 0 0,0 1 0 0 0,0-1 0 0 0,0 0 1 0 0,-1 0-1 0 0,1 1 0 0 0,0-1 0 0 0,0 0 0 0 0,0 0 0 0 0,-1-1 0 0 0,3-1 1 0 0,3-2 62 0 0,0 1-9 0 0,0-1-1 0 0,0 0 1 0 0,-1 0-1 0 0,1-1 1 0 0,-1 0-1 0 0,8-11 1 0 0,-12 14-45 0 0,0 0 0 0 0,0-1 0 0 0,-1 1 0 0 0,1 0 0 0 0,-1 0 0 0 0,0-1-1 0 0,0 1 1 0 0,0-1 0 0 0,-1 1 0 0 0,1-1 0 0 0,-1 1 0 0 0,0-1 0 0 0,0 0 0 0 0,0 1 0 0 0,0-1 0 0 0,-1 1 0 0 0,1-1 0 0 0,-1 1 0 0 0,0-1-1 0 0,0 1 1 0 0,-2-5 0 0 0,0 1 7 0 0,0 0-1 0 0,0 0 0 0 0,-1 0 1 0 0,0 0-1 0 0,0 1 1 0 0,-1-1-1 0 0,0 1 0 0 0,0 1 1 0 0,0-1-1 0 0,0 0 0 0 0,-1 1 1 0 0,0 0-1 0 0,0 1 1 0 0,-1-1-1 0 0,1 1 0 0 0,-1 1 1 0 0,-14-7-1 0 0,17 9-19 0 0,0 0 1 0 0,0 1-1 0 0,1-1 0 0 0,-1 1 1 0 0,0 0-1 0 0,0 0 0 0 0,0 0 1 0 0,0 0-1 0 0,0 1 0 0 0,0-1 0 0 0,1 1 1 0 0,-1 0-1 0 0,-4 2 0 0 0,6-2-4 0 0,-2 0-24 0 0,2 2 51 0 0,0-2-27 0 0,1 1 0 0 0,0-1 1 0 0,0 1-1 0 0,0-1 0 0 0,0 1 1 0 0,1 0-1 0 0,-1-1 0 0 0,0 1 1 0 0,1 0-1 0 0,-1 0 1 0 0,1-1-1 0 0,-1 1 0 0 0,1 0 1 0 0,0 0-1 0 0,0 0 0 0 0,0 0 1 0 0,0-1-1 0 0,0 1 0 0 0,0 0 1 0 0,0 0-1 0 0,1 0 0 0 0,-1-1 1 0 0,0 1-1 0 0,1 0 0 0 0,0 0 1 0 0,1 2-1 0 0,2 0-81 0 0,0 1 1 0 0,1-1-1 0 0,-1 0 1 0 0,1-1-1 0 0,0 1 0 0 0,0-1 1 0 0,0 0-1 0 0,0-1 1 0 0,1 1-1 0 0,-1-1 0 0 0,1 0 1 0 0,-1 0-1 0 0,1 0 1 0 0,0-1-1 0 0,0 0 0 0 0,0 0 1 0 0,0-1-1 0 0,0 0 1 0 0,6 0-1 0 0,-4 1 6 0 0,-5 0 40 0 0,0-1-1 0 0,1 0 1 0 0,-1 0 0 0 0,0 0-1 0 0,1 0 1 0 0,-1 0-1 0 0,0-1 1 0 0,0 1 0 0 0,6-3-1 0 0,11-1-42 0 0,0-1-1 0 0,0-1 1 0 0,-1-1-1 0 0,35-18 1 0 0,-45 20 97 0 0,-1 0 1 0 0,1-1 0 0 0,-1 0 0 0 0,-1 0 0 0 0,1-1 0 0 0,-1 0 0 0 0,0 0 0 0 0,-1-1 0 0 0,0 0 0 0 0,0 0-1 0 0,-1-1 1 0 0,0 1 0 0 0,5-12 0 0 0,-5 7 52 0 0,-1 0 0 0 0,0-1-1 0 0,-1 1 1 0 0,0-1 0 0 0,-1 0-1 0 0,-1 0 1 0 0,0 0 0 0 0,0 0 0 0 0,-2 0-1 0 0,0 0 1 0 0,0 0 0 0 0,-7-25-1 0 0,3 20 162 0 0,-1 1 0 0 0,-1 0-1 0 0,0 0 1 0 0,-1 0 0 0 0,-1 1-1 0 0,-1 1 1 0 0,0-1 0 0 0,-20-21-1 0 0,30 37-203 0 0,-1-1-1 0 0,0 1 1 0 0,0 0-1 0 0,0 0 1 0 0,0 0-1 0 0,0 0 0 0 0,0 1 1 0 0,0-1-1 0 0,0 0 1 0 0,0 0-1 0 0,0 1 0 0 0,-1-1 1 0 0,-2-1-1 0 0,1 1 63 0 0,-1-1 231 0 0,-19 4 147 0 0,15 3-200 0 0,0 7-180 0 0,2 0-1 0 0,0-1 0 0 0,0 2 0 0 0,1-1 0 0 0,0 1 1 0 0,2 0-1 0 0,-1 0 0 0 0,1 0 0 0 0,1 0 0 0 0,-1 18 1 0 0,0 17 101 0 0,7 78 0 0 0,10 24-659 0 0,7-1-1 0 0,6-1 1 0 0,59 183 0 0 0,-75-300-1445 0 0,-9-26 783 0 0,0-1-107 0 0,4 9 422 0 0</inkml:trace>
</inkml:ink>
</file>

<file path=ppt/ink/ink3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5:10.56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25 195 3568 0 0,'-24'-39'5765'0'0,"33"10"-4930"0"0,-9 28-813 0 0,0 0 1 0 0,1 0-1 0 0,-1 0 1 0 0,1 0 0 0 0,-1 0-1 0 0,1 0 1 0 0,-1 0-1 0 0,1 0 1 0 0,0 0 0 0 0,-1 0-1 0 0,1 0 1 0 0,0 1 0 0 0,0-1-1 0 0,0 0 1 0 0,0 0-1 0 0,-1 1 1 0 0,1-1 0 0 0,0 1-1 0 0,0-1 1 0 0,0 1-1 0 0,0-1 1 0 0,3 0 0 0 0,-3 1 43 0 0,15-9-76 0 0,0 0 1 0 0,0 2 0 0 0,1 0 0 0 0,0 1-1 0 0,0 0 1 0 0,21-3 0 0 0,9-3-1222 0 0,24-20-4041 0 0,-48 21 1126 0 0</inkml:trace>
</inkml:ink>
</file>

<file path=ppt/ink/ink3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5:11.56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237 141 3344 0 0,'5'-26'1640'0'0,"-4"21"-325"0"0,-1-2-292 0 0,-1 2-910 0 0,1 1 116 0 0,0-1 1 0 0,-1 1 0 0 0,1-1-1 0 0,-1 1 1 0 0,0-1-1 0 0,-1 1 1 0 0,1 0 0 0 0,-1-1-1 0 0,0 1 1 0 0,0 0 0 0 0,-5-7-1 0 0,-25-19 1298 0 0,29 27-1109 0 0,-3 2-41 0 0,2 0-347 0 0,1 0 33 0 0,0 1 0 0 0,0-1-1 0 0,-1 0 1 0 0,1 1 0 0 0,0 0 0 0 0,-1-1 0 0 0,1 1 0 0 0,-1 1 0 0 0,1-1 0 0 0,0 0-1 0 0,-1 1 1 0 0,1 0 0 0 0,0 0 0 0 0,0 0 0 0 0,-4 1 0 0 0,-2 3-8 0 0,0 0 1 0 0,1 0 0 0 0,0 0-1 0 0,0 1 1 0 0,0 0-1 0 0,1 1 1 0 0,0 0 0 0 0,0 0-1 0 0,1 0 1 0 0,-9 13-1 0 0,0 4 9 0 0,13-21-34 0 0,0 2-26 0 0,-6 15-18 0 0,6-15 77 0 0,2 0-38 0 0,3 16-29 0 0,-3-16 14 0 0,3-1-23 0 0,2 1-17 0 0,0-1 1 0 0,1 1-1 0 0,-1-1 0 0 0,1 0 1 0 0,0 0-1 0 0,0 0 0 0 0,0-1 1 0 0,0 0-1 0 0,1 0 1 0 0,0 0-1 0 0,-1-1 0 0 0,1 0 1 0 0,0-1-1 0 0,7 2 0 0 0,42 7-28 0 0,-32-6 48 0 0,45 13 0 0 0,-65-15-4 0 0,0 1 7 0 0,10 9 12 0 0,-14-12-3 0 0,1 1 1 0 0,0 0-1 0 0,0-1 1 0 0,-1 1 0 0 0,1 0-1 0 0,0 0 1 0 0,-1-1-1 0 0,1 1 1 0 0,-1 0 0 0 0,1 0-1 0 0,-1 0 1 0 0,0 0-1 0 0,1 0 1 0 0,-1 0-1 0 0,0 0 1 0 0,1 0 0 0 0,-1 0-1 0 0,0 0 1 0 0,0 0-1 0 0,0 2 1 0 0,0-1 11 0 0,1 2 46 0 0,-2 0 10 0 0,-1 4 2 0 0,0-1 0 0 0,-1 0 0 0 0,0 0 0 0 0,0 0 0 0 0,-1 0 0 0 0,0 0 0 0 0,0-1 0 0 0,-6 8 0 0 0,3-6-24 0 0,-1-1 0 0 0,1 1 1 0 0,-2-1-1 0 0,1 0 0 0 0,-15 8 1 0 0,-18 2-157 0 0,37-16-57 0 0,-2-1-61 0 0,-37-2-1069 0 0,40 2 1156 0 0,0-1-1 0 0,0 0 1 0 0,0 0 0 0 0,0 0-1 0 0,1 0 1 0 0,-1 0 0 0 0,0 0-1 0 0,1-1 1 0 0,-1 1 0 0 0,1-1-1 0 0,-1 0 1 0 0,1 1 0 0 0,0-1-1 0 0,-1 0 1 0 0,1-1 0 0 0,-2-2-1 0 0,-2-6-1186 0 0,1 0 0 0 0,0-1-1 0 0,1 1 1 0 0,-3-14-1 0 0</inkml:trace>
</inkml:ink>
</file>

<file path=ppt/ink/ink3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5:12.30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132 152 3592 0 0,'4'-8'1038'0'0,"0"-1"0"0"0,0 0 0 0 0,4-17 0 0 0,-7 21-343 0 0,-2-1 5 0 0,-13-45 1512 0 0,11 46-1791 0 0,0 1-47 0 0,0 0-234 0 0,0 1-1 0 0,-1-1 1 0 0,1 1 0 0 0,-1 0 0 0 0,0 0 0 0 0,0 1 0 0 0,-4-3 0 0 0,4 3-60 0 0,0 4 12 0 0,-4 5-57 0 0,1-1 0 0 0,0 1 0 0 0,0 1 0 0 0,0-1 0 0 0,1 1 0 0 0,0 0 0 0 0,1 1 0 0 0,-1-1 0 0 0,2 1-1 0 0,-1 0 1 0 0,1 0 0 0 0,-3 13 0 0 0,0 3-75 0 0,7-19 21 0 0,-1-1-66 0 0,1 2-58 0 0,-3 18-95 0 0,3-19 81 0 0,1-1 6 0 0,2 16-20 0 0,-2-16-7 0 0,1 0-119 0 0,0-1 272 0 0,5 15 30 0 0,-3-18 120 0 0,13 2 30 0 0,-12-2 230 0 0,-2-4-189 0 0,4-6 90 0 0,0 0 1 0 0,-1-1 0 0 0,0 0-1 0 0,-1 0 1 0 0,6-12 0 0 0,6-22 458 0 0,-15 40-517 0 0,0 0-153 0 0,-2 4-75 0 0,10-13 140 0 0,-9 13-134 0 0,0 0-1 0 0,0 1 0 0 0,0-1 0 0 0,0 0 0 0 0,0 1 0 0 0,0-1 1 0 0,0 0-1 0 0,0 1 0 0 0,-1-1 0 0 0,1 1 0 0 0,0-1 1 0 0,0 1-1 0 0,0 0 0 0 0,-1-1 0 0 0,1 1 0 0 0,0 0 1 0 0,-1 0-1 0 0,1-1 0 0 0,-1 1 0 0 0,1 0 0 0 0,-1 0 0 0 0,1 0 1 0 0,-1 0-1 0 0,0-1 0 0 0,1 3 0 0 0,20 40 36 0 0,-1 0 1 0 0,-3 2-1 0 0,16 61 0 0 0,4 10-42 0 0,43 139-143 0 0,-55-172-809 0 0,-23-79 796 0 0,-2-3 18 0 0,0 0 126 0 0,0-1-1 0 0,0 1 0 0 0,0 0 0 0 0,1 0 0 0 0,-1-1 0 0 0,0 1 0 0 0,0 0 0 0 0,1-1 0 0 0,-1 1 1 0 0,1-1-1 0 0,-1 1 0 0 0,1 0 0 0 0,-1-1 0 0 0,1 1 0 0 0,-1-1 0 0 0,1 1 0 0 0,-1-1 0 0 0,1 1 1 0 0,-1-1-1 0 0,1 0 0 0 0,0 1 0 0 0,0-1 0 0 0,-1-34-144 0 0,-2 0 1 0 0,-8-41-1 0 0,-2-29-718 0 0,8 15-1021 0 0,4 59 576 0 0,7-47 0 0 0,-5 63 411 0 0,1 1 1 0 0,0-1-1 0 0,1 1 1 0 0,1 0-1 0 0,0 0 0 0 0,11-19 1 0 0,-2 7-1544 0 0</inkml:trace>
</inkml:ink>
</file>

<file path=ppt/ink/ink3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5:13.23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 15 3472 0 0,'0'0'1168'0'0,"-2"-4"-145"0"0,2 4-878 0 0,0-1 1 0 0,0 1 0 0 0,0-1 0 0 0,0 1 0 0 0,0-1 0 0 0,0 1 0 0 0,-1-1 0 0 0,1 1-1 0 0,0-1 1 0 0,0 1 0 0 0,0-1 0 0 0,-1 1 0 0 0,1 0 0 0 0,0-1 0 0 0,-1 1 0 0 0,1-1 0 0 0,0 1-1 0 0,-1 0 1 0 0,1-1 0 0 0,-1 1 0 0 0,1 0 0 0 0,-1-1 0 0 0,1 1 0 0 0,0 0 0 0 0,-1 0 0 0 0,1 0-1 0 0,-1-1 1 0 0,0 1 0 0 0,-10 11 1376 0 0,11-11-1548 0 0,-3 4 225 0 0,3 2-7 0 0,-3 61 504 0 0,6-9-246 0 0,-3-53-341 0 0,1 0-15 0 0,12 45 32 0 0,-11-45-169 0 0,-1-4 20 0 0,-1 0-1 0 0,1 0 1 0 0,-1 0 0 0 0,1 0 0 0 0,-1 0 0 0 0,1 0-1 0 0,0 0 1 0 0,0 0 0 0 0,-1-1 0 0 0,1 1-1 0 0,0 0 1 0 0,0 0 0 0 0,0-1 0 0 0,0 1-1 0 0,0-1 1 0 0,0 1 0 0 0,0-1 0 0 0,0 1 0 0 0,0-1-1 0 0,0 1 1 0 0,0-1 0 0 0,0 0 0 0 0,3 0-1 0 0,17 5-180 0 0,-16-5 121 0 0,0-1 28 0 0,1 0 81 0 0,0-1 1 0 0,-1 0 0 0 0,1 0-1 0 0,-1 0 1 0 0,0 0-1 0 0,1-1 1 0 0,-1 0-1 0 0,0 0 1 0 0,-1 0 0 0 0,1-1-1 0 0,-1 0 1 0 0,1 0-1 0 0,-1 0 1 0 0,0 0 0 0 0,0-1-1 0 0,-1 1 1 0 0,1-1-1 0 0,-1 0 1 0 0,0 0 0 0 0,-1 0-1 0 0,1-1 1 0 0,-1 1-1 0 0,2-7 1 0 0,11-38 453 0 0,-14 46-262 0 0,0-1 2 0 0,2-16 4 0 0,-2 16 177 0 0,0 0-213 0 0,1-16-50 0 0,-1 16 678 0 0,-2 9-848 0 0,0 15 119 0 0,1-15-23 0 0,0 2 1 0 0,4 56-60 0 0,-3-57-197 0 0,0 0-1 0 0,0 0 1 0 0,0 0 0 0 0,1 0-1 0 0,0 0 1 0 0,0-1 0 0 0,0 1-1 0 0,0-1 1 0 0,1 1 0 0 0,0-1-1 0 0,0 0 1 0 0,0 0 0 0 0,0 0-1 0 0,0 0 1 0 0,1 0 0 0 0,0-1-1 0 0,0 0 1 0 0,0 0 0 0 0,0 0-1 0 0,0 0 1 0 0,1 0 0 0 0,-1-1-1 0 0,1 0 1 0 0,9 3 0 0 0,-8-3-137 0 0,0 0 1 0 0,1-1 0 0 0,-1 1 0 0 0,0-1-1 0 0,11 0 1 0 0,-6 0 10 0 0,-5-1 195 0 0,0 0-1 0 0,-1 0 1 0 0,1-1 0 0 0,0 1-1 0 0,0-1 1 0 0,0 0-1 0 0,6-3 1 0 0,-6 2 81 0 0,0 1 136 0 0,0-1 1 0 0,0 0-1 0 0,0-1 1 0 0,0 1-1 0 0,-1-1 1 0 0,1-1-1 0 0,-1 1 1 0 0,0-1-1 0 0,0 0 1 0 0,0 0-1 0 0,0 0 1 0 0,0 0-1 0 0,-1-1 1 0 0,0 0-1 0 0,0 0 1 0 0,-1 0-1 0 0,1-1 1 0 0,-1 1 0 0 0,0-1-1 0 0,4-10 1 0 0,-1-5 281 0 0,-6 16-270 0 0,1 1 220 0 0,-1-2-9 0 0,3-18-5 0 0,-3 18-16 0 0,0 1-7 0 0,-10-42 648 0 0,8 43-435 0 0,-19 10-594 0 0,16-4 116 0 0,0 0 66 0 0,5-1-82 0 0,-1 1 0 0 0,1-1 1 0 0,0 1-1 0 0,-1-1 1 0 0,1 1-1 0 0,-1-1 0 0 0,1 1 1 0 0,-1-1-1 0 0,0 0 1 0 0,1 1-1 0 0,-1-1 1 0 0,-1 2-1 0 0,-1 0 9 0 0,1 2 33 0 0,1 0-16 0 0,-3 18-26 0 0,2-17-44 0 0,2 0-28 0 0,-2 54-616 0 0,3-54 396 0 0,0-2-10 0 0,5 12-2 0 0,-5-11 22 0 0,2-2-259 0 0,-1-2 497 0 0,-1 0 1 0 0,1 0 0 0 0,-1 0-1 0 0,0 0 1 0 0,0 0 0 0 0,0 1-1 0 0,0-1 1 0 0,1 0 0 0 0,-2 1-1 0 0,3 2 1 0 0,2-4 36 0 0,21 0 161 0 0,-19-4 19 0 0,-1 0 0 0 0,-1-1-1 0 0,1 0 1 0 0,-1 0 0 0 0,1-1 0 0 0,-2 1 0 0 0,1-1 0 0 0,0 0 0 0 0,-1 0 0 0 0,0-1 0 0 0,-1 1 0 0 0,4-8 0 0 0,10-31 1392 0 0,-15 40-921 0 0,-1 1-409 0 0,5-14 9 0 0,-4 14 458 0 0,1 6-617 0 0,10 5 260 0 0,-10-5-206 0 0,-1 3-322 0 0,11 18-1706 0 0,1-1 1 0 0,1 0-1 0 0,27 31 0 0 0,-39-50 523 0 0,-2-3 1069 0 0,1 1-1 0 0,0 0 1 0 0,-1 0-1 0 0,0 0 1 0 0,1 0-1 0 0,-1 0 1 0 0,1 0-1 0 0,-1 0 1 0 0,0 0-1 0 0,0 1 1 0 0,2 1-1 0 0</inkml:trace>
</inkml:ink>
</file>

<file path=ppt/ink/ink3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5:13.60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1 292 1952 0 0,'0'0'875'0'0,"0"-6"-96"0"0,0 5-757 0 0,0-12 673 0 0,0 0 1 0 0,1 0 0 0 0,0 0-1 0 0,6-22 1 0 0,-5 31-293 0 0,0 0-75 0 0,1-2-181 0 0,1 0 1 0 0,0 1 0 0 0,0 0-1 0 0,0 0 1 0 0,6-5 0 0 0,-7 7-20 0 0,2 2-38 0 0,12-2-24 0 0,-12 2 36 0 0,0 3 6 0 0,4 1-42 0 0,-1 1 1 0 0,1 1-1 0 0,-1-1 1 0 0,0 1-1 0 0,0 0 1 0 0,-1 1 0 0 0,1 0-1 0 0,9 11 1 0 0,-12-12 42 0 0,0 0 0 0 0,0 0 0 0 0,0 1 0 0 0,-1 0-1 0 0,0 0 1 0 0,-1 0 0 0 0,1 1 0 0 0,-1-1 0 0 0,0 1 0 0 0,-1 0 0 0 0,1 0 0 0 0,2 14 340 0 0,-5-16-69 0 0,0 18 35 0 0,0-17 443 0 0,-2-2-278 0 0,2-4-499 0 0,0 1 0 0 0,0 0 1 0 0,0-1-1 0 0,0 1 0 0 0,0 0 0 0 0,-1-1 0 0 0,1 1 0 0 0,0 0 0 0 0,0-1 0 0 0,-1 1 0 0 0,1-1 1 0 0,0 1-1 0 0,-1-1 0 0 0,1 1 0 0 0,-1-1 0 0 0,1 1 0 0 0,-1-1 0 0 0,1 1 0 0 0,-1-1 0 0 0,1 0 1 0 0,-1 1-1 0 0,1-1 0 0 0,-1 0 0 0 0,-1 1 0 0 0,-12-7 632 0 0,10 3-651 0 0,6-24-210 0 0,1-1 0 0 0,1 1 0 0 0,8-28 0 0 0,-7 36-362 0 0,1 1 0 0 0,1 0 1 0 0,0 0-1 0 0,1 1 0 0 0,1 0 0 0 0,15-20 0 0 0,-17 29-436 0 0,0 1 0 0 0,0 0 0 0 0,1 0 0 0 0,0 1 0 0 0,0 0 0 0 0,10-5 0 0 0,-11 6-631 0 0</inkml:trace>
</inkml:ink>
</file>

<file path=ppt/ink/ink3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5:13.9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3 129 2844 0 0,'0'0'1028'0'0,"-1"6"-132"0"0,0 46 2149 0 0,1-47-1446 0 0,5-5-1715 0 0,-1-1 103 0 0,0 1 0 0 0,0-1-1 0 0,0 1 1 0 0,-1-1 0 0 0,1 0-1 0 0,0-1 1 0 0,-1 1 0 0 0,1-1-1 0 0,-1 1 1 0 0,1-1 0 0 0,-1 0-1 0 0,0-1 1 0 0,1 1 0 0 0,-1 0-1 0 0,0-1 1 0 0,-1 0-1 0 0,1 1 1 0 0,0-1 0 0 0,2-4-1 0 0,-1 2 26 0 0,2-2 30 0 0,0 0 0 0 0,-1-1 0 0 0,1 1 0 0 0,-2-1 0 0 0,1 0 0 0 0,-1 0 0 0 0,4-12 0 0 0,-3-1 172 0 0,-4 16 275 0 0,-2 0-235 0 0,-1-16-16 0 0,2 16 198 0 0,-3 2-219 0 0,-12-12 906 0 0,-6 21-646 0 0,16-4-393 0 0,4-1-68 0 0,0-1 0 0 0,0 0 1 0 0,0 1-1 0 0,0-1 0 0 0,0 1 1 0 0,0-1-1 0 0,0 1 1 0 0,0-1-1 0 0,0 1 0 0 0,1 0 1 0 0,-1 0-1 0 0,0-1 0 0 0,0 1 1 0 0,1 0-1 0 0,-1 0 1 0 0,0 0-1 0 0,1 0 0 0 0,-1 0 1 0 0,1-1-1 0 0,-1 1 1 0 0,1 0-1 0 0,-1 2 0 0 0,1-1 32 0 0,-4 3 4 0 0,1 0 1 0 0,0 0-1 0 0,0 0 0 0 0,1 0 0 0 0,0 1 1 0 0,-1 0-1 0 0,2-1 0 0 0,-1 1 0 0 0,1 0 0 0 0,0 0 1 0 0,0 7-1 0 0,0 3-7 0 0,2-1 0 0 0,3 26 0 0 0,-1-18-116 0 0,-2-18-32 0 0,0 1 1 0 0,0 0-1 0 0,1-1 1 0 0,0 1-1 0 0,0-1 0 0 0,0 0 1 0 0,1 0-1 0 0,4 7 1 0 0,-4-7-42 0 0,-1-2 8 0 0,0-1-1 0 0,1 1 1 0 0,-1-1 0 0 0,1 1-1 0 0,0-1 1 0 0,-1 0-1 0 0,1 0 1 0 0,0 0-1 0 0,0-1 1 0 0,0 1 0 0 0,0-1-1 0 0,0 0 1 0 0,1 1-1 0 0,3-1 1 0 0,-5 0 52 0 0,3 1-234 0 0,0-1-1 0 0,0 0 1 0 0,-1 0-1 0 0,1 0 1 0 0,0-1-1 0 0,0 1 1 0 0,0-1-1 0 0,0 0 1 0 0,0-1 0 0 0,-1 1-1 0 0,7-2 1 0 0,-7 1 186 0 0,-1 1-59 0 0,0-1 0 0 0,0 1-1 0 0,-1 0 1 0 0,1-1 0 0 0,-1 0 0 0 0,1 0 0 0 0,0 0-1 0 0,-1 0 1 0 0,0 0 0 0 0,1 0 0 0 0,-1-1-1 0 0,3-1 1 0 0,4-3-623 0 0,16-5-2720 0 0</inkml:trace>
</inkml:ink>
</file>

<file path=ppt/ink/ink3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5:14.2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226 48 2736 0 0,'0'0'1253'0'0,"-3"-5"-178"0"0,-6-14-245 0 0,7 15-82 0 0,-2 1-84 0 0,0 1-404 0 0,1-1-1 0 0,-1 1 1 0 0,0 0-1 0 0,0 1 1 0 0,-1-1-1 0 0,1 1 1 0 0,0 0 0 0 0,-6-1-1 0 0,5 1 329 0 0,1 4-328 0 0,-11 8-59 0 0,11-8-12 0 0,4 2-27 0 0,-2 3-95 0 0,1-1-1 0 0,1 1 1 0 0,0 0-1 0 0,0 0 1 0 0,0 0-1 0 0,1 0 1 0 0,4 15-1 0 0,3 3 236 0 0,19 41 0 0 0,1 18-32 0 0,-27-80-357 0 0,-3 2-110 0 0,-4 18-147 0 0,0-14-270 0 0,-7-1-110 0 0,1-1 0 0 0,-1-1 0 0 0,-1 0 0 0 0,0 0 0 0 0,0-2 0 0 0,0 1-1 0 0,-1-2 1 0 0,-15 4 0 0 0,-21 6-3925 0 0</inkml:trace>
</inkml:ink>
</file>

<file path=ppt/ink/ink3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5:43.75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1580 0 0,'0'0'12191'0'0,"2"3"-12037"0"0,16 33 458 0 0,-17-32-539 0 0,56 147 875 0 0,-40-104-719 0 0,-16-43-196 0 0,-1-3-29 0 0,-1 0-1 0 0,1 0 1 0 0,0-1 0 0 0,0 1-1 0 0,0 0 1 0 0,0-1 0 0 0,0 1-1 0 0,0 0 1 0 0,0-1 0 0 0,0 1-1 0 0,0 0 1 0 0,1-1 0 0 0,-1 1-1 0 0,0 0 1 0 0,0-1 0 0 0,1 1-1 0 0,-1 0 1 0 0,0-1 0 0 0,1 1-1 0 0,-1 0 1 0 0,1 0 0 0 0,7 20 81 0 0,-4-1-53 0 0,-4-14 20 0 0,1-1 1 0 0,15 78 25 0 0,-15-78-42 0 0,0 0-26 0 0,1 13-17 0 0,-2-13-30 0 0,1-1 37 0 0,3 15 5 0 0,-3-14-12 0 0,-1-1 14 0 0,4 47 21 0 0,-3-46-24 0 0,0 0-4 0 0,2 16 1 0 0,-1-15 10 0 0,-1 1 0 0 0,1-1 0 0 0,0 0 0 0 0,0 0 0 0 0,5 6 0 0 0,-4-5-15 0 0,-2-3 2 0 0,1 1-6 0 0,36 87-68 0 0,-36-87 176 0 0,0-2-119 0 0,22 29 157 0 0,-22-30-138 0 0,16 9-99 0 0,-15-9 341 0 0,1 0-287 0 0,38 7-49 0 0,-37-8 76 0 0,0-2-2 0 0,16-1 26 0 0,-16 2 68 0 0,0-1-13 0 0,16-1-24 0 0,-15 1 95 0 0,-2 1-102 0 0,15-4-15 0 0,-15 3 170 0 0,2 1-179 0 0,15 0-12 0 0,-16 0 21 0 0</inkml:trace>
</inkml:ink>
</file>

<file path=ppt/ink/ink3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5:44.17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34 33 2356 0 0,'-3'-3'1295'0'0,"-2"-4"-1188"0"0,-20-16 9295 0 0,26 53-8557 0 0,2-26-739 0 0,2 5-30 0 0,1 1 1 0 0,0-1-1 0 0,1 0 0 0 0,0-1 1 0 0,16 16-1 0 0,-20-22 22 0 0,0 0-87 0 0,43 34 652 0 0,-43-33-91 0 0,-8 0-446 0 0,0 1 0 0 0,0 0 0 0 0,0 0 0 0 0,1 1 0 0 0,-7 7 1 0 0,8-8-65 0 0,2-4-59 0 0,1 1 0 0 0,0 0 0 0 0,0-1 0 0 0,0 1 0 0 0,-1 0 1 0 0,1-1-1 0 0,0 1 0 0 0,-1 0 0 0 0,1-1 0 0 0,0 1 1 0 0,-1-1-1 0 0,1 1 0 0 0,-1-1 0 0 0,1 1 0 0 0,-1-1 1 0 0,1 1-1 0 0,-1-1 0 0 0,1 1 0 0 0,-1-1 0 0 0,0 1 1 0 0,-13 13 11 0 0,-18 37-1326 0 0,31-48 649 0 0,-1 2-166 0 0,-5 16-170 0 0,5-16-231 0 0,2 0-348 0 0,-1 0 984 0 0,1 4-153 0 0,0 0-2820 0 0</inkml:trace>
</inkml:ink>
</file>

<file path=ppt/ink/ink3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4:47.24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2532 0 0,'0'0'16164'0'0,"1"4"-15982"0"0,3 35 548 0 0,-1 0 0 0 0,-2 53-1 0 0,-2-58-414 0 0,0 19 103 0 0,-1 6-83 0 0,2-53-291 0 0,0 0-13 0 0,0 51 50 0 0,0-52-75 0 0,0 0-215 0 0,0 15-52 0 0,0-15-126 0 0,1-31-15233 0 0</inkml:trace>
</inkml:ink>
</file>

<file path=ppt/ink/ink3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4:47.67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225 32 3020 0 0,'0'0'3916'0'0,"0"-6"-3270"0"0,1 0-327 0 0,1-3-107 0 0,-2-1 5649 0 0,-4 11-5733 0 0,1 0-85 0 0,0 0 0 0 0,1 0 0 0 0,-1 1 0 0 0,1-1 0 0 0,-1 1 0 0 0,1-1-1 0 0,0 1 1 0 0,0 0 0 0 0,-1 0 0 0 0,1 0 0 0 0,0 0 0 0 0,1 0 0 0 0,-1 0 0 0 0,0 1 0 0 0,1-1 0 0 0,-1 1 0 0 0,-2 4 0 0 0,-160 336 1782 0 0,162-338-1811 0 0,0 1-43 0 0,-5 14-57 0 0,6-15-89 0 0,-1-1-107 0 0,-3 6 267 0 0,10-35-16072 0 0</inkml:trace>
</inkml:ink>
</file>

<file path=ppt/ink/ink3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4:48.0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19 2140 0 0,'0'0'3372'0'0,"2"-3"-2634"0"0,-2 2-607 0 0,1 0 1 0 0,-1 0-1 0 0,1 0 1 0 0,-1 0-1 0 0,1 0 1 0 0,0 0-1 0 0,-1 1 1 0 0,1-1-1 0 0,0 0 1 0 0,0 0-1 0 0,0 1 1 0 0,0-1-1 0 0,-1 0 1 0 0,1 1-1 0 0,0-1 1 0 0,0 1-1 0 0,0-1 1 0 0,0 1-1 0 0,1-1 1 0 0,-1 1-1 0 0,0 0 1 0 0,0 0-1 0 0,0 0 1 0 0,0-1-1 0 0,0 1 1 0 0,0 0-1 0 0,0 0 1 0 0,0 0-1 0 0,1 1 1 0 0,-1-1-1 0 0,0 0 1 0 0,0 0-1 0 0,0 1 1 0 0,0-1-1 0 0,0 0 1 0 0,0 1-1 0 0,0-1 1 0 0,0 1-1 0 0,0-1 1 0 0,0 1-1 0 0,0 0 1 0 0,1 1-1 0 0,20 21 1401 0 0,37 53 0 0 0,-23-26-761 0 0,8 5-21 0 0,-28-37-732 0 0,1 0 0 0 0,1-1 0 0 0,0-1-1 0 0,1-1 1 0 0,37 22 0 0 0,-52-35-267 0 0,16 4-510 0 0,-15-4 576 0 0,0 0-489 0 0,-1-2-100 0 0,15 3-73 0 0,-14-3-60 0 0,0-1-1302 0 0,14-3 851 0 0,-14 3-188 0 0,-2-3-1062 0 0,10-12-1852 0 0</inkml:trace>
</inkml:ink>
</file>

<file path=ppt/ink/ink3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4:48.34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24 42 2520 0 0,'-2'-5'1192'0'0,"-6"-12"-160"0"0,5 12 631 0 0,2 1-1005 0 0,-6-7 2708 0 0,4 14-1267 0 0,3 27-553 0 0,7 32-1059 0 0,12 106 1301 0 0,-15-120-1445 0 0,3 0-67 0 0,8 93 104 0 0,-12-123-380 0 0,-3-13-27 0 0,0-1-975 0 0,1 1 1612 0 0,1 7-3781 0 0,7-35-5131 0 0,-2 0 2884 0 0</inkml:trace>
</inkml:ink>
</file>

<file path=ppt/ink/ink3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4:48.93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241 108 3692 0 0,'0'-5'1191'0'0,"-14"-63"4332"0"0,12 64-4997 0 0,0 1-72 0 0,2 1-353 0 0,-1 0 0 0 0,0 0-1 0 0,0 1 1 0 0,-1-1-1 0 0,1 0 1 0 0,0 1-1 0 0,0 0 1 0 0,-1-1 0 0 0,1 1-1 0 0,-1 0 1 0 0,1-1-1 0 0,-1 1 1 0 0,1 0-1 0 0,-1 0 1 0 0,0 0 0 0 0,0 0-1 0 0,0 1 1 0 0,1-1-1 0 0,-1 0 1 0 0,0 1 0 0 0,0-1-1 0 0,-3 1 1 0 0,2 0-68 0 0,-1 0 0 0 0,1 1 1 0 0,0-1-1 0 0,-1 1 0 0 0,1 0 1 0 0,0 0-1 0 0,0 0 1 0 0,0 0-1 0 0,-1 1 0 0 0,1-1 1 0 0,1 1-1 0 0,-1 0 0 0 0,0-1 1 0 0,-2 4-1 0 0,-43 38 452 0 0,38-31-362 0 0,1 0 0 0 0,0 0 0 0 0,1 1 0 0 0,0 0 0 0 0,1 0 0 0 0,1 1 0 0 0,0 0 0 0 0,0 0 0 0 0,-3 20 0 0 0,3-16-39 0 0,3 6-25 0 0,3-13-6 0 0,-1-1-41 0 0,1-1 1 0 0,0 0-1 0 0,1 1 1 0 0,-1-1-1 0 0,2 0 1 0 0,0 1-1 0 0,0-1 1 0 0,0 0-1 0 0,1 0 1 0 0,1 0-1 0 0,0-1 1 0 0,0 1-1 0 0,5 7 0 0 0,-7-14-11 0 0,0 1 0 0 0,1-1 0 0 0,-1 0-1 0 0,1 0 1 0 0,-1 0 0 0 0,1 0 0 0 0,0 0-1 0 0,-1 0 1 0 0,1-1 0 0 0,0 0 0 0 0,0 1-1 0 0,7 0 1 0 0,-7-1-1 0 0,1 1-2 0 0,2-1-7 0 0,17 1-14 0 0,-17-2 26 0 0,0 0 7 0 0,12-3-102 0 0,0-1 0 0 0,20-7-1 0 0,-34 10-223 0 0,0-3-154 0 0,12-9-141 0 0,-12 10-143 0 0,12-17-2350 0 0,-9 3-2804 0 0</inkml:trace>
</inkml:ink>
</file>

<file path=ppt/ink/ink3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4:49.63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374 100 3500 0 0,'1'-5'1034'0'0,"-2"-2"-391"0"0,1 0 0 0 0,-1 1 0 0 0,0-1 0 0 0,-4-12 0 0 0,4 14 39 0 0,-2 2-18 0 0,-28-30 1459 0 0,28 30-1851 0 0,-2 2 33 0 0,-3-1-206 0 0,-1 1-1 0 0,0 1 0 0 0,1-1 1 0 0,-1 1-1 0 0,0 1 1 0 0,1 0-1 0 0,-1 0 1 0 0,0 0-1 0 0,1 1 1 0 0,-11 4-1 0 0,8-2-71 0 0,-1 0 0 0 0,1 0 0 0 0,0 1 0 0 0,0 1 0 0 0,1 0 0 0 0,0 0 0 0 0,-18 16 1 0 0,-4 12-20 0 0,28-30 22 0 0,3 0-5 0 0,-3 12-35 0 0,2-12-110 0 0,8 15 151 0 0,-4-16-30 0 0,0 0 1 0 0,-1 0 0 0 0,1-1 0 0 0,1 1 0 0 0,-1-1 0 0 0,0 1-1 0 0,0-1 1 0 0,1 0 0 0 0,0 0 0 0 0,-1 0 0 0 0,1 0 0 0 0,0 0-1 0 0,4 1 1 0 0,-5-2 3 0 0,19 11-22 0 0,0-1-1 0 0,1-1 0 0 0,0-1 1 0 0,1-1-1 0 0,39 9 0 0 0,29 11 266 0 0,-87-26-202 0 0,-2-2-41 0 0,-1 0 0 0 0,1 1 0 0 0,-1-1 0 0 0,1 1 0 0 0,-1-1 0 0 0,1 1 0 0 0,-1-1 0 0 0,0 1 0 0 0,1 0 0 0 0,-1 0 0 0 0,0 0 0 0 0,3 2 0 0 0,-2-1 8 0 0,3 0 43 0 0,-5-1-54 0 0,0-1 1 0 0,0 1 0 0 0,0-1 0 0 0,0 0 0 0 0,0 1 0 0 0,1-1 0 0 0,-1 0 0 0 0,0 1 0 0 0,0-1 0 0 0,0 0 0 0 0,0 1 0 0 0,1-1-1 0 0,-1 0 1 0 0,0 1 0 0 0,0-1 0 0 0,1 0 0 0 0,-1 1 0 0 0,0-1 0 0 0,1 0 0 0 0,-1 0 0 0 0,0 1 0 0 0,1-1 0 0 0,-1 0 0 0 0,0 0-1 0 0,1 0 1 0 0,-1 1 0 0 0,0-1 0 0 0,1 0 0 0 0,0 0 8 0 0,0 1 0 0 0,0-1 1 0 0,0 1-1 0 0,0-1 0 0 0,0 1 0 0 0,-1-1 0 0 0,1 1 0 0 0,0 0 1 0 0,0-1-1 0 0,-1 1 0 0 0,1 0 0 0 0,0-1 0 0 0,-1 1 0 0 0,1 0 0 0 0,-1 0 1 0 0,1 0-1 0 0,0 1 0 0 0,4 12 37 0 0,-3-10 20 0 0,-3 1-23 0 0,-1-1-33 0 0,1 0 0 0 0,-1 0 0 0 0,1 0 0 0 0,-1 0 0 0 0,-1 0 0 0 0,1 0 0 0 0,0 0 0 0 0,-1-1 0 0 0,0 1 0 0 0,0-1 0 0 0,0 0 0 0 0,0 0 0 0 0,-1 0 0 0 0,1 0 0 0 0,-1 0 0 0 0,0-1 0 0 0,-4 3 1 0 0,-9 4 7 0 0,-1-1 0 0 0,-1-1 0 0 0,-20 6 0 0 0,30-10-25 0 0,-3 1 4 0 0,-2 0 0 0 0,1-1 0 0 0,-22 2 0 0 0,-22 2 20 0 0,52-7 0 0 0,-16-2-54 0 0,15 2-76 0 0,0 0 0 0 0,1 0 0 0 0,-1 0 0 0 0,1-1 0 0 0,-1 0 0 0 0,1-1 0 0 0,-1 1 0 0 0,1-1 0 0 0,0 0 0 0 0,0 0 0 0 0,0 0 0 0 0,0-1 0 0 0,0 0 0 0 0,0 0 0 0 0,1 0 0 0 0,-1 0 0 0 0,1-1 0 0 0,0 0 0 0 0,0 0 0 0 0,0 0 0 0 0,1 0 0 0 0,-5-8 0 0 0,6 9-371 0 0,1-2-57 0 0,-4-16-83 0 0,4 16 24 0 0,1 0-271 0 0,1-15-147 0 0,0 15-62 0 0,1 1-65 0 0,6-15-784 0 0,-6 14-1354 0 0</inkml:trace>
</inkml:ink>
</file>

<file path=ppt/ink/ink3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4:50.5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330 95 3508 0 0,'-3'-23'1310'0'0,"3"18"763"0"0,-2 1-1204 0 0,-1-2-251 0 0,0 0 0 0 0,0 0 0 0 0,0 0 0 0 0,-1 0 0 0 0,0 1 0 0 0,0 0 0 0 0,-10-10 0 0 0,10 12-64 0 0,-1 2-329 0 0,-15-2-23 0 0,15 2-4 0 0,0 3 102 0 0,4-2-290 0 0,-6 2 25 0 0,1 0-1 0 0,0 0 1 0 0,0 1-1 0 0,0-1 1 0 0,0 1-1 0 0,1 0 1 0 0,-1 1-1 0 0,1 0 1 0 0,0 0-1 0 0,0 0 1 0 0,0 0-1 0 0,0 1 1 0 0,-5 7-1 0 0,-9 24 77 0 0,17-31-94 0 0,3 0-74 0 0,0 14 49 0 0,-1-18 9 0 0,0 0 0 0 0,0 1-1 0 0,0-1 1 0 0,0 0 0 0 0,0 0 0 0 0,1 0 0 0 0,-1 0 0 0 0,0 0 0 0 0,1 0 0 0 0,-1 0 0 0 0,1 0 0 0 0,-1 0 0 0 0,1 0 0 0 0,-1 0-1 0 0,1-1 1 0 0,0 1 0 0 0,-1 0 0 0 0,1 0 0 0 0,0 0 0 0 0,1 0 0 0 0,0 1 2 0 0,0 1 11 0 0,11 10-1 0 0,-10-9-13 0 0,0-1 51 0 0,1 0 130 0 0,94 43 55 0 0,-93-44-240 0 0,-1 1-35 0 0,1 0 66 0 0,0 0 0 0 0,0 0-1 0 0,-1 1 1 0 0,1 0 0 0 0,-1 0-1 0 0,0 0 1 0 0,0 1-1 0 0,-1 0 1 0 0,1-1 0 0 0,-1 1-1 0 0,0 0 1 0 0,0 1 0 0 0,-1-1-1 0 0,1 0 1 0 0,1 8-1 0 0,-3-9 74 0 0,-2 1 2 0 0,0 0-38 0 0,0 0-1 0 0,-1 0 1 0 0,1 0-1 0 0,-1-1 1 0 0,0 1-1 0 0,-1 0 1 0 0,1-1-1 0 0,-1 0 1 0 0,0 1-1 0 0,0-1 1 0 0,0 0-1 0 0,0 0 1 0 0,-8 6-1 0 0,9-9-52 0 0,-7 8-15 0 0,0-2-1 0 0,-1 1 1 0 0,0-1 0 0 0,0-1-1 0 0,-1 0 1 0 0,0 0 0 0 0,0-1-1 0 0,0 0 1 0 0,-1-1 0 0 0,0 0 0 0 0,1-1-1 0 0,-25 3 1 0 0,27-5-199 0 0,0 0 0 0 0,-1-1 0 0 0,1 0 0 0 0,0-1 0 0 0,-17-2 0 0 0,23 2-55 0 0,-1 0-1 0 0,0-1 1 0 0,0 1-1 0 0,0-1 1 0 0,1 0 0 0 0,-1 0-1 0 0,1 0 1 0 0,0 0-1 0 0,-1-1 1 0 0,1 1-1 0 0,0-1 1 0 0,0 0 0 0 0,1 0-1 0 0,-1 0 1 0 0,0 0-1 0 0,1 0 1 0 0,0-1-1 0 0,-2-3 1 0 0,-5-10-1582 0 0,6 12-1356 0 0</inkml:trace>
</inkml:ink>
</file>

<file path=ppt/ink/ink3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4:58.42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175 758 5136 0 0,'0'0'7101'0'0,"-2"-4"-6522"0"0,-3-21 189 0 0,1 1-1 0 0,0-1 1 0 0,2 0 0 0 0,2-34-1 0 0,-1 21-565 0 0,-2-90 90 0 0,1-109-82 0 0,2 205-195 0 0,0 27-16 0 0,0-1-16 0 0,2-52-624 0 0,-7 57 633 0 0,-14-4-8 0 0,17 5 6 0 0,1-1 0 0 0,0 1 0 0 0,0 0 0 0 0,0-1 0 0 0,0 1 0 0 0,0 0-1 0 0,0-1 1 0 0,0 0 0 0 0,0 1 0 0 0,0-1 0 0 0,0 0 0 0 0,0 1 0 0 0,0-1 0 0 0,0 0 0 0 0,0 0 0 0 0,1 0 0 0 0,-1 0 0 0 0,0 0 0 0 0,1 0 0 0 0,-1 0 0 0 0,-1-2 0 0 0,-2 2-14 0 0,-12-3 49 0 0,12 3 22 0 0,-1 2-33 0 0,-16 5 20 0 0,16-5-13 0 0,1 1-7 0 0,-11 7-8 0 0,11-7 4 0 0,1 1-29 0 0,0 0-28 0 0,0 0 0 0 0,0 0 0 0 0,0 0 0 0 0,0 1 0 0 0,0-1 0 0 0,1 1 1 0 0,0-1-1 0 0,-3 6 0 0 0,6-8 32 0 0,-1 0 1 0 0,1 0-1 0 0,0 0 1 0 0,-1 0-1 0 0,1 0 0 0 0,0 0 1 0 0,0-1-1 0 0,0 1 1 0 0,0 0-1 0 0,0 0 1 0 0,0-1-1 0 0,0 1 0 0 0,0 0 1 0 0,0-1-1 0 0,0 1 1 0 0,0-1-1 0 0,0 1 1 0 0,0-1-1 0 0,3 1 0 0 0,3-3 8 0 0,10-3-24 0 0,24-28 3 0 0,38-43 405 0 0,-76 74-317 0 0,-3 1-58 0 0,0 1 0 0 0,0-1 0 0 0,0 1 0 0 0,1-1 0 0 0,-1 1 0 0 0,0 0 0 0 0,0-1 0 0 0,1 1 0 0 0,-1-1 0 0 0,0 1-1 0 0,1 0 1 0 0,-1-1 0 0 0,0 1 0 0 0,1 0 0 0 0,-1 0 0 0 0,0-1 0 0 0,1 1 0 0 0,-1 0 0 0 0,1 0 0 0 0,-1-1 0 0 0,1 1 0 0 0,-1 0 0 0 0,0 0 0 0 0,1 0 0 0 0,-1 0 0 0 0,1 0-1 0 0,0-1-2 0 0,-1 1-1 0 0,1 0 0 0 0,-1 0 0 0 0,1 0 0 0 0,-1 0 1 0 0,1 0-1 0 0,-1 0 0 0 0,0-1 0 0 0,1 1 0 0 0,-1 0 1 0 0,1 0-1 0 0,-1-1 0 0 0,0 1 0 0 0,1 0 0 0 0,-1-1 0 0 0,0 1 1 0 0,1 0-1 0 0,-1-1 0 0 0,0 1 0 0 0,1 0 0 0 0,-1-1 1 0 0,0 1-1 0 0,0-1 0 0 0,0 1 0 0 0,1 0 0 0 0,-1-2 0 0 0,5 2 47 0 0,16-1-10 0 0,-16 1-8 0 0,0 4-5 0 0,11 13-276 0 0,-1 0 0 0 0,22 33 0 0 0,13 17-5248 0 0,-36-50 1765 0 0</inkml:trace>
</inkml:ink>
</file>

<file path=ppt/ink/ink3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4:59.49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48 3676 0 0,'25'-44'5616'0'0,"-22"40"-3209"0"0,1 6-1864 0 0,14 7-12 0 0,-17-8-493 0 0,0-1 0 0 0,0 1 0 0 0,-1 0 0 0 0,1-1 0 0 0,0 1 0 0 0,0 0 0 0 0,0-1 0 0 0,-1 1 0 0 0,1 0 1 0 0,0 0-1 0 0,-1 0 0 0 0,1 0 0 0 0,-1 0 0 0 0,1 0 0 0 0,-1 0 0 0 0,0 0 0 0 0,1 0 0 0 0,-1 0 0 0 0,0 0 1 0 0,0 0-1 0 0,1 0 0 0 0,-1 2 0 0 0,0-2 63 0 0,6 19 228 0 0,-1 0 1 0 0,0 1-1 0 0,-2 0 1 0 0,2 42-1 0 0,6 175-1919 0 0,0-160-2487 0 0,-10-74 2862 0 0,1-1-279 0 0,8 8-1081 0 0</inkml:trace>
</inkml:ink>
</file>

<file path=ppt/ink/ink3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4:59.76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226 48 3584 0 0,'18'-48'7073'0'0,"-24"49"-6613"0"0,-15 4-126 0 0,21-5-324 0 0,-1 0 1 0 0,1 0-1 0 0,0 0 0 0 0,-1 0 0 0 0,1 0 1 0 0,-1 0-1 0 0,1 1 0 0 0,0-1 0 0 0,-1 0 1 0 0,1 0-1 0 0,-1 0 0 0 0,1 1 0 0 0,0-1 1 0 0,-1 0-1 0 0,1 1 0 0 0,0-1 0 0 0,-1 0 1 0 0,1 0-1 0 0,0 1 0 0 0,0-1 0 0 0,-1 1 1 0 0,1-1-1 0 0,0 0 0 0 0,0 1 0 0 0,-1 0 1 0 0,-123 208 1151 0 0,53-63-3415 0 0,69-142 1640 0 0,-3 7-301 0 0,1-5-414 0 0,3 0-2704 0 0</inkml:trace>
</inkml:ink>
</file>

<file path=ppt/ink/ink3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4:59.97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 2016 0 0,'0'0'1518'0'0,"5"-1"-262"0"0,-2 1-977 0 0,1 0 1 0 0,-1-1-1 0 0,0 1 1 0 0,1 1-1 0 0,-1-1 1 0 0,0 0-1 0 0,1 1 1 0 0,-1-1-1 0 0,0 1 1 0 0,0 0-1 0 0,0 0 1 0 0,4 3-1 0 0,0 0 71 0 0,-1 0-1 0 0,1 1 0 0 0,-1 0 0 0 0,6 7 0 0 0,15 14 370 0 0,18 10-531 0 0,-37-29-486 0 0,0-2 0 0 0,0 1 0 0 0,0-1 0 0 0,1-1 0 0 0,0 1 0 0 0,0-1 0 0 0,0-1 0 0 0,0 0 0 0 0,1 0-1 0 0,19 3 1 0 0,-23-6-608 0 0,-1-1-132 0 0,21-7-1785 0 0</inkml:trace>
</inkml:ink>
</file>

<file path=ppt/ink/ink3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5:00.23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51 117 2616 0 0,'-25'-96'5527'0'0,"23"92"-4856"0"0,1 0-75 0 0,1 4-496 0 0,0-1 0 0 0,0 0 0 0 0,0 1 0 0 0,-1-1 0 0 0,1 0 0 0 0,0 1-1 0 0,0-1 1 0 0,-1 1 0 0 0,1-1 0 0 0,0 0 0 0 0,-1 1 0 0 0,1-1 0 0 0,-1 1 0 0 0,1-1 0 0 0,-1 1-1 0 0,1-1 1 0 0,-1 1 0 0 0,1-1 0 0 0,-1 1 0 0 0,1 0 0 0 0,-1-1 0 0 0,0 1 0 0 0,-10 10 860 0 0,8-1-691 0 0,31 445-437 0 0,-28-448 107 0 0,4 32-2241 0 0,12 51 1 0 0,-15-83 861 0 0,0-1-1009 0 0,7 23-1727 0 0</inkml:trace>
</inkml:ink>
</file>

<file path=ppt/ink/ink3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5:00.5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51 3752 0 0,'1'-4'1518'0'0,"10"-42"7916"0"0,-10 46-9418 0 0,1 1-1 0 0,-1 0 1 0 0,1 0 0 0 0,-1 0-1 0 0,1 0 1 0 0,-1 0 0 0 0,1 0-1 0 0,-1 0 1 0 0,0 0 0 0 0,0 1-1 0 0,2 1 1 0 0,-2-2-1 0 0,1 2-18 0 0,0 1 1 0 0,1-1-1 0 0,-1 1 1 0 0,0 0-1 0 0,-1 0 1 0 0,1-1-1 0 0,-1 1 1 0 0,0 0-1 0 0,0 1 1 0 0,0-1-1 0 0,0 7 1 0 0,-1-11-2 0 0,32 113-3116 0 0,-31-109 2514 0 0,0 0-70 0 0,4 12-114 0 0,-4-12-94 0 0</inkml:trace>
</inkml:ink>
</file>

<file path=ppt/ink/ink3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5:00.9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86 40 2152 0 0,'0'-3'428'0'0,"-1"1"0"0"0,0 0 0 0 0,0 1 0 0 0,0-1 0 0 0,-1 0 0 0 0,1 0 0 0 0,0 0-1 0 0,-1 1 1 0 0,1-1 0 0 0,-1 0 0 0 0,1 1 0 0 0,-4-2 0 0 0,-3-2-724 0 0,4 3 811 0 0,-13 12-169 0 0,13-8-237 0 0,1 0-81 0 0,0 1-1 0 0,1-1 0 0 0,-1 1 1 0 0,1 0-1 0 0,-1 0 0 0 0,1 0 1 0 0,0 0-1 0 0,0 0 0 0 0,-2 5 1 0 0,2-5-54 0 0,-2 20-189 0 0,3-18 169 0 0,3-3-235 0 0,-1-1 292 0 0,0 0 0 0 0,0 0 0 0 0,0-1 0 0 0,1 1 1 0 0,-1 0-1 0 0,0-1 0 0 0,0 1 0 0 0,0-1 0 0 0,0 1 1 0 0,1-1-1 0 0,-1 1 0 0 0,0-1 0 0 0,0 0 0 0 0,1 0 0 0 0,-1 0 1 0 0,0 1-1 0 0,1-1 0 0 0,-1 0 0 0 0,0-1 0 0 0,0 1 1 0 0,1 0-1 0 0,-1 0 0 0 0,0-1 0 0 0,0 1 0 0 0,3-1 0 0 0,0-1 181 0 0,-1 0 42 0 0,9-8 36 0 0,-10 8 26 0 0,1-2 37 0 0,8-12 65 0 0,-9 13 316 0 0,1-8-296 0 0,-2 10-373 0 0,-1 0 0 0 0,1 0-1 0 0,-1 1 1 0 0,0-1 0 0 0,1 0 0 0 0,-1 0-1 0 0,0 0 1 0 0,0 1 0 0 0,0-1 0 0 0,0 0-1 0 0,0 0 1 0 0,0 0 0 0 0,0 0 0 0 0,0 1-1 0 0,0-1 1 0 0,0 0 0 0 0,0 0-1 0 0,0 0 1 0 0,-1 1 0 0 0,1-1 0 0 0,0 0-1 0 0,-1-1 1 0 0,-1-2-5 0 0,-3-14 233 0 0,-1 19-317 0 0,-20 0-154 0 0,25 0 155 0 0,-1 1-1 0 0,1-1 0 0 0,-1 0 1 0 0,1 1-1 0 0,-1 0 0 0 0,1-1 0 0 0,0 1 1 0 0,0 0-1 0 0,-1 2 0 0 0,-1-1-243 0 0,1 2-65 0 0,-2 18-80 0 0,4-14-928 0 0,-1 1 0 0 0,2-1 0 0 0,-1 0 0 0 0,4 16 0 0 0,-2-20-2632 0 0</inkml:trace>
</inkml:ink>
</file>

<file path=ppt/ink/ink3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5:01.18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90 2960 0 0,'1'-5'1737'0'0,"4"-17"-211"0"0,-4 16-209 0 0,0 1-118 0 0,6-43 3071 0 0,-6 44-1383 0 0,2 7-2766 0 0,2 3-107 0 0,-1-1 1 0 0,0 0-1 0 0,0 1 1 0 0,-1 0 0 0 0,0 0-1 0 0,0 0 1 0 0,0 1-1 0 0,-1-1 1 0 0,3 9-1 0 0,15 73 47 0 0,-10-40-194 0 0,23 99-763 0 0,8 36-6789 0 0,-40-178 6323 0 0</inkml:trace>
</inkml:ink>
</file>

<file path=ppt/ink/ink3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5:01.38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46 282 3100 0 0,'-40'-61'3949'0'0,"38"58"-3419"0"0,1-1 26 0 0,0 2-480 0 0,1 0 0 0 0,-1 0 0 0 0,1-1 0 0 0,0 1 0 0 0,0 0 0 0 0,-1 0 0 0 0,1 0 0 0 0,1 0 0 0 0,-1 0 0 0 0,0 0 0 0 0,0 0 0 0 0,1 0 0 0 0,-1 0 0 0 0,1 0-1 0 0,0 0 1 0 0,-1 0 0 0 0,1 0 0 0 0,0 0 0 0 0,0 0 0 0 0,0 0 0 0 0,1 1 0 0 0,-1-1 0 0 0,2-2 0 0 0,2 0-24 0 0,0 0 0 0 0,0 1 1 0 0,0-1-1 0 0,0 1 0 0 0,1 0 0 0 0,-1 1 0 0 0,1-1 0 0 0,7-1 0 0 0,70-23-179 0 0,53-20-1676 0 0,-119 40 577 0 0,0-2 0 0 0,-1 0 0 0 0,16-11 0 0 0,-14 5-2327 0 0</inkml:trace>
</inkml:ink>
</file>

<file path=ppt/ink/ink3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5:02.0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33 18 3316 0 0,'0'0'1401'0'0,"-2"-3"-181"0"0,-10-12 2208 0 0,10 18-2803 0 0,0 2-407 0 0,-1 1 0 0 0,1-1-1 0 0,0 1 1 0 0,0 0 0 0 0,0-1 0 0 0,1 1-1 0 0,0 0 1 0 0,0 0 0 0 0,0 0 0 0 0,1 7-1 0 0,3 73 859 0 0,-1-55-960 0 0,3 55 85 0 0,-2 1 48 0 0,25 145-1 0 0,-27-228-240 0 0,6 19-28 0 0,-5-18-27 0 0,19 8-427 0 0,-18-15 345 0 0,7-4 40 0 0,-1 0-1 0 0,0-1 1 0 0,0 0 0 0 0,-1-1 0 0 0,0 0 0 0 0,0 0 0 0 0,-1-1 0 0 0,0 0 0 0 0,-1 0 0 0 0,10-17 0 0 0,12-18 459 0 0,-25 41-231 0 0,8-15 130 0 0,-8 14 5 0 0,0 2-142 0 0,-3 2-121 0 0,0-1 0 0 0,1 1 1 0 0,-1-1-1 0 0,1 1 0 0 0,-1-1 0 0 0,1 1 0 0 0,-1 0 0 0 0,1-1 0 0 0,0 1 0 0 0,-1 0 0 0 0,1 0 0 0 0,-1-1 0 0 0,1 1 0 0 0,0 0 1 0 0,-1 0-1 0 0,1 0 0 0 0,0-1 0 0 0,-1 1 0 0 0,1 0 0 0 0,0 0 0 0 0,-1 0 0 0 0,1 0 0 0 0,-1 0 0 0 0,1 1 0 0 0,0-1 0 0 0,-1 0 1 0 0,1 0-1 0 0,0 0 0 0 0,-1 1 0 0 0,1-1 0 0 0,-1 0 0 0 0,1 0 0 0 0,0 1 0 0 0,-1-1 0 0 0,1 0 0 0 0,-1 1 0 0 0,1-1 0 0 0,-1 1 1 0 0,1-1-1 0 0,-1 1 0 0 0,0-1 0 0 0,1 1 0 0 0,-1-1 0 0 0,1 1 0 0 0,-1-1 0 0 0,0 1 0 0 0,1 0 0 0 0,1 2 37 0 0,0 1-56 0 0,8 13 42 0 0,-8-13 34 0 0,1 0-73 0 0,37 57-762 0 0,-38-57 451 0 0,2-2-77 0 0,-2 0 252 0 0,0 0-1 0 0,0 0 1 0 0,0 0 0 0 0,1 0 0 0 0,-1 0 0 0 0,0-1 0 0 0,1 0-1 0 0,-1 1 1 0 0,1-1 0 0 0,-1 0 0 0 0,1 0 0 0 0,0 0-1 0 0,0 0 1 0 0,-1-1 0 0 0,1 1 0 0 0,5-1 0 0 0,-3-1 133 0 0,0 0 1 0 0,0-1-1 0 0,-1 1 1 0 0,1-1-1 0 0,-1 0 1 0 0,1-1 0 0 0,-1 1-1 0 0,0-1 1 0 0,0 0-1 0 0,0 0 1 0 0,0 0-1 0 0,-1 0 1 0 0,6-8 0 0 0,13-24 695 0 0,-20 32-422 0 0,0-2 16 0 0,6-14 27 0 0,-6 15 299 0 0,0 0-316 0 0,6-11-19 0 0,-6 11 1343 0 0,2 6-1560 0 0,10 5 18 0 0,-11-5-14 0 0,-1 2-45 0 0,5 11-53 0 0,-5-11 4 0 0,0 0-47 0 0,-1-2 128 0 0,19 27-1261 0 0,-18-27 992 0 0,-1 0-1 0 0,1 0 1 0 0,-1 0-1 0 0,1-1 1 0 0,0 1-1 0 0,0 0 1 0 0,0-1-1 0 0,0 1 1 0 0,0-1 0 0 0,0 0-1 0 0,1 0 1 0 0,-1 0-1 0 0,0 0 1 0 0,3 1-1 0 0,40-5-5914 0 0</inkml:trace>
</inkml:ink>
</file>

<file path=ppt/ink/ink3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5:02.4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210 22 1952 0 0,'-4'-3'1013'0'0,"-2"0"-796"0"0,1 1-1 0 0,-1-1 1 0 0,0 1-1 0 0,0 0 1 0 0,0 0 0 0 0,0 1-1 0 0,0 0 1 0 0,0 0-1 0 0,0 0 1 0 0,-1 1 0 0 0,1 0-1 0 0,0 0 1 0 0,0 0-1 0 0,-1 1 1 0 0,1 0 0 0 0,0 0-1 0 0,0 1 1 0 0,0 0 0 0 0,0 0-1 0 0,1 0 1 0 0,-1 1-1 0 0,0 0 1 0 0,1 0 0 0 0,0 0-1 0 0,-7 5 1 0 0,-21 22 27 0 0,29-26-129 0 0,-5 17-212 0 0,12-17 0 0 0,6 11-24 0 0,-7-11-15 0 0,30 6-128 0 0,24-12 1108 0 0,-49 1-529 0 0,10-8 294 0 0,-13 8-480 0 0,1-1 305 0 0,-5 2-418 0 0,0-1 1 0 0,0 1-1 0 0,0 0 0 0 0,0-1 0 0 0,0 1 0 0 0,0 0 0 0 0,0-1 0 0 0,0 1 0 0 0,1 0 0 0 0,-1-1 1 0 0,0 1-1 0 0,0 0 0 0 0,0 0 0 0 0,1-1 0 0 0,-1 1 0 0 0,0 0 0 0 0,0 0 0 0 0,1-1 0 0 0,-1 1 1 0 0,0 0-1 0 0,0 0 0 0 0,1 0 0 0 0,-1-1 0 0 0,0 1 0 0 0,1 0 0 0 0,-1 0 0 0 0,0 0 0 0 0,1 0 1 0 0,0 0-1 0 0,0-1 64 0 0,0 1 0 0 0,-1-1 1 0 0,1 1-1 0 0,0 0 0 0 0,0-1 0 0 0,0 1 1 0 0,0-1-1 0 0,-1 0 0 0 0,1 1 1 0 0,0-1-1 0 0,-1 0 0 0 0,1 1 0 0 0,0-1 1 0 0,-1 0-1 0 0,1 0 0 0 0,-1 0 1 0 0,1 1-1 0 0,0-2 0 0 0,0-3 102 0 0,0 1-1 0 0,0 0 1 0 0,0 0-1 0 0,0-1 1 0 0,-1 1-1 0 0,1 0 1 0 0,-2-9-1 0 0,1 9 105 0 0,-2 1-187 0 0,-6-10-16 0 0,6 9-50 0 0,-3 3-245 0 0,-14-4-92 0 0,15 3-190 0 0,0 4-227 0 0,-11 7-348 0 0,11-7-3 0 0,1 2-244 0 0,-8 7 204 0 0,8-4-2246 0 0</inkml:trace>
</inkml:ink>
</file>

<file path=ppt/ink/ink3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5:02.87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50 2392 0 0,'70'0'7114'0'0,"-47"3"-6702"0"0,-18-1-25 0 0,-4-2-347 0 0,1 1 0 0 0,-1-1 0 0 0,0 1 0 0 0,1-1 1 0 0,-1 1-1 0 0,0 0 0 0 0,0 0 0 0 0,1 0 0 0 0,-1 0 0 0 0,0 0 0 0 0,0 0 0 0 0,1 2 1 0 0,0-2 36 0 0,2 2 198 0 0,-4-1-233 0 0,1-1 1 0 0,0 1-1 0 0,0 0 0 0 0,0-1 1 0 0,1 1-1 0 0,-1-1 0 0 0,0 1 1 0 0,1-1-1 0 0,-1 0 0 0 0,0 1 1 0 0,3 0-1 0 0,-1 2 207 0 0,-2-3-196 0 0,0 1 0 0 0,1 0 0 0 0,-1-1 0 0 0,0 1-1 0 0,0 0 1 0 0,-1 0 0 0 0,1 0 0 0 0,0 0 0 0 0,0 2-1 0 0,1 0 530 0 0,-2 55 2043 0 0,-7-42-2321 0 0,5-15-258 0 0,1 2 771 0 0,-3-5-691 0 0,3 0-106 0 0,-1 0 0 0 0,0 0 0 0 0,1-1 0 0 0,0 1 0 0 0,-1 0 0 0 0,1 0 0 0 0,0-1 0 0 0,-1 1 1 0 0,1-1-1 0 0,0 1 0 0 0,0-1 0 0 0,0 0 0 0 0,0 1 0 0 0,1-1 0 0 0,-1 0 0 0 0,0 0 0 0 0,1 1 0 0 0,-1-1 0 0 0,1 0 0 0 0,0 0 0 0 0,-1-2 0 0 0,0-1 53 0 0,2-2 15 0 0,2-19 93 0 0,2-1-1 0 0,10-29 1 0 0,-7 39-217 0 0,-5 14 36 0 0,-1 0 67 0 0,2 0 149 0 0,-3 2-214 0 0,0-1-14 0 0,0 1 1 0 0,0 0-1 0 0,0 0 1 0 0,1 0-1 0 0,-1-1 1 0 0,0 1-1 0 0,1 0 1 0 0,-1 0-1 0 0,1 1 1 0 0,-1-1-1 0 0,1 0 1 0 0,2 0-1 0 0,26 1-79 0 0,-28 0 79 0 0,1 0 0 0 0,-1 1 0 0 0,0-1 0 0 0,0 1 0 0 0,0 0 0 0 0,0 0 0 0 0,0 0 0 0 0,0 0 0 0 0,0 0 0 0 0,0 0 0 0 0,0 1 0 0 0,0-1 1 0 0,-1 0-1 0 0,1 1 0 0 0,0-1 0 0 0,-1 1 0 0 0,1 0 0 0 0,-1 0 0 0 0,0 0 0 0 0,1-1 0 0 0,0 4 0 0 0,-1-4 5 0 0,2 4-52 0 0,0 0 0 0 0,0 1 0 0 0,-1-1 0 0 0,1 1 0 0 0,-1-1 1 0 0,0 1-1 0 0,-1 0 0 0 0,1 0 0 0 0,-1 0 0 0 0,0 7 0 0 0,0-8 11 0 0,0 7-219 0 0,0 1 0 0 0,-1 0 0 0 0,0-1 0 0 0,-1 1 0 0 0,0 0 0 0 0,-1-1 0 0 0,-7 24 0 0 0,1-10-869 0 0,-2-1 1 0 0,-16 34-1 0 0,-16 7-4393 0 0,18-33-509 0 0</inkml:trace>
</inkml:ink>
</file>

<file path=ppt/ink/ink3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5:04.3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200 369 3716 0 0,'-2'-4'1145'0'0,"-24"-28"1848"0"0,23 29-2414 0 0,-16-4 538 0 0,15 6-519 0 0,-12 5 285 0 0,15-4-832 0 0,-1 0 1 0 0,1 0-1 0 0,0 0 0 0 0,-1 0 0 0 0,1 1 0 0 0,0-1 1 0 0,-1 1-1 0 0,1-1 0 0 0,0 1 0 0 0,-1 0 1 0 0,1-1-1 0 0,0 1 0 0 0,0 0 0 0 0,0 0 0 0 0,0 0 1 0 0,0 0-1 0 0,-2 1 0 0 0,-8 8 259 0 0,1 1 0 0 0,0 0-1 0 0,0 1 1 0 0,1 0 0 0 0,1 0-1 0 0,0 1 1 0 0,1 0 0 0 0,0 0 0 0 0,1 1-1 0 0,-5 17 1 0 0,9-25-238 0 0,0 1 0 0 0,0 0 0 0 0,1-1-1 0 0,0 1 1 0 0,1 0 0 0 0,0 13 0 0 0,0-12-20 0 0,0-4-43 0 0,1 0 0 0 0,0 0 0 0 0,-1-1 0 0 0,1 1 0 0 0,1 0-1 0 0,-1 0 1 0 0,0-1 0 0 0,1 1 0 0 0,0 0 0 0 0,0-1-1 0 0,0 0 1 0 0,5 7 0 0 0,-5-8 1 0 0,0 1-52 0 0,1-1 0 0 0,0 1 0 0 0,0 0 0 0 0,0-1-1 0 0,1 0 1 0 0,-1 1 0 0 0,1-1 0 0 0,-1-1 0 0 0,1 1 0 0 0,0 0 0 0 0,7 1-1 0 0,-8-2-8 0 0,7 2-339 0 0,1-1 1 0 0,-1 0-1 0 0,1-1 0 0 0,0 0 1 0 0,-1-1-1 0 0,1 0 1 0 0,0-1-1 0 0,-1 0 1 0 0,20-5-1 0 0,-24 5 87 0 0,-1-1 0 0 0,1 1-1 0 0,-1-1 1 0 0,0-1 0 0 0,0 1 0 0 0,0-1 0 0 0,0 1-1 0 0,0-2 1 0 0,0 1 0 0 0,-1 0 0 0 0,7-7 0 0 0,2-4-1420 0 0,23-30 0 0 0,-14 16 967 0 0,13-10 1851 0 0,-32 35-608 0 0,1 1 23 0 0,13-9-40 0 0,-13 8 379 0 0,0 1-424 0 0,12-6-5 0 0,-12 7 1461 0 0,1 0-1524 0 0,8-2 296 0 0,27-2 875 0 0,-36-15-1284 0 0,-3 16-131 0 0,0-1-1 0 0,0-20-1 0 0,-1 1-1 0 0,-1-1 0 0 0,-1 1 1 0 0,-1 0-1 0 0,-2-1 0 0 0,-7-27 0 0 0,-55-144 1826 0 0,66 192-1614 0 0,1 3-291 0 0,0 0-1 0 0,-1 0 0 0 0,1 0 1 0 0,0 1-1 0 0,0-1 0 0 0,-1 0 0 0 0,1 0 1 0 0,0 1-1 0 0,-1-1 0 0 0,1 0 1 0 0,-1 1-1 0 0,1-1 0 0 0,-1 0 0 0 0,0 1 1 0 0,1-1-1 0 0,-1 1 0 0 0,1-1 1 0 0,-1 1-1 0 0,0-1 0 0 0,1 1 0 0 0,-1-1 1 0 0,0 1-1 0 0,-1-1 0 0 0,-1 18 196 0 0,8 35-110 0 0,-5-51-101 0 0,6 34 60 0 0,1 0 0 0 0,2 0 1 0 0,15 39-1 0 0,-17-56-249 0 0,1 0-1 0 0,0 0 1 0 0,2-1 0 0 0,0 0 0 0 0,1 0-1 0 0,25 28 1 0 0,-27-36-470 0 0,1 0-1 0 0,1-1 1 0 0,0 0 0 0 0,0 0-1 0 0,18 8 1 0 0,-24-14-236 0 0,-1-1-113 0 0,13 4-107 0 0,-13-4-1 0 0,0-3-927 0 0,12-5 1076 0 0,-12 6 10 0 0</inkml:trace>
</inkml:ink>
</file>

<file path=ppt/ink/ink3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5:04.84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94 2944 0 0,'0'-5'1136'0'0,"0"-17"-127"0"0,0 16 2053 0 0,1 2-2401 0 0,0-20 4407 0 0,1 29-4919 0 0,4 11-17 0 0,-5-12-16 0 0,0 1-19 0 0,7 19-36 0 0,1 0 1 0 0,13 26-1 0 0,-20-47-129 0 0,-1-1 48 0 0,0 0 1 0 0,0 0-1 0 0,0-1 0 0 0,0 1 0 0 0,0-1 1 0 0,0 1-1 0 0,0-1 0 0 0,1 1 0 0 0,-1-1 1 0 0,1 0-1 0 0,1 1 0 0 0,0 2-116 0 0,1-1-3 0 0,-1-1 94 0 0,0-1 0 0 0,0 1-1 0 0,1-1 1 0 0,-1 0 0 0 0,1 0 0 0 0,-1 0 0 0 0,1 0-1 0 0,-1-1 1 0 0,1 1 0 0 0,0-1 0 0 0,-1 0 0 0 0,8-1-1 0 0,-11 1 47 0 0,1 0 1 0 0,1-1 0 0 0,-1 1 1 0 0,1-1-1 0 0,-1 0 1 0 0,0 0-1 0 0,0 0 1 0 0,1 0-1 0 0,-1 0 1 0 0,0 0-1 0 0,0 0 0 0 0,0 0 1 0 0,0 0-1 0 0,0-1 1 0 0,0 1-1 0 0,0 0 1 0 0,-1-1-1 0 0,2-1 0 0 0,8-16 36 0 0,-8 14-22 0 0,-1-1-15 0 0,11-80 579 0 0,-11 80-460 0 0,-1 1 48 0 0,1-13 70 0 0,0 13 434 0 0,-1 0-498 0 0,3-14-36 0 0,-3 14 564 0 0,2 9-646 0 0,6 14-29 0 0,-6-14-58 0 0,0 2 46 0 0,1 4-210 0 0,0 0 1 0 0,1 0-1 0 0,0-1 0 0 0,0 1 0 0 0,1-1 1 0 0,0 0-1 0 0,1 0 0 0 0,0 0 1 0 0,0-1-1 0 0,1 0 0 0 0,10 9 0 0 0,-14-14-113 0 0,0-1-1 0 0,0 0 0 0 0,0 0 0 0 0,1 0 0 0 0,-1 0 1 0 0,1-1-1 0 0,-1 0 0 0 0,1 1 0 0 0,0-1 1 0 0,6 1-1 0 0,-6-2 94 0 0,0 2-1019 0 0,3-4-84 0 0,0 2 857 0 0,-5 1 207 0 0,0-1-1 0 0,1 0 1 0 0,-1-1 0 0 0,0 1-1 0 0,0 0 1 0 0,1-1 0 0 0,-1 1-1 0 0,0-1 1 0 0,0 0-1 0 0,0 0 1 0 0,0 0 0 0 0,3-1-1 0 0,20-11-3785 0 0</inkml:trace>
</inkml:ink>
</file>

<file path=ppt/ink/ink3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5:05.22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127 38 3528 0 0,'0'0'1226'0'0,"-1"-4"-269"0"0,-6-12-257 0 0,5 11 1158 0 0,-8-1-1154 0 0,9 6-618 0 0,1 0 0 0 0,0 0-1 0 0,-1 0 1 0 0,1 0 0 0 0,-1 0-1 0 0,1 0 1 0 0,-1-1 0 0 0,1 1-1 0 0,0 0 1 0 0,-1 0 0 0 0,1-1-1 0 0,-1 1 1 0 0,1 0 0 0 0,0 0-1 0 0,-1-1 1 0 0,1 1 0 0 0,0 0-1 0 0,-1-1 1 0 0,1 1 0 0 0,0 0-1 0 0,0-1 1 0 0,-1 1 0 0 0,1-1-1 0 0,0 0 1 0 0,-5 3 99 0 0,4-1-134 0 0,-1 0 0 0 0,0 0 1 0 0,1 0-1 0 0,-1 0 0 0 0,0 0 0 0 0,0-1 1 0 0,0 1-1 0 0,0-1 0 0 0,-3 1 0 0 0,3 3 65 0 0,-8 40 127 0 0,9-39-194 0 0,3 0-71 0 0,2 17-28 0 0,-3-17-48 0 0,2 0-36 0 0,3 5-41 0 0,1 1 0 0 0,1-1-1 0 0,0-1 1 0 0,0 1 0 0 0,1-1-1 0 0,0-1 1 0 0,1 1 0 0 0,19 11-1 0 0,-26-18 26 0 0,-3-1 151 0 0,0-1 0 0 0,0 0 0 0 0,0 1 0 0 0,0-1 0 0 0,0 0 0 0 0,0 1 0 0 0,0-1 0 0 0,0 0 0 0 0,1 1 0 0 0,-1-1 0 0 0,0 0 0 0 0,0 0 0 0 0,0 1 0 0 0,0-1 0 0 0,1 0 0 0 0,-1 0 0 0 0,0 1 0 0 0,0-1 0 0 0,1 0 0 0 0,-1 0 0 0 0,0 0 0 0 0,0 1 0 0 0,1-1 0 0 0,-1 0 0 0 0,0 0 0 0 0,1 0 0 0 0,-1 0 0 0 0,0 0 0 0 0,0 1 0 0 0,1-1 0 0 0,-1 0 0 0 0,1 0 0 0 0,0 0 20 0 0,-1 0-1 0 0,1 0 1 0 0,0 1-1 0 0,-1-1 0 0 0,1 0 1 0 0,0 1-1 0 0,-1-1 1 0 0,1 0-1 0 0,0 1 1 0 0,-1-1-1 0 0,1 1 1 0 0,-1-1-1 0 0,1 1 1 0 0,-1-1-1 0 0,1 1 1 0 0,-1-1-1 0 0,1 1 1 0 0,-1 0-1 0 0,1-1 1 0 0,-1 1-1 0 0,0 0 1 0 0,0-1-1 0 0,1 1 1 0 0,-1 1-1 0 0,5 16 163 0 0,-4-14 15 0 0,-4-1 0 0 0,-4 5-164 0 0,-1-1 0 0 0,-1-1 0 0 0,1 0 0 0 0,-1 0 0 0 0,0 0-1 0 0,0-1 1 0 0,-1 0 0 0 0,0-1 0 0 0,0 0 0 0 0,0-1 0 0 0,-12 3-1 0 0,17-5-271 0 0,-8 3-248 0 0,12-3 359 0 0,0-1-1 0 0,0 1 1 0 0,0-1-1 0 0,0 0 0 0 0,1 1 1 0 0,-1-1-1 0 0,0 0 1 0 0,0 1-1 0 0,0-1 0 0 0,0 0 1 0 0,0 0-1 0 0,0 0 1 0 0,0 0-1 0 0,0 0 0 0 0,0 0 1 0 0,0 0-1 0 0,0 0 1 0 0,0-1-1 0 0,1 1 0 0 0,-1 0 1 0 0,0-1-1 0 0,0 1 1 0 0,-1-1-1 0 0,-15-5-1021 0 0,12 4-58 0 0,4-3-849 0 0,-3-21-1424 0 0</inkml:trace>
</inkml:ink>
</file>

<file path=ppt/ink/ink3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5:05.51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73 4636 0 0,'25'-68'8032'0'0,"-24"64"-5497"0"0,3 6-2058 0 0,0 3-357 0 0,1 0 0 0 0,-1 0-1 0 0,0 0 1 0 0,-1 0 0 0 0,1 1 0 0 0,-1-1-1 0 0,0 1 1 0 0,0 0 0 0 0,3 11 0 0 0,21 73 436 0 0,-14-43-529 0 0,76 192-406 0 0,-41-140-3592 0 0,-46-96 3096 0 0,9 9-149 0 0,-7-7-2498 0 0</inkml:trace>
</inkml:ink>
</file>

<file path=ppt/ink/ink3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5:05.70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10 115 3680 0 0,'0'0'2419'0'0,"-2"-3"-1499"0"0,1 1-713 0 0,0 1-1 0 0,0-1 1 0 0,0 0-1 0 0,0 0 1 0 0,1 1 0 0 0,-1-1-1 0 0,1 0 1 0 0,-1 0-1 0 0,1 0 1 0 0,-1 0-1 0 0,1 0 1 0 0,0 1-1 0 0,0-1 1 0 0,0 0-1 0 0,0 0 1 0 0,1 0 0 0 0,-1 0-1 0 0,1-3 1 0 0,0 0-55 0 0,4 3-53 0 0,25-10-824 0 0,41-11 0 0 0,-22 8-2135 0 0,-25 4 370 0 0,-19 8 1669 0 0,0 1-2713 0 0</inkml:trace>
</inkml:ink>
</file>

<file path=ppt/ink/ink3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5:06.11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15 110 2788 0 0,'0'0'3929'0'0,"-2"4"-3479"0"0,-10 40 1304 0 0,12-40-979 0 0,0 1-666 0 0,3 15 40 0 0,-3-15 257 0 0,4-4-351 0 0,-1-1-42 0 0,0 1 0 0 0,0-1 0 0 0,0 0 0 0 0,0 0 0 0 0,0 0 0 0 0,0 0 0 0 0,0-1 1 0 0,0 1-1 0 0,-1-1 0 0 0,1 0 0 0 0,0 0 0 0 0,0 0 0 0 0,0 0 0 0 0,-1 0 0 0 0,1-1 0 0 0,-1 1 0 0 0,1-1 0 0 0,-1 0 0 0 0,1 1 0 0 0,1-4 0 0 0,1 1 21 0 0,0-1 0 0 0,0 0 0 0 0,-1 0-1 0 0,0 0 1 0 0,0 0 0 0 0,-1-1 0 0 0,1 0-1 0 0,3-8 1 0 0,-5 10 35 0 0,2-23-21 0 0,-3 21 2 0 0,-2 1 9 0 0,-1-18-37 0 0,1 17 49 0 0,0 1 11 0 0,-2 0-8 0 0,1 0 0 0 0,-1 0 0 0 0,0 0 0 0 0,0 0 0 0 0,-7-7 0 0 0,7 10 286 0 0,-2 1-189 0 0,-21-2 176 0 0,24 4-314 0 0,1 0-1 0 0,-1 0 0 0 0,0 1 0 0 0,1-1 0 0 0,0 0 0 0 0,-1 0 0 0 0,1 1 0 0 0,0-1 0 0 0,-1 1 0 0 0,0 2 0 0 0,-1-1 28 0 0,0 0 1 0 0,1 0 0 0 0,-1 1 0 0 0,1-1 0 0 0,0 1 0 0 0,0-1 0 0 0,1 1 0 0 0,-1 0 0 0 0,1 0-1 0 0,-2 5 1 0 0,2-5-44 0 0,-1 4 36 0 0,-1 0 0 0 0,1 1 1 0 0,1-1-1 0 0,0 1 1 0 0,0 0-1 0 0,1-1 0 0 0,0 1 1 0 0,0 0-1 0 0,1-1 1 0 0,2 11-1 0 0,0-8-77 0 0,0 0 0 0 0,0 0-1 0 0,9 18 1 0 0,-10-26-69 0 0,0 0 0 0 0,-1 0 0 0 0,1 0 0 0 0,1 0 0 0 0,-1 0 0 0 0,0 0 0 0 0,1 0 0 0 0,-1-1 0 0 0,1 1 0 0 0,0-1 0 0 0,0 0 0 0 0,0 0 0 0 0,0 0 0 0 0,0 0 0 0 0,1 0 0 0 0,-1-1 0 0 0,5 2 0 0 0,41 3-3010 0 0,-43-6 1816 0 0,0-3-165 0 0,16-6-1016 0 0,-17 6-1753 0 0</inkml:trace>
</inkml:ink>
</file>

<file path=ppt/ink/ink3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5:06.48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84 2380 0 0,'0'0'2608'0'0,"1"-4"-1916"0"0,0 3-567 0 0,-1-1 1 0 0,1 1-1 0 0,0-1 1 0 0,0 1-1 0 0,0 0 1 0 0,-1-1-1 0 0,1 1 1 0 0,0 0-1 0 0,1-1 1 0 0,-1 1-1 0 0,0 0 0 0 0,0 0 1 0 0,1 0-1 0 0,-1 0 1 0 0,0 0-1 0 0,1 1 1 0 0,-1-1-1 0 0,1 0 1 0 0,-1 0-1 0 0,1 1 1 0 0,2-1-1 0 0,0 0 536 0 0,1 2-388 0 0,16 5-31 0 0,-16-5-9 0 0,0 2-61 0 0,0 2-54 0 0,1 0-1 0 0,-1 0 1 0 0,0 0 0 0 0,0 0 0 0 0,0 1 0 0 0,-1-1-1 0 0,0 1 1 0 0,0 1 0 0 0,-1-1 0 0 0,1 0-1 0 0,-1 1 1 0 0,-1 0 0 0 0,1-1 0 0 0,-1 1-1 0 0,0 0 1 0 0,-1 0 0 0 0,0 0 0 0 0,1 9-1 0 0,0 7 210 0 0,-1-17 394 0 0,-2 0-309 0 0,0 17 16 0 0,1-18 809 0 0,-1-4-1193 0 0,0 0 0 0 0,1 1 0 0 0,-1-1 0 0 0,1 0 0 0 0,-1 0 0 0 0,1 0 1 0 0,-1 1-1 0 0,1-1 0 0 0,0 0 0 0 0,0 0 0 0 0,-1 1 0 0 0,1 1 0 0 0,0 0 45 0 0,-1 1 1296 0 0,0-6-1379 0 0,0 0 0 0 0,0 1 0 0 0,0-1 1 0 0,0 0-1 0 0,0 0 0 0 0,0 0 0 0 0,1 0 0 0 0,-1 0 0 0 0,1 0 0 0 0,-1 0 0 0 0,1 0 0 0 0,0 0 0 0 0,0 0 0 0 0,0 0 0 0 0,0 0 1 0 0,0 0-1 0 0,0 0 0 0 0,1 0 0 0 0,-1 0 0 0 0,1 0 0 0 0,-1 0 0 0 0,1 0 0 0 0,1-3 0 0 0,2-9-84 0 0,16-50-524 0 0,-11 40 68 0 0,5-5-339 0 0,19-18-1308 0 0,-25 37 169 0 0,1 0-1 0 0,20-18 0 0 0,-25 26-651 0 0</inkml:trace>
</inkml:ink>
</file>

<file path=ppt/ink/ink3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5:24.33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26 169 2588 0 0,'0'0'2949'0'0,"-4"1"-1860"0"0,-18 3 8949 0 0,28-6-9970 0 0,76-24-21 0 0,-2-3 0 0 0,143-73 1 0 0,-219 100-426 0 0,8-11-2208 0 0</inkml:trace>
</inkml:ink>
</file>

<file path=ppt/ink/ink3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5:24.75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41 11 3040 0 0,'0'0'3619'0'0,"-3"-3"-2795"0"0,2 2-528 0 0,0 1 0 0 0,0-1 0 0 0,0 0 0 0 0,0 1 0 0 0,0-1 0 0 0,0 0 0 0 0,0 1 0 0 0,0-1 0 0 0,0 1 0 0 0,0 0 0 0 0,0-1 0 0 0,0 1 0 0 0,0 0 0 0 0,0 0 0 0 0,-1 0 0 0 0,1-1 0 0 0,0 1 0 0 0,0 0 0 0 0,0 1 0 0 0,-2-1 0 0 0,-7 3-756 0 0,7-1 1268 0 0,4 3-695 0 0,4 14-21 0 0,-4-14-36 0 0,6 2 32 0 0,-7-6-82 0 0,1 0-1 0 0,-1 0 1 0 0,0-1-1 0 0,1 1 1 0 0,-1 0-1 0 0,1-1 1 0 0,-1 1-1 0 0,1 0 1 0 0,-1-1-1 0 0,1 1 1 0 0,0-1-1 0 0,-1 1 1 0 0,1-1-1 0 0,0 1 1 0 0,-1-1-1 0 0,1 0 1 0 0,0 1-1 0 0,1-1 1 0 0,70 27 12 0 0,-67-26 22 0 0,0 0 37 0 0,17 1 26 0 0,-16-2 1631 0 0,-6 7-1726 0 0,-1 0 0 0 0,0 0 1 0 0,0-1-1 0 0,0 1 0 0 0,-1-1 0 0 0,0 1 0 0 0,0-1 1 0 0,-6 11-1 0 0,5-11-9 0 0,0 2 0 0 0,0-1 0 0 0,1 0-1 0 0,0 0 1 0 0,0 1 0 0 0,1 0 0 0 0,0-1 0 0 0,-1 14 0 0 0,2-21 2 0 0,0 8-292 0 0,0-1 0 0 0,0 0 0 0 0,1 0 0 0 0,0 1 0 0 0,0-1 1 0 0,1 0-1 0 0,0 0 0 0 0,0 0 0 0 0,6 11 0 0 0,-7-16 98 0 0,15 20-2111 0 0,7-10-3258 0 0,-1-6 32 0 0</inkml:trace>
</inkml:ink>
</file>

<file path=ppt/ink/ink3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5:25.71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138 33 2828 0 0,'0'0'4027'0'0,"-1"-5"-3242"0"0,-1-14-148 0 0,1 14 871 0 0,-4 4-977 0 0,-18-1-19 0 0,18 2-34 0 0,0 1-20 0 0,-1 1-278 0 0,0 1-1 0 0,0-1 1 0 0,1 1-1 0 0,-1 0 1 0 0,1 1-1 0 0,-1-1 1 0 0,1 1-1 0 0,0 0 1 0 0,-7 8-1 0 0,4 1 14 0 0,2 0 0 0 0,0 1 0 0 0,-5 15 0 0 0,9-23-115 0 0,2-1-26 0 0,0 5-70 0 0,0-6 33 0 0,0-1-1 0 0,0 1 1 0 0,0 0-1 0 0,0 0 1 0 0,1-1-1 0 0,0 1 1 0 0,-1 0-1 0 0,3 4 1 0 0,0-1-2 0 0,1-1-1 0 0,-1 0 1 0 0,1 0 0 0 0,0 0 0 0 0,1-1-1 0 0,-1 1 1 0 0,1-1 0 0 0,6 5 0 0 0,-4-5-9 0 0,1 0-1 0 0,-1-1 1 0 0,1 0 0 0 0,0 0 0 0 0,12 4 0 0 0,-7-3-11 0 0,-9-3-1 0 0,0 0-20 0 0,15 6-55 0 0,-14-7 77 0 0,-2 2 21 0 0,10 5 6 0 0,-13-7-19 0 0,1 0 0 0 0,0 0-1 0 0,0-1 1 0 0,-1 1 0 0 0,1 0 0 0 0,0 0 0 0 0,-1 0-1 0 0,1 0 1 0 0,-1 0 0 0 0,1 0 0 0 0,-1 0 0 0 0,0 0-1 0 0,1 0 1 0 0,-1 0 0 0 0,0 0 0 0 0,0 0 0 0 0,1 0-1 0 0,-1 0 1 0 0,0 0 0 0 0,0 2 0 0 0,0-2 2 0 0,1 3 7 0 0,-3 1-3 0 0,-6 15 144 0 0,-2 0 1 0 0,-21 34 0 0 0,14-27 182 0 0,2 1 0 0 0,-12 29-1 0 0,12-15-54 0 0,14-38-204 0 0,1 1-38 0 0,-1-3-33 0 0,1 0 0 0 0,0 1 0 0 0,0-1 0 0 0,0 0 0 0 0,0 1 0 0 0,0-1 1 0 0,1 0-1 0 0,-1 1 0 0 0,0-1 0 0 0,1 0 0 0 0,0 0 0 0 0,0 0 0 0 0,0 1 0 0 0,0-1 0 0 0,0 0 0 0 0,0 0 1 0 0,0 0-1 0 0,0 0 0 0 0,1-1 0 0 0,-1 1 0 0 0,1 0 0 0 0,0-1 0 0 0,-1 1 0 0 0,1-1 0 0 0,0 1 0 0 0,0-1 0 0 0,0 0 1 0 0,0 1-1 0 0,0-1 0 0 0,3 1 0 0 0,9 0-169 0 0,1-1 1 0 0,-1 0-1 0 0,0-1 1 0 0,0-1-1 0 0,0 0 1 0 0,0 0-1 0 0,0-2 1 0 0,0 0-1 0 0,0 0 1 0 0,-1-2 0 0 0,16-5-1 0 0,0-3-1270 0 0,1-1 1 0 0,-2 0-1 0 0,53-38 0 0 0,-37 13-2886 0 0,-24 19-314 0 0</inkml:trace>
</inkml:ink>
</file>

<file path=ppt/ink/ink3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5:26.48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165 457 3488 0 0,'9'-19'1374'0'0,"-8"16"813"0"0,1-2-1313 0 0,2-12-82 0 0,-3 12 1195 0 0,-6-18-959 0 0,3 19-199 0 0,2 4-816 0 0,0 0-1 0 0,0-1 0 0 0,-1 1 1 0 0,1 0-1 0 0,0 0 1 0 0,0 0-1 0 0,-1 0 0 0 0,1 0 1 0 0,0 0-1 0 0,0 0 1 0 0,-1 0-1 0 0,1-1 1 0 0,0 1-1 0 0,0 0 0 0 0,-1 0 1 0 0,1 0-1 0 0,0 0 1 0 0,0-1-1 0 0,0 1 1 0 0,-1 0-1 0 0,1 0 0 0 0,0 0 1 0 0,0-1-1 0 0,0 1 1 0 0,0 0-1 0 0,0 0 0 0 0,0-1 1 0 0,-1 1-1 0 0,1 0 1 0 0,0-1-1 0 0,0 1 1 0 0,0 0-1 0 0,0-1 0 0 0,0 1 32 0 0,0-1-1 0 0,0 0 0 0 0,-1 0 0 0 0,1 1 1 0 0,0-1-1 0 0,-1 0 0 0 0,1 1 1 0 0,0-1-1 0 0,-1 0 0 0 0,1 1 0 0 0,-1-1 1 0 0,1 1-1 0 0,-1-1 0 0 0,0 1 0 0 0,1-1 1 0 0,-1 1-1 0 0,1-1 0 0 0,-1 1 1 0 0,0-1-1 0 0,1 1 0 0 0,-1 0 0 0 0,-1-1 1 0 0,-2 0 27 0 0,0 0 1 0 0,0 0 0 0 0,-1 1-1 0 0,1 0 1 0 0,0-1 0 0 0,0 2 0 0 0,0-1-1 0 0,-1 0 1 0 0,1 1 0 0 0,-5 1-1 0 0,3 0 20 0 0,2 1-17 0 0,-4 2-105 0 0,4-3 85 0 0,0 1 0 0 0,1-1 0 0 0,-1 1 0 0 0,1 0 0 0 0,0 0 0 0 0,-4 5 0 0 0,0 2-8 0 0,0 0 1 0 0,0 1 0 0 0,1 0-1 0 0,-4 13 1 0 0,4-6-35 0 0,0 0-1 0 0,-4 26 1 0 0,10-39-30 0 0,0 1-16 0 0,1 16-40 0 0,0-16-48 0 0,0-1-52 0 0,2 1 5 0 0,1 1 1 0 0,-1-1 0 0 0,1 0 0 0 0,7 8-1 0 0,-8-10-51 0 0,3-4-152 0 0,-2 2 325 0 0,-3-1 32 0 0,0-1 0 0 0,1 1-1 0 0,-1-1 1 0 0,0 1 0 0 0,1-1-1 0 0,-1 0 1 0 0,1 0 0 0 0,-1 1 0 0 0,1-1-1 0 0,-1 0 1 0 0,1 0 0 0 0,-1 0 0 0 0,1-1-1 0 0,-1 1 1 0 0,0 0 0 0 0,1-1-1 0 0,-1 1 1 0 0,3-1 0 0 0,4-2 11 0 0,0 0 0 0 0,0-1 0 0 0,0 1 0 0 0,-1-2 0 0 0,1 1 0 0 0,-1-1 0 0 0,0 0 0 0 0,0 0 0 0 0,7-9 0 0 0,24-42 163 0 0,-31 43-137 0 0,-2-1 0 0 0,1 0 1 0 0,-2-1-1 0 0,0 1 1 0 0,-1-1-1 0 0,0 0 0 0 0,-1 1 1 0 0,0-1-1 0 0,-2 0 1 0 0,-1-24-1 0 0,1 23 7 0 0,-2-31 37 0 0,-3 0-1 0 0,-14-68 1 0 0,-2 47 244 0 0,19 64-243 0 0,0-1-8 0 0,-5-15-15 0 0,6 15-12 0 0,-1 2 0 0 0,1 2-25 0 0,1 1-1 0 0,0-1 0 0 0,-1 0 1 0 0,1 1-1 0 0,-1-1 0 0 0,1 1 1 0 0,-1-1-1 0 0,1 1 0 0 0,-1-1 1 0 0,1 1-1 0 0,-1-1 0 0 0,1 1 0 0 0,-1-1 1 0 0,0 1-1 0 0,1 0 0 0 0,-1-1 1 0 0,0 1-1 0 0,1 0 0 0 0,-1-1 1 0 0,0 1-1 0 0,1 0 0 0 0,-1 0 1 0 0,0 0-1 0 0,0 0 0 0 0,1 0 1 0 0,-1 0-1 0 0,0 0 0 0 0,1 0 1 0 0,-1 0-1 0 0,0 0 0 0 0,0 0 1 0 0,1 0-1 0 0,-1 0 0 0 0,0 1 0 0 0,1-1 1 0 0,-1 0-1 0 0,0 1 0 0 0,1-1 1 0 0,-1 0-1 0 0,0 1 0 0 0,1-1 1 0 0,-1 1-1 0 0,0 0 0 0 0,-3 5 13 0 0,0 18 70 0 0,2 1 0 0 0,1-1 0 0 0,1 1 0 0 0,2 0 0 0 0,0-1 0 0 0,9 41 0 0 0,-3-27-102 0 0,3 1 1 0 0,1-1 0 0 0,24 52-1 0 0,-31-79-297 0 0,0-1-1 0 0,1 1 1 0 0,0-1-1 0 0,10 11 1 0 0,2 0-1920 0 0,1-1 1 0 0,29 23-1 0 0,-45-40-381 0 0</inkml:trace>
</inkml:ink>
</file>

<file path=ppt/ink/ink3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5:26.82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3188 0 0,'0'0'10469'0'0,"4"2"-10183"0"0,1 3-172 0 0,0 0 0 0 0,-1 0 1 0 0,1 0-1 0 0,-1 0 0 0 0,0 1 1 0 0,-1 0-1 0 0,1 0 0 0 0,-1 0 1 0 0,3 9-1 0 0,36 102-197 0 0,-40-112-346 0 0,7 15-1066 0 0,-8-16 826 0 0</inkml:trace>
</inkml:ink>
</file>

<file path=ppt/ink/ink3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5:27.16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93 0 3500 0 0,'0'0'2021'0'0,"-6"1"-1281"0"0,1 0-427 0 0,0 0-1 0 0,0 1 1 0 0,0-1 0 0 0,0 1-1 0 0,0 0 1 0 0,-8 5-1 0 0,9-4 52 0 0,1 0-33 0 0,-8 9 0 0 0,8-9-71 0 0,1 0-49 0 0,-17 32 374 0 0,17-31-282 0 0,5-2-281 0 0,-2-1 5 0 0,0 0-1 0 0,1-1 0 0 0,-1 1 0 0 0,0-1 1 0 0,0 1-1 0 0,0-1 0 0 0,0 1 1 0 0,0-1-1 0 0,1 0 0 0 0,-1 1 0 0 0,0-1 1 0 0,0 0-1 0 0,1 0 0 0 0,-1 0 1 0 0,0 0-1 0 0,0 0 0 0 0,1 0 0 0 0,-1 0 1 0 0,0 0-1 0 0,0-1 0 0 0,1 1 0 0 0,-1 0 1 0 0,0-1-1 0 0,0 1 0 0 0,0-1 1 0 0,0 0-1 0 0,0 1 0 0 0,1-1 0 0 0,-1 0 1 0 0,0 1-1 0 0,-1-1 0 0 0,1 0 1 0 0,0 0-1 0 0,0 0 0 0 0,1-1 0 0 0,9-14 441 0 0,-9 12-1282 0 0,0 0 0 0 0,0 0 0 0 0,0 0 0 0 0,-1 0 0 0 0,1-1 0 0 0,-1 1 0 0 0,0-1 0 0 0,0-6 0 0 0</inkml:trace>
</inkml:ink>
</file>

<file path=ppt/ink/ink3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5:27.60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3 133 3200 0 0,'0'0'2327'0'0,"-1"-5"-1421"0"0,0-40 2832 0 0,1 41-3242 0 0,4 2-333 0 0,-2 1-138 0 0,-1 0 0 0 0,1 0 0 0 0,0 1 0 0 0,0-1 0 0 0,0 0 0 0 0,0 1 0 0 0,0 0 0 0 0,0-1 0 0 0,0 1-1 0 0,0 0 1 0 0,0 0 0 0 0,0 0 0 0 0,0 0 0 0 0,0 0 0 0 0,0 1 0 0 0,0-1 0 0 0,0 1 0 0 0,0-1 0 0 0,0 1 0 0 0,0 0-1 0 0,0-1 1 0 0,0 1 0 0 0,0 0 0 0 0,1 2 0 0 0,11 8 16 0 0,-10-9 5 0 0,-2 3-2 0 0,9 14-7 0 0,-8-15-2 0 0,-2 2-4 0 0,3 57 275 0 0,-4-56-153 0 0,-1-1 44 0 0,-12 54 673 0 0,11-54-620 0 0,1-3 16 0 0,-4 13 34 0 0,4-13 1398 0 0,5-1-1585 0 0,11 5-16 0 0,-15-7-95 0 0,0 0 0 0 0,1 0 0 0 0,-1 0-1 0 0,0 0 1 0 0,0 0 0 0 0,1 0-1 0 0,-1 0 1 0 0,0 1 0 0 0,0-1 0 0 0,0 0-1 0 0,1 0 1 0 0,-1 0 0 0 0,0 0-1 0 0,0 0 1 0 0,1 0 0 0 0,-1 0-1 0 0,0 0 1 0 0,0 0 0 0 0,1 0 0 0 0,-1-1-1 0 0,0 1 1 0 0,0 0 0 0 0,1 0-1 0 0,-1 0 1 0 0,0 0 0 0 0,0 0 0 0 0,1 0-1 0 0,-1 0 1 0 0,0-1 0 0 0,0 1-1 0 0,0 0 1 0 0,0 0 0 0 0,1 0-1 0 0,136-93-390 0 0,1-1-2243 0 0,0 3-5158 0 0,-105 70 2646 0 0</inkml:trace>
</inkml:ink>
</file>

<file path=ppt/ink/ink3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6:05.95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 7 2448 0 0,'0'0'7770'0'0,"-2"-2"-7477"0"0,1 2-220 0 0,1-1 0 0 0,0 1-1 0 0,0 0 1 0 0,0 0 0 0 0,-1-1 0 0 0,1 1 0 0 0,0 0-1 0 0,0 0 1 0 0,-1-1 0 0 0,1 1 0 0 0,0 0-1 0 0,0 0 1 0 0,-1-1 0 0 0,1 1 0 0 0,0 0 0 0 0,-1 0-1 0 0,1 0 1 0 0,0 0 0 0 0,-1 0 0 0 0,1-1 0 0 0,0 1-1 0 0,-1 0 1 0 0,1 0 0 0 0,0 0 0 0 0,-1 0 0 0 0,1 0-1 0 0,-1 0 1 0 0,1 0 0 0 0,0 0 0 0 0,-1 0 0 0 0,1 0-1 0 0,0 1 1 0 0,-1-1 0 0 0,1 0 0 0 0,-1 0-1 0 0,3 14 1932 0 0,-1-12-2508 0 0,0 3 706 0 0,1-1-45 0 0,64 128 962 0 0,-46-84-747 0 0,-1 0 0 0 0,16 69 1 0 0,0-3 26 0 0,-16-57-206 0 0,-18-53-137 0 0,1 1 14 0 0,3 17-6 0 0,-3-17 40 0 0,-1 1 16 0 0,2 14-19 0 0,-2-15 26 0 0,0 0 95 0 0,4 12-139 0 0,-4-12-8 0 0,0 0-43 0 0,13 101 248 0 0,-13-101-226 0 0,0-1-10 0 0,2 12-9 0 0,-2-12 51 0 0,0 1-9 0 0,4 12 10 0 0,-4-12 98 0 0,0-1-127 0 0,4 13 0 0 0,-4-12 6 0 0,0-1 0 0 0,5 12 7 0 0,-4-12-13 0 0,-1 0-20 0 0,11 37 124 0 0,-11-37-120 0 0,0 1 19 0 0,11 45 140 0 0,-11-44-138 0 0,0 0-18 0 0,37 150 482 0 0,-37-151-434 0 0,0 1 5 0 0,2 18-2 0 0,-2-18-4 0 0,0-1 13 0 0,4 17 1 0 0,-4-16 11 0 0,0-2-9 0 0,11 42 171 0 0,-11-41-139 0 0,-1-4-152 0 0,0 0 0 0 0,0 0 0 0 0,0 0-1 0 0,0 0 1 0 0,0 0 0 0 0,0 0 0 0 0,0 0 0 0 0,0-1 0 0 0,0 1 0 0 0,1 0-1 0 0,-1 0 1 0 0,0 0 0 0 0,1 0 0 0 0,-1 0 0 0 0,1 0 0 0 0,0 1-1 0 0,-5-81-10630 0 0,-1 31 5590 0 0,3 14-1470 0 0</inkml:trace>
</inkml:ink>
</file>

<file path=ppt/ink/ink3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6:07.83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0 954 2504 0 0,'0'0'8945'0'0,"3"-3"-8754"0"0,2-3-6 0 0,1 0 1 0 0,0 1-1 0 0,0 0 0 0 0,1 0 0 0 0,0 1 0 0 0,8-6 0 0 0,-10 8-17 0 0,15-7 280 0 0,-16 6-357 0 0,1 2-63 0 0,36-26 274 0 0,22-17-95 0 0,93-72 1512 0 0,-122 86-1543 0 0,10-8 4 0 0,1 2 0 0 0,74-45 0 0 0,-115 79-166 0 0,0-1 9 0 0,30-19-59 0 0,-16 10 40 0 0,1 0 0 0 0,0 1-1 0 0,22-8 1 0 0,221-90 616 0 0,-217 91-631 0 0,13-11 47 0 0,98-47-53 0 0,-152 74-4 0 0,-3 2 22 0 0,0 0 1 0 0,0 0 0 0 0,0 0-1 0 0,0 0 1 0 0,0 0 0 0 0,0-1-1 0 0,0 1 1 0 0,0 0 0 0 0,0 0 0 0 0,0-1-1 0 0,0 1 1 0 0,0-1 0 0 0,0 1-1 0 0,-1-1 1 0 0,1 1 0 0 0,1-2-1 0 0,16-9 9 0 0,29-10 16 0 0,172-50 98 0 0,-195 64-48 0 0,-19 5-34 0 0,1 1-7 0 0,77-24 349 0 0,-78 24-334 0 0,0-1 13 0 0,14-5-7 0 0,-15 6-15 0 0,0-1-18 0 0,13-4 3 0 0,-13 4 4 0 0,-1 0 18 0 0,13-6 29 0 0,-13 6-51 0 0,1 1 6 0 0,34-17 69 0 0,-34 16 209 0 0,5-2-271 0 0,-9 4-20 0 0,0-1 0 0 0,0 1-1 0 0,1 0 1 0 0,-1-1 0 0 0,0 1 0 0 0,1 0 0 0 0,-1-1 0 0 0,0 1-1 0 0,1 0 1 0 0,-1 0 0 0 0,0-1 0 0 0,1 1 0 0 0,-1 0 0 0 0,0 0-1 0 0,1 0 1 0 0,-1-1 0 0 0,1 1 0 0 0,-1 0 0 0 0,1 0 0 0 0,-1 0-1 0 0,0 0 1 0 0,1 0 0 0 0,-1 0 0 0 0,1 0 0 0 0,-1 0 0 0 0,1 0-1 0 0,-1 0 1 0 0,0 0 0 0 0,1 0 0 0 0,-1 0 0 0 0,1 1-1 0 0,-1-1 1 0 0,1 0 0 0 0,-1 0 0 0 0,0 0 0 0 0,1 0 0 0 0,0 1-1 0 0,22 30 272 0 0,-21-27-234 0 0,0 1 34 0 0,117 316 2069 0 0,-104-271-1897 0 0,2 13-74 0 0,-3-13 22 0 0,2 11-32 0 0,5 8 150 0 0,23 78 686 0 0,-43-142-905 0 0,1 0-10 0 0,16 69 358 0 0,-17-70-311 0 0,1 2 38 0 0,40 118 1303 0 0,-33-102-1158 0 0,-8-18-164 0 0,1 1-14 0 0,38 115 979 0 0,-38-116-1061 0 0,0 0-24 0 0,14 37 86 0 0,-15-37-53 0 0,0-4-69 0 0,-1 1-1 0 0,1 0 1 0 0,-1-1-1 0 0,1 1 1 0 0,-1 0-1 0 0,1-1 1 0 0,-1 1-1 0 0,1 0 1 0 0,-1 0-1 0 0,0-1 1 0 0,1 1-1 0 0,-1 0 1 0 0,0 0-1 0 0,0-1 1 0 0,0 1-1 0 0,0 0 1 0 0,1 0-1 0 0,-1 1 1 0 0</inkml:trace>
</inkml:ink>
</file>

<file path=ppt/ink/ink3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6:09.02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1 905 3040 0 0,'0'0'11191'0'0,"2"-3"-10903"0"0,3-2-143 0 0,-1 1-1 0 0,1 0 0 0 0,0 0 1 0 0,0 1-1 0 0,0-1 0 0 0,0 1 1 0 0,10-4-1 0 0,50-20 420 0 0,-31 14-411 0 0,339-153 822 0 0,-342 152-973 0 0,10-5-4 0 0,248-93 70 0 0,-223 86-114 0 0,-8 4 151 0 0,8-4-61 0 0,-13 6-35 0 0,12-7 219 0 0,-12 2-6 0 0,8-1-22 0 0,-10 2-12 0 0,257-136 958 0 0,-305 158-1020 0 0,-1 2-110 0 0,0-1 0 0 0,-1 1 1 0 0,1-1-1 0 0,-1 0 0 0 0,0 1 0 0 0,1-1 1 0 0,-1 0-1 0 0,1 0 0 0 0,-1 0 0 0 0,0 0 1 0 0,0 0-1 0 0,3-2 0 0 0,-3 1 14 0 0,4 0 62 0 0,-2-1-13 0 0,13-7-13 0 0,-13 8-17 0 0,1 0 3 0 0,11-7-4 0 0,-11 7-29 0 0,-1-1-4 0 0,11-6 7 0 0,9-3 16 0 0,-19 10-32 0 0,-1 0-16 0 0,56-29 329 0 0,-55 29-32 0 0,0 0-176 0 0,12-5-2 0 0,-12 5 77 0 0,0 0-120 0 0,11-4-5 0 0,-11 4 104 0 0,0 0-85 0 0,50-27 2228 0 0,-51 27-1872 0 0,-37 11-16174 0 0,5 4 7015 0 0</inkml:trace>
</inkml:ink>
</file>

<file path=ppt/ink/ink3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6:31.8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292 318 3948 0 0,'0'0'3333'0'0,"1"-5"-2129"0"0,-1 1-795 0 0,0 0 1 0 0,-1 0-1 0 0,1-1 1 0 0,-1 1-1 0 0,0 0 0 0 0,0 0 1 0 0,0 0-1 0 0,-3-7 1 0 0,2 8 130 0 0,-17-7 543 0 0,15 8-596 0 0,-1 2-42 0 0,-15-2-57 0 0,15 1-40 0 0,-1 2-60 0 0,-7 0-142 0 0,1 1 0 0 0,-1 1 1 0 0,1 0-1 0 0,-1 1 0 0 0,1 0 1 0 0,-13 7-1 0 0,14-4-74 0 0,1 0 0 0 0,0 0 0 0 0,0 1 0 0 0,0 0 0 0 0,1 0 0 0 0,-11 15 1 0 0,-17 55 157 0 0,35-73-228 0 0,2 2-22 0 0,-1-2-8 0 0,0-3 13 0 0,1 0-1 0 0,-1 0 0 0 0,1 0 0 0 0,0 0 0 0 0,-1 0 1 0 0,1 0-1 0 0,0 0 0 0 0,0 0 0 0 0,1-1 0 0 0,-1 1 1 0 0,0 0-1 0 0,1 0 0 0 0,-1 0 0 0 0,1 0 0 0 0,1 2 1 0 0,-1 0-10 0 0,0 0-38 0 0,0 0 0 0 0,0 0 0 0 0,1 0 0 0 0,-1 0 0 0 0,1 0 0 0 0,0 0-1 0 0,0-1 1 0 0,1 1 0 0 0,-1 0 0 0 0,1-1 0 0 0,0 0 0 0 0,0 0 0 0 0,0 0 0 0 0,0 0 0 0 0,0 0 0 0 0,1-1-1 0 0,-1 1 1 0 0,1-1 0 0 0,0 0 0 0 0,-1 0 0 0 0,1 0 0 0 0,0 0 0 0 0,7 1 0 0 0,5 1-105 0 0,-11-3 22 0 0,1-1 34 0 0,1 0 115 0 0,-1-1 0 0 0,0 0 1 0 0,1 0-1 0 0,-1 0 1 0 0,1-1-1 0 0,-1 0 0 0 0,0 0 1 0 0,0 0-1 0 0,0-1 0 0 0,0 0 1 0 0,0 0-1 0 0,-1-1 0 0 0,0 0 1 0 0,1 0-1 0 0,-1 0 1 0 0,0 0-1 0 0,-1-1 0 0 0,1 0 1 0 0,-1 1-1 0 0,0-2 0 0 0,0 1 1 0 0,5-12-1 0 0,-2 3 54 0 0,0 0 0 0 0,-1-1 0 0 0,-1 0 0 0 0,-1 0 0 0 0,5-28-1 0 0,-1-25 282 0 0,-1-129-1 0 0,-7 170-163 0 0,0 21-62 0 0,0-1-8 0 0,0-19-8 0 0,0 20 78 0 0,0 1-111 0 0,0-13 540 0 0,4 38-407 0 0,3 40 30 0 0,13 310-258 0 0,-18-216-2445 0 0,-2-150 1799 0 0,0 2-30 0 0,2 3 435 0 0,3 19-2119 0 0,-5-10-5186 0 0</inkml:trace>
</inkml:ink>
</file>

<file path=ppt/ink/ink3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6:32.20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 65 2808 0 0,'0'0'2303'0'0,"-6"0"-1401"0"0,-4 0 2608 0 0,14-1-1440 0 0,35-3-908 0 0,66-2-1347 0 0,103-18-741 0 0,-73 1-3621 0 0,-97 16 1842 0 0</inkml:trace>
</inkml:ink>
</file>

<file path=ppt/ink/ink3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6:32.98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25 138 3160 0 0,'-2'-4'1645'0'0,"-20"-60"3034"0"0,21 60-4105 0 0,3-1-314 0 0,4-17-37 0 0,-5 16-37 0 0,2 3-7 0 0,1-1-110 0 0,1 1-1 0 0,0-1 1 0 0,-1 1 0 0 0,1-1 0 0 0,0 2 0 0 0,6-4 0 0 0,-6 4-3 0 0,1 2-6 0 0,16-1-8 0 0,-17 1-2 0 0,1 1-1 0 0,16 6-1 0 0,-16-5 3 0 0,-3 1 8 0 0,13 11-4 0 0,-13-10-2 0 0,-1 0-8 0 0,0 1-23 0 0,0-1 0 0 0,-1 1 0 0 0,0 0 0 0 0,0 0 0 0 0,0-1-1 0 0,-1 1 1 0 0,1 0 0 0 0,-1 0 0 0 0,0 0 0 0 0,0 0 0 0 0,-1 0 0 0 0,0-1 0 0 0,0 1 0 0 0,-3 9 0 0 0,-3 6 283 0 0,-1 0 1 0 0,-14 24-1 0 0,1-3 326 0 0,19-37-407 0 0,2-3-218 0 0,0-1-1 0 0,0 1 1 0 0,0 0 0 0 0,0-1 0 0 0,0 1-1 0 0,0-1 1 0 0,0 1 0 0 0,0 0 0 0 0,-1-1-1 0 0,1 1 1 0 0,0-1 0 0 0,0 1-1 0 0,-1-1 1 0 0,1 1 0 0 0,0-1 0 0 0,-1 1-1 0 0,1-1 1 0 0,-1 1 0 0 0,1-1 0 0 0,0 1-1 0 0,-2-1 1 0 0,2 1 8 0 0,-1-1 0 0 0,1 1-1 0 0,-1-1 1 0 0,1 0 0 0 0,0 1 0 0 0,-1-1 0 0 0,1 1-1 0 0,-1-1 1 0 0,1 1 0 0 0,0-1 0 0 0,0 1-1 0 0,-1-1 1 0 0,1 1 0 0 0,0 0 0 0 0,0-1 0 0 0,0 1-1 0 0,-1-1 1 0 0,1 1 0 0 0,0 0 0 0 0,0-1 0 0 0,0 2-1 0 0,5-1-22 0 0,1 1-53 0 0,0-1 0 0 0,0-1 0 0 0,0 1 1 0 0,0-1-1 0 0,0 0 0 0 0,0 0 0 0 0,9-2 0 0 0,71-18-1303 0 0,103-16-6817 0 0,-158 33 3768 0 0</inkml:trace>
</inkml:ink>
</file>

<file path=ppt/ink/ink3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6:33.31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51 3792 0 0,'0'0'6630'0'0,"4"-1"-6274"0"0,23-8-30 0 0,1 1 0 0 0,56-9 0 0 0,-28 7-3716 0 0,-34 6 1929 0 0,-16 3-1076 0 0</inkml:trace>
</inkml:ink>
</file>

<file path=ppt/ink/ink3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6:33.50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 48 3568 0 0,'-3'2'1417'0'0,"-12"12"4605"0"0,16-14-6007 0 0,-1 0 0 0 0,0 0-1 0 0,1 0 1 0 0,-1 0 0 0 0,0 0 0 0 0,0 0-1 0 0,1 1 1 0 0,-1-1 0 0 0,0 0 0 0 0,1 0 0 0 0,-1 0-1 0 0,0 0 1 0 0,0 1 0 0 0,1-1 0 0 0,-1 0-1 0 0,0 0 1 0 0,0 0 0 0 0,1 1 0 0 0,-1-1 0 0 0,0 0-1 0 0,0 0 1 0 0,0 1 0 0 0,0-1 0 0 0,1 0-1 0 0,-1 1 1 0 0,0-1 0 0 0,0 0 0 0 0,0 1-1 0 0,0-1 1 0 0,0 1 0 0 0,0-1-3 0 0,0 1 0 0 0,0-1 0 0 0,1 1 0 0 0,-1-1 0 0 0,0 1-1 0 0,0-1 1 0 0,0 0 0 0 0,1 1 0 0 0,-1-1 0 0 0,0 1 0 0 0,0-1 0 0 0,1 0 0 0 0,-1 1 0 0 0,0-1-1 0 0,1 0 1 0 0,-1 1 0 0 0,0-1 0 0 0,1 0 0 0 0,-1 1 0 0 0,1-1 0 0 0,-1 0 0 0 0,0 0 0 0 0,1 0 0 0 0,-1 1-1 0 0,1-1 1 0 0,-1 0 0 0 0,1 0 0 0 0,-1 0 0 0 0,1 0 0 0 0,-1 0 0 0 0,1 0 0 0 0,-1 0 0 0 0,1 0 0 0 0,-1 0-1 0 0,1 0 1 0 0,-1 0 0 0 0,1 0 0 0 0,48-7-548 0 0,65-18-1 0 0,-3-10-5300 0 0,-74 22 870 0 0</inkml:trace>
</inkml:ink>
</file>

<file path=ppt/ink/ink3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6:34.45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233 423 4348 0 0,'0'0'1522'0'0,"0"-6"-307"0"0,1-15-249 0 0,-1 15 514 0 0,-1 3-884 0 0,-1 0-387 0 0,1 0 0 0 0,-1 1 1 0 0,1-1-1 0 0,-1 1 0 0 0,0 0 0 0 0,0 0 1 0 0,0 0-1 0 0,0 0 0 0 0,0 0 0 0 0,-1 0 1 0 0,-2-2-1 0 0,1 2 712 0 0,-3 2-523 0 0,-2 2-226 0 0,0 0 1 0 0,-1 1-1 0 0,1-1 1 0 0,0 2-1 0 0,0-1 1 0 0,1 1-1 0 0,-1 1 0 0 0,1 0 1 0 0,-12 8-1 0 0,12-7-104 0 0,0 1-1 0 0,0-1 0 0 0,1 1 1 0 0,0 1-1 0 0,0 0 0 0 0,0 0 1 0 0,1 0-1 0 0,-5 9 0 0 0,4 0-64 0 0,1 1 0 0 0,-7 27 0 0 0,12-40-100 0 0,2 0-37 0 0,0-1 63 0 0,-1-1-1 0 0,1 0 0 0 0,0 1 0 0 0,0-1 0 0 0,0 0 0 0 0,0 0 0 0 0,1 0 0 0 0,-1 0 0 0 0,1 0 0 0 0,0 0 0 0 0,0 0 0 0 0,0 0 0 0 0,0 0 0 0 0,0-1 0 0 0,1 1 0 0 0,-1-1 0 0 0,1 0 0 0 0,0 0 0 0 0,-1 0 0 0 0,1 0 0 0 0,0 0 0 0 0,0-1 0 0 0,0 1 1 0 0,0-1-1 0 0,1 0 0 0 0,4 2 0 0 0,-3-2-150 0 0,1-1 22 0 0,-2 0 174 0 0,1 1-2 0 0,-1-1 0 0 0,0 0 0 0 0,1 0 0 0 0,-1 0 0 0 0,1 0 1 0 0,-1-1-1 0 0,0 0 0 0 0,1 0 0 0 0,-1 0 0 0 0,0 0 0 0 0,0-1 0 0 0,0 1 0 0 0,4-3 0 0 0,3-4 21 0 0,-1-1 1 0 0,0 0 0 0 0,-1 0-1 0 0,0-1 1 0 0,-1 0-1 0 0,0 0 1 0 0,0-1 0 0 0,-1 0-1 0 0,-1 0 1 0 0,1-1-1 0 0,-2 0 1 0 0,0 0 0 0 0,0 0-1 0 0,-1-1 1 0 0,-1 1-1 0 0,0-1 1 0 0,2-23 0 0 0,-2-26 488 0 0,-2 0 0 0 0,-3-1 0 0 0,-12-76 1 0 0,9 101 220 0 0,4 32-397 0 0,-4-21 183 0 0,4 22 740 0 0,-1 9-1048 0 0,0 5-59 0 0,1 0 1 0 0,0 1-1 0 0,0-1 0 0 0,1 1 0 0 0,1 18 0 0 0,11 56 11 0 0,-5-41-35 0 0,-3-17-117 0 0,47 360-567 0 0,-29-132-4343 0 0,-15-187-84 0 0,-7-62 3488 0 0,2-2-1006 0 0,7 13-1796 0 0</inkml:trace>
</inkml:ink>
</file>

<file path=ppt/ink/ink3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6:34.69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3988 0 0,'0'0'9654'0'0,"1"5"-9153"0"0,1 115 897 0 0,-2-20-2932 0 0,1-90 686 0 0,0 0-1 0 0,1-1 1 0 0,4 16 0 0 0,-5-21-501 0 0,15 12-7876 0 0</inkml:trace>
</inkml:ink>
</file>

<file path=ppt/ink/ink3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6:35.19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48 3448 0 0,'0'0'2035'0'0,"2"-5"-1339"0"0,3-13-138 0 0,-3 13 328 0 0,-2 5-865 0 0,1 0 0 0 0,-1 0 0 0 0,1 0 0 0 0,0 0 0 0 0,-1 0 1 0 0,1 0-1 0 0,-1 0 0 0 0,1 0 0 0 0,-1 0 0 0 0,1-1 0 0 0,-1 1 1 0 0,1 0-1 0 0,-1 0 0 0 0,1 0 0 0 0,-1-1 0 0 0,1 1 0 0 0,-1 0 1 0 0,1-1-1 0 0,-1 1 0 0 0,0 0 0 0 0,1-1 0 0 0,-1 1 0 0 0,1-1 0 0 0,-1 0 1 0 0,1 0 25 0 0,0 1 1 0 0,-1-1 0 0 0,1 0-1 0 0,0 0 1 0 0,0 1-1 0 0,0-1 1 0 0,-1 0 0 0 0,1 1-1 0 0,0-1 1 0 0,0 1-1 0 0,0-1 1 0 0,0 1 0 0 0,0 0-1 0 0,0-1 1 0 0,0 1 0 0 0,0 0-1 0 0,2-1 1 0 0,15-2 267 0 0,-14 2-121 0 0,1 3 60 0 0,0-1-211 0 0,-1 0 1 0 0,1 1-1 0 0,-1 0 0 0 0,1 0 0 0 0,-1 0 0 0 0,0 0 0 0 0,0 0 1 0 0,0 1-1 0 0,0 0 0 0 0,0 0 0 0 0,-1 0 0 0 0,1 0 1 0 0,-1 1-1 0 0,0 0 0 0 0,0-1 0 0 0,3 6 0 0 0,-1 1 8 0 0,-1 0 0 0 0,-1 0-1 0 0,0 0 1 0 0,0 0 0 0 0,-1 0-1 0 0,0 1 1 0 0,0 17 0 0 0,-3-9 151 0 0,-1-1 0 0 0,0 0 1 0 0,-2 1-1 0 0,0-1 0 0 0,-1-1 1 0 0,-1 1-1 0 0,-10 23 0 0 0,14-38 13 0 0,0 1 17 0 0,-5 5 789 0 0,10-23-195 0 0,-2 9-1101 0 0,-1 4 271 0 0,1 0 0 0 0,-1 0-1 0 0,0 1 1 0 0,1-1 0 0 0,-1 0 0 0 0,1 0 0 0 0,-1 1 0 0 0,1-1 0 0 0,0 0 0 0 0,-1 0 0 0 0,1 1 0 0 0,0-1 0 0 0,-1 1 0 0 0,1-1-1 0 0,0 0 1 0 0,0 1 0 0 0,-1 0 0 0 0,1-1 0 0 0,0 1 0 0 0,0-1 0 0 0,0 1 0 0 0,0 0 0 0 0,0 0 0 0 0,-1-1 0 0 0,3 1 0 0 0,-3 0-1 0 0,9-4-256 0 0,-1 0 1 0 0,1 1-1 0 0,0 0 1 0 0,1 1-1 0 0,-1-1 1 0 0,0 2-1 0 0,1-1 0 0 0,-1 2 1 0 0,1-1-1 0 0,14 2 1 0 0,0 1-2244 0 0,0 1 0 0 0,39 11 0 0 0,-58-13-1516 0 0</inkml:trace>
</inkml:ink>
</file>

<file path=ppt/ink/ink3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6:35.65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 98 4012 0 0,'0'0'1772'0'0,"-2"-3"-345"0"0,1 2-1189 0 0,1 0 1 0 0,-1 1-1 0 0,0-1 1 0 0,1 0-1 0 0,0 0 1 0 0,-1 0-1 0 0,1 0 1 0 0,0 0 0 0 0,-1 0-1 0 0,1 0 1 0 0,0 0-1 0 0,0 0 1 0 0,0 0-1 0 0,0 0 1 0 0,0 0-1 0 0,0 1 1 0 0,0-1-1 0 0,0 0 1 0 0,0 0 0 0 0,0 0-1 0 0,0 0 1 0 0,1 0-1 0 0,-1 0 1 0 0,1-1-1 0 0,5-7-559 0 0,-4 6 605 0 0,4 1-122 0 0,50-11 368 0 0,35-2-1365 0 0,-32 7-584 0 0,20-11-4215 0 0,-75 17 3448 0 0</inkml:trace>
</inkml:ink>
</file>

<file path=ppt/ink/ink3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6:35.90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 0 3100 0 0,'0'0'8103'0'0,"-2"5"-7810"0"0,0 6-144 0 0,1 0 0 0 0,0 0 0 0 0,0 0 0 0 0,1 0 0 0 0,0 0 0 0 0,3 14-1 0 0,1 33-72 0 0,-4-9-344 0 0,3 99-2500 0 0,-3-136 1591 0 0,0-11 1035 0 0,0 1 0 0 0,0-1 0 0 0,0 0 0 0 0,0 1-1 0 0,0-1 1 0 0,0 0 0 0 0,1 1 0 0 0,-1-1 0 0 0,0 0-1 0 0,1 0 1 0 0,-1 1 0 0 0,1-1 0 0 0,0 2 0 0 0,2 4-2237 0 0,8 16-1613 0 0</inkml:trace>
</inkml:ink>
</file>

<file path=ppt/ink/ink3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6:36.56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145 354 3820 0 0,'0'0'1567'0'0,"1"-4"-275"0"0,2-12-207 0 0,-2 12 1335 0 0,-1 3-2394 0 0,0 1 1 0 0,-1 0-1 0 0,1 0 0 0 0,0 0 0 0 0,-1 0 0 0 0,1 0 0 0 0,0 0 0 0 0,-1 0 1 0 0,1-1-1 0 0,0 1 0 0 0,-1 0 0 0 0,1 0 0 0 0,0 0 0 0 0,0-1 0 0 0,-1 1 0 0 0,1 0 1 0 0,0 0-1 0 0,0-1 0 0 0,0 1 0 0 0,-1 0 0 0 0,1 0 0 0 0,0-1 0 0 0,0 1 1 0 0,0 0-1 0 0,0-1 0 0 0,-1 1 0 0 0,1 0 0 0 0,0-1 0 0 0,0 0 0 0 0,0 0 64 0 0,0 1-1 0 0,-1-1 0 0 0,1 0 0 0 0,-1 0 0 0 0,1 0 1 0 0,-1 0-1 0 0,1 1 0 0 0,-1-1 0 0 0,1 0 0 0 0,-1 0 1 0 0,0 1-1 0 0,1-1 0 0 0,-1 0 0 0 0,0 1 0 0 0,1-1 1 0 0,-1 1-1 0 0,0-1 0 0 0,-1 0 0 0 0,-3 0 128 0 0,0 0 0 0 0,0-1 0 0 0,0 2 0 0 0,0-1 0 0 0,0 1-1 0 0,-10 0 1 0 0,10 0-51 0 0,0 3 17 0 0,-12 7-24 0 0,12-8-27 0 0,2 2-12 0 0,-26 28 87 0 0,26-29-187 0 0,1 2-21 0 0,-6 15 9 0 0,6-15-24 0 0,1 0-17 0 0,-4 14-1 0 0,4-14-11 0 0,2 0-30 0 0,3 12-24 0 0,-3-13-52 0 0,1 1-31 0 0,24 30-593 0 0,-23-32 612 0 0,1-1-84 0 0,12 6 157 0 0,-12-7 6 0 0,1-1-30 0 0,14-4 79 0 0,-15 4 10 0 0,0-3-5 0 0,2-1 31 0 0,-1-1 1 0 0,0 1 0 0 0,0-1-1 0 0,-1 0 1 0 0,0 0 0 0 0,1 0-1 0 0,-2 0 1 0 0,1-1 0 0 0,0 1-1 0 0,3-11 1 0 0,12-47 129 0 0,-15 47-62 0 0,-1-1 0 0 0,-1 0 0 0 0,1-19 0 0 0,-3 27-43 0 0,2-19 191 0 0,-1 5-47 0 0,-2 8 9 0 0,-1-33 333 0 0,0 24 66 0 0,0 1-1 0 0,-2 0 1 0 0,-9-30 0 0 0,12 49-342 0 0,-4-16 113 0 0,5 16 254 0 0,-2 10-590 0 0,1 11 20 0 0,-1 1 1 0 0,2 0 0 0 0,1-1-1 0 0,0 1 1 0 0,6 31 0 0 0,26 95 85 0 0,-32-140-126 0 0,0-2-8 0 0,10 42-1214 0 0,24 58 1 0 0,-27-82-110 0 0,2-1 1 0 0,0 0 0 0 0,15 19-1 0 0,4 4-2767 0 0,-27-38 1749 0 0</inkml:trace>
</inkml:ink>
</file>

<file path=ppt/ink/ink3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6:37.02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68 163 3176 0 0,'1'-4'1055'0'0,"24"-61"2883"0"0,-24 62-3356 0 0,1-2 19 0 0,5-15 3 0 0,-5 15-44 0 0,-2 5-532 0 0,0-1 0 0 0,0 1 0 0 0,0-1 0 0 0,0 1 0 0 0,-1-1 0 0 0,2 1 0 0 0,-1-1 0 0 0,0 1 0 0 0,0-1 0 0 0,0 1 0 0 0,0-1 0 0 0,0 1 0 0 0,0 0 0 0 0,0-1 0 0 0,0 1 0 0 0,1-1 0 0 0,-1 1 0 0 0,0-1 0 0 0,0 1 0 0 0,1 0 0 0 0,-1-1 0 0 0,0 1 0 0 0,1 0 0 0 0,-1-1 0 0 0,0 1 0 0 0,1 0 0 0 0,0-1 0 0 0,-1 1 21 0 0,1-1 1 0 0,-1 1 0 0 0,0-1-1 0 0,1 1 1 0 0,-1-1 0 0 0,1 1-1 0 0,-1-1 1 0 0,0 1 0 0 0,1-1-1 0 0,-1 1 1 0 0,0-1-1 0 0,0 1 1 0 0,1-1 0 0 0,-1 1-1 0 0,0-1 1 0 0,0 0 0 0 0,0 1-1 0 0,0-1 1 0 0,0 1 0 0 0,0-1-1 0 0,0 0 1 0 0,0 0-35 0 0,0 0 1 0 0,0 1-1 0 0,0-1 1 0 0,0 1-1 0 0,0-1 1 0 0,0 1 0 0 0,0-1-1 0 0,0 1 1 0 0,0-1-1 0 0,0 1 1 0 0,1-1-1 0 0,-1 1 1 0 0,0-1-1 0 0,0 1 1 0 0,0-1-1 0 0,1 1 1 0 0,-1-1-1 0 0,0 1 1 0 0,0-1 0 0 0,1 1-1 0 0,-1 0 1 0 0,1-1-1 0 0,-1 1 1 0 0,1-1-1 0 0,5-11 613 0 0,-2 10-530 0 0,-4 2-88 0 0,2 0-2 0 0,0-1 0 0 0,-1 1-1 0 0,1 0 1 0 0,-1-1 0 0 0,1 0 0 0 0,-1 1 0 0 0,1-1 0 0 0,-1 0 0 0 0,0 0 0 0 0,1 0 0 0 0,1-1 0 0 0,-3 2-3 0 0,1 0 0 0 0,-1 1 0 0 0,0-1 0 0 0,0 0 1 0 0,0 0-1 0 0,1 1 0 0 0,-1-1 0 0 0,0 0 0 0 0,0 1 1 0 0,1-1-1 0 0,-1 0 0 0 0,0 0 0 0 0,1 0 0 0 0,-1 1 1 0 0,0-1-1 0 0,0 0 0 0 0,1 0 0 0 0,-1 0 0 0 0,1 0 1 0 0,-1 1-1 0 0,0-1 0 0 0,1 0 0 0 0,-1 0 0 0 0,0 0 0 0 0,1 0 1 0 0,-1 0-1 0 0,1 0 0 0 0,0 0-1 0 0,0 0 1 0 0,0 0-1 0 0,-1 0 0 0 0,1 0 0 0 0,0 1 1 0 0,0-1-1 0 0,0 0 0 0 0,0 1 0 0 0,-1-1 1 0 0,1 0-1 0 0,0 1 0 0 0,0-1 0 0 0,-1 1 1 0 0,1-1-1 0 0,0 1 0 0 0,-1-1 0 0 0,2 2 1 0 0,3 4 0 0 0,0 1 1 0 0,-1 0 0 0 0,1-1 0 0 0,-1 2-1 0 0,-1-1 1 0 0,1 0 0 0 0,-1 1 0 0 0,-1-1-1 0 0,1 1 1 0 0,-1 0 0 0 0,-1 0-1 0 0,1 0 1 0 0,-1 0 0 0 0,-1 0 0 0 0,0 0-1 0 0,0 0 1 0 0,-2 14 0 0 0,1-10 31 0 0,-1 1 0 0 0,-1-1-1 0 0,0 0 1 0 0,0 0 0 0 0,-1-1 0 0 0,-1 1 0 0 0,0-1 0 0 0,-1 0-1 0 0,0 0 1 0 0,0 0 0 0 0,-1-1 0 0 0,-1 0 0 0 0,0-1 0 0 0,0 1-1 0 0,0-1 1 0 0,-1-1 0 0 0,-1 0 0 0 0,0 0 0 0 0,-13 8 0 0 0,0-7 233 0 0,19-8-17 0 0,-2-1-171 0 0,-17-2 35 0 0,17 1-13 0 0,6 1-100 0 0,0-1 0 0 0,0 1 0 0 0,0-1 0 0 0,0 1 0 0 0,0-1 0 0 0,0 1 0 0 0,0-1 0 0 0,0 1 0 0 0,-1 0 1 0 0,1-1-1 0 0,0 1 0 0 0,0-1 0 0 0,0 1 0 0 0,-1 0 0 0 0,1-1 0 0 0,0 1 0 0 0,-1-1 0 0 0,1 1 0 0 0,0 0 0 0 0,-1 0 0 0 0,1-1 0 0 0,0 1 1 0 0,-1 0-1 0 0,1 0 0 0 0,-1-1 0 0 0,1 1 0 0 0,0 0 0 0 0,-2 0 0 0 0,2-1-1 0 0,-1 1 0 0 0,0 0 1 0 0,0-1-1 0 0,1 1 0 0 0,-1-1 0 0 0,0 1 0 0 0,1-1 0 0 0,-1 1 0 0 0,1-1 1 0 0,-1 1-1 0 0,1-1 0 0 0,-1 1 0 0 0,1-1 0 0 0,-1 0 0 0 0,1 1 1 0 0,-1-1-1 0 0,1 0 0 0 0,0 1 0 0 0,-1-1 0 0 0,1 0 0 0 0,0 0 0 0 0,0 1 1 0 0,0-1-1 0 0,-1 0 0 0 0,1 0 0 0 0,0 0 0 0 0,0-1 0 0 0,0-54 75 0 0,1 51-77 0 0,1 0 34 0 0,5-13 77 0 0,-6 16-109 0 0,0 0 0 0 0,0 0 1 0 0,0 0-1 0 0,1 1 0 0 0,-1-1 0 0 0,0 0 1 0 0,1 1-1 0 0,0-1 0 0 0,-1 1 0 0 0,1 0 1 0 0,0-1-1 0 0,0 1 0 0 0,-1 0 0 0 0,1 0 1 0 0,0 0-1 0 0,0 0 0 0 0,0 1 0 0 0,0-1 1 0 0,0 0-1 0 0,1 1 0 0 0,3-1 0 0 0,-4 1-6 0 0,2-1 3 0 0,2 2 9 0 0,18 4-30 0 0,0 2 1 0 0,41 17-1 0 0,-7-2-1032 0 0,-53-21 501 0 0,1 0-102 0 0,18 2-101 0 0,-18-2-119 0 0,-1-2-272 0 0,16-3-332 0 0,-15 3-219 0 0,-3-3-1134 0 0,15-12-2035 0 0</inkml:trace>
</inkml:ink>
</file>

<file path=ppt/ink/ink3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6:37.43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50 2060 0 0,'2'-5'1024'0'0,"3"-16"-234"0"0,-3 16-96 0 0,-2 5-665 0 0,1 0 0 0 0,-1 0-1 0 0,0 0 1 0 0,1-1 0 0 0,-1 1-1 0 0,1 0 1 0 0,-1 0 0 0 0,0 0-1 0 0,1 0 1 0 0,-1 0 0 0 0,0-1-1 0 0,1 1 1 0 0,-1 0 0 0 0,0 0-1 0 0,1 0 1 0 0,-1-1 0 0 0,0 1-1 0 0,0 0 1 0 0,1-1 0 0 0,-1 1-1 0 0,0 0 1 0 0,0 0 0 0 0,0-1-1 0 0,1 1 1 0 0,-1 0-1 0 0,0-1 1 0 0,0 1 0 0 0,0-1-1 0 0,0 1 1 0 0,0-1 0 0 0,1 0 27 0 0,-1 1 0 0 0,0-1 0 0 0,0 1 0 0 0,0-1 0 0 0,1 1 0 0 0,-1-1 0 0 0,0 1 0 0 0,0-1 0 0 0,1 1 0 0 0,-1-1 1 0 0,1 1-1 0 0,-1 0 0 0 0,0-1 0 0 0,1 1 0 0 0,-1-1 0 0 0,1 1 0 0 0,-1 0 0 0 0,1-1 0 0 0,-1 1 0 0 0,1 0 0 0 0,-1 0 0 0 0,1-1 0 0 0,-1 1 1 0 0,1 0-1 0 0,-1 0 0 0 0,1 0 0 0 0,-1 0 0 0 0,1 0 0 0 0,0 0 0 0 0,-1 0 0 0 0,1 0 0 0 0,-1 0 0 0 0,1 0 0 0 0,0 0 0 0 0,2 0 35 0 0,0 1 0 0 0,0-1 0 0 0,1 1 0 0 0,-1-1 0 0 0,0 1-1 0 0,0 0 1 0 0,0 1 0 0 0,-1-1 0 0 0,1 0 0 0 0,0 1 0 0 0,0-1 0 0 0,-1 1-1 0 0,1 0 1 0 0,-1 0 0 0 0,1 0 0 0 0,-1 0 0 0 0,0 1 0 0 0,0-1-1 0 0,0 1 1 0 0,0-1 0 0 0,0 1 0 0 0,2 5 0 0 0,3 9 178 0 0,0 1 0 0 0,-1 0 0 0 0,-1 0 0 0 0,-1 1 0 0 0,-1 0 0 0 0,0-1-1 0 0,0 29 1 0 0,-3-41-101 0 0,-1 0-89 0 0,-3 17 126 0 0,4-17 9 0 0,-1-2 0 0 0,0-3-210 0 0,0 4 203 0 0,0-1 0 0 0,1 1 0 0 0,-1-1 0 0 0,1 1 0 0 0,-1 0 0 0 0,1-1 0 0 0,1 1 0 0 0,0 7 0 0 0,4-14-189 0 0,116-35-1334 0 0,-93 31-992 0 0,41-4 0 0 0,-61 9 1794 0 0,22-1-3072 0 0,-1 2-767 0 0</inkml:trace>
</inkml:ink>
</file>

<file path=ppt/ink/ink3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6:37.71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59 4092 0 0,'0'0'2631'0'0,"4"1"-1631"0"0,16 1 119 0 0,-1-2 1 0 0,0 0-1 0 0,22-3 0 0 0,75-18-185 0 0,-2-5-5641 0 0,-88 15 647 0 0</inkml:trace>
</inkml:ink>
</file>

<file path=ppt/ink/ink3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6:37.9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31 7 4320 0 0,'-4'-1'1480'0'0,"-18"-5"5993"0"0,20 11-6810 0 0,1 0-469 0 0,1 0 1 0 0,-1 1-1 0 0,1 0 0 0 0,-1-1 1 0 0,2 1-1 0 0,-1-1 0 0 0,1 1 1 0 0,-1-1-1 0 0,4 10 0 0 0,20 62 610 0 0,-9-28-533 0 0,17 100-1947 0 0,-19-57-7117 0 0,-13-84 2348 0 0</inkml:trace>
</inkml:ink>
</file>

<file path=ppt/ink/ink3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6:38.66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10 5713 0 0,'0'0'6827'0'0,"6"0"-7369"0"0,93-9-6504 0 0,-93 8 2134 0 0</inkml:trace>
</inkml:ink>
</file>

<file path=ppt/ink/ink3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6:38.86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27 3532 0 0,'0'0'9141'0'0,"5"-1"-9067"0"0,17-4-956 0 0,0 0 0 0 0,0 2-1 0 0,31 0 1 0 0,-24 1-549 0 0,-18 2 994 0 0,29-3-2857 0 0,2-1-722 0 0</inkml:trace>
</inkml:ink>
</file>

<file path=ppt/ink/ink3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6:39.45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238 605 4648 0 0,'0'0'3438'0'0,"-1"-5"-2113"0"0,-4-14-232 0 0,4 15 555 0 0,-3 1-948 0 0,-12-8-87 0 0,12 8-54 0 0,-1 2-38 0 0,-13-6-57 0 0,13 6-81 0 0,0 1-62 0 0,-16 1-47 0 0,15-1-42 0 0,0 2-53 0 0,-1 0-117 0 0,-1 0 0 0 0,0 1 1 0 0,1 0-1 0 0,0 0 1 0 0,0 1-1 0 0,0 0 1 0 0,0 0-1 0 0,0 1 1 0 0,-9 8-1 0 0,7-2-34 0 0,1 0 0 0 0,0 0 0 0 0,0 1 0 0 0,2 0 0 0 0,-11 23 0 0 0,16-31-107 0 0,0 2-36 0 0,0 19-66 0 0,1-18-46 0 0,1-3-52 0 0,2 13-81 0 0,-2-12 9 0 0,2-2-4 0 0,-1-1 302 0 0,0 0-1 0 0,0 0 0 0 0,0 0 0 0 0,0-1 1 0 0,0 1-1 0 0,0 0 0 0 0,1-1 0 0 0,-1 1 0 0 0,1-1 1 0 0,-1 0-1 0 0,1 0 0 0 0,-1 0 0 0 0,1 0 1 0 0,-1-1-1 0 0,1 1 0 0 0,0-1 0 0 0,-1 1 1 0 0,1-1-1 0 0,0 0 0 0 0,0 0 0 0 0,-1 0 0 0 0,1 0 1 0 0,0-1-1 0 0,0 1 0 0 0,-1-1 0 0 0,1 1 1 0 0,0-1-1 0 0,-1 0 0 0 0,1 0 0 0 0,-1 0 1 0 0,1-1-1 0 0,-1 1 0 0 0,4-3 0 0 0,1-1 77 0 0,-1-1 0 0 0,1 1 0 0 0,-1-2-1 0 0,0 1 1 0 0,0-1 0 0 0,-1 1 0 0 0,0-1-1 0 0,0-1 1 0 0,0 1 0 0 0,-1-1 0 0 0,5-14 0 0 0,-1 0 99 0 0,-1-1 0 0 0,-1 0 0 0 0,-1 0 1 0 0,-2-1-1 0 0,2-29 0 0 0,-4-123 479 0 0,-3 125-519 0 0,-14-198 1196 0 0,15 244-1158 0 0,1 0-54 0 0,-4-16 79 0 0,4 40 365 0 0,2 42-82 0 0,13 81-817 0 0,7 0-1 0 0,48 171 1 0 0,-35-211-3025 0 0,-8-41-4292 0 0</inkml:trace>
</inkml:ink>
</file>

<file path=ppt/ink/ink3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6:39.89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40 4196 0 0,'0'0'1366'0'0,"2"-4"-215"0"0,0-1-265 0 0,0 0 1 0 0,1 1 0 0 0,0-1 0 0 0,0 1 0 0 0,5-6 0 0 0,-5 7 267 0 0,-2 5-1108 0 0,0 0 0 0 0,0-1 0 0 0,0 1 1 0 0,0-1-1 0 0,1 1 0 0 0,-1-1 0 0 0,0 0 0 0 0,1 1 1 0 0,-1-1-1 0 0,3 2 0 0 0,-1 1 162 0 0,-1 0-24 0 0,5 16-27 0 0,-5-15-7 0 0,3 17 59 0 0,-3-17-180 0 0,0 1 27 0 0,-1-1 38 0 0,2 17 26 0 0,-2-17 146 0 0,0 1-98 0 0,1 14 18 0 0,-2-14 1659 0 0,-1-8-1830 0 0,-1 1 0 0 0,1-1-1 0 0,-1 1 1 0 0,1-1 0 0 0,0 1 0 0 0,-1-1-1 0 0,1 0 1 0 0,0 1 0 0 0,-1-3 0 0 0,-1 0 31 0 0,4-3-16 0 0,0 0 0 0 0,0 0 0 0 0,1 0 0 0 0,0 0 0 0 0,1 0-1 0 0,-1 1 1 0 0,1-1 0 0 0,4-6 0 0 0,-5 9-5 0 0,2 0-28 0 0,13-11 19 0 0,-13 11 1 0 0,-2 4-17 0 0,-1 0 0 0 0,1 0 0 0 0,0 0 0 0 0,0-1 0 0 0,-1 1 1 0 0,1-1-1 0 0,0 1 0 0 0,-1-1 0 0 0,1 0 0 0 0,-1 0 0 0 0,3-1 0 0 0,0 0 0 0 0,1 0-9 0 0,1 2-1 0 0,16 1-1 0 0,-17 0 12 0 0,0 2 1 0 0,-1-1-8 0 0,0 0 0 0 0,0 1 0 0 0,0 0 0 0 0,-1 0-1 0 0,1 0 1 0 0,-1 0 0 0 0,0 1 0 0 0,0 0 0 0 0,0-1-1 0 0,0 1 1 0 0,-1 0 0 0 0,3 4 0 0 0,-2 2-442 0 0,1-1-1 0 0,-2 1 1 0 0,1 0 0 0 0,1 15 0 0 0,-3-19-454 0 0,-1-1-119 0 0,1 15-157 0 0,-1-16-244 0 0,-5 23-9554 0 0</inkml:trace>
</inkml:ink>
</file>

<file path=ppt/ink/ink3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6:40.45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 74 2776 0 0,'-2'-3'1443'0'0,"0"2"-1034"0"0,1-1 1 0 0,0 0-1 0 0,0 0 0 0 0,1 1 1 0 0,-1-1-1 0 0,0 0 0 0 0,1 0 1 0 0,-1 0-1 0 0,1 0 0 0 0,-1 0 1 0 0,1 0-1 0 0,0 0 0 0 0,0-3 1 0 0,1-6-714 0 0,0 5 635 0 0,3 4-18 0 0,11-9-41 0 0,-11 8-46 0 0,0 2-20 0 0,15-5-68 0 0,-14 5 64 0 0,-1 2 8 0 0,14 2-22 0 0,-14-2-16 0 0,0 3-20 0 0,-1-1-110 0 0,0 1 0 0 0,0 0 0 0 0,0 0 1 0 0,0 0-1 0 0,-1 0 0 0 0,0 0 0 0 0,0 1 1 0 0,0-1-1 0 0,0 1 0 0 0,-1 0 0 0 0,0-1 1 0 0,1 1-1 0 0,-2 0 0 0 0,1 0 0 0 0,-1 0 1 0 0,1 6-1 0 0,-14 96 1035 0 0,12-103-1051 0 0,1-3-21 0 0,0-1 0 0 0,1 1 0 0 0,-1 0 0 0 0,0-1 0 0 0,0 1 0 0 0,0 0 1 0 0,0-1-1 0 0,0 1 0 0 0,0 0 0 0 0,0-1 0 0 0,0 1 0 0 0,0 0 0 0 0,0 0 0 0 0,0-1 0 0 0,0 1 0 0 0,0 0 0 0 0,-1-1 0 0 0,1 1 0 0 0,0-1 0 0 0,-1 2 0 0 0,-4 17 602 0 0,4 0-501 0 0,1-15 87 0 0,5-4-248 0 0,1-2-1 0 0,-1 1 0 0 0,0 0 0 0 0,0-1 0 0 0,0 0 0 0 0,0 0 0 0 0,0-1 0 0 0,8-4 1 0 0,45-33-1035 0 0,-38 26 567 0 0,164-101-7366 0 0,-146 95 3044 0 0</inkml:trace>
</inkml:ink>
</file>

<file path=ppt/ink/ink3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6:41.21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 75 3000 0 0,'-6'0'1810'0'0,"-6"1"5216"0"0,48-1-5471 0 0,61 1-1392 0 0,1934-44 4145 0 0,-544 10-3868 0 0,-850 37-3135 0 0,-584-4 1329 0 0,-34 0-864 0 0,-1 0-4088 0 0</inkml:trace>
</inkml:ink>
</file>

<file path=ppt/ink/ink3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6:41.85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15 2920 0 0,'0'0'7547'0'0,"3"-3"-6889"0"0,-1 2-510 0 0,0-1 1 0 0,0 1-1 0 0,1 0 0 0 0,-1 0 0 0 0,0 0 1 0 0,0 0-1 0 0,1 0 0 0 0,-1 0 0 0 0,1 1 1 0 0,-1-1-1 0 0,0 1 0 0 0,1-1 1 0 0,-1 1-1 0 0,1 0 0 0 0,-1 0 0 0 0,1 0 1 0 0,-1 1-1 0 0,1-1 0 0 0,-1 1 1 0 0,1-1-1 0 0,-1 1 0 0 0,4 1 0 0 0,0 1-8 0 0,0 0 0 0 0,-1 0-1 0 0,1 0 1 0 0,-1 1-1 0 0,0-1 1 0 0,0 1-1 0 0,0 1 1 0 0,0-1 0 0 0,-1 1-1 0 0,1-1 1 0 0,-1 1-1 0 0,-1 1 1 0 0,6 7 0 0 0,-6-8-17 0 0,-1 1 0 0 0,1 0 0 0 0,-1 0 0 0 0,0 0 0 0 0,0 0 0 0 0,1 7 0 0 0,-2-7-124 0 0,0-1 167 0 0,0 0-4 0 0,1 12-2 0 0,-1-13 388 0 0,-2 1-483 0 0,-3 20 146 0 0,3-24-200 0 0,0 0 1 0 0,0 0-1 0 0,0 0 0 0 0,0-1 0 0 0,0 1 0 0 0,0 0 0 0 0,0 0 0 0 0,0-1 0 0 0,-1 1 0 0 0,1-1 1 0 0,0 1-1 0 0,0-1 0 0 0,0 1 0 0 0,-1-1 0 0 0,1 0 0 0 0,0 0 0 0 0,-3 1 0 0 0,2-3-1 0 0,0 0 0 0 0,0 1 0 0 0,0-1 0 0 0,0 0 0 0 0,1 0 0 0 0,-1 0 0 0 0,1-1 0 0 0,-1 1-1 0 0,1 0 1 0 0,0-1 0 0 0,-1 1 0 0 0,0-3 0 0 0,1 1 0 0 0,1-2 4 0 0,0 0-3 0 0,0-1 0 0 0,1 1 1 0 0,0 0-1 0 0,-1 0 0 0 0,2 0 0 0 0,-1 0 0 0 0,1 0 0 0 0,0 0 0 0 0,0 0 1 0 0,1 1-1 0 0,0-1 0 0 0,0 1 0 0 0,0-1 0 0 0,0 1 0 0 0,1 0 1 0 0,0 0-1 0 0,0 1 0 0 0,0-1 0 0 0,1 1 0 0 0,0 0 0 0 0,5-4 0 0 0,-6 5-11 0 0,0 1 0 0 0,1-1-1 0 0,-1 1 1 0 0,1 0-1 0 0,0 0 1 0 0,-1 0 0 0 0,1 1-1 0 0,0 0 1 0 0,9-2 0 0 0,-7 2 0 0 0,-5 0-2 0 0,0 1 0 0 0,-1-1 0 0 0,1 1 0 0 0,0 0 0 0 0,0 0 0 0 0,0 0 0 0 0,-1 0 0 0 0,1 0 0 0 0,0 0 0 0 0,0 0 0 0 0,-1 1 0 0 0,1-1 0 0 0,0 1 0 0 0,2 0 0 0 0,2 1-12 0 0,-4-2 8 0 0,1 0 0 0 0,0 1 0 0 0,-1-1 0 0 0,1 1-1 0 0,0 0 1 0 0,-1 0 0 0 0,1 0 0 0 0,-1 0 0 0 0,1 0 0 0 0,-1 1 0 0 0,0-1 0 0 0,4 3-1 0 0,2 2-6 0 0,3 1-5 0 0,-1 0-1 0 0,1 1 1 0 0,-2 1-1 0 0,1 0 1 0 0,-1 0-1 0 0,0 0 1 0 0,-1 1-1 0 0,0 1 1 0 0,-1-1-1 0 0,0 1 0 0 0,7 15 1 0 0,-7-10-448 0 0,0 1 1 0 0,0-1 0 0 0,-2 1-1 0 0,0 1 1 0 0,-1-1 0 0 0,0 1-1 0 0,0 23 1 0 0,-3-27-709 0 0,-2-1 0 0 0,1 1 0 0 0,-2-1 0 0 0,0 0 0 0 0,0 0 0 0 0,-9 25 0 0 0,-4 2-5743 0 0</inkml:trace>
</inkml:ink>
</file>

<file path=ppt/ink/ink3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7:07.5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 30 4484 0 0,'0'0'3363'0'0,"0"-5"-2517"0"0,1-20 6405 0 0,0 31-7106 0 0,3 19 52 0 0,-2-1 0 0 0,-1 1-1 0 0,-1 0 1 0 0,-3 26-1 0 0,-20 256 588 0 0,24-274-821 0 0,-1-28-112 0 0,0 0-83 0 0,0 18-106 0 0,0-17-168 0 0,1-2-201 0 0,1 14-189 0 0,-2-14-243 0 0,34-4-12673 0 0</inkml:trace>
</inkml:ink>
</file>

<file path=ppt/ink/ink3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7:07.83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257 1 2732 0 0,'0'0'8258'0'0,"-4"5"-7644"0"0,-37 83 1487 0 0,11-19-1671 0 0,-2-1 1 0 0,-4-2 0 0 0,-60 84-1 0 0,94-146-559 0 0,-1-1-194 0 0,-7 10-143 0 0,7-10-119 0 0</inkml:trace>
</inkml:ink>
</file>

<file path=ppt/ink/ink3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7:08.09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25 2776 0 0,'3'-3'1028'0'0,"7"-7"-216"0"0,-7 7 659 0 0,1 1-911 0 0,2 0-221 0 0,-1 1 0 0 0,1-1 0 0 0,-1 1 0 0 0,1 1 0 0 0,-1-1 0 0 0,12 1-1 0 0,-12 1 17 0 0,0 1 33 0 0,4 3-171 0 0,0 0 0 0 0,0 0 0 0 0,-1 1 0 0 0,1 0 0 0 0,-2 1 0 0 0,1-1 0 0 0,7 10 0 0 0,54 90 885 0 0,-18-26-810 0 0,-49-76-265 0 0,11 17-220 0 0,-10-17-21 0 0,0-1-122 0 0,8 9-100 0 0,-8-9-128 0 0,0-1-102 0 0,9 7 211 0 0,-3-9-5722 0 0,11-8 2339 0 0</inkml:trace>
</inkml:ink>
</file>

<file path=ppt/ink/ink3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7:08.4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 0 3252 0 0,'0'0'7575'0'0,"-1"7"-7059"0"0,-1 106 1743 0 0,-13 216 212 0 0,15-300-2155 0 0,-1-18-1115 0 0,1 0-1 0 0,0 0 0 0 0,1 0 1 0 0,3 14-1 0 0,-3-20-504 0 0,23-8-4935 0 0</inkml:trace>
</inkml:ink>
</file>

<file path=ppt/ink/ink3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7:08.99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268 38 2352 0 0,'0'0'3837'0'0,"0"-5"-3019"0"0,1-13-84 0 0,-1 13 1029 0 0,-3 3-1333 0 0,1 1-363 0 0,-1 0 0 0 0,1 0-1 0 0,0 0 1 0 0,-1 0-1 0 0,1 0 1 0 0,-1 1 0 0 0,1-1-1 0 0,-1 1 1 0 0,1 0 0 0 0,-1-1-1 0 0,1 1 1 0 0,-1 0 0 0 0,1 1-1 0 0,-1-1 1 0 0,1 0 0 0 0,-1 1-1 0 0,1-1 1 0 0,-1 1-1 0 0,1 0 1 0 0,0 0 0 0 0,-4 1-1 0 0,5-1-48 0 0,-10 4 52 0 0,1 1-1 0 0,0 0 0 0 0,0 1 1 0 0,0 0-1 0 0,1 0 0 0 0,-9 10 1 0 0,-5 7 140 0 0,2 2 0 0 0,-22 33 0 0 0,37-50-114 0 0,1-1-1 0 0,0 1 1 0 0,0 0 0 0 0,1 1 0 0 0,0-1 0 0 0,1 1 0 0 0,0-1-1 0 0,1 1 1 0 0,0 0 0 0 0,-1 13 0 0 0,3-19-52 0 0,0 1 0 0 0,0-1 0 0 0,1 0 0 0 0,0 0 0 0 0,0 1 0 0 0,0-1 0 0 0,0 0 0 0 0,0 0 0 0 0,1 0 0 0 0,0 0 0 0 0,0-1 0 0 0,0 1 0 0 0,0 0 0 0 0,1-1 0 0 0,-1 1 0 0 0,1-1 0 0 0,0 0 0 0 0,0 0 0 0 0,0 0 0 0 0,1 0-1 0 0,-1-1 1 0 0,0 1 0 0 0,1-1 0 0 0,0 0 0 0 0,0 0 0 0 0,-1 0 0 0 0,6 1 0 0 0,39 9 387 0 0,-43-11-316 0 0,2-1-28 0 0,5 0-170 0 0,0-1 1 0 0,1-1-1 0 0,-1 0 0 0 0,0 0 0 0 0,0-1 1 0 0,0-1-1 0 0,19-8 0 0 0,-15 4-439 0 0,-12 6-137 0 0,1-1-151 0 0,12-7-137 0 0,-13 7-205 0 0,13-12-2199 0 0</inkml:trace>
</inkml:ink>
</file>

<file path=ppt/ink/ink3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7:09.63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297 81 2396 0 0,'0'0'2394'0'0,"0"-5"-1472"0"0,1-16-151 0 0,0 16 1097 0 0,-3 1-1347 0 0,-4-14-32 0 0,5 14 377 0 0,-2 1-564 0 0,-2 0-161 0 0,1 0 0 0 0,-1 0 1 0 0,0 1-1 0 0,0-1 0 0 0,-9-2 0 0 0,10 4 29 0 0,-2 2-54 0 0,-6 0-46 0 0,0 1 0 0 0,0 0 0 0 0,0 1 0 0 0,0 0 0 0 0,1 1 0 0 0,-1 1-1 0 0,1-1 1 0 0,0 2 0 0 0,1 0 0 0 0,-1 0 0 0 0,1 1 0 0 0,-17 14-1 0 0,24-18-29 0 0,3-3-39 0 0,0 1 0 0 0,0-1 0 0 0,0 1 0 0 0,0-1-1 0 0,0 1 1 0 0,0-1 0 0 0,0 1 0 0 0,0-1 0 0 0,-1 1 0 0 0,1-1 0 0 0,0 1 0 0 0,0-1 0 0 0,-1 1 0 0 0,1-1 0 0 0,0 1 0 0 0,-1-1 0 0 0,1 1-1 0 0,0-1 1 0 0,-1 0 0 0 0,1 1 0 0 0,-1-1 0 0 0,1 0 0 0 0,-1 1 0 0 0,0-1-1 0 0,1 1 1 0 0,-1-1-1 0 0,1 0 0 0 0,-1 1 1 0 0,1-1-1 0 0,-1 0 0 0 0,1 1 1 0 0,0-1-1 0 0,-1 0 0 0 0,1 1 1 0 0,0-1-1 0 0,-1 1 0 0 0,1-1 1 0 0,0 1-1 0 0,0-1 0 0 0,-1 1 1 0 0,1-1-1 0 0,0 1 0 0 0,0-1 1 0 0,0 1-1 0 0,0-1 0 0 0,0 1 1 0 0,0 1 16 0 0,-1 2 13 0 0,1-1-28 0 0,0 0 0 0 0,0 0 0 0 0,0 0-1 0 0,0 0 1 0 0,1 0 0 0 0,-1-1 0 0 0,1 1 0 0 0,0 0 0 0 0,0 0-1 0 0,0-1 1 0 0,0 1 0 0 0,0 0 0 0 0,1-1 0 0 0,-1 1-1 0 0,1-1 1 0 0,-1 1 0 0 0,1-1 0 0 0,0 0 0 0 0,0 0 0 0 0,0 0-1 0 0,1 0 1 0 0,-1 0 0 0 0,0 0 0 0 0,1-1 0 0 0,2 2 0 0 0,3 3-2 0 0,-1 0-17 0 0,1-1 1 0 0,0-1 0 0 0,0 1-1 0 0,0-1 1 0 0,18 6-1 0 0,23 10 85 0 0,-44-19-85 0 0,0 2 18 0 0,13 5 2 0 0,6 7-12 0 0,-21-13 9 0 0,-2 0-47 0 0,0 0 36 0 0,0-1 1 0 0,0 1-1 0 0,0 0 1 0 0,1-1 0 0 0,-1 0-1 0 0,0 1 1 0 0,0-1-1 0 0,1 1 1 0 0,1 0-1 0 0,0 2 31 0 0,-3 1-108 0 0,1 15 21 0 0,0-14 2 0 0,-3-2-5 0 0,-1 2 39 0 0,0-1 0 0 0,0 0-1 0 0,-1 0 1 0 0,0 1-1 0 0,0-2 1 0 0,0 1 0 0 0,0 0-1 0 0,-1-1 1 0 0,1 0-1 0 0,-8 4 1 0 0,4-2-7 0 0,-1-1 0 0 0,0 0 0 0 0,0 0 0 0 0,-1-1 0 0 0,1 0 0 0 0,-1-1 0 0 0,0 0 0 0 0,0-1 0 0 0,-12 2 0 0 0,17-3-33 0 0,-2-2 29 0 0,-49-7-200 0 0,51 7 72 0 0,0-2-76 0 0,-14-6-91 0 0,14 6-22 0 0,4 1 266 0 0,0 1 1 0 0,0-1 0 0 0,0 0 0 0 0,0 1-1 0 0,0-1 1 0 0,-1 1 0 0 0,1-1 0 0 0,0 1 0 0 0,-1 0-1 0 0,1-1 1 0 0,-2 0 0 0 0,-1-2-706 0 0,4 3 655 0 0,0-1 1 0 0,0 1-1 0 0,-1-1 1 0 0,1 1-1 0 0,0-1 1 0 0,-1 1-1 0 0,0-1 1 0 0,1 1-1 0 0,-1 0 1 0 0,0-1-1 0 0,0 1 1 0 0,-1-2-1 0 0,0 0-276 0 0,0-2-1752 0 0</inkml:trace>
</inkml:ink>
</file>

<file path=ppt/ink/ink3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7:10.4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248 87 2296 0 0,'0'-5'1246'0'0,"1"-13"-158"0"0,0 13 739 0 0,-2 0-1047 0 0,-1-16-56 0 0,1 16 557 0 0,-1 1-716 0 0,-6-15 1126 0 0,3 18-1416 0 0,-15-2-46 0 0,15 2-40 0 0,0 3-26 0 0,-2 0-99 0 0,0 1-1 0 0,1 0 0 0 0,-1 1 0 0 0,0-1 0 0 0,1 1 1 0 0,0 1-1 0 0,0-1 0 0 0,-8 9 0 0 0,-12 17 93 0 0,24-27-112 0 0,1-2-43 0 0,1 1 0 0 0,0-1 0 0 0,0 1 1 0 0,-1-1-1 0 0,1 0 0 0 0,-1 1 1 0 0,1-1-1 0 0,-1 1 0 0 0,0-1 1 0 0,0 0-1 0 0,1 1 0 0 0,-2 0 1 0 0,-1 2-28 0 0,1 0-159 0 0,3 2 132 0 0,0 16 102 0 0,-1-17 9 0 0,2-1-18 0 0,1 0-41 0 0,0 0 0 0 0,0-1 1 0 0,0 1-1 0 0,0-1 1 0 0,0 1-1 0 0,1-1 1 0 0,-1 0-1 0 0,1 0 0 0 0,0-1 1 0 0,0 1-1 0 0,0-1 1 0 0,0 0-1 0 0,8 3 1 0 0,5 0 0 0 0,-13-3-8 0 0,3-1 3 0 0,2 0-11 0 0,110 10 218 0 0,-115-11-192 0 0,-1 1 0 0 0,1 0 0 0 0,0 0 0 0 0,-1 1 0 0 0,1-1 1 0 0,-1 1-1 0 0,1 0 0 0 0,-1-1 0 0 0,0 2 0 0 0,0-1 0 0 0,6 5 0 0 0,-8-4-4 0 0,1 0-1 0 0,-1 0 1 0 0,0 0-1 0 0,0 0 1 0 0,0 0 0 0 0,-1 0-1 0 0,1 0 1 0 0,-1 0-1 0 0,1 1 1 0 0,-1-1-1 0 0,0 0 1 0 0,0 0-1 0 0,-2 6 1 0 0,2-7-9 0 0,0 1 3 0 0,-1 0 0 0 0,0 0 0 0 0,1 1 0 0 0,-1-1 0 0 0,0 0 0 0 0,-1 0 0 0 0,1 0 1 0 0,-1-1-1 0 0,1 1 0 0 0,-1 0 0 0 0,0-1 0 0 0,0 1 0 0 0,0-1 0 0 0,-3 4 0 0 0,3-4 8 0 0,-6 7 1 0 0,-1 0 1 0 0,0 0-1 0 0,0-1 1 0 0,-1-1-1 0 0,0 1 1 0 0,0-1-1 0 0,-1-1 1 0 0,0 0 0 0 0,-21 8-1 0 0,18-8 6 0 0,3-1 14 0 0,-1 0 1 0 0,1-2-1 0 0,-22 6 0 0 0,28-8 4 0 0,-2-1-7 0 0,2 0-68 0 0,0 0-9 0 0,0 1 0 0 0,0-1 0 0 0,0-1-1 0 0,0 1 1 0 0,0-1 0 0 0,-1 1 0 0 0,1-1-1 0 0,0-1 1 0 0,0 1 0 0 0,1-1 0 0 0,-1 0-1 0 0,0 0 1 0 0,1 0 0 0 0,-1-1 0 0 0,1 0-1 0 0,-1 1 1 0 0,1-2 0 0 0,0 1 0 0 0,0 0-1 0 0,-4-6 1 0 0,-1-4-619 0 0,7 10-324 0 0,0-2-209 0 0,-3-13-485 0 0,3 13-1242 0 0</inkml:trace>
</inkml:ink>
</file>

<file path=ppt/ink/ink3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7:10.89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3 3316 0 0,'0'0'7304'0'0,"6"-1"-6944"0"0,228 0 1564 0 0,-228 1-2318 0 0,-1 0-756 0 0,17 1 324 0 0,-16 0-288 0 0,18 5-8266 0 0</inkml:trace>
</inkml:ink>
</file>

<file path=ppt/ink/ink3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7:11.16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10 4084 0 0,'0'0'8672'0'0,"5"1"-8257"0"0,16 2-58 0 0,-15-2-53 0 0,0-2-35 0 0,212-9 438 0 0,-212 10-962 0 0,13-1 90 0 0,13 0-4910 0 0,-17 0 1857 0 0</inkml:trace>
</inkml:ink>
</file>

<file path=ppt/ink/ink3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7:31.95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 25 1744 0 0,'0'0'6002'0'0,"0"-4"-5469"0"0,-5-16 4176 0 0,5 27-4414 0 0,0 0 1 0 0,1-1-1 0 0,-1 1 0 0 0,1 0 1 0 0,4 12-1 0 0,-4-15-317 0 0,12 121 1922 0 0,5 41-1098 0 0,-10-115-647 0 0,-8-46-109 0 0,1 0 12 0 0,-1-3 848 0 0,1 5 118 0 0,-1 0-6041 0 0,-8-16-2989 0 0,6 5 5579 0 0</inkml:trace>
</inkml:ink>
</file>

<file path=ppt/ink/ink3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7:33.03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58 170 2760 0 0,'10'-49'4667'0'0,"-9"44"-2770"0"0,-1 1-1349 0 0,1-1-331 0 0,1-12 2519 0 0,-6 18-2615 0 0,-15 5 4 0 0,14-5-41 0 0,3 4-20 0 0,-6 11 6 0 0,1 1 1 0 0,0 1 0 0 0,1-1 0 0 0,-4 26 0 0 0,7-16-55 0 0,3-21-4 0 0,0 0-12 0 0,3 19 8 0 0,-3-18 2 0 0,1-2-7 0 0,3 11 13 0 0,1-1 1 0 0,1 0-1 0 0,9 18 0 0 0,-13-29-32 0 0,-1-4 11 0 0,-1 0 1 0 0,1 0 0 0 0,-1 0-1 0 0,1 0 1 0 0,-1 0 0 0 0,1 0-1 0 0,-1 0 1 0 0,1 1-1 0 0,-1-1 1 0 0,1 0 0 0 0,-1 0-1 0 0,1 0 1 0 0,-1 1 0 0 0,1-1-1 0 0,-1 0 1 0 0,0 1 0 0 0,1-1-1 0 0,-1 0 1 0 0,1 1 0 0 0,-1-1-1 0 0,0 0 1 0 0,1 1 0 0 0,-1-1-1 0 0,1 1 1 0 0,-1 0 7 0 0,1 0 1 0 0,0 0-1 0 0,0 0 0 0 0,0 0 1 0 0,-1 0-1 0 0,1 0 1 0 0,0-1-1 0 0,0 1 0 0 0,0 0 1 0 0,1 0-1 0 0,-1-1 0 0 0,0 1 1 0 0,2 0-1 0 0,12 4 29 0 0,-11-3-8 0 0,25-6-33 0 0,-23 3 14 0 0,-4-2 7 0 0,3-3-12 0 0,-1 0 1 0 0,0 0 0 0 0,0-1 0 0 0,-1 0 0 0 0,0 1 0 0 0,0-1 0 0 0,-1 0 0 0 0,1 0 0 0 0,-1 0 0 0 0,-1-1-1 0 0,0 1 1 0 0,0 0 0 0 0,0-13 0 0 0,0-9-32 0 0,-2 0 0 0 0,-6-36-1 0 0,0 16 28 0 0,6 44 13 0 0,-5-11-27 0 0,5 13 3 0 0,-1-1-24 0 0,-12-14-331 0 0,10 18 248 0 0,-16 1 6 0 0,15-1 0 0 0,8 22-1330 0 0,-3-17 1279 0 0,26-4-365 0 0,-20-1 333 0 0,0-1-7 0 0,135-27-1043 0 0,-91 13 1386 0 0,46-21 1950 0 0,-93 34-1094 0 0,-5 7-973 0 0,-18 39 64 0 0,11-25-16 0 0,0 1 0 0 0,1 0 1 0 0,-9 38-1 0 0,6-3 60 0 0,11-50-4 0 0,0 2-96 0 0,0 4-5 0 0,1 0 1 0 0,0 0-1 0 0,0 0 0 0 0,2 0 0 0 0,-1 0 1 0 0,1 0-1 0 0,7 13 0 0 0,-10-23-27 0 0,0 0-1 0 0,1 0 0 0 0,0 0 1 0 0,-1 0-1 0 0,1 0 1 0 0,-1 0-1 0 0,1 0 1 0 0,0 0-1 0 0,0-1 0 0 0,0 1 1 0 0,-1 0-1 0 0,1-1 1 0 0,0 1-1 0 0,0 0 1 0 0,2 0-1 0 0,0 1-5 0 0,0 0-10 0 0,2 0-9 0 0,-2 1 19 0 0,-2-2 6 0 0,1 0 1 0 0,-1 0-1 0 0,0-1 1 0 0,0 1 0 0 0,1 0-1 0 0,-1-1 1 0 0,0 1-1 0 0,1-1 1 0 0,-1 1-1 0 0,1-1 1 0 0,-1 1 0 0 0,1-1-1 0 0,-1 0 1 0 0,0 0-1 0 0,1 0 1 0 0,-1 0 0 0 0,1 0-1 0 0,2 0 1 0 0,-3 0 2 0 0,6-1-5 0 0,1 1 0 0 0,-1-1 0 0 0,0-1-1 0 0,0 1 1 0 0,0-1 0 0 0,0 0 0 0 0,0-1 0 0 0,0 0 0 0 0,-1 0 0 0 0,9-5 0 0 0,-9 3 61 0 0,0 0 1 0 0,-1-1 0 0 0,1 1-1 0 0,-1-1 1 0 0,0-1-1 0 0,-1 1 1 0 0,1-1 0 0 0,-1 1-1 0 0,-1-1 1 0 0,1-1-1 0 0,-1 1 1 0 0,0 0 0 0 0,-1-1-1 0 0,0 1 1 0 0,0-1-1 0 0,0 0 1 0 0,-1 0-1 0 0,-1 0 1 0 0,1 1 0 0 0,-2-13-1 0 0,-4-44 156 0 0,3 45-166 0 0,2 16-43 0 0,-1 1 0 0 0,1-1 1 0 0,-1 1-1 0 0,1-1 0 0 0,-1 1 0 0 0,0 0 1 0 0,0 0-1 0 0,0-1 0 0 0,0 1 0 0 0,0 0 0 0 0,0 0 1 0 0,-3-3-1 0 0,-31-44-284 0 0,34 48 230 0 0,0-1 0 0 0,0 1-1 0 0,0-1 1 0 0,-1 1 0 0 0,1 0 0 0 0,-1-1 0 0 0,1 1 0 0 0,-1 0 0 0 0,1 0-1 0 0,-1 0 1 0 0,0 0 0 0 0,1 1 0 0 0,-1-1 0 0 0,-2 0 0 0 0,-2-1-131 0 0,5 1 102 0 0,-1 0 1 0 0,1 0-1 0 0,-1 0 0 0 0,1 0 0 0 0,-1 1 1 0 0,1-1-1 0 0,-1 0 0 0 0,0 1 1 0 0,1 0-1 0 0,-1-1 0 0 0,0 1 0 0 0,1 0 1 0 0,-1 0-1 0 0,0 0 0 0 0,-3 0 0 0 0,0 0-207 0 0,2 0 86 0 0,-1-1 0 0 0,1 1 0 0 0,-1 0 0 0 0,1 0-1 0 0,-1 0 1 0 0,1 0 0 0 0,0 0 0 0 0,-1 1 0 0 0,1 0 0 0 0,-6 1 0 0 0,-3 1-287 0 0,-2 0-559 0 0,0 1 0 0 0,0 0 0 0 0,-19 8 0 0 0,-5 4-3419 0 0</inkml:trace>
</inkml:ink>
</file>

<file path=ppt/ink/ink3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7:39.50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 26 1288 0 0,'1'-4'1110'0'0,"2"-18"7534"0"0,-4 27-8488 0 0,-9 79 712 0 0,5 46-37 0 0,10 48-249 0 0,-1 3 382 0 0,-4-130-844 0 0,-14 189 612 0 0,14-233-682 0 0,-1-2-21 0 0,-1 33 261 0 0,2-30-3709 0 0,-1-35-8786 0 0</inkml:trace>
</inkml:ink>
</file>

<file path=ppt/ink/ink3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7:40.95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0 175 2140 0 0,'0'0'7291'0'0,"6"-2"-7184"0"0,15-2 6 0 0,-16 3-15 0 0,1 1-31 0 0,248-10 184 0 0,64-23-272 0 0,-10 0 61 0 0,-238 26-2 0 0,78-8 43 0 0,-22 0-34 0 0,202-16-20 0 0,-268 24-17 0 0,90 4-19 0 0,132-1-5 0 0,319-5 123 0 0,-435 9-208 0 0,-114 0 107 0 0,-1 0-21 0 0,232 24 4 0 0,-221-18-67 0 0,-15 0 70 0 0,0 1-44 0 0,-38-7 45 0 0,30 5-10 0 0,-29-3 9 0 0,32 4-8 0 0,12-2 48 0 0,-2-1-54 0 0,-20-1-54 0 0,121 5 330 0 0,-147-7-230 0 0,-1 0 8 0 0,45-9-202 0 0,-46 8 309 0 0,1 0-107 0 0,14-3 9 0 0,-15 3 225 0 0,0 0-118 0 0,13-4 6 0 0,-13 4 610 0 0,0 0-688 0 0,12-3 2 0 0,-12 3 532 0 0,0 2-445 0 0,0 1-107 0 0,14 4 334 0 0,-17 0-220 0 0,3 14 26 0 0,-4-14 0 0 0,1 1 2 0 0,-14 443 2374 0 0,12-435-2525 0 0,2 86 289 0 0,0-37-124 0 0,2 82-18 0 0,-3-141-168 0 0,0 1-4 0 0,1 20-18 0 0,-1-20 0 0 0,0-1-38 0 0,-1 14-104 0 0,1-14-226 0 0,-2-1-3056 0 0,0-1 2694 0 0,-3 7 26 0 0,3-2-4275 0 0</inkml:trace>
</inkml:ink>
</file>

<file path=ppt/ink/ink3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7:43.06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45 2492 0 0,'0'0'9714'0'0,"6"0"-9494"0"0,210-14 1004 0 0,9-3-963 0 0,-166 13-324 0 0,-7 3 104 0 0,0 1 8 0 0,-1 2 5 0 0,-2 1-48 0 0,-1-1-133 0 0,0 3 168 0 0,-29-3-34 0 0,187 10-59 0 0,-156-12 34 0 0,-1-2 69 0 0,0-3-21 0 0,0 0-30 0 0,0 2 62 0 0,0-2-87 0 0,0 3 25 0 0,-1 0 20 0 0,1 2 0 0 0,280-2 0 0 0,-274-3-93 0 0,9 6 54 0 0,-43 1 2 0 0,-20-2 18 0 0,58-4-30 0 0,50 2 60 0 0,-42 2-67 0 0,63 2 202 0 0,-8 6-262 0 0,123 2 293 0 0,-99-15-347 0 0,-140 4 133 0 0,-1 1-18 0 0,51-4-12 0 0,-49 4 53 0 0,-1-1 43 0 0,180-3 55 0 0,-179 4-123 0 0,-1 0 30 0 0,21 0 138 0 0,-20 0-154 0 0,-1 0-46 0 0,20 1 15 0 0,-20-1-25 0 0,1 1-128 0 0,61 4 148 0 0,-38-1 92 0 0,-25-4-28 0 0,2 1-2 0 0,61 4 37 0 0,-61-4-43 0 0,0-1-2 0 0,20 2 5 0 0,-21-1-27 0 0,-1-1 20 0 0,78 8-19 0 0,-78-8 2 0 0,1 1-10 0 0,17 1 7 0 0,-17-2 6 0 0,0 1 9 0 0,20 1 1 0 0,-20-1 8 0 0,0-1-1 0 0,19 0 17 0 0,-19 0 20 0 0,0 0 28 0 0,20 1 5 0 0,-20-1-19 0 0,0 0-8 0 0,19 0 84 0 0,-19 0 14 0 0,0 0-35 0 0,82-4 339 0 0,-83 3-413 0 0,1 1 10 0 0,78-6 156 0 0,-80 6-127 0 0,2-1-30 0 0,16-1 14 0 0,-16 2 100 0 0,-1-1-59 0 0,44-4 191 0 0,-44 4-211 0 0,0 0-78 0 0,45-4 564 0 0,-46 4-256 0 0,2 1-278 0 0,15-1 9 0 0,-16 1 150 0 0,1 0-179 0 0,54 1 111 0 0,-38 4-145 0 0,-18-5 204 0 0,1 1-172 0 0,12 2-17 0 0,-13-2-16 0 0,-13-2-3941 0 0,-75-5-2761 0 0,36 3-579 0 0</inkml:trace>
</inkml:ink>
</file>

<file path=ppt/ink/ink3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7:56.7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 9 2496 0 0,'0'0'824'0'0,"-26"-8"-1592"0"0</inkml:trace>
</inkml:ink>
</file>

<file path=ppt/ink/ink3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7:57.8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4484 0 0,'0'0'9589'0'0,"2"4"-9213"0"0,4 13-190 0 0,-1-1 0 0 0,-1 1 0 0 0,-1 0 0 0 0,0 0 0 0 0,-1 0 0 0 0,0 31 0 0 0,1 18-66 0 0,1-18-66 0 0,-3-21-265 0 0,2 45-810 0 0,8-20-5245 0 0,-6-33 3181 0 0</inkml:trace>
</inkml:ink>
</file>

<file path=ppt/ink/ink3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7:58.3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318 1 3728 0 0,'0'0'5773'0'0,"-4"2"-5319"0"0,-20 16-13 0 0,1 1-1 0 0,1 2 1 0 0,-37 42 0 0 0,15-16-242 0 0,-9 7-34 0 0,13-15-145 0 0,37-36-18 0 0,2-2 0 0 0,1-1-1 0 0,-1 0 1 0 0,0 0 0 0 0,1 0 0 0 0,-1 0-1 0 0,1 0 1 0 0,-1 1 0 0 0,1-1 0 0 0,-1 0-1 0 0,1 0 1 0 0,-1 1 0 0 0,1-1 0 0 0,-1 0-1 0 0,1 1 1 0 0,0-1 0 0 0,-1 0 0 0 0,1 1-1 0 0,0-1 1 0 0,-1 1 0 0 0,1-1 0 0 0,0 1-1 0 0,-1-1 1 0 0,1 0 0 0 0,0 1 0 0 0,-1 0-1 0 0,1 0 3 0 0,0 0-1 0 0,0-1 0 0 0,-1 1 0 0 0,1-1 1 0 0,0 0-1 0 0,0 1 0 0 0,-1-1 0 0 0,1 1 0 0 0,0-1 1 0 0,-1 1-1 0 0,1-1 0 0 0,-1 0 0 0 0,1 1 1 0 0,0-1-1 0 0,-1 0 0 0 0,1 1 0 0 0,-1-1 0 0 0,1 0 1 0 0,-1 0-1 0 0,1 1 0 0 0,-1-1 0 0 0,1 0 0 0 0,-1 0 1 0 0,1 0-1 0 0,-2 0 0 0 0,-4 6 195 0 0,5-6-184 0 0,1 1 1 0 0,0-1-1 0 0,0 0 1 0 0,-1 1-1 0 0,1-1 1 0 0,0 1-1 0 0,-1-1 1 0 0,1 0-1 0 0,0 1 1 0 0,-1-1-1 0 0,1 0 1 0 0,-1 1-1 0 0,1-1 1 0 0,-1 0-1 0 0,1 1 1 0 0,-1-1-1 0 0,1 0 1 0 0,-1 0-1 0 0,1 0 1 0 0,-1 0-1 0 0,1 1 1 0 0,-1-1-1 0 0,1 0 1 0 0,-1 0-1 0 0,1 0 1 0 0,-1 0 0 0 0,-3-17-85 0 0,3 13 28 0 0,4 1 19 0 0,-1-2 21 0 0,6-9-17 0 0,-4 10 10 0 0,1 0-1 0 0,0 0 1 0 0,0 1-1 0 0,0 0 1 0 0,8-4-1 0 0,11 0 33 0 0,-19 7-19 0 0,0-1 22 0 0,1 1 8 0 0,8 4-1 0 0,0 1 0 0 0,0 0 1 0 0,0 1-1 0 0,0 1 0 0 0,-1 0 0 0 0,0 0 0 0 0,-1 2 0 0 0,1-1 1 0 0,-2 1-1 0 0,22 22 0 0 0,17 15-61 0 0,-48-43-141 0 0,3 0-108 0 0,12 10-138 0 0,-12-9-126 0 0,0-2-147 0 0,16 6-246 0 0,-16-5-329 0 0,0-3-135 0 0,16 2 62 0 0,-16-1-878 0 0</inkml:trace>
</inkml:ink>
</file>

<file path=ppt/ink/ink3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7:58.6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46 3132 0 0,'0'0'7915'0'0,"2"-4"-7654"0"0,-1 3-228 0 0,1-1 0 0 0,-1 0 1 0 0,0 1-1 0 0,1 0 0 0 0,-1-1 1 0 0,1 1-1 0 0,0 0 0 0 0,-1-1 0 0 0,1 1 1 0 0,0 0-1 0 0,0 0 0 0 0,0 1 1 0 0,0-1-1 0 0,-1 0 0 0 0,1 1 1 0 0,0-1-1 0 0,0 1 0 0 0,0-1 0 0 0,0 1 1 0 0,4 0-1 0 0,-1-1 79 0 0,13-3-16 0 0,7 2-275 0 0,-3-2-114 0 0,-17 3-31 0 0,2 0-96 0 0,-1 0 376 0 0,25-5-1795 0 0,-8 4-3428 0 0</inkml:trace>
</inkml:ink>
</file>

<file path=ppt/ink/ink3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7:58.8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4 1980 0 0,'0'0'760'0'0,"-3"3"-52"0"0,-25 26 6864 0 0,34-29-7320 0 0,218-24 938 0 0,-219 23-1549 0 0,11 0-1989 0 0,0-1 0 0 0,24-5-1 0 0</inkml:trace>
</inkml:ink>
</file>

<file path=ppt/ink/ink3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7:59.7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182 115 3668 0 0,'0'0'1021'0'0,"2"-5"-294"0"0,15-34 1411 0 0,-15 36-1469 0 0,2-1-41 0 0,46-42 1559 0 0,-46 44-1956 0 0,1 0-64 0 0,15-5-53 0 0,-15 6 4 0 0,-1 0-16 0 0,13-2-14 0 0,-12 2 64 0 0,0 3-108 0 0,-1-1-35 0 0,-1 1 1 0 0,1 0-1 0 0,-1 0 0 0 0,0 0 0 0 0,1 1 0 0 0,-1-1 0 0 0,0 1 0 0 0,0 0 0 0 0,-1 0 0 0 0,1 0 0 0 0,-1 0 0 0 0,1 0 0 0 0,-1 0 0 0 0,0 1 0 0 0,3 6 0 0 0,-3-6-2 0 0,-3 1-1 0 0,-1 15-13 0 0,1-15 8 0 0,-1 0-5 0 0,-3 7 17 0 0,-1 0-1 0 0,0 0 1 0 0,-1-1-1 0 0,0 0 1 0 0,-17 19-1 0 0,-3 1 706 0 0,24-28 38 0 0,7 0-726 0 0,0-1 1 0 0,1 0-1 0 0,-1 0 1 0 0,1 0-1 0 0,0-1 1 0 0,-1 1 0 0 0,1-1-1 0 0,0 0 1 0 0,5 0-1 0 0,20 5-17 0 0,-2 3 29 0 0,10 10-23 0 0,-24-8-38 0 0,-10-8 27 0 0,0 0-1 0 0,0 0 0 0 0,0 1 1 0 0,-1-1-1 0 0,1 1 0 0 0,-1 0 1 0 0,0 0-1 0 0,0 1 0 0 0,0-1 1 0 0,2 7-1 0 0,-4-8 5 0 0,-1 1-9 0 0,0 0 0 0 0,0 0 0 0 0,-1 0 0 0 0,0 0-1 0 0,0 0 1 0 0,0-1 0 0 0,0 1 0 0 0,-1 0 0 0 0,1-1 0 0 0,-1 1 0 0 0,0-1 0 0 0,0 1-1 0 0,0-1 1 0 0,-1 0 0 0 0,-2 3 0 0 0,-1 0 9 0 0,0 0 0 0 0,0-1 0 0 0,0 0 0 0 0,-1 0 0 0 0,0-1 0 0 0,-10 6 0 0 0,4-3 9 0 0,0 0 0 0 0,-1 0 0 0 0,0-2-1 0 0,0 0 1 0 0,0 0 0 0 0,0-1 0 0 0,-1-1 0 0 0,0 0 0 0 0,0-1 0 0 0,1-1 0 0 0,-1-1-1 0 0,-24-1 1 0 0,29 0-88 0 0,0 1-109 0 0,1-1 0 0 0,0 0 0 0 0,-1 0 0 0 0,1-1 0 0 0,0 0 0 0 0,0-1 1 0 0,0 0-1 0 0,0-1 0 0 0,1 1 0 0 0,-1-2 0 0 0,-13-8 0 0 0,-23-38-4103 0 0,39 40 1298 0 0,-6-16-2146 0 0</inkml:trace>
</inkml:ink>
</file>

<file path=ppt/ink/ink3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8:19.5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100 140 3144 0 0,'0'0'6658'0'0,"0"-5"-6225"0"0,-13-63 3823 0 0,12 64-3232 0 0,-5-3-873 0 0,6 7-141 0 0,0-1 0 0 0,0 1-1 0 0,0 0 1 0 0,0-1 0 0 0,0 1 0 0 0,0-1-1 0 0,-1 1 1 0 0,1 0 0 0 0,0-1 0 0 0,0 1-1 0 0,0 0 1 0 0,-1-1 0 0 0,1 1-1 0 0,0 0 1 0 0,-1-1 0 0 0,1 1 0 0 0,0 0-1 0 0,0 0 1 0 0,-1-1 0 0 0,1 1 0 0 0,-1 0-1 0 0,1 0 1 0 0,0 0 0 0 0,-1-1 0 0 0,1 1-1 0 0,0 0 1 0 0,-1 0 0 0 0,1 0-1 0 0,-1 0 1 0 0,1 0 0 0 0,0 0 0 0 0,-1 0-1 0 0,1 0 1 0 0,-1 0 0 0 0,1 0 0 0 0,-1 0-1 0 0,1 0 1 0 0,0 0 0 0 0,-1 0-1 0 0,-17 7 26 0 0,14-6-16 0 0,3 1-16 0 0,0 0 0 0 0,-1-1-1 0 0,1 1 1 0 0,0-1-1 0 0,-1 1 1 0 0,1-1-1 0 0,-1 0 1 0 0,1 1-1 0 0,-5 1 1 0 0,3 0 15 0 0,1 1-21 0 0,-8 14 26 0 0,8-14 39 0 0,1 1-41 0 0,-3 20-94 0 0,5-21 82 0 0,4 13 10 0 0,-4-12 41 0 0,2-2 22 0 0,10 10-76 0 0,-10-10-12 0 0,2-1 28 0 0,13 3-18 0 0,-13-3 43 0 0,1-3-72 0 0,1-1 17 0 0,0 1 1 0 0,0-1-1 0 0,0-1 1 0 0,11-4-1 0 0,-14 5 23 0 0,10-15 57 0 0,-11 14-17 0 0,-1-2 17 0 0,3-13 22 0 0,-3 13 23 0 0,-2 1 2 0 0,0-6 56 0 0,-2 1 1 0 0,1-1 0 0 0,-1 1-1 0 0,0 0 1 0 0,-7-16-1 0 0,7 21-51 0 0,-15-16 145 0 0,13 18-208 0 0,-11-6 13 0 0,11 5 32 0 0,0 2-71 0 0,-5-1-1 0 0,1 1 0 0 0,-1 0 0 0 0,0 0 1 0 0,-9 1-1 0 0,17 0-31 0 0,1 0 1 0 0,-1 0-1 0 0,1 0 1 0 0,-1 1-1 0 0,1-1 1 0 0,-1 0 0 0 0,1 0-1 0 0,0 1 1 0 0,-1-1-1 0 0,1 0 1 0 0,-1 1-1 0 0,1-1 1 0 0,0 0-1 0 0,-1 1 1 0 0,1-1-1 0 0,0 0 1 0 0,-1 1-1 0 0,1-1 1 0 0,0 1 0 0 0,0-1-1 0 0,-1 1 1 0 0,1-1-1 0 0,0 1 1 0 0,0-1-1 0 0,0 1 1 0 0,0 0-1 0 0,-1-1-3 0 0,1 1-1 0 0,0-1 1 0 0,0 0-1 0 0,0 1 1 0 0,0-1-1 0 0,0 1 1 0 0,-1-1 0 0 0,1 0-1 0 0,0 1 1 0 0,0-1-1 0 0,-1 0 1 0 0,1 1-1 0 0,0-1 1 0 0,0 0-1 0 0,-1 1 1 0 0,1-1-1 0 0,0 0 1 0 0,-1 0-1 0 0,1 1 1 0 0,-1-1-1 0 0,1 0 1 0 0,0 0-1 0 0,-1 0 1 0 0,1 0-1 0 0,-1 1 1 0 0,0-1-1 0 0,-7 21-8 0 0,8-15 87 0 0,0 15-85 0 0,0-15-35 0 0,0-5 35 0 0,1 0 0 0 0,0 0 1 0 0,-1 0-1 0 0,1 0 0 0 0,-1 1 1 0 0,1-1-1 0 0,-1 0 0 0 0,0 0 1 0 0,1 1-1 0 0,-1-1 0 0 0,0 0 1 0 0,0 3-1 0 0,0-2-10 0 0,1 2-59 0 0,2 0-22 0 0,28 28-390 0 0,-28-30 391 0 0,2-1-66 0 0,13 3 161 0 0,-13-3-43 0 0,0-2-70 0 0,36-15-23 0 0,-38 14 138 0 0,-1-2-20 0 0,8-11 39 0 0,-8 11 64 0 0,-2-1-71 0 0,-2-16 6 0 0,2 16 56 0 0,-10-16 137 0 0,-10 9-174 0 0,16 13-27 0 0,1 0-7 0 0,0 1 1 0 0,0-1 0 0 0,0 0 0 0 0,-1 1-1 0 0,2 0 1 0 0,-1 0 0 0 0,0 0 0 0 0,0 0-1 0 0,-3 4 1 0 0,3-3-1 0 0,0 5 3 0 0,-5 8-31 0 0,8 29-136 0 0,1-41 107 0 0,-1-4-11 0 0,0 0 63 0 0,1 0-1 0 0,-1 0 1 0 0,0 0 0 0 0,1 0 0 0 0,-1 1 0 0 0,0-1 0 0 0,0 0 0 0 0,1 0-1 0 0,-1 0 1 0 0,0 0 0 0 0,1 0 0 0 0,-1 0 0 0 0,0 1 0 0 0,0-1-1 0 0,0 0 1 0 0,1 0 0 0 0,-1 0 0 0 0,0 1 0 0 0,0-1 0 0 0,0 0-1 0 0,1 0 1 0 0,-1 0 0 0 0,0 1 0 0 0,0-1 0 0 0,0 0 0 0 0,0 1-1 0 0,0-1 1 0 0,1 0 0 0 0,-1 0 0 0 0,0 1 0 0 0,0-1 0 0 0,0 1 0 0 0,0-1-14 0 0,0 1 1 0 0,0-1 0 0 0,0 1 0 0 0,1-1 0 0 0,-1 1 0 0 0,0-1 0 0 0,0 1-1 0 0,1-1 1 0 0,-1 1 0 0 0,0-1 0 0 0,0 1 0 0 0,1-1 0 0 0,-1 0 0 0 0,1 1 0 0 0,-1-1-1 0 0,0 0 1 0 0,1 1 0 0 0,-1-1 0 0 0,1 0 0 0 0,-1 1 0 0 0,1-1 0 0 0,-1 0 0 0 0,1 0-1 0 0,-1 0 1 0 0,1 1 0 0 0,-1-1 0 0 0,1 0 0 0 0,-1 0 0 0 0,1 0 0 0 0,-1 0 0 0 0,1 0-1 0 0,1 0 1 0 0,17 1-29 0 0,-14-1 22 0 0,-1-2-10 0 0,31-22 143 0 0,-32 21-68 0 0,-2-1-1 0 0,4-14-15 0 0,-4 14 331 0 0,-3-6-347 0 0,2 9-8 0 0,0 1 0 0 0,0-1 0 0 0,0 1 0 0 0,0-1 0 0 0,0 0 0 0 0,0 1 0 0 0,0-1 0 0 0,0 1-1 0 0,0-1 1 0 0,0 1 0 0 0,-1-1 0 0 0,1 1 0 0 0,0-1 0 0 0,0 1 0 0 0,0-1 0 0 0,-1 1-1 0 0,1 0 1 0 0,0-1 0 0 0,0 1 0 0 0,-1-1 0 0 0,1 1 0 0 0,-1 0 0 0 0,1-1 0 0 0,0 1 0 0 0,-1-1-1 0 0,1 1 1 0 0,-1 0 0 0 0,1 0 0 0 0,0-1 0 0 0,-1 1 0 0 0,1 0 0 0 0,-2-1 0 0 0,-13-4-7 0 0,11 4 3 0 0,-15 12 46 0 0,16-7-47 0 0,0 0 3 0 0,0 0-1 0 0,0 0 0 0 0,1 1 1 0 0,-1 0-1 0 0,1-1 0 0 0,0 1 1 0 0,0 0-1 0 0,0 0 0 0 0,1 0 1 0 0,0 0-1 0 0,-1 10 0 0 0,3-11-80 0 0,1 0 56 0 0,0-1 0 0 0,0 0 0 0 0,0 0-1 0 0,0 0 1 0 0,1 0 0 0 0,-1 0 0 0 0,1 0 0 0 0,0-1-1 0 0,4 4 1 0 0,-3-3 156 0 0,1-3-138 0 0,14 2-59 0 0,-14-1 55 0 0,-1-2 55 0 0,13-4 35 0 0,-13 4 486 0 0,1-3-443 0 0,3-3-482 0 0,-26 0-11584 0 0</inkml:trace>
</inkml:ink>
</file>

<file path=ppt/ink/ink3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8:22.1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207 58 4368 0 0,'0'0'3270'0'0,"-1"-5"-2404"0"0,-14-33 4150 0 0,13 35-3727 0 0,-17-9-254 0 0,14 14-923 0 0,-4 1-44 0 0,0 0 1 0 0,1 1-1 0 0,-1 0 0 0 0,1 1 0 0 0,-14 9 1 0 0,19-11-38 0 0,3-2-30 0 0,0-1 0 0 0,0 1-1 0 0,0-1 1 0 0,0 1 0 0 0,0-1 0 0 0,-1 1 0 0 0,1-1 0 0 0,0 1 0 0 0,0-1 0 0 0,0 1-1 0 0,-1-1 1 0 0,1 0 0 0 0,0 1 0 0 0,0-1 0 0 0,-1 1 0 0 0,1-1 0 0 0,0 0-1 0 0,-1 1 1 0 0,1-1 0 0 0,-1 0 0 0 0,1 1 0 0 0,0-1 0 0 0,-2 1 0 0 0,-11 13 30 0 0,5 3-4 0 0,6-13-14 0 0,1 0-1 0 0,-3 40 42 0 0,4-40-32 0 0,1-3-23 0 0,0 0-1 0 0,0 0 1 0 0,0 0 0 0 0,0 0 0 0 0,0 0-1 0 0,0 0 1 0 0,-1 1 0 0 0,1-1 0 0 0,0 0 0 0 0,-1 0-1 0 0,1 1 1 0 0,0 1 0 0 0,0-1-4 0 0,1 2-22 0 0,-2-4 25 0 0,1 0 3 0 0,-1 0-1 0 0,0 0 1 0 0,0 0-1 0 0,1 0 1 0 0,-1 0-1 0 0,0 0 0 0 0,0 0 1 0 0,1 0-1 0 0,-1 0 1 0 0,0 0-1 0 0,0 0 1 0 0,1 0-1 0 0,-1 0 1 0 0,0 0-1 0 0,1 0 0 0 0,-1 0 1 0 0,0 0-1 0 0,0 0 1 0 0,1 0-1 0 0,-1 1 1 0 0,0-1-1 0 0,0 0 1 0 0,0 0-1 0 0,1 0 0 0 0,-1 0 1 0 0,0 1-1 0 0,0-1 1 0 0,0 0-1 0 0,1 0 1 0 0,-1 0-1 0 0,0 1 1 0 0,0-1-1 0 0,0 0 0 0 0,1 1 2 0 0,-1 0 0 0 0,1-1-1 0 0,-1 1 1 0 0,1-1-1 0 0,0 1 1 0 0,-1 0-1 0 0,1-1 1 0 0,0 0 0 0 0,-1 1-1 0 0,1-1 1 0 0,0 1-1 0 0,0-1 1 0 0,0 0-1 0 0,-1 0 1 0 0,1 1 0 0 0,0-1-1 0 0,0 0 1 0 0,0 0-1 0 0,-1 0 1 0 0,1 0-1 0 0,0 0 1 0 0,0 0 0 0 0,1 0-1 0 0,21-2 35 0 0,-17 1 15 0 0,-3-1 38 0 0,10-5 52 0 0,-10 5-22 0 0,0-1-13 0 0,16-33 304 0 0,-18 32-354 0 0,-1 0-10 0 0,1-15-12 0 0,-1 15 2 0 0,-5-21 28 0 0,4 20-28 0 0,-1 1 10 0 0,-5-11 34 0 0,5 11-86 0 0,-1 0-98 0 0,-9-11 190 0 0,10 11 202 0 0,1 4-289 0 0,1 1 0 0 0,0-1 0 0 0,0 0 0 0 0,-1 0 1 0 0,1 0-1 0 0,0 0 0 0 0,-1 0 0 0 0,1 0 0 0 0,0 0 0 0 0,-1 0 1 0 0,1 0-1 0 0,0 0 0 0 0,0 0 0 0 0,-1 0 0 0 0,1 0 0 0 0,0 0 1 0 0,-1 0-1 0 0,1 0 0 0 0,0 0 0 0 0,0 0 0 0 0,-1 0 1 0 0,1 0-1 0 0,0-1 0 0 0,0 1 0 0 0,-1 0 0 0 0,1 0 0 0 0,0 0 1 0 0,0 0-1 0 0,-1-1 0 0 0,1 1 0 0 0,0 0 0 0 0,0 0 0 0 0,-1-1 1 0 0,1 0-6 0 0,-1 1 0 0 0,1-1 1 0 0,-1 1-1 0 0,1 0 0 0 0,-1-1 0 0 0,0 1 1 0 0,1-1-1 0 0,-1 1 0 0 0,0 0 1 0 0,1-1-1 0 0,-1 1 0 0 0,0 0 0 0 0,1 0 1 0 0,-1 0-1 0 0,0-1 0 0 0,1 1 1 0 0,-1 0-1 0 0,0 0 0 0 0,0 0 1 0 0,1 0-1 0 0,-1 0 0 0 0,0 0 0 0 0,0 1 1 0 0,1-1-1 0 0,-1 0 0 0 0,-1 0 1 0 0,-20 6 47 0 0,17-5-28 0 0,0 3-4 0 0,-2 1 6 0 0,0 1 0 0 0,0 1 0 0 0,0-1 0 0 0,1 1 0 0 0,0 0 0 0 0,0 1 0 0 0,1 0 0 0 0,0 0 0 0 0,0 0 0 0 0,1 0 0 0 0,-5 13 0 0 0,7-17-16 0 0,2 2-9 0 0,-1 0-11 0 0,0-2 0 0 0,1-1 1 0 0,-1 1-1 0 0,1-1 0 0 0,0 1 0 0 0,0-1 1 0 0,0 0-1 0 0,1 1 0 0 0,-1-1 0 0 0,1 1 1 0 0,-1-1-1 0 0,1 0 0 0 0,0 1 0 0 0,1-1 1 0 0,-1 0-1 0 0,0 0 0 0 0,1 0 0 0 0,0 0 1 0 0,0 0-1 0 0,0 0 0 0 0,0 0 0 0 0,0 0 1 0 0,4 2-1 0 0,2 2-94 0 0,1-1 0 0 0,0-1 1 0 0,1 0-1 0 0,16 8 0 0 0,-22-12 27 0 0,3-1-1 0 0,17 2 34 0 0,-18-1 11 0 0,0-2 24 0 0,17-4 25 0 0,-17 4 11 0 0,-2-1 34 0 0,-1 0-20 0 0,1 0 0 0 0,-1 0 0 0 0,0-1 0 0 0,0 1 0 0 0,-1-1 0 0 0,1 1 0 0 0,0-1 0 0 0,-1 0 0 0 0,0 0 0 0 0,1 0 0 0 0,-1 0 0 0 0,0 0 0 0 0,-1-1 0 0 0,1 1 0 0 0,-1-1 0 0 0,1 1 0 0 0,-1-1 0 0 0,0 1 0 0 0,0-1 0 0 0,0-4 0 0 0,-8-45 113 0 0,5 48-108 0 0,0 1-10 0 0,-9-13-14 0 0,8 13 1 0 0,0 1 18 0 0,3 3-31 0 0,-1-1 2 0 0,-1-1 0 0 0,0 0 0 0 0,0 1 0 0 0,0-1 1 0 0,0 1-1 0 0,0 0 0 0 0,0 0 0 0 0,0 0 0 0 0,0 0 0 0 0,-1 0 0 0 0,1 0 1 0 0,0 0-1 0 0,0 1 0 0 0,-1-1 0 0 0,1 1 0 0 0,-1 0 0 0 0,1 0 0 0 0,0 0 1 0 0,-1 0-1 0 0,1 0 0 0 0,-5 1 0 0 0,0 2 2 0 0,-1 0-1 0 0,1 1 1 0 0,-1 0-1 0 0,1 0 1 0 0,0 1-1 0 0,1 0 1 0 0,-1 0-1 0 0,1 0 1 0 0,0 1 0 0 0,1 0-1 0 0,-10 13 1 0 0,13-16-88 0 0,1-2 86 0 0,0 0-1 0 0,0 1 0 0 0,0-1 0 0 0,0 0 0 0 0,0 1 1 0 0,0 0-1 0 0,0-1 0 0 0,1 1 0 0 0,-1-1 0 0 0,1 1 1 0 0,-1 3-1 0 0,1-5 0 0 0,-2 5 2 0 0,2 0-61 0 0,0 14-20 0 0,0-14-31 0 0,2 5-158 0 0,-2-9 248 0 0,0-1 0 0 0,0 1 0 0 0,0-1 0 0 0,0 1 0 0 0,0 0 0 0 0,0-1 0 0 0,0 1 0 0 0,0-1 0 0 0,0 1 0 0 0,0-1 0 0 0,0 1 0 0 0,1-1 0 0 0,-1 1 0 0 0,0-1 0 0 0,0 1 0 0 0,0-1 0 0 0,1 1 0 0 0,-1-1 0 0 0,0 0 0 0 0,1 1 0 0 0,-1-1 0 0 0,0 1 0 0 0,1-1 0 0 0,-1 0 0 0 0,0 1 0 0 0,1-1 0 0 0,-1 0 0 0 0,1 1 0 0 0,-1-1 0 0 0,1 0 0 0 0,-1 0 0 0 0,1 1 0 0 0,0-1 11 0 0,0 1 1 0 0,0 0-1 0 0,-1-1 1 0 0,1 1-1 0 0,0 0 1 0 0,0-1-1 0 0,0 1 1 0 0,0-1-1 0 0,0 0 1 0 0,0 1-1 0 0,0-1 1 0 0,0 0-1 0 0,0 1 1 0 0,0-1-1 0 0,0 0 1 0 0,0 0-1 0 0,0 0 1 0 0,0 0-1 0 0,0 0 1 0 0,0 0-1 0 0,0 0 1 0 0,1-1 0 0 0,15-5 9 0 0,-16 5 1 0 0,0 1 0 0 0,0-1 0 0 0,0 1 1 0 0,0-1-1 0 0,0 1 0 0 0,0-1 1 0 0,0 0-1 0 0,0 0 0 0 0,0 1 1 0 0,0-1-1 0 0,0 0 0 0 0,-1 0 1 0 0,1 0-1 0 0,0 0 0 0 0,-1 0 1 0 0,1 0-1 0 0,0 0 0 0 0,0-2 1 0 0,0 0 9 0 0,2 0 28 0 0,0-2 8 0 0,6-13 21 0 0,-7 13 3 0 0,-1 0 22 0 0,8-43 135 0 0,-8 44-128 0 0,-2-1-4 0 0,0-15-62 0 0,1 15-53 0 0,-3 3 2 0 0,-9-7 28 0 0,9 7-7 0 0,-15 10-3 0 0,14-6-5 0 0,3 0 14 0 0,-1-1 0 0 0,1 1 0 0 0,0-1 0 0 0,-1 1 0 0 0,1-1 0 0 0,-1 0 0 0 0,0 0 0 0 0,1 1 0 0 0,-4 0 0 0 0,2 1-2 0 0,1-2-9 0 0,1 1 1 0 0,-1-1 0 0 0,1 0-1 0 0,0 1 1 0 0,0-1 0 0 0,0 1-1 0 0,-1 0 1 0 0,1-1 0 0 0,1 1-1 0 0,-1 0 1 0 0,-1 1 0 0 0,-1 2-16 0 0,1-1 2 0 0,-6 16 12 0 0,6-15 52 0 0,2 0-126 0 0,-1 17 24 0 0,0-16-23 0 0,10 17-272 0 0,5-7-3 0 0,-9-14 273 0 0,-3-1 53 0 0,-1 0 15 0 0,0 0 1 0 0,1 0-1 0 0,-1-1 0 0 0,0 1 1 0 0,0-1-1 0 0,0 1 1 0 0,0-1-1 0 0,1 1 1 0 0,-1-1-1 0 0,0 0 1 0 0,0 0-1 0 0,1 1 1 0 0,-1-1-1 0 0,0 0 0 0 0,0 0 1 0 0,1 0-1 0 0,-1 0 1 0 0,3-1-1 0 0,14-2 11 0 0,-17 3 1 0 0,0 0 0 0 0,0-1 0 0 0,1 1 0 0 0,-1 0 0 0 0,0 0 0 0 0,0-1 0 0 0,0 1 0 0 0,0-1 0 0 0,0 1 0 0 0,0 0 0 0 0,-1-1 0 0 0,1 0 0 0 0,0 1 0 0 0,0-1 0 0 0,0 0 0 0 0,0 1 1 0 0,1-3-1 0 0,0 1 42 0 0,1 0 229 0 0,-1-1-178 0 0,14-33 62 0 0,-15 32-87 0 0,-2 0-56 0 0,-4-14-7 0 0,4 14-8 0 0,-1 3-4 0 0,1 1 3 0 0,-1 0 0 0 0,0-1-1 0 0,0 1 1 0 0,0 0 0 0 0,0 0 0 0 0,0 0-1 0 0,0 0 1 0 0,0 0 0 0 0,-3 1 0 0 0,0-2 7 0 0,4 2-12 0 0,0-1 5 0 0,0 1-1 0 0,0-1 1 0 0,0 1 0 0 0,0 0-1 0 0,1-1 1 0 0,-1 1-1 0 0,0 0 1 0 0,0 0 0 0 0,1-1-1 0 0,-1 1 1 0 0,1 0-1 0 0,-1 0 1 0 0,1 0 0 0 0,-1 1-1 0 0,-5 5 3 0 0,4-4-2 0 0,0 1 0 0 0,0 0 0 0 0,0-1 0 0 0,0 1 0 0 0,1 0 0 0 0,-1 0 0 0 0,1 0 0 0 0,0 0 0 0 0,1 0 0 0 0,-2 6 0 0 0,2-6 6 0 0,10 18 95 0 0,-5-23-28 0 0,13-4 5 0 0,-13 4 503 0 0,-5 1-538 0 0,0-1 1 0 0,0 1-1 0 0,-1-1 1 0 0,1 1-1 0 0,0-1 1 0 0,0 1-1 0 0,0-1 1 0 0,0 1-1 0 0,0-1 1 0 0,0 1-1 0 0,0-1 1 0 0,0 1-1 0 0,0-1 1 0 0,0 1-1 0 0,0-1 1 0 0,0 1-1 0 0,1-1 1 0 0,-1 1-1 0 0,0-1 1 0 0,0 1-1 0 0,0-1 1 0 0,1 1-1 0 0,-1-1 1 0 0,1 0-1 0 0,2-5-1648 0 0</inkml:trace>
</inkml:ink>
</file>

<file path=ppt/ink/ink3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8:24.0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139 144 3592 0 0,'0'0'1094'0'0,"-1"-3"43"0"0,-2-8-279 0 0,-5-29 8289 0 0,5 23-9062 0 0,2 13 398 0 0,-19-3-254 0 0,16 6 54 0 0,-18 5 29 0 0,18-3-198 0 0,-1 1-74 0 0,0 2-16 0 0,0-1-1 0 0,1 0 0 0 0,-1 1 1 0 0,1 0-1 0 0,0 0 0 0 0,0 0 1 0 0,0 1-1 0 0,0-1 0 0 0,-5 11 1 0 0,8-11 36 0 0,4 23 26 0 0,-3-22-125 0 0,3-1-20 0 0,33 27-437 0 0,-31-28 342 0 0,0-2-2 0 0,8 2 16 0 0,1-2 0 0 0,25 0 0 0 0,-35-3 143 0 0,33-27 304 0 0,-34 26 2 0 0,-2-2-152 0 0,2-13-63 0 0,-2 13-9 0 0,-1 0 12 0 0,0-18 3 0 0,0 17 28 0 0,-1 4-105 0 0,0 1 0 0 0,1-1 0 0 0,-1 1 0 0 0,0-1 0 0 0,1 0 0 0 0,-1 1 0 0 0,1-1 0 0 0,0 0 0 0 0,-1 0 0 0 0,1 1 0 0 0,0-1 0 0 0,0-3 0 0 0,0 3 3 0 0,-1-4-7 0 0,-1 2 23 0 0,-21-33 104 0 0,20 34-100 0 0,-1 0 2 0 0,-35-17-12 0 0,35 18 13 0 0,-2 4-36 0 0,1-2-12 0 0,3-1-1 0 0,1 1 0 0 0,-1 0 0 0 0,0 0 0 0 0,1 1 0 0 0,-1-1 0 0 0,0 0 0 0 0,1 1 0 0 0,-1-1 0 0 0,0 1 0 0 0,1-1 0 0 0,-1 1 0 0 0,1 0 0 0 0,-1-1-1 0 0,1 1 1 0 0,-3 2 0 0 0,-37 26 14 0 0,32-16-19 0 0,6-6 6 0 0,1-3 18 0 0,-2 10 8 0 0,3-13-24 0 0,1 0 0 0 0,-1 0 0 0 0,0 1 0 0 0,1-1 0 0 0,-1 0 0 0 0,1 0 0 0 0,0 1 0 0 0,-1-1-1 0 0,1 0 1 0 0,0 1 0 0 0,0-1 0 0 0,0 0 0 0 0,0 1 0 0 0,0-1 0 0 0,0 2 0 0 0,0 1-61 0 0,0 0 1 0 0,0 0-1 0 0,0 0 0 0 0,0 0 1 0 0,1 0-1 0 0,0 0 0 0 0,-1 0 1 0 0,2 0-1 0 0,-1 0 0 0 0,0 0 1 0 0,1-1-1 0 0,-1 1 0 0 0,1 0 1 0 0,0-1-1 0 0,1 0 0 0 0,-1 1 1 0 0,0-1-1 0 0,1 0 0 0 0,0 0 1 0 0,0 0-1 0 0,0-1 0 0 0,0 1 1 0 0,6 3-1 0 0,-4-3-15 0 0,1-1 1 0 0,-1 0-1 0 0,1 0 0 0 0,0 0 1 0 0,0-1-1 0 0,-1 0 0 0 0,1 0 1 0 0,0 0-1 0 0,0-1 1 0 0,0 0-1 0 0,0 0 0 0 0,0-1 1 0 0,0 1-1 0 0,0-1 0 0 0,0-1 1 0 0,9-2-1 0 0,-10 2 103 0 0,9-13 95 0 0,-10 12-93 0 0,-1 0 95 0 0,-1-1 16 0 0,5-13-12 0 0,-5 13-9 0 0,-3-1 10 0 0,2-2-107 0 0,-2-13 127 0 0,-1 13-73 0 0,-1 1-1 0 0,0 0 1 0 0,0 0 0 0 0,0 0 0 0 0,-7-9 0 0 0,4 8 70 0 0,-1-1 1 0 0,0 1-1 0 0,0 0 1 0 0,-15-10 0 0 0,19 15-53 0 0,-3 2-70 0 0,-16 1 11 0 0,17 0-10 0 0,1 2 14 0 0,0 0-27 0 0,1 1-1 0 0,0 0 0 0 0,0 1 1 0 0,0-1-1 0 0,0 0 1 0 0,1 1-1 0 0,0-1 0 0 0,0 1 1 0 0,0 0-1 0 0,0 0 0 0 0,1 0 1 0 0,-1 5-1 0 0,1-6-3 0 0,2-2-5 0 0,0-1-1 0 0,-1 1 0 0 0,1-1 1 0 0,-1 1-1 0 0,1-1 0 0 0,-1 1 1 0 0,0-1-1 0 0,1 1 0 0 0,-1 0 1 0 0,0-1-1 0 0,0 1 0 0 0,-1 2 1 0 0,1-2 0 0 0,1 3-83 0 0,-1-4 58 0 0,1 0 0 0 0,-1 1 0 0 0,0-1-1 0 0,1 1 1 0 0,-1-1 0 0 0,1 0 0 0 0,-1 1 0 0 0,1-1 0 0 0,0 0-1 0 0,-1 0 1 0 0,1 1 0 0 0,1 0 0 0 0,0 1-36 0 0,1 2-165 0 0,-2-4 197 0 0,1-1 0 0 0,-1 1 1 0 0,1 0-1 0 0,-1 0 0 0 0,1 0 0 0 0,-1 1 1 0 0,0-1-1 0 0,1 0 0 0 0,-1 0 0 0 0,0 1 0 0 0,1 1 1 0 0,1 0-20 0 0,2-2-100 0 0,12 5-18 0 0,-12-5 12 0 0,-1-2 42 0 0,15-1 31 0 0,-14 2 10 0 0,0-3 25 0 0,2 0 58 0 0,-1 0 1 0 0,1-1-1 0 0,-1 1 1 0 0,0-2 0 0 0,0 1-1 0 0,0-1 1 0 0,-1 0-1 0 0,0 0 1 0 0,0 0 0 0 0,9-13-1 0 0,-12 15 88 0 0,0-2 12 0 0,5-14-5 0 0,-6 14-92 0 0,0 0 96 0 0,-3-38 453 0 0,2 38-403 0 0,-2 5-159 0 0,1 0 0 0 0,0-1 0 0 0,0 1 1 0 0,-1-1-1 0 0,1 1 0 0 0,0-1 0 0 0,0 1 0 0 0,0-1 1 0 0,0 0-1 0 0,0 0 0 0 0,0 0 0 0 0,-2-1 0 0 0,2 0 8 0 0,-2 0 72 0 0,-3 4-64 0 0,-16 3-4 0 0,16-4-12 0 0,6 0-7 0 0,0-1-1 0 0,0 1 0 0 0,0-1 1 0 0,0 1-1 0 0,-1-1 0 0 0,1 1 0 0 0,0-1 1 0 0,0 1-1 0 0,-1-1 0 0 0,1 0 1 0 0,0 1-1 0 0,-1-1 0 0 0,1 0 1 0 0,0 1-1 0 0,-1-1 0 0 0,1 0 0 0 0,0 1 1 0 0,-1-1-1 0 0,1 0 0 0 0,-1 0 1 0 0,1 1-1 0 0,-1-1 0 0 0,1 0 1 0 0,-1 0-1 0 0,1 0 0 0 0,-1 0 1 0 0,0 0-1 0 0,1 1 1 0 0,-1-1 0 0 0,1 0 0 0 0,-1 0 0 0 0,1 0 0 0 0,-1 0 0 0 0,1 0 0 0 0,-1 1 0 0 0,1-1 0 0 0,-1 0 0 0 0,1 0 0 0 0,-1 1 0 0 0,1-1 0 0 0,-1 0 0 0 0,1 1 0 0 0,0-1 0 0 0,-1 1 0 0 0,1-1 0 0 0,0 0 0 0 0,-1 1 1 0 0,1-1-1 0 0,0 1 0 0 0,-1-1 0 0 0,1 1 0 0 0,0-1 0 0 0,0 1 0 0 0,0 0-1 0 0,0 0 1 0 0,-1-1-1 0 0,1 1 0 0 0,0-1 1 0 0,0 1-1 0 0,0 0 0 0 0,0-1 1 0 0,0 1-1 0 0,-1-1 1 0 0,1 1-1 0 0,0-1 0 0 0,0 1 1 0 0,-1-1-1 0 0,1 1 1 0 0,0-1-1 0 0,-1 1 0 0 0,1-1 1 0 0,-1 1-1 0 0,1-1 1 0 0,0 0-1 0 0,-1 1 0 0 0,1-1 1 0 0,-1 1-1 0 0,1-1 1 0 0,-1 0-1 0 0,0 1 0 0 0,0-1 0 0 0,1 0 0 0 0,-1 0 0 0 0,1 1 0 0 0,-1-1 0 0 0,1 1-1 0 0,-1-1 1 0 0,1 0 0 0 0,-1 1 0 0 0,1-1 0 0 0,-1 1 0 0 0,1-1-1 0 0,0 1 1 0 0,-1-1 0 0 0,1 1 0 0 0,0-1 0 0 0,-1 1 0 0 0,1 0-1 0 0,0-1 1 0 0,0 1 0 0 0,0-1 0 0 0,-1 1 0 0 0,1 0 0 0 0,0-1 0 0 0,0 2-1 0 0,0-2 2 0 0,0 1 0 0 0,0 0 0 0 0,0-1-1 0 0,0 1 1 0 0,0 0 0 0 0,0-1-1 0 0,0 1 1 0 0,0 0 0 0 0,0-1 0 0 0,-1 1-1 0 0,1 0 1 0 0,0-1 0 0 0,0 1-1 0 0,-1-1 1 0 0,1 1 0 0 0,0 0 0 0 0,-1-1-1 0 0,1 1 1 0 0,-1 0 0 0 0,0 0 2 0 0,0 0 0 0 0,1 0 0 0 0,-1 0 0 0 0,0 0 0 0 0,1 0 0 0 0,-1 0 0 0 0,1 0 0 0 0,0 0 0 0 0,-1 0 0 0 0,1 0 0 0 0,0 0 0 0 0,-1 0 0 0 0,1 0 0 0 0,0 0 0 0 0,0 0 0 0 0,0 0 0 0 0,0 0 0 0 0,0 1 0 0 0,1 0 0 0 0,-1 21-2 0 0,0-18-55 0 0,2 0-80 0 0,8 15-24 0 0,-6-18 62 0 0,0-1 77 0 0,0 0 1 0 0,0 0-1 0 0,0-1 0 0 0,1 1 0 0 0,-1-1 0 0 0,0 0 0 0 0,0 0 0 0 0,1 0 1 0 0,3-2-1 0 0,-2 1 17 0 0,-2 0 56 0 0,0-1-1 0 0,-1 0 0 0 0,1-1 0 0 0,0 1 1 0 0,-1-1-1 0 0,1 1 0 0 0,-1-1 0 0 0,5-5 1 0 0,-6 6-10 0 0,1-1 238 0 0,-1-1-139 0 0,-1 0-312 0 0,1 0 1 0 0,-1 0-1 0 0,0-1 0 0 0,0 1 0 0 0,-1 0 1 0 0,1-1-1 0 0,-1 1 0 0 0,0-8 0 0 0,-1 7-1099 0 0,-23-1-4626 0 0,19 5 2039 0 0</inkml:trace>
</inkml:ink>
</file>

<file path=ppt/ink/ink3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8:25.0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78 9 3900 0 0,'0'0'2595'0'0,"-4"-2"-1611"0"0,2 1-769 0 0,1 0 1 0 0,-1 0-1 0 0,0 0 1 0 0,-1 1-1 0 0,1-1 1 0 0,0 0-1 0 0,0 1 1 0 0,0 0 0 0 0,0 0-1 0 0,0-1 1 0 0,0 1-1 0 0,-1 0 1 0 0,1 0-1 0 0,0 1 1 0 0,0-1-1 0 0,0 0 1 0 0,-3 2-1 0 0,0-1 231 0 0,5-1-424 0 0,-1 1 0 0 0,1-1 0 0 0,-1 0 0 0 0,1 0 0 0 0,-1 0 0 0 0,1 1 0 0 0,0-1 0 0 0,-1 0 0 0 0,1 1 0 0 0,0-1 0 0 0,-1 0-1 0 0,1 1 1 0 0,0-1 0 0 0,-1 0 0 0 0,1 1 0 0 0,0-1 0 0 0,-1 0 0 0 0,1 1 0 0 0,0-1 0 0 0,0 1 0 0 0,0-1 0 0 0,0 1 0 0 0,-1-1 0 0 0,1 1-1 0 0,0-1 1 0 0,0 1 0 0 0,0 0-3 0 0,0-1 0 0 0,0 0-1 0 0,0 1 1 0 0,0-1-1 0 0,0 1 1 0 0,-1-1 0 0 0,1 1-1 0 0,0-1 1 0 0,0 1 0 0 0,0-1-1 0 0,-1 0 1 0 0,1 1-1 0 0,0-1 1 0 0,0 1 0 0 0,-1-1-1 0 0,1 0 1 0 0,0 1 0 0 0,-1-1-1 0 0,1 0 1 0 0,-1 0-1 0 0,1 1 1 0 0,0-1 0 0 0,-1 0-1 0 0,1 0 1 0 0,-1 1 0 0 0,0-1-1 0 0,0 5 244 0 0,-2 2-117 0 0,1 0 0 0 0,0 0 0 0 0,0 0 0 0 0,1 0 0 0 0,0 0 0 0 0,0 1 0 0 0,1-1 0 0 0,0 0 0 0 0,0 0 0 0 0,1 1 0 0 0,0-1-1 0 0,0 0 1 0 0,1 0 0 0 0,0 0 0 0 0,0 0 0 0 0,0 0 0 0 0,7 12 0 0 0,-6-16-121 0 0,-1 1-1 0 0,1-1 1 0 0,0 0-1 0 0,1 0 1 0 0,-1 0-1 0 0,0-1 1 0 0,1 1-1 0 0,0-1 1 0 0,-1 0-1 0 0,1 0 1 0 0,0 0-1 0 0,0-1 1 0 0,0 1-1 0 0,0-1 1 0 0,0 0-1 0 0,1 0 1 0 0,-1 0-1 0 0,0-1 1 0 0,1 1-1 0 0,4-1 0 0 0,3 0-84 0 0,-1 1-1 0 0,1-2 0 0 0,-1 1 1 0 0,0-2-1 0 0,1 0 0 0 0,19-5 1 0 0,-19 3-57 0 0,17-1-658 0 0,2-5-380 0 0,39-23-3737 0 0,-67 30 3675 0 0,16-12-1124 0 0,-15 12 383 0 0</inkml:trace>
</inkml:ink>
</file>

<file path=ppt/ink/ink3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8:25.2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2852 0 0,'0'0'9708'0'0,"5"1"-9099"0"0,13 2-49 0 0,-13-2-43 0 0,-2 5-231 0 0,0 1 0 0 0,1-1 0 0 0,0 0 1 0 0,0 0-1 0 0,5 5 0 0 0,32 72 443 0 0,-20-38-2493 0 0,5-1-6475 0 0,-15-29 1590 0 0</inkml:trace>
</inkml:ink>
</file>

<file path=ppt/ink/ink3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8:26.7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180 18 3904 0 0,'-3'-2'1233'0'0,"-6"-9"-219"0"0,7 8 1114 0 0,-4 2-1496 0 0,2 1-472 0 0,0 0 0 0 0,-1 0 0 0 0,1 0 0 0 0,0 1 0 0 0,-1-1 0 0 0,1 1 0 0 0,0 0 0 0 0,0 0 0 0 0,0 1 0 0 0,-1-1 0 0 0,2 1 0 0 0,-1 0 0 0 0,0 0 0 0 0,0 0 0 0 0,0 0 0 0 0,1 1 0 0 0,-1-1-1 0 0,1 1 1 0 0,-5 5 0 0 0,-30 43 781 0 0,24-25-533 0 0,7-5-74 0 0,4-13-259 0 0,0 0 0 0 0,0 0 0 0 0,1 1 0 0 0,0-1 0 0 0,0 1 0 0 0,1-1 1 0 0,0 1-1 0 0,1-1 0 0 0,0 1 0 0 0,0-1 0 0 0,1 1 0 0 0,0-1 0 0 0,1 1 0 0 0,0-1 1 0 0,3 10-1 0 0,-4-15-96 0 0,1-1 0 0 0,0 1 0 0 0,0-1 0 0 0,0 1 0 0 0,0-1 0 0 0,0 0 0 0 0,0 1 0 0 0,1-1 1 0 0,-1 0-1 0 0,1-1 0 0 0,-1 1 0 0 0,1 0 0 0 0,0-1 0 0 0,-1 0 0 0 0,1 1 0 0 0,0-1 0 0 0,0 0 0 0 0,0 0 0 0 0,0-1 0 0 0,0 1 1 0 0,4 0-1 0 0,-3-1-393 0 0,4 0-120 0 0,11-1-600 0 0,-1-2 0 0 0,1 0 0 0 0,-1-1 0 0 0,0-1 0 0 0,27-11 0 0 0,-29 11 173 0 0,-13 3 86 0 0,2 0 175 0 0,4-4 414 0 0,-1 0 0 0 0,1-1 0 0 0,-1 1-1 0 0,12-14 1 0 0,-18 16 1738 0 0,0 1-878 0 0,7-13-6 0 0,-7 13 2438 0 0,6-19 1482 0 0,2 18-4424 0 0,-10 3-57 0 0,0 1 1 0 0,1-1-1 0 0,-1 1 0 0 0,1 0 1 0 0,-1-1-1 0 0,1 1 0 0 0,-1-1 1 0 0,1 1-1 0 0,-1 0 1 0 0,1-1-1 0 0,-1 1 0 0 0,1 0 1 0 0,0 0-1 0 0,-1 0 1 0 0,1-1-1 0 0,-1 1 0 0 0,1 0 1 0 0,0 0-1 0 0,-1 0 0 0 0,1 0 1 0 0,-1 0-1 0 0,1 0 1 0 0,0 0-1 0 0,-1 0 0 0 0,1 0 1 0 0,-1 1-1 0 0,2-1 1 0 0,17 2 24 0 0,-15-1-61 0 0,0 0-132 0 0,1 1 186 0 0,-1 0 0 0 0,0 0 0 0 0,1 0 1 0 0,-1 0-1 0 0,0 1 0 0 0,0 0 1 0 0,-1 0-1 0 0,1 0 0 0 0,-1 0 0 0 0,1 0 1 0 0,-1 1-1 0 0,0 0 0 0 0,3 4 1 0 0,-2-1 32 0 0,-1 1-1 0 0,0 0 1 0 0,0-1 0 0 0,-1 1 0 0 0,0 0 0 0 0,0 1 0 0 0,-1-1 0 0 0,0 0 0 0 0,-1 0 0 0 0,1 1 0 0 0,-1-1 0 0 0,-1 0 0 0 0,0 1 0 0 0,0-1 0 0 0,-4 11 0 0 0,-5 28 773 0 0,9-42-493 0 0,0-1-162 0 0,-2 14 29 0 0,2-14 1317 0 0,11-6-1506 0 0,1 0 0 0 0,-1-1 0 0 0,0-1 1 0 0,0 0-1 0 0,13-6 0 0 0,-2 1-142 0 0,189-69-3486 0 0,-68 36-4193 0 0,-102 31 1921 0 0</inkml:trace>
</inkml:ink>
</file>

<file path=ppt/ink/ink3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8:27.6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162 48 3012 0 0,'-1'-4'1474'0'0,"-2"-14"-255"0"0,2 14 541 0 0,-1 0-1048 0 0,-10-13 1631 0 0,7 17-1927 0 0,1 1-322 0 0,-1 1 1 0 0,1 0-1 0 0,-1-1 1 0 0,1 1-1 0 0,0 1 1 0 0,0-1-1 0 0,0 1 1 0 0,0-1-1 0 0,0 1 1 0 0,1 0-1 0 0,-1 1 1 0 0,1-1-1 0 0,0 1 1 0 0,0-1-1 0 0,0 1 1 0 0,0 0-1 0 0,-3 6 1 0 0,-5 9 191 0 0,0 1 0 0 0,-8 24 0 0 0,9-23 45 0 0,2 10-79 0 0,7-23-194 0 0,-2 5 61 0 0,1 1 0 0 0,0-1 1 0 0,1 21-1 0 0,2-29-88 0 0,-1 0 1 0 0,1 0-1 0 0,0 1 0 0 0,0-1 1 0 0,1 0-1 0 0,-1 0 0 0 0,1 0 1 0 0,0 0-1 0 0,1 0 0 0 0,-1 0 0 0 0,1-1 1 0 0,0 1-1 0 0,4 4 0 0 0,1-1-79 0 0,-1-1 0 0 0,2 0 0 0 0,-1-1-1 0 0,1 0 1 0 0,12 7 0 0 0,-16-11-356 0 0,1-2-180 0 0,27 0-865 0 0,21-3-5321 0 0</inkml:trace>
</inkml:ink>
</file>

<file path=ppt/ink/ink3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8:28.1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248 58 2636 0 0,'0'0'7240'0'0,"2"-5"-6766"0"0,2 0-274 0 0,0-1 1 0 0,0 1 0 0 0,0 0-1 0 0,1 0 1 0 0,0 0 0 0 0,0 1-1 0 0,0 0 1 0 0,6-5 0 0 0,-7 8-33 0 0,1-1-111 0 0,0 2-47 0 0,0-1 0 0 0,1 1 0 0 0,-1 0 0 0 0,1 0 0 0 0,-1 0 0 0 0,11 3-1 0 0,-12-2 59 0 0,-3 1-63 0 0,-1-1 0 0 0,1 0-1 0 0,-1 1 1 0 0,1-1 0 0 0,0 1-1 0 0,0-1 1 0 0,-1 0 0 0 0,1 0-1 0 0,0 0 1 0 0,0 1 0 0 0,0-1-1 0 0,2 1 1 0 0,-2-1 4 0 0,2 3 55 0 0,-4 7-31 0 0,0 0 0 0 0,0 0 0 0 0,-1 0 0 0 0,-1-1-1 0 0,-6 19 1 0 0,7-25 35 0 0,0 0 15 0 0,1-1-54 0 0,0 2 102 0 0,-1 0 0 0 0,0-1 0 0 0,0 1 0 0 0,0 0 0 0 0,-5 8 0 0 0,26 0 181 0 0,-14-13-250 0 0,15 1 2 0 0,-16 0-21 0 0,2-1 20 0 0,15 2 13 0 0,-16-1-5 0 0,0 0 10 0 0,18 3-15 0 0,-18-2 8 0 0,-1 0 4 0 0,12 6-24 0 0,-12-5 106 0 0,2 6-56 0 0,-5-8-100 0 0,-1-1 0 0 0,1 0 0 0 0,-1 1 0 0 0,1-1 0 0 0,-1 1 0 0 0,0-1 0 0 0,1 0 0 0 0,-1 1 0 0 0,0-1 0 0 0,1 1 0 0 0,-1-1 0 0 0,0 1-1 0 0,0-1 1 0 0,1 1 0 0 0,-1-1 0 0 0,0 1 0 0 0,0 0 0 0 0,0-1 0 0 0,0 1 0 0 0,1-1 0 0 0,-1 1 0 0 0,0-1 0 0 0,0 1 0 0 0,0 0 0 0 0,-1-1 0 0 0,1 1 0 0 0,0-1 0 0 0,0 1 0 0 0,0-1 0 0 0,0 1 0 0 0,0-1-1 0 0,-1 2 1 0 0,0 1 3 0 0,-1 1 0 0 0,1-1-1 0 0,-1 0 1 0 0,1 0 0 0 0,-1 0-1 0 0,0 0 1 0 0,-1 0 0 0 0,1 0-1 0 0,0 0 1 0 0,-1-1 0 0 0,1 1-1 0 0,-1-1 1 0 0,0 0 0 0 0,0 0-1 0 0,-5 3 1 0 0,-13 7-592 0 0,-1 0 1 0 0,-1-2-1 0 0,0-1 0 0 0,0 0 0 0 0,-1-2 1 0 0,-45 8-1 0 0,56-13 201 0 0,1 0 0 0 0,-1-1 0 0 0,0 0 0 0 0,0-1 0 0 0,0-1 0 0 0,0 0 0 0 0,1-1 0 0 0,-1 0 0 0 0,0-1 0 0 0,1 0 0 0 0,0-1 0 0 0,0 0 0 0 0,0-1 0 0 0,0-1-1 0 0,-17-10 1 0 0,7-1-4698 0 0</inkml:trace>
</inkml:ink>
</file>

<file path=ppt/ink/ink3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8:09.9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78 3824 0 0,'-1'-4'1464'0'0,"3"-57"7391"0"0,1 49-6209 0 0,0 43-2717 0 0,-1 30 436 0 0,0-3-356 0 0,-2 82-220 0 0,0-135-14 0 0,-1 1-336 0 0,0 3 530 0 0,-3 17-2411 0 0,3 2-5689 0 0</inkml:trace>
</inkml:ink>
</file>

<file path=ppt/ink/ink3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8:10.2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126 37 3968 0 0,'1'-5'1278'0'0,"4"-15"-210"0"0,-4 15 572 0 0,1 2-1035 0 0,-1 0 826 0 0,-3 10-582 0 0,-11 30-354 0 0,-22 56-555 0 0,27-72 70 0 0,-31 60-8 0 0,13-31-182 0 0,24-46-79 0 0,0-1-120 0 0,-6 10 124 0 0</inkml:trace>
</inkml:ink>
</file>

<file path=ppt/ink/ink3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8:10.4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2848 0 0,'4'2'1131'0'0,"15"5"-93"0"0,-14-5-122 0 0,-2 2-76 0 0,61 73 3434 0 0,-3-5-3612 0 0,-44-58-881 0 0,-14-12-59 0 0,1 0-112 0 0,14 8-157 0 0,-14-7-252 0 0,2-3-1321 0 0,-4 1 1721 0 0,0-1 159 0 0,-1 1-1 0 0,1 0 1 0 0,0-1 0 0 0,-1 0 0 0 0,1 1 0 0 0,0-1 0 0 0,-1 0-1 0 0,1 0 1 0 0,0 0 0 0 0,0 0 0 0 0,-1 0 0 0 0,4-1-1 0 0</inkml:trace>
</inkml:ink>
</file>

<file path=ppt/ink/ink3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8:10.6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28 2328 0 0,'-1'-4'1393'0'0,"-6"-19"5234"0"0,24 231-4644 0 0,-11-154-1824 0 0,-1-17-1818 0 0,14 57 1 0 0,-17-90 594 0 0,-1 0-80 0 0,5 13-81 0 0,-5-13-890 0 0</inkml:trace>
</inkml:ink>
</file>

<file path=ppt/ink/ink3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8:11.1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173 62 3296 0 0,'0'0'1442'0'0,"1"-3"-153"0"0,0 0-783 0 0,0 1-1 0 0,-1-1 0 0 0,1 1 1 0 0,-1-1-1 0 0,0 0 0 0 0,0 1 1 0 0,0-1-1 0 0,0 1 0 0 0,-1-6 1 0 0,0-8 335 0 0,-3 14-553 0 0,-13-6-26 0 0,13 6 200 0 0,-1 4-203 0 0,-2 0-204 0 0,0 0-1 0 0,1 0 1 0 0,-1 1 0 0 0,1 0-1 0 0,0 0 1 0 0,0 1 0 0 0,0 0-1 0 0,1 0 1 0 0,-1 0-1 0 0,1 1 1 0 0,-6 6 0 0 0,2-1 51 0 0,2 0 0 0 0,-1 1 0 0 0,2 0 0 0 0,-1 0 1 0 0,1 0-1 0 0,1 1 0 0 0,0 0 0 0 0,1 0 0 0 0,-5 22 1 0 0,8-29-64 0 0,1 2-11 0 0,0 18-33 0 0,0-19 29 0 0,2-1-15 0 0,5 16-36 0 0,-5-16 37 0 0,1-1-35 0 0,11 10-90 0 0,-10-11-80 0 0,17 3-286 0 0,-16-3 352 0 0,0-2-388 0 0,2-1 30 0 0,7 0-3 0 0,0-2 0 0 0,-1 1 1 0 0,0-2-1 0 0,1 0 0 0 0,-1 0 1 0 0,0-1-1 0 0,21-10 0 0 0,-8 1-2209 0 0,31-19 0 0 0,-34 17-1085 0 0</inkml:trace>
</inkml:ink>
</file>

<file path=ppt/ink/ink3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8:11.5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190 60 2692 0 0,'14'-21'5298'0'0,"-15"19"-5196"0"0,0 0 0 0 0,1 0 0 0 0,0 1 1 0 0,-1-1-1 0 0,1 0 0 0 0,0 0 0 0 0,0 0 0 0 0,0 1 0 0 0,0-1 0 0 0,1-3 1 0 0,-1 0 789 0 0,-10 0-379 0 0,9 5-486 0 0,1-1-1 0 0,-1 1 0 0 0,1-1 1 0 0,-1 1-1 0 0,1 0 1 0 0,-1-1-1 0 0,0 1 0 0 0,1-1 1 0 0,-1 1-1 0 0,1 0 0 0 0,-1 0 1 0 0,0-1-1 0 0,1 1 1 0 0,-1 0-1 0 0,0 0 0 0 0,1 0 1 0 0,-1 0-1 0 0,0 0 1 0 0,1 0-1 0 0,-1 0 0 0 0,0 0 1 0 0,1 0-1 0 0,-1 0 1 0 0,0 0-1 0 0,1 0 0 0 0,-2 1 1 0 0,-14 1 213 0 0,0 2 1 0 0,0 0-1 0 0,-17 6 1 0 0,-28 24 258 0 0,58-32-467 0 0,0 2-12 0 0,-10 11-43 0 0,10-11-144 0 0,-2 6 211 0 0,5-10-39 0 0,0 0 0 0 0,-1 1 0 0 0,1-1 0 0 0,-1 1 0 0 0,1-1 0 0 0,0 1-1 0 0,-1-1 1 0 0,1 1 0 0 0,0-1 0 0 0,0 1 0 0 0,-1-1 0 0 0,1 1 0 0 0,0-1 0 0 0,0 1-1 0 0,0-1 1 0 0,0 1 0 0 0,0 0 0 0 0,0-1 0 0 0,0 1 0 0 0,0-1 0 0 0,0 1-1 0 0,0-1 1 0 0,0 1 0 0 0,0 0 0 0 0,0-1 0 0 0,0 1 0 0 0,1-1 0 0 0,-1 2 0 0 0,2 3-11 0 0,1 1 1 0 0,-1-1 0 0 0,1 0-1 0 0,0 1 1 0 0,1-2 0 0 0,-1 1 0 0 0,1 0-1 0 0,0-1 1 0 0,0 1 0 0 0,0-1 0 0 0,1 0-1 0 0,9 6 1 0 0,13 8 71 0 0,34 18 0 0 0,-57-34-68 0 0,83 54 6 0 0,-85-54-7 0 0,-2-1 3 0 0,0-1 1 0 0,1 0-1 0 0,-1 1 0 0 0,0-1 1 0 0,0 1-1 0 0,0-1 0 0 0,0 1 1 0 0,0-1-1 0 0,1 1 0 0 0,-1-1 1 0 0,0 1-1 0 0,0-1 0 0 0,1 0 1 0 0,-1 1-1 0 0,0-1 0 0 0,0 1 1 0 0,1-1-1 0 0,-1 0 0 0 0,1 1 1 0 0,-1-1-1 0 0,0 0 0 0 0,1 0 1 0 0,-1 1-1 0 0,1-1 0 0 0,-1 0 1 0 0,1 0-1 0 0,0 1 0 0 0,-1-1 1 0 0,1 0 1 0 0,-1 0-1 0 0,1 1 0 0 0,-1-1 0 0 0,1 0 0 0 0,-1 0 1 0 0,1 1-1 0 0,-1-1 0 0 0,1 0 0 0 0,-1 1 0 0 0,0-1 0 0 0,1 1 1 0 0,-1-1-1 0 0,1 1 0 0 0,-1-1 0 0 0,0 1 0 0 0,0-1 0 0 0,1 1 1 0 0,-1-1-1 0 0,0 1 0 0 0,0-1 0 0 0,1 1 0 0 0,-1 0 1 0 0,4 9 7 0 0,-3-10-9 0 0,-1 0 0 0 0,1 1 0 0 0,-1-1 1 0 0,0 1-1 0 0,1-1 0 0 0,-1 1 0 0 0,0-1 0 0 0,1 1 0 0 0,-1-1 1 0 0,0 1-1 0 0,0-1 0 0 0,0 1 0 0 0,1 0 0 0 0,-1-1 1 0 0,0 1-1 0 0,0-1 0 0 0,0 1 0 0 0,0-1 0 0 0,0 1 1 0 0,0 0-1 0 0,0-1 0 0 0,0 1 0 0 0,0-1 0 0 0,0 1 0 0 0,-1 0 1 0 0,1-1-1 0 0,0 1 0 0 0,-1 0 0 0 0,1 3 13 0 0,-2-1 0 0 0,1 0 0 0 0,0 0 1 0 0,-1 1-1 0 0,1-1 0 0 0,-1 0 0 0 0,0 0 0 0 0,0 0 0 0 0,0-1 0 0 0,-1 1 0 0 0,1 0 0 0 0,0-1 1 0 0,-1 1-1 0 0,0-1 0 0 0,-5 4 0 0 0,-3 0 14 0 0,0-1 0 0 0,0 0 0 0 0,-16 5 0 0 0,15-6-13 0 0,-12 2-48 0 0,4-4-116 0 0,-2 1-58 0 0,16-2-118 0 0,0-1-90 0 0,-18 1-72 0 0,17 0-206 0 0,6-2 238 0 0,-1-1-1 0 0,0 1 1 0 0,-1 1-1 0 0,1-1 1 0 0,0 0-1 0 0,0 0 1 0 0,0 1-1 0 0,0-1 1 0 0,-4 1 0 0 0,6-5-1861 0 0,2-18-1633 0 0</inkml:trace>
</inkml:ink>
</file>

<file path=ppt/ink/ink3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8:12.0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135 45 3204 0 0,'2'-4'1288'0'0,"-1"2"-1000"0"0,0 1 1 0 0,0-1-1 0 0,-1 0 0 0 0,1 0 1 0 0,0 0-1 0 0,-1 0 1 0 0,1 0-1 0 0,-1 0 1 0 0,0 0-1 0 0,0 0 0 0 0,0 0 1 0 0,0 0-1 0 0,0 0 1 0 0,0 0-1 0 0,0 0 0 0 0,-2-4 1 0 0,1 2 885 0 0,-4 5-1153 0 0,1 0 45 0 0,0-1-1 0 0,1 1 1 0 0,-1 1-1 0 0,0-1 1 0 0,0 0 0 0 0,1 1-1 0 0,-1 0 1 0 0,1 0-1 0 0,-6 4 1 0 0,6-3 149 0 0,1-2-196 0 0,1 1-1 0 0,0-1 1 0 0,0 1-1 0 0,1 0 1 0 0,-1-1-1 0 0,0 1 1 0 0,1 0-1 0 0,-1-1 1 0 0,1 1 0 0 0,-1 4-1 0 0,-1-2 95 0 0,3 0-15 0 0,1 14-20 0 0,-1-14 8 0 0,1 1-34 0 0,5 7-6 0 0,0-1 0 0 0,1 0-1 0 0,0 0 1 0 0,1-1-1 0 0,19 19 1 0 0,12 12 123 0 0,-38-38-147 0 0,1 0-11 0 0,22 35 42 0 0,-23-34 3 0 0,-1 0-38 0 0,4 13 0 0 0,-4-13 72 0 0,-1 1-33 0 0,-1 1-4 0 0,0 0-1 0 0,0 1 1 0 0,0-1 0 0 0,-1 0 0 0 0,-4 11 0 0 0,4-13 21 0 0,-3-1-24 0 0,-3 3-34 0 0,-11 4 20 0 0,-47 0 50 0 0,37-8-90 0 0,23-2-64 0 0,0 0-86 0 0,-20-1-87 0 0,20 1-68 0 0,1-1-94 0 0,-13-4-120 0 0,13 4 12 0 0,2-3-42 0 0,-9-11-142 0 0,9 11-135 0 0,3 0-151 0 0,0-3 69 0 0,1 0 1 0 0,0 0-1 0 0,0 0 0 0 0,3-12 0 0 0,-2 15-2656 0 0</inkml:trace>
</inkml:ink>
</file>

<file path=ppt/ink/ink3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8:12.2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45 2848 0 0,'0'0'5249'0'0,"4"-2"-4152"0"0,51-16 4507 0 0,-36 13-5822 0 0,-13 4 318 0 0,1-1-75 0 0,82-12-1713 0 0,-84 13 788 0 0,2 1-299 0 0,20-1-387 0 0,-20 1-119 0 0</inkml:trace>
</inkml:ink>
</file>

<file path=ppt/ink/ink3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8:12.4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56 3252 0 0,'0'0'3985'0'0,"4"3"-2939"0"0,-2-2-850 0 0,-1 0 0 0 0,1 0 0 0 0,0 0 0 0 0,0 0 0 0 0,1 0-1 0 0,-1 0 1 0 0,0 0 0 0 0,0 0 0 0 0,0-1 0 0 0,0 0-1 0 0,1 1 1 0 0,-1-1 0 0 0,0 0 0 0 0,1 0 0 0 0,-1 0-1 0 0,0 0 1 0 0,0 0 0 0 0,1-1 0 0 0,-1 1 0 0 0,0-1 0 0 0,0 1-1 0 0,3-2 1 0 0,26-6-6 0 0,59-15-767 0 0,-29-1-6849 0 0,-40 15 2492 0 0</inkml:trace>
</inkml:ink>
</file>

<file path=ppt/ink/ink3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9:10.4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37 164 1872 0 0,'-6'-22'1116'0'0,"5"18"1441"0"0,0-1-1935 0 0,-4-13-87 0 0,4 13 461 0 0,0 0-506 0 0,-7-38 1582 0 0,7 39-1034 0 0,-1-2-500 0 0,-2-14 7 0 0,3 14 1002 0 0,0 2-1094 0 0,-3-13-44 0 0,3 12 2535 0 0,2 12-2793 0 0,21 279 1525 0 0,-17-180-1327 0 0,-5-101-319 0 0,0 2 20 0 0,1 30 330 0 0,0-1-3136 0 0,-1-17-5270 0 0,16-37-1522 0 0</inkml:trace>
</inkml:ink>
</file>

<file path=ppt/ink/ink3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9:10.9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266 28 3128 0 0,'0'0'3659'0'0,"-1"-4"-2860"0"0,-4-15-111 0 0,4 14 1122 0 0,-3 7-1273 0 0,-3 1-351 0 0,0 0 1 0 0,0 1-1 0 0,0 0 1 0 0,1 0-1 0 0,-1 0 1 0 0,1 1-1 0 0,0 0 0 0 0,1 1 1 0 0,-1-1-1 0 0,1 1 1 0 0,0 0-1 0 0,-6 9 1 0 0,-27 35 105 0 0,-31 42-20 0 0,66-90-218 0 0,1 2 2 0 0,-1-1 0 0 0,1 1 1 0 0,-1-1-1 0 0,0 0 0 0 0,0 0 0 0 0,-6 5 0 0 0,5-5-21 0 0,2-1 146 0 0,-3-3-194 0 0,-12-5-14 0 0,13 5-11 0 0,2-24-241 0 0,2 21 231 0 0,2 0-60 0 0,-1 2 102 0 0,0 0 0 0 0,1 1 0 0 0,-1-1 1 0 0,1 0-1 0 0,-1 1 0 0 0,1-1 0 0 0,0 1 0 0 0,-1-1 1 0 0,1 1-1 0 0,0 0 0 0 0,0 0 0 0 0,0 0 1 0 0,0 0-1 0 0,0 0 0 0 0,0 0 0 0 0,3 0 1 0 0,-1 0 61 0 0,0 3 7 0 0,11 9 16 0 0,-11-8 15 0 0,-3-1-78 0 0,-1 0 0 0 0,1-1 0 0 0,0 1 0 0 0,0-1 0 0 0,0 1 0 0 0,0-1 0 0 0,0 1 1 0 0,0-1-1 0 0,0 1 0 0 0,0-1 0 0 0,1 0 0 0 0,1 2 0 0 0,-2-2 9 0 0,16 25 428 0 0,16 32 0 0 0,-24-40-364 0 0,1-1 1 0 0,22 30-1 0 0,-27-43-253 0 0,0-1 0 0 0,0 1 0 0 0,0-1 0 0 0,0 0 0 0 0,1-1 0 0 0,-1 1 0 0 0,1-1 1 0 0,-1 0-1 0 0,1-1 0 0 0,10 3 0 0 0,-12-4-491 0 0,3-1-59 0 0,-6 1 713 0 0,41-10-2199 0 0,-37 8 1609 0 0,-1 1 1 0 0,0-1-1 0 0,0 0 0 0 0,1 0 0 0 0,-1-1 1 0 0,0 1-1 0 0,-1-1 0 0 0,1 0 0 0 0,5-6 0 0 0,10-13-3449 0 0</inkml:trace>
</inkml:ink>
</file>

<file path=ppt/ink/ink3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9:11.2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17 2324 0 0,'0'0'4517'0'0,"-5"-1"-3971"0"0,-14-2-40 0 0,15 2 3032 0 0,21 3-3384 0 0,1 0-1 0 0,0-2 1 0 0,34-3-1 0 0,31-8-2909 0 0,-78 10 1130 0 0</inkml:trace>
</inkml:ink>
</file>

<file path=ppt/ink/ink3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9:11.4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1 3764 0 0,'0'0'5013'0'0,"-3"2"-4246"0"0,3-1-651 0 0,-1-1-1 0 0,1 0 1 0 0,-1 1 0 0 0,1-1-1 0 0,-1 0 1 0 0,1 1 0 0 0,-1-1-1 0 0,1 1 1 0 0,-1-1 0 0 0,1 0-1 0 0,0 1 1 0 0,-1-1 0 0 0,1 1-1 0 0,0-1 1 0 0,0 1-1 0 0,-1-1 1 0 0,1 1 0 0 0,0 0-1 0 0,0-1 1 0 0,0 1 0 0 0,0-1-1 0 0,-1 1 1 0 0,1-1 0 0 0,0 1-1 0 0,0 0 1 0 0,0-1-1 0 0,0 1 1 0 0,12 10 1138 0 0,-12-11-1265 0 0,4 2 445 0 0,2 0-263 0 0,6 0-326 0 0,1 0-1 0 0,0-1 1 0 0,-1 0 0 0 0,1-1 0 0 0,0 0-1 0 0,0-1 1 0 0,21-5 0 0 0,-17 4-1920 0 0,0-1 0 0 0,-1-1 0 0 0,18-6 0 0 0,-1-1-2973 0 0</inkml:trace>
</inkml:ink>
</file>

<file path=ppt/ink/ink3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9:11.9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0 2760 0 0,'0'0'8692'0'0,"-2"5"-8411"0"0,-3 21 381 0 0,1-1 0 0 0,2 1-1 0 0,0 0 1 0 0,3 33 0 0 0,-1-33-439 0 0,4 0-3 0 0,-3-21-142 0 0,-1-5-75 0 0,1 0 1 0 0,-1 0-1 0 0,1 1 1 0 0,-1-1-1 0 0,0 0 1 0 0,1 0-1 0 0,-1 0 1 0 0,0 0-1 0 0,1 0 1 0 0,-1 0-1 0 0,0 0 0 0 0,0 1 1 0 0,1-1-1 0 0,-1 0 1 0 0,0 0-1 0 0,1 0 1 0 0,-1 1-1 0 0,0-1 1 0 0,0 0-1 0 0,1 1 1 0 0,-1-1-1 0 0,0 0 1 0 0,0 0-1 0 0,0 1 1 0 0,1-1-1 0 0,-1 0 1 0 0,0 1-1 0 0,0-1 1 0 0,0 1-1 0 0,1 0 4 0 0,-1 0-1 0 0,0 0 1 0 0,1 0-1 0 0,0-1 1 0 0,-1 1-1 0 0,1 0 1 0 0,-1 0 0 0 0,1 0-1 0 0,0-1 1 0 0,0 1-1 0 0,-1 0 1 0 0,1-1 0 0 0,0 1-1 0 0,0-1 1 0 0,0 1-1 0 0,0-1 1 0 0,1 1-1 0 0,51 13 96 0 0,-48-13 35 0 0,1-1-134 0 0,0 1-5 0 0,0-1-1 0 0,0 0 0 0 0,0 0 1 0 0,0 0-1 0 0,0-1 0 0 0,0 0 0 0 0,7-1 1 0 0,-5-1 2 0 0,-2 2 6 0 0,1 0 29 0 0,2-2-33 0 0,1-1 0 0 0,-1 0 1 0 0,0 0-1 0 0,0 0 0 0 0,0-1 0 0 0,0-1 1 0 0,12-9-1 0 0,-18 12 18 0 0,-3 2-9 0 0,0-1-1 0 0,1 1 0 0 0,-1 0 1 0 0,1-1-1 0 0,-1 1 0 0 0,1 0 0 0 0,0-1 1 0 0,-1 1-1 0 0,1 0 0 0 0,0 0 0 0 0,0 0 1 0 0,2-2-1 0 0,-2 1 17 0 0,2-2 90 0 0,-2-1 30 0 0,3-12 39 0 0,-2 12 371 0 0,-3 0-313 0 0,-3-15 23 0 0,3 14 81 0 0,-1 2-40 0 0,-4-4 30 0 0,-1-1 0 0 0,0 1 0 0 0,0 0-1 0 0,-11-8 1 0 0,15 14 78 0 0,0 5-297 0 0,0-1-100 0 0,1-1 1 0 0,1 1-1 0 0,-1-1 1 0 0,1 1 0 0 0,-1-1 0 0 0,1 1 0 0 0,0 0 0 0 0,0 0 0 0 0,-1 0 0 0 0,1-1-1 0 0,0 1 1 0 0,1 0 0 0 0,-1 0 0 0 0,0 0 0 0 0,1 0 0 0 0,-1 1 0 0 0,1-1 0 0 0,-1 0-1 0 0,1 0 1 0 0,0 0 0 0 0,0 0 0 0 0,0 3 0 0 0,4 60-367 0 0,13 82 0 0 0,-8-91-2558 0 0,-2 1 0 0 0,-2 107 0 0 0,-9-113-1398 0 0,-4-1-3045 0 0</inkml:trace>
</inkml:ink>
</file>

<file path=ppt/ink/ink3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9:19.3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173 94 2900 0 0,'-9'-20'1641'0'0,"8"16"696"0"0,-1 2-2163 0 0,0 1-1 0 0,1 0 1 0 0,-1-1 0 0 0,1 1 0 0 0,0-1-1 0 0,-1 0 1 0 0,1 1 0 0 0,0-1 0 0 0,-1-2-1 0 0,-1 0 1208 0 0,3 4-1345 0 0,0-1 0 0 0,0 1 0 0 0,-1-1 0 0 0,1 1 0 0 0,0 0 0 0 0,0-1 0 0 0,-1 1 0 0 0,1-1 0 0 0,0 1 0 0 0,-1 0-1 0 0,1-1 1 0 0,0 1 0 0 0,-1 0 0 0 0,1-1 0 0 0,-1 1 0 0 0,1 0 0 0 0,0-1 0 0 0,-1 1 0 0 0,1 0 0 0 0,-1 0 0 0 0,1 0 0 0 0,-1 0 0 0 0,1-1 0 0 0,-1 1 0 0 0,1 0-1 0 0,-1 0 1 0 0,0 0 18 0 0,1 0 0 0 0,-1 0 0 0 0,1 0-1 0 0,-1 0 1 0 0,1 0 0 0 0,-1-1-1 0 0,1 1 1 0 0,-1 0 0 0 0,1 0 0 0 0,-1 0-1 0 0,1-1 1 0 0,0 1 0 0 0,-1 0 0 0 0,1-1-1 0 0,-1 1 1 0 0,1 0 0 0 0,0-1 0 0 0,-1 1-1 0 0,1 0 1 0 0,0-1 0 0 0,-1 1-1 0 0,1-1 1 0 0,0 1 0 0 0,0-1 0 0 0,0 1-1 0 0,-1-1 1 0 0,-20-12 1898 0 0,17 12-1720 0 0,-15-1-6 0 0,14 2 238 0 0,-17 9 213 0 0,-7 22 29 0 0,26-27-618 0 0,1 0-16 0 0,-5 12 0 0 0,6-12 0 0 0,0 0-19 0 0,-8 45 112 0 0,8-43-149 0 0,2-2-16 0 0,12 37 218 0 0,-11-37-252 0 0,1 0 10 0 0,9 9 12 0 0,-10-10-5 0 0,2-1-8 0 0,11 5 12 0 0,-11-5-14 0 0,1-1 2 0 0,46-8 70 0 0,-46 5-29 0 0,-3 1-11 0 0,-1 0-1 0 0,1 0 1 0 0,-1 0-1 0 0,1 0 0 0 0,-1-1 1 0 0,0 1-1 0 0,1-1 1 0 0,-1 1-1 0 0,0-1 1 0 0,1-1-1 0 0,-1 2 1 0 0,0 0 0 0 0,1 0-1 0 0,-1-1 1 0 0,0 1 0 0 0,-1 0 0 0 0,1 0 0 0 0,0-1-1 0 0,0 1 1 0 0,0 0 0 0 0,-1-1 0 0 0,1 1 0 0 0,-1-1-1 0 0,1 1 1 0 0,-1-1 0 0 0,1-1 0 0 0,0-2 9 0 0,1 0 4 0 0,-2-1-18 0 0,3-24 22 0 0,-2 7-18 0 0,-7 4 3 0 0,-20-53 46 0 0,24 68-73 0 0,-17-5-42 0 0,15 7 80 0 0,0 3-17 0 0,1 0 0 0 0,-1 0 0 0 0,0 1 0 0 0,1 0 0 0 0,-1 0 0 0 0,1 0 0 0 0,-1 0 0 0 0,1 0 1 0 0,0 0-1 0 0,0 1 0 0 0,0 0 0 0 0,0 0 0 0 0,1 0 0 0 0,-1 0 0 0 0,1 0 0 0 0,0 0 0 0 0,-3 5 1 0 0,2-3-14 0 0,1-1-10 0 0,-5 15 20 0 0,6-15 6 0 0,0 1 3 0 0,-3 15-6 0 0,3-15-17 0 0,4 19-27 0 0,-2-19 26 0 0,1 0-4 0 0,1 0 4 0 0,0 1 1 0 0,0 0 0 0 0,1-1-1 0 0,0 0 1 0 0,5 6-1 0 0,-6-8-16 0 0,2-1-9 0 0,14 7-3 0 0,-15-7 25 0 0,2-2-38 0 0,19 0-55 0 0,-19 0 126 0 0,-2-2 11 0 0,14-5 10 0 0,-14 5-20 0 0,0-2-1 0 0,10-9 4 0 0,-11 10 15 0 0,-1-2 6 0 0,5-13-6 0 0,-5 13 4 0 0,-2 0-3 0 0,2-16 23 0 0,-1 16 35 0 0,-2-1-44 0 0,-17-47 121 0 0,16 48-125 0 0,0 2 20 0 0,-16-23-38 0 0,11 22-28 0 0,3 4 2 0 0,0-3 13 0 0,-1 4-34 0 0,1 0 15 0 0,0-1 1 0 0,0 1-1 0 0,0 0 0 0 0,0 1 0 0 0,0-1 0 0 0,1 1 1 0 0,-1 0-1 0 0,1 0 0 0 0,-7 4 0 0 0,7-3-1 0 0,0 1 8 0 0,-3 5-14 0 0,1 1 0 0 0,0 1 0 0 0,1-1 1 0 0,-5 17-1 0 0,8-21-45 0 0,1-2 57 0 0,1 15 2 0 0,-1-18-2 0 0,0 1 0 0 0,0 0 0 0 0,0-1 0 0 0,1 1 0 0 0,-1 0 0 0 0,0-1 0 0 0,1 1 0 0 0,-1-1 0 0 0,1 1 0 0 0,-1 0 0 0 0,1-1 0 0 0,2 3 0 0 0,-1 1-2 0 0,0-1-2 0 0,1-1 0 0 0,-3-2 7 0 0,2 1-3 0 0,-1 0 0 0 0,0 0 0 0 0,1 0 0 0 0,-1 0 0 0 0,1 0 0 0 0,-1-1 0 0 0,1 1 1 0 0,0-1-1 0 0,0 1 0 0 0,0-1 0 0 0,0 0 0 0 0,0 0 0 0 0,0 1 0 0 0,0-2 0 0 0,0 1 1 0 0,0 0-1 0 0,1 0 0 0 0,3 0 0 0 0,18-1-1 0 0,-19 0-12 0 0,-1-2-11 0 0,23-28 274 0 0,-24 26-190 0 0,-2 0-40 0 0,3-12-31 0 0,-2 12 189 0 0,-2-1-74 0 0,1-13-5 0 0,-1 13-3 0 0,-8-16 57 0 0,-6 27-109 0 0,11-5-42 0 0,-1 0 0 0 0,1 1 0 0 0,0 0 0 0 0,0 0-1 0 0,-1 0 1 0 0,1 0 0 0 0,-3 3 0 0 0,3-2-2 0 0,3-3 2 0 0,-1 1 0 0 0,1-1 0 0 0,-1 0 0 0 0,1 1 0 0 0,0-1 0 0 0,-1 1 0 0 0,1-1 0 0 0,-1 0 1 0 0,1 1-1 0 0,0-1 0 0 0,0 1 0 0 0,-1-1 0 0 0,1 1 0 0 0,0 0 0 0 0,0-1 0 0 0,0 1 0 0 0,-1-1 0 0 0,1 1 0 0 0,0-1 0 0 0,0 2 0 0 0,0-2 0 0 0,0 1 0 0 0,0-1 0 0 0,0 1 0 0 0,0-1 0 0 0,0 1 0 0 0,0-1 0 0 0,0 1 0 0 0,0-1 0 0 0,-1 0 0 0 0,1 1-1 0 0,0-1 1 0 0,0 1 0 0 0,0-1 0 0 0,-1 0 0 0 0,1 1 0 0 0,0-1 0 0 0,0 0 0 0 0,-1 1 0 0 0,1-1 0 0 0,0 0 0 0 0,-1 1 0 0 0,1-1 0 0 0,0 0 0 0 0,-1 0 0 0 0,1 1-1 0 0,-1-1 1 0 0,0 5-7 0 0,-5 13-9 0 0,4-13 0 0 0,2 0 9 0 0,0 17 3 0 0,0-16-17 0 0,2-1-22 0 0,4 14 25 0 0,-5-14 2 0 0,11 13 4 0 0,-10-15 138 0 0,2-3-187 0 0,14-4 82 0 0,-14 3 371 0 0,-2-4-168 0 0,0-1 0 0 0,1 0 0 0 0,-1 1 0 0 0,7-10 0 0 0,-8 12-132 0 0</inkml:trace>
</inkml:ink>
</file>

<file path=ppt/ink/ink3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9:20.8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151 8 3356 0 0,'0'0'4027'0'0,"-5"-1"-2981"0"0,-20-2 1709 0 0,21 5-1945 0 0,-14 6-20 0 0,14-6-42 0 0,-1 0-91 0 0,-54 37 1379 0 0,56-36-1821 0 0,2-1-181 0 0,0-1 0 0 0,0 1 0 0 0,0-1 0 0 0,-1 1 0 0 0,1-1 0 0 0,-1 1 0 0 0,1-1 1 0 0,-1 0-1 0 0,-3 2 0 0 0,1 1 109 0 0,3-1-71 0 0,0-1-61 0 0,0 0 0 0 0,0 1 0 0 0,0-1 0 0 0,1 0 0 0 0,-1 1 0 0 0,1-1 0 0 0,0 0 0 0 0,0 1 0 0 0,0-1 0 0 0,0 1 0 0 0,0-1-1 0 0,0 0 1 0 0,1 1 0 0 0,0 2 0 0 0,0-1 17 0 0,3-2-22 0 0,39 12 242 0 0,-38-13-220 0 0,2-2-54 0 0,18 0-94 0 0,-18 1 122 0 0,-2-2 34 0 0,14-5-14 0 0,-14 5 10 0 0,-3 1-22 0 0,-1 1 0 0 0,1-1 0 0 0,-1 0 0 0 0,1 1-1 0 0,-1-1 1 0 0,0 0 0 0 0,0 0 0 0 0,1 0 0 0 0,-1 0 0 0 0,0 0-1 0 0,0 0 1 0 0,2-2 0 0 0,-3 2 10 0 0,4-2 94 0 0,-4 3-106 0 0,0-1-1 0 0,0 1 0 0 0,0-1 1 0 0,0 1-1 0 0,0-1 0 0 0,0 1 1 0 0,0 0-1 0 0,0-1 0 0 0,1 1 1 0 0,-1-1-1 0 0,0 1 0 0 0,0-1 1 0 0,0 1-1 0 0,1 0 0 0 0,-1-1 1 0 0,0 1-1 0 0,0 0 0 0 0,1-1 1 0 0,-1 1-1 0 0,0-1 0 0 0,1 1 1 0 0,-1 0-1 0 0,0 0 0 0 0,1-1 1 0 0,-1 1-1 0 0,1-1 0 0 0,0 1 13 0 0,0-1 0 0 0,-1 1 0 0 0,1-1 0 0 0,0 1 0 0 0,0-1 0 0 0,-1 0 0 0 0,1 1 0 0 0,-1-1 0 0 0,1 0 0 0 0,-1 0 0 0 0,1 1 0 0 0,-1-1 0 0 0,1 0-1 0 0,-1 0 1 0 0,0 0 0 0 0,1 0 0 0 0,-1 1 0 0 0,0-1 0 0 0,1-2 0 0 0,2-13 125 0 0,-2 12-34 0 0,-5-17 37 0 0,3 17-103 0 0,-9-13 51 0 0,8 13-53 0 0,1 3-39 0 0,1 0-1 0 0,-1 0 1 0 0,0 0 0 0 0,1 0-1 0 0,-1 0 1 0 0,0 1-1 0 0,1-1 1 0 0,-1 0 0 0 0,0 0-1 0 0,0 1 1 0 0,0-1-1 0 0,1 0 1 0 0,-1 1 0 0 0,0-1-1 0 0,0 1 1 0 0,0-1-1 0 0,0 1 1 0 0,0 0 0 0 0,0-1-1 0 0,0 1 1 0 0,0 0 0 0 0,0 0-1 0 0,-1 0 1 0 0,0-1-1 0 0,-19-1 27 0 0,16 1-13 0 0,0 2 0 0 0,-12 3 42 0 0,13-2-37 0 0,-1 1-6 0 0,-31 24-88 0 0,33-25 87 0 0,0 2-14 0 0,-9 11-4 0 0,9-11-6 0 0,1 1 5 0 0,0 0 15 0 0,1 1 0 0 0,-1 0 0 0 0,1 0 0 0 0,0 0 0 0 0,0 0 0 0 0,1 9-1 0 0,0-9-62 0 0,2-4-52 0 0,29 22-16 0 0,-27-22 90 0 0,1-2-151 0 0,17 4 162 0 0,-16-4 95 0 0,-1-1 118 0 0,15-6-122 0 0,-16 6-71 0 0,0-2-29 0 0,-3 2 69 0 0,0 0-1 0 0,1 0 0 0 0,-1-1 1 0 0,0 1-1 0 0,0 0 1 0 0,0 0-1 0 0,0-1 1 0 0,0 1-1 0 0,0 0 1 0 0,0-1-1 0 0,0 1 1 0 0,-1-1-1 0 0,1 1 0 0 0,0-1 1 0 0,-1 0-1 0 0,1 1 1 0 0,-1-1-1 0 0,0 0 1 0 0,0 1-1 0 0,1-1 1 0 0,-1 0-1 0 0,0 1 1 0 0,0-1-1 0 0,-1 0 0 0 0,1 1 1 0 0,0-1-1 0 0,0 1 1 0 0,-1-1-1 0 0,1 0 1 0 0,-2-1-1 0 0,-9-13 97 0 0,-17 18-139 0 0,23-1 35 0 0,1 2-15 0 0,-19 33 13 0 0,22-33-35 0 0,0 2 13 0 0,0 1-23 0 0,1 0 0 0 0,0 0 0 0 0,0 0 0 0 0,0 0 0 0 0,2 9 0 0 0,-1-11-6 0 0,2-1-4 0 0,0-2 25 0 0,-1 0-1 0 0,1 1 0 0 0,0-1 1 0 0,-1 0-1 0 0,1 0 1 0 0,0-1-1 0 0,0 1 0 0 0,-1-1 1 0 0,1 1-1 0 0,0-1 1 0 0,0 0-1 0 0,4 0 1 0 0,-3 0 57 0 0,0-3-39 0 0,11-9 15 0 0,-11 9 21 0 0,-4 1-34 0 0,1 1 0 0 0,-1 0 0 0 0,1-1 0 0 0,-1 1 0 0 0,1 0 0 0 0,0 0 0 0 0,-1 0 0 0 0,1-1 0 0 0,0 1 1 0 0,0 0-1 0 0,0 0 0 0 0,1-2 0 0 0,0 2 29 0 0,0-3 309 0 0,0-1-146 0 0,5-13 60 0 0,-5 13 482 0 0,-3 0-683 0 0,-2-18-469 0 0,-2 23-61 0 0,-1-1-5 0 0,-4-1 253 0 0</inkml:trace>
</inkml:ink>
</file>

<file path=ppt/ink/ink3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9:22.2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116 57 5400 0 0,'0'0'1781'0'0,"1"-4"-249"0"0,3-16 3486 0 0,-4 15-4415 0 0,-3-14-58 0 0,3 15 733 0 0,-4 3-931 0 0,2 0-287 0 0,-1 0 0 0 0,1 1 0 0 0,0-1 0 0 0,0 1 0 0 0,-1 0 0 0 0,1-1 0 0 0,0 1 0 0 0,-1 0 0 0 0,1 1 0 0 0,0-1 1 0 0,-1 0-1 0 0,1 1 0 0 0,0-1 0 0 0,0 1 0 0 0,-1 0 0 0 0,1-1 0 0 0,0 1 0 0 0,0 0 0 0 0,0 1 0 0 0,0-1 0 0 0,0 0 1 0 0,-2 2-1 0 0,-6 6 51 0 0,1 1 0 0 0,0 0 0 0 0,-11 14 0 0 0,18-20-69 0 0,1 1-30 0 0,-1 3-8 0 0,0 0-1 0 0,0-1 1 0 0,1 1 0 0 0,0 10 0 0 0,2-13-1 0 0,1 0-33 0 0,20 32-250 0 0,-20-35 202 0 0,2 1 14 0 0,12 8-27 0 0,-12-8-11 0 0,1-2-14 0 0,2 0 102 0 0,1-1-1 0 0,0 1 1 0 0,0-1 0 0 0,13-2 0 0 0,-15 1 62 0 0,12-13 141 0 0,-15 11-52 0 0,9-14 248 0 0,-10 13 55 0 0,-2 2-404 0 0,0 1 0 0 0,0-1 0 0 0,0 0 1 0 0,0 1-1 0 0,0-1 0 0 0,0 0 0 0 0,0 0 0 0 0,1 1 0 0 0,-1-1 0 0 0,1 1 0 0 0,-1-1 0 0 0,2-2 1 0 0,-2 3 19 0 0,1-3 474 0 0,-2-2-325 0 0,0 1-129 0 0,-1 0 0 0 0,0 0 0 0 0,0 0 1 0 0,0 0-1 0 0,0 1 0 0 0,-4-6 0 0 0,3 7 44 0 0,-1 1-80 0 0,-15-4-4 0 0,14 4-11 0 0,0 3-20 0 0,-1 1 0 0 0,1-1-1 0 0,0 1 1 0 0,-1 0 0 0 0,1 0 0 0 0,0 0 0 0 0,0 1 0 0 0,0 0 0 0 0,1 0-1 0 0,-1 0 1 0 0,1 1 0 0 0,-1-1 0 0 0,1 1 0 0 0,-6 7 0 0 0,5-6-14 0 0,-5 9 62 0 0,-1 34-223 0 0,11-47 154 0 0,-1 0 1 0 0,1 1 0 0 0,0-1 0 0 0,0 0 0 0 0,0 0-1 0 0,0 1 1 0 0,0-1 0 0 0,0 0 0 0 0,1 0 0 0 0,-1 1 0 0 0,0-1-1 0 0,0 0 1 0 0,1 0 0 0 0,-1 0 0 0 0,1 1 0 0 0,0-1-1 0 0,-1 0 1 0 0,1 0 0 0 0,1 2 0 0 0,0-1-43 0 0,-1 0 5 0 0,0 0 0 0 0,0 0 0 0 0,1 0-1 0 0,-1-1 1 0 0,0 1 0 0 0,1 0 0 0 0,0-1-1 0 0,-1 0 1 0 0,1 1 0 0 0,0-1 0 0 0,0 0 0 0 0,0 0-1 0 0,-1 0 1 0 0,1 0 0 0 0,1 0 0 0 0,-1 0 0 0 0,0 0-1 0 0,0-1 1 0 0,3 1 0 0 0,-4-1 26 0 0,3 2-314 0 0,2-2 102 0 0,2 0 187 0 0,1 0 0 0 0,0-1 0 0 0,0 0 0 0 0,-1 0 0 0 0,1-1 0 0 0,-1 0 0 0 0,1-1 0 0 0,-1 0 0 0 0,0 0 0 0 0,12-7 0 0 0,-18 8 54 0 0,1 0 1 0 0,0 0 0 0 0,-1-1 0 0 0,1 1-1 0 0,-1-1 1 0 0,0 0 0 0 0,0 0-1 0 0,0 0 1 0 0,3-6 0 0 0,-1 3 68 0 0,-2 3 77 0 0,-1-3 0 0 0,0-2 12 0 0,0-1-1 0 0,-1 0 1 0 0,0 1 0 0 0,-2-14 0 0 0,1 17 72 0 0,0 3-202 0 0,1 0-1 0 0,0 1 1 0 0,-1-1 0 0 0,0 1-1 0 0,1-1 1 0 0,-1 1 0 0 0,0 0-1 0 0,1-1 1 0 0,-1 1 0 0 0,0-1-1 0 0,0 1 1 0 0,-3-2 0 0 0,3 0 25 0 0,-2-1 112 0 0,-1 1-3 0 0,-11-9-31 0 0,11 9-15 0 0,0 2-4 0 0,-15-1-5 0 0,14 2 12 0 0,-2 1-66 0 0,0 0 0 0 0,1 1 1 0 0,-1 0-1 0 0,0 1 0 0 0,1 0 0 0 0,-11 5 1 0 0,12-4-35 0 0,0 0 0 0 0,1 0 0 0 0,-1 1 0 0 0,1-1-1 0 0,0 1 1 0 0,0 0 0 0 0,0 0 0 0 0,1 0 0 0 0,-1 1 0 0 0,-3 9 0 0 0,5-11-1 0 0,2 1-10 0 0,-1 16-10 0 0,0-16-5 0 0,3 0-12 0 0,7 14-19 0 0,-7-15-13 0 0,2 0-6 0 0,12 10-9 0 0,-12-11 6 0 0,1-1 10 0 0,16 5 0 0 0,-16-6 17 0 0,1-1 17 0 0,-1-1 56 0 0,0 0 1 0 0,-1 0-1 0 0,1 0 1 0 0,0 0-1 0 0,0-1 1 0 0,-1 0-1 0 0,1 0 1 0 0,-1 0-1 0 0,1 0 1 0 0,-1-1-1 0 0,0 0 1 0 0,0 0-1 0 0,0 0 1 0 0,0 0-1 0 0,-1 0 1 0 0,1-1-1 0 0,-1 0 1 0 0,0 0-1 0 0,0 0 1 0 0,0 0-1 0 0,3-7 1 0 0,-4 8 123 0 0,-1-2-29 0 0,4-14-28 0 0,-4 14 6 0 0,-2 3-140 0 0,0 1-1 0 0,1-1 1 0 0,-1 1 0 0 0,0-1-1 0 0,1 1 1 0 0,-1-1 0 0 0,1 0-1 0 0,0 1 1 0 0,-1-1 0 0 0,1 1-1 0 0,0-1 1 0 0,0-3 0 0 0,0 3-61 0 0,-1-3-488 0 0,-21-5-2913 0 0,18 8 1485 0 0,-3 3-801 0 0,-20 1-2085 0 0</inkml:trace>
</inkml:ink>
</file>

<file path=ppt/ink/ink3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9:23.4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79 3112 0 0,'0'-5'2030'0'0,"5"-15"9016"0"0,-5 15-10296 0 0,1-13 709 0 0,0 18-1362 0 0,0 1 0 0 0,-1-1 0 0 0,1 0 0 0 0,-1 0 1 0 0,1 0-1 0 0,-1 0 0 0 0,1 1 0 0 0,-1-1 1 0 0,1 0-1 0 0,-1 1 0 0 0,1-1 0 0 0,-1 0 0 0 0,1 1 1 0 0,-1-1-1 0 0,1 0 0 0 0,-1 1 0 0 0,0-1 0 0 0,1 1 1 0 0,-1-1-1 0 0,0 1 0 0 0,1-1 0 0 0,-1 1 0 0 0,0-1 1 0 0,0 1-1 0 0,0-1 0 0 0,1 2 0 0 0,2 2 37 0 0,7 17 119 0 0,-10-20-246 0 0,1 1-1 0 0,-1-1 1 0 0,1 0 0 0 0,-1 1-1 0 0,1-1 1 0 0,-1 0 0 0 0,1 0-1 0 0,0 0 1 0 0,0 1 0 0 0,-1-1-1 0 0,1 0 1 0 0,2 2 0 0 0,-1-2 6 0 0,0 3 26 0 0,-1-3-37 0 0,1 0-1 0 0,-1 0 1 0 0,0 0 0 0 0,0 0 0 0 0,0 0 0 0 0,0 0 0 0 0,0 0 0 0 0,0 1 0 0 0,0-1 0 0 0,0 0 0 0 0,0 1 0 0 0,0 1 0 0 0,-1-2 0 0 0,3 2 1 0 0,1 0-1 0 0,31 20 40 0 0,-32-21-33 0 0,3-2-2 0 0,14 1-2 0 0,-14 0 1 0 0,16-11 33 0 0,-22 10-38 0 0,0-1 0 0 0,0 1 0 0 0,0 0 0 0 0,1-1 0 0 0,-1 1 0 0 0,0 0 0 0 0,0-1 0 0 0,0 1 0 0 0,0 0 0 0 0,0-1 0 0 0,0 1 0 0 0,0 0 0 0 0,1-1 0 0 0,-1 1 0 0 0,0 0 0 0 0,0 0 0 0 0,0-1 0 0 0,1 1 0 0 0,-1 0 0 0 0,0 0 0 0 0,0-1 1 0 0,1 1-1 0 0,-1 0 0 0 0,0 0 0 0 0,1 0 0 0 0,-1-1 0 0 0,0 1 0 0 0,1 0 0 0 0,-1 0 0 0 0,0 0 0 0 0,1 0 0 0 0,-1 0 0 0 0,1 0 7 0 0,0-1 0 0 0,0 1 0 0 0,-1 0 0 0 0,1-1 0 0 0,0 1 0 0 0,-1 0 0 0 0,1-1 0 0 0,0 1 1 0 0,-1-1-1 0 0,1 1 0 0 0,0-1 0 0 0,-1 1 0 0 0,1-1 0 0 0,-1 1 0 0 0,1-1 0 0 0,-1 0 0 0 0,0 1 0 0 0,1-1 0 0 0,-1 0 0 0 0,0 1 0 0 0,1-1 0 0 0,-1 0 0 0 0,0 0 1 0 0,0 1-1 0 0,1-2 0 0 0,3-18 62 0 0,-2 15 146 0 0,-4 1-100 0 0,-2-16-2 0 0,3 15-4 0 0,-2 2-25 0 0,-1-1-52 0 0,0 0 1 0 0,0 1-1 0 0,0 0 0 0 0,0 0 1 0 0,0 0-1 0 0,-7-3 0 0 0,7 4 5 0 0,-1 1-6 0 0,-14-1-8 0 0,15 2-6 0 0,-2 1 4 0 0,-1 1-15 0 0,2-2-6 0 0,1 1 1 0 0,-1 1-1 0 0,1-1 1 0 0,-1 1 0 0 0,1 0-1 0 0,0 0 1 0 0,-1 0-1 0 0,1 0 1 0 0,0 1 0 0 0,0 0-1 0 0,1 0 1 0 0,-1 0-1 0 0,1 0 1 0 0,-1 0 0 0 0,1 1-1 0 0,0-1 1 0 0,0 1-1 0 0,0 0 1 0 0,1 0 0 0 0,0 0-1 0 0,-3 6 1 0 0,3-6-16 0 0,1 0-4 0 0,0 3-7 0 0,0-1 0 0 0,1 1 0 0 0,-1 0 0 0 0,1-1 0 0 0,1 8 0 0 0,0-10-28 0 0,3 0-6 0 0,-2 0 24 0 0,1-1-1 0 0,0 0 0 0 0,0 0 0 0 0,0 0 1 0 0,0-1-1 0 0,1 1 0 0 0,-1-1 0 0 0,1 0 0 0 0,-1 0 1 0 0,1 0-1 0 0,0 0 0 0 0,0 0 0 0 0,0-1 0 0 0,0 0 1 0 0,0 0-1 0 0,0 0 0 0 0,8 1 0 0 0,-11-3 33 0 0,6 2-1 0 0,0-2 1 0 0,0 1-1 0 0,0-1 0 0 0,0 0 0 0 0,0 0 0 0 0,0-1 0 0 0,-1 0 0 0 0,1 0 0 0 0,-1-1 0 0 0,1 1 0 0 0,-1-2 1 0 0,0 1-1 0 0,0-1 0 0 0,0 1 0 0 0,0-2 0 0 0,8-7 0 0 0,11-25 115 0 0,-23 33-28 0 0,-1-1 4 0 0,1-16 13 0 0,-2 16 16 0 0,-1 0-3 0 0,-5-16-2 0 0,5 16-1 0 0,-3 1-1 0 0,-10-11-5 0 0,11 11 0 0 0,-2 2-17 0 0,-13-8 5 0 0,13 7-38 0 0,4 4-52 0 0,1-1 0 0 0,-1 0 0 0 0,1 0 0 0 0,-1 1 1 0 0,1-1-1 0 0,-1 0 0 0 0,1 0 0 0 0,-1 0 0 0 0,0 1 0 0 0,1-1 1 0 0,-1 0-1 0 0,1 0 0 0 0,-1 0 0 0 0,1 0 0 0 0,-1 0 0 0 0,0 0 1 0 0,1 0-1 0 0,-1-1 0 0 0,1 1 0 0 0,-1 0 0 0 0,1 0 0 0 0,-1 0 1 0 0,0 0-1 0 0,0-1 0 0 0,0 0 2 0 0,0 1-1 0 0,0-1 1 0 0,-1 1 0 0 0,1 0 0 0 0,0-1-1 0 0,0 1 1 0 0,-1 0 0 0 0,1 0 0 0 0,0 0-1 0 0,0 0 1 0 0,-1 0 0 0 0,1 0-1 0 0,0 0 1 0 0,0 0 0 0 0,-1 1 0 0 0,1-1-1 0 0,-2 1 1 0 0,-3 1 3 0 0,0-1-1 0 0,0 1 0 0 0,1 1 1 0 0,-1-1-1 0 0,1 1 0 0 0,-1 0 1 0 0,1 0-1 0 0,0 0 0 0 0,0 1 1 0 0,1 0-1 0 0,-1 0 0 0 0,1 0 1 0 0,-1 1-1 0 0,1-1 0 0 0,1 1 1 0 0,-6 8-1 0 0,1 2-11 0 0,6-11 14 0 0,-4 20 13 0 0,5-19-45 0 0,2-1-17 0 0,0 0 34 0 0,1-1-1 0 0,-1 0 1 0 0,1 0 0 0 0,0 0-1 0 0,0 0 1 0 0,0 0 0 0 0,0 0-1 0 0,0 0 1 0 0,1-1 0 0 0,3 4-1 0 0,-2-3 65 0 0,2-2-63 0 0,2-1-65 0 0,-1 1 0 0 0,0-1 0 0 0,1-1 1 0 0,-1 1-1 0 0,0-1 0 0 0,1 0 0 0 0,-1-1 0 0 0,0 0 0 0 0,0 0 0 0 0,0 0 0 0 0,0-1 0 0 0,-1 0 0 0 0,8-4 0 0 0,-10 4-624 0 0,-3-1-278 0 0,5-14-537 0 0,-7 10-691 0 0,-2 4 1284 0 0,0 0 1 0 0,0 0 0 0 0,-1 0 0 0 0,1 1 0 0 0,-1-1-1 0 0,0 1 1 0 0,0 0 0 0 0,-6-4 0 0 0,-19-10-8054 0 0</inkml:trace>
</inkml:ink>
</file>

<file path=ppt/ink/ink3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9:24.4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194 44 3800 0 0,'-1'-3'1582'0'0,"0"-2"-702"0"0,-1 1-1 0 0,-1-1 1 0 0,1 1 0 0 0,0 0 0 0 0,-7-7-1 0 0,7 8 1192 0 0,-3 3-1459 0 0,2-1-423 0 0,2 0-126 0 0,0 1 1 0 0,-1-1-1 0 0,1 1 1 0 0,0-1-1 0 0,0 1 1 0 0,-1 0-1 0 0,1 0 1 0 0,0 0-1 0 0,-1-1 1 0 0,1 1-1 0 0,0 1 1 0 0,-1-1-1 0 0,1 0 1 0 0,0 0-1 0 0,0 0 1 0 0,-1 1-1 0 0,1-1 1 0 0,0 0-1 0 0,0 1 1 0 0,-2 0-1 0 0,-6 5 136 0 0,1 0-1 0 0,1 0 0 0 0,-1 0 1 0 0,1 1-1 0 0,0 0 0 0 0,0 1 1 0 0,1-1-1 0 0,0 1 0 0 0,-7 14 1 0 0,1-2 100 0 0,1 1 1 0 0,-16 42 0 0 0,26-58-265 0 0,-5 21 102 0 0,5-6-32 0 0,7 41-64 0 0,-3-47-8 0 0,-2-11-28 0 0,-1-1 1 0 0,1 0-1 0 0,-1 0 0 0 0,1 1 1 0 0,0-1-1 0 0,0 0 0 0 0,0 0 1 0 0,0 0-1 0 0,0 0 0 0 0,1 0 1 0 0,-1 0-1 0 0,0-1 0 0 0,1 1 1 0 0,2 2-1 0 0,47 43 86 0 0,-40-39-104 0 0,-9-7 10 0 0,-1 0-1 0 0,0 0 0 0 0,1 0 1 0 0,0 0-1 0 0,-1 0 0 0 0,1 0 1 0 0,-1 0-1 0 0,1-1 0 0 0,0 1 1 0 0,0-1-1 0 0,2 1 0 0 0,10 3-138 0 0,-6-1-140 0 0,1-1 1 0 0,-1 0-1 0 0,1-1 0 0 0,-1 0 1 0 0,1 0-1 0 0,-1-1 0 0 0,1 0 1 0 0,-1 0-1 0 0,1-1 1 0 0,9-2-1 0 0,-9 1-382 0 0,-1-1 0 0 0,1-1 0 0 0,0 1 0 0 0,-1-2 0 0 0,1 1 0 0 0,-1-1 0 0 0,8-7 0 0 0,31-30-4687 0 0</inkml:trace>
</inkml:ink>
</file>

<file path=ppt/ink/ink3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9:24.6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60 3452 0 0,'0'0'1096'0'0,"0"-6"-101"0"0,1-15-104 0 0,-1 15 1468 0 0,1 2-1602 0 0,2-18 4622 0 0,23 27-4528 0 0,-18 0-507 0 0,29 53 376 0 0,37 78-1 0 0,-15-2-4408 0 0,-49-107 733 0 0,-2 0-1847 0 0,2 5-1272 0 0</inkml:trace>
</inkml:ink>
</file>

<file path=ppt/ink/ink3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9:25.5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140 20 2988 0 0,'0'0'1784'0'0,"-2"-3"-23"0"0,-9-7-1172 0 0,9 4 2088 0 0,-4 7-1994 0 0,2-1-615 0 0,2 0 52 0 0,-1 0-1 0 0,0 0 1 0 0,0 1 0 0 0,1-1 0 0 0,-1 1 0 0 0,1 0 0 0 0,-1 0-1 0 0,0 0 1 0 0,1 0 0 0 0,-1 0 0 0 0,1 0 0 0 0,0 1 0 0 0,0-1-1 0 0,-1 1 1 0 0,1 0 0 0 0,0-1 0 0 0,0 1 0 0 0,-2 2 0 0 0,-4 8 133 0 0,0 0 1 0 0,1 1 0 0 0,0 0 0 0 0,0 0 0 0 0,2 0 0 0 0,-1 1 0 0 0,2-1-1 0 0,0 1 1 0 0,1 1 0 0 0,0-1 0 0 0,-1 25 0 0 0,4-29-163 0 0,0-8-83 0 0,-1-1-1 0 0,1 1 1 0 0,0 0 0 0 0,1-1 0 0 0,-1 1 0 0 0,0 0-1 0 0,0-1 1 0 0,1 1 0 0 0,-1-1 0 0 0,1 1 0 0 0,-1-1 0 0 0,1 1-1 0 0,0-1 1 0 0,1 4 0 0 0,1 0 40 0 0,18 33 37 0 0,-15-31-74 0 0,-1-3 5 0 0,0 1-10 0 0,-1-1-1 0 0,1 1 0 0 0,-1-1 0 0 0,1-1 1 0 0,1 1-1 0 0,-1-1 0 0 0,0 0 0 0 0,12 5 0 0 0,-12-6-50 0 0,1 1-161 0 0,0 0 1 0 0,0-1-1 0 0,1 0 1 0 0,-1 0-1 0 0,0 0 1 0 0,1-1-1 0 0,-1 0 1 0 0,9 0 0 0 0,-9-1 30 0 0,6 1-1006 0 0,-1 0 0 0 0,1-1 0 0 0,18-2-1 0 0,-21 2 697 0 0,-7 0 230 0 0,-1 0 0 0 0,1 0 0 0 0,0 0-1 0 0,0 0 1 0 0,0-1 0 0 0,0 1 0 0 0,0-1-1 0 0,-1 1 1 0 0,1-1 0 0 0,0 1 0 0 0,0-1-1 0 0,2-1 1 0 0,1-1-773 0 0</inkml:trace>
</inkml:ink>
</file>

<file path=ppt/ink/ink3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9:25.9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69 1 2848 0 0,'0'0'11389'0'0,"3"2"-11353"0"0,2 1-11 0 0,0 1-1 0 0,-1 0 1 0 0,0 1-1 0 0,0-1 1 0 0,0 1-1 0 0,0 0 1 0 0,-1 0-1 0 0,1 0 0 0 0,-2 0 1 0 0,1 0-1 0 0,0 1 1 0 0,-1-1-1 0 0,0 1 1 0 0,0 0-1 0 0,1 9 1 0 0,0 2 54 0 0,-1 0 0 0 0,0 1 0 0 0,-2 0 1 0 0,-1 17-1 0 0,1-26-34 0 0,-3 14 25 0 0,-2 0 69 0 0,4-22-132 0 0,-1 10 55 0 0,0 0-1 0 0,-1 0 1 0 0,-1 0-1 0 0,0 0 1 0 0,0-1-1 0 0,-1 0 1 0 0,-1 0-1 0 0,1 0 1 0 0,-13 14-1 0 0,16-19-52 0 0,-28 15 86 0 0,26-18-113 0 0,0-3-38 0 0,-12-6 26 0 0,12 5-14 0 0,0-7-96 0 0,3 8 133 0 0,1 1-1 0 0,-1-1 1 0 0,1 1-1 0 0,0 0 1 0 0,-1-1 0 0 0,1 0-1 0 0,0 1 1 0 0,-1-1 0 0 0,1 1-1 0 0,0-1 1 0 0,0 1-1 0 0,-1-1 1 0 0,1 0 0 0 0,0 1-1 0 0,0-1 1 0 0,0 1-1 0 0,0-1 1 0 0,0 0 0 0 0,0 1-1 0 0,0-1 1 0 0,0 0-1 0 0,0 1 1 0 0,0-1 0 0 0,0 1-1 0 0,0-1 1 0 0,1 0-1 0 0,-1-3 0 0 0,1 0 0 0 0,0 0 0 0 0,0 0-1 0 0,0 0 1 0 0,0 0 0 0 0,1 1 0 0 0,0-1-1 0 0,-1 1 1 0 0,1-1 0 0 0,1 1 0 0 0,-1-1-1 0 0,0 1 1 0 0,1 0 0 0 0,0 0 0 0 0,-1 0-1 0 0,1 1 1 0 0,0-1 0 0 0,0 1 0 0 0,1-1-1 0 0,-1 1 1 0 0,1 0 0 0 0,-1 0 0 0 0,1 1-1 0 0,-1-1 1 0 0,1 1 0 0 0,0-1 0 0 0,0 1-1 0 0,4 0 1 0 0,-4-1 17 0 0,4 2-9 0 0,37 1-10 0 0,49 8 0 0 0,-46-3-1145 0 0,89-1 1 0 0,-85-10-2509 0 0,60-14-1 0 0,-68 9-1963 0 0</inkml:trace>
</inkml:ink>
</file>

<file path=ppt/ink/ink3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9:26.8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143 25 4080 0 0,'0'0'3565'0'0,"-1"-4"-2595"0"0,-2-12-75 0 0,2 12-64 0 0,-3 6-108 0 0,-8 9-326 0 0,-1 1-1 0 0,1 0 0 0 0,1 0 0 0 0,0 1 1 0 0,1 1-1 0 0,0-1 0 0 0,1 2 1 0 0,1-1-1 0 0,0 1 0 0 0,-6 18 0 0 0,12-28-359 0 0,-1 2 0 0 0,1-1 1 0 0,0 0-1 0 0,0 0 0 0 0,1 1 0 0 0,-1-1 0 0 0,1 0 0 0 0,1 1 0 0 0,0 0 0 0 0,-1-1 0 0 0,2 1 0 0 0,-1-1 0 0 0,1 1 0 0 0,0-1 0 0 0,1 0 0 0 0,-1 1 0 0 0,5 9 0 0 0,-4-13-61 0 0,0 1 1 0 0,0-1-1 0 0,1 1 0 0 0,-1-1 0 0 0,1 0 1 0 0,0 0-1 0 0,0 0 0 0 0,0 0 1 0 0,1 0-1 0 0,-1-1 0 0 0,0 0 0 0 0,1 0 1 0 0,6 3-1 0 0,-7-3-39 0 0,4 2-257 0 0,0-1 1 0 0,1 0 0 0 0,-1 0-1 0 0,1-1 1 0 0,-1 0-1 0 0,1-1 1 0 0,0 1 0 0 0,12-1-1 0 0,-13 0 116 0 0,17 3-1557 0 0,2-4 465 0 0,-8-2-392 0 0,13-1-1191 0 0,-23 2-2073 0 0</inkml:trace>
</inkml:ink>
</file>

<file path=ppt/ink/ink3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9:27.3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79 29 2928 0 0,'0'0'8947'0'0,"1"-4"-8848"0"0,4-14-21 0 0,-4 14 56 0 0,53 2 33 0 0,-49 2-26 0 0,-1 3-149 0 0,12 7 6 0 0,-11-8 14 0 0,-4 2 26 0 0,6 12 24 0 0,-5-11 157 0 0,-2 0-25 0 0,-1 17-34 0 0,0-17-29 0 0,0 0 6 0 0,-29 58 1013 0 0,28-59-635 0 0,-8 18 159 0 0,39-12-539 0 0,-9-8-117 0 0,-15-1-26 0 0,0 0-22 0 0,14 3 46 0 0,10 7 14 0 0,-25-9-31 0 0,-3-1 4 0 0,0 1-1 0 0,1-1 1 0 0,-1 1-1 0 0,0-1 0 0 0,0 0 1 0 0,1 0-1 0 0,-1 1 1 0 0,1-1-1 0 0,2 2 1 0 0,0 0-1 0 0,0 17 44 0 0,-3-16-16 0 0,-3 3 0 0 0,0 0 1 0 0,0 0 0 0 0,-1-1 0 0 0,0 1-1 0 0,0-1 1 0 0,0 0 0 0 0,-6 8-1 0 0,8-12-25 0 0,-12 14 28 0 0,1-1-1 0 0,-2 0 0 0 0,0-1 0 0 0,0 0 0 0 0,-2-2 0 0 0,1 1 0 0 0,-20 9 1 0 0,33-20-33 0 0,-2 1-215 0 0,1-1 1 0 0,0 0-1 0 0,-1-1 0 0 0,1 1 1 0 0,-1-1-1 0 0,0 1 0 0 0,1-1 1 0 0,-1 0-1 0 0,0 0 1 0 0,-7 0-1 0 0,7 0 224 0 0,0-1-927 0 0,0-2-145 0 0,1-1 383 0 0,-1 1 0 0 0,1-1 1 0 0,0 0-1 0 0,0 0 0 0 0,0 0 0 0 0,0 0 0 0 0,0 0 1 0 0,1-1-1 0 0,-1 1 0 0 0,-3-8 0 0 0,-7-15-4016 0 0</inkml:trace>
</inkml:ink>
</file>

<file path=ppt/ink/ink3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9:28.2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210 27 3488 0 0,'-3'-3'1343'0'0,"-2"-1"-796"0"0,1 1 0 0 0,-1 0 0 0 0,0 0 0 0 0,0 1 1 0 0,0-1-1 0 0,-7-1 0 0 0,7 2 184 0 0,-2 3-495 0 0,1 0 0 0 0,-1 0 0 0 0,0 0 0 0 0,1 1 0 0 0,-1 0 0 0 0,1 0 0 0 0,0 0 0 0 0,0 1 0 0 0,0 0 0 0 0,0 0 0 0 0,0 1 0 0 0,0-1 0 0 0,1 1 0 0 0,-10 10 0 0 0,-23 35 622 0 0,31-39-669 0 0,6-8-173 0 0,0 0 0 0 0,0-1-1 0 0,0 1 1 0 0,0 0 0 0 0,0 0-1 0 0,0 0 1 0 0,1 0 0 0 0,-1-1 0 0 0,0 1-1 0 0,1 0 1 0 0,0 0 0 0 0,-1 0 0 0 0,1 4-1 0 0,-1 2 95 0 0,-2 57 220 0 0,5-52-399 0 0,0 0 0 0 0,1 0 0 0 0,0 0 0 0 0,1-1 0 0 0,1 1 0 0 0,0-1 0 0 0,0 0 0 0 0,1-1 0 0 0,1 1 0 0 0,0-1 0 0 0,0 0 0 0 0,1-1 0 0 0,1 0 0 0 0,0 0 0 0 0,15 13 0 0 0,-19-19-270 0 0,0-1-1 0 0,0 0 1 0 0,1 0-1 0 0,0 0 1 0 0,-1 0 0 0 0,1-1-1 0 0,9 3 1 0 0,-6-3-119 0 0,-6 0-30 0 0,1-2-1 0 0,0 1 0 0 0,0 0 1 0 0,1-1-1 0 0,-1 0 1 0 0,0 0-1 0 0,0 0 0 0 0,0 0 1 0 0,0-1-1 0 0,7-1 1 0 0,-5 1-451 0 0</inkml:trace>
</inkml:ink>
</file>

<file path=ppt/ink/ink3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9:28.5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 2536 0 0,'0'0'2561'0'0,"2"-4"-1494"0"0,4-4 20 0 0,-3 9 1284 0 0,-2 14 659 0 0,-1-9-3965 0 0,0 0 968 0 0,1-1-14 0 0,2 17 54 0 0,-2-16 7 0 0,0-1 1 0 0,3 18 3 0 0,-4-17-20 0 0,2-1-1 0 0,12 44 103 0 0,-12-44-141 0 0,-1-3-19 0 0,1 1 1 0 0,0-1-1 0 0,0 1 0 0 0,-1-1 1 0 0,2 0-1 0 0,-1 0 0 0 0,0 0 1 0 0,0 0-1 0 0,0-1 0 0 0,1 1 1 0 0,-1 0-1 0 0,4 0 0 0 0,-6-2-6 0 0,3 2 37 0 0,3-1-27 0 0,4-1 14 0 0,1-1-1 0 0,-1 0 0 0 0,1-1 0 0 0,-1 0 0 0 0,16-6 0 0 0,-23 7 195 0 0,-1 0-167 0 0,0 0-1 0 0,-1 1 1 0 0,1-1-1 0 0,-1 0 0 0 0,1 0 1 0 0,-1 0-1 0 0,0 0 1 0 0,1 0-1 0 0,-1 0 1 0 0,0 0-1 0 0,0 0 1 0 0,2-3-1 0 0,-2 4 36 0 0,3-3 391 0 0,-1 0 56 0 0,-1 0-248 0 0,0 1 0 0 0,0 0 1 0 0,0 0-1 0 0,0-1 0 0 0,-1 1 1 0 0,1-1-1 0 0,-1 0 1 0 0,1 0-1 0 0,-1 1 0 0 0,0-1 1 0 0,0 0-1 0 0,0 0 0 0 0,0-5 1 0 0,-1 8-256 0 0,0-1 1 0 0,0 1-1 0 0,0-1 1 0 0,0 1-1 0 0,-1-1 1 0 0,1 1-1 0 0,0-1 1 0 0,0 0-1 0 0,-1 1 1 0 0,1 0-1 0 0,0-1 1 0 0,-1 1-1 0 0,1-1 1 0 0,0 1-1 0 0,-1-1 1 0 0,1 1-1 0 0,-1 0 1 0 0,1-1-1 0 0,0 1 1 0 0,-1-1-1 0 0,1 1 1 0 0,-1 0-1 0 0,1 0 1 0 0,-1-1-1 0 0,0 1 1 0 0,1 0-1 0 0,-1 0 1 0 0,1 0-1 0 0,-1 0 1 0 0,1 0-1 0 0,-1 0 1 0 0,1-1-1 0 0,-1 1 1 0 0,0 0-1 0 0,1 1 1 0 0,-1-1-1 0 0,1 0 1 0 0,-2 0-1 0 0,-17 3 513 0 0,19-2-611 0 0,-4 0 221 0 0,2 5-31 0 0,-3 15-133 0 0,1 0 1 0 0,1 1-1 0 0,1-1 1 0 0,0 40-1 0 0,12 99-2476 0 0,-5-108 902 0 0,4 125-7374 0 0,-8-118 1506 0 0</inkml:trace>
</inkml:ink>
</file>

<file path=ppt/ink/ink3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9:32.5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17 4712 0 0,'0'0'2878'0'0,"-1"-4"-1689"0"0,0 3-973 0 0,1 0 0 0 0,0 1 0 0 0,0-1 0 0 0,-1 0 0 0 0,1 0 0 0 0,0 1 0 0 0,-1-1 0 0 0,1 0 0 0 0,0 1 0 0 0,-1-1 0 0 0,1 1 0 0 0,-1-1 0 0 0,1 0 0 0 0,-1 1 0 0 0,0-1 0 0 0,1 1 0 0 0,-1 0-1 0 0,0-1 1 0 0,0 0 0 0 0,0 2-135 0 0,0 0 0 0 0,1 0-1 0 0,-1-1 1 0 0,0 1-1 0 0,1 0 1 0 0,-1 0-1 0 0,0 0 1 0 0,1 0 0 0 0,-1 0-1 0 0,1 0 1 0 0,-1 0-1 0 0,1 0 1 0 0,0 0-1 0 0,-1 0 1 0 0,1 0-1 0 0,0 0 1 0 0,0 1 0 0 0,0-1-1 0 0,0 0 1 0 0,0 0-1 0 0,0 0 1 0 0,0 0-1 0 0,0 2 1 0 0,-3 62 580 0 0,2 0-109 0 0,3-17-378 0 0,2-1 26 0 0,-4-45-195 0 0,7 39 184 0 0,13 45 0 0 0,-18-81-7 0 0,5 14 62 0 0,-6-15 416 0 0,1-5-658 0 0,-1 1 0 0 0,1 0 0 0 0,0 0 0 0 0,-1-1 0 0 0,1 1 0 0 0,-1-1 1 0 0,1 0-1 0 0,-1 1 0 0 0,1-1 0 0 0,-1 0 0 0 0,0 0 0 0 0,2-1 0 0 0,1 0 1 0 0,-1-1 2 0 0,0 1 0 0 0,0 0 0 0 0,0-1 0 0 0,0 0 1 0 0,-1 0-1 0 0,1 0 0 0 0,-1 0 0 0 0,0 0 1 0 0,0 0-1 0 0,0-1 0 0 0,0 1 0 0 0,1-5 0 0 0,-3 7-2 0 0,42-68 89 0 0,4-2-54 0 0,-43 68-68 0 0,-1-1 14 0 0,9-9 8 0 0,-9 10-4 0 0,4 4-56 0 0,20 3 74 0 0,-24 1-10 0 0,3 0 4 0 0,18 44-19 0 0,-5-9-14 0 0,-1-12 41 0 0,4 5 4 0 0,-13-23-85 0 0,0-1 0 0 0,1 0 0 0 0,0 0 0 0 0,0-1 0 0 0,1 0 0 0 0,0 0 0 0 0,0-1 0 0 0,13 7 0 0 0,-19-12-13 0 0,3-2-4 0 0,-7 0 88 0 0,5 1-7 0 0,-1-1 0 0 0,1 0 0 0 0,-1 0 0 0 0,1 0 0 0 0,-1-1 0 0 0,1 1 0 0 0,-1-1 0 0 0,0 0 0 0 0,1 0 0 0 0,-1-1 0 0 0,0 1 0 0 0,0-1 0 0 0,0 0 0 0 0,0 0 0 0 0,0 0 1 0 0,0-1-1 0 0,5-4 0 0 0,-2-1 35 0 0,-1 0 1 0 0,0 0 0 0 0,-1-1-1 0 0,0 1 1 0 0,0-1 0 0 0,-1-1-1 0 0,0 1 1 0 0,0 0 0 0 0,-1-1-1 0 0,-1 0 1 0 0,0 0 0 0 0,0 0-1 0 0,-1 0 1 0 0,0 0 0 0 0,0 0-1 0 0,-1 0 1 0 0,-1 0 0 0 0,-3-19-1 0 0,4 19-9 0 0,-7-28 65 0 0,4 27-81 0 0,-15-43 117 0 0,16 50-125 0 0,0 0-1 0 0,0 1 1 0 0,0-1-1 0 0,-1 0 0 0 0,0 1 1 0 0,1-1-1 0 0,-1 1 1 0 0,-1 0-1 0 0,1 0 1 0 0,0 0-1 0 0,-1 0 0 0 0,1 1 1 0 0,-5-3-1 0 0,2 3-331 0 0,-1 0-1 0 0,1 0 0 0 0,-1 0 1 0 0,1 1-1 0 0,-1 0 0 0 0,-10 0 1 0 0,17 1 273 0 0,-1 0 0 0 0,0 0 1 0 0,1 0-1 0 0,-1 0 0 0 0,0 0 1 0 0,0 0-1 0 0,1 0 0 0 0,-1 1 1 0 0,0-1-1 0 0,1 0 0 0 0,-1 0 1 0 0,0 1-1 0 0,1-1 0 0 0,-1 0 1 0 0,0 1-1 0 0,1-1 0 0 0,-1 1 1 0 0,1-1-1 0 0,-1 0 0 0 0,1 1 1 0 0,-1 0-1 0 0,0 0 0 0 0,1-1-39 0 0,-1 1 0 0 0,0 0-1 0 0,1-1 1 0 0,-1 1-1 0 0,0 0 1 0 0,0-1 0 0 0,1 1-1 0 0,-1-1 1 0 0,0 1-1 0 0,0-1 1 0 0,0 0-1 0 0,0 1 1 0 0,1-1 0 0 0,-1 0-1 0 0,0 0 1 0 0,-1 1-1 0 0,1-1 15 0 0,1 0-1 0 0,-1 0 1 0 0,1 1-1 0 0,-1-1 1 0 0,1 0-1 0 0,-1 1 1 0 0,1-1-1 0 0,0 0 0 0 0,-1 1 1 0 0,1-1-1 0 0,0 1 1 0 0,-1-1-1 0 0,1 0 1 0 0,0 1-1 0 0,-1-1 1 0 0,1 1-1 0 0,0-1 0 0 0,0 1 1 0 0,0-1-1 0 0,-1 1 1 0 0,1-1-1 0 0,0 1 1 0 0,0 0-1 0 0,0 0 1 0 0,0-1-64 0 0,0 1 0 0 0,0-1 0 0 0,0 1 0 0 0,0-1 1 0 0,0 0-1 0 0,-1 1 0 0 0,1-1 0 0 0,0 1 1 0 0,0-1-1 0 0,0 1 0 0 0,-1-1 0 0 0,1 0 0 0 0,0 1 1 0 0,0-1-1 0 0,-1 1 0 0 0,1-1 0 0 0,0 0 1 0 0,-1 1-1 0 0,1-1 0 0 0,0 0 0 0 0,-1 0 0 0 0,1 1 1 0 0,-1-1-1 0 0,1 0 0 0 0,0 0 0 0 0,-1 1 1 0 0,0-1-1 0 0</inkml:trace>
</inkml:ink>
</file>

<file path=ppt/ink/ink3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9:32.9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282 90 4008 0 0,'0'-5'1628'0'0,"1"-1"-910"0"0,-2-1-1 0 0,1 1 1 0 0,0 0 0 0 0,-1-1 0 0 0,-2-7-1 0 0,1 10 39 0 0,-1 0-109 0 0,-10-11-76 0 0,10 11-60 0 0,-2 2-74 0 0,-15-6-54 0 0,16 6-22 0 0,-2 3-37 0 0,-3 0-254 0 0,1 0 1 0 0,-1 1-1 0 0,1 0 1 0 0,0 0-1 0 0,0 1 1 0 0,0 0-1 0 0,0 1 1 0 0,0-1-1 0 0,1 2 1 0 0,0-1-1 0 0,0 1 1 0 0,0 0-1 0 0,0 0 1 0 0,1 1-1 0 0,-1 0 1 0 0,-6 9-1 0 0,2-2-41 0 0,1 1-1 0 0,0 0 0 0 0,1 1 1 0 0,0 0-1 0 0,1 0 0 0 0,1 1 0 0 0,-6 19 1 0 0,5-1 4 0 0,7-29-20 0 0,1 2-5 0 0,0-2-6 0 0,0-1 1 0 0,0 0-1 0 0,0 1 1 0 0,1-1 0 0 0,-1 1 0 0 0,1-1 0 0 0,0 0 0 0 0,0 1 0 0 0,1-1 0 0 0,-1 0-1 0 0,1 0 1 0 0,0 0 0 0 0,4 6 0 0 0,-2-5-5 0 0,0 1-1 0 0,0-1 1 0 0,0-1-1 0 0,1 1 1 0 0,0 0-1 0 0,0-1 1 0 0,1 0-1 0 0,-1 0 0 0 0,1-1 1 0 0,-1 0-1 0 0,1 0 1 0 0,0 0-1 0 0,0 0 1 0 0,1-1-1 0 0,-1 0 1 0 0,13 2-1 0 0,-7-2-201 0 0,0-1-1 0 0,0-1 0 0 0,0 0 0 0 0,0 0 1 0 0,0-1-1 0 0,0-1 0 0 0,-1 0 0 0 0,1 0 0 0 0,0-2 1 0 0,13-4-1 0 0,-5 0-714 0 0,-1 0 0 0 0,0-2 1 0 0,0 0-1 0 0,31-22 0 0 0,-2-8-3178 0 0,-25 20-327 0 0</inkml:trace>
</inkml:ink>
</file>

<file path=ppt/ink/ink3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9:33.3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152 66 2732 0 0,'17'-32'4395'0'0,"-17"30"-4220"0"0,0 1-1 0 0,1-1 1 0 0,-1 1 0 0 0,0-1-1 0 0,0 1 1 0 0,0-1-1 0 0,0 1 1 0 0,0-1-1 0 0,0 1 1 0 0,0-1 0 0 0,-1 1-1 0 0,1 0 1 0 0,0-1-1 0 0,-1 1 1 0 0,1-1 0 0 0,-1 1-1 0 0,0 0 1 0 0,-1-2-1 0 0,0-1 378 0 0,-3 5-308 0 0,-13 1-11 0 0,13-2-2 0 0,0 2-6 0 0,-12 4 93 0 0,1 1 0 0 0,0 1 1 0 0,-26 16-1 0 0,39-22-186 0 0,-1 2 3 0 0,-11 10-44 0 0,11-10-2 0 0,2-1 3 0 0,1-1-83 0 0,0 0 0 0 0,0-1 1 0 0,0 1-1 0 0,0 0 0 0 0,0 0 0 0 0,0 0 0 0 0,1 0 0 0 0,-1 0 0 0 0,1 0 0 0 0,-1 0 0 0 0,1 0 0 0 0,0 0 0 0 0,0 0 1 0 0,0 0-1 0 0,0 0 0 0 0,0 0 0 0 0,0 0 0 0 0,1 0 0 0 0,-1 0 0 0 0,1 0 0 0 0,-1 0 0 0 0,1 0 0 0 0,0 0 1 0 0,2 3-1 0 0,7 6 22 0 0,1-1 0 0 0,0 0 0 0 0,1-1 0 0 0,19 12 0 0 0,71 36 36 0 0,-54-32 87 0 0,-44-22-128 0 0,-2-3-32 0 0,-1 1 0 0 0,1-1 0 0 0,-1 1 0 0 0,0 0 0 0 0,1-1 1 0 0,-1 1-1 0 0,0 0 0 0 0,1 0 0 0 0,-1 0 0 0 0,0 0 0 0 0,0 0 1 0 0,2 2-1 0 0,-2-1-4 0 0,3 0-29 0 0,2 4-7 0 0,-6-6 43 0 0,1 0 1 0 0,-1 0-1 0 0,1 0 0 0 0,-1 0 1 0 0,1 1-1 0 0,-1-1 0 0 0,0 0 0 0 0,1 0 1 0 0,-1 1-1 0 0,1-1 0 0 0,-1 0 1 0 0,0 1-1 0 0,1-1 0 0 0,-1 0 0 0 0,0 1 1 0 0,1-1-1 0 0,-1 0 0 0 0,0 1 1 0 0,1-1-1 0 0,-1 1 0 0 0,0-1 0 0 0,0 1 1 0 0,0-1-1 0 0,0 1 0 0 0,1-1 1 0 0,-1 1-1 0 0,0-1 0 0 0,0 0 1 0 0,0 1-1 0 0,0-1 0 0 0,0 1 0 0 0,0-1 1 0 0,0 2-1 0 0,-1 0 5 0 0,-1 1-1 0 0,1 0 1 0 0,-1-1-1 0 0,1 0 1 0 0,-1 1-1 0 0,0-1 1 0 0,0 0-1 0 0,0 0 1 0 0,0 0-1 0 0,-1 0 1 0 0,1 0-1 0 0,0-1 1 0 0,-1 1 0 0 0,1-1-1 0 0,-1 1 1 0 0,1-1-1 0 0,-5 2 1 0 0,-5 1 1 0 0,0-1 1 0 0,-23 4 0 0 0,26-6 0 0 0,4 0 5 0 0,-2 0-18 0 0,-19 1-9 0 0,19-1-42 0 0,1-2-75 0 0,-19-1-115 0 0,19 1-143 0 0,1 0-131 0 0,-15-6-124 0 0,16 5-149 0 0,-9-9-2395 0 0,8 8-191 0 0</inkml:trace>
</inkml:ink>
</file>

<file path=ppt/ink/ink3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9:33.8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195 90 4028 0 0,'11'-15'1575'0'0,"-8"12"-301"0"0,-2-1-187 0 0,-1 2-828 0 0,1-1 0 0 0,-1 0 0 0 0,0 1 0 0 0,0-1 1 0 0,0 0-1 0 0,0 1 0 0 0,0-1 0 0 0,-1 1 0 0 0,1-1 0 0 0,-1 0 0 0 0,0 1 0 0 0,1-1 0 0 0,-1 1 0 0 0,-2-4 0 0 0,1 1 239 0 0,-3 3-63 0 0,-14-9-59 0 0,15 8-60 0 0,-2 2-40 0 0,-17-2-38 0 0,17 2-46 0 0,-1 2-29 0 0,7-1-161 0 0,-6 0 32 0 0,-1 0 1 0 0,1 1 0 0 0,-1 0 0 0 0,1 1 0 0 0,0-1 0 0 0,-1 1 0 0 0,1 0 0 0 0,0 0 0 0 0,0 1-1 0 0,0 0 1 0 0,1 0 0 0 0,-1 1 0 0 0,1-1 0 0 0,0 1 0 0 0,0 0 0 0 0,-6 6 0 0 0,-12 31 104 0 0,21-36-104 0 0,2 0-13 0 0,0 3-14 0 0,0-6-7 0 0,0 0 1 0 0,0 0-1 0 0,0 0 1 0 0,0 0-1 0 0,0-1 1 0 0,1 1-1 0 0,-1 0 1 0 0,0 0-1 0 0,1 0 1 0 0,0 0-1 0 0,-1 0 1 0 0,1-1-1 0 0,0 1 1 0 0,1 2-1 0 0,3 2 6 0 0,0-1-1 0 0,1 1 0 0 0,-1-1 1 0 0,1 0-1 0 0,0-1 0 0 0,0 0 1 0 0,13 8-1 0 0,14 4 36 0 0,56 19 1 0 0,-84-34-61 0 0,0 1-50 0 0,16 7 60 0 0,-16-7 21 0 0,-1 0-8 0 0,8 6-15 0 0,-8-6 3 0 0,-5 3 12 0 0,-4 19-23 0 0,1-21 32 0 0,-59 39-6 0 0,59-39-47 0 0,0-1 0 0 0,0 1-1 0 0,0-1 1 0 0,-1 0 0 0 0,1 0-1 0 0,0-1 1 0 0,-1 1 0 0 0,1-1-1 0 0,-1 0 1 0 0,0 0 0 0 0,1-1-1 0 0,-1 1 1 0 0,0-1 0 0 0,1 0-1 0 0,-1 0 1 0 0,0 0 0 0 0,1-1-1 0 0,-1 0 1 0 0,0 0 0 0 0,1 0-1 0 0,-8-3 1 0 0,7 2-525 0 0,2-1-964 0 0,-8-11 552 0 0,8 11-258 0 0,0-19-4401 0 0</inkml:trace>
</inkml:ink>
</file>

<file path=ppt/ink/ink3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9:34.1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60 3408 0 0,'0'0'8482'0'0,"2"-3"-7734"0"0,9-8-111 0 0,-9 8 408 0 0,3 2-606 0 0,20-8 163 0 0,1 2 0 0 0,31-4 1 0 0,-53 10-538 0 0,-2 1-64 0 0,0 0 1 0 0,0 0-1 0 0,-1 0 1 0 0,1 0-1 0 0,0 0 0 0 0,0 0 1 0 0,-1 0-1 0 0,1-1 1 0 0,0 1-1 0 0,0-1 1 0 0,-1 1-1 0 0,3-2 0 0 0,0 0-26 0 0,2 1-220 0 0,-1 0-225 0 0,15-2-238 0 0,-15 2-194 0 0,0 1-959 0 0,0 0 1425 0 0,5 0 102 0 0,-1-1-4795 0 0,-6 3 2726 0 0,12 10-1693 0 0</inkml:trace>
</inkml:ink>
</file>

<file path=ppt/ink/ink3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9:34.3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 2408 0 0,'0'0'4206'0'0,"1"5"-3130"0"0,2 13-117 0 0,-2-13 691 0 0,30-4-309 0 0,-25 0-735 0 0,0-1-24 0 0,124-11 1657 0 0,-33 2-4904 0 0,-72 6 120 0 0,-8-2-1712 0 0,5 0-1303 0 0</inkml:trace>
</inkml:ink>
</file>

<file path=ppt/ink/ink3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9:54.8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1 3000 0 0,'0'0'9572'0'0,"1"5"-9227"0"0,1 20 14 0 0,-1-1 0 0 0,-1 0 1 0 0,-1 0-1 0 0,-8 43 1 0 0,3-21-81 0 0,3-10-88 0 0,2-30-120 0 0,1 0 6 0 0,0 21-10 0 0,0-21-16 0 0,0-1 37 0 0,3 47 744 0 0,-2-47-547 0 0,8-1-112 0 0,-9-3-168 0 0,1-1-1 0 0,-1 1 0 0 0,1-1 0 0 0,0 1 0 0 0,-1-1 0 0 0,1 1 0 0 0,-1-1 0 0 0,1 1 0 0 0,0-1 0 0 0,-1 0 0 0 0,1 1 0 0 0,0-1 0 0 0,-1 0 0 0 0,1 0 0 0 0,0 0 0 0 0,0 1 0 0 0,-1-1 0 0 0,1 0 0 0 0,0 0 0 0 0,0 0 0 0 0,-1 0 0 0 0,1 0 0 0 0,0 0 0 0 0,1-1 0 0 0,62-6 178 0 0,-47 4-167 0 0,0-2 0 0 0,-1 0 1 0 0,1-1-1 0 0,-1 0 0 0 0,0-1 0 0 0,29-18 1 0 0,-39 20-6 0 0,-1 0 0 0 0,1 0 0 0 0,-1 0 0 0 0,0 0 1 0 0,0-1-1 0 0,0 0 0 0 0,-1 0 0 0 0,6-9 1 0 0,-8 11-29 0 0,-1-1 5 0 0,3-14 4 0 0,-2 14 21 0 0,-2-1 22 0 0,-8-43 169 0 0,7 45 165 0 0,-6-2-388 0 0,7 6 24 0 0,-1-1 0 0 0,1 1 0 0 0,0 0-1 0 0,0-1 1 0 0,-1 1 0 0 0,1 0 0 0 0,0-1-1 0 0,0 1 1 0 0,-1 0 0 0 0,1-1 0 0 0,0 1-1 0 0,-1 0 1 0 0,1-1 0 0 0,-1 1 0 0 0,1 0-1 0 0,0 0 1 0 0,-1 0 0 0 0,1-1 0 0 0,-1 1 0 0 0,1 0-1 0 0,0 0 1 0 0,-1 0 0 0 0,1 0 0 0 0,-1 0-1 0 0,1 0 1 0 0,-1 0 0 0 0,1 0 0 0 0,0 0-1 0 0,-1 0 1 0 0,1 0 0 0 0,-1 0 0 0 0,1 0-1 0 0,-1 0 1 0 0,0 1 0 0 0,-2 1 6 0 0,-1 1 1 0 0,1 1-1 0 0,0-1 1 0 0,0 0-1 0 0,0 1 0 0 0,0-1 1 0 0,1 1-1 0 0,-1 0 0 0 0,1 0 1 0 0,0 0-1 0 0,0 0 1 0 0,1 0-1 0 0,-1 1 0 0 0,1-1 1 0 0,-1 6-1 0 0,-3 10 23 0 0,2 1 0 0 0,-1 23 0 0 0,1 5-38 0 0,3 0-174 0 0,2-29-880 0 0,1 0 1 0 0,1 0 0 0 0,0 0 0 0 0,12 32 0 0 0,-15-51 888 0 0,-1 0 1 0 0,1 0 0 0 0,-1 1 0 0 0,1-1 0 0 0,0 0-1 0 0,-1 0 1 0 0,1 0 0 0 0,0 0 0 0 0,0 1 0 0 0,0-1-1 0 0,0 0 1 0 0,0-1 0 0 0,0 1 0 0 0,2 1 0 0 0,8 3-5122 0 0,15 5 371 0 0</inkml:trace>
</inkml:ink>
</file>

<file path=ppt/ink/ink3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19:55.2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105 160 3188 0 0,'4'-16'1964'0'0,"-1"0"-1"0"0,-1 0 0 0 0,0-23 1 0 0,-2 34-1278 0 0,-7-18 1436 0 0,4 20-1611 0 0,-10-8-195 0 0,10 9 128 0 0,-2 3-263 0 0,1 0-148 0 0,0 1 1 0 0,1 0-1 0 0,-1 0 0 0 0,0 1 1 0 0,1-1-1 0 0,-1 1 0 0 0,1 0 0 0 0,0 0 1 0 0,0 0-1 0 0,0 0 0 0 0,0 0 1 0 0,0 1-1 0 0,1-1 0 0 0,-1 1 0 0 0,1 0 1 0 0,0 0-1 0 0,-2 6 0 0 0,-3 6 14 0 0,1 0-1 0 0,1 0 1 0 0,-3 19-1 0 0,7-28-31 0 0,0 1 0 0 0,1-1-1 0 0,0 0 1 0 0,1 0 0 0 0,-1 1-1 0 0,1-1 1 0 0,1 0-1 0 0,-1 0 1 0 0,1 0 0 0 0,1 0-1 0 0,-1 0 1 0 0,1-1 0 0 0,0 1-1 0 0,8 11 1 0 0,-8-14-17 0 0,0 0 0 0 0,0 0 0 0 0,0-1 0 0 0,0 1 0 0 0,1-1-1 0 0,-1 0 1 0 0,8 5 0 0 0,-6-4-7 0 0,-2-2-5 0 0,2 0 19 0 0,14 6 2 0 0,-18-8-7 0 0,0 1 1 0 0,0-1-1 0 0,1 1 0 0 0,-1-1 1 0 0,0 0-1 0 0,1 1 1 0 0,-1-1-1 0 0,0 0 0 0 0,1 0 1 0 0,-1 0-1 0 0,1 0 1 0 0,-1 0-1 0 0,0 0 0 0 0,1-1 1 0 0,-1 1-1 0 0,0 0 1 0 0,1-1-1 0 0,1 0 0 0 0,0 0 1 0 0,3 0 13 0 0,-1-1 54 0 0,0-1-4 0 0,0 1-1 0 0,0-1 1 0 0,0 0-1 0 0,0 0 0 0 0,-1 0 1 0 0,1-1-1 0 0,-1 1 1 0 0,0-1-1 0 0,0 0 0 0 0,-1-1 1 0 0,1 1-1 0 0,-1-1 0 0 0,0 1 1 0 0,5-10-1 0 0,12-46 380 0 0,-17 49-364 0 0,1-10 1 0 0,-4 1 11 0 0,-4-47 72 0 0,3 59-202 0 0,-1 0 1 0 0,0 0-1 0 0,0 0 0 0 0,-1 1 0 0 0,0-1 0 0 0,-5-10 0 0 0,7 17-14 0 0,0 0 0 0 0,1 0-1 0 0,-1 0 1 0 0,0-1 0 0 0,0 1-1 0 0,0 0 1 0 0,0 0 0 0 0,0 0-1 0 0,0 0 1 0 0,0 0 0 0 0,0 1-1 0 0,0-1 1 0 0,0 0 0 0 0,0 0-1 0 0,-1 1 1 0 0,1-1 0 0 0,0 0-1 0 0,-2 0 1 0 0,-1 0-193 0 0,3 0 130 0 0,0 0 0 0 0,0 1 0 0 0,0-1 0 0 0,0 0 0 0 0,-1 1 1 0 0,1-1-1 0 0,0 1 0 0 0,0-1 0 0 0,-1 1 0 0 0,1 0 0 0 0,0-1 0 0 0,-1 1 0 0 0,1 0 1 0 0,-1 0-1 0 0,1 0 0 0 0,0 0 0 0 0,-1 0 0 0 0,-2 1 0 0 0,1-1-356 0 0,-3 0-64 0 0,0 0 1 0 0,0 0-1 0 0,0 0 0 0 0,1 1 0 0 0,-1-1 0 0 0,0 2 0 0 0,0-1 0 0 0,1 0 0 0 0,-1 1 0 0 0,-9 4 1 0 0,2-1-1359 0 0,-25 10-4249 0 0</inkml:trace>
</inkml:ink>
</file>

<file path=ppt/ink/ink3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0:02.8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20 4404 0 0,'0'0'4710'0'0,"1"-5"-3894"0"0,1-9 5749 0 0,0 32-4388 0 0,1 40-2426 0 0,-3-52 918 0 0,17 263 638 0 0,-21-212-1374 0 0,1-3-609 0 0,3-49 238 0 0,-1 1-132 0 0,0 17-172 0 0,1-17-106 0 0,1-1-2806 0 0,1 14 2106 0 0,-1-14-219 0 0</inkml:trace>
</inkml:ink>
</file>

<file path=ppt/ink/ink3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0:03.3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230 0 3072 0 0,'0'0'8004'0'0,"-3"3"-7810"0"0,-56 62 736 0 0,-64 63 317 0 0,119-126-1162 0 0,3-1-73 0 0,0 0 1 0 0,-1 0-1 0 0,1 0 1 0 0,-1-1-1 0 0,1 1 1 0 0,0 1-1 0 0,0-1 1 0 0,0 0-1 0 0,-1 0 1 0 0,1 0-1 0 0,-1 2 1 0 0,-1 0 156 0 0,0-1-51 0 0,3-1-99 0 0,0-1 0 0 0,-1 0 0 0 0,1 1 0 0 0,0-1 0 0 0,-1 1 1 0 0,1-1-1 0 0,-1 0 0 0 0,1 1 0 0 0,0-1 0 0 0,-1 0 0 0 0,1 0 1 0 0,-1 1-1 0 0,1-1 0 0 0,-1 0 0 0 0,1 0 0 0 0,-1 0 0 0 0,1 1 0 0 0,-1-1 1 0 0,1 0-1 0 0,-1 0 0 0 0,0 0 0 0 0,1 0 0 0 0,-1 0 0 0 0,1 0 1 0 0,-1 0-1 0 0,1 0 0 0 0,-1-1 0 0 0,0 0 10 0 0,0 0 0 0 0,1 0 0 0 0,-1 0 0 0 0,1 0 0 0 0,-1-1 0 0 0,1 1-1 0 0,0 0 1 0 0,-1 0 0 0 0,1-1 0 0 0,0 1 0 0 0,0 0 0 0 0,0 0 0 0 0,0-1 0 0 0,0-1 0 0 0,1 1 7 0 0,0 0 1 0 0,0 0-1 0 0,1 0 1 0 0,-1 1-1 0 0,0-1 1 0 0,0 0-1 0 0,1 1 1 0 0,-1-1 0 0 0,1 1-1 0 0,0-1 1 0 0,-1 1-1 0 0,1 0 1 0 0,0 0-1 0 0,0 0 1 0 0,0 0-1 0 0,0 0 1 0 0,0 0-1 0 0,0 1 1 0 0,0-1 0 0 0,3 0-1 0 0,-1 2-18 0 0,0 0 1 0 0,1 0-1 0 0,-1 1 0 0 0,0 0 0 0 0,0 0 0 0 0,-1 0 1 0 0,1 0-1 0 0,6 6 0 0 0,-7-6 11 0 0,10 14-1 0 0,-10-13-35 0 0,0 1 23 0 0,9 13 2 0 0,-9-13-3 0 0,-1 0-20 0 0,7 14-18 0 0,-7-14 23 0 0,1 0 2 0 0,29 31-88 0 0,-28-31-98 0 0,1-3-137 0 0,15 6-130 0 0,-15-6-126 0 0,0 0-140 0 0,34-3-1401 0 0,-34 1 1370 0 0,-1 0 0 0 0,1 0 0 0 0,0 0 0 0 0,-1-1 0 0 0,0 1 1 0 0,1-1-1 0 0,-1 0 0 0 0,7-5 0 0 0,8-6-3970 0 0</inkml:trace>
</inkml:ink>
</file>

<file path=ppt/ink/ink3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0:03.5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43 2512 0 0,'0'0'7692'0'0,"3"-2"-7226"0"0,10-3-69 0 0,0 0 0 0 0,1 0 0 0 0,-1 2 0 0 0,1-1 0 0 0,28-2 0 0 0,-18 3-218 0 0,-19 2-127 0 0,1 0-64 0 0,17-2-101 0 0,-17 2-122 0 0,0 0-640 0 0,0 0 551 0 0,3 0 89 0 0,2 1-6412 0 0</inkml:trace>
</inkml:ink>
</file>

<file path=ppt/ink/ink3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0:03.9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42 12 3284 0 0,'-13'6'1544'0'0,"-16"6"8453"0"0,93-17-8618 0 0,-35 0-1086 0 0,-23 4-157 0 0,0 0 27 0 0,45-6-59 0 0,-47 7-222 0 0,1-2-883 0 0,14-2 358 0 0,-15 3-176 0 0,26-2-13460 0 0</inkml:trace>
</inkml:ink>
</file>

<file path=ppt/ink/ink3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0:04.2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67 3956 0 0,'0'0'6002'0'0,"-2"-3"-5414"0"0,1-1-308 0 0,-5-12 2560 0 0,11 14-2511 0 0,21-6 324 0 0,1 1 0 0 0,29-4-1 0 0,-51 10-492 0 0,19-5 14 0 0,-18 5-149 0 0,0 0 8 0 0,0 0-390 0 0,-5 1-538 0 0,13-5 2137 0 0,-8 5-4281 0 0</inkml:trace>
</inkml:ink>
</file>

<file path=ppt/ink/ink3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0:04.7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39 3856 0 0,'0'0'2140'0'0,"3"-3"-411"0"0,13-22 4529 0 0,-10 14-4404 0 0,-15 33-1724 0 0,7-18-82 0 0,1 1-5 0 0,-14 77 108 0 0,14-75-137 0 0,0-1-7 0 0,0 18-2 0 0,1-18-7 0 0,0-1 4 0 0,4 47 24 0 0,-3-47 103 0 0,2-3-77 0 0,-2-1-37 0 0,1 0 0 0 0,-1-1 0 0 0,0 1 0 0 0,1 0 0 0 0,-1 0 0 0 0,0-1 0 0 0,1 1 0 0 0,-1-1 0 0 0,1 0 0 0 0,-1 1 0 0 0,1-1 0 0 0,-1 0 0 0 0,1 0 0 0 0,-1 0 0 0 0,1 0 0 0 0,-1 0 0 0 0,1 0-1 0 0,-1 0 1 0 0,1 0 0 0 0,-1-1 0 0 0,1 1 0 0 0,-1-1 0 0 0,0 1 0 0 0,1-1 0 0 0,-1 1 0 0 0,1-1 0 0 0,-1 0 0 0 0,0 0 0 0 0,0 0 0 0 0,1 1 0 0 0,0-3 0 0 0,23-13 199 0 0,7-6 522 0 0,56-28 0 0 0,-84 49-656 0 0,20-5-107 0 0,-19 5 62 0 0,0 2 61 0 0,-2 0-85 0 0,1 0-1 0 0,-1 0 1 0 0,0 0 0 0 0,1 0-1 0 0,-1 1 1 0 0,0 0 0 0 0,0-1-1 0 0,0 1 1 0 0,0 0 0 0 0,0 0-1 0 0,-1 1 1 0 0,1-1 0 0 0,0 0-1 0 0,-1 1 1 0 0,0 0 0 0 0,0-1-1 0 0,0 1 1 0 0,0 0 0 0 0,3 6-1 0 0,-3-3-8 0 0,1 1-1 0 0,-1-1 1 0 0,-1 1-1 0 0,0 0 0 0 0,1-1 1 0 0,-2 1-1 0 0,1 0 1 0 0,-1 0-1 0 0,0 0 0 0 0,-1-1 1 0 0,0 1-1 0 0,0 0 0 0 0,0-1 1 0 0,-1 1-1 0 0,1 0 1 0 0,-2-1-1 0 0,1 0 0 0 0,-1 1 1 0 0,0-1-1 0 0,0 0 1 0 0,-1 0-1 0 0,-5 6 0 0 0,2-2-78 0 0,0-1 0 0 0,0-1-1 0 0,-1 1 1 0 0,0-1-1 0 0,-1-1 1 0 0,0 0 0 0 0,0 0-1 0 0,-1 0 1 0 0,0-1-1 0 0,0-1 1 0 0,0 0 0 0 0,-17 6-1 0 0,22-9-164 0 0,0-1-1 0 0,0 0 1 0 0,0 0-1 0 0,0-1 1 0 0,0 1-1 0 0,0-1 1 0 0,0 0-1 0 0,0 0 1 0 0,-8-2-1 0 0,6 1-149 0 0,1 0-280 0 0,1 1 1 0 0,0-1-1 0 0,0-1 1 0 0,-1 1-1 0 0,1-1 0 0 0,0 0 1 0 0,0 0-1 0 0,1-1 1 0 0,-1 1-1 0 0,0-1 1 0 0,-8-7-1 0 0,9 7-575 0 0,-19-13-4620 0 0</inkml:trace>
</inkml:ink>
</file>

<file path=ppt/ink/ink3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0:10.8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135 58 4232 0 0,'0'0'4777'0'0,"-1"-5"-3852"0"0,0 1-588 0 0,0 1 0 0 0,0-1 0 0 0,0 0 0 0 0,-1 1 0 0 0,1-1 0 0 0,-1 1 0 0 0,0 0 0 0 0,0-1 0 0 0,-2-2 0 0 0,1 3 1226 0 0,3 3-1548 0 0,0-1 0 0 0,-1 1-1 0 0,1 0 1 0 0,0-1 0 0 0,-1 1 0 0 0,1 0-1 0 0,0-1 1 0 0,-1 1 0 0 0,1 0-1 0 0,0-1 1 0 0,-1 1 0 0 0,1 0-1 0 0,-1 0 1 0 0,1 0 0 0 0,0-1 0 0 0,-1 1-1 0 0,1 0 1 0 0,-1 0 0 0 0,1 0-1 0 0,-1 0 1 0 0,1 0 0 0 0,-1 0 0 0 0,1 0-1 0 0,-1 0 1 0 0,0 0-3 0 0,1 0 0 0 0,-1 0 0 0 0,1 0 1 0 0,-1 0-1 0 0,1-1 0 0 0,-1 1 0 0 0,1 0 0 0 0,-1 0 0 0 0,1 0 0 0 0,-1 0 1 0 0,1 0-1 0 0,0-1 0 0 0,-1 1 0 0 0,1 0 0 0 0,-1 0 0 0 0,1-1 1 0 0,0 1-1 0 0,-1 0 0 0 0,1-1 0 0 0,0 1 0 0 0,-1 0 0 0 0,1-1 0 0 0,0 1 1 0 0,-1-1 377 0 0,-3 3-258 0 0,-2 3-55 0 0,0-1-1 0 0,1 1 0 0 0,-1 1 1 0 0,1-1-1 0 0,0 1 0 0 0,1 0 1 0 0,-1 0-1 0 0,-4 9 0 0 0,-22 51 141 0 0,30-61-132 0 0,0 0-56 0 0,-3 18-30 0 0,4-17-13 0 0,0 0 3 0 0,3 32-17 0 0,2-30 16 0 0,-2-4 1 0 0,-1 1-29 0 0,2-2-16 0 0,35 24-194 0 0,-34-25 214 0 0,1-2-20 0 0,18-2 68 0 0,-18 1 45 0 0,-1-1 22 0 0,0 0-24 0 0,-1-1 0 0 0,1 0 0 0 0,-1 0 0 0 0,0 0 0 0 0,1 0 0 0 0,-1-1 0 0 0,-1 0-1 0 0,1 0 1 0 0,-1 0 0 0 0,1 0 0 0 0,-1 0 0 0 0,0-1 0 0 0,3-5 0 0 0,15-62 789 0 0,-20 68-601 0 0,-1-2 3 0 0,2-15-26 0 0,-2 15 194 0 0,0 1-282 0 0,-2-16-34 0 0,2 16 65 0 0,-6-2-60 0 0,6 6-100 0 0,0 1 0 0 0,0-1 1 0 0,0 1-1 0 0,0-1 0 0 0,0 1 0 0 0,-1 0 1 0 0,1-1-1 0 0,0 1 0 0 0,0-1 1 0 0,0 1-1 0 0,0 0 0 0 0,-1-1 0 0 0,1 1 1 0 0,0 0-1 0 0,0-1 0 0 0,-1 1 1 0 0,1 0-1 0 0,0-1 0 0 0,-1 1 0 0 0,1 0 1 0 0,0 0-1 0 0,-1-1 0 0 0,1 1 1 0 0,-1 0-1 0 0,1 0 0 0 0,0 0 0 0 0,-1-1 1 0 0,1 1-1 0 0,-1 0 0 0 0,1 0 1 0 0,-1 0-1 0 0,1 0 0 0 0,0 0 0 0 0,-1 0 1 0 0,1 0-1 0 0,-1 0 0 0 0,1 0 1 0 0,-1 0-1 0 0,-15 5 34 0 0,12-4-17 0 0,4-1-19 0 0,0 1 0 0 0,-1-1-1 0 0,1 0 1 0 0,0 1 0 0 0,0-1 0 0 0,0 1-1 0 0,0-1 1 0 0,0 0 0 0 0,0 1 0 0 0,-1-1-1 0 0,1 1 1 0 0,0-1 0 0 0,0 0 0 0 0,-1 1-1 0 0,1-1 1 0 0,0 0 0 0 0,-1 1-1 0 0,1-1 1 0 0,0 0 0 0 0,-1 0 0 0 0,1 1-1 0 0,0-1 1 0 0,-1 0 0 0 0,1 0 0 0 0,-1 1-1 0 0,-12 12-13 0 0,-6 25 33 0 0,18-35-28 0 0,-1 2 12 0 0,-4 15 2 0 0,5-15-26 0 0,0-1 15 0 0,-1 14-14 0 0,1-14-3 0 0,2 1-155 0 0,3 16 97 0 0,-3-16 10 0 0,-1-5-15 0 0,0 0 82 0 0,1 0 0 0 0,-1 0 1 0 0,0 0-1 0 0,1 0 1 0 0,-1 0-1 0 0,0 0 1 0 0,1 0-1 0 0,-1 1 0 0 0,0-1 1 0 0,1 0-1 0 0,-1 0 1 0 0,0 0-1 0 0,0 0 1 0 0,1 0-1 0 0,-1 1 0 0 0,0-1 1 0 0,1 0-1 0 0,-1 0 1 0 0,0 1-1 0 0,0-1 1 0 0,1 0-1 0 0,-1 0 0 0 0,0 1 1 0 0,0-1-1 0 0,0 0 1 0 0,0 1-1 0 0,1-1 1 0 0,-1 1-1 0 0,0-1-2 0 0,0 1-1 0 0,1-1 1 0 0,-1 1 0 0 0,0-1-1 0 0,1 1 1 0 0,-1-1 0 0 0,0 1-1 0 0,1-1 1 0 0,-1 0-1 0 0,1 1 1 0 0,-1-1 0 0 0,1 0-1 0 0,-1 1 1 0 0,1-1 0 0 0,-1 0-1 0 0,1 1 1 0 0,-1-1 0 0 0,1 0-1 0 0,-1 0 1 0 0,1 0-1 0 0,-1 0 1 0 0,1 0 0 0 0,0 1-1 0 0,-1-1 1 0 0,1 0 0 0 0,-1 0-1 0 0,1 0 1 0 0,-1 0 0 0 0,1 0-1 0 0,0-1 1 0 0,-1 1 0 0 0,1 0-1 0 0,0 0 1 0 0,23-2 11 0 0,-18 1 1 0 0,-2-1 1 0 0,27-25 161 0 0,-29 23-81 0 0,0 0 5 0 0,5-14-2 0 0,-5 14 88 0 0,-2-1-89 0 0,0-16 35 0 0,0 16 119 0 0,-3-6-142 0 0,3 11-97 0 0,0-1 0 0 0,0 1-1 0 0,0-1 1 0 0,0 1-1 0 0,0-1 1 0 0,0 1 0 0 0,0-1-1 0 0,0 1 1 0 0,0-1 0 0 0,0 0-1 0 0,-1 1 1 0 0,1-1-1 0 0,0 1 1 0 0,0-1 0 0 0,0 1-1 0 0,-1-1 1 0 0,1 1-1 0 0,0-1 1 0 0,0 1 0 0 0,-1 0-1 0 0,1-1 1 0 0,-1 1-1 0 0,1-1 1 0 0,0 1 0 0 0,-1 0-1 0 0,1-1 1 0 0,-1 1-1 0 0,1 0 1 0 0,-1-1 0 0 0,0 1-1 0 0,0-1-2 0 0,0 0 0 0 0,0 1-1 0 0,-1-1 1 0 0,1 1 0 0 0,0-1 0 0 0,-1 1-1 0 0,1-1 1 0 0,0 1 0 0 0,-1 0 0 0 0,1 0-1 0 0,-1 0 1 0 0,1-1 0 0 0,0 1-1 0 0,-1 1 1 0 0,1-1 0 0 0,-1 0 0 0 0,1 0-1 0 0,0 0 1 0 0,-1 1 0 0 0,1-1 0 0 0,0 1-1 0 0,-1-1 1 0 0,1 1 0 0 0,0-1-1 0 0,0 1 1 0 0,-2 1 0 0 0,-2 1 14 0 0,3 0-26 0 0,-7 10 0 0 0,5-8-29 0 0,1-1 1 0 0,1 1-1 0 0,-1 0 0 0 0,1 0 1 0 0,0 0-1 0 0,0 1 0 0 0,0-1 1 0 0,1 0-1 0 0,0 1 0 0 0,0-1 1 0 0,0 1-1 0 0,1-1 0 0 0,0 7 1 0 0,0-6-68 0 0,0-6 9 0 0,1 0 93 0 0,-1 0 1 0 0,0 0-1 0 0,0 1 0 0 0,1-1 1 0 0,-1 0-1 0 0,0 0 0 0 0,0 0 1 0 0,0 0-1 0 0,1 0 0 0 0,-1 0 1 0 0,0 1-1 0 0,0-1 0 0 0,0 0 1 0 0,1 0-1 0 0,-1 0 0 0 0,0 1 1 0 0,0-1-1 0 0,0 0 0 0 0,0 0 1 0 0,0 0-1 0 0,0 1 0 0 0,1-1 1 0 0,-1 0-1 0 0,0 0 0 0 0,0 1 1 0 0,0-1-1 0 0,0 0 0 0 0,0 0 1 0 0,0 1-1 0 0,0-1 0 0 0,0 0 1 0 0,0 0-1 0 0,0 1 0 0 0,0-1 1 0 0,0 1-11 0 0,0-1 0 0 0,0 1 0 0 0,0-1 0 0 0,0 1 1 0 0,0 0-1 0 0,0-1 0 0 0,0 1 0 0 0,0-1 0 0 0,1 1 1 0 0,-1-1-1 0 0,0 1 0 0 0,0-1 0 0 0,1 1 0 0 0,-1-1 1 0 0,0 1-1 0 0,1-1 0 0 0,-1 1 0 0 0,1-1 0 0 0,-1 1 1 0 0,0-1-1 0 0,1 0 0 0 0,-1 1 0 0 0,1-1 0 0 0,-1 0 1 0 0,1 1-1 0 0,-1-1 0 0 0,1 0 0 0 0,-1 0 0 0 0,1 1 1 0 0,0-1-1 0 0,18 4-40 0 0,-14-3 3 0 0,-1-3-7 0 0,2-1 83 0 0,0 0-1 0 0,-1-1 1 0 0,1 0-1 0 0,-1 0 1 0 0,0-1-1 0 0,0 1 1 0 0,6-9-1 0 0,-9 10 361 0 0,0-2-268 0 0,-2 3-66 0 0,0 0-19 0 0,0 1 0 0 0,0 0 0 0 0,0-1 0 0 0,0 1 0 0 0,1 0 0 0 0,-1-1 0 0 0,0 1 0 0 0,1 0 0 0 0,-1-1 0 0 0,1 1 0 0 0,-1 0 0 0 0,2-3 1 0 0,-17-8 73 0 0,3 17-56 0 0,10-3-56 0 0,-2 0 22 0 0,-4 19-595 0 0,8-16 578 0 0,1-2-664 0 0,2 7 1473 0 0</inkml:trace>
</inkml:ink>
</file>

<file path=ppt/ink/ink3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0:12.6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108 76 3128 0 0,'0'0'1742'0'0,"0"-5"-224"0"0,-3-16-207 0 0,3 16 1841 0 0,-1 0-2347 0 0,-3-13-66 0 0,3 13 1029 0 0,-1 2-1323 0 0,1 2-356 0 0,-1 0-1 0 0,1-1 1 0 0,-1 1-1 0 0,1 0 1 0 0,-1 0 0 0 0,1 0-1 0 0,-1 0 1 0 0,0 1-1 0 0,1-1 1 0 0,-1 0-1 0 0,0 1 1 0 0,0-1 0 0 0,0 1-1 0 0,1-1 1 0 0,-1 1-1 0 0,0 0 1 0 0,0 0 0 0 0,0 0-1 0 0,0 0 1 0 0,0 0-1 0 0,-3 1 1 0 0,0 0 0 0 0,5-1-85 0 0,0 0 0 0 0,-1 1 0 0 0,1-1 0 0 0,0 1 0 0 0,0-1 0 0 0,0 0 0 0 0,0 1 0 0 0,0-1 0 0 0,0 1 0 0 0,0-1 0 0 0,-1 0 0 0 0,1 1 0 0 0,0-1 0 0 0,0 0 0 0 0,-1 1 0 0 0,1-1 0 0 0,0 0 0 0 0,-1 1 0 0 0,1-1 0 0 0,0 0 0 0 0,0 0 0 0 0,-1 1 1 0 0,1-1-1 0 0,-1 0 0 0 0,-11 14 137 0 0,2 3-112 0 0,8-12-8 0 0,0 0-15 0 0,-6 14-4 0 0,6-14 30 0 0,1 0-41 0 0,-4 15-106 0 0,4-15 215 0 0,0 0-59 0 0,1-3-44 0 0,-1 34 105 0 0,1-35-100 0 0,0 1 0 0 0,0-1-1 0 0,1 0 1 0 0,-1 0 0 0 0,0 0 0 0 0,0 1 0 0 0,1-1 0 0 0,-1 0 0 0 0,1 0 0 0 0,-1 0 0 0 0,1 0-1 0 0,-1 0 1 0 0,1 0 0 0 0,-1 0 0 0 0,1 0 0 0 0,0 0 0 0 0,0 0 0 0 0,0 0 0 0 0,0 0 0 0 0,-1 0-1 0 0,1-1 1 0 0,0 1 0 0 0,0 0 0 0 0,0-1 0 0 0,1 1 0 0 0,-1 0 0 0 0,0-1 0 0 0,0 1 0 0 0,0-1-1 0 0,0 0 1 0 0,3 1 0 0 0,18 0-1 0 0,-17-1 6 0 0,-1-1 11 0 0,34-20-12 0 0,-34 19 46 0 0,-4 0-41 0 0,1 1-1 0 0,0-1 1 0 0,0 1-1 0 0,0-1 1 0 0,0 1-1 0 0,0-1 1 0 0,0 1-1 0 0,1 0 1 0 0,-1 0-1 0 0,2-2 1 0 0,-1 0 45 0 0,3-7 45 0 0,-5 9-87 0 0,1 0-1 0 0,-1 1 1 0 0,1-1 0 0 0,-1 0-1 0 0,1 1 1 0 0,-1-1 0 0 0,1 0 0 0 0,-1 1-1 0 0,1-1 1 0 0,-1 0 0 0 0,0 0-1 0 0,1 0 1 0 0,-1 1 0 0 0,0-1-1 0 0,0 0 1 0 0,0 0 0 0 0,0 0-1 0 0,0 0 1 0 0,0 1 0 0 0,0-3-1 0 0,1-16 78 0 0,0 14 48 0 0,-3 0-87 0 0,-3-14 15 0 0,5 18-59 0 0,0-1-1 0 0,-1 1 0 0 0,1-1 1 0 0,0 1-1 0 0,-1 0 0 0 0,0-1 1 0 0,1 1-1 0 0,-1 0 1 0 0,0-1-1 0 0,0 1 0 0 0,1 0 1 0 0,-1 0-1 0 0,0 0 0 0 0,0 0 1 0 0,-3-2 28 0 0,-1 3-23 0 0,-16 0 4 0 0,13 2-7 0 0,-17 15 18 0 0,20-10-16 0 0,3-3-1 0 0,-1 0 13 0 0,0 0-13 0 0,0 3-7 0 0,0 0 1 0 0,1 0 0 0 0,0 0-1 0 0,0 0 1 0 0,0 0 0 0 0,1 0-1 0 0,-1 14 1 0 0,2-16-31 0 0,3-2 1 0 0,23 26-305 0 0,-23-27 250 0 0,2 0 14 0 0,15 3 32 0 0,-15-4-5 0 0,-1-1-12 0 0,21-3 74 0 0,-21 1-12 0 0,0-1 31 0 0,-1 0 0 0 0,1 0 0 0 0,-1 0 0 0 0,0 0 0 0 0,0 0 1 0 0,0-1-1 0 0,0 1 0 0 0,-1-1 0 0 0,1 0 0 0 0,-1 0 0 0 0,0 0 0 0 0,0 0 1 0 0,1-5-1 0 0,-1 5 262 0 0,-3-2-220 0 0,0-16 2 0 0,1 17 105 0 0,0 5-190 0 0,-1 0 1 0 0,1-1-1 0 0,0 1 0 0 0,-1 0 0 0 0,1 0 1 0 0,0 0-1 0 0,0 0 0 0 0,-1-1 0 0 0,1 1 1 0 0,0 0-1 0 0,0 0 0 0 0,-1 0 0 0 0,1-1 1 0 0,0 1-1 0 0,0 0 0 0 0,0 0 0 0 0,-1-1 1 0 0,1 1-1 0 0,0 0 0 0 0,0-1 0 0 0,0 1 1 0 0,0 0-1 0 0,0-1 0 0 0,0 1 1 0 0,0 0-1 0 0,0-1 0 0 0,0 1 0 0 0,0 0 1 0 0,0-1-1 0 0,0 1 9 0 0,0-1 1 0 0,0 1 0 0 0,0-1-1 0 0,0 1 1 0 0,0-1-1 0 0,-1 1 1 0 0,1-1-1 0 0,0 1 1 0 0,0 0 0 0 0,0-1-1 0 0,0 1 1 0 0,-1-1-1 0 0,1 1 1 0 0,0 0-1 0 0,0-1 1 0 0,-1 1 0 0 0,1-1-1 0 0,0 1 1 0 0,0 0-1 0 0,-1-1 1 0 0,1 1-1 0 0,0 0 1 0 0,-1 0 0 0 0,1-1-1 0 0,-1 1 1 0 0,1 0-1 0 0,0 0 1 0 0,-1 0-1 0 0,1-1 1 0 0,-1 1 0 0 0,1 0-1 0 0,-1 0 1 0 0,1 0-1 0 0,0 0 1 0 0,-1 0-1 0 0,1 0 1 0 0,-1 0 0 0 0,1 0-1 0 0,-2 0 1 0 0,-24 4 149 0 0,23-1-105 0 0,-8 9 9 0 0,8-9-25 0 0,0 1-17 0 0,-7 11 20 0 0,7-11 37 0 0,-5 14-63 0 0,7-14-15 0 0,0 0 22 0 0,0 1-15 0 0,1 0-28 0 0,0 1 0 0 0,0-1 1 0 0,0 1-1 0 0,1-1 1 0 0,0 0-1 0 0,1 7 1 0 0,0-8-251 0 0,2-2 4 0 0,-1-1 206 0 0,1 1 0 0 0,0-1 0 0 0,0 1 0 0 0,0-1 0 0 0,0 0 1 0 0,0-1-1 0 0,0 1 0 0 0,8-1 0 0 0,-7 0-8 0 0,-1-2 48 0 0,35-22 47 0 0,-35 21 27 0 0,0-2 21 0 0,10-12 37 0 0,-11 12 16 0 0,3-13 45 0 0,-5 15-146 0 0,1-2 148 0 0,-1 1-74 0 0,1-15-4 0 0,-2 14 96 0 0,0 5-192 0 0,0 0 0 0 0,-1 0 0 0 0,1 0 0 0 0,0 0 0 0 0,-1 0 0 0 0,1-1 0 0 0,0 1 0 0 0,-1 0 0 0 0,1 0 0 0 0,0-1 0 0 0,-1 1 0 0 0,1 0 0 0 0,0 0 0 0 0,0-1 0 0 0,-1 1 0 0 0,1 0 0 0 0,0-1 0 0 0,0 1 0 0 0,0 0 0 0 0,-1-1 0 0 0,1 1 0 0 0,0 0 0 0 0,0-1 0 0 0,0 1 0 0 0,0 0 0 0 0,0-1 0 0 0,0 0 0 0 0,0 1 2 0 0,0-1-1 0 0,0 1 0 0 0,-1-1 1 0 0,1 1-1 0 0,0-1 1 0 0,0 1-1 0 0,0-1 1 0 0,0 1-1 0 0,-1-1 0 0 0,1 1 1 0 0,0 0-1 0 0,0-1 1 0 0,-1 1-1 0 0,1-1 0 0 0,0 1 1 0 0,-1 0-1 0 0,1-1 1 0 0,0 1-1 0 0,-1 0 1 0 0,1-1-1 0 0,-1 1 0 0 0,1 0 1 0 0,0 0-1 0 0,-1-1 1 0 0,1 1-1 0 0,-1 0 0 0 0,1 0 1 0 0,-1 0-1 0 0,1 0 1 0 0,-1 0-1 0 0,1 0 1 0 0,-1-1-1 0 0,1 1 0 0 0,-1 0 1 0 0,1 0-1 0 0,-1 0 1 0 0,1 1-1 0 0,-1-1 0 0 0,0 0 1 0 0,-3 1 2 0 0,-1 1-1 0 0,0 0 1 0 0,1 0 0 0 0,-1 0 0 0 0,1 1-1 0 0,0-1 1 0 0,-1 1 0 0 0,1 0 0 0 0,1 1-1 0 0,-1-1 1 0 0,0 1 0 0 0,1-1-1 0 0,0 1 1 0 0,-1 0 0 0 0,2 0 0 0 0,-1 0-1 0 0,-2 5 1 0 0,3-5 0 0 0,1 1-3 0 0,-8 45-88 0 0,9-45 30 0 0,1-1-25 0 0,2 14-25 0 0,-2-14-9 0 0,1-1 19 0 0,6 9 2 0 0,-6-9 5 0 0,3-1-74 0 0,12 6 104 0 0,-13-6 7 0 0,2-3-13 0 0,16-4-13 0 0,-17 4 111 0 0,0-2 49 0 0,31-31 400 0 0,-33 30-367 0 0,-1 0-5 0 0,6-14-6 0 0,-6 14 31 0 0,-2-1-92 0 0,0 2-125 0 0,0 0 0 0 0,0 0 1 0 0,-1 0-1 0 0,1-1 0 0 0,-1 1 0 0 0,0 0 1 0 0,0 0-1 0 0,0 0 0 0 0,0 0 1 0 0,-1 1-1 0 0,-1-4 0 0 0,0 3-944 0 0,0 0-519 0 0,-13-5-437 0 0,13 6-562 0 0,-20-8-9446 0 0</inkml:trace>
</inkml:ink>
</file>

<file path=ppt/ink/ink3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06:20:14.5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213 107 18055,'0'4'0,"0"0"0,-1 0 0,1 0 0,-1 1 0,0-1 0,0 0 0,0 0 0,-1 0 0,1 0 0,-1-1 0,0 1 0,0 0 0,0-1 0,0 1 0,0-1 0,-1 1 0,1-1 0,-1 0 0,0 0 0,0 0 0,0 0 0,-1-1 0,1 1 0,0-1 0,-1 1 0,1-1 0,-1 0 0,0-1 0,0 1 0,0 0 0,0-1 0,0 0 0,0 0 0,0 0 0,0 0 0,0-1 0,0 1 0,0-1 0,0 0 0,-1 0 0,1 0 0,0-1 0,0 1 0,0-1 0,0 0 0,0 0 0,0 0 0,0 0 0,0-1 0,0 0 0,0 1 0,1-1 0,-1 0 0,0-1 0,1 1 0,0-1 0,0 1 0,-1-1 0,1 0 0,0 0 0,1 0 0,-1 0 0,1-1 0,-1 1 0,1-1 0,0 1 0,0-1 0,0 0 0,0 1 0,1-1 0,-1 0 0,1 0 0,0 0 0,0 0 0,1-1 0,-1 1 0,1 0 0,-1 0 0,1 0 0,0 0 0,1-1 0,-1 1 0,1 0 0,-1 0 0,1 0 0,0 0 0,0 0 0,1 0 0,-1 0 0,1 0 0,0 0 0,0 1 0,0-1 0,0 1 0,1-1 0,-1 1 0,1 0 0,-1 0 0,1 0 0,0 0 0,1 0 0,-1 0 0,0 1 0,0-1 0,1 1 0,0 0 0,-1 0 0,1 0 0,0 1 0,0-1 0,0 1 0,0-1 0,0 1 0,0 0 0,0 1 0,0-1 0,0 1 0,0-1 0,1 1 0,-1 0 0,0 1 0,0-1 0,0 1 0,0-1 0,0 1 0,0 0 0,0 1 0,0-1 0,0 1 0,0-1 0,0 1 0,0 0 0,-1 0 0,1 0 0,-1 1 0,0-1 0,1 1 0,-1 0 0,0 0 0,0 0 0,0 0 0,-1 0 0,1 0 0,-1 1 0,0-1 0,0 1 0,0-1 0,0 1 0,0 0 0,-1 0 0,1 0 0,-1 0 0,0 0 0,0 0 0,0 0 0,-1 0 0,1 0 0,-1 1 0,0-1 0</inkml:trace>
</inkml:ink>
</file>

<file path=ppt/ink/ink3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0:23.3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829 131 3000 0 0,'-2'-3'973'0'0,"-8"-10"-115"0"0,8 9-117 0 0,-1 1-76 0 0,-55-49 3112 0 0,44 40-3437 0 0,10 9-107 0 0,1 0 33 0 0,-12-8-17 0 0,11 9-21 0 0,-15-8 157 0 0,15 8-254 0 0,0 1-105 0 0,-36-10 445 0 0,35 10-390 0 0,0 1-9 0 0,-17 0-19 0 0,16 0 9 0 0,0 1-2 0 0,-13 3 60 0 0,-1 1 0 0 0,1 1 0 0 0,-20 8 0 0 0,-13 12 192 0 0,34-17-177 0 0,3 1-104 0 0,4-3-12 0 0,-14 12 189 0 0,1 2 1 0 0,1 0 0 0 0,0 2-1 0 0,-31 40 1 0 0,-30 47 496 0 0,69-92-418 0 0,1 1-1 0 0,1 0 1 0 0,0 1 0 0 0,2 1 0 0 0,-14 33-1 0 0,21-45-221 0 0,1 0 1 0 0,1 0-1 0 0,0 1 0 0 0,-2 16 0 0 0,2-17-55 0 0,-1 9 41 0 0,1-1-1 0 0,0 27 0 0 0,2-32-39 0 0,-40 354 1253 0 0,34-318-1186 0 0,-2 16 4 0 0,2 1 1 0 0,4 67 0 0 0,4-93-67 0 0,2 0 0 0 0,2 0 0 0 0,1 0 0 0 0,2-1 0 0 0,21 53 0 0 0,-24-70-3 0 0,1 0-1 0 0,2-1 1 0 0,0 0-1 0 0,1 0 0 0 0,0-1 1 0 0,2-1-1 0 0,1 0 0 0 0,0 0 1 0 0,1-1-1 0 0,18 17 0 0 0,71 69-34 0 0,-85-85 17 0 0,3 2-1 0 0,-7-9 23 0 0,10 8-2 0 0,0-1 0 0 0,1-2 0 0 0,1 0 0 0 0,49 20 0 0 0,125 39-45 0 0,-178-68 16 0 0,45 17-123 0 0,-54-20 162 0 0,95 33 23 0 0,257 74-143 0 0,-320-98 113 0 0,0-2 0 0 0,1-2 1 0 0,0-2-1 0 0,86 1 0 0 0,85-15 17 0 0,-202 5-67 0 0,201-16 113 0 0,-72-5 9 0 0,-75 10-97 0 0,-8 2 140 0 0,-10 0-174 0 0,13-5-58 0 0,-11-2 155 0 0,13-6-48 0 0,-53 19 11 0 0,65-26-18 0 0,-51 19 10 0 0,0-2 0 0 0,-2 0 0 0 0,1-1-1 0 0,-2-2 1 0 0,0 0 0 0 0,-1-2 0 0 0,-1 0 0 0 0,20-23-1 0 0,-24 20-6 0 0,-1-1-1 0 0,0-1 0 0 0,-2 0 0 0 0,22-46 0 0 0,-29 47 7 0 0,0 1-1 0 0,-2-1 1 0 0,-1 0 0 0 0,0-1 0 0 0,-2 1 0 0 0,1-36 0 0 0,-2 9 1 0 0,7-99 23 0 0,-2 61 49 0 0,-5-114 0 0 0,-4 182-116 0 0,-1 1 0 0 0,-6-25-1 0 0,7 36 44 0 0,-10-41-39 0 0,-1 0 0 0 0,-3 2 0 0 0,-1 0 0 0 0,-3 0 1 0 0,-29-49-1 0 0,32 69 26 0 0,0 2 1 0 0,-1 0-1 0 0,-2 1 0 0 0,-1 0 1 0 0,0 2-1 0 0,-2 1 1 0 0,0 0-1 0 0,-1 2 1 0 0,-33-20-1 0 0,-281-136-838 0 0,180 99 503 0 0,157 76 336 0 0,-262-118-187 0 0,205 98 174 0 0,32 12-10 0 0,-45-12-51 0 0,-14 3-56 0 0,82 16 127 0 0,-29-3-51 0 0,5 2 12 0 0,-241-4-14 0 0,196 8 39 0 0,18-2 140 0 0,-4 3-139 0 0,7-5-25 0 0,3-3 11 0 0,2-1 21 0 0,-193-33 362 0 0,234 39-341 0 0,-1 0-15 0 0,-16 0 12 0 0,17 0 46 0 0,-1 0-51 0 0,-16 2-1 0 0,17-1 7 0 0,0 1-27 0 0,-31 17-3029 0 0,33-17 1868 0 0,-13 7-6262 0 0</inkml:trace>
</inkml:ink>
</file>

<file path=ppt/ink/ink3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0:25.6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838 94 2384 0 0,'-29'-1'1125'0'0,"23"0"-230"0"0,0 1-279 0 0,-56 3 1931 0 0,36 1-1908 0 0,1 1 0 0 0,0 2-1 0 0,0 0 1 0 0,1 2 0 0 0,0 0 0 0 0,-35 20 0 0 0,47-23-484 0 0,-10 5 107 0 0,1 1 0 0 0,0 1 1 0 0,0 0-1 0 0,1 2 0 0 0,1 1 0 0 0,-21 21 0 0 0,18-15 62 0 0,1 2 0 0 0,1-1 0 0 0,1 2 0 0 0,-22 39 0 0 0,13-13 253 0 0,-29 71-1 0 0,24-34-383 0 0,3 1 0 0 0,4 1-1 0 0,-18 120 1 0 0,39-169-40 0 0,1 1 1 0 0,3 57-1 0 0,2-50-172 0 0,0 31 170 0 0,4 1 0 0 0,3-2-1 0 0,21 84 1 0 0,-15-103-91 0 0,3-1 0 0 0,3 0 0 0 0,2-2 0 0 0,43 81-1 0 0,-41-99-82 0 0,1-2-1 0 0,1 0 1 0 0,3-2-1 0 0,0-1 1 0 0,3-1-1 0 0,48 39 1 0 0,-60-58 29 0 0,0-1 1 0 0,1-1 0 0 0,0-1-1 0 0,1-1 1 0 0,0 0 0 0 0,35 8-1 0 0,-36-10-51 0 0,34 7 14 0 0,15 1 36 0 0,-12-5-42 0 0,-14-2 34 0 0,49 5-25 0 0,-45-8 9 0 0,2-4-27 0 0,1 1-45 0 0,0 0-13 0 0,1-2 45 0 0,-1-1 17 0 0,3 0-3 0 0,1 0-1 0 0,-40 0 37 0 0,330-18-32 0 0,-268 11 34 0 0,-1-5 0 0 0,121-33 0 0 0,-196 45 8 0 0,342-115 21 0 0,-285 91-1 0 0,-1-2 0 0 0,-1-3 1 0 0,91-63-1 0 0,-58 27-39 0 0,101-96 1 0 0,-166 137-19 0 0,-1-2 1 0 0,-1-1-1 0 0,-2 0 0 0 0,0-1 1 0 0,21-42-1 0 0,-30 46 31 0 0,0 0 0 0 0,-1 0-1 0 0,-2-1 1 0 0,0-1 0 0 0,-2 1 0 0 0,-1-1 0 0 0,3-36 0 0 0,-7 24 5 0 0,-2 0 0 0 0,-1 0 0 0 0,-2 0 0 0 0,-17-67 0 0 0,-56-135 3 0 0,53 181 5 0 0,-1 1 1 0 0,-54-86-1 0 0,57 111-8 0 0,0 1-1 0 0,-2 1 0 0 0,-1 2 1 0 0,-2 0-1 0 0,-43-36 0 0 0,-112-75-68 0 0,136 110 13 0 0,-1 1-1 0 0,-66-28 0 0 0,50 31 15 0 0,-295-97 27 0 0,160 57-11 0 0,-50-5 50 0 0,227 67-25 0 0,-39-3 0 0 0,49 6-3 0 0,4 0-3 0 0,-18 0-17 0 0,0 3 10 0 0,-35-1 22 0 0,52 0-2 0 0,-16 2-3 0 0,-22 4-18 0 0,-37 8 27 0 0,13 0-9 0 0,2 2 0 0 0,-91 37 0 0 0,136-46-5 0 0,4 1-8 0 0,10-4 8 0 0,-3 1-4 0 0,-1 0-2 0 0,1 0 0 0 0,0 1 0 0 0,1 0 0 0 0,-18 15 0 0 0,-6 12-101 0 0,32-30-45 0 0,0 0-65 0 0,-21 40-2406 0 0,22-40 1415 0 0,1 2-273 0 0,0-2 845 0 0,-2 8 1 0 0,5 3-3709 0 0,4 7-1785 0 0</inkml:trace>
</inkml:ink>
</file>

<file path=ppt/ink/ink3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0:27.6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956 89 2708 0 0,'-40'-20'2654'0'0,"-2"1"0"0"0,-82-24 0 0 0,119 42-2438 0 0,-1 0-28 0 0,-2 1-104 0 0,-1 0 0 0 0,1 0 0 0 0,0 0 0 0 0,0 1 0 0 0,0 1 0 0 0,0-1 0 0 0,0 1 0 0 0,0 0 0 0 0,-14 7 0 0 0,-20 18 201 0 0,2 1 1 0 0,2 2-1 0 0,0 2 1 0 0,2 1-1 0 0,-53 63 0 0 0,44-39 133 0 0,3 1 0 0 0,2 2 0 0 0,-42 87-1 0 0,56-90-233 0 0,3 1-1 0 0,2 0 0 0 0,3 2 0 0 0,-14 84 0 0 0,18-60-2 0 0,-3 161-1 0 0,16-218-219 0 0,3 36 19 0 0,0-17 12 0 0,2 0 31 0 0,4 0-18 0 0,1-11 28 0 0,2 0-1 0 0,1 0 1 0 0,2-1 0 0 0,1 0-1 0 0,1-2 1 0 0,25 36 0 0 0,-14-30 20 0 0,56 64 1 0 0,-66-85-38 0 0,0-1 0 0 0,1-1-1 0 0,1 0 1 0 0,0-2 0 0 0,33 18 0 0 0,4-5 53 0 0,1-3 1 0 0,1-2-1 0 0,1-3 1 0 0,82 14 0 0 0,-96-24-61 0 0,59 4 0 0 0,-68-9-3 0 0,135 5-46 0 0,-116-7 41 0 0,252-12 75 0 0,-19-23 11 0 0,-241 25-83 0 0,0-3 0 0 0,-1-1 0 0 0,-1-2 0 0 0,45-23 0 0 0,19-14-16 0 0,-2-5-1 0 0,141-101 0 0 0,-226 141 37 0 0,-2-2 0 0 0,0 0 0 0 0,-1-1-1 0 0,-1-1 1 0 0,-1-1 0 0 0,-1 0 0 0 0,0-1 0 0 0,14-32 0 0 0,-1-7-31 0 0,-3 0 0 0 0,22-80 0 0 0,-42 126 2 0 0,-4 8 4 0 0,1 0 0 0 0,-1 0 0 0 0,-1 0 0 0 0,0-1 0 0 0,0 1 0 0 0,-1-16 0 0 0,0-5 16 0 0,-1 0 0 0 0,-1-1 1 0 0,-1 1-1 0 0,-2 0 0 0 0,-1 1 1 0 0,-2-1-1 0 0,-11-30 0 0 0,-92-192 431 0 0,75 179-369 0 0,-4 2 0 0 0,-86-115 0 0 0,101 152-52 0 0,-2 2 0 0 0,-1 1-1 0 0,-1 2 1 0 0,-2 1 0 0 0,-1 1 0 0 0,-1 1 0 0 0,-49-27 0 0 0,48 36-20 0 0,-1 1 0 0 0,0 1 1 0 0,-1 2-1 0 0,-55-11 0 0 0,-152-13-41 0 0,71 22 2 0 0,115 13 153 0 0,-429 37-339 0 0,444-32 128 0 0,21-2 98 0 0,4 1 16 0 0,-1 3 90 0 0,-31 8-89 0 0,42-12-33 0 0,-14 7 2 0 0,-73 31-26 0 0,84-37 35 0 0,-33 24 10 0 0,-16 21-647 0 0,57-46 254 0 0,1-2 365 0 0,1 0 0 0 0,0 1 0 0 0,-1-1 0 0 0,1 0 0 0 0,-1 0 0 0 0,1 0 1 0 0,0 1-1 0 0,-1-1 0 0 0,1 0 0 0 0,-1 0 0 0 0,1 1 0 0 0,0-1 0 0 0,0 0 0 0 0,-1 1 0 0 0,1-1 0 0 0,0 0 0 0 0,-1 1 0 0 0,1-1 0 0 0,0 0 0 0 0,0 1 0 0 0,0-1 0 0 0,-1 1 0 0 0,1-1 0 0 0,0 1 0 0 0,0-1 0 0 0,0 1 0 0 0,-4 6-1665 0 0,23 7-13630 0 0</inkml:trace>
</inkml:ink>
</file>

<file path=ppt/ink/ink3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0:28.7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163 16 3552 0 0,'-23'-11'1338'0'0,"18"9"728"0"0,-1 2-1254 0 0,-1-1-535 0 0,5 0-142 0 0,0 1-1 0 0,0 0 1 0 0,0 0-1 0 0,0-1 1 0 0,0 1-1 0 0,-1 1 1 0 0,1-1 0 0 0,0 0-1 0 0,0 0 1 0 0,0 1-1 0 0,0-1 1 0 0,0 1-1 0 0,-3 1 1 0 0,3-2-89 0 0,-5 3 251 0 0,0-1 0 0 0,-1 1 0 0 0,1 0 0 0 0,-8 6 0 0 0,12-8-183 0 0,0 1 0 0 0,0 1 1 0 0,1-1-1 0 0,-1 0 1 0 0,0 1-1 0 0,1-1 0 0 0,0 1 1 0 0,0 0-1 0 0,-1-1 1 0 0,1 1-1 0 0,1 0 1 0 0,-1 1-1 0 0,0-1 0 0 0,1 0 1 0 0,0 0-1 0 0,-2 5 1 0 0,1 1 39 0 0,1 1 1 0 0,0-1-1 0 0,0 1 1 0 0,1-1-1 0 0,0 0 1 0 0,1 1-1 0 0,3 17 1 0 0,-2-18-91 0 0,0 0 1 0 0,1 0 0 0 0,0-1 0 0 0,0 1-1 0 0,1-1 1 0 0,1 0 0 0 0,-1 0 0 0 0,1 0-1 0 0,1-1 1 0 0,-1 0 0 0 0,1 0 0 0 0,0 0 0 0 0,1 0-1 0 0,0-1 1 0 0,14 10 0 0 0,43 12 32 0 0,-58-27-256 0 0,-1-2-81 0 0,2 0-128 0 0,-1-1-1 0 0,1 0 0 0 0,0 0 1 0 0,-1 0-1 0 0,1-1 0 0 0,-1 0 1 0 0,0 0-1 0 0,0-1 0 0 0,11-8 0 0 0,2-8-1704 0 0,23-30 0 0 0,-40 47 1761 0 0,0-1 71 0 0,7-14 55 0 0,-6 14 76 0 0,-1 1 70 0 0,29-61 7337 0 0,-30 64-7232 0 0,1 1 0 0 0,-1-1 0 0 0,0 1 0 0 0,1-1 0 0 0,-1 1 0 0 0,0 0 0 0 0,0-1 0 0 0,0 1 0 0 0,1 0 0 0 0,-1 0 0 0 0,0 0 0 0 0,1 2 0 0 0,0-2 67 0 0,2 2 362 0 0,-4 1-54 0 0,2 13-68 0 0,-1-12-51 0 0,0 0-20 0 0,28 110 1057 0 0,-28-111-1288 0 0,5 18 66 0 0,-4-17-119 0 0,-1 1 21 0 0,1-1 20 0 0,6 14 12 0 0,-6-14 58 0 0,0 0-412 0 0,-2-2-295 0 0,3 8 1096 0 0,29-13-18861 0 0</inkml:trace>
</inkml:ink>
</file>

<file path=ppt/ink/ink3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0:29.6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210 27 3888 0 0,'-4'-2'1242'0'0,"-6"-3"-245"0"0,1 1 1 0 0,-1 0-1 0 0,0 1 1 0 0,-17-4 0 0 0,23 7-800 0 0,0-1 0 0 0,0 1 0 0 0,-1 0 0 0 0,1 0 0 0 0,0 0 0 0 0,0 1 1 0 0,0-1-1 0 0,0 1 0 0 0,-1 0 0 0 0,1 0 0 0 0,0 0 0 0 0,1 1 0 0 0,-1-1 0 0 0,0 1 1 0 0,0 0-1 0 0,1 0 0 0 0,-6 5 0 0 0,3-3-84 0 0,1 0 1 0 0,0 1-1 0 0,1 0 1 0 0,-1 0 0 0 0,1 0-1 0 0,0 1 1 0 0,0-1-1 0 0,1 1 1 0 0,-1 0-1 0 0,1 0 1 0 0,1 0-1 0 0,-1 1 1 0 0,1-1-1 0 0,0 1 1 0 0,1-1-1 0 0,-2 8 1 0 0,2-9-79 0 0,0 1 0 0 0,1 0 0 0 0,0 0 0 0 0,0-1-1 0 0,0 1 1 0 0,1 0 0 0 0,-1 0 0 0 0,3 8 0 0 0,-2-9-18 0 0,1 1 5 0 0,-1 0 0 0 0,1-1 0 0 0,0 1 0 0 0,0 0 0 0 0,1-1 0 0 0,-1 1 0 0 0,7 8 0 0 0,-6-9-21 0 0,0 0-56 0 0,0-1 0 0 0,1 0-1 0 0,-1 0 1 0 0,1 0 0 0 0,0 0 0 0 0,0 0-1 0 0,8 6 1 0 0,-6-6-84 0 0,-3-2-176 0 0,0 0 0 0 0,1 0 0 0 0,-1 0 0 0 0,1-1 0 0 0,-1 1 0 0 0,1-1 0 0 0,0 0-1 0 0,-1 0 1 0 0,1 0 0 0 0,0 0 0 0 0,6 0 0 0 0,-6-1 413 0 0,1 1-956 0 0,1-2-118 0 0,-3 1 815 0 0,24-6-1444 0 0,-2-4-2660 0 0,-8 1 248 0 0</inkml:trace>
</inkml:ink>
</file>

<file path=ppt/ink/ink3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0:29.9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32 2040 0 0,'0'0'3772'0'0,"3"-3"-3191"0"0,6-9-76 0 0,-7 9 424 0 0,1 0-615 0 0,9-5 31 0 0,-9 5 713 0 0,2 4-842 0 0,23 0 326 0 0,-25 3-390 0 0,11 10-3 0 0,-10-11 4 0 0,-3 2-7 0 0,11 42 591 0 0,-11-41-552 0 0,-1-1-9 0 0,1 18-21 0 0,0-17 4 0 0,-2-1 5 0 0,0 17 2 0 0,1-16-1 0 0,-1-1-6 0 0,-1 6-240 0 0,0-3 427 0 0,1 0 0 0 0,-1 0 1 0 0,1 1-1 0 0,1-1 1 0 0,-1 0-1 0 0,2 13 0 0 0,6-22-257 0 0,1 1-51 0 0,-5 0-33 0 0,0 0 1 0 0,0 0 0 0 0,0-1-1 0 0,0 1 1 0 0,0-1 0 0 0,0 1 0 0 0,0-1-1 0 0,0 0 1 0 0,4-3 0 0 0,212-80-2354 0 0,-66 28-2620 0 0,-116 42 1977 0 0,-4 2-2157 0 0</inkml:trace>
</inkml:ink>
</file>

<file path=ppt/ink/ink3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0:30.9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116 45 3612 0 0,'-1'-4'514'0'0,"0"0"0"0"0,-1 0 0 0 0,0 0 0 0 0,0 0-1 0 0,0 0 1 0 0,0 1 0 0 0,-6-7 0 0 0,6 7 1333 0 0,-3 3-1271 0 0,-14-4-82 0 0,15 3-92 0 0,-13 13 539 0 0,15-11-873 0 0,0 0 1 0 0,0 1-1 0 0,0-1 1 0 0,1 0-1 0 0,-1 1 1 0 0,0-1-1 0 0,1 1 1 0 0,-1-1-1 0 0,1 1 1 0 0,-1 0-1 0 0,1-1 1 0 0,0 1-1 0 0,-2 3 1 0 0,-1 1-14 0 0,1-1 0 0 0,0 1 1 0 0,0 0-1 0 0,1 1 0 0 0,0-1 0 0 0,0 0 1 0 0,0 1-1 0 0,1-1 0 0 0,0 1 0 0 0,0-1 1 0 0,1 1-1 0 0,-1 0 0 0 0,1-1 0 0 0,1 1 1 0 0,-1 0-1 0 0,1-1 0 0 0,1 1 0 0 0,-1-1 1 0 0,1 1-1 0 0,0-1 0 0 0,0 0 0 0 0,1 0 1 0 0,3 6-1 0 0,5 5-15 0 0,1 0 0 0 0,23 23 1 0 0,-29-34-99 0 0,-2-1-87 0 0,1 0 0 0 0,0-1-1 0 0,0 0 1 0 0,0 0 0 0 0,1 0-1 0 0,0-1 1 0 0,8 5 0 0 0,12 1-2167 0 0,37 9 0 0 0,-58-17 793 0 0,2-1-1057 0 0,26-1-1834 0 0</inkml:trace>
</inkml:ink>
</file>

<file path=ppt/ink/ink3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0:31.5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55 35 3636 0 0,'0'0'7388'0'0,"1"-4"-7064"0"0,3-13-68 0 0,-2 13 299 0 0,3 3-473 0 0,14-5-7 0 0,-14 5 42 0 0,1 0-71 0 0,0 1 16 0 0,0-1 0 0 0,0 1-1 0 0,1 1 1 0 0,-1-1 0 0 0,0 1 0 0 0,0 0-1 0 0,0 1 1 0 0,0-1 0 0 0,0 1 0 0 0,9 4 0 0 0,-11-3 186 0 0,0 19-19 0 0,-3-18-119 0 0,-2 0 7 0 0,-24 52 452 0 0,23-52-458 0 0,0 0-11 0 0,-34 51 302 0 0,34-52 370 0 0,6-2-697 0 0,3 1-70 0 0,0-1 1 0 0,-1-1-1 0 0,1 1 0 0 0,0-1 1 0 0,9-1-1 0 0,-11 0-26 0 0,2 1 3 0 0,20 2 15 0 0,-21-2-32 0 0,-1 1 18 0 0,-1 0 22 0 0,0 0 0 0 0,0 0 0 0 0,0 0 1 0 0,0 1-1 0 0,0 0 0 0 0,0 0 0 0 0,0 0 0 0 0,-1 0 0 0 0,1 1 0 0 0,-1-1 0 0 0,0 1 0 0 0,0 0 0 0 0,5 5 0 0 0,-6-5 151 0 0,-2 3-58 0 0,-1 17 30 0 0,1-17-17 0 0,-2-1-4 0 0,-1 3-77 0 0,0 0 0 0 0,-1-1-1 0 0,0 1 1 0 0,0-1 0 0 0,-1 0 0 0 0,0 0 0 0 0,0-1 0 0 0,0 1 0 0 0,-1-1 0 0 0,0 0 0 0 0,0 0-1 0 0,0-1 1 0 0,-1 0 0 0 0,0 0 0 0 0,-13 6 0 0 0,16-9-3 0 0,-15 1-44 0 0,16-2-20 0 0,0 0 0 0 0,0-1 0 0 0,0 1-1 0 0,-1-1 1 0 0,1 0 0 0 0,0 0 0 0 0,0 0 0 0 0,-1 0 0 0 0,1 0-1 0 0,0-1 1 0 0,0 0 0 0 0,-1 1 0 0 0,-3-3 0 0 0,1 1-301 0 0,-1-1-1 0 0,1 0 1 0 0,0 0 0 0 0,-1-1-1 0 0,1 1 1 0 0,1-1 0 0 0,-1-1-1 0 0,1 1 1 0 0,0-1 0 0 0,0 0 0 0 0,-8-10-1 0 0,8 8-694 0 0,1 1 0 0 0,1-1 0 0 0,-1 1-1 0 0,1-1 1 0 0,0 0 0 0 0,-3-13-1 0 0</inkml:trace>
</inkml:ink>
</file>

<file path=ppt/ink/ink3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0:40.5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1046 118 3012 0 0,'0'0'2725'0'0,"-4"-1"-2061"0"0,-14-3 661 0 0,-1 0 1 0 0,-20 0-1 0 0,34 4-1188 0 0,0 1-25 0 0,-30 8 149 0 0,-51 19-1 0 0,81-26-240 0 0,1-1 39 0 0,3-1-54 0 0,0 0 0 0 0,0 0 0 0 0,0 0 0 0 0,0 0-1 0 0,0 0 1 0 0,0 0 0 0 0,0 0 0 0 0,0 0 0 0 0,0 0 0 0 0,0 1 0 0 0,0-1 0 0 0,0 1 0 0 0,1-1 0 0 0,-1 0 0 0 0,0 1 0 0 0,0-1 0 0 0,-1 2 0 0 0,-17 7 25 0 0,-51 18 206 0 0,-104 55-1 0 0,136-58-80 0 0,1 1-1 0 0,1 1 0 0 0,-52 51 0 0 0,29-25-16 0 0,42-36-28 0 0,1 0 0 0 0,1 1-1 0 0,1 0 1 0 0,-21 32 0 0 0,24-29-42 0 0,1 0 1 0 0,-9 24-1 0 0,18-40-48 0 0,0 12-7 0 0,-1-1-1 0 0,-6 28 0 0 0,-3 11 47 0 0,-23 114-10 0 0,-11 71-6 0 0,32-147-7 0 0,12-87-58 0 0,0 1 32 0 0,-24 134-40 0 0,25-134 36 0 0,-1-1-12 0 0,-1 17 2 0 0,1-16 7 0 0,1 0-8 0 0,0 22 14 0 0,0-22 5 0 0,0 0-3 0 0,-1 18-2 0 0,-1-2-2 0 0,2-19 2 0 0,3 51 6 0 0,-1-31-11 0 0,-2-17-8 0 0,1-1-25 0 0,5 16 44 0 0,-4-16 20 0 0,-1 0-16 0 0,6 15-5 0 0,-5-16-17 0 0,0 1-4 0 0,12 30 5 0 0,-13-33 4 0 0,24 36 30 0 0,-21-29-35 0 0,20 25 26 0 0,-6-14-53 0 0,-15-17 36 0 0,0 0 4 0 0,10 9 8 0 0,-10-9-5 0 0,1 0 4 0 0,12 8-12 0 0,-12-9 16 0 0,1 1-5 0 0,11 5-21 0 0,-12-6 20 0 0,0 0-11 0 0,12 5 1 0 0,-12-6 0 0 0,0 1-157 0 0,11 4 131 0 0,-11-4 76 0 0,0 0-31 0 0,38 16 4 0 0,-37-17-84 0 0,-1 1 86 0 0,47 10 16 0 0,-45-11-50 0 0,-1 0-11 0 0,16 2 23 0 0,-16-2-15 0 0,0-1-65 0 0,15 1 76 0 0,-15 0 28 0 0,0-1-24 0 0,16 1 2 0 0,-16-1-35 0 0,0 0-108 0 0,49-3 230 0 0,-48 3-138 0 0,-1-1 42 0 0,46-6 53 0 0,-46 7-39 0 0,0-1-3 0 0,15-2 5 0 0,-15 2 20 0 0,0 0-47 0 0,14-1 1 0 0,-14 2 2 0 0,1-1 9 0 0,16-2 3 0 0,-17 2 18 0 0,1 0-23 0 0,45-7 136 0 0,-47 7-160 0 0,1 0-11 0 0,15-1 14 0 0,-15 2 11 0 0,1 0-68 0 0,16 0 62 0 0,-17 0 24 0 0,1-1-18 0 0,5 1 6 0 0,5-1 8 0 0,-1-1-1 0 0,30-6 1 0 0,-21 0-77 0 0,-20 6 47 0 0,0 0-27 0 0,40-19-224 0 0,-40 18 199 0 0,-1 1-66 0 0,28-21 130 0 0,-28 20-2 0 0,0 1-8 0 0,30-21-65 0 0,-29 21 98 0 0,0-1-17 0 0,11-5 8 0 0,-11 5-33 0 0,13-9-50 0 0,-13 10 139 0 0,-1 0-38 0 0,12-7-10 0 0,-11 7 14 0 0,0-1-76 0 0,11-7 25 0 0,-11 8-4 0 0,0 0-19 0 0,34-22 21 0 0,-35 22 43 0 0,1 1-4 0 0,11-6-8 0 0,-11 5-6 0 0,0 1 3 0 0,14-6 12 0 0,-14 6 22 0 0,1-1-31 0 0,12-3 2 0 0,-13 3-12 0 0,1 1-166 0 0,12-3 173 0 0,-12 3 48 0 0,0 0-56 0 0,107-14 85 0 0,-107 14-114 0 0,0 1-130 0 0,69-12 297 0 0,-69 11-108 0 0,0 0 3 0 0,17-3-10 0 0,-16 3-8 0 0,-1 0 16 0 0,17-4-22 0 0,-16 4 7 0 0,-1 0-1 0 0,16-5 8 0 0,-16 5-57 0 0,0 0-143 0 0,14-5 224 0 0,-15 5 21 0 0,0 0-42 0 0,13-4-1 0 0,-13 4-23 0 0,0 0 28 0 0,13-6 10 0 0,-12 6-12 0 0,-1-1 3 0 0,14-3 4 0 0,-14 3-13 0 0,1 0-7 0 0,48-19-48 0 0,-38 15 49 0 0,-11 4-1 0 0,0 0-10 0 0,12-5 4 0 0,-12 5-25 0 0,0 0-16 0 0,34-22-188 0 0,-34 22 183 0 0,0 0 23 0 0,0 0 1 0 0,0 0-1 0 0,0 0 0 0 0,0 0 1 0 0,-1-1-1 0 0,1 0 0 0 0,3-3 1 0 0,-2 2-6 0 0,61-40-99 0 0,-49 34 126 0 0,-14 8 99 0 0,19-11-93 0 0,-18 10-24 0 0,0 0 4 0 0,13-6-2 0 0,-13 6 11 0 0,-1 0 11 0 0,11-10 8 0 0,7-6 19 0 0,-17 16-48 0 0,-4 2 16 0 0,1 0-1 0 0,-1 1 1 0 0,1-1-1 0 0,-1 0 1 0 0,1 0-1 0 0,0 0 1 0 0,-1 0-1 0 0,1 0 1 0 0,0 1-1 0 0,0-1 1 0 0,0 0-1 0 0,0 1 1 0 0,-1-1-1 0 0,3 0 1 0 0,4-5-215 0 0,22-21 339 0 0,-27 25-94 0 0,13-12-7 0 0,-12 12-11 0 0,0-1-3 0 0,10-9-3 0 0,-10 9 10 0 0,0 0 2 0 0,27-27-161 0 0,-26 27 134 0 0,0-1-30 0 0,52-52-200 0 0,-53 53 227 0 0,0 0 9 0 0,12-11 1 0 0,-11 10-3 0 0,0 1-12 0 0,10-12 6 0 0,-11 12 8 0 0,-1 2 6 0 0,-1 0 0 0 0,1 0-1 0 0,-1 0 1 0 0,1-1 0 0 0,-1 1 0 0 0,0 0 0 0 0,1-1-1 0 0,-1 1 1 0 0,0-1 0 0 0,1-1 0 0 0,1-1 10 0 0,1 0-17 0 0,8-11-13 0 0,-8 11-12 0 0,-2 0-31 0 0,10-12-44 0 0,-9 12 52 0 0,0-1 25 0 0,46-69-162 0 0,-47 71 0 0 0,-1 1 192 0 0,-1 1 0 0 0,1-1 0 0 0,-1 1 0 0 0,1-1 1 0 0,0 1-1 0 0,0-1 0 0 0,0 1 0 0 0,0-1 0 0 0,0 1 1 0 0,0 0-1 0 0,0 0 0 0 0,2-2 0 0 0,-1 1 2 0 0,12-19 4 0 0,126-172 152 0 0,-138 190-161 0 0,2 0 13 0 0,10-12 23 0 0,-11 12-32 0 0,1-1-11 0 0,10-11-1 0 0,-11 11 6 0 0,1 0 3 0 0,50-55-4 0 0,-5 3 207 0 0,-46 52-190 0 0,0 0-45 0 0,27-34-27 0 0,-7 9 269 0 0,-1 0 0 0 0,33-60-1 0 0,-54 85-97 0 0,2 0-15 0 0,11-41 273 0 0,-13 40-313 0 0,-2 1-11 0 0,-4-14-3 0 0,4 14 1 0 0,-2-1-14 0 0,-14-18-14 0 0,0 1-1 0 0,-2 1 1 0 0,0 1 0 0 0,-2 0 0 0 0,-22-17-1 0 0,19 19-13 0 0,-6-2-6 0 0,-65-29 8 0 0,80 42 7 0 0,-1 0 0 0 0,-22-5 0 0 0,27 9-16 0 0,-47-15-5 0 0,-27-7-78 0 0,-105-16 0 0 0,-96 16 273 0 0,283 25-182 0 0,-2 0 0 0 0,-3 1-17 0 0,0 0 0 0 0,1-1 1 0 0,-1 0-1 0 0,-16-1 0 0 0,15 0 1 0 0,-1 0 0 0 0,0 1 0 0 0,-18 2 0 0 0,-72 8 8 0 0,-43 9-40 0 0,136-18 39 0 0,-366 85 38 0 0,306-70-89 0 0,53-14 91 0 0,0 1 1 0 0,0 0-1 0 0,0 1 0 0 0,1 1 0 0 0,0 0 0 0 0,0 1 1 0 0,-19 11-1 0 0,23-10-138 0 0,0 0 1 0 0,0 0-1 0 0,0 1 1 0 0,1 1-1 0 0,0-1 1 0 0,0 1-1 0 0,1 0 1 0 0,0 1-1 0 0,1 0 1 0 0,-7 14 0 0 0,5-9-1158 0 0,2 1 1 0 0,0-1 0 0 0,1 1 0 0 0,-4 19-1 0 0,4-4-3932 0 0</inkml:trace>
</inkml:ink>
</file>

<file path=ppt/ink/ink3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0:17.9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135 32 3204 0 0,'0'0'7537'0'0,"-4"-2"-7052"0"0,-13-5-62 0 0,13 6 2359 0 0,1-1-2479 0 0,-39-18 2386 0 0,41 20-2686 0 0,1 0 0 0 0,-1 0 0 0 0,1 0 0 0 0,-1 0 0 0 0,1 0 0 0 0,-1 0 0 0 0,1 1 0 0 0,-1-1 0 0 0,1 0-1 0 0,-1 0 1 0 0,1 0 0 0 0,-1 0 0 0 0,1 1 0 0 0,-1-1 0 0 0,1 0 0 0 0,0 0 0 0 0,-1 1 0 0 0,1-1 0 0 0,-1 0 0 0 0,1 1 0 0 0,0-1 0 0 0,-1 0 0 0 0,1 1 0 0 0,-1 0 0 0 0,-10 5 124 0 0,8-2-61 0 0,-1-1 0 0 0,1 1 0 0 0,0 1 0 0 0,0-1 0 0 0,1 0 0 0 0,-1 1 0 0 0,-1 4 0 0 0,1-5 26 0 0,-4 16 62 0 0,6-17-18 0 0,0 3-136 0 0,-3 14 85 0 0,3-15 102 0 0,1 1-121 0 0,0 14-18 0 0,0-14-20 0 0,2-3 4 0 0,20 34 53 0 0,-19-33-80 0 0,-3-4-5 0 0,1 0 0 0 0,-1 0 0 0 0,1 0-1 0 0,-1 0 1 0 0,1 0 0 0 0,-1 0 0 0 0,0 0-1 0 0,1 0 1 0 0,-1 1 0 0 0,1-1-1 0 0,-1 0 1 0 0,1 0 0 0 0,-1 0 0 0 0,1 1-1 0 0,-1-1 1 0 0,0 0 0 0 0,1 1 0 0 0,-1-1-1 0 0,1 0 1 0 0,-1 1 0 0 0,0-1-1 0 0,1 1 1 0 0,13 10 54 0 0,-7-9-44 0 0,0 0 0 0 0,1 0 1 0 0,-1-1-1 0 0,11 0 0 0 0,-13-1-11 0 0,0-2-3 0 0,35-24 8 0 0,-36 23-56 0 0,-3 1 56 0 0,0 0 0 0 0,0 1 0 0 0,-1-1 0 0 0,2 0 0 0 0,-1 1 0 0 0,0-1 0 0 0,0 0 0 0 0,0 1 0 0 0,1-1 0 0 0,2-1 0 0 0,-1-1 16 0 0,-1-1 4 0 0,6-15-13 0 0,-6 15 13 0 0,-2 4-23 0 0,-1 1 0 0 0,1-1 1 0 0,0 0-1 0 0,0 1 0 0 0,0-1 0 0 0,0 0 0 0 0,0 0 0 0 0,0 1 0 0 0,0-1 1 0 0,0 0-1 0 0,0 0 0 0 0,0 1 0 0 0,1-1 0 0 0,-1 0 0 0 0,0 1 0 0 0,0-1 0 0 0,1 0 1 0 0,-1 1-1 0 0,0-1 0 0 0,1-1 0 0 0,4-11 126 0 0,-4-13 43 0 0,0 21 2 0 0,-2 0-99 0 0,0 0-42 0 0,-1-1 0 0 0,1 1 0 0 0,-1-1 0 0 0,0 1 0 0 0,-5-7 0 0 0,5 8 21 0 0,-2 3-44 0 0,-12-3 2 0 0,12 3-5 0 0,-1 2 4 0 0,-12 6-5 0 0,13-6 16 0 0,0 2-36 0 0,-26 27-14 0 0,27-27 38 0 0,1 2-2 0 0,-14 41 31 0 0,15-41-17 0 0,1 0 5 0 0,1 13-21 0 0,-1-13 2 0 0,2-1-20 0 0,5 11 24 0 0,-5-11 30 0 0,1-2-36 0 0,11 8-15 0 0,-10-7 11 0 0,21-2 13 0 0,-21-1-7 0 0,-3 0-11 0 0,-1-1 5 0 0,0 1 0 0 0,1 0-1 0 0,-1-1 1 0 0,1 1 0 0 0,-1 0-1 0 0,0-1 1 0 0,1 1 0 0 0,-1 0-1 0 0,1 0 1 0 0,-1-1 0 0 0,1 1-1 0 0,-1 0 1 0 0,0 0 0 0 0,1 0-1 0 0,-1 0 1 0 0,1-1 0 0 0,-1 1-1 0 0,1 0 1 0 0,-1 0 0 0 0,1 0-1 0 0,-1 0 1 0 0,2 0 0 0 0,9-5 76 0 0,-1-10-65 0 0,-8 13-11 0 0,0-2 113 0 0,-1-1-119 0 0,4-13-14 0 0,-4 13 10 0 0,0 0-33 0 0,-1-1 32 0 0,0 1 1 0 0,0-1 0 0 0,-1 0-1 0 0,1 0 1 0 0,-4-10-1 0 0,3 12-1 0 0,-3 5-25 0 0,-2 0 40 0 0,3-1 2 0 0,1 1 0 0 0,-1-1 0 0 0,1 1 0 0 0,-1-1 0 0 0,1 1 0 0 0,-1 0 0 0 0,1 0 0 0 0,-1 0 0 0 0,1 1 0 0 0,-2 0 0 0 0,-1 2-11 0 0,0 1 0 0 0,1-1 0 0 0,-1 1 0 0 0,1-1 0 0 0,1 1 0 0 0,-1 0 0 0 0,1 1 0 0 0,-5 7 0 0 0,6-9 14 0 0,0 1 0 0 0,1 0 1 0 0,-1 0-1 0 0,1 0 0 0 0,0-1 1 0 0,0 1-1 0 0,1 0 0 0 0,-1 1 1 0 0,1-1-1 0 0,0 0 0 0 0,0 0 1 0 0,2 9-1 0 0,0-9 65 0 0,-2-4-71 0 0,0-1 1 0 0,1 1 0 0 0,-1 0 0 0 0,1-1 0 0 0,-1 1 0 0 0,1 0 0 0 0,0-1 0 0 0,-1 1 0 0 0,1-1 0 0 0,0 1 0 0 0,-1-1 0 0 0,1 1 0 0 0,0-1 0 0 0,-1 0 0 0 0,1 1 0 0 0,0-1-1 0 0,0 0 1 0 0,0 1 0 0 0,-1-1 0 0 0,1 0 0 0 0,0 0 0 0 0,0 0 0 0 0,0 0 0 0 0,-1 0 0 0 0,1 0 0 0 0,0 0 0 0 0,0 0 0 0 0,0 0 0 0 0,0 0 0 0 0,0-1 0 0 0,19-1-22 0 0,-15 2 22 0 0,-2-3 13 0 0,2-1 65 0 0,0-1 0 0 0,0-1 0 0 0,-1 1 0 0 0,0-1 0 0 0,0 1 0 0 0,6-14 0 0 0,-8 16 71 0 0,-2-2-132 0 0,3-15-49 0 0,-3 15-106 0 0,-24 17-20880 0 0</inkml:trace>
</inkml:ink>
</file>

<file path=ppt/ink/ink3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0:20.3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119 76 3232 0 0,'0'0'11977'0'0,"2"-3"-11742"0"0,-1 1-179 0 0,0 1 0 0 0,-1-1 0 0 0,1 1 0 0 0,0 0 0 0 0,-1-1 1 0 0,0 1-1 0 0,1-1 0 0 0,-1 1 0 0 0,0-1 0 0 0,0 1 0 0 0,1-1 0 0 0,-1 1 0 0 0,-1-1 0 0 0,1 1 0 0 0,0-1 0 0 0,0 1 0 0 0,0-1 1 0 0,-1 1-1 0 0,1-1 0 0 0,-1 1 0 0 0,1-1 0 0 0,-1 1 0 0 0,0 0 0 0 0,1-1 0 0 0,-1 1 0 0 0,0 0 0 0 0,0 0 0 0 0,0-1 0 0 0,0 1 0 0 0,0 0 1 0 0,0 0-1 0 0,0 0 0 0 0,0 0 0 0 0,-1 0 0 0 0,0 0 0 0 0,-2-1 31 0 0,-2 4-73 0 0,0 0 1 0 0,-1 1 0 0 0,1 0-1 0 0,0 0 1 0 0,0 1 0 0 0,1-1-1 0 0,-1 1 1 0 0,-9 10 0 0 0,12-12-11 0 0,2-1 4 0 0,0 0 0 0 0,0 0 0 0 0,0 0 0 0 0,0 0 0 0 0,0 0 0 0 0,0 0 0 0 0,0 0 0 0 0,1 0 0 0 0,-1 0 0 0 0,0 0 0 0 0,1 1 0 0 0,-1-1 1 0 0,1 0-1 0 0,-1 0 0 0 0,1 1 0 0 0,-1 1 0 0 0,-4 15 62 0 0,4-14-97 0 0,2 0-15 0 0,2 14 34 0 0,-2-14 7 0 0,1 0-26 0 0,8 11 15 0 0,-8-11 1 0 0,1-1-5 0 0,10 8-4 0 0,-10-9 13 0 0,26-3 9 0 0,-23 1-13 0 0,-6-1 3 0 0,0 1 9 0 0,0 0 0 0 0,0-1 0 0 0,0 1 0 0 0,0 0 0 0 0,1-1 0 0 0,-1 1 0 0 0,0 0 1 0 0,0-1-1 0 0,0 1 0 0 0,0 0 0 0 0,1-1 0 0 0,-1 1 0 0 0,0 0 0 0 0,0 0 0 0 0,0-1 0 0 0,1 1 1 0 0,-1 0-1 0 0,0 0 0 0 0,1-1 0 0 0,-1 1 0 0 0,0 0 0 0 0,0 0 0 0 0,1 0 0 0 0,-1 0 0 0 0,0-1 1 0 0,1 1-1 0 0,0 0 0 0 0,-1 0 7 0 0,1-1-1 0 0,0 1 1 0 0,0-1 0 0 0,0 1 0 0 0,0-1 0 0 0,0 0 0 0 0,-1 1 0 0 0,1-1 0 0 0,0 0-1 0 0,0 1 1 0 0,-1-1 0 0 0,1 0 0 0 0,-1 0 0 0 0,1 0 0 0 0,0-1 0 0 0,6-14 91 0 0,-5 13 135 0 0,-1-2-169 0 0,5-51 209 0 0,-6 51-249 0 0,-1-16 21 0 0,0 16 75 0 0,0 1-107 0 0,0 1-14 0 0,0 1 0 0 0,1 0 1 0 0,-2 0-1 0 0,1-1 0 0 0,0 1 0 0 0,0 0 1 0 0,-1 0-1 0 0,1 0 0 0 0,-1 0 0 0 0,0 0 1 0 0,1 1-1 0 0,-1-1 0 0 0,0 0 0 0 0,-2-1 1 0 0,0 1 25 0 0,-1 4-106 0 0,-1-1 92 0 0,0 2 0 0 0,0-1 1 0 0,0 0-1 0 0,0 1 0 0 0,1 0 1 0 0,-1 1-1 0 0,1-1 0 0 0,0 1 0 0 0,0 0 1 0 0,0 1-1 0 0,0-1 0 0 0,-7 9 1 0 0,11-12-11 0 0,0 0 0 0 0,0 0 0 0 0,0 1 0 0 0,0-1 0 0 0,0 0 0 0 0,1 0 0 0 0,-1 1 0 0 0,0-1 0 0 0,0 0 0 0 0,1 1 0 0 0,-1-1 0 0 0,1 1 0 0 0,-1-1 0 0 0,1 2 0 0 0,-1 2 3 0 0,-1 0-14 0 0,4 44-233 0 0,-1-44 132 0 0,0-4 90 0 0,-1 1 0 0 0,1-1-1 0 0,0 1 1 0 0,0-1 0 0 0,0 1-1 0 0,0-1 1 0 0,0 0 0 0 0,0 1-1 0 0,0-1 1 0 0,0 0 0 0 0,0 0-1 0 0,2 1 1 0 0,-2-1-10 0 0,1 2-39 0 0,1 0 0 0 0,1 1 1 0 0,-1-1-1 0 0,0-1 0 0 0,1 1 1 0 0,-1 0-1 0 0,1-1 1 0 0,7 4-1 0 0,-8-4 73 0 0,1 0-78 0 0,1-1 18 0 0,34 1-81 0 0,-27-2 125 0 0,-9-2 70 0 0,-1-1 9 0 0,-1 0 0 0 0,1 0 0 0 0,0 0 0 0 0,-1 0 0 0 0,1-1 0 0 0,-1 1 0 0 0,0 0 0 0 0,0 0 0 0 0,0-1 0 0 0,-1 1 0 0 0,1-1 0 0 0,-1 1-1 0 0,0-1 1 0 0,0-3 0 0 0,-6-39 433 0 0,5 41-383 0 0,-1 1-30 0 0,-18-30 198 0 0,17 31-139 0 0,-2 3-153 0 0,-19-3-46 0 0,22 4 59 0 0,0-1 0 0 0,1 1-1 0 0,-1 0 1 0 0,1 0 0 0 0,0 0-1 0 0,-1 1 1 0 0,1-1 0 0 0,0 0-1 0 0,-1 0 1 0 0,1 1 0 0 0,-1 1-1 0 0,-1 0 16 0 0,-1 6 12 0 0,3-8-37 0 0,0-1-1 0 0,1 1 1 0 0,-1-1-1 0 0,1 1 1 0 0,-1 0 0 0 0,1-1-1 0 0,-1 1 1 0 0,1 0-1 0 0,0-1 1 0 0,-1 1-1 0 0,1 0 1 0 0,0 0 0 0 0,-1-1-1 0 0,1 1 1 0 0,0 0-1 0 0,0 0 1 0 0,0-1 0 0 0,0 1-1 0 0,0 0 1 0 0,0 0-1 0 0,0-1 1 0 0,0 3-1 0 0,0 3-43 0 0,1 0 0 0 0,-1 0 0 0 0,2 0-1 0 0,-1 0 1 0 0,0 0 0 0 0,1 0 0 0 0,0 0-1 0 0,1 0 1 0 0,-1 0 0 0 0,4 5 0 0 0,-3-8-40 0 0,14 11-50 0 0,-13-11 61 0 0,12 3-29 0 0,-13-4 97 0 0,1-1-11 0 0,0-3 31 0 0,13-7 17 0 0,-12 7 113 0 0,-1-7-39 0 0,-4 8-78 0 0,1 1 0 0 0,-1-1 0 0 0,1 1 0 0 0,-1-1 1 0 0,0 1-1 0 0,1-1 0 0 0,-1 0 0 0 0,0 1 0 0 0,1-1 0 0 0,-1 0 1 0 0,0 1-1 0 0,0-1 0 0 0,1 0 0 0 0,-1 0 0 0 0,0 1 0 0 0,0-1 1 0 0,0 0-1 0 0,0 0 0 0 0,0 1 0 0 0,0-1 0 0 0,0 0 0 0 0,0 0 0 0 0,0 1 1 0 0,-1-2-1 0 0,0-21 100 0 0,1 18 105 0 0,-3 1-116 0 0,1 0-52 0 0,-1 1 0 0 0,0-1 1 0 0,0 1-1 0 0,-1 0 0 0 0,1 0 0 0 0,-1 0 1 0 0,-6-4-1 0 0,6 5 162 0 0,-23 9-120 0 0,21-6-50 0 0,2 1-48 0 0,0 0 0 0 0,0 0 1 0 0,0 1-1 0 0,1-1 0 0 0,-1 1 0 0 0,1 0 0 0 0,0 0 0 0 0,-1 1 0 0 0,1-1 0 0 0,1 1 1 0 0,-1-1-1 0 0,0 1 0 0 0,1 0 0 0 0,0 0 0 0 0,-3 6 0 0 0,2 14-291 0 0,4-22 268 0 0,0-1 0 0 0,0 0 0 0 0,0 1-1 0 0,0-1 1 0 0,0 0 0 0 0,0 0 0 0 0,1 1 0 0 0,-1-1 0 0 0,0 0-1 0 0,3 1 1 0 0,-1 1-115 0 0,3-4-369 0 0,18-1 497 0 0,-18 2 14 0 0,-4-1-10 0 0,-1-1-1 0 0,1 1 1 0 0,-1 0-1 0 0,0 0 1 0 0,1 0-1 0 0,0 0 0 0 0,-1 0 1 0 0,1 1-1 0 0,0-1 1 0 0,1 0-1 0 0,1-1 21 0 0,0-2-16 0 0,26-30 138 0 0,-27 31-37 0 0,1-7 15 0 0,-3 9-104 0 0,-1 1-1 0 0,0 0 1 0 0,1-1 0 0 0,-1 1 0 0 0,0-1 0 0 0,1 1-1 0 0,-1 0 1 0 0,0-1 0 0 0,0 1 0 0 0,1-1 0 0 0,-1 1 0 0 0,0-1-1 0 0,0 1 1 0 0,0-1 0 0 0,0 1 0 0 0,1-1 0 0 0,-1 1 0 0 0,0-1-1 0 0,0 1 1 0 0,0-1 0 0 0,0 0 0 0 0,0 1 0 0 0,0-1 0 0 0,-1 1-1 0 0,1-1 1 0 0,0 1 0 0 0,0-1 0 0 0,0 1 0 0 0,0-1 0 0 0,-1 1-1 0 0,1-1 1 0 0,-7-12 95 0 0,5 9 218 0 0,-3 5-275 0 0,-15 4-11 0 0,15-4 5 0 0,3 1-43 0 0,-1 1 1 0 0,1 0-1 0 0,0 0 0 0 0,0 0 1 0 0,0 0-1 0 0,0 0 1 0 0,0 0-1 0 0,1 0 1 0 0,-2 5-1 0 0,2-5-19 0 0,2 2-126 0 0,3 15 64 0 0,-2-15-4 0 0,0-2-39 0 0,0-1 105 0 0,1 0-1 0 0,-1 0 1 0 0,1 0-1 0 0,0 0 1 0 0,-1 0-1 0 0,1-1 1 0 0,0 1-1 0 0,0-1 1 0 0,5 2 0 0 0,-4-2-5 0 0,0-2 17 0 0,12-4 7 0 0,-12 4 1 0 0,24-28 101 0 0,-26 26-45 0 0,0-2-18 0 0,3-11 5 0 0,-3 12 109 0 0,-4 0-123 0 0,-3-12-23 0 0,3 11 38 0 0,-3 6-24 0 0,-16 1-19 0 0,16-1 2 0 0,1 0-8 0 0,1 1 1 0 0,0 0-1 0 0,0 0 1 0 0,-1 1 0 0 0,1-1-1 0 0,1 1 1 0 0,-1-1-1 0 0,0 1 1 0 0,-3 5 0 0 0,3-5-124 0 0,-1 6 140 0 0,3-8-30 0 0,1-1-1 0 0,-1 0 1 0 0,1 1 0 0 0,0-1 0 0 0,-1 1 0 0 0,1-1-1 0 0,0 1 1 0 0,-1-1 0 0 0,1 1 0 0 0,0-1 0 0 0,0 1-1 0 0,0 0 1 0 0,-1-1 0 0 0,1 1 0 0 0,0-1 0 0 0,0 1-1 0 0,0 0 1 0 0,0-1 0 0 0,0 1 0 0 0,0-1 0 0 0,0 1-1 0 0,0 0 1 0 0,0-1 0 0 0,0 1 0 0 0,0-1 0 0 0,1 1-1 0 0,-1 0 1 0 0,5 21-231 0 0,0-22 241 0 0,14-1 2 0 0,-14 1 41 0 0,-2-3-28 0 0,-2 2-6 0 0,0 0-2 0 0,0 1-1 0 0,-1-1 1 0 0,1 1-1 0 0,0-1 1 0 0,-1 1-1 0 0,1-1 1 0 0,0 0-1 0 0,-1 1 1 0 0,1-1-1 0 0,-1 0 1 0 0,1 1-1 0 0,-1-1 1 0 0,1 0-1 0 0,-1 0 1 0 0,0 0 0 0 0,1 1-1 0 0,-1-1 1 0 0,0 0-1 0 0,0 0 1 0 0,1 0-1 0 0,-1-1 1 0 0,2-17 8 0 0,-1 14 24 0 0,-3 2-17 0 0,2 2-12 0 0,-1 0-1 0 0,1 1 1 0 0,0-1-1 0 0,0 0 1 0 0,-1 0 0 0 0,1 1-1 0 0,0-1 1 0 0,-1 0-1 0 0,1 0 1 0 0,-1 1 0 0 0,1-1-1 0 0,-1 0 1 0 0,1 1 0 0 0,-1-1-1 0 0,0 1 1 0 0,1-1-1 0 0,-1 1 1 0 0,0-1 0 0 0,1 1-1 0 0,-1-1 1 0 0,0 1 0 0 0,0-1-1 0 0,1 1 1 0 0,-1 0-1 0 0,0 0 1 0 0,-1-1 0 0 0,-20 2 4 0 0,16-1 2 0 0,-13 14 79 0 0,17-11-92 0 0,1-1-5 0 0,0 1-1 0 0,0-1 1 0 0,0 0-1 0 0,1 1 0 0 0,-1-1 1 0 0,1 1-1 0 0,-1-1 1 0 0,1 1-1 0 0,0-1 1 0 0,0 1-1 0 0,0-1 1 0 0,0 0-1 0 0,0 1 0 0 0,2 4 1 0 0,-1-2-65 0 0,3-4-39 0 0,14 6 76 0 0,-14-6 5 0 0,1-2 15 0 0,14-3 13 0 0,-18 4 18 0 0,0-1 0 0 0,0 1 0 0 0,0 0 0 0 0,0 0 0 0 0,0-1 0 0 0,0 1 0 0 0,0 0 0 0 0,0-1 0 0 0,-1 1 0 0 0,1-1 0 0 0,0 1-1 0 0,0-1 1 0 0,0 1 0 0 0,-1-1 0 0 0,1 0 0 0 0,0 1 0 0 0,0-1 0 0 0,-1 0 0 0 0,1 0 0 0 0,-1 1 0 0 0,1-1 0 0 0,-1 0 0 0 0,1 0 0 0 0,-1 0-1 0 0,1 0 1 0 0,-1 0 0 0 0,1-2 0 0 0,-3-1-368 0 0,0-5 346 0 0</inkml:trace>
</inkml:ink>
</file>

<file path=ppt/ink/ink3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0:32.9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77 5 3212 0 0,'0'0'4407'0'0,"-4"-1"-3891"0"0,2 0-363 0 0,-1 0 0 0 0,1 1 0 0 0,-1-1 0 0 0,1 1 1 0 0,-1-1-1 0 0,0 1 0 0 0,1 0 0 0 0,-1 0 0 0 0,0 0 1 0 0,1 1-1 0 0,-1-1 0 0 0,1 1 0 0 0,-1-1 0 0 0,1 1 0 0 0,-3 1 1 0 0,0 0 160 0 0,2 1-18 0 0,-17 40 582 0 0,19-38-719 0 0,1 5-120 0 0,1 1-1 0 0,0-1 1 0 0,1 1 0 0 0,0-1-1 0 0,1 1 1 0 0,0-1 0 0 0,0 0-1 0 0,1 0 1 0 0,1-1 0 0 0,-1 1-1 0 0,2-1 1 0 0,-1 0 0 0 0,1 0 0 0 0,1-1-1 0 0,-1 0 1 0 0,2 0 0 0 0,-1 0-1 0 0,14 10 1 0 0,31 18-370 0 0,-47-32 124 0 0,1-1-1 0 0,0 0 1 0 0,0-1 0 0 0,0 0-1 0 0,0 0 1 0 0,1 0 0 0 0,8 1-1 0 0,-11-2-388 0 0,2-2-131 0 0,0 1 372 0 0,0 0 1 0 0,-1 0-1 0 0,1-1 1 0 0,0 0-1 0 0,-1-1 0 0 0,1 1 1 0 0,-1-1-1 0 0,1 0 1 0 0,-1 0-1 0 0,0-1 0 0 0,0 1 1 0 0,6-5-1 0 0,-6 2 182 0 0,-1-1 0 0 0,1 1 1 0 0,-1-1-1 0 0,-1 1 0 0 0,1-1 0 0 0,-1 0 0 0 0,0-1 0 0 0,4-9 1 0 0,-6 12 266 0 0,1-1 131 0 0,4-15 138 0 0,-5 15 433 0 0,0 1-486 0 0,-1 3-216 0 0,0 1 0 0 0,0 0 0 0 0,1-1 0 0 0,-1 1-1 0 0,0-1 1 0 0,0 1 0 0 0,0-1 0 0 0,0 0 0 0 0,0 1-1 0 0,0-1 1 0 0,0 1 0 0 0,0-1 0 0 0,0 1-1 0 0,0-1 1 0 0,0 1 0 0 0,0-1 0 0 0,0 1 0 0 0,0-1-1 0 0,0 1 1 0 0,-1-1 0 0 0,1 1 0 0 0,0-1-1 0 0,0 1 1 0 0,-1 0 0 0 0,1-1 0 0 0,0 1 0 0 0,-1-1-1 0 0,-3 21 1159 0 0,4-12-1210 0 0,0 1-1 0 0,1-1 1 0 0,0 0-1 0 0,1 1 1 0 0,0-1 0 0 0,0 0-1 0 0,0 0 1 0 0,1 0-1 0 0,1 0 1 0 0,7 13 0 0 0,-7-15-115 0 0,1 1 0 0 0,0-2 0 0 0,0 1 1 0 0,0 0-1 0 0,1-1 0 0 0,0 0 0 0 0,0 0 0 0 0,0-1 1 0 0,0 0-1 0 0,1 0 0 0 0,0 0 0 0 0,0-1 1 0 0,0 0-1 0 0,0 0 0 0 0,10 2 0 0 0,16 2-252 0 0,-27-6 148 0 0,0-1-127 0 0,0 0 308 0 0,0 0 1 0 0,0-1 0 0 0,0 1-1 0 0,0-2 1 0 0,0 1 0 0 0,0 0-1 0 0,-1-1 1 0 0,1 0 0 0 0,-1-1-1 0 0,1 1 1 0 0,-1-1 0 0 0,6-4-1 0 0,-8 5 60 0 0,0-2 44 0 0,1-3 195 0 0,1-1 0 0 0,-1 0-1 0 0,0 1 1 0 0,0-2 0 0 0,-1 1 0 0 0,-1 0-1 0 0,4-13 1 0 0,-6 21-294 0 0,0 1 0 0 0,0-1 0 0 0,0 0 0 0 0,0 0 0 0 0,0 1 0 0 0,0-1 0 0 0,0 0 0 0 0,1 0 0 0 0,-1 1 0 0 0,0-1 1 0 0,0 0-1 0 0,0 0 0 0 0,1 1 0 0 0,-1-1 0 0 0,0 0 0 0 0,0 0 0 0 0,0 0 0 0 0,1 0 0 0 0,-1 0 0 0 0,0 1 0 0 0,0-1 0 0 0,1 0 0 0 0,-1 0 0 0 0,0 0 0 0 0,1 0 0 0 0,-1 0 0 0 0,0 0 0 0 0,0 0 0 0 0,1 0 0 0 0,-1 0 1 0 0,0 0-1 0 0,0 0 0 0 0,1 0 0 0 0,0 0-3 0 0,0 0 1 0 0,-1 0 0 0 0,1 0 0 0 0,-1 0-1 0 0,1 1 1 0 0,0-1 0 0 0,-1 0 0 0 0,1 0-1 0 0,0 0 1 0 0,-1 1 0 0 0,1-1 0 0 0,-1 0-1 0 0,1 1 1 0 0,-1-1 0 0 0,1 0 0 0 0,-1 1-1 0 0,1-1 1 0 0,-1 1 0 0 0,1-1 0 0 0,-1 1-1 0 0,1-1 1 0 0,-1 1 0 0 0,0-1 0 0 0,1 1-1 0 0,-1 0 1 0 0,0-1 0 0 0,1 2 0 0 0,37 150 475 0 0,-19-73-1967 0 0,1-1-3538 0 0,-11-51 295 0 0</inkml:trace>
</inkml:ink>
</file>

<file path=ppt/ink/ink3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0:33.7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 53 2852 0 0,'0'0'1294'0'0,"2"-4"-91"0"0,6-14-111 0 0,-6 14 806 0 0,0-1-1115 0 0,5-12-117 0 0,-5 13 2479 0 0,-4 4-3114 0 0,0 1-1 0 0,1 0 1 0 0,-1 0 0 0 0,1 0-1 0 0,-1 0 1 0 0,0 0 0 0 0,1 0-1 0 0,0 0 1 0 0,-1 0 0 0 0,1 1-1 0 0,0-1 1 0 0,-1 0 0 0 0,1 1-1 0 0,0 0 1 0 0,0-1 0 0 0,0 1-1 0 0,1-1 1 0 0,-2 3-1 0 0,-18 40 266 0 0,1 13-130 0 0,14-29-158 0 0,3-4 9 0 0,-3 27-174 0 0,5-46 4 0 0,1 1-43 0 0,2 2-134 0 0,-1 1-1 0 0,1-1 1 0 0,1 1 0 0 0,5 8-1 0 0,-6-12-305 0 0,-3-5 588 0 0,1 0 0 0 0,0-1-1 0 0,-1 1 1 0 0,1 0 0 0 0,0 1 0 0 0,-1-1-1 0 0,1 0 1 0 0,0 0 0 0 0,-1 0-1 0 0,1 0 1 0 0,0 0 0 0 0,-1 1-1 0 0,1-1 1 0 0,-1 0 0 0 0,1 1-1 0 0,-1-1 1 0 0,1 0 0 0 0,0 1 0 0 0,-1-1-1 0 0,1 1 1 0 0,0 0-103 0 0,0 0-1 0 0,0 0 1 0 0,0-1-1 0 0,0 1 1 0 0,1 0 0 0 0,-1-1-1 0 0,0 1 1 0 0,0-1 0 0 0,0 0-1 0 0,1 1 1 0 0,-1-1 0 0 0,0 0-1 0 0,1 1 1 0 0,-1-1-1 0 0,0 0 1 0 0,3 0 0 0 0,21 2-896 0 0,-18-2 42 0 0,-1-1-12 0 0,18-6-641 0 0,-18 6-1196 0 0</inkml:trace>
</inkml:ink>
</file>

<file path=ppt/ink/ink3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0:34.0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 25 3244 0 0,'0'0'1139'0'0,"2"-4"-650"0"0,6-17 4013 0 0,-5 23-4418 0 0,0-1-1 0 0,-1 1 0 0 0,1 0 1 0 0,-1 0-1 0 0,0 0 1 0 0,0 0-1 0 0,1 0 0 0 0,-2 1 1 0 0,1-1-1 0 0,0 1 0 0 0,0-1 1 0 0,-1 1-1 0 0,2 3 1 0 0,0-2 152 0 0,-1 0-8 0 0,7 12 2 0 0,-7-12 26 0 0,1 1 52 0 0,5 12 14 0 0,-6-13-27 0 0,-1 1-29 0 0,3 44 593 0 0,-4-44-667 0 0,-2 0 8 0 0,-1 4-102 0 0,0-1 0 0 0,-1 0 0 0 0,0 0 0 0 0,0-1 0 0 0,-1 1 0 0 0,0-1 0 0 0,0 0-1 0 0,-1 0 1 0 0,-10 8 0 0 0,14-12-66 0 0,-17 3 19 0 0,16-4-43 0 0,-2 0-19 0 0,1-1-101 0 0,-13 3-105 0 0,12-3-163 0 0,1-2-916 0 0,-11-5 529 0 0,12 5-201 0 0,2-3-2057 0 0,-3-14 17 0 0</inkml:trace>
</inkml:ink>
</file>

<file path=ppt/ink/ink3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0:34.2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97 3400 0 0,'1'-3'1264'0'0,"1"-1"-906"0"0,-1 1 1 0 0,1-1 0 0 0,0 1-1 0 0,0-1 1 0 0,0 1 0 0 0,1 0-1 0 0,-1 0 1 0 0,1 0 0 0 0,0 0-1 0 0,0 0 1 0 0,0 1 0 0 0,0 0 0 0 0,5-4-1 0 0,8-2 233 0 0,-1 1-1 0 0,25-7 0 0 0,13 2-772 0 0,-46 11-355 0 0,-2 0-403 0 0,2-1 445 0 0,4 0-172 0 0,0 2-2812 0 0</inkml:trace>
</inkml:ink>
</file>

<file path=ppt/ink/ink3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0:43.9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2474 0 2364 0 0,'0'0'4869'0'0,"-6"2"-4520"0"0,-15 3-66 0 0,16-3 193 0 0,2 1-258 0 0,-11 11-26 0 0,10-10-16 0 0,3-2-145 0 0,1-1 0 0 0,-2 1 0 0 0,1-1 0 0 0,0 1-1 0 0,0-1 1 0 0,0 1 0 0 0,-1-1 0 0 0,1 0 0 0 0,0 1-1 0 0,-4 1 1 0 0,-19 21 235 0 0,-2 0-1 0 0,-1-2 1 0 0,-49 32-1 0 0,2-1-191 0 0,61-44-47 0 0,-41 32 68 0 0,-98 55 0 0 0,103-67-82 0 0,30-16-7 0 0,1 1-1 0 0,-30 30 0 0 0,30-27 5 0 0,-36 42 38 0 0,35-41-3 0 0,-1-1 0 0 0,0-1 0 0 0,-1-1 0 0 0,-27 15 0 0 0,-3 0-10 0 0,-34 14 11 0 0,82-42-26 0 0,-2 0-6 0 0,-32 11 27 0 0,-9 3-25 0 0,1 2 0 0 0,-63 36 0 0 0,83-38 12 0 0,-45 37 0 0 0,5-3-68 0 0,-7 2 16 0 0,-36 23 43 0 0,-4-6 37 0 0,96-59-106 0 0,13-8 26 0 0,-3 0 17 0 0,-57 19 18 0 0,47-16-7 0 0,6-3 10 0 0,-12 2 0 0 0,-22 4 1 0 0,-12-2 17 0 0,-62 17 1 0 0,114-22-13 0 0,3-1-14 0 0,-1 0 0 0 0,1 0 0 0 0,-1 0 0 0 0,1 0 0 0 0,-1 0 0 0 0,1 1 0 0 0,-1-1 0 0 0,1 1 0 0 0,-1-1 1 0 0,1 1-1 0 0,-1-1 0 0 0,0 2 0 0 0,-14 5-29 0 0,-3 0 5 0 0,-6 6 34 0 0,21-11 5 0 0,1 1 9 0 0,-13 8-3 0 0,13-8-13 0 0,-1 0 14 0 0,-11 7-8 0 0,11-7 0 0 0,0 0 5 0 0,-14 13 31 0 0,-17 14 44 0 0,-33 38 1 0 0,20-19 9 0 0,45-46-113 0 0,0 0-8 0 0,-7 9 14 0 0,7-9 10 0 0,-2 1-15 0 0,0 1 1 0 0,1 0 0 0 0,-1 0-1 0 0,-5 8 1 0 0,7-9 49 0 0,1-1-26 0 0,-10 9-5 0 0,-26 31 184 0 0,35-39-127 0 0,2-3-65 0 0,1 1-1 0 0,0-1 1 0 0,0 1-1 0 0,-1-1 1 0 0,1 0 0 0 0,-1 1-1 0 0,1-1 1 0 0,-1 0-1 0 0,0 0 1 0 0,1 1-1 0 0,-1-1 1 0 0,-2 2 0 0 0,1 0 10 0 0,0 1 43 0 0,1 0-30 0 0,-5 12-69 0 0,5-11 107 0 0,0 0 14 0 0,-3 15-18 0 0,3-14 1 0 0,1 0-10 0 0,0 18-52 0 0,0-18-105 0 0,1 0 144 0 0,0 19 37 0 0,-1-19 23 0 0,1 1 4 0 0,-1-5-101 0 0,2 14 152 0 0,1-1-1 0 0,0 0 1 0 0,1 0 0 0 0,1 0 0 0 0,11 25 0 0 0,-10-29-48 0 0,0 0 1 0 0,1 0-1 0 0,0-1 1 0 0,1 0 0 0 0,0-1-1 0 0,1 0 1 0 0,-1 0-1 0 0,2-1 1 0 0,-1 0-1 0 0,19 11 1 0 0,26 19 53 0 0,-51-36-129 0 0,2 1-33 0 0,12 9-10 0 0,-12-9 45 0 0,-4-1-26 0 0,0-1 1 0 0,0 1 0 0 0,1-1-1 0 0,-1 1 1 0 0,1-1-1 0 0,-1 0 1 0 0,1 1 0 0 0,0-1-1 0 0,2 1 1 0 0,0 1-35 0 0,-1-1 4 0 0,12 7 28 0 0,-11-7 0 0 0,0 0 24 0 0,13 7 75 0 0,-13-7-94 0 0,0 0-4 0 0,37 13 125 0 0,-37-14-43 0 0,0 1-9 0 0,46 13 145 0 0,-45-14-177 0 0,0 1 150 0 0,15 4-178 0 0,-15-4-65 0 0,-1-1 8 0 0,45 9-86 0 0,-43-9 116 0 0,0-1-10 0 0,56 4 45 0 0,150 2-117 0 0,-183-5 88 0 0,126-1 2 0 0,-88-1-20 0 0,82 0-87 0 0,-143 1 101 0 0,1 0 20 0 0,22 0 0 0 0,-22 0 9 0 0,0 1-10 0 0,20 0-53 0 0,-20-1-65 0 0,-1 0 96 0 0,18 1 52 0 0,-18 0 79 0 0,1-1-113 0 0,126 3-93 0 0,-76-2 71 0 0,-51 0 1 0 0,1-2 5 0 0,58 0 41 0 0,-59 1-29 0 0,0 0-16 0 0,17 0 4 0 0,-17 0 10 0 0,0-1-14 0 0,16-1-10 0 0,-17 2 10 0 0,1-1 20 0 0,15-1-36 0 0,-16 1-3 0 0,0 1 21 0 0,17-4-10 0 0,-16 3 13 0 0,-1 0 5 0 0,18-3-2 0 0,-18 3 7 0 0,1 0-4 0 0,57-3 19 0 0,-57 4-32 0 0,-1 0-2 0 0,16-1 2 0 0,-15 0-7 0 0,0 1-11 0 0,18 0-40 0 0,-18 0 65 0 0,-1 0 7 0 0,13-2-9 0 0,-13 1 14 0 0,0 1-98 0 0,15-3 95 0 0,-15 3 164 0 0,0-1-175 0 0,17-1-17 0 0,-16 2 13 0 0,-1-1-5 0 0,15-3-7 0 0,-15 4-2 0 0,0-1-30 0 0,19 0 26 0 0,-18 1-4 0 0,-1-1-48 0 0,16-1 89 0 0,-16 2 12 0 0,0-1-18 0 0,43-9-24 0 0,-20 1 7 0 0,-23 7 11 0 0,-1 0-2 0 0,1 0 9 0 0,30-14-53 0 0,-1-1 1 0 0,55-38-1 0 0,-79 47-4 0 0,-1 0 0 0 0,0 0 1 0 0,-1-1-1 0 0,15-19 0 0 0,-3 1-14 0 0,207-247-599 0 0,-208 247 635 0 0,-1-1-1 0 0,23-47 0 0 0,40-70 165 0 0,16-33 72 0 0,-89 161-148 0 0,-1-1 1 0 0,-1 0-1 0 0,7-34 0 0 0,-7 23-85 0 0,23-87 48 0 0,8-38 12 0 0,-36 150-29 0 0,-1-2 8 0 0,2-17 1 0 0,-1 18-22 0 0,-1-1 13 0 0,0-14 7 0 0,0 14-2 0 0,-1 1-15 0 0,-1-17-2 0 0,2 17 6 0 0,-2-2-34 0 0,-8-59 73 0 0,1 0-26 0 0,0-23 23 0 0,9 84-20 0 0,-1-1 18 0 0,-2-16 31 0 0,-2-1 0 0 0,-12-38 0 0 0,15 57-72 0 0,-1 1 3 0 0,-9-12 4 0 0,9 12-10 0 0,0-1-16 0 0,-10-11 16 0 0,10 11 8 0 0,0 0 2 0 0,-29-28 22 0 0,29 29-42 0 0,0 0-14 0 0,-2-3 24 0 0,-6-5 4 0 0,-31-13-94 0 0,35 22 107 0 0,1 0 1 0 0,-1 1 0 0 0,0 0 0 0 0,0 0-1 0 0,1 1 1 0 0,-13 0 0 0 0,14 0-16 0 0,-1 0-6 0 0,1 0 31 0 0,-15-1-14 0 0,15 0-11 0 0,0 1 2 0 0,-16-1 2 0 0,16 1 13 0 0,3-1-7 0 0,0 1 0 0 0,0-1 0 0 0,0 1 1 0 0,0 0-1 0 0,0-1 0 0 0,1 1 0 0 0,-1 0 0 0 0,0 0 0 0 0,0 0 0 0 0,-4 1 0 0 0,1-1-34 0 0,1 0 27 0 0,-15-3 30 0 0,14 3-11 0 0,1-1-6 0 0,-41-10-102 0 0,40 10 118 0 0,1 0-1 0 0,-15-2-16 0 0,14 2 11 0 0,1 0-24 0 0,-14-4-46 0 0,14 4 46 0 0,0 0 22 0 0,-18-3 10 0 0,18 3-18 0 0,-42-8 105 0 0,42 8 22 0 0,-1 0-121 0 0,-13-1 1 0 0,16 2-16 0 0,0 0-1 0 0,0-1 1 0 0,1 1-1 0 0,-1 0 1 0 0,0 0 0 0 0,0 0-1 0 0,1 0 1 0 0,-1 1-1 0 0,0-1 1 0 0,0 0 0 0 0,1 1-1 0 0,-3 0 1 0 0,-1 1-8 0 0,0-1-38 0 0,5-1 38 0 0,-1 1 0 0 0,1-1 1 0 0,-1 1-1 0 0,0-1 0 0 0,1 1 0 0 0,-1-1 0 0 0,1 1 0 0 0,-1-1 0 0 0,0 1 0 0 0,1-1 1 0 0,-1 0-1 0 0,0 0 0 0 0,0 1 0 0 0,1-1 0 0 0,-1 0 0 0 0,0 0 0 0 0,0 0 1 0 0,0 0-1 0 0,-20 7-535 0 0,-2 9-886 0 0,0 1-1 0 0,1 0 1 0 0,1 1-1 0 0,1 2 1 0 0,1 0 0 0 0,-24 32-1 0 0,18-19-3530 0 0</inkml:trace>
</inkml:ink>
</file>

<file path=ppt/ink/ink3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0:49.3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62 340 4148 0 0,'-6'-1'1126'0'0,"-45"-6"2137"0"0,46 7-1929 0 0,12 0-1006 0 0,599 24 2030 0 0,10-36-290 0 0,-258 3-1132 0 0,-187 6-528 0 0,879-26-95 0 0,-1044 28-628 0 0,0 0-89 0 0,23-4-1146 0 0,-29 5 1503 0 0,1 0 0 0 0,-1 0 1 0 0,1 0-1 0 0,-1 0 0 0 0,1 0 1 0 0,-1 0-1 0 0,1 0 0 0 0,-1 0 0 0 0,1 0 1 0 0,-1-1-1 0 0,0 1 0 0 0,1 0 1 0 0,-1 0-1 0 0,1 0 0 0 0,-1 0 1 0 0,0-1-1 0 0,1 1 0 0 0,-1 0 1 0 0,1-1-1 0 0,-1 1 0 0 0,0 0 1 0 0,1-1-1 0 0,-1 1 0 0 0,0 0 1 0 0,0-1-1 0 0,1 1 0 0 0,-1 0 0 0 0,0-1 1 0 0,0 1-1 0 0,0-1 0 0 0,1 1 1 0 0,-1-1-1 0 0,0 1 0 0 0,0 0 1 0 0,0-1-1 0 0,0 1 0 0 0,0-1 1 0 0,0 1-1 0 0,0-1 0 0 0,0 1 1 0 0,0-1-1 0 0,0 1 0 0 0,0-1 1 0 0,0 1-1 0 0,0-1 0 0 0,0 1 1 0 0,-1 0-1 0 0,1-1 0 0 0,0 1 0 0 0,0-1 1 0 0,0 1-1 0 0,-1 0 0 0 0,1-1 1 0 0,-1 0-1 0 0,-10-18-998 0 0,6 14 534 0 0,-1-1 0 0 0,1 1 1 0 0,-1 0-1 0 0,-10-6 0 0 0,9 6 39 0 0,0 0 0 0 0,1-1 0 0 0,-12-11 0 0 0,6 2 541 0 0,0 0 1 0 0,2-1-1 0 0,-11-20 0 0 0,20 32 308 0 0,-1-1 46 0 0,-2-16-9 0 0,3 16 11 0 0,0 0 8 0 0,-1-13 1 0 0,1 13 431 0 0,0 0-478 0 0,-2-15-82 0 0,2 15 1086 0 0,-5-13 275 0 0,12 35-1572 0 0,-4-12 72 0 0,1-1 24 0 0,3 5-54 0 0,1-1 1 0 0,1 0 0 0 0,-1 0 0 0 0,1-1 0 0 0,16 12-1 0 0,78 31 822 0 0,-98-49-742 0 0,-1 0-167 0 0,0 0-1 0 0,-1 0 1 0 0,1 1 0 0 0,0-1 0 0 0,-1 1 0 0 0,1-1-1 0 0,-1 1 1 0 0,1 0 0 0 0,-1 0 0 0 0,0 0 0 0 0,0 0 0 0 0,0 0-1 0 0,3 5 1 0 0,-2-4 115 0 0,-5 2-123 0 0,1-1 0 0 0,-1 1 1 0 0,-1-1-1 0 0,1 0 0 0 0,-1 0 1 0 0,1 0-1 0 0,-1 0 0 0 0,0-1 1 0 0,0 1-1 0 0,-7 5 1 0 0,6-5-33 0 0,-61 65 227 0 0,36-40-1572 0 0,1 2-1 0 0,-32 48 1 0 0,15-17-6106 0 0,33-40 1587 0 0</inkml:trace>
</inkml:ink>
</file>

<file path=ppt/ink/ink3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0:06.6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68 5372 0 0,'0'-6'1629'0'0,"0"-17"-134"0"0,0 17 985 0 0,0 1-1475 0 0,0-22 5616 0 0,3 32-6354 0 0,2 4-161 0 0,-1 1 1 0 0,0-1-1 0 0,-1 1 0 0 0,0 0 1 0 0,-1 0-1 0 0,3 16 0 0 0,4 73 196 0 0,-7-57-213 0 0,11 87 8 0 0,-8-77-286 0 0,9 36-2420 0 0,-13-83 1735 0 0,2-1-80 0 0,6 11-40 0 0,-7-11-44 0 0,19 2-1143 0 0,-17-4 1127 0 0,2-4-121 0 0,1 0 344 0 0,0 0 1 0 0,0-1-1 0 0,0-1 0 0 0,-1 1 1 0 0,10-7-1 0 0</inkml:trace>
</inkml:ink>
</file>

<file path=ppt/ink/ink3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0:07.1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182 77 2280 0 0,'13'-20'1568'0'0,"-10"16"-229"0"0,-1-1-225 0 0,9-13-170 0 0,-8 13 602 0 0,0-8-720 0 0,-1 2 2908 0 0,-6 12-3677 0 0,2 0-40 0 0,1-1 0 0 0,-1 1 0 0 0,1 0 0 0 0,-1-1 0 0 0,1 1 0 0 0,-1 0-1 0 0,1 0 1 0 0,0 0 0 0 0,-1 0 0 0 0,1 0 0 0 0,0 0 0 0 0,0 0-1 0 0,0 0 1 0 0,0 1 0 0 0,0-1 0 0 0,0 0 0 0 0,0 1 0 0 0,0 1 0 0 0,-180 278 981 0 0,179-277-1185 0 0,0 0-66 0 0,-3 8-2926 0 0,18-19 1737 0 0,-12 7 1412 0 0,0-1-1 0 0,0 1 1 0 0,0-1-1 0 0,0 1 1 0 0,0-1-1 0 0,-1 0 1 0 0,1 1-1 0 0,0-1 1 0 0,0 0-1 0 0,-1 1 1 0 0,1-1-1 0 0,0 0 1 0 0,-1 0-1 0 0,1 0 1 0 0,-1 0-1 0 0,1 0 1 0 0,-1 0-1 0 0,1-1 1 0 0,8-17-842 0 0,25-35-393 0 0,-7 12 1204 0 0,-16 28 350 0 0,0 0 0 0 0,16-16-1 0 0,-23 28-76 0 0,0 0 16 0 0,4-1-53 0 0,1 1 0 0 0,-1 0-1 0 0,0 1 1 0 0,9-1-1 0 0,-12 2 66 0 0,1 2 0 0 0,7 3-15 0 0,0 1 0 0 0,-1 0 0 0 0,1 1 1 0 0,-1 1-1 0 0,15 11 0 0 0,60 51 442 0 0,-68-56-729 0 0,2-1 0 0 0,40 18 0 0 0,-57-29-208 0 0,2-1-94 0 0,2 0-42 0 0,-1 0-1 0 0,1-1 0 0 0,0 0 1 0 0,-1-1-1 0 0,10-1 0 0 0,-12 1-157 0 0,-3 0 444 0 0,-1-1 0 0 0,1 1 0 0 0,-1 0 0 0 0,1 0 0 0 0,-1-1 0 0 0,0 1 0 0 0,0-1 0 0 0,0 1 0 0 0,2-4 0 0 0,0 2-577 0 0,-2-3-138 0 0,1-1 537 0 0,2-24-1810 0 0,-4 0-456 0 0</inkml:trace>
</inkml:ink>
</file>

<file path=ppt/ink/ink3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0:07.4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30 112 2440 0 0,'-8'-24'1454'0'0,"7"20"-238"0"0,-1-2-175 0 0,-3-15-150 0 0,3 15-78 0 0,1 2-46 0 0,-9-39 2335 0 0,9 39-850 0 0,1 10-1903 0 0,5 57 539 0 0,3 130 49 0 0,-1-14-2340 0 0,-6-172 824 0 0,0-1-1 0 0,0 1 0 0 0,1-1 1 0 0,-1 0-1 0 0,1 1 1 0 0,1-1-1 0 0,2 6 0 0 0,-3-9 576 0 0,0 2-1775 0 0,3-3-1263 0 0,18 6-2203 0 0</inkml:trace>
</inkml:ink>
</file>

<file path=ppt/ink/ink3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0:07.7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208 73 4040 0 0,'-1'-4'1400'0'0,"-38"-48"3105"0"0,36 49-3885 0 0,-2 1-97 0 0,2 0-315 0 0,1 1-131 0 0,1 0 0 0 0,0 0 1 0 0,0 0-1 0 0,0 0 1 0 0,-1 1-1 0 0,1-1 1 0 0,0 0-1 0 0,-1 1 1 0 0,1-1-1 0 0,0 1 0 0 0,-1 0 1 0 0,1-1-1 0 0,-1 1 1 0 0,1 0-1 0 0,-1 0 1 0 0,1 0-1 0 0,0 0 1 0 0,-1 0-1 0 0,1 0 0 0 0,-2 1 1 0 0,-24 2 338 0 0,24-2-338 0 0,-1 0 0 0 0,1 0 0 0 0,0 0 0 0 0,0 1 1 0 0,0 0-1 0 0,0-1 0 0 0,0 1 0 0 0,0 0 0 0 0,0 0 0 0 0,1 0 0 0 0,-1 1 1 0 0,1-1-1 0 0,-1 1 0 0 0,1-1 0 0 0,-3 6 0 0 0,3-6-53 0 0,0 0 4 0 0,0 0 0 0 0,0 0 0 0 0,0 0 0 0 0,1 0 1 0 0,-1 0-1 0 0,0 0 0 0 0,1 0 0 0 0,-1 1 0 0 0,1-1 0 0 0,-1 4 1 0 0,-6 13 155 0 0,4-10-161 0 0,0 0-1 0 0,1 0 0 0 0,0 0 0 0 0,1 0 0 0 0,0 0 1 0 0,0 0-1 0 0,1 1 0 0 0,0-1 0 0 0,1 1 0 0 0,0-1 1 0 0,0 0-1 0 0,1 1 0 0 0,1-1 0 0 0,-1 0 1 0 0,5 14-1 0 0,-4-18-82 0 0,0 0 0 0 0,1 0 0 0 0,0 0 0 0 0,0 0 0 0 0,0-1-1 0 0,0 1 1 0 0,1-1 0 0 0,-1 0 0 0 0,8 7 0 0 0,-7-7-29 0 0,4 4-310 0 0,-6-6 346 0 0,-1-1 0 0 0,0 1 0 0 0,1-1 0 0 0,-1 0 0 0 0,1 0 0 0 0,0 0 0 0 0,-1 1 0 0 0,1-2 0 0 0,0 1 1 0 0,0 0-1 0 0,-1 0 0 0 0,1 0 0 0 0,0-1 0 0 0,3 1 0 0 0,-1 1-168 0 0,52 13-1765 0 0,-47-14 1473 0 0,1 0-1 0 0,-1-1 1 0 0,0 0 0 0 0,0 0 0 0 0,0-1 0 0 0,11-2 0 0 0,-12 2 288 0 0,-2 0-141 0 0,1 1 0 0 0,0-2-1 0 0,-1 1 1 0 0,1 0-1 0 0,-1-1 1 0 0,1-1-1 0 0,-1 1 1 0 0,0-1 0 0 0,0 0-1 0 0,7-4 1 0 0,-11 6 110 0 0,22-13-3052 0 0</inkml:trace>
</inkml:ink>
</file>

<file path=ppt/ink/ink3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0:08.1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114 110 3428 0 0,'1'-6'1198'0'0,"0"-2"-598"0"0,-1-1-1 0 0,0 1 1 0 0,-1-1-1 0 0,0 1 0 0 0,0-1 1 0 0,-1 1-1 0 0,-2-9 1 0 0,2 14-123 0 0,2 1-403 0 0,-1 1 1 0 0,1 0-1 0 0,-1 0 1 0 0,0 0-1 0 0,0 0 0 0 0,1 0 1 0 0,-1 0-1 0 0,0 0 1 0 0,0 0-1 0 0,0 0 1 0 0,0 1-1 0 0,0-1 0 0 0,0 0 1 0 0,0 1-1 0 0,-1-1 1 0 0,1 0-1 0 0,0 1 0 0 0,-2-1 1 0 0,-20-7 491 0 0,20 9-527 0 0,0 0 0 0 0,1 0 0 0 0,-1 0 0 0 0,0 0 0 0 0,0 0 0 0 0,0 1 0 0 0,1-1 0 0 0,-1 1-1 0 0,1 0 1 0 0,-1 0 0 0 0,1 0 0 0 0,-4 4 0 0 0,4-4-56 0 0,-1 1 104 0 0,0 2-6 0 0,-7 13-17 0 0,7-13-6 0 0,2 0-2 0 0,0 3-69 0 0,0-1-1 0 0,0 1 1 0 0,1 0-1 0 0,0-1 1 0 0,1 1-1 0 0,-1-1 0 0 0,1 1 1 0 0,1-1-1 0 0,-1 1 1 0 0,6 12-1 0 0,25 28-483 0 0,-19-35 367 0 0,1 0-1 0 0,0 0 1 0 0,0-2-1 0 0,2 0 1 0 0,-1 0-1 0 0,26 12 1 0 0,-6-3 105 0 0,-14-8-33 0 0,-17-10 95 0 0,-1 0 54 0 0,10 8 49 0 0,-10-7 692 0 0,-12 21-164 0 0,5-22-473 0 0,-20 5-8 0 0,0 0-1 0 0,0-2 0 0 0,-1-1 1 0 0,-27 2-1 0 0,47-6-188 0 0,-2 0-80 0 0,-20 0-122 0 0,20 0-116 0 0,3-1-115 0 0,-16-2-119 0 0,15 2-94 0 0</inkml:trace>
</inkml:ink>
</file>

<file path=ppt/ink/ink3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0:08.6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97 103 3524 0 0,'2'-4'1610'0'0,"6"-15"-223"0"0,-6 14 794 0 0,-3 0-1251 0 0,-3-18-94 0 0,3 17-107 0 0,-1 2-27 0 0,-9-10-85 0 0,9 11-100 0 0,-2 0-109 0 0,-10-7-118 0 0,11 8 156 0 0,-2 1-273 0 0,-13-2-12 0 0,13 2 83 0 0,1 3-150 0 0,1 1-76 0 0,0-1 0 0 0,0 1 1 0 0,1 0-1 0 0,-1-1 0 0 0,1 1 1 0 0,0 1-1 0 0,-1-1 1 0 0,1 0-1 0 0,1 0 0 0 0,-1 1 1 0 0,0-1-1 0 0,1 1 0 0 0,0-1 1 0 0,0 1-1 0 0,0 0 0 0 0,-1 5 1 0 0,2-4 0 0 0,0 1 58 0 0,1 17-111 0 0,-1-17-40 0 0,2-1-4 0 0,4 17-7 0 0,-5-17 0 0 0,1 0-5 0 0,18 46-99 0 0,-18-46 134 0 0,-1-4 45 0 0,-1 0 0 0 0,1 1 0 0 0,-1-1 1 0 0,1 0-1 0 0,-1 1 0 0 0,1-1 0 0 0,-1 0 1 0 0,1 0-1 0 0,0 0 0 0 0,0 0 0 0 0,0 0 1 0 0,2 2-1 0 0,-2-1-8 0 0,1 2-35 0 0,2-1 19 0 0,10 11 14 0 0,-11-10 10 0 0,1-1 3 0 0,34 29-57 0 0,-34-29 51 0 0,0-1-3 0 0,12 9-2 0 0,6 6 16 0 0,-19-15 5 0 0,0 1-8 0 0,9 8-25 0 0,-9-8-31 0 0,-1-1 65 0 0,7 9 24 0 0,-6-8-11 0 0,-2 0 29 0 0,11 37 308 0 0,-12-35-229 0 0,-1-2-8 0 0,-2 1-84 0 0,1 1 1 0 0,-1-1 0 0 0,0 0 0 0 0,0 0 0 0 0,0-1-1 0 0,-1 1 1 0 0,1-1 0 0 0,-1 1 0 0 0,0-1-1 0 0,0 0 1 0 0,0-1 0 0 0,0 1 0 0 0,-1-1-1 0 0,1 0 1 0 0,0 0 0 0 0,-1 0 0 0 0,0 0 0 0 0,0-1-1 0 0,-8 2 1 0 0,-76 7-412 0 0,83-10-189 0 0,-13-10-1604 0 0,18 3-2172 0 0,4-17 1416 0 0,-2 18-2105 0 0</inkml:trace>
</inkml:ink>
</file>

<file path=ppt/ink/ink3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0:08.8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69 3996 0 0,'0'0'5000'0'0,"3"-3"-3992"0"0,6-9-86 0 0,-7 9 1640 0 0,2 0-2153 0 0,11-4-289 0 0,0 1-1 0 0,1 0 1 0 0,0 1-1 0 0,0 0 1 0 0,0 1 0 0 0,26-2-1 0 0,-24 3-830 0 0,-13 2 63 0 0,-5 1 631 0 0,1 1 0 0 0,-1-1 0 0 0,1 0 0 0 0,-1 0 0 0 0,1 0 0 0 0,-1 0 0 0 0,1 1 0 0 0,-1-1 0 0 0,1 0 0 0 0,-1 0 0 0 0,1 0 0 0 0,-1 0 0 0 0,1 0 0 0 0,-1 0 0 0 0,1 0 0 0 0,-1 0 0 0 0,1-1 0 0 0,0 1 0 0 0,-1 0 0 0 0,1 0 0 0 0,-1 0 0 0 0,1 0 0 0 0,-1-1 0 0 0,1 0 0 0 0,9-2-2039 0 0,1 3-4948 0 0,14 2 3154 0 0</inkml:trace>
</inkml:ink>
</file>

<file path=ppt/ink/ink3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0:09.0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 1 2364 0 0,'-52'46'5631'0'0,"48"-43"-3574"0"0,1 3-1193 0 0,3-6-794 0 0,0 0 0 0 0,-1 1 0 0 0,1-1 1 0 0,0 1-1 0 0,-1-1 0 0 0,1 0 0 0 0,0 1 0 0 0,-1-1 1 0 0,1 1-1 0 0,0-1 0 0 0,0 1 0 0 0,-1-1 1 0 0,1 1-1 0 0,0-1 0 0 0,0 1 0 0 0,0-1 1 0 0,0 1-1 0 0,0-1 0 0 0,0 1 0 0 0,0 0 0 0 0,0-1 1 0 0,0 1-1 0 0,0-1 0 0 0,0 1 0 0 0,0-1 1 0 0,0 1-1 0 0,0-1 0 0 0,0 1 0 0 0,1 0 1 0 0,45 7 1171 0 0,-40-8-1050 0 0,-1 0-110 0 0,16-2-74 0 0,-16 1-116 0 0,1 0-122 0 0,17-2-150 0 0,-17 2-136 0 0,0 0-162 0 0,17-3-212 0 0,-17 3-365 0 0,-2-1-567 0 0,12-3-1355 0 0</inkml:trace>
</inkml:ink>
</file>

<file path=ppt/ink/ink3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1:30.5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37 4120 0 0,'7'-18'1796'0'0,"-6"15"-365"0"0,1-1-289 0 0,-2 4-981 0 0,0-1-1 0 0,0 1 1 0 0,0-1-1 0 0,1 0 0 0 0,-1 1 1 0 0,0-1-1 0 0,0 1 1 0 0,0-1-1 0 0,1 1 0 0 0,-1-1 1 0 0,0 1-1 0 0,1 0 1 0 0,-1-1-1 0 0,0 1 0 0 0,1-1 1 0 0,-1 1-1 0 0,1 0 0 0 0,-1-1 1 0 0,0 1-1 0 0,1 0 1 0 0,-1-1-1 0 0,1 1 0 0 0,-1 0 1 0 0,1 0-1 0 0,-1-1 1 0 0,1 1-1 0 0,-1 0 0 0 0,1 0 1 0 0,-1 0-1 0 0,1 0 1 0 0,0 0-1 0 0,-1 0 0 0 0,1 0 1 0 0,-1 0-1 0 0,1 0 1 0 0,-1 0-1 0 0,1 0 0 0 0,-1 0 1 0 0,1 0-1 0 0,-1 0 1 0 0,1 0-1 0 0,0 1 0 0 0,9 5-527 0 0,-10-5 393 0 0,1-1-1 0 0,0 1 1 0 0,0 0 0 0 0,-1 0 0 0 0,1-1 0 0 0,-1 1-1 0 0,1 0 1 0 0,-1 0 0 0 0,1 0 0 0 0,-1 0 0 0 0,1 0-1 0 0,-1 0 1 0 0,0 0 0 0 0,1 0 0 0 0,-1 0 0 0 0,0 0-1 0 0,0 0 1 0 0,0 0 0 0 0,0 0 0 0 0,0 0 0 0 0,0 0-1 0 0,0 2 1 0 0,0-3 33 0 0,4 26 270 0 0,0-1 1 0 0,0 29-1 0 0,-2-21-258 0 0,7 41-1 0 0,-5-50-46 0 0,2-1 1 0 0,0 0-1 0 0,11 24 0 0 0,-15-43 25 0 0,-1-2-45 0 0,-1-1 1 0 0,1 1 0 0 0,-1-1 0 0 0,1 0-1 0 0,0 1 1 0 0,-1-1 0 0 0,1 0 0 0 0,0 1 0 0 0,0-1-1 0 0,0 0 1 0 0,0 0 0 0 0,2 2 0 0 0,-2-1 4 0 0,2 2 20 0 0,0-2-19 0 0,0-1 2 0 0,-1 0 0 0 0,0 0 0 0 0,1 0 0 0 0,-1-1 0 0 0,0 1 0 0 0,1-1-1 0 0,-1 1 1 0 0,1-1 0 0 0,-1 0 0 0 0,1 0 0 0 0,-1 0 0 0 0,1 0 0 0 0,-1 0 0 0 0,1 0 0 0 0,-1-1-1 0 0,1 1 1 0 0,-1-1 0 0 0,0 0 0 0 0,1 0 0 0 0,-1 0 0 0 0,0 0 0 0 0,1 0 0 0 0,-1 0 0 0 0,0-1-1 0 0,0 1 1 0 0,0-1 0 0 0,0 1 0 0 0,2-3 0 0 0,17-29 68 0 0,-1 0 1 0 0,20-46-1 0 0,-27 51 8 0 0,-11 24-68 0 0,1 0-86 0 0,6-14 74 0 0,-7 14 236 0 0,-1 3-311 0 0,9-8 41 0 0,-10 9 22 0 0,1 1 1 0 0,0-1-1 0 0,0 1 0 0 0,0-1 0 0 0,0 0 1 0 0,0 1-1 0 0,-1 0 0 0 0,1-1 1 0 0,0 1-1 0 0,0-1 0 0 0,-1 1 0 0 0,1 0 1 0 0,0-1-1 0 0,-1 1 0 0 0,1 0 1 0 0,-1 0-1 0 0,1 0 0 0 0,-1-1 1 0 0,1 1-1 0 0,-1 0 0 0 0,0 0 0 0 0,1 0 1 0 0,-1 0-1 0 0,0 0 0 0 0,0 0 1 0 0,0 1-1 0 0,14 63-52 0 0,-2-4 45 0 0,-7-47 22 0 0,1 0 1 0 0,1 0 0 0 0,0 0 0 0 0,12 17 0 0 0,-17-28 14 0 0,2 0 18 0 0,12 10 31 0 0,-15-12-78 0 0,0 0 0 0 0,0 0 0 0 0,1 0 0 0 0,-1-1 1 0 0,0 1-1 0 0,0 0 0 0 0,0-1 0 0 0,0 1 0 0 0,1-1 0 0 0,-1 1 1 0 0,0-1-1 0 0,1 0 0 0 0,-1 1 0 0 0,0-1 0 0 0,1 0 1 0 0,-1 0-1 0 0,0 0 0 0 0,2 0 0 0 0,1 0-9 0 0,1 1 9 0 0,0-2 15 0 0,49-14 147 0 0,-51 13-148 0 0,1 0-1 0 0,-1 0 1 0 0,-1 0-1 0 0,1-1 1 0 0,0 0-1 0 0,0 1 1 0 0,-1-1-1 0 0,0 0 1 0 0,1 0-1 0 0,-1 0 1 0 0,0-1-1 0 0,-1 1 1 0 0,1 0-1 0 0,1-5 1 0 0,-2 5-9 0 0,5-7 42 0 0,-2 0-1 0 0,0 0 0 0 0,0 0 0 0 0,0-1 1 0 0,-2 0-1 0 0,1 1 0 0 0,-1-1 1 0 0,0-18-1 0 0,-1 24-17 0 0,2-95 80 0 0,-3 94-84 0 0,-1 0-2 0 0,-1-18-34 0 0,1 18-44 0 0,0 2-55 0 0,-6-11-28 0 0,5 11-69 0 0,-2 3-426 0 0,-11-5 204 0 0,11 5-112 0 0,0 4-905 0 0,-14 8 579 0 0,14-9-99 0 0,4 0 817 0 0,-1-1 0 0 0,1 1 0 0 0,-1-1 1 0 0,1 0-1 0 0,-1 1 0 0 0,1-1 0 0 0,-1 0 0 0 0,0 0 0 0 0,1 0 0 0 0,-1 1 1 0 0,0-1-1 0 0,-2 2 0 0 0,1-1-221 0 0,0 2-1170 0 0,1 1-156 0 0,-2 14-1115 0 0</inkml:trace>
</inkml:ink>
</file>

<file path=ppt/ink/ink3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1:30.8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213 91 3260 0 0,'14'-36'5900'0'0,"-11"26"-5922"0"0,-2 5 1444 0 0,-3 0-824 0 0,-5-12-62 0 0,5 13 405 0 0,-2 1-565 0 0,-14-5-58 0 0,14 6-34 0 0,-1 2-30 0 0,-3 2-177 0 0,0 0 0 0 0,0 0 1 0 0,0 0-1 0 0,1 1 0 0 0,-1 1 1 0 0,1-1-1 0 0,-1 1 0 0 0,1 0 1 0 0,-12 11-1 0 0,5-4-17 0 0,1 0 1 0 0,1 1-1 0 0,-18 22 0 0 0,27-29-39 0 0,-1 0-1 0 0,1 1 0 0 0,0-1 0 0 0,1 1 0 0 0,-1 0 0 0 0,1 0 1 0 0,-1 6-1 0 0,-1-1-20 0 0,3-6 14 0 0,0-1 0 0 0,0 0 0 0 0,1 1 0 0 0,-1-1 0 0 0,1 0 0 0 0,0 1 0 0 0,0-1 1 0 0,0 0-1 0 0,1 1 0 0 0,1 6 0 0 0,-1-7 37 0 0,0 1-61 0 0,0-1 1 0 0,0 0-1 0 0,1 0 1 0 0,0 0 0 0 0,-1 0-1 0 0,2 0 1 0 0,-1 0-1 0 0,0 0 1 0 0,1 0-1 0 0,0-1 1 0 0,-1 1 0 0 0,6 3-1 0 0,-6-4 14 0 0,7 8-27 0 0,-7-9 22 0 0,-1 0 0 0 0,0-1 0 0 0,1 1 0 0 0,-1-1 0 0 0,1 1 0 0 0,-1-1 0 0 0,1 0 0 0 0,0 1 0 0 0,0-1 0 0 0,-1 0 0 0 0,1 0 0 0 0,4 1 0 0 0,-3 0-4 0 0,5 2-88 0 0,1 0-1 0 0,-1 0 0 0 0,1-1 0 0 0,0 0 0 0 0,0-1 1 0 0,0 0-1 0 0,0 0 0 0 0,14 0 0 0 0,35-10-1612 0 0,-43 4 629 0 0,0-1 0 0 0,0 0 1 0 0,0-1-1 0 0,-1 0 0 0 0,0-2 0 0 0,23-15 0 0 0,-11 7-3884 0 0</inkml:trace>
</inkml:ink>
</file>

<file path=ppt/ink/ink3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1:31.3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135 24 2540 0 0,'0'0'1278'0'0,"-2"-3"-164"0"0,-8-8-162 0 0,8 8 1169 0 0,-9 0-1334 0 0,11 2-734 0 0,-1 1-1 0 0,1-1 0 0 0,-1 1 0 0 0,0 0 0 0 0,1-1 0 0 0,-1 1 1 0 0,0 0-1 0 0,1 0 0 0 0,-1 0 0 0 0,0-1 0 0 0,1 1 0 0 0,-1 0 1 0 0,0 0-1 0 0,0 0 0 0 0,1 0 0 0 0,-1 0 0 0 0,0 0 0 0 0,0 0 1 0 0,1 1-1 0 0,-1-1 0 0 0,0 0 0 0 0,1 0 0 0 0,-1 0 0 0 0,0 1 1 0 0,1-1-1 0 0,-2 1 0 0 0,-4 3 56 0 0,-1 0-1 0 0,1 0 1 0 0,0 1 0 0 0,0 0-1 0 0,1 0 1 0 0,0 0 0 0 0,0 1 0 0 0,0 0-1 0 0,0 0 1 0 0,1 0 0 0 0,0 1-1 0 0,-5 10 1 0 0,7-14-55 0 0,2-1-44 0 0,0-1-1 0 0,0 1 1 0 0,-1-1-1 0 0,1 1 1 0 0,0-1-1 0 0,-1 1 0 0 0,0-1 1 0 0,1 1-1 0 0,-1-1 1 0 0,0 1-1 0 0,-2 2 0 0 0,1 0 7 0 0,0 0 35 0 0,2 1 26 0 0,-3 15 43 0 0,3-15-56 0 0,1 0-15 0 0,1 2-26 0 0,0-1-1 0 0,1 0 1 0 0,0 0-1 0 0,0 0 1 0 0,0 0-1 0 0,1 0 1 0 0,0 0-1 0 0,0-1 0 0 0,0 0 1 0 0,1 0-1 0 0,-1 0 1 0 0,7 5-1 0 0,85 51 73 0 0,-92-59-111 0 0,-3-2 18 0 0,-1 0 1 0 0,1 0-1 0 0,0 0 1 0 0,-1 0-1 0 0,1 1 0 0 0,0-1 1 0 0,-1 0-1 0 0,1 0 1 0 0,-1 0-1 0 0,1 1 1 0 0,-1-1-1 0 0,1 0 1 0 0,-1 1-1 0 0,1-1 1 0 0,-1 0-1 0 0,1 1 0 0 0,-1-1 1 0 0,1 1-1 0 0,-1-1 1 0 0,1 1-1 0 0,-1-1 1 0 0,0 1-1 0 0,1-1 1 0 0,-1 1-1 0 0,1 0-4 0 0,-1-1 1 0 0,0 1-1 0 0,1-1 1 0 0,-1 1-1 0 0,0-1 1 0 0,1 1-1 0 0,-1-1 0 0 0,1 1 1 0 0,-1-1-1 0 0,1 1 1 0 0,-1-1-1 0 0,1 0 1 0 0,-1 1-1 0 0,1-1 0 0 0,-1 0 1 0 0,1 0-1 0 0,-1 1 1 0 0,1-1-1 0 0,0 0 1 0 0,-1 0-1 0 0,1 0 1 0 0,0 0-1 0 0,-1 0 0 0 0,1 0 1 0 0,17 17 117 0 0,-18-16-110 0 0,-1 0-1 0 0,1 1 0 0 0,-1-1 1 0 0,1 0-1 0 0,-1 0 1 0 0,0 1-1 0 0,1-1 0 0 0,-1 0 1 0 0,0 0-1 0 0,0 0 1 0 0,0 0-1 0 0,-2 1 0 0 0,2 0 4 0 0,-1 1 5 0 0,-4-1-28 0 0,-22 8 34 0 0,11-5-9 0 0,-2-3 15 0 0,-37 6 17 0 0,49-7-108 0 0,2-1-362 0 0,-16-1 71 0 0,16 0-108 0 0,7-4-3783 0 0,9-14 1624 0 0</inkml:trace>
</inkml:ink>
</file>

<file path=ppt/ink/ink3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1:31.6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91 81 3384 0 0,'7'-23'1412'0'0,"-5"18"814"0"0,-3 1-1343 0 0,-1-1-421 0 0,0 0-1 0 0,0 0 0 0 0,-1 0 0 0 0,1 0 1 0 0,-5-6-1 0 0,5 9 492 0 0,-17-7-274 0 0,15 8 61 0 0,-1 2-570 0 0,1 0-129 0 0,3-1-25 0 0,-1 0 0 0 0,0 0 0 0 0,1 1 0 0 0,-1-1 0 0 0,1 0 0 0 0,-1 1 1 0 0,1-1-1 0 0,-1 1 0 0 0,0 0 0 0 0,1-1 0 0 0,0 1 0 0 0,-3 2 0 0 0,-9 14 189 0 0,10-13-114 0 0,2 1-13 0 0,-5 17-4 0 0,4-16-15 0 0,3 0-14 0 0,2 6-24 0 0,1 0-1 0 0,-1-1 0 0 0,2 0 0 0 0,0 0 1 0 0,0 0-1 0 0,1 0 0 0 0,0-1 1 0 0,11 14-1 0 0,11 5 16 0 0,1-1 1 0 0,56 42-1 0 0,-18-16 89 0 0,-64-52-108 0 0,-1-1-11 0 0,0 0 0 0 0,-1 0 0 0 0,1 0 0 0 0,-1 1 0 0 0,1-1 0 0 0,-1 0 0 0 0,0 1 0 0 0,1-1 0 0 0,-1 1 0 0 0,2 2 0 0 0,0-1 422 0 0,-2-2-406 0 0,-1 0 1 0 0,1 1 0 0 0,-1-1-1 0 0,1 0 1 0 0,-1 1 0 0 0,0-1 0 0 0,0 0-1 0 0,0 1 1 0 0,0-1 0 0 0,0 0-1 0 0,0 1 1 0 0,0 1 0 0 0,-1 7 184 0 0,-3-6-75 0 0,-7 2-96 0 0,0 0-1 0 0,0 0 0 0 0,-1-1 1 0 0,1 0-1 0 0,-1-1 0 0 0,-20 5 1 0 0,-1-2-1525 0 0,-36 3 0 0 0,49-12-556 0 0,9 0-2716 0 0</inkml:trace>
</inkml:ink>
</file>

<file path=ppt/ink/ink3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1:32.1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72 4648 0 0,'0'0'1602'0'0,"-5"1"-275"0"0,-13 1-179 0 0,13-1 2237 0 0,8-3-2725 0 0,10-6-65 0 0,-10 6-70 0 0,3 0-65 0 0,154-45 599 0 0,-156 45-1655 0 0,1 1-167 0 0,17-4-162 0 0,-16 3-174 0 0,-2 0-1187 0 0,-2 2 1838 0 0,0-1-1 0 0,0 0 1 0 0,0 1-1 0 0,0 0 1 0 0,0-1-1 0 0,0 1 1 0 0,0 0 0 0 0,4 0-1 0 0,-4 0-592 0 0</inkml:trace>
</inkml:ink>
</file>

<file path=ppt/ink/ink3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1:32.3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23 2504 0 0,'-3'4'1165'0'0,"-16"12"6648"0"0,22-13-7265 0 0,-2-2-467 0 0,1 0 0 0 0,-1 0-1 0 0,1 0 1 0 0,-1 0 0 0 0,0 0-1 0 0,1 0 1 0 0,-1 0-1 0 0,0 0 1 0 0,0 1 0 0 0,0-1-1 0 0,1 2 1 0 0,3-4 341 0 0,15-1-35 0 0,-15 2-38 0 0,1-1-38 0 0,27-3-207 0 0,48-13-1 0 0,-11-4-4903 0 0,-60 17 1156 0 0,15-7-2546 0 0</inkml:trace>
</inkml:ink>
</file>

<file path=ppt/ink/ink3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1:27.8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18 3268 0 0,'0'0'4664'0'0,"1"-5"-4133"0"0,3-7 3856 0 0,-4 33-2666 0 0,-3 47-1540 0 0,2-58 251 0 0,0 84 461 0 0,-1-28-536 0 0,2-17-195 0 0,-4 95 192 0 0,4-139-347 0 0,0 1-6 0 0,-1 53-411 0 0,1-54 57 0 0,11 9-3170 0 0,-8-11 2538 0 0,0-6-190 0 0,5-3-270 0 0,-1 0 0 0 0,1 0 0 0 0,10-14 0 0 0,-3-2-3247 0 0</inkml:trace>
</inkml:ink>
</file>

<file path=ppt/ink/ink3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1:28.3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243 13 2396 0 0,'0'0'6385'0'0,"-2"-3"-5950"0"0,2 3-392 0 0,-1-1 0 0 0,1 0 0 0 0,0 1 0 0 0,-1-1 0 0 0,1 1 0 0 0,-1-1 1 0 0,1 1-1 0 0,-1-1 0 0 0,1 1 0 0 0,-1-1 0 0 0,1 1 0 0 0,-1-1 0 0 0,1 1 0 0 0,-1-1 0 0 0,1 1 0 0 0,-1 0 0 0 0,0-1 0 0 0,1 1 0 0 0,-1 0 0 0 0,0 0 0 0 0,1 0 0 0 0,-2-1 0 0 0,0 2 19 0 0,0 0-1 0 0,1-1 0 0 0,-1 1 1 0 0,1 0-1 0 0,-1 0 0 0 0,1 0 1 0 0,-1 0-1 0 0,1 0 0 0 0,0 1 1 0 0,-1-1-1 0 0,1 0 0 0 0,0 1 1 0 0,-2 1-1 0 0,-165 222 2434 0 0,165-221-2431 0 0,-13 15 231 0 0,16-18-286 0 0,-1 0 0 0 0,1 0 0 0 0,-1 0 0 0 0,0 0 0 0 0,1 0 0 0 0,-1 0 0 0 0,0-1 0 0 0,0 1 0 0 0,0 0 0 0 0,0-1 0 0 0,0 1 0 0 0,1 0 0 0 0,-1-1 0 0 0,0 1 0 0 0,-1-1 1 0 0,0 1-1 0 0,1-4-17 0 0,0 0 0 0 0,1-1 0 0 0,-1 1 0 0 0,1 0 0 0 0,0-1 0 0 0,-1 1 0 0 0,2 0 0 0 0,-1 0 0 0 0,0-1 0 0 0,2-4 0 0 0,-1 3-36 0 0,1 2-67 0 0,6-13 56 0 0,-6 13 97 0 0,-2 3-43 0 0,1 0 0 0 0,-1 0 0 0 0,1 0-1 0 0,-1 0 1 0 0,1-1 0 0 0,-1 1 0 0 0,0 0-1 0 0,1 0 1 0 0,-1 0 0 0 0,1 0 0 0 0,-1 0 0 0 0,0 0-1 0 0,1-1 1 0 0,-1 1 0 0 0,0 0 0 0 0,1 0-1 0 0,-1-1 1 0 0,0 1 0 0 0,1 0 0 0 0,-1-1 0 0 0,0 1-1 0 0,1 0 1 0 0,-1-1 0 0 0,0 1 0 0 0,0 0-1 0 0,1-1 1 0 0,-1 1 0 0 0,0-1 0 0 0,0 1-4 0 0,1-1 0 0 0,-1 0 0 0 0,0 1 0 0 0,1-1 0 0 0,-1 1 0 0 0,1-1 1 0 0,-1 1-1 0 0,0-1 0 0 0,1 1 0 0 0,-1 0 0 0 0,1-1 0 0 0,0 1 0 0 0,-1 0 0 0 0,1-1 0 0 0,-1 1 1 0 0,1 0-1 0 0,-1-1 0 0 0,1 1 0 0 0,0 0 0 0 0,-1 0 0 0 0,1 0 0 0 0,0 0 0 0 0,-1 0 0 0 0,1 0 1 0 0,0 0-1 0 0,-1 0 0 0 0,1 0 0 0 0,-1 0 0 0 0,1 0 0 0 0,0 0 0 0 0,0 0 0 0 0,5 1 28 0 0,-1-1 0 0 0,0 1-1 0 0,0 0 1 0 0,0 0 0 0 0,0 1-1 0 0,-1-1 1 0 0,1 1 0 0 0,0 0-1 0 0,-1 0 1 0 0,1 1 0 0 0,-1-1-1 0 0,0 1 1 0 0,6 4 0 0 0,3 7 14 0 0,0 1 1 0 0,0 0-1 0 0,-1 1 0 0 0,10 17 1 0 0,10 16-11 0 0,-4-19-330 0 0,-25-27-42 0 0,0-1-107 0 0,13 9-118 0 0,-13-8-110 0 0,2-2-129 0 0,14 4-228 0 0,-15-4-268 0 0,1-2-235 0 0,14-4-1071 0 0</inkml:trace>
</inkml:ink>
</file>

<file path=ppt/ink/ink3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1:28.6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93 3128 0 0,'0'0'2297'0'0,"-4"-1"-1449"0"0,0 0-428 0 0,-4-2-309 0 0,0 2 5718 0 0,13-18-5463 0 0,-3 15-156 0 0,2 0-70 0 0,1 0 0 0 0,0 1 0 0 0,1 0 0 0 0,-1 0 0 0 0,0 0 0 0 0,9-2 0 0 0,-10 2 9 0 0,1 1-12 0 0,15-5-27 0 0,-15 5-27 0 0,0 0-12 0 0,16-6-18 0 0,-15 6-23 0 0,-2 1-3 0 0,15-5-19 0 0,-15 5-99 0 0,1 0-125 0 0,14-3-1023 0 0,-16 4 341 0 0,-1 0-1 0 0,1 1 1 0 0,-1-1 0 0 0,0 0-1 0 0,1 1 1 0 0,-1 0 0 0 0,1-1-1 0 0,-1 1 1 0 0,3 2 0 0 0</inkml:trace>
</inkml:ink>
</file>

<file path=ppt/ink/ink3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1:28.9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53 12 3028 0 0,'-35'36'7676'0'0,"32"-34"-7148"0"0,-9 7-76 0 0,9-7 1947 0 0,9-2-2246 0 0,19-1 0 0 0,-19 1-7 0 0,-1-1-41 0 0,15-2-18 0 0,-15 2-11 0 0,1 0-18 0 0,139-28-229 0 0,-139 28-130 0 0,16-9-3024 0 0,-18 8 2067 0 0,-3 1 764 0 0,7-6 86 0 0,-1 4-3370 0 0</inkml:trace>
</inkml:ink>
</file>

<file path=ppt/ink/ink3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1:29.4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162 43 3468 0 0,'0'0'2795'0'0,"1"-4"-1715"0"0,0-6-1050 0 0,-1 8 385 0 0,0 0 0 0 0,0 0 0 0 0,0 1 1 0 0,0-1-1 0 0,-1 0 0 0 0,1 1 0 0 0,-1-1 0 0 0,1 0 0 0 0,-1 1 1 0 0,0-1-1 0 0,0 1 0 0 0,1-1 0 0 0,-3-2 0 0 0,0 1 355 0 0,0 6-454 0 0,-12 8-84 0 0,11-9 28 0 0,3 0-232 0 0,1 0 0 0 0,-1 0 0 0 0,0-1 0 0 0,1 1 0 0 0,-1 0 0 0 0,0-1 1 0 0,0 1-1 0 0,0 0 0 0 0,0-1 0 0 0,-1 0 0 0 0,1 1 0 0 0,-3 1 0 0 0,3-1 22 0 0,-7 11 53 0 0,1 0-1 0 0,1 0 1 0 0,0 1 0 0 0,1 0-1 0 0,0 0 1 0 0,-3 18-1 0 0,-7 73 127 0 0,15-98-207 0 0,-1 4-2 0 0,1 0 0 0 0,1 0 0 0 0,0 0 0 0 0,1 0 0 0 0,0 0 0 0 0,0 0 0 0 0,1 0 0 0 0,1 0 0 0 0,5 13 0 0 0,-7-20 21 0 0,-2-4-39 0 0,0 1-1 0 0,0 0 0 0 0,0-1 0 0 0,1 1 1 0 0,-1-1-1 0 0,0 1 0 0 0,0-1 1 0 0,0 1-1 0 0,1-1 0 0 0,-1 1 1 0 0,0-1-1 0 0,0 1 0 0 0,1-1 1 0 0,-1 1-1 0 0,1-1 0 0 0,-1 1 1 0 0,0-1-1 0 0,1 1 0 0 0,-1-1 1 0 0,1 0-1 0 0,-1 1 0 0 0,1-1 1 0 0,-1 0-1 0 0,1 1 0 0 0,0-1 1 0 0,-1 0-2 0 0,1 0 1 0 0,-1 1-1 0 0,1-1 0 0 0,-1 0 1 0 0,1 1-1 0 0,-1-1 1 0 0,1 0-1 0 0,-1 1 1 0 0,1-1-1 0 0,-1 1 0 0 0,1-1 1 0 0,-1 1-1 0 0,0-1 1 0 0,1 1-1 0 0,-1-1 0 0 0,0 1 1 0 0,0-1-1 0 0,1 1 1 0 0,-1-1-1 0 0,0 1 0 0 0,0-1 1 0 0,0 1-1 0 0,0-1 1 0 0,0 1-1 0 0,1 0 1 0 0,20 9 37 0 0,-16-10-21 0 0,16-1 0 0 0,-20 1-17 0 0,0 0 1 0 0,0 0 0 0 0,1 0 0 0 0,-1-1 0 0 0,0 1-1 0 0,0 0 1 0 0,1 0 0 0 0,-1-1 0 0 0,0 1 0 0 0,0-1 0 0 0,0 1-1 0 0,0-1 1 0 0,0 0 0 0 0,0 1 0 0 0,0-1 0 0 0,0 0 0 0 0,0 0-1 0 0,0 1 1 0 0,1-2 0 0 0,0-1 2 0 0,2 1 12 0 0,-4 1-15 0 0,0 1 0 0 0,0-1 1 0 0,0 1-1 0 0,0-1 0 0 0,0 1 1 0 0,1 0-1 0 0,-1-1 0 0 0,0 1 1 0 0,0-1-1 0 0,0 1 0 0 0,0-1 0 0 0,0 1 1 0 0,1 0-1 0 0,-1-1 0 0 0,0 1 1 0 0,0-1-1 0 0,1 1 0 0 0,-1 0 1 0 0,0-1-1 0 0,1 1 0 0 0,-1 0 1 0 0,0-1-1 0 0,1 1 0 0 0,-1 0 1 0 0,1 0-1 0 0,0-1 0 0 0,0 0 1 0 0,0 1-1 0 0,0-1 0 0 0,0 0 0 0 0,-1 0 0 0 0,1 1 0 0 0,0-1 0 0 0,0 0 1 0 0,0 0-1 0 0,-1 0 0 0 0,1 0 0 0 0,0 0 0 0 0,-1 0 0 0 0,1 0 0 0 0,-1 0 1 0 0,1 0-1 0 0,-1-2 0 0 0,2-4-9 0 0,-1 1 1 0 0,-1-1-1 0 0,1 0 1 0 0,-1 0-1 0 0,-1-11 1 0 0,0 13-12 0 0,-2 1 14 0 0,-10-10 2 0 0,10 10-5 0 0,1 4 6 0 0,1 0 0 0 0,-1 0 0 0 0,1-1 0 0 0,-1 1 0 0 0,1-1 1 0 0,-1 0-1 0 0,1 1 0 0 0,-1-1 0 0 0,1 0 0 0 0,-1 0 0 0 0,1 0 0 0 0,-2-2 1 0 0,-1 1-8 0 0,-1 0-63 0 0,0 1-41 0 0,0 1-85 0 0,-1 0 0 0 0,0 0-1 0 0,1 1 1 0 0,-1-1 0 0 0,0 1 0 0 0,1 1 0 0 0,-1-1 0 0 0,1 1 0 0 0,0 0-1 0 0,-1 0 1 0 0,1 0 0 0 0,0 1 0 0 0,0-1 0 0 0,1 1 0 0 0,-7 6 0 0 0,-2 6-2537 0 0,1 1 0 0 0,-13 22 1 0 0</inkml:trace>
</inkml:ink>
</file>

<file path=ppt/ink/ink3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1:39.6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58 3428 0 0,'1'-5'1394'0'0,"14"-42"3670"0"0,-14 42-1005 0 0,-1 5-4037 0 0,1 1 0 0 0,-1-1 0 0 0,0 0 0 0 0,0 1-1 0 0,0-1 1 0 0,0 1 0 0 0,0-1 0 0 0,1 0 0 0 0,-1 1-1 0 0,0-1 1 0 0,0 0 0 0 0,1 1 0 0 0,-1-1 0 0 0,0 0 0 0 0,0 0-1 0 0,1 1 1 0 0,-1-1 0 0 0,0 0 0 0 0,1 1 0 0 0,-1-1-1 0 0,0 0 1 0 0,1 0 0 0 0,-1 0 0 0 0,1 0 0 0 0,-1 1-1 0 0,0-1 1 0 0,1 0 0 0 0,0 0 0 0 0,-1 0-4 0 0,1 0 0 0 0,0 0 0 0 0,-1 1 0 0 0,1-1 0 0 0,-1 0 0 0 0,1 1 0 0 0,0-1 0 0 0,-1 0 0 0 0,1 1 0 0 0,-1-1 0 0 0,1 1 1 0 0,-1-1-1 0 0,1 0 0 0 0,-1 1 0 0 0,1-1 0 0 0,-1 1 0 0 0,0 0 0 0 0,1-1 0 0 0,-1 1 0 0 0,0-1 0 0 0,1 1 0 0 0,-1 0 0 0 0,0-1 0 0 0,0 1 0 0 0,0-1 0 0 0,1 1 0 0 0,-1 0 0 0 0,0 1 0 0 0,38 242 1604 0 0,-33-188-1643 0 0,6 22-1468 0 0,-11-73 933 0 0,3-1-72 0 0,21 33-2261 0 0,-21-34 2051 0 0,2-3-1131 0 0,13 2 979 0 0,-13-1-8 0 0,-1-4-121 0 0,14-9-798 0 0,-14 9-1352 0 0</inkml:trace>
</inkml:ink>
</file>

<file path=ppt/ink/ink3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1:40.0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208 72 2976 0 0,'1'-5'1260'0'0,"-1"-46"2492"0"0,-1 47-2543 0 0,-2 1-923 0 0,2 2-259 0 0,0 1 0 0 0,0-1 0 0 0,0 0 1 0 0,0 0-1 0 0,0 1 0 0 0,0-1 0 0 0,0 0 0 0 0,0 1 0 0 0,0-1 0 0 0,0 1 1 0 0,-1-1-1 0 0,1 1 0 0 0,0 0 0 0 0,0 0 0 0 0,-1-1 0 0 0,1 1 1 0 0,0 0-1 0 0,0 0 0 0 0,-1 0 0 0 0,1 0 0 0 0,0 1 0 0 0,0-1 1 0 0,-1 0-1 0 0,1 0 0 0 0,0 1 0 0 0,0-1 0 0 0,0 1 0 0 0,-1-1 1 0 0,1 1-1 0 0,0-1 0 0 0,0 1 0 0 0,0 0 0 0 0,0 0 0 0 0,0-1 0 0 0,0 1 1 0 0,0 0-1 0 0,-1 1 0 0 0,-20 23 172 0 0,0 0 1 0 0,-21 33-1 0 0,-19 23 284 0 0,59-78-388 0 0,1 0 44 0 0,-5 8 458 0 0,18-20-89 0 0,-8 6-519 0 0,2 1-6 0 0,14-3-1 0 0,-15 4 108 0 0,1 3-9 0 0,9 4 68 0 0,-1 2 0 0 0,0 0-1 0 0,0 0 1 0 0,20 20 0 0 0,-18-16-111 0 0,1 1-1 0 0,0-2 1 0 0,27 15 0 0 0,-34-23-447 0 0,0 0-1 0 0,0 0 1 0 0,1-1 0 0 0,-1 0 0 0 0,0-1 0 0 0,16 1 0 0 0,25-6-5650 0 0,-24-1 1067 0 0</inkml:trace>
</inkml:ink>
</file>

<file path=ppt/ink/ink3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1:40.2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40 2376 0 0,'0'0'3374'0'0,"-1"-4"-2586"0"0,-5-10-53 0 0,4 10 2130 0 0,5 1-2621 0 0,6-9-84 0 0,-7 9 46 0 0,4 4-144 0 0,77 4 71 0 0,-4 1-4905 0 0,-74-6 2499 0 0</inkml:trace>
</inkml:ink>
</file>

<file path=ppt/ink/ink3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1:40.5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49 3676 0 0,'0'0'2515'0'0,"-3"2"-1467"0"0,3-2-994 0 0,0 1 0 0 0,0-1 0 0 0,0 0 0 0 0,0 0-1 0 0,0 0 1 0 0,1 0 0 0 0,-1 0 0 0 0,0 0 0 0 0,0 0-1 0 0,0 0 1 0 0,0 0 0 0 0,0 1 0 0 0,0-1 0 0 0,0 0 0 0 0,1 0-1 0 0,-1 0 1 0 0,0 0 0 0 0,0 0 0 0 0,0 0 0 0 0,0 1-1 0 0,0-1 1 0 0,0 0 0 0 0,0 0 0 0 0,0 0 0 0 0,0 0 0 0 0,0 1-1 0 0,0-1 1 0 0,0 0 0 0 0,0 0 0 0 0,0 0 0 0 0,0 0-1 0 0,0 0 1 0 0,0 1 0 0 0,0-1 0 0 0,0 0 0 0 0,0 0 0 0 0,0 0-1 0 0,0 0 1 0 0,0 1 0 0 0,0-1 0 0 0,0 0 0 0 0,0 0-1 0 0,-1 0 1 0 0,1 0 0 0 0,0 0 0 0 0,0 0 0 0 0,0 1 0 0 0,0-1-1 0 0,0 0 1 0 0,0 0 0 0 0,0 0 0 0 0,-1 0 0 0 0,1 0-1 0 0,0 0 1 0 0,0 0 0 0 0,0 0 0 0 0,0 0 0 0 0,0 0 0 0 0,-1 0-1 0 0,1 0 1 0 0,0 0 0 0 0,0 0 0 0 0,0 0 0 0 0,0 0-1 0 0,-1 0 1 0 0,1 0 0 0 0,0 0 0 0 0,0 0 0 0 0,0 0-1 0 0,20 0 1376 0 0,46-10-1671 0 0,-41 6 509 0 0,86-16-3265 0 0,-46 6-1922 0 0,-59 12 4388 0 0,30-6-3438 0 0</inkml:trace>
</inkml:ink>
</file>

<file path=ppt/ink/ink3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1:40.8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87 3764 0 0,'0'0'1334'0'0,"-2"-4"-161"0"0,1 2-586 0 0,0-1 1 0 0,0 1 0 0 0,1-1 0 0 0,-1 1 0 0 0,1-1 0 0 0,-1 0-1 0 0,1 1 1 0 0,0-1 0 0 0,0-3 0 0 0,2-4-865 0 0,-1 5 659 0 0,17-5 313 0 0,-15 7-345 0 0,31-4 284 0 0,6-3 116 0 0,-16 7-135 0 0,0 0 1 0 0,36 1-1 0 0,-50 2-438 0 0,-1 1-1 0 0,1 0 0 0 0,-1 1 0 0 0,0-1 0 0 0,0 2 1 0 0,0 0-1 0 0,0 0 0 0 0,0 0 0 0 0,0 1 0 0 0,12 7 1 0 0,-17-7-107 0 0,0-1 1 0 0,0 1-1 0 0,-1-1 0 0 0,1 1 1 0 0,-1 0-1 0 0,0 0 1 0 0,0 1-1 0 0,0-1 1 0 0,0 0-1 0 0,2 7 1 0 0,-3-7-44 0 0,2 3 53 0 0,-1 1 0 0 0,0 0 0 0 0,0 1 0 0 0,0-1 0 0 0,-1 0 1 0 0,1 16-1 0 0,-2-17-78 0 0,2 7 53 0 0,-1 1 0 0 0,-1-1 0 0 0,-1 25 0 0 0,-1-30-54 0 0,2 18 58 0 0,-3-5-63 0 0,1-10-23 0 0,-23 119-3853 0 0,22-127 2717 0 0,1-2 966 0 0,0-1 0 0 0,0 0 0 0 0,1 0 0 0 0,-1 1 0 0 0,0-1 0 0 0,0 1-1 0 0,1-1 1 0 0,-1 0 0 0 0,1 1 0 0 0,-1-1 0 0 0,0 3 0 0 0,0 1-317 0 0,-1-1-1290 0 0,-22 6-8512 0 0</inkml:trace>
</inkml:ink>
</file>

<file path=ppt/ink/ink3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1:41.0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18 127 3524 0 0,'-18'-13'6746'0'0,"22"10"-6350"0"0,2-1-283 0 0,-1 1 1 0 0,1 0-1 0 0,0 0 1 0 0,0 1-1 0 0,0 0 1 0 0,11-3-1 0 0,-10 4-93 0 0,189-37-949 0 0,-73 2-4876 0 0,-86 23 1099 0 0</inkml:trace>
</inkml:ink>
</file>

<file path=ppt/ink/ink3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1:42.0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94 3512 0 0,'0'0'4490'0'0,"-1"-5"-3336"0"0,-2-10 4568 0 0,5 34-4096 0 0,6 39-2358 0 0,-8-54 1273 0 0,3 19-407 0 0,1 0-1 0 0,1-1 0 0 0,10 33 0 0 0,-13-51-116 0 0,1 1 17 0 0,8 12 7 0 0,-8-13-38 0 0,1-1 1 0 0,10 5 6 0 0,-11-5 43 0 0,3-3-49 0 0,15 0 22 0 0,-20 0-21 0 0,0 0 0 0 0,0 0 0 0 0,1-1 0 0 0,-1 1 0 0 0,0 0 0 0 0,0 0 1 0 0,1 0-1 0 0,-1-1 0 0 0,0 1 0 0 0,0-1 0 0 0,1 1 0 0 0,-1-1 0 0 0,0 1 1 0 0,0-1-1 0 0,0 0 0 0 0,0 0 0 0 0,0 1 0 0 0,0-1 0 0 0,1-2 0 0 0,1 1 13 0 0,2-2 16 0 0,1-1 1 0 0,-1-1 0 0 0,0 1 0 0 0,0-1-1 0 0,0 1 1 0 0,-1-1 0 0 0,0-1 0 0 0,0 1-1 0 0,5-12 1 0 0,-1 3 30 0 0,13-23 155 0 0,-20 34-144 0 0,2 0-74 0 0,-3 2 6 0 0,1 1 0 0 0,-1-1-1 0 0,1 0 1 0 0,0 1 0 0 0,-1-1 0 0 0,1 0 0 0 0,0 1 0 0 0,0-1 0 0 0,3-2 17 0 0,0-1-19 0 0,-4 4-5 0 0,0 1 0 0 0,0-1 1 0 0,0 1-1 0 0,0-1 0 0 0,1 1 0 0 0,-1-1 1 0 0,0 1-1 0 0,0 0 0 0 0,0-1 0 0 0,1 1 0 0 0,-1-1 1 0 0,0 1-1 0 0,1 0 0 0 0,-1-1 0 0 0,0 1 0 0 0,1 0 1 0 0,-1-1-1 0 0,0 1 0 0 0,1 0 0 0 0,-1 0 0 0 0,1-1 1 0 0,-1 1-1 0 0,1 0 0 0 0,-1 0 0 0 0,0 0 1 0 0,1 0-1 0 0,-1-1 0 0 0,1 1 0 0 0,-1 0 0 0 0,2 0 1 0 0,8 12-14 0 0,-7-9-43 0 0,-1 2 51 0 0,6 13 29 0 0,-4-9-16 0 0,0 0 0 0 0,1 0 0 0 0,9 11 0 0 0,-11-16-20 0 0,-2-4 6 0 0,0 1 1 0 0,1-1-1 0 0,-1 1 0 0 0,0 0 0 0 0,0-1 1 0 0,1 1-1 0 0,-1 0 0 0 0,0 0 1 0 0,0 0-1 0 0,0-1 0 0 0,0 1 0 0 0,1 2 1 0 0,-1-2-5 0 0,3 2-30 0 0,1-2-7 0 0,16 4 18 0 0,-16-3 3 0 0,1-2 2 0 0,0 0 33 0 0,0 0 0 0 0,0 0 0 0 0,0 0 0 0 0,0-1 0 0 0,0 0 0 0 0,0 0 0 0 0,-1 0-1 0 0,1-1 1 0 0,0 0 0 0 0,-1 0 0 0 0,1 0 0 0 0,-1-1 0 0 0,0 0 0 0 0,1 0 0 0 0,-1 0 0 0 0,-1-1 0 0 0,1 0-1 0 0,0 0 1 0 0,-1 0 0 0 0,0 0 0 0 0,0-1 0 0 0,0 1 0 0 0,-1-1 0 0 0,1 0 0 0 0,3-8 0 0 0,16-43 130 0 0,-18 28-79 0 0,-5 22-53 0 0,0 0 13 0 0,0-1 51 0 0,0-20-64 0 0,0 20-48 0 0,-1 2 4 0 0,0 2-83 0 0,0 0 0 0 0,0-1 0 0 0,0 1 0 0 0,0 0 0 0 0,-1 0-1 0 0,0 0 1 0 0,0 0 0 0 0,0 0 0 0 0,0 1 0 0 0,-3-5 0 0 0,2 5-479 0 0,-2 4-958 0 0,-13 5 629 0 0,13-5-142 0 0,3 2-245 0 0,-5 8 213 0 0</inkml:trace>
</inkml:ink>
</file>

<file path=ppt/ink/ink3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1:42.3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201 63 2972 0 0,'1'-4'1831'0'0,"0"0"-1103"0"0,0-1 0 0 0,0 0-1 0 0,0 1 1 0 0,0-1 0 0 0,-1 0 0 0 0,-1-8 0 0 0,1 9 444 0 0,0 4-1140 0 0,0-1-1 0 0,-1 1 1 0 0,1-1 0 0 0,0 1 0 0 0,0 0 0 0 0,-1-1 0 0 0,1 1 0 0 0,0 0 0 0 0,-1-1-1 0 0,1 1 1 0 0,0 0 0 0 0,-1-1 0 0 0,1 1 0 0 0,0 0 0 0 0,-1 0 0 0 0,1-1 0 0 0,-1 1-1 0 0,1 0 1 0 0,0 0 0 0 0,-1 0 0 0 0,1 0 0 0 0,-1 0 0 0 0,1-1 0 0 0,-1 1-1 0 0,0 0 1 0 0,1 0-4 0 0,-1 0 0 0 0,1 0-1 0 0,-1 0 1 0 0,1 0-1 0 0,0 0 1 0 0,-1 0 0 0 0,1 0-1 0 0,-1 0 1 0 0,1-1-1 0 0,0 1 1 0 0,-1 0-1 0 0,1 0 1 0 0,-1 0 0 0 0,1-1-1 0 0,0 1 1 0 0,-1 0-1 0 0,1-1 1 0 0,0 1 0 0 0,-1 0-1 0 0,1-1 1 0 0,0 1-1 0 0,0 0 1 0 0,-1-1 0 0 0,1 1-1 0 0,0-1 1 0 0,-5 1 418 0 0,-4 1-343 0 0,1 1 1 0 0,0-1-1 0 0,0 1 1 0 0,0 1 0 0 0,0-1-1 0 0,0 1 1 0 0,1 1-1 0 0,-1-1 1 0 0,1 1-1 0 0,0 1 1 0 0,0-1-1 0 0,0 1 1 0 0,1 1-1 0 0,0-1 1 0 0,0 1 0 0 0,0 0-1 0 0,1 0 1 0 0,-1 1-1 0 0,-4 8 1 0 0,7-10-94 0 0,-3 3 44 0 0,1 1 0 0 0,0 1-1 0 0,1-1 1 0 0,-7 17-1 0 0,11-23-62 0 0,-1 0-1 0 0,0 1 1 0 0,1-1-1 0 0,-1 0 1 0 0,1 0-1 0 0,0 0 1 0 0,0 0-1 0 0,0 0 1 0 0,1 0-1 0 0,-1 0 1 0 0,1 0-1 0 0,-1 0 1 0 0,1 0-1 0 0,0 0 1 0 0,0 0-1 0 0,1 0 1 0 0,-1 0-1 0 0,0 0 1 0 0,1-1-1 0 0,0 1 1 0 0,0-1-1 0 0,2 4 1 0 0,0-2-287 0 0,1 1 0 0 0,0-1 1 0 0,0 1-1 0 0,0-1 0 0 0,1-1 1 0 0,-1 1-1 0 0,1-1 0 0 0,0 0 1 0 0,0 0-1 0 0,0-1 0 0 0,0 1 1 0 0,0-2-1 0 0,1 1 0 0 0,-1 0 1 0 0,1-1-1 0 0,-1-1 0 0 0,1 1 1 0 0,-1-1-1 0 0,1 0 0 0 0,0 0 1 0 0,-1-1-1 0 0,1 0 0 0 0,7-2 1 0 0,48-12-3590 0 0,-38 6-287 0 0</inkml:trace>
</inkml:ink>
</file>

<file path=ppt/ink/ink3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1:42.7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89 42 3004 0 0,'0'0'2288'0'0,"0"-6"-1369"0"0,0-8-401 0 0,0 3 2123 0 0,-19 2-1734 0 0,15 8-224 0 0,1 2-599 0 0,0 1-1 0 0,0-1 0 0 0,0 1 0 0 0,0 0 0 0 0,0 0 0 0 0,0 0 1 0 0,0 0-1 0 0,0 1 0 0 0,1-1 0 0 0,-1 1 0 0 0,1-1 1 0 0,-2 5-1 0 0,1-4 13 0 0,0 1-19 0 0,-6 13-12 0 0,7-13 24 0 0,0 0 84 0 0,-6 43-95 0 0,7-43-92 0 0,2 1 32 0 0,4 6-8 0 0,0 1 0 0 0,0-1 0 0 0,1-1 1 0 0,0 1-1 0 0,1-1 0 0 0,0 0 0 0 0,16 16 1 0 0,-8-7-21 0 0,-13-16-20 0 0,-1-1 28 0 0,0-1 0 0 0,0 1 0 0 0,0 0 0 0 0,0-1 0 0 0,0 1 0 0 0,0-1 0 0 0,1 1 0 0 0,-1-1-1 0 0,0 0 1 0 0,1 1 0 0 0,1 0 0 0 0,0 2-19 0 0,-1 0-3 0 0,0 0 22 0 0,0 0-1 0 0,-1 1 1 0 0,0-1-1 0 0,0 1 1 0 0,0-1-1 0 0,0 1 0 0 0,-1 9 1 0 0,0-9 11 0 0,-2-1 1 0 0,-25 31 69 0 0,24-32-54 0 0,-33 20 65 0 0,32-21-173 0 0,-5-10-2732 0 0,1 1 1005 0 0,8 6 1561 0 0,1-1-1 0 0,0 1 1 0 0,-1-1-1 0 0,1 1 0 0 0,0-1 1 0 0,0 1-1 0 0,0-1 0 0 0,0 1 1 0 0,0 0-1 0 0,0 0 0 0 0,3-2 1 0 0,-1-1-626 0 0</inkml:trace>
</inkml:ink>
</file>

<file path=ppt/ink/ink3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1:43.1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70 43 3104 0 0,'0'0'3597'0'0,"0"-5"-2715"0"0,0-20 1282 0 0,-19 12-186 0 0,-6 16-1568 0 0,21-3-61 0 0,-14 14-162 0 0,15-11-25 0 0,3 2-125 0 0,2 3-25 0 0,-1-1 0 0 0,1 0 0 0 0,1 0 0 0 0,-1 0 0 0 0,1 0-1 0 0,0 0 1 0 0,1-1 0 0 0,0 0 0 0 0,6 9 0 0 0,65 86 39 0 0,-73-98 1 0 0,1 2 16 0 0,20 40 289 0 0,-21-41-225 0 0,0 0 37 0 0,6 13 42 0 0,-6-13 3 0 0,0-1-26 0 0,4 12-8 0 0,-5-12 78 0 0,0 2-200 0 0,0 2 14 0 0,0 0 0 0 0,0 0 0 0 0,-1 0-1 0 0,-1 12 1 0 0,0-14-48 0 0,-3-3-316 0 0,-12 6 45 0 0,11-6-152 0 0,-2-7-1798 0 0,-4 1 1251 0 0,9-3-4989 0 0,7-16 681 0 0</inkml:trace>
</inkml:ink>
</file>

<file path=ppt/ink/ink3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1:43.3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88 2608 0 0,'3'-2'1672'0'0,"45"-40"5568"0"0,-45 39-6674 0 0,1 0-82 0 0,41-17 769 0 0,-39 18-1071 0 0,-1 1-45 0 0,19-3-39 0 0,-19 3-25 0 0,2 0-69 0 0,58-3-1395 0 0,-58 4 594 0 0,-1-1-243 0 0,0 0 483 0 0,8-2 198 0 0,-2 5-4745 0 0</inkml:trace>
</inkml:ink>
</file>

<file path=ppt/ink/ink3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6:21:43.5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 0 2660 0 0,'0'0'1130'0'0,"-4"3"-148"0"0,-12 8-97 0 0,12-8 681 0 0,1-1-845 0 0,2-1-640 0 0,1-1 1 0 0,-1 0-1 0 0,1 0 1 0 0,-1 1-1 0 0,1-1 0 0 0,0 1 1 0 0,-1-1-1 0 0,1 0 1 0 0,-1 1-1 0 0,1-1 0 0 0,0 1 1 0 0,-1-1-1 0 0,1 1 1 0 0,0-1-1 0 0,0 1 0 0 0,-1-1 1 0 0,1 1-1 0 0,0-1 1 0 0,0 1-1 0 0,0-1 0 0 0,0 1 1 0 0,-1-1-1 0 0,1 1 1 0 0,0 0-1 0 0,0-1 0 0 0,0 1 1 0 0,0-1-1 0 0,1 2 1 0 0,13 6 914 0 0,-14-8-1061 0 0,4 2 347 0 0,2-2-115 0 0,15 0-41 0 0,-16 0-3 0 0,2 0-89 0 0,-1-1-42 0 0,12 0-690 0 0,1-1 0 0 0,-1-1 0 0 0,25-7 0 0 0,-36 8 199 0 0,4-2-146 0 0,8-3-2585 0 0,13-4-1524 0 0</inkml:trace>
</inkml:ink>
</file>

<file path=ppt/ink/ink3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09:33.5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 6 7069 0 0,'0'0'12262'0'0,"-5"-2"-12204"0"0,1 1-681 0 0,0 0 1 0 0,-1 1-1 0 0,1-1 0 0 0,-1 1 1 0 0,1 0-1 0 0,-1 0 0 0 0,-4 1 1 0 0,-10-1-7569 0 0</inkml:trace>
</inkml:ink>
</file>

<file path=ppt/ink/ink3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09:33.7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95 5364 0 0,'0'0'1997'0'0,"11"-30"2207"0"0,-1 4-2360 0 0,2 0-2184 0 0,12 13-6928 0 0</inkml:trace>
</inkml:ink>
</file>

<file path=ppt/ink/ink3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09:33.8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4516 0 0,'0'0'1649'0'0,"25"11"1347"0"0,-5 4-2252 0 0,-4 7-1300 0 0,-6 4-3961 0 0</inkml:trace>
</inkml:ink>
</file>

<file path=ppt/ink/ink3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09:34.0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4796 0 0,'0'0'5917'0'0,"20"19"-3909"0"0,-18 14-4144 0 0,-16-9-3457 0 0</inkml:trace>
</inkml:ink>
</file>

<file path=ppt/ink/ink3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09:34.1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131 0 5084 0 0,'0'0'5901'0'0,"-26"19"-4589"0"0,-9-4-1628 0 0,3 1-1904 0 0,-6 5-1984 0 0</inkml:trace>
</inkml:ink>
</file>

<file path=ppt/ink/ink3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09:34.2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1 4464 0 0,'0'0'10281'0'0,"-32"3"-14513"0"0</inkml:trace>
</inkml:ink>
</file>

<file path=ppt/ink/ink3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09:34.4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78 58 6609 0 0,'0'0'4676'0'0,"-10"-26"-4200"0"0,-20 7-2468 0 0,-7 6-7737 0 0</inkml:trace>
</inkml:ink>
</file>

<file path=ppt/ink/ink3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09:35.0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72 1 5573 0 0,'0'0'1714'0'0,"-3"4"-192"0"0,-26 28 4174 0 0,26-29-6158 0 0,-3-4-4345 0 0,-18-3 3584 0 0,18 3-196 0 0</inkml:trace>
</inkml:ink>
</file>

<file path=ppt/ink/ink3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09:35.1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62 155 4072 0 0,'-12'-26'3509'0'0,"-2"-10"-1473"0"0,1 3-1528 0 0,-1 3-896 0 0,6 1-2536 0 0</inkml:trace>
</inkml:ink>
</file>

<file path=ppt/ink/ink3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09:35.3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97 3596 0 0,'32'-26'2341'0'0,"0"4"-1141"0"0,-5 3-1156 0 0,-1 5-920 0 0,2-1-5389 0 0</inkml:trace>
</inkml:ink>
</file>

<file path=ppt/ink/ink3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09:35.4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3464 0 0,'32'13'2481'0'0,"-12"9"-1861"0"0,-12 13-1272 0 0,-12-3-1897 0 0</inkml:trace>
</inkml:ink>
</file>

<file path=ppt/ink/ink3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09:35.6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 1 2124 0 0,'0'0'-324'0'0,"-26"9"-344"0"0</inkml:trace>
</inkml:ink>
</file>

<file path=ppt/ink/ink3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09:35.7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43 4768 0 0,'0'0'6089'0'0,"-28"-9"-4241"0"0,26-25-14513 0 0</inkml:trace>
</inkml:ink>
</file>

<file path=ppt/ink/ink3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3:31.8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4184 0 0,'0'0'4865'0'0</inkml:trace>
</inkml:ink>
</file>

<file path=ppt/ink/ink3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3:38.3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45 2704 0 0,'0'0'6396'0'0,"1"-5"-5758"0"0,1-12 665 0 0,4 31 1182 0 0,-5-10-2317 0 0,-1 4-118 0 0,2 123 717 0 0,2 23-457 0 0,-4-146-274 0 0,8 57 1063 0 0,-2-66-1074 0 0,16-1 5 0 0,-16 1-4 0 0,-6 0-25 0 0,0 1 0 0 0,0-1 1 0 0,0 0-1 0 0,1 0 0 0 0,-1 0 0 0 0,0 1 1 0 0,1-1-1 0 0,-1 0 0 0 0,0 1 1 0 0,1-1-1 0 0,-1 0 0 0 0,1 1 0 0 0,-1-1 1 0 0,1 0-1 0 0,-1 1 0 0 0,1-1 0 0 0,1 0 1 0 0,12-16 71 0 0,69-145 54 0 0,-81 158-156 0 0,0-1-3 0 0,9-15 8 0 0,-9 15 10 0 0,1 1 128 0 0,8-12-154 0 0,-9 12-23 0 0,25 7-171 0 0,-22-3 213 0 0,-2 5 112 0 0,7 12 246 0 0,-7-13-293 0 0,-1 2-124 0 0,7 20-9 0 0,0-2-12 0 0,18 39-1 0 0,-2-21 55 0 0,-22-37 37 0 0,0-2 8 0 0,11 15 6 0 0,-13-17-2 0 0,1 0 0 0 0,-1 0 0 0 0,0 1 0 0 0,0-1 0 0 0,1 0 0 0 0,-1 0 0 0 0,1 0 0 0 0,-1 0 0 0 0,1-1 0 0 0,-1 1 0 0 0,1 0 0 0 0,0 0 0 0 0,-1-1 0 0 0,1 1 0 0 0,0-1 0 0 0,-1 0 0 0 0,1 0-1 0 0,3 1 1 0 0,16-5 27 0 0,-16 3 2 0 0,-4-1-28 0 0,0 1 1 0 0,1-1 0 0 0,-1 1-1 0 0,0 0 1 0 0,0-1 0 0 0,1 1-1 0 0,-1 0 1 0 0,1 0 0 0 0,3-2-1 0 0,1-5 4 0 0,1 0-1 0 0,-1 0 1 0 0,0-1-1 0 0,-1 0 1 0 0,0 0-1 0 0,0 0 1 0 0,-1 0-1 0 0,0-1 0 0 0,-1 1 1 0 0,0-1-1 0 0,0 0 1 0 0,-1 0-1 0 0,1-15 1 0 0,0 8 7 0 0,-1 7-2 0 0,1-10 5 0 0,-2-2 18 0 0,0-53 40 0 0,-2 48-57 0 0,0 22-16 0 0,1 0-23 0 0,-4-21-1210 0 0,-14 15-383 0 0,15 9 623 0 0,-19 16-11471 0 0</inkml:trace>
</inkml:ink>
</file>

<file path=ppt/ink/ink3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3:38.7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215 66 2660 0 0,'0'0'5734'0'0,"0"-5"-4986"0"0,4-21 1186 0 0,-5 24-1894 0 0,0 1 0 0 0,1 0-1 0 0,-1-1 1 0 0,0 1 0 0 0,0 0-1 0 0,1 0 1 0 0,-1-1 0 0 0,0 1-1 0 0,0 0 1 0 0,-1 0 0 0 0,1 0-1 0 0,-1-1 1 0 0,1 2 10 0 0,-1-4 564 0 0,-2 2-501 0 0,0 0-62 0 0,0 0 0 0 0,0 1 0 0 0,-1-1 0 0 0,1 1 0 0 0,0 0-1 0 0,-1 0 1 0 0,1 1 0 0 0,-1-1 0 0 0,1 1 0 0 0,-1 0 0 0 0,-5 0 0 0 0,9 1-44 0 0,-1-1 0 0 0,1 1 0 0 0,-1 0 0 0 0,1-1 0 0 0,-1 1 0 0 0,1 0 0 0 0,0 0 0 0 0,-1 0 1 0 0,1 0-1 0 0,0 0 0 0 0,0 0 0 0 0,-3 2 0 0 0,3-2 7 0 0,-4 4 3 0 0,-1-1 0 0 0,1 0 0 0 0,1 1 0 0 0,-1 0 0 0 0,-5 9 0 0 0,1-4-52 0 0,2-1 162 0 0,0-1-1 0 0,1 1 1 0 0,0 0 0 0 0,-7 17-1 0 0,10-20-109 0 0,-8 13 210 0 0,4 0-88 0 0,4-10-33 0 0,-8 48 238 0 0,10-51-256 0 0,1 2 24 0 0,0-4-72 0 0,0 1-1 0 0,0 0 0 0 0,0 0 0 0 0,0 0 0 0 0,1 0 0 0 0,0-1 0 0 0,0 1-1 0 0,0 0 1 0 0,0-1 0 0 0,1 1 0 0 0,0-1 0 0 0,0 1 0 0 0,4 6 0 0 0,7 2 32 0 0,0 0 0 0 0,21 16 0 0 0,-30-27 48 0 0,2 0-20 0 0,18 7 16 0 0,-18-7-1 0 0,0-1 1 0 0,17 1 6 0 0,-17-1 99 0 0,1-2-134 0 0,21-1 11 0 0,-21 1 48 0 0,-2 0-116 0 0,15-5 39 0 0,-15 4 68 0 0,-1 0-118 0 0,15-7-28 0 0,-15 7-68 0 0,-2-1-1244 0 0,-2 2 1218 0 0,1 0 1 0 0,0 0 0 0 0,0 0 0 0 0,0 0 0 0 0,0 0-1 0 0,0 0 1 0 0,0 0 0 0 0,0 0 0 0 0,1 0-1 0 0,0-1 1 0 0,-1 2-64 0 0,2-4-722 0 0,15-14-12529 0 0</inkml:trace>
</inkml:ink>
</file>

<file path=ppt/ink/ink3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3:39.5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263 29 3320 0 0,'0'0'3903'0'0,"-2"-5"-3261"0"0,-9-13-68 0 0,8 13 301 0 0,-3 5-494 0 0,-12 0-164 0 0,1 1-1 0 0,0 1 1 0 0,0 1 0 0 0,0 0-1 0 0,0 2 1 0 0,1-1 0 0 0,-23 11-1 0 0,32-12-165 0 0,0 1 1 0 0,0-1-1 0 0,0 1 0 0 0,1 1 0 0 0,-12 9 0 0 0,12-9-44 0 0,1-2 59 0 0,2 1-23 0 0,1-1-26 0 0,0 0 0 0 0,0 0 1 0 0,0 0-1 0 0,1 0 0 0 0,-1 1 0 0 0,1-1 0 0 0,0 1 0 0 0,0-1 1 0 0,0 1-1 0 0,0-1 0 0 0,0 5 0 0 0,1-2-3 0 0,3-3 4 0 0,7 6-14 0 0,1-1 0 0 0,-1 0 0 0 0,1-1 0 0 0,24 12-1 0 0,10 1-242 0 0,-41-18 230 0 0,1 1 47 0 0,16 7 4 0 0,-16-8-10 0 0,0 0-17 0 0,12 8 1 0 0,-13-7 0 0 0,0 0 32 0 0,10 11 47 0 0,-10-11 167 0 0,0 9-31 0 0,0 2 29 0 0,-5-11-229 0 0,1 0 0 0 0,-1-1 0 0 0,0 1 0 0 0,0-1 0 0 0,0 1 0 0 0,0-1 0 0 0,-1 1 1 0 0,1-1-1 0 0,0 0 0 0 0,-1 1 0 0 0,0-1 0 0 0,1 0 0 0 0,-4 3 0 0 0,-34 26 198 0 0,-38 11 82 0 0,72-40-229 0 0,0 0 19 0 0,-16 6-5 0 0,16-5 74 0 0,-1-3-218 0 0,-16 3-90 0 0,16-3-115 0 0,0-17-1601 0 0,4 14 1648 0 0,0-1-551 0 0,4 0-150 0 0,1-2 379 0 0,0 1-106 0 0,-1 0 0 0 0,1 1 0 0 0,0-1 0 0 0,0 1 0 0 0,1-1 1 0 0,-1 1-1 0 0,1 0 0 0 0,5-4 0 0 0,17-14-3269 0 0</inkml:trace>
</inkml:ink>
</file>

<file path=ppt/ink/ink3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3:40.0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105 39 3604 0 0,'0'0'1347'0'0,"3"-3"-187"0"0,7-9-547 0 0,-3 8 3757 0 0,-9 3-4317 0 0,1 0-1 0 0,-1 0 0 0 0,1-1 0 0 0,-1 1 1 0 0,1 0-1 0 0,0-1 0 0 0,0 0 1 0 0,-1 1-1 0 0,0-4 0 0 0,-1 2 333 0 0,-2 5-307 0 0,-40 21 218 0 0,41-20-222 0 0,2 1-50 0 0,-9 12-7 0 0,9-12 44 0 0,0 1-55 0 0,-3 13 2 0 0,4-13 28 0 0,2 0-28 0 0,19 41-20 0 0,-18-42 20 0 0,-1-3-8 0 0,-1 0 0 0 0,0-1-1 0 0,0 1 1 0 0,0-1 0 0 0,0 1-1 0 0,0-1 1 0 0,1 1 0 0 0,-1 0-1 0 0,0-1 1 0 0,0 1-1 0 0,1-1 1 0 0,-1 1 0 0 0,1-1-1 0 0,-1 0 1 0 0,0 1 0 0 0,1-1-1 0 0,-1 1 1 0 0,1-1-1 0 0,-1 0 1 0 0,1 1 0 0 0,-1-1-1 0 0,1 0 1 0 0,-1 1 0 0 0,1-1-1 0 0,-1 0 1 0 0,1 1-1 0 0,0-1 1 0 0,0 0 0 0 0,-1 0 0 0 0,1 0 0 0 0,-1 1-1 0 0,1-1 1 0 0,-1 0 0 0 0,1 1 0 0 0,-1-1-1 0 0,1 0 1 0 0,-1 1 0 0 0,0-1 0 0 0,1 1 0 0 0,-1-1-1 0 0,1 0 1 0 0,-1 1 0 0 0,0-1 0 0 0,1 1-1 0 0,-1-1 1 0 0,0 1 0 0 0,0 0 0 0 0,1-1 0 0 0,-1 1-1 0 0,0-1 1 0 0,0 1 0 0 0,0-1 0 0 0,0 2-1 0 0,4 1 15 0 0,12 12 8 0 0,-12-11-10 0 0,0-1-9 0 0,34 30 26 0 0,-34-30-7 0 0,-3-2-15 0 0,0-1 1 0 0,1 1-1 0 0,-1 0 1 0 0,0 0-1 0 0,1 0 1 0 0,-1 1-1 0 0,0-1 0 0 0,0 0 1 0 0,0 0-1 0 0,1 3 1 0 0,1-1 81 0 0,1 0-47 0 0,11 12 81 0 0,-14-14-86 0 0,-1 0 0 0 0,1 0-1 0 0,0 0 1 0 0,0 0 0 0 0,0 0-1 0 0,-1 0 1 0 0,1 0 0 0 0,-1 0-1 0 0,1 0 1 0 0,-1 0 0 0 0,1 0-1 0 0,-1 0 1 0 0,1 0 0 0 0,-1 1-1 0 0,0-1 1 0 0,0 0-1 0 0,0 0 1 0 0,1 0 0 0 0,-1 1-1 0 0,0-1 1 0 0,-1 0 0 0 0,1 0-1 0 0,0 1 1 0 0,0-1 0 0 0,-1 1-1 0 0,-4 4 11 0 0,1-1 0 0 0,-1 1 0 0 0,-1-2-1 0 0,1 1 1 0 0,-1 0 0 0 0,0-1 0 0 0,0 0 0 0 0,0-1-1 0 0,-1 1 1 0 0,-7 2 0 0 0,-35 13 72 0 0,16-10-90 0 0,28-8-64 0 0,0-2-621 0 0,-15-4 209 0 0,15 4-134 0 0,6-3-778 0 0,0 0 779 0 0,0-1-1 0 0,0 1 1 0 0,0 0-1 0 0,1 0 1 0 0,0 1-1 0 0,0-1 1 0 0,0 0-1 0 0,0 0 1 0 0,0 1 0 0 0,4-4-1 0 0</inkml:trace>
</inkml:ink>
</file>

<file path=ppt/ink/ink3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3:40.3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63 2408 0 0,'0'0'9777'0'0,"4"-3"-9582"0"0,14-8-31 0 0,-14 8-30 0 0,2 2-23 0 0,16-5-18 0 0,-16 4-9 0 0,0 0-31 0 0,21-8-18 0 0,-21 7 2 0 0,1 2 4 0 0,52-11 11 0 0,-54 10-160 0 0,1 2 17 0 0,16-3-123 0 0,-16 3-132 0 0,0-1-757 0 0,16-1 247 0 0,-16 1-248 0 0</inkml:trace>
</inkml:ink>
</file>

<file path=ppt/ink/ink3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3:40.5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10 3760 0 0,'-3'3'1952'0'0,"-13"8"4647"0"0,16-10-6581 0 0,0-1 0 0 0,1 0 0 0 0,-1 0 1 0 0,1 0-1 0 0,-1 0 0 0 0,1 1 0 0 0,-1-1 0 0 0,1 0 0 0 0,-1 0 0 0 0,0 1 0 0 0,1-1 1 0 0,-1 0-1 0 0,0 1 0 0 0,1-1 0 0 0,-1 0 0 0 0,0 1 0 0 0,1-1 0 0 0,-1 0 0 0 0,0 1 1 0 0,0-1-1 0 0,1 1 0 0 0,-1-1 0 0 0,0 1 0 0 0,0-1 0 0 0,0 0 0 0 0,0 2 0 0 0,1-2-3 0 0,-1 1 0 0 0,0-1-1 0 0,0 1 1 0 0,0-1-1 0 0,0 0 1 0 0,0 1 0 0 0,1-1-1 0 0,-1 1 1 0 0,0-1-1 0 0,0 1 1 0 0,1-1 0 0 0,-1 0-1 0 0,0 1 1 0 0,1-1-1 0 0,-1 0 1 0 0,0 1 0 0 0,1-1-1 0 0,-1 0 1 0 0,0 0-1 0 0,1 1 1 0 0,-1-1 0 0 0,1 0-1 0 0,-1 0 1 0 0,1 1-1 0 0,-1-1 1 0 0,1 0 220 0 0,7 0-45 0 0,38-1 234 0 0,87-16-406 0 0,-111 12-2658 0 0,-1-1 0 0 0,22-8 0 0 0</inkml:trace>
</inkml:ink>
</file>

<file path=ppt/ink/ink3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5:07.7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 68 2668 0 0,'0'0'1299'0'0,"-3"-4"-167"0"0,-7-13-188 0 0,7 13 1255 0 0,1 1-1612 0 0,-9-12-20 0 0,8 11 1510 0 0,1 1-1806 0 0,-9-11 8 0 0,9 11 1478 0 0,-12 20-1286 0 0,12-14-298 0 0,1 3 106 0 0,13 214 2049 0 0,-7-173-2095 0 0,15 63 244 0 0,-19-105-561 0 0,31-10-6371 0 0,-31 5 6392 0 0,0 0 0 0 0,0 0 0 0 0,0 0 0 0 0,0-1 0 0 0,0 1 0 0 0,0-1 0 0 0,0 1 0 0 0,0 0 0 0 0,0-1 0 0 0,0 0 1 0 0,-1 1-1 0 0,1-1 0 0 0,0 0 0 0 0,0 1 0 0 0,0-1 0 0 0,-1 0 0 0 0,1 0 0 0 0,0 1 0 0 0,-1-1 0 0 0,1 0 0 0 0,-1 0 0 0 0,1 0 0 0 0,-1 0 1 0 0,1-1-1 0 0,0 0-148 0 0,53-64-5979 0 0,-34 38 3002 0 0</inkml:trace>
</inkml:ink>
</file>

<file path=ppt/ink/ink3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5:08.6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72 1932 0 0,'11'-17'1333'0'0,"-9"13"-232"0"0,1 0-175 0 0,8-16-117 0 0,-9 15 449 0 0,0 0-716 0 0,3-11 682 0 0,-5 16-1125 0 0,-1 0-1 0 0,0 0 1 0 0,1-1 0 0 0,-1 1 0 0 0,0 0-1 0 0,1 1 1 0 0,-1-1 0 0 0,0 0 0 0 0,1 0-1 0 0,-1 0 1 0 0,0 0 0 0 0,1 0 0 0 0,-1 1-1 0 0,1-1 1 0 0,-1 0 0 0 0,0 1 0 0 0,1-1 0 0 0,-1 0-1 0 0,1 1 1 0 0,-1-1 0 0 0,1 1 0 0 0,-1-1-1 0 0,0 1 1 0 0,-3 2 117 0 0,0 17 65 0 0,-5 4 120 0 0,-1 34 213 0 0,2 22-6 0 0,8-73-540 0 0,0 0-20 0 0,10 66 78 0 0,-10-73-122 0 0,0 1-1 0 0,0 0 0 0 0,0-1 0 0 0,0 1 1 0 0,0 0-1 0 0,0-1 0 0 0,0 1 1 0 0,1-1-1 0 0,-1 1 0 0 0,0-1 0 0 0,0 1 1 0 0,1 0-1 0 0,-1-1 0 0 0,0 1 1 0 0,1-1-1 0 0,-1 1 0 0 0,1-1 0 0 0,-1 0 1 0 0,1 1-1 0 0,-1-1 0 0 0,1 1 1 0 0,-1-1-1 0 0,2 1 0 0 0,-2-1-1 0 0,1 0 1 0 0,-1 1-1 0 0,1-1 0 0 0,-1 0 1 0 0,1 1-1 0 0,-1-1 0 0 0,0 1 0 0 0,1-1 1 0 0,-1 1-1 0 0,1-1 0 0 0,-1 0 1 0 0,0 1-1 0 0,1-1 0 0 0,-1 1 0 0 0,0 0 1 0 0,0-1-1 0 0,1 1 0 0 0,-1-1 1 0 0,0 1-1 0 0,0-1 0 0 0,0 1 0 0 0,0 0 1 0 0,0-1-1 0 0,0 2 0 0 0,4 0 15 0 0,11 8 1 0 0,-12-7-5 0 0,3-3 3 0 0,16 3 25 0 0,-16-3-24 0 0,-1-2 11 0 0,1 1 6 0 0,-5 1-26 0 0,1 0 0 0 0,0-1 0 0 0,0 1 0 0 0,-1 0 0 0 0,1-1 0 0 0,-1 0 0 0 0,1 1 0 0 0,0-1 0 0 0,-1 0 0 0 0,1 0 0 0 0,-1 0 0 0 0,0 0 0 0 0,1 0 0 0 0,-1 0 0 0 0,3-3 0 0 0,13-12 9 0 0,-13 12 10 0 0,-1-1-5 0 0,7-18-7 0 0,-7 18-1 0 0,1-14-13 0 0,-3 17 10 0 0,-1 1 0 0 0,1-1 0 0 0,0 0-1 0 0,-1 0 1 0 0,1 1 0 0 0,-1-1 0 0 0,0 0 0 0 0,0 0 0 0 0,0 0-1 0 0,0 1 1 0 0,0-1 0 0 0,0 0 0 0 0,0-2 0 0 0,-2-12-88 0 0,-1 0 1 0 0,0 1 0 0 0,-1 0-1 0 0,0-1 1 0 0,-8-14 0 0 0,10 26 51 0 0,2 4 22 0 0,0-1 0 0 0,0 0 1 0 0,0 1-1 0 0,0-1 0 0 0,0 0 0 0 0,0 1 0 0 0,-1-1 0 0 0,1 1 1 0 0,0-1-1 0 0,0 1 0 0 0,-1-1 0 0 0,1 1 0 0 0,0-1 1 0 0,-1 1-1 0 0,1-1 0 0 0,-1 1 0 0 0,1-1 0 0 0,-1 1 1 0 0,1-1-1 0 0,0 1 0 0 0,-1 0 0 0 0,0-1 0 0 0,1 1 0 0 0,-2-1 1 0 0,2 1-6 0 0,-1 0 0 0 0,1-1 1 0 0,-1 1-1 0 0,1 0 1 0 0,-1-1-1 0 0,1 1 1 0 0,-1 0-1 0 0,1-1 0 0 0,-1 1 1 0 0,1-1-1 0 0,-1 1 1 0 0,1-1-1 0 0,0 1 0 0 0,-1-1 1 0 0,1 1-1 0 0,0-1 1 0 0,0 1-1 0 0,-1-1 0 0 0,1 0 1 0 0,0 1-1 0 0,0-1 1 0 0,0 1-1 0 0,0-1 1 0 0,-1-1-1 0 0,-2-1-193 0 0,-31-22-972 0 0,30 23 924 0 0,5 8-1786 0 0,2 20 1441 0 0,2-24 335 0 0,8 4 121 0 0,1-1 0 0 0,0 0 1 0 0,0-1-1 0 0,0-1 0 0 0,0 0 1 0 0,1-1-1 0 0,-1-1 0 0 0,1 0 1 0 0,25-2-1 0 0,-18-1 557 0 0,0-1-1 0 0,-1 0 1 0 0,1-2 0 0 0,-1-1 0 0 0,35-13-1 0 0,-52 17-40 0 0,2-1-20 0 0,16-7-11 0 0,-16 8 102 0 0,-2-1-249 0 0,13-6-20 0 0,-12 6 579 0 0,-9 6-753 0 0,-4 6 33 0 0,1-1 1 0 0,0 1-1 0 0,0 1 1 0 0,1-1-1 0 0,0 1 1 0 0,1 0 0 0 0,0 1-1 0 0,-6 20 1 0 0,2-9 128 0 0,2 1-112 0 0,7-17-38 0 0,-1-2 77 0 0,1 3-82 0 0,1 19-37 0 0,-1-20 5 0 0,2 0-5 0 0,5 16 14 0 0,-6-16-1 0 0,3-2-5 0 0,11 12-1 0 0,-12-12-13 0 0,2-2-19 0 0,15 10 33 0 0,-15-10-5 0 0,0 0 4 0 0,15 3 1 0 0,-19-5 19 0 0,0 0-1 0 0,1 1 0 0 0,-1-1 1 0 0,1 0-1 0 0,-1 0 0 0 0,1 1 0 0 0,-1-1 1 0 0,1 0-1 0 0,-1-1 0 0 0,1 1 1 0 0,-1 0-1 0 0,1 0 0 0 0,-1-1 1 0 0,1 1-1 0 0,-1 0 0 0 0,3-2 1 0 0,0 0 5 0 0,1 1 31 0 0,0-1 46 0 0,-1 0-53 0 0,0 0 0 0 0,0 0 0 0 0,0 0 0 0 0,-1-1 0 0 0,1 1 0 0 0,-1-1 0 0 0,0 0 0 0 0,1 0 0 0 0,-1 0 0 0 0,-1 0 0 0 0,1-1 0 0 0,0 1 0 0 0,-1-1 0 0 0,0 1 0 0 0,1-1 0 0 0,-2 0 0 0 0,3-4 0 0 0,-3 3-45 0 0,1 0-69 0 0,-1-1 1 0 0,0 1-1 0 0,0 0 0 0 0,-1 0 0 0 0,1 0 1 0 0,-1 0-1 0 0,0-1 0 0 0,-1 1 0 0 0,1 0 1 0 0,-1 0-1 0 0,-1-7 0 0 0,0 5-89 0 0,2 5 88 0 0,0 0-1 0 0,-1-1 0 0 0,1 1 0 0 0,-1 0 0 0 0,0 0 0 0 0,0-1 1 0 0,1 1-1 0 0,-2 0 0 0 0,1 0 0 0 0,0 0 0 0 0,-3-3 0 0 0,-10-18-747 0 0,3 13-357 0 0,5 5 639 0 0,-8-6-48 0 0,-10 4-3068 0 0,-22-4-1589 0 0</inkml:trace>
</inkml:ink>
</file>

<file path=ppt/ink/ink3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7:05.8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222 210 3572 0 0,'9'-66'4645'0'0,"-8"59"-3658"0"0,1 2-59 0 0,3-19-137 0 0,-4 18-102 0 0,0 1-89 0 0,3-16-63 0 0,-3 16 343 0 0,0-1-559 0 0,0-4-45 0 0,-1 0-1 0 0,0 0 1 0 0,-2-16 0 0 0,-3 24-226 0 0,-1 0-33 0 0,0 1-1 0 0,0 0 0 0 0,-1 0 1 0 0,1 0-1 0 0,0 0 0 0 0,-1 1 1 0 0,-10 1-1 0 0,-4 1 40 0 0,5 2-27 0 0,2 0 7 0 0,-2 2 33 0 0,-1 1 1 0 0,1 0 0 0 0,0 1 0 0 0,-27 19-1 0 0,39-24 15 0 0,1 1-13 0 0,-8 13-18 0 0,9-12-15 0 0,3 0-10 0 0,1 2-17 0 0,0 0 1 0 0,0-1-1 0 0,1 1 1 0 0,0-1-1 0 0,1 1 1 0 0,-1-1-1 0 0,1 0 1 0 0,1 0-1 0 0,-1-1 1 0 0,1 1-1 0 0,0-1 1 0 0,0 0-1 0 0,10 7 1 0 0,12 9-116 0 0,50 28 0 0 0,-29-20-93 0 0,-24-14-49 0 0,-8-5 108 0 0,-2 0 0 0 0,1 0-1 0 0,12 14 1 0 0,-24-21 89 0 0,-1 2-37 0 0,4 20 59 0 0,-7-24 38 0 0,1 1 0 0 0,-2 0 1 0 0,1-1-1 0 0,0 1 0 0 0,0-1 0 0 0,0 1 1 0 0,-1-1-1 0 0,1 1 0 0 0,-1-1 0 0 0,-2 2 0 0 0,0 0 21 0 0,0 0-1 0 0,0 0 1 0 0,-1 0-1 0 0,1 0 1 0 0,0-1-1 0 0,-1 0 1 0 0,0 0-1 0 0,1 0 1 0 0,-1-1-1 0 0,-8 2 1 0 0,9-2-22 0 0,-21 6 121 0 0,-1-1 0 0 0,-30 3-1 0 0,49-8-127 0 0,0 0 49 0 0,0 0 2 0 0,-20 1-4 0 0,20-1-14 0 0,2-2-16 0 0,-17-3-6 0 0,17 3 0 0 0,5 0-20 0 0,-1 0 0 0 0,0-1 1 0 0,1 1-1 0 0,-1 0 0 0 0,0-1 1 0 0,0 1-1 0 0,0 0 0 0 0,0 0 1 0 0,0 0-1 0 0,0 0 0 0 0,0 0 1 0 0,-2-1-1 0 0,3 1-4 0 0,-3-2-86 0 0,15-16-21 0 0,1 1 0 0 0,0 1-1 0 0,1 0 1 0 0,1 0 0 0 0,1 2 0 0 0,18-16-1 0 0,19-18-5 0 0,12-28 430 0 0,-62 73-276 0 0,-3 4-29 0 0,0-1 0 0 0,0 0 0 0 0,0 1 0 0 0,0-1 0 0 0,0 0 0 0 0,0 1 0 0 0,1-1 0 0 0,-1 0 0 0 0,0 1 0 0 0,0-1 0 0 0,1 0 0 0 0,-1 1 0 0 0,0-1 0 0 0,1 1 0 0 0,-1-1 0 0 0,1 1 1 0 0,-1-1-1 0 0,0 1 0 0 0,2-2 0 0 0,-2 2-4 0 0,1-1 1 0 0,0 1 0 0 0,-1-1 0 0 0,1 0-1 0 0,-1 1 1 0 0,1-1 0 0 0,-1 0 0 0 0,0 1-1 0 0,1-1 1 0 0,-1 0 0 0 0,0 0 0 0 0,0 1-1 0 0,1-1 1 0 0,-1 0 0 0 0,0 0 0 0 0,0 0-1 0 0,0 1 1 0 0,0-1 0 0 0,0 0 0 0 0,0 0-1 0 0,0 0 1 0 0,0 0 0 0 0,0 1 0 0 0,0-1-1 0 0,0 0 1 0 0,-1 0 0 0 0,0-1 0 0 0,-4-20-87 0 0,4 16-79 0 0,-4 5-485 0 0,-15-5 142 0 0,15 4-134 0 0,-1 3-2096 0 0,-18 4 1367 0 0,19-4-222 0 0</inkml:trace>
</inkml:ink>
</file>

<file path=ppt/ink/ink3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7:06.1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183 1 4564 0 0,'0'0'7053'0'0,"-7"0"-6652"0"0,3 0-360 0 0,-1 0 40 0 0,1 0 0 0 0,0 0 0 0 0,-1 0 0 0 0,1 0 0 0 0,0 1 0 0 0,0-1 0 0 0,-1 1 0 0 0,1 1 0 0 0,0-1 0 0 0,0 0 0 0 0,0 1 0 0 0,0 0 0 0 0,-4 2 0 0 0,-38 35 541 0 0,32-26-421 0 0,0 7-96 0 0,11-14-47 0 0,-5 13 101 0 0,0 0 0 0 0,-6 28-1 0 0,13-42-40 0 0,2 2-70 0 0,0-3-67 0 0,-1 1 41 0 0,1-1 0 0 0,-1 1-1 0 0,1-1 1 0 0,1 0-1 0 0,-1 1 1 0 0,0-1 0 0 0,1 0-1 0 0,0 0 1 0 0,0 0 0 0 0,0 0-1 0 0,1 0 1 0 0,3 4-1 0 0,29 20-106 0 0,-32-26 94 0 0,3 0 31 0 0,18 4 42 0 0,-18-4 51 0 0,-1-3 14 0 0,18 0 3 0 0,-18 1 27 0 0,1-3 11 0 0,-1 1-200 0 0,-1 0 1 0 0,1-1-1 0 0,-1 1 0 0 0,0-1 0 0 0,1 0 0 0 0,-1 0 1 0 0,0-1-1 0 0,-1 1 0 0 0,1-1 0 0 0,-1 0 0 0 0,1 0 1 0 0,-1 0-1 0 0,0 0 0 0 0,-1-1 0 0 0,1 1 0 0 0,-1-1 1 0 0,0 0-1 0 0,0 1 0 0 0,0-1 0 0 0,-1 0 0 0 0,0 0 1 0 0,0 0-1 0 0,0 0 0 0 0,0 0 0 0 0,-1-8 0 0 0,1 11-77 0 0,-1 0 0 0 0,0 0 1 0 0,0 0-1 0 0,0 0 0 0 0,0 0 0 0 0,-1 0 0 0 0,1 0 0 0 0,0 0 0 0 0,-1 0 0 0 0,0 0 0 0 0,1 0 0 0 0,-1 0 0 0 0,0 1 0 0 0,-1-4 0 0 0,-1-1-209 0 0,2 4 139 0 0,0-1 0 0 0,0 0 0 0 0,0 0 1 0 0,0 0-1 0 0,0 1 0 0 0,0-1 1 0 0,-1 0-1 0 0,0 1 0 0 0,1-1 0 0 0,-1 1 1 0 0,0 0-1 0 0,-3-3 0 0 0,-2-2-282 0 0,4 3-106 0 0,-1 0 1 0 0,0 0-1 0 0,0 1 0 0 0,0-1 0 0 0,0 1 0 0 0,-1 0 0 0 0,0 1 0 0 0,1-1 0 0 0,-11-3 0 0 0,-16-5-5424 0 0</inkml:trace>
</inkml:ink>
</file>

<file path=ppt/ink/ink3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8:02:50.3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126 165 4740 0 0,'-5'1'1521'0'0,"-15"0"-164"0"0,15-1 1946 0 0,1-1-2456 0 0,-14-5-87 0 0,14 5 520 0 0,1-1-778 0 0,1 0-377 0 0,0 0 1 0 0,1 0-1 0 0,-1 1 1 0 0,0-1-1 0 0,1 0 1 0 0,0-1-1 0 0,-1 1 0 0 0,1 0 1 0 0,0 0-1 0 0,0 0 1 0 0,0-1-1 0 0,1 1 1 0 0,-2-4-1 0 0,1 2 7 0 0,3-1-11 0 0,2-3-87 0 0,0 1 0 0 0,0 0 0 0 0,1 0 0 0 0,0 1 0 0 0,0-1 0 0 0,0 1 0 0 0,1 0 0 0 0,9-7 0 0 0,52-30 77 0 0,-63 41-108 0 0,0 2-23 0 0,15-2-57 0 0,-14 1 87 0 0,12 15 114 0 0,-13-12-180 0 0,-4 3 17 0 0,0 5 33 0 0,-1-1-1 0 0,0 0 1 0 0,-1 0 0 0 0,0 0 0 0 0,0 0 0 0 0,-1 0-1 0 0,-6 15 1 0 0,-32 59-30 0 0,34-71-2 0 0,-1 2 26 0 0,6-11 12 0 0,0 0 0 0 0,0 0 0 0 0,1 0 0 0 0,-1 0 0 0 0,1 0 0 0 0,0 0 0 0 0,-1 0 0 0 0,2 1 0 0 0,-2 4 0 0 0,7 5-14 0 0,-5-13 13 0 0,0 1 1 0 0,1-1 0 0 0,-1 1-1 0 0,1-1 1 0 0,-1 1-1 0 0,0-1 1 0 0,0 1-1 0 0,1-1 1 0 0,-1 1-1 0 0,0 0 1 0 0,0-1 0 0 0,1 1-1 0 0,-1-1 1 0 0,0 1-1 0 0,0 0 1 0 0,0-1-1 0 0,0 1 1 0 0,0-1-1 0 0,0 1 1 0 0,0 1 0 0 0,21 8 8 0 0,-16-9-5 0 0,14 5-1 0 0,-14-5-9 0 0,1 0 3 0 0,42 10-96 0 0,-44-10 162 0 0,1 1-15 0 0,13 4-19 0 0,-13-4 13 0 0,-4-1-31 0 0,0 0-1 0 0,0-1 1 0 0,0 1 0 0 0,1 0-1 0 0,-1-1 1 0 0,0 1-1 0 0,0-1 1 0 0,1 1 0 0 0,-1-1-1 0 0,0 1 1 0 0,1-1-1 0 0,1 0 1 0 0,1 1 15 0 0,0 1 54 0 0,13 9 52 0 0,-13-9-83 0 0,-3-2-41 0 0,0 1 0 0 0,-1-1 1 0 0,1 1-1 0 0,0-1 0 0 0,-1 1 1 0 0,1-1-1 0 0,0 1 0 0 0,-1 0 1 0 0,1 0-1 0 0,-1-1 0 0 0,1 1 0 0 0,-1 0 1 0 0,1 0-1 0 0,-1-1 0 0 0,1 1 1 0 0,-1 0-1 0 0,0 0 0 0 0,0 0 1 0 0,1 0-1 0 0,-1 0 0 0 0,0 0 1 0 0,0-1-1 0 0,0 1 0 0 0,0 0 1 0 0,0 0-1 0 0,0 0 0 0 0,0 0 1 0 0,-1 2-1 0 0,0 18 73 0 0,1-20-77 0 0,0 1-1 0 0,0-1 1 0 0,0 0 0 0 0,-1 1-1 0 0,1-1 1 0 0,0 0-1 0 0,-1 1 1 0 0,1-1-1 0 0,-1 0 1 0 0,0 1 0 0 0,1-1-1 0 0,-1 0 1 0 0,0 0-1 0 0,0 0 1 0 0,1 0 0 0 0,-1 0-1 0 0,0 0 1 0 0,-2 2-1 0 0,0-1 8 0 0,-6 9-2 0 0,-1-1 0 0 0,0 0 0 0 0,0-1 0 0 0,-1 0 0 0 0,-1 0 0 0 0,1-1 0 0 0,-1-1 0 0 0,-17 8 0 0 0,20-10-5 0 0,-6 3-172 0 0,0 0 1 0 0,0-1-1 0 0,-1-1 0 0 0,0 0 0 0 0,0-1 0 0 0,-31 5 0 0 0,45-10-67 0 0,0 0 0 0 0,-1 0 0 0 0,1 0 0 0 0,0 0-1 0 0,-1 0 1 0 0,1 0 0 0 0,-1-1 0 0 0,1 0 0 0 0,0 1 0 0 0,0-1 0 0 0,-1 0-1 0 0,1 0 1 0 0,0 0 0 0 0,0 0 0 0 0,0 0 0 0 0,0-1 0 0 0,0 1 0 0 0,0 0-1 0 0,0-1 1 0 0,-2-3 0 0 0,2 3 249 0 0,-2-1-1635 0 0,7-35-3045 0 0,6 12-312 0 0</inkml:trace>
</inkml:ink>
</file>

<file path=ppt/ink/ink3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8:02:50.7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15 2992 0 0,'0'0'1762'0'0,"5"-2"-307"0"0,17-10 5089 0 0,-16 30-6231 0 0,-4-14-261 0 0,0 0 281 0 0,0 19 27 0 0,-2-18-188 0 0,9 12 60 0 0,-8-12-188 0 0,1-1 122 0 0,2 0-5 0 0,4 3-2 0 0,1 0-1 0 0,-1-1 1 0 0,2 0-1 0 0,-1-1 1 0 0,19 9-1 0 0,106 36 811 0 0,-129-48-908 0 0,-5-2-58 0 0,1 0 1 0 0,0 1-1 0 0,-1-1 1 0 0,1 0-1 0 0,-1 0 1 0 0,1 0-1 0 0,-1 0 1 0 0,1 1-1 0 0,-1-1 1 0 0,1 0-1 0 0,-1 1 1 0 0,1-1-1 0 0,-1 0 1 0 0,1 1-1 0 0,-1-1 1 0 0,1 1-1 0 0,-1-1 1 0 0,1 0-1 0 0,-1 1 0 0 0,0-1 1 0 0,1 1-1 0 0,-1-1 1 0 0,0 1-1 0 0,0-1 1 0 0,1 2-1 0 0,-1-1 1 0 0,0-1-1 0 0,1 1 1 0 0,-1-1-1 0 0,0 1 1 0 0,0-1-1 0 0,1 1 1 0 0,-1-1-1 0 0,0 1 1 0 0,1-1-1 0 0,-1 1 1 0 0,1-1-1 0 0,-1 1 1 0 0,1-1-1 0 0,-1 0 1 0 0,1 1-1 0 0,-1-1 1 0 0,1 0-1 0 0,-1 1 1 0 0,1-1-1 0 0,-1 0 1 0 0,1 0-1 0 0,-1 0 1 0 0,1 1-1 0 0,-1-1 1 0 0,2 0-1 0 0,1 4 66 0 0,7 11-18 0 0,-7-11-14 0 0,-3 1-2 0 0,0-1-20 0 0,0 0 0 0 0,0 0 0 0 0,-1 1 0 0 0,0-1-1 0 0,1 0 1 0 0,-2 0 0 0 0,1 0 0 0 0,0 0 0 0 0,-1 0 0 0 0,0 0 0 0 0,0 0 0 0 0,0 0 0 0 0,-5 6 0 0 0,1-2-11 0 0,-1 0-1 0 0,0-1 0 0 0,-1 0 1 0 0,1 0-1 0 0,-14 9 1 0 0,11-9-470 0 0,-1 0 1 0 0,1-1-1 0 0,-1 0 0 0 0,0-1 1 0 0,-1 0-1 0 0,1-1 1 0 0,-1 0-1 0 0,-14 2 1 0 0,-38-4-6550 0 0</inkml:trace>
</inkml:ink>
</file>

<file path=ppt/ink/ink3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8:02:50.9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0 240 5144 0 0,'11'-23'2801'0'0,"5"6"-673"0"0,10-1-1456 0 0,-7 5-164 0 0,2-1-72 0 0,2-1-96 0 0,1 0-188 0 0,0-1-256 0 0,1-1-104 0 0,5-1-312 0 0,-4 2-432 0 0,2-7-748 0 0,-4 7-1088 0 0,-3-2-3081 0 0</inkml:trace>
</inkml:ink>
</file>

<file path=ppt/ink/ink3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8:02:51.6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0 243 4916 0 0,'0'0'6804'0'0,"0"-6"-6215"0"0,1-15-62 0 0,0 15 342 0 0,0 1-533 0 0,2-4-251 0 0,0 1 0 0 0,0-1-1 0 0,1 1 1 0 0,0 0-1 0 0,0 0 1 0 0,1 0 0 0 0,0 1-1 0 0,1 0 1 0 0,-1 0 0 0 0,1 0-1 0 0,1 1 1 0 0,-1-1-1 0 0,1 1 1 0 0,11-7 0 0 0,4-3-15 0 0,1 1 0 0 0,1 2 1 0 0,0 0-1 0 0,38-15 0 0 0,-58 27-69 0 0,2 1-3 0 0,17 2 16 0 0,-17-1 14 0 0,-6 4 7 0 0,1 13-12 0 0,0-13-8 0 0,-3-1-2 0 0,-5 15 7 0 0,5-14-8 0 0,0-1 9 0 0,-5 15 6 0 0,6-15-22 0 0,-1 0-62 0 0,-11 36 133 0 0,12-36-44 0 0,1 0-16 0 0,1 1-10 0 0,1 0-1 0 0,-1-1 0 0 0,1 1 0 0 0,0-1 0 0 0,0 1 0 0 0,4 7 0 0 0,-3-9-10 0 0,2 1 47 0 0,0-1 0 0 0,-1 1 0 0 0,0 0 0 0 0,0 1 0 0 0,8 8-1 0 0,-9-10 31 0 0,-2-2-64 0 0,1 0 0 0 0,-1-1 0 0 0,0 1 0 0 0,1 0 0 0 0,-1 0 1 0 0,0 0-1 0 0,1 0 0 0 0,-1 0 0 0 0,0 0 0 0 0,0 0 0 0 0,0 0 0 0 0,2 2 1 0 0,-2-2 6 0 0,2 2 65 0 0,1 0-4 0 0,45 43 712 0 0,-46-42-507 0 0,-2 0-101 0 0,1 13 26 0 0,-1-12-13 0 0,-4 0 11 0 0,-32 40 278 0 0,22-34-461 0 0,-1-1 0 0 0,0 0 1 0 0,-1-1-1 0 0,0-1 1 0 0,-1 0-1 0 0,1-1 0 0 0,-1-1 1 0 0,-22 6-1 0 0,34-11-47 0 0,-33 8-664 0 0,31-8 0 0 0,-1-1-258 0 0,-28-1-1461 0 0,34 0 2166 0 0,-1 0-1 0 0,1 1 1 0 0,-1-1-1 0 0,1 0 0 0 0,0 0 1 0 0,-1 0-1 0 0,1 0 1 0 0,0 0-1 0 0,0 0 1 0 0,0 0-1 0 0,-2-3 0 0 0,3 4-46 0 0,-4-3-1697 0 0,5-3-1373 0 0,2-25-2375 0 0</inkml:trace>
</inkml:ink>
</file>

<file path=ppt/ink/ink3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8:02:52.0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70 4536 0 0,'13'-9'884'0'0,"17"-12"5664"0"0,-14 38-5590 0 0,-17-11-711 0 0,-10 50 347 0 0,7-42-470 0 0,1 1 1 0 0,0 0 0 0 0,1 0 0 0 0,0 0-1 0 0,2 0 1 0 0,0 1 0 0 0,0-1 0 0 0,6 29-1 0 0,-5-41-101 0 0,0 0-1 0 0,0 1 1 0 0,1-1-1 0 0,-1 0 1 0 0,1 0-1 0 0,0 0 0 0 0,0-1 1 0 0,0 1-1 0 0,0 0 1 0 0,0-1-1 0 0,5 5 1 0 0,-6-7-13 0 0,2 3 58 0 0,2-1-10 0 0,0 0-26 0 0,1-1 1 0 0,0 1-1 0 0,0-1 1 0 0,-1 0-1 0 0,1-1 1 0 0,0 1-1 0 0,0-1 1 0 0,0 0-1 0 0,0-1 1 0 0,0 1-1 0 0,-1-1 1 0 0,1-1-1 0 0,0 1 1 0 0,0-1-1 0 0,6-2 1 0 0,-10 2-12 0 0,7-2 87 0 0,-1-1 0 0 0,0 0 0 0 0,0-1 0 0 0,0 0-1 0 0,-1 0 1 0 0,0 0 0 0 0,0-1 0 0 0,0 0 0 0 0,-1-1 0 0 0,6-9 0 0 0,-8 12-42 0 0,-2 3-41 0 0,-1 0 1 0 0,1 0-1 0 0,-1 0 0 0 0,0 0 1 0 0,0-1-1 0 0,0 1 1 0 0,0 0-1 0 0,0 0 1 0 0,0-1-1 0 0,-1 1 1 0 0,2-5-1 0 0,-1 2 5 0 0,1 0-8 0 0,-1 0 1 0 0,0 0 0 0 0,1 0 0 0 0,-2 0-1 0 0,1 0 1 0 0,-1 0 0 0 0,0 0 0 0 0,0 0 0 0 0,0 0-1 0 0,0 0 1 0 0,-1 0 0 0 0,-2-7 0 0 0,1 5-177 0 0,0 0 1 0 0,-1 0 0 0 0,0 0 0 0 0,0 0 0 0 0,-1 1-1 0 0,0-1 1 0 0,0 1 0 0 0,0 0 0 0 0,-1 0 0 0 0,0 0-1 0 0,0 1 1 0 0,0 0 0 0 0,-1 0 0 0 0,0 0 0 0 0,0 1-1 0 0,0-1 1 0 0,-10-3 0 0 0,3 3-932 0 0,0 0-1 0 0,0 2 1 0 0,0 0-1 0 0,-1 0 1 0 0,0 1-1 0 0,1 1 1 0 0,-27 0 0 0 0,1 4-5154 0 0</inkml:trace>
</inkml:ink>
</file>

<file path=ppt/ink/ink3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8:02:53.3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77 120 4920 0 0,'-3'-4'1632'0'0,"-8"-9"-217"0"0,8 10 886 0 0,2-1-1334 0 0,0 1-797 0 0,1 0 0 0 0,-1 0-1 0 0,1 0 1 0 0,0 0 0 0 0,0 0 0 0 0,0 0 0 0 0,0 1 0 0 0,1-1-1 0 0,-1 0 1 0 0,1 0 0 0 0,0 0 0 0 0,0 1 0 0 0,0-1 0 0 0,0 0-1 0 0,0 1 1 0 0,0-1 0 0 0,1 1 0 0 0,1-4 0 0 0,0 3-75 0 0,1-1-1 0 0,-1 1 1 0 0,1-1 0 0 0,0 1 0 0 0,0 0 0 0 0,0 0 0 0 0,0 1 0 0 0,1-1 0 0 0,7-2 0 0 0,-8 3 42 0 0,10 0 1 0 0,-12 2-126 0 0,1-1 1 0 0,0 1-1 0 0,-1-1 1 0 0,1 1-1 0 0,-1 0 0 0 0,1 0 1 0 0,0 0-1 0 0,-1 0 1 0 0,1 1-1 0 0,0-1 1 0 0,-1 1-1 0 0,1-1 1 0 0,-1 1-1 0 0,1 0 1 0 0,-1 0-1 0 0,1 0 1 0 0,-1 0-1 0 0,3 2 1 0 0,0 1-8 0 0,-1 0 1 0 0,0 1 0 0 0,1-1 0 0 0,-1 1-1 0 0,-1 0 1 0 0,1 0 0 0 0,-1 0-1 0 0,0 1 1 0 0,0-1 0 0 0,0 1-1 0 0,-1 0 1 0 0,0 0 0 0 0,0 0-1 0 0,0 0 1 0 0,-1 0 0 0 0,0 0-1 0 0,0 0 1 0 0,0 0 0 0 0,-1 0-1 0 0,0 0 1 0 0,0 1 0 0 0,-2 9-1 0 0,-3 4 9 0 0,-1 0 0 0 0,0-1 0 0 0,-2 1 0 0 0,0-1 0 0 0,-1 0 0 0 0,-1-1 0 0 0,0 0 0 0 0,-2-1 0 0 0,0 0 0 0 0,-17 18 0 0 0,22-28-29 0 0,0 0-1 0 0,0-1 0 0 0,-15 9 1 0 0,14-9-2 0 0,4-3-11 0 0,-1-2-7 0 0,-12 5-1 0 0,13-5-2 0 0,-1-3-70 0 0,-12-8 68 0 0,12 8-2 0 0,3-4 9 0 0,0 2 24 0 0,1-1 0 0 0,-1 1-1 0 0,0 0 0 0 0,1 0 1 0 0,0 0-1 0 0,0-1 1 0 0,0 1-1 0 0,1-1 0 0 0,-1 1 1 0 0,1-7-1 0 0,1 6 7 0 0,0 0-1 0 0,1 0 1 0 0,-1 0-1 0 0,1 0 1 0 0,0 0-1 0 0,0 0 0 0 0,1 0 1 0 0,-1 0-1 0 0,1 1 1 0 0,0-1-1 0 0,0 1 1 0 0,1 0-1 0 0,-1 0 1 0 0,6-5-1 0 0,-6 7 7 0 0,0 0-1 0 0,0 0 1 0 0,0 0-1 0 0,0 0 1 0 0,1 0-1 0 0,-1 1 1 0 0,1 0-1 0 0,-1-1 1 0 0,1 1-1 0 0,-1 0 1 0 0,1 1-1 0 0,7-1 1 0 0,-8 0-7 0 0,3 0 7 0 0,1 1 0 0 0,-1-1 0 0 0,1 1 0 0 0,-1 1 0 0 0,1-1 0 0 0,-1 1-1 0 0,11 3 1 0 0,-11-3 15 0 0,6 0 12 0 0,10 4 2 0 0,-1 4 25 0 0,129 52-293 0 0,-146-59-105 0 0,-2-2 252 0 0,0 1 1 0 0,-1-1-1 0 0,1 1 1 0 0,0-1-1 0 0,0 1 0 0 0,-1-1 1 0 0,1 0-1 0 0,0 0 0 0 0,0 0 1 0 0,0 0-1 0 0,3-1 0 0 0,-5 1 2 0 0,5 1-681 0 0,17-7-871 0 0,-16 4 1249 0 0,-5 1 246 0 0,0 1-1 0 0,0 0 1 0 0,1 0-1 0 0,-1-1 1 0 0,0 1-1 0 0,0-1 1 0 0,1 1 0 0 0,-1-1-1 0 0,0 0 1 0 0,0 1-1 0 0,0-1 1 0 0,0 0-1 0 0,0 0 1 0 0,0 0-1 0 0,0 1 1 0 0,0-1-1 0 0,0 0 1 0 0,0-1-1 0 0,0 0 1 0 0,7-8-3133 0 0,11-13-1791 0 0</inkml:trace>
</inkml:ink>
</file>

<file path=ppt/ink/ink3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8:02:53.7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84 0 2888 0 0,'0'0'6930'0'0,"-4"2"-6074"0"0,-15 4-164 0 0,14-4-116 0 0,5-1-514 0 0,0 1-1 0 0,-1-1 0 0 0,1 1 1 0 0,-1-1-1 0 0,1 0 0 0 0,-1 1 1 0 0,1-1-1 0 0,-1 0 0 0 0,0 1 0 0 0,0-1 1 0 0,0 0-1 0 0,-2 2 0 0 0,2 0 60 0 0,-2 1 239 0 0,2 1-33 0 0,0-1-220 0 0,0 0 0 0 0,1 1 0 0 0,-1-1 0 0 0,1 0 0 0 0,0 0 0 0 0,0 1 0 0 0,0-1 0 0 0,1 0 0 0 0,0 0 0 0 0,-1 0 0 0 0,2 1 0 0 0,-1-1 0 0 0,0 0 0 0 0,1 0 0 0 0,0 0 0 0 0,-1-1 0 0 0,2 1 0 0 0,2 5 0 0 0,22 10 376 0 0,0 0-1 0 0,34 16 1 0 0,-28-16-224 0 0,-30-17-196 0 0,1 1 25 0 0,10 9 64 0 0,-11-9-104 0 0,-1 0-41 0 0,-1 0-1 0 0,0-1 1 0 0,-1 0-1 0 0,1 1 0 0 0,0-1 1 0 0,-1 1-1 0 0,0-1 0 0 0,1 1 1 0 0,-1-1-1 0 0,0 1 0 0 0,0-1 1 0 0,-1 1-1 0 0,1 0 1 0 0,0-1-1 0 0,-1 0 0 0 0,0 1 1 0 0,1-1-1 0 0,-1 1 0 0 0,0-1 1 0 0,0 0-1 0 0,0 1 0 0 0,-1-1 1 0 0,1 0-1 0 0,-3 4 0 0 0,-2 1-61 0 0,-1 1 1 0 0,0-1-1 0 0,0-1 0 0 0,0 1 0 0 0,-15 9 0 0 0,13-10-433 0 0,-1 0 0 0 0,0 0 0 0 0,0-1 1 0 0,-1 0-1 0 0,-18 5 0 0 0,23-8-277 0 0,-1-1 0 0 0,1 0 1 0 0,-1 0-1 0 0,1-1 0 0 0,0 1 0 0 0,-12-2 0 0 0,9-2-2616 0 0,-13-8-2385 0 0</inkml:trace>
</inkml:ink>
</file>

<file path=ppt/ink/ink3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7T08:02:53.8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1 171 4172 0 0,'0'0'1717'0'0,"17"-23"707"0"0,9-2-192 0 0,4 4-820 0 0,3 0-524 0 0,9 1-424 0 0,-4 4-544 0 0,2-1-952 0 0,-1 1-1760 0 0,-2 5-6573 0 0</inkml:trace>
</inkml:ink>
</file>

<file path=ppt/ink/ink3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6:39.13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988 7 3368 0 0,'-35'-4'614'0'0,"1"2"0"0"0,-1 2 0 0 0,0 1 0 0 0,0 1 0 0 0,1 2 0 0 0,0 2-1 0 0,0 1 1 0 0,-53 18 0 0 0,36-6-379 0 0,1 1-1 0 0,0 3 1 0 0,2 2-1 0 0,-79 55 1 0 0,98-59-63 0 0,1 2 1 0 0,1 1 0 0 0,1 1 0 0 0,1 1 0 0 0,1 1 0 0 0,1 1 0 0 0,-27 46 0 0 0,40-55-40 0 0,0 0 1 0 0,1 1 0 0 0,1 0 0 0 0,0 1-1 0 0,-7 38 1 0 0,12-44-84 0 0,1 1 0 0 0,1-1 0 0 0,0 0 0 0 0,1 1 0 0 0,1-1 0 0 0,0 0 0 0 0,2 0 0 0 0,7 30 0 0 0,-7-34-36 0 0,1 0-1 0 0,0 0 0 0 0,1-1 1 0 0,0 1-1 0 0,1-1 1 0 0,0 0-1 0 0,0-1 1 0 0,1 0-1 0 0,1 0 0 0 0,-1 0 1 0 0,1-1-1 0 0,1 0 1 0 0,0 0-1 0 0,0-1 1 0 0,0-1-1 0 0,1 1 0 0 0,0-1 1 0 0,0-1-1 0 0,0 0 1 0 0,1 0-1 0 0,21 5 0 0 0,-14-5-167 0 0,0-2 0 0 0,0-1-1 0 0,0 0 1 0 0,1-1 0 0 0,-1-1-1 0 0,0 0 1 0 0,0-2-1 0 0,1 0 1 0 0,-1-1 0 0 0,0-1-1 0 0,-1-1 1 0 0,1 0-1 0 0,18-9 1 0 0,-25 9-392 0 0,-1 0 0 0 0,-1 0 0 0 0,1-1 0 0 0,-1-1 0 0 0,0 0 0 0 0,0 0 0 0 0,13-15 0 0 0,-18 17-597 0 0,-5-2-815 0 0,-5-28-1368 0 0</inkml:trace>
</inkml:ink>
</file>

<file path=ppt/ink/ink3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6:39.35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445 184 2100 0 0,'-189'23'3302'0'0,"-67"5"1379"0"0,742-96-4241 0 0,-333 41-471 0 0,295-50-1227 0 0,-149 25-4066 0 0,-239 42 1454 0 0</inkml:trace>
</inkml:ink>
</file>

<file path=ppt/ink/ink3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6:39.72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47 30 2456 0 0,'0'0'2081'0'0,"0"-4"-1276"0"0,0-16-218 0 0,0 15 2065 0 0,0 11-2344 0 0,-21 214 922 0 0,-5 102-765 0 0,26-275-464 0 0,1-25 2 0 0,2 1-34 0 0,0-10-350 0 0,0 0-1 0 0,0 0 1 0 0,1-1 0 0 0,6 13 0 0 0,-7-21-431 0 0,16 4-1330 0 0,-15-6 41 0 0</inkml:trace>
</inkml:ink>
</file>

<file path=ppt/ink/ink3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6:40.62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30 91 1396 0 0,'-1'-14'719'0'0,"-3"-47"3601"0"0,4 46-1755 0 0,3 32-407 0 0,-1 9-1997 0 0,-2 1 1 0 0,-4 43 0 0 0,1-19-19 0 0,-9 127 196 0 0,1 165 497 0 0,11-337-811 0 0,0 1 2 0 0,0-5-85 0 0,2 41 636 0 0,-2-42-571 0 0,0-1-1 0 0,0 0 1 0 0,0 1 0 0 0,0-1 0 0 0,-1 0 0 0 0,1 0-1 0 0,0 1 1 0 0,0-1 0 0 0,0 0 0 0 0,0 0-1 0 0,1 1 1 0 0,-1-1 0 0 0,0 0 0 0 0,0 1 0 0 0,0-1-1 0 0,0 0 1 0 0,0 0 0 0 0,0 1 0 0 0,0-1-1 0 0,0 0 1 0 0,1 0 0 0 0,-1 1 0 0 0,0-1-1 0 0,0 0 1 0 0,0 0 0 0 0,0 0 0 0 0,1 1 0 0 0,-1-1-1 0 0,0 0 1 0 0,0 0 0 0 0,0 0 0 0 0,1 0-1 0 0,-1 0 1 0 0,0 1 0 0 0,0-1 0 0 0,1 0-1 0 0,-1 0 1 0 0,0 0 0 0 0,1 0 0 0 0,10-25-268 0 0,0-10-56 0 0,3 1 1 0 0,1 0-1 0 0,24-41 0 0 0,-34 69 280 0 0,0 1 0 0 0,0-1 0 0 0,0 1 0 0 0,1 1 0 0 0,0-1 1 0 0,0 1-1 0 0,0 0 0 0 0,0 0 0 0 0,1 0 0 0 0,-1 1 0 0 0,1 0 0 0 0,13-3 0 0 0,-15 5 26 0 0,1 2-4 0 0,-1-1 20 0 0,0 1 0 0 0,0 0 0 0 0,0 1 0 0 0,-1-1 0 0 0,1 1 0 0 0,0 0 1 0 0,0 0-1 0 0,-1 1 0 0 0,0-1 0 0 0,1 1 0 0 0,-1 0 0 0 0,0 0 0 0 0,0 0 0 0 0,0 1 0 0 0,-1-1 0 0 0,1 1 0 0 0,-1 0 0 0 0,0 0 0 0 0,0 0 0 0 0,-1 0 0 0 0,1 1 0 0 0,-1-1 0 0 0,0 1 0 0 0,4 9 0 0 0,-5-6-15 0 0,1 0 0 0 0,-1-1 1 0 0,0 1-1 0 0,-1 0 0 0 0,0 0 1 0 0,0 0-1 0 0,-1 0 0 0 0,0 0 0 0 0,0-1 1 0 0,-3 11-1 0 0,-25 35 181 0 0,24-47-158 0 0,1 0 0 0 0,-1-1 1 0 0,0 0-1 0 0,0 0 0 0 0,0-1 1 0 0,-1 1-1 0 0,-11 6 0 0 0,11-7-13 0 0,0 0-107 0 0,0 0 1 0 0,0-1-1 0 0,0 1 1 0 0,0-1-1 0 0,-1 0 1 0 0,1-1-1 0 0,-1 0 1 0 0,0 0-1 0 0,0 0 0 0 0,0-1 1 0 0,0 0-1 0 0,0 0 1 0 0,-9-1-1 0 0,-6-3-433 0 0,16 2-184 0 0,5-1 543 0 0,0 1 0 0 0,0-1 0 0 0,0 1 0 0 0,-1-1 0 0 0,1 1 1 0 0,-1-1-1 0 0,1 1 0 0 0,-1 0 0 0 0,-2-2 0 0 0,1-1-867 0 0,3 0-100 0 0,1-16-805 0 0,0 15-1359 0 0</inkml:trace>
</inkml:ink>
</file>

<file path=ppt/ink/ink3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6:41.05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 10 2696 0 0,'0'0'1152'0'0,"4"-1"-231"0"0,-3 0-617 0 0,1 0 0 0 0,0 0 0 0 0,-1 0-1 0 0,1 0 1 0 0,0 0 0 0 0,0 1 0 0 0,-1-1 0 0 0,1 1 0 0 0,3-1-1 0 0,-4 5 89 0 0,3 12-40 0 0,-4-12-49 0 0,-1 2-64 0 0,-30 92 922 0 0,26-80-1030 0 0,1 1 0 0 0,1-1 1 0 0,0 1-1 0 0,1 19 0 0 0,2-35-125 0 0,1 1 1 0 0,-1-1 0 0 0,1 0 0 0 0,-1 1-1 0 0,1-1 1 0 0,0 0 0 0 0,0 0-1 0 0,1 0 1 0 0,-1 0 0 0 0,0 0 0 0 0,1 0-1 0 0,0 0 1 0 0,0 0 0 0 0,0-1-1 0 0,0 1 1 0 0,0-1 0 0 0,1 1-1 0 0,-1-1 1 0 0,1 0 0 0 0,-1 0 0 0 0,1 0-1 0 0,0 0 1 0 0,0 0 0 0 0,-1-1-1 0 0,2 1 1 0 0,-1-1 0 0 0,6 2 0 0 0,-7-2-14 0 0,23 6-148 0 0,-20-6 77 0 0,1-1 11 0 0,-4 0 65 0 0,4 0-5 0 0,0-1-1 0 0,0 1 1 0 0,0-1 0 0 0,0 0 0 0 0,0 0-1 0 0,0-1 1 0 0,0 1 0 0 0,0-1 0 0 0,-1-1 0 0 0,1 1-1 0 0,0-1 1 0 0,-1 0 0 0 0,0 0 0 0 0,0-1 0 0 0,0 1-1 0 0,0-1 1 0 0,6-7 0 0 0,14-19 20 0 0,-21 22-9 0 0,-3 1 1 0 0,4-5 25 0 0,0 0-1 0 0,-1 0 1 0 0,0-1 0 0 0,-1 0 0 0 0,-1 0-1 0 0,0 0 1 0 0,-1 0 0 0 0,0-17-1 0 0,-1 25 4 0 0,-1 0-23 0 0,-6-18-1 0 0,6 21-8 0 0,1 1 1 0 0,-1-1-1 0 0,1 1 1 0 0,-1-1-1 0 0,0 1 1 0 0,1-1-1 0 0,-1 1 1 0 0,0 0-1 0 0,0-1 1 0 0,0 1-1 0 0,0 0 1 0 0,-1 0-1 0 0,1 0 1 0 0,0 0-1 0 0,0 0 1 0 0,-1 0-1 0 0,1 0 1 0 0,0 0-1 0 0,-1 0 1 0 0,1 1-1 0 0,-3-1 1 0 0,-2 0-12 0 0,0 1 0 0 0,0 1 0 0 0,0-1 0 0 0,-1 1 0 0 0,1 0 0 0 0,0 1 0 0 0,0-1 0 0 0,0 1 0 0 0,1 1 0 0 0,-1-1 0 0 0,-8 5 1 0 0,6-2-321 0 0,-1 0 0 0 0,1 1 0 0 0,1-1 1 0 0,-1 2-1 0 0,1-1 0 0 0,0 1 1 0 0,-7 9-1 0 0,12-13-699 0 0,2 1-2428 0 0,-2 19-293 0 0</inkml:trace>
</inkml:ink>
</file>

<file path=ppt/ink/ink3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6:41.67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72 1 3040 0 0,'0'0'6535'0'0,"-1"5"-6200"0"0,-66 168 1257 0 0,65-169-1549 0 0,2 2-4 0 0,-1 17-3 0 0,1-18-8 0 0,1-1-6 0 0,-1-1-16 0 0,0-2-4 0 0,1 0 0 0 0,-1 0 0 0 0,0 1 0 0 0,0-1 0 0 0,0 0 0 0 0,1 0 0 0 0,-1 0 0 0 0,0 0 1 0 0,1 0-1 0 0,-1 0 0 0 0,1 0 0 0 0,-1 0 0 0 0,1 0 0 0 0,0 0 0 0 0,-1 0 0 0 0,1-1 0 0 0,0 1 0 0 0,0 0 0 0 0,1 1 0 0 0,12 10-5 0 0,-13-11 2 0 0,0-1-1 0 0,0 1 1 0 0,0 0-1 0 0,0 0 0 0 0,0-1 1 0 0,0 1-1 0 0,0-1 1 0 0,1 1-1 0 0,-1-1 0 0 0,0 1 1 0 0,0-1-1 0 0,1 0 1 0 0,-1 0-1 0 0,0 1 0 0 0,0-1 1 0 0,1 0-1 0 0,-1 0 1 0 0,0 0-1 0 0,2-1 1 0 0,0 1-5 0 0,2 1-13 0 0,1-2 4 0 0,3-1 13 0 0,0 1 0 0 0,0-2 0 0 0,0 1 0 0 0,0-2 0 0 0,-1 1 1 0 0,1-1-1 0 0,-1 0 0 0 0,9-7 0 0 0,58-64 40 0 0,-72 72-24 0 0,2-3 3 0 0,-5 6-11 0 0,0-1 0 0 0,0 1 0 0 0,0-1 0 0 0,0 1 1 0 0,1-1-1 0 0,-1 1 0 0 0,0-1 0 0 0,0 1 0 0 0,1 0 0 0 0,-1-1 0 0 0,0 1 0 0 0,1-1 0 0 0,-1 1 0 0 0,0 0 0 0 0,1-1 0 0 0,-1 1 0 0 0,0 0 0 0 0,1-1 0 0 0,-1 1 0 0 0,1 0 1 0 0,-1 0-1 0 0,1-1 0 0 0,-1 1 0 0 0,1 0 0 0 0,-1 0 0 0 0,1 0 0 0 0,-1 0 0 0 0,1 0 0 0 0,0 0 0 0 0,6 17 27 0 0,-5-13-15 0 0,-3 2-4 0 0,-1 14 8 0 0,1-15 24 0 0,2 1 23 0 0,-1-2-69 0 0,1 0 1 0 0,0 1-1 0 0,0-1 0 0 0,0 0 0 0 0,0 0 1 0 0,1 0-1 0 0,0 0 0 0 0,0 0 0 0 0,0 0 0 0 0,0 0 1 0 0,0-1-1 0 0,1 1 0 0 0,0-1 0 0 0,-1 0 1 0 0,1 1-1 0 0,6 3 0 0 0,-1-2-8 0 0,1 0 1 0 0,0 0-1 0 0,0-1 0 0 0,0-1 0 0 0,0 0 1 0 0,1 0-1 0 0,-1 0 0 0 0,1-1 0 0 0,0-1 1 0 0,0 0-1 0 0,-1 0 0 0 0,1-1 0 0 0,0 0 1 0 0,0-1-1 0 0,0 0 0 0 0,0 0 1 0 0,9-3-1 0 0,-2-1 54 0 0,0-1 1 0 0,-1 0-1 0 0,0-1 0 0 0,0-1 1 0 0,0 0-1 0 0,22-17 0 0 0,-34 22 25 0 0,-2 2-52 0 0,0 0-1 0 0,0-1 0 0 0,-1 1 1 0 0,1 0-1 0 0,0-1 0 0 0,-1 1 1 0 0,1-1-1 0 0,-1 0 0 0 0,1 1 1 0 0,-1-1-1 0 0,0 0 0 0 0,0 0 1 0 0,1-2-1 0 0,5-10 161 0 0,-3 6-180 0 0,1-1 0 0 0,-2 0 0 0 0,1 0-1 0 0,-1 0 1 0 0,-1 0 0 0 0,0-1 0 0 0,0 1-1 0 0,-1-1 1 0 0,0 1 0 0 0,0-1 0 0 0,-2-10 0 0 0,1 18-24 0 0,0 0 0 0 0,0 0 0 0 0,0 0 0 0 0,-1 0 1 0 0,1 0-1 0 0,-1 0 0 0 0,1 0 0 0 0,-1 0 1 0 0,0 0-1 0 0,0 0 0 0 0,0 1 0 0 0,0-1 1 0 0,-2-2-1 0 0,0-1-69 0 0,2 3 53 0 0,1 1 0 0 0,-1 0 0 0 0,1-1 0 0 0,-1 1 0 0 0,0 0-1 0 0,1 0 1 0 0,-1 0 0 0 0,0-1 0 0 0,0 1 0 0 0,0 0 0 0 0,0 0 0 0 0,0 0 0 0 0,0 1 0 0 0,0-1 0 0 0,0 0 0 0 0,0 0 0 0 0,-2 0 0 0 0,0-2-121 0 0,1 3 98 0 0,1-1-1 0 0,0 0 0 0 0,0 0 1 0 0,0 0-1 0 0,0 0 1 0 0,-1 1-1 0 0,1-1 1 0 0,0 1-1 0 0,-1-1 1 0 0,1 1-1 0 0,0-1 1 0 0,-1 1-1 0 0,1 0 1 0 0,-1-1-1 0 0,1 1 1 0 0,-1 0-1 0 0,1 0 1 0 0,0 0-1 0 0,-3 1 1 0 0,1-1-190 0 0,-11 0-934 0 0,8 0 931 0 0,-7 2-716 0 0,0 0 1 0 0,1 0-1 0 0,-24 8 1 0 0,-1 5-3528 0 0</inkml:trace>
</inkml:ink>
</file>

<file path=ppt/ink/ink3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6:42.3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270 1 2560 0 0,'0'0'4907'0'0,"-4"3"-4579"0"0,-3 4-238 0 0,0 1 0 0 0,0 0 0 0 0,1 0 0 0 0,0 0 0 0 0,1 1 0 0 0,-6 11 0 0 0,-28 67 244 0 0,26-55-208 0 0,-36 83 842 0 0,-50 181-1 0 0,94-276-854 0 0,1 1 1 0 0,1-1 0 0 0,1 1 0 0 0,0 27-1 0 0,2-38-82 0 0,1 0 1 0 0,0 1-1 0 0,0-1 0 0 0,1 0 0 0 0,1 0 0 0 0,0 0 0 0 0,0-1 1 0 0,1 1-1 0 0,0-1 0 0 0,7 12 0 0 0,7 0-49 0 0,-12-16-1 0 0,-5-4 7 0 0,0 1-1 0 0,0-1 0 0 0,1 1 0 0 0,-1-1 1 0 0,0 0-1 0 0,1 0 0 0 0,-1 0 0 0 0,1 0 1 0 0,0 0-1 0 0,-1 0 0 0 0,1 0 0 0 0,0 0 1 0 0,-1-1-1 0 0,1 1 0 0 0,2 0 0 0 0,2 0-35 0 0,2 3-95 0 0,-6-2 122 0 0,0-1 0 0 0,0 0 0 0 0,0 0 0 0 0,0-1 1 0 0,0 1-1 0 0,0 0 0 0 0,0-1 0 0 0,0 1 0 0 0,0-1 0 0 0,1 1 0 0 0,-1-1 1 0 0,0 0-1 0 0,3 0 0 0 0,7 0-230 0 0,-5 1 145 0 0,-4 0 55 0 0,-1-1 0 0 0,1 1 0 0 0,0-1-1 0 0,-1 0 1 0 0,1 0 0 0 0,-1 0 0 0 0,1 0-1 0 0,0 0 1 0 0,-1-1 0 0 0,1 0 0 0 0,2 0 0 0 0,5-1-137 0 0,53-15-824 0 0,-57 15 673 0 0,0 0 0 0 0,-1 0 0 0 0,1-1 0 0 0,-1 0 0 0 0,0-1 0 0 0,0 1 0 0 0,0-1 0 0 0,0 0 0 0 0,-1 0 0 0 0,8-8-1 0 0,5-10-1531 0 0,-13 16-1324 0 0</inkml:trace>
</inkml:ink>
</file>

<file path=ppt/ink/ink3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6:42.55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22 2348 0 0,'0'0'3489'0'0,"9"-1"-3308"0"0,509-17-2652 0 0,-477 16 1171 0 0,-2 2-907 0 0</inkml:trace>
</inkml:ink>
</file>

<file path=ppt/ink/ink3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6:43.22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110 94 2128 0 0,'-53'41'3412'0'0,"50"-39"-3021"0"0,0 1-136 0 0,-11 10 486 0 0,22 10-686 0 0,-2-23-84 0 0,6-1-9 0 0,0 0 0 0 0,0 0 0 0 0,-1-1 1 0 0,1-1-1 0 0,-1 0 0 0 0,15-6 1 0 0,16-11 167 0 0,-37 17-51 0 0,7-7 60 0 0,33-43-51 0 0,-43 50-76 0 0,-1-2 36 0 0,-1 2-57 0 0,0-1-1 0 0,0 0 1 0 0,0 0 0 0 0,-1 0 0 0 0,1 1 0 0 0,-1-1 0 0 0,0 0 0 0 0,0 1-1 0 0,-3-6 1 0 0,2 5-161 0 0,-2 1 231 0 0,-12-6 75 0 0,12 6-35 0 0,-1 3 10 0 0,-3 0 24 0 0,1 0 1 0 0,-1 1-1 0 0,1 1 0 0 0,-1-1 1 0 0,1 1-1 0 0,0 0 0 0 0,0 1 1 0 0,0-1-1 0 0,0 2 0 0 0,-8 3 1 0 0,4 2 2 0 0,0 0 0 0 0,1 1-1 0 0,0 0 1 0 0,0 1 0 0 0,1 0 0 0 0,0 0 0 0 0,1 1 0 0 0,1 0 0 0 0,0 0-1 0 0,0 1 1 0 0,1 0 0 0 0,-6 19 0 0 0,7-19-22 0 0,4-11-108 0 0,1 0 0 0 0,-1 1 1 0 0,0-1-1 0 0,1 0 1 0 0,-1 1-1 0 0,1-1 1 0 0,-1 1-1 0 0,1-1 1 0 0,0 0-1 0 0,0 1 1 0 0,1-1-1 0 0,-1 1 1 0 0,0-1-1 0 0,2 4 1 0 0,-3 0 5 0 0,1-5-10 0 0,0 1 1 0 0,0 0 0 0 0,0 0 0 0 0,0 0-1 0 0,0 0 1 0 0,0 0 0 0 0,0 0 0 0 0,1 0 0 0 0,-1-1-1 0 0,1 1 1 0 0,0 0 0 0 0,-1 0 0 0 0,1-1 0 0 0,0 1-1 0 0,0 0 1 0 0,2 2 0 0 0,2 4-51 0 0,0 0 0 0 0,0-1 1 0 0,1 0-1 0 0,0 0 0 0 0,0 0 0 0 0,1-1 1 0 0,0 0-1 0 0,0 0 0 0 0,1-1 0 0 0,-1 0 1 0 0,1 0-1 0 0,0 0 0 0 0,13 4 0 0 0,-3-3-287 0 0,0-2-1 0 0,1 0 1 0 0,-1-1-1 0 0,1 0 0 0 0,0-2 1 0 0,0 0-1 0 0,-1-1 1 0 0,1-1-1 0 0,0-1 0 0 0,21-5 1 0 0,-14 2 43 0 0,1-2 1 0 0,-1-1 0 0 0,-1-1-1 0 0,0-1 1 0 0,0-2-1 0 0,32-19 1 0 0,-45 22 348 0 0,1 0 0 0 0,-1-1-1 0 0,-1-1 1 0 0,0 0 0 0 0,0 0-1 0 0,-1-1 1 0 0,0-1 0 0 0,-1 1 0 0 0,-1-2-1 0 0,0 1 1 0 0,-1-1 0 0 0,11-28-1 0 0,-17 40-20 0 0,0 0 0 0 0,0 0 0 0 0,-1-1 0 0 0,1 1 0 0 0,0 0 0 0 0,-1 0 0 0 0,0 0 0 0 0,1 0 0 0 0,-1-1 0 0 0,0-3 0 0 0,-1 0 47 0 0,2 0 184 0 0,-2 1 7 0 0,-3-22 209 0 0,3 25-440 0 0,0 0-1 0 0,0 1 1 0 0,0-1-1 0 0,-1 1 1 0 0,1 0-1 0 0,0-1 1 0 0,-1 1-1 0 0,1 0 1 0 0,-1 0-1 0 0,-1-2 1 0 0,-1 0 483 0 0,-3 4-212 0 0,-22 1 10 0 0,17 2 14 0 0,1 4-210 0 0,0 2 0 0 0,1 0 0 0 0,-1 0 0 0 0,2 1 0 0 0,0 0-1 0 0,0 0 1 0 0,1 1 0 0 0,0 1 0 0 0,1-1 0 0 0,1 1-1 0 0,0 0 1 0 0,0 1 0 0 0,1-1 0 0 0,1 1 0 0 0,-3 17-1 0 0,7-19-91 0 0,6 28 2 0 0,-2-31-50 0 0,0-4 0 0 0,-3-3-3 0 0,0 0-1 0 0,-1 0 0 0 0,1 0 0 0 0,0-1 1 0 0,0 1-1 0 0,0 0 0 0 0,0-1 1 0 0,0 1-1 0 0,1 0 0 0 0,-1-1 0 0 0,1 0 1 0 0,-1 1-1 0 0,3 1 0 0 0,1 1-46 0 0,-4-3 28 0 0,0 1-1 0 0,1-1 1 0 0,-1 1-1 0 0,0-1 1 0 0,1 0-1 0 0,-1 1 1 0 0,1-1-1 0 0,-1 0 1 0 0,1 0-1 0 0,-1 0 1 0 0,1 0-1 0 0,0-1 1 0 0,0 1-1 0 0,3 1 0 0 0,1 0-68 0 0,1 1-50 0 0,0 0 0 0 0,1 0-1 0 0,0-1 1 0 0,-1 1 0 0 0,1-2 0 0 0,0 1 0 0 0,0-1 0 0 0,11 0 0 0 0,-13 0 41 0 0,6 0-158 0 0,-1-1 0 0 0,0 0 1 0 0,1-1-1 0 0,-1 0 0 0 0,0-1 0 0 0,1 0 1 0 0,-1-1-1 0 0,-1 0 0 0 0,1-1 0 0 0,20-9 0 0 0,-12 3-445 0 0,0-1-1 0 0,-2-1 1 0 0,1-1-1 0 0,22-20 1 0 0,-14 8-1469 0 0</inkml:trace>
</inkml:ink>
</file>

<file path=ppt/ink/ink3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6:43.69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185 71 2832 0 0,'-1'-5'1162'0'0,"-10"-58"3597"0"0,6 62-4288 0 0,-15 0-114 0 0,20 1-348 0 0,-1 0-1 0 0,1 0 1 0 0,0 0 0 0 0,-1 0-1 0 0,1 0 1 0 0,0 0 0 0 0,-1 0-1 0 0,1 0 1 0 0,0 0 0 0 0,0 0-1 0 0,-1 0 1 0 0,1 0 0 0 0,0 0-1 0 0,-1 0 1 0 0,1 1 0 0 0,0-1-1 0 0,0 0 1 0 0,-1 0 0 0 0,1 0-1 0 0,0 0 1 0 0,0 0 0 0 0,-1 1-1 0 0,1-1 1 0 0,0 0 0 0 0,0 0-1 0 0,-1 1 1 0 0,1-1 0 0 0,0 0-1 0 0,0 0 1 0 0,0 1 0 0 0,-1-1-1 0 0,-12 20 149 0 0,0 0-1 0 0,1 1 1 0 0,2 0-1 0 0,0 1 1 0 0,1 0-1 0 0,-12 45 1 0 0,4 3 30 0 0,-8 76 0 0 0,21-117-163 0 0,1 1 0 0 0,2 0 0 0 0,1 0 0 0 0,1 0 0 0 0,1 0 0 0 0,2 0 0 0 0,11 44 0 0 0,-13-69-61 0 0,1 1 0 0 0,-1-1 0 0 0,1-1 0 0 0,0 1 0 0 0,0 0 0 0 0,1-1 0 0 0,-1 1 0 0 0,1-1 0 0 0,5 4 0 0 0,-5-4-13 0 0,-3-3 33 0 0,-1 0 0 0 0,1 0 0 0 0,0 0 0 0 0,0 0 0 0 0,1 0 0 0 0,-1-1 0 0 0,0 1 0 0 0,0 0 0 0 0,0 0 0 0 0,0-1 0 0 0,1 1 0 0 0,-1-1 0 0 0,0 1 0 0 0,1-1 0 0 0,-1 0 0 0 0,2 1-1 0 0,1 0-39 0 0,0 1-128 0 0,3-3 17 0 0,1 0 110 0 0,0 0 1 0 0,-1-1 0 0 0,1 0 0 0 0,0 0-1 0 0,-1-1 1 0 0,1 0 0 0 0,-1-1-1 0 0,0 1 1 0 0,0-1 0 0 0,0-1 0 0 0,0 1-1 0 0,-1-1 1 0 0,0 0 0 0 0,0-1-1 0 0,0 1 1 0 0,-1-1 0 0 0,0-1 0 0 0,0 1-1 0 0,0 0 1 0 0,6-13 0 0 0,43-67-111 0 0,-17 32 780 0 0,-34 52-200 0 0,2 3-325 0 0,16 3 11 0 0,-18-3-72 0 0,-1 1 0 0 0,1 0 0 0 0,-1-1 0 0 0,1 1 0 0 0,-1 0 0 0 0,0 0 0 0 0,0 0 0 0 0,0 1 0 0 0,0-1 0 0 0,0 1 0 0 0,0-1 0 0 0,-1 1 0 0 0,3 4 0 0 0,14 15 75 0 0,-12-13-94 0 0,1 1 0 0 0,0-2 0 0 0,1 1 0 0 0,0-1 0 0 0,0-1-1 0 0,1 1 1 0 0,17 10 0 0 0,-22-16-93 0 0,1 0-48 0 0,6 1-356 0 0,1-1-1 0 0,-1 0 0 0 0,18 1 0 0 0,-23-3 2 0 0,0-1-1 0 0,0 0 0 0 0,1 1 0 0 0,-1-2 0 0 0,0 1 0 0 0,0-1 0 0 0,0 0 0 0 0,0 0 0 0 0,0-1 0 0 0,7-4 0 0 0,10-7-2656 0 0</inkml:trace>
</inkml:ink>
</file>

<file path=ppt/ink/ink3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6:44.47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62 0 2888 0 0,'0'0'6620'0'0,"-3"4"-6342"0"0,-3 7-83 0 0,0 1 1 0 0,1 0-1 0 0,0 1 0 0 0,1-1 0 0 0,0 1 0 0 0,1 0 0 0 0,-2 20 0 0 0,0-7-172 0 0,-1 2 147 0 0,6-23-98 0 0,-1 1-8 0 0,-3 18-2 0 0,3-18 14 0 0,1-2-10 0 0,-3 14-2 0 0,3-14 134 0 0,0 1-131 0 0,3 13 0 0 0,-3-13 136 0 0,4-4-178 0 0,16 2-18 0 0,1-13-12 0 0,-3-4 5 0 0,-1-2 0 0 0,27-30-1 0 0,-1 0-24 0 0,-40 43 34 0 0,-3 2-3 0 0,0 1-1 0 0,0-1 1 0 0,0 0 0 0 0,1 1-1 0 0,-1-1 1 0 0,0 0 0 0 0,1 1-1 0 0,-1-1 1 0 0,0 0-1 0 0,1 1 1 0 0,-1-1 0 0 0,1 1-1 0 0,-1-1 1 0 0,1 1-1 0 0,-1-1 1 0 0,1 1 0 0 0,0-1-1 0 0,-1 1 1 0 0,1-1 0 0 0,0 1-1 0 0,-1 0 1 0 0,1-1-1 0 0,0 1 1 0 0,-1 0 0 0 0,1 0-1 0 0,0 0 1 0 0,-1-1 0 0 0,1 1-1 0 0,0 0 1 0 0,0 0-1 0 0,0 0 1 0 0,27-1 208 0 0,-25 1-226 0 0,-1 4 33 0 0,16 31 37 0 0,-14-25-71 0 0,1 0 0 0 0,0 0-1 0 0,9 11 1 0 0,-11-17-75 0 0,0-2-35 0 0,35 17-527 0 0,-34-17 448 0 0,2-3-11 0 0,4 1 140 0 0,1-1 0 0 0,-1 0 0 0 0,0-1-1 0 0,0 0 1 0 0,0-1 0 0 0,0 0 0 0 0,9-5 0 0 0,13-10 70 0 0,34-24 0 0 0,-62 39 119 0 0,11-8 152 0 0,-14 10-230 0 0,0 0 0 0 0,1-1-1 0 0,-1 1 1 0 0,0 0 0 0 0,1 0 0 0 0,-1 0 0 0 0,1 0 0 0 0,0 0 0 0 0,-1 0 0 0 0,1 0 0 0 0,0 0 0 0 0,0 1 0 0 0,-1-1 0 0 0,5 0-1 0 0,-4 5-23 0 0,12 41 37 0 0,-13-40-36 0 0,0 1 7 0 0,-1 1-16 0 0,0 1-2 0 0,17 29 23 0 0,9 5-293 0 0,-23-39 5 0 0,1 0-95 0 0,10 9-77 0 0,-11-9-260 0 0,-1-2-540 0 0,-1-1 1051 0 0,1 1 0 0 0,-1-1-1 0 0,1 1 1 0 0,-1-1 0 0 0,1 0-1 0 0,0 0 1 0 0,-1 0 0 0 0,1 0-1 0 0,0 0 1 0 0,2 0 0 0 0,0 0-297 0 0,2 0-1871 0 0</inkml:trace>
</inkml:ink>
</file>

<file path=ppt/ink/ink3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6:44.63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107 1 2588 0 0,'-36'0'2444'0'0,"4"9"-1627"0"0,8 9-901 0 0,10 4-1617 0 0</inkml:trace>
</inkml:ink>
</file>

<file path=ppt/ink/ink3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6:45.19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291 55 3320 0 0,'0'0'1214'0'0,"3"-3"-117"0"0,8-10-156 0 0,-8 9 1442 0 0,-3 3-2328 0 0,-1-1-1 0 0,1 0 1 0 0,-1 0-1 0 0,1 0 1 0 0,0 1-1 0 0,0-1 1 0 0,0 0-1 0 0,0 0 1 0 0,0 0-1 0 0,1-3 1 0 0,-2 0 280 0 0,-10 2 105 0 0,10 3-421 0 0,0-1 1 0 0,0 1 0 0 0,0-1-1 0 0,0 1 1 0 0,0 0-1 0 0,1-1 1 0 0,-1 1 0 0 0,0 0-1 0 0,0 0 1 0 0,0 0-1 0 0,0-1 1 0 0,0 1 0 0 0,0 0-1 0 0,0 0 1 0 0,0 1-1 0 0,0-1 1 0 0,0 0 0 0 0,-1 0-1 0 0,-14 3 111 0 0,1 0-1 0 0,0 1 1 0 0,0 0 0 0 0,1 2-1 0 0,-1-1 1 0 0,1 2-1 0 0,0 0 1 0 0,-18 12-1 0 0,22-12-88 0 0,-1 0-1 0 0,1 1 0 0 0,0 1 1 0 0,1 0-1 0 0,0 0 0 0 0,1 1 1 0 0,0 0-1 0 0,0 0 0 0 0,1 1 1 0 0,0 0-1 0 0,-7 16 0 0 0,5-7-37 0 0,9-18-10 0 0,-1 0 0 0 0,0-1 0 0 0,0 1 0 0 0,1 0 0 0 0,-1 0 0 0 0,1 0 0 0 0,-1 0 0 0 0,1 0 0 0 0,0 0 0 0 0,0 0 0 0 0,0 0 0 0 0,0 3 0 0 0,1 1-5 0 0,-2-1-16 0 0,2 0 10 0 0,4 12-3 0 0,-4-12 20 0 0,2-3-39 0 0,10 8 27 0 0,-10-8 22 0 0,3-3 10 0 0,8-4 76 0 0,-1 0 0 0 0,0-1 0 0 0,0 0 0 0 0,0-1 0 0 0,19-15 0 0 0,-29 20-15 0 0,-3 2-77 0 0,0 0 1 0 0,1 0-1 0 0,-1 0 0 0 0,1 0 0 0 0,-1 0 1 0 0,1 0-1 0 0,-1-1 0 0 0,1 1 0 0 0,-1 0 1 0 0,0 0-1 0 0,1 0 0 0 0,-1-1 0 0 0,1 1 0 0 0,-1 0 1 0 0,0-1-1 0 0,1 1 0 0 0,-1 0 0 0 0,0-1 1 0 0,1 1-1 0 0,-1 0 0 0 0,0-1 0 0 0,0 1 1 0 0,1 0-1 0 0,-1-1 0 0 0,0 0 0 0 0,0 0 5 0 0,0 1 0 0 0,1 0 1 0 0,-1-1-1 0 0,0 1 0 0 0,0-1 0 0 0,1 1 0 0 0,-1 0 0 0 0,0-1 0 0 0,1 1 0 0 0,-1 0 0 0 0,0-1 0 0 0,1 1 1 0 0,-1 0-1 0 0,0-1 0 0 0,1 1 0 0 0,-1 0 0 0 0,0 0 0 0 0,1 0 0 0 0,-1-1 0 0 0,1 1 0 0 0,-1 0 0 0 0,1 0 1 0 0,-1 0-1 0 0,1 0 0 0 0,0 0 0 0 0,2 3 20 0 0,11 11 5 0 0,-10-3 25 0 0,-2 357 737 0 0,-2-99 128 0 0,13 116 576 0 0,-13-380-1431 0 0,-3-20-1128 0 0,2 13 1006 0 0,0 0 0 0 0,0 0 0 0 0,1 0 0 0 0,0 0 0 0 0,-1 0 0 0 0,1 1 0 0 0,0-1-1 0 0,0 0 1 0 0,0 0 0 0 0,0 0 0 0 0,0 0 0 0 0,0 0 0 0 0,0 0 0 0 0,1-2 0 0 0,11-71-2526 0 0,2 1 1 0 0,4 0 0 0 0,41-108 0 0 0,-35 119-1701 0 0</inkml:trace>
</inkml:ink>
</file>

<file path=ppt/ink/ink3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6:45.84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119 1 2808 0 0,'0'0'1526'0'0,"1"3"-869"0"0,0 1-514 0 0,0 0 1 0 0,-1 0-1 0 0,0 0 0 0 0,0 1 0 0 0,0-1 1 0 0,0 0-1 0 0,0 0 0 0 0,-1 0 0 0 0,0 0 0 0 0,0 0 1 0 0,-3 7-1 0 0,-23 50 530 0 0,12-30-631 0 0,-7 17 361 0 0,7-18 94 0 0,-16 50-1 0 0,30-75-330 0 0,0 0 27 0 0,1-2-128 0 0,-1-1-30 0 0,1-1 0 0 0,-1 1 0 0 0,1 0 0 0 0,0-1 0 0 0,0 1 0 0 0,-1 0 0 0 0,1-1 0 0 0,0 1 0 0 0,1-1 0 0 0,-1 1 0 0 0,0 0 0 0 0,1 2 0 0 0,8 6 168 0 0,-8-9-197 0 0,-1-1 1 0 0,1 0-1 0 0,-1 1 1 0 0,1-1-1 0 0,-1 1 1 0 0,1-1-1 0 0,-1 1 1 0 0,1 0-1 0 0,-1-1 1 0 0,1 1-1 0 0,-1-1 1 0 0,1 1-1 0 0,-1 0 1 0 0,0-1-1 0 0,0 1 1 0 0,1 0-1 0 0,-1 0 1 0 0,0-1-1 0 0,0 2 1 0 0,6-1 53 0 0,49-2 96 0 0,-33-4-93 0 0,0 0 0 0 0,0-1 0 0 0,-1-1 0 0 0,39-19 0 0 0,11-3 417 0 0,-67 27-250 0 0,31 5-38 0 0,-32 2-132 0 0,16 37-14 0 0,-17-35-22 0 0,0-1-1 0 0,0 0 1 0 0,1 0-1 0 0,-1 0 1 0 0,2 0-1 0 0,-1 0 1 0 0,1-1 0 0 0,-1 0-1 0 0,1 1 1 0 0,1-1-1 0 0,-1-1 1 0 0,10 9-1 0 0,-8-9-20 0 0,0 0-1 0 0,1 0 0 0 0,-1-1 0 0 0,1 1 0 0 0,0-1 0 0 0,-1-1 0 0 0,2 0 0 0 0,-1 0 1 0 0,0 0-1 0 0,10 1 0 0 0,42-9 48 0 0,-43 4-51 0 0,-14 2 0 0 0,0-1 0 0 0,0 1 1 0 0,0 0-1 0 0,0-1 0 0 0,0 1 1 0 0,-1-1-1 0 0,1 0 0 0 0,0 0 1 0 0,0 0-1 0 0,0 0 0 0 0,1-1 1 0 0,8-4-1 0 0,-8 4-10 0 0,6-3 11 0 0,0 0 0 0 0,0-1 0 0 0,0 0 0 0 0,-1 0 0 0 0,0-1 0 0 0,-1 0 0 0 0,11-12 0 0 0,-10 6-32 0 0,-1 0 0 0 0,-1-1 0 0 0,0 0 0 0 0,6-18 0 0 0,-11 27 7 0 0,0-25-47 0 0,-1 24 41 0 0,-2 2-5 0 0,-6-14-10 0 0,6 14-42 0 0,-15-2 85 0 0,14 4 7 0 0,-1 0 9 0 0,-2 3 3 0 0,2 0-16 0 0,0 0 10 0 0,0-1 0 0 0,0 1 0 0 0,0 0 0 0 0,0 1-1 0 0,1-1 1 0 0,-1 0 0 0 0,0 1 0 0 0,1 0 0 0 0,-1 0-1 0 0,1 0 1 0 0,0 1 0 0 0,-1-1 0 0 0,1 1 0 0 0,-3 3-1 0 0,2-2 11 0 0,1 1-1 0 0,0 0 1 0 0,-1 0-1 0 0,2 0 1 0 0,-1 1-1 0 0,1-1 1 0 0,-1 1-1 0 0,1-1 1 0 0,1 1-1 0 0,-1 0 1 0 0,1-1-1 0 0,0 1 1 0 0,1 0-1 0 0,-1 0 1 0 0,1 0-1 0 0,0 0 0 0 0,0 0 1 0 0,1 0-1 0 0,0 0 1 0 0,0-1-1 0 0,1 1 1 0 0,-1 0-1 0 0,1 0 1 0 0,0-1-1 0 0,1 1 1 0 0,-1-1-1 0 0,1 0 1 0 0,6 8-1 0 0,0 1 6 0 0,0-1-1 0 0,2 0 1 0 0,-1-1-1 0 0,2 0 1 0 0,0 0-1 0 0,0-2 1 0 0,1 1-1 0 0,27 16 0 0 0,-17-15-21 0 0,0-1 0 0 0,0 0 0 0 0,1-2-1 0 0,1-1 1 0 0,28 6 0 0 0,7-3-511 0 0,1-3 1 0 0,-1-3-1 0 0,2-2 1 0 0,61-6-1 0 0,-88 1-1280 0 0,-1-1-1 0 0,50-11 1 0 0,-43 2-2721 0 0</inkml:trace>
</inkml:ink>
</file>

<file path=ppt/ink/ink3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0:16:46.59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2404 0 0,'20'9'898'0'0,"1"-2"-1"0"0,0 0 0 0 0,42 7 0 0 0,71 3 161 0 0,-69-10-587 0 0,1075 68 3104 0 0,-1015-70-3293 0 0,5165 231 3496 0 0,-4016-155-5484 0 0,-426-14-6687 0 0,-723-57 3375 0 0</inkml:trace>
</inkml:ink>
</file>

<file path=ppt/ink/ink3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4:06.2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 27 4164 0 0,'-2'-5'1905'0'0,"-8"-16"5626"0"0,10 22-7496 0 0,1-1-1 0 0,-1 1 1 0 0,0 0 0 0 0,0 0 0 0 0,0-1-1 0 0,1 1 1 0 0,-1 0 0 0 0,0 0 0 0 0,0 0-1 0 0,0-1 1 0 0,-1 1 0 0 0,1 0 0 0 0,0 0-1 0 0,0 0 1 0 0,0-1 0 0 0,0 1-1 0 0,-1 0 1 0 0,1 0 0 0 0,-1 0 0 0 0,0 1 20 0 0,0 0 0 0 0,1 0 0 0 0,-1 0 0 0 0,0 0 0 0 0,1 0 0 0 0,0 1-1 0 0,-1-1 1 0 0,1 0 0 0 0,0 0 0 0 0,0 4 0 0 0,0 43 521 0 0,-5 267 399 0 0,3-264-951 0 0,2-34-27 0 0,2 13-50 0 0,-2-18 5 0 0,1 27-1498 0 0,8 48 0 0 0,-8-83 750 0 0,-1-5 748 0 0,0 1 1 0 0,0 0-1 0 0,0-1 1 0 0,0 1-1 0 0,1 0 0 0 0,-1-1 1 0 0,0 1-1 0 0,0-1 1 0 0,0 1-1 0 0,1 0 0 0 0,-1-1 1 0 0,0 1-1 0 0,1-1 1 0 0,-1 1-1 0 0,1-1 1 0 0,-1 1-1 0 0,0-1 0 0 0,1 1 1 0 0,-1-1-1 0 0,1 0 1 0 0,-1 1-1 0 0,1-1 1 0 0,0 1-1 0 0,0-1-94 0 0,-1 0-1 0 0,1 1 0 0 0,-1-1 1 0 0,1 0-1 0 0,-1 1 1 0 0,1-1-1 0 0,-1 1 1 0 0,0-1-1 0 0,1 1 1 0 0,-1-1-1 0 0,1 1 1 0 0,-1-1-1 0 0,0 1 1 0 0,1-1-1 0 0,-1 1 1 0 0,0-1-1 0 0,0 1 1 0 0,0 0-1 0 0,1-1 0 0 0,-1 1 1 0 0,0-1-1 0 0,0 1 1 0 0,0 1-1 0 0,6-2-1290 0 0,19 3-953 0 0,-18-2-1674 0 0</inkml:trace>
</inkml:ink>
</file>

<file path=ppt/ink/ink3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4:06.7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396 60 3264 0 0,'4'-12'464'0'0,"-1"0"167"0"0,-2 1 2820 0 0,-2 7-2960 0 0,-6-13-86 0 0,5 13 247 0 0,-4 7-395 0 0,-1-1-181 0 0,5-2-50 0 0,-1 0 1 0 0,1 1 0 0 0,0 0 0 0 0,0 0-1 0 0,-1 0 1 0 0,1 0 0 0 0,0 0 0 0 0,0 0-1 0 0,0 0 1 0 0,0 1 0 0 0,0-1 0 0 0,-2 2-1 0 0,-66 52 352 0 0,-121 87 270 0 0,136-113-507 0 0,50-27-110 0 0,3-2-41 0 0,0 0 4 0 0,0 0 0 0 0,0 1 1 0 0,0-1-1 0 0,0 0 0 0 0,0 1 0 0 0,0-1 0 0 0,1 1 1 0 0,-1 0-1 0 0,0 0 0 0 0,-2 0 0 0 0,-1 1-30 0 0,9-6-326 0 0,11-9 324 0 0,-12 9 26 0 0,-2 4 15 0 0,0-1-1 0 0,-1 1 0 0 0,1 0 1 0 0,0 0-1 0 0,0-1 1 0 0,0 1-1 0 0,-1 0 0 0 0,1 0 1 0 0,0 0-1 0 0,0 0 0 0 0,0 0 1 0 0,0 0-1 0 0,0 0 1 0 0,-1 0-1 0 0,1 0 0 0 0,0 0 1 0 0,0 0-1 0 0,0 0 0 0 0,1 1 1 0 0,-1 0 0 0 0,0-1 0 0 0,-1 0 0 0 0,1 0 0 0 0,0 1 1 0 0,0-1-1 0 0,0 0 0 0 0,0 0 0 0 0,-1 0 0 0 0,1 0 0 0 0,0 0 1 0 0,0 0-1 0 0,0 0 0 0 0,0 0 0 0 0,-1 0 0 0 0,1-1 0 0 0,0 1 1 0 0,0 0-1 0 0,0 0 0 0 0,1-2 0 0 0,5 4 46 0 0,7 0 37 0 0,-1 2 0 0 0,0 0 0 0 0,0 0 0 0 0,0 2 1 0 0,0-1-1 0 0,21 14 0 0 0,7 9 85 0 0,0 2-89 0 0,62 43-972 0 0,-89-64 3 0 0,0-1-1 0 0,0-1 1 0 0,17 5 0 0 0,-2-3-2606 0 0,-5-4-265 0 0</inkml:trace>
</inkml:ink>
</file>

<file path=ppt/ink/ink3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4:06.9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56 3424 0 0,'0'0'3427'0'0,"-2"-4"-2547"0"0,0 3-376 0 0,-5-9-676 0 0,4 2 4847 0 0,7 5-4476 0 0,1 1-164 0 0,-1-1 1 0 0,1 1-1 0 0,-1 0 1 0 0,1 0-1 0 0,0 0 1 0 0,0 0-1 0 0,0 1 1 0 0,7-1 0 0 0,-6 1-92 0 0,1 0-92 0 0,62-5-1385 0 0,-62 6 887 0 0,-5-1-268 0 0,-1 0 777 0 0,1 1-1 0 0,0-1 1 0 0,0 1 0 0 0,0 0 0 0 0,0 0 0 0 0,0-1 0 0 0,0 1 0 0 0,0 0-1 0 0,0 1 1 0 0,0-1 0 0 0,3 1 0 0 0,0-1-222 0 0,1 0-1035 0 0</inkml:trace>
</inkml:ink>
</file>

<file path=ppt/ink/ink3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4:07.1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10 2852 0 0,'0'0'3593'0'0,"-4"3"-2733"0"0,-12 10 3621 0 0,19-9-4197 0 0,12 11-68 0 0,-11-11-58 0 0,2-4-24 0 0,53-2-68 0 0,-16-2-1962 0 0,0-2 1 0 0,52-13 0 0 0,-94 18 1824 0 0,14-3-2456 0 0,22-8-1793 0 0</inkml:trace>
</inkml:ink>
</file>

<file path=ppt/ink/ink3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4:07.8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138 64 2820 0 0,'0'0'5575'0'0,"4"2"-5022"0"0,12 6-37 0 0,-12-5 1698 0 0,-4-2-2169 0 0,-1 0 0 0 0,1 0 0 0 0,-1 0 0 0 0,1 0 0 0 0,-1 0 0 0 0,0 0 0 0 0,1 0 0 0 0,-1 0 0 0 0,0 0 0 0 0,0 0 0 0 0,0 0 0 0 0,1-1 0 0 0,-1 1 0 0 0,0 0 0 0 0,-4 2 2387 0 0,0-21-2314 0 0,3 13 89 0 0,2 3-190 0 0,0 1 0 0 0,1-1 0 0 0,-1 1 1 0 0,0-1-1 0 0,1 1 0 0 0,-1-1 0 0 0,1 1 0 0 0,-1-1 0 0 0,1 1 0 0 0,-1-1 1 0 0,1 1-1 0 0,2-3 0 0 0,-2 3 16 0 0,0-4 96 0 0,0 5-122 0 0,-1 0 1 0 0,0 0-1 0 0,1-1 1 0 0,-1 1 0 0 0,1 0-1 0 0,-1-1 1 0 0,0 1-1 0 0,1 0 1 0 0,-1-1 0 0 0,0 1-1 0 0,1 0 1 0 0,-1-1-1 0 0,0 1 1 0 0,1 0-1 0 0,-1-1 1 0 0,0 1 0 0 0,0-1-1 0 0,0 1 1 0 0,1-1-1 0 0,-1 1 1 0 0,0 0-1 0 0,0-1 1 0 0,0 1 0 0 0,0-1-1 0 0,0 0 1 0 0,0 0-1 0 0,0 1 1 0 0,0 0-1 0 0,0-1 1 0 0,0 1-1 0 0,0-1 1 0 0,1 1-1 0 0,-1-1 1 0 0,0 1 0 0 0,0-1-1 0 0,0 1 1 0 0,1-1-1 0 0,-1 1 1 0 0,0 0-1 0 0,0-1 1 0 0,1 1-1 0 0,-1 0 1 0 0,0-1-1 0 0,1 1 1 0 0,-1 0-1 0 0,0-1 1 0 0,1 1-1 0 0,-1 0 1 0 0,1-1-1 0 0,-1 1 1 0 0,1 0-1 0 0,2-3 83 0 0,1 0-65 0 0,-1 1 1 0 0,1 0 0 0 0,0 0-1 0 0,0 0 1 0 0,0 0 0 0 0,0 1-1 0 0,0-1 1 0 0,0 1 0 0 0,6-1-1 0 0,-5 1 3 0 0,1 4-18 0 0,30 13 6 0 0,-30-11-17 0 0,-2 0-1 0 0,0-1-3 0 0,1 0 0 0 0,-1 1 0 0 0,-1-1 0 0 0,1 1 1 0 0,-1 0-1 0 0,0 0 0 0 0,0 1 0 0 0,0-1 0 0 0,4 11 0 0 0,-5-11 1 0 0,5 9-16 0 0,-6-12 18 0 0,0 0 0 0 0,0-1 0 0 0,-1 1-1 0 0,1 0 1 0 0,0 0 0 0 0,-1 0 0 0 0,1 1 0 0 0,-1-1 0 0 0,0 0 0 0 0,1 0-1 0 0,-1 2 1 0 0,1 9-20 0 0,1-6 20 0 0,-1 26-25 0 0,-10 35-4 0 0,6-58 29 0 0,-1 3 6 0 0,0 0 0 0 0,-2 0 0 0 0,1 0 0 0 0,-1 0 0 0 0,-1-1 0 0 0,-1 0 0 0 0,1 0 1 0 0,-2-1-1 0 0,0 0 0 0 0,0 0 0 0 0,-1-1 0 0 0,0-1 0 0 0,-17 13 0 0 0,13-9-15 0 0,-6-1 6 0 0,6-5-8 0 0,-39 14-42 0 0,48-19 14 0 0,-1-2 11 0 0,-16 2-9 0 0,16-2-22 0 0,1-2 3 0 0,-16-5-3 0 0,16 5-17 0 0,4 0 69 0 0,0 1 0 0 0,1-1 1 0 0,-1 1-1 0 0,0-1 0 0 0,0 1 0 0 0,0 0 0 0 0,0-1 0 0 0,0 1 1 0 0,0 0-1 0 0,0 0 0 0 0,0-1 0 0 0,-2 0 0 0 0,0-1-10 0 0,0-1-26 0 0,1-1 3 0 0,1-8 19 0 0,0 0 1 0 0,1 1-1 0 0,0-1 1 0 0,1 1 0 0 0,4-20-1 0 0,-3 26 14 0 0,1 1-11 0 0,1-1 45 0 0,1 0 1 0 0,0 0-1 0 0,0 1 0 0 0,9-7 0 0 0,-11 9 57 0 0,4 4-58 0 0,19 1 26 0 0,-24-2-44 0 0,-1 0 1 0 0,0 1-1 0 0,1-1 1 0 0,-1 0-1 0 0,0 0 1 0 0,1 1-1 0 0,-1-1 1 0 0,0 0-1 0 0,0 1 1 0 0,1-1-1 0 0,-1 1 0 0 0,0 0 1 0 0,0-1-1 0 0,0 1 1 0 0,0 0-1 0 0,0 0 1 0 0,0 0-1 0 0,0 0 1 0 0,2 1-1 0 0,-1 1 34 0 0,13 8 47 0 0,-1 1 1 0 0,-1 1-1 0 0,0 0 0 0 0,12 15 0 0 0,-5-5-38 0 0,15 16 27 0 0,-1-1-152 0 0,41 35 0 0 0,-71-70-143 0 0,0-1 0 0 0,0 1 0 0 0,1 0 0 0 0,-1-1 0 0 0,1 0 0 0 0,0 0 0 0 0,-1-1-1 0 0,1 1 1 0 0,0-1 0 0 0,5 1 0 0 0,-5-1-5 0 0,27 5-3201 0 0,-27-5-312 0 0</inkml:trace>
</inkml:ink>
</file>

<file path=ppt/ink/ink3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4:09.4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1 107 4752 0 0,'0'-7'1684'0'0,"0"-20"-243"0"0,0 20-190 0 0,0 1-117 0 0,1-15-169 0 0,0 16 1149 0 0,-1 0-1613 0 0,1-18-84 0 0,0 18 1349 0 0,-2 12-1548 0 0,-2 148 744 0 0,4-119-836 0 0,2-8 15 0 0,-2-16 17 0 0,0 4-132 0 0,0 0 0 0 0,1 0-1 0 0,1-1 1 0 0,5 16 0 0 0,1-7 213 0 0,-7-18-231 0 0,1-3-82 0 0,6 12 23 0 0,-7-11 10 0 0,15 3-27 0 0,-14-5 60 0 0,1 0-17 0 0,1-4-5 0 0,3-3 22 0 0,-1 1 1 0 0,1-1-1 0 0,-1 0 1 0 0,0-1-1 0 0,0 0 1 0 0,-1 0-1 0 0,0 0 1 0 0,6-8-1 0 0,47-70-99 0 0,-39 53 143 0 0,11-12-139 0 0,-28 39 81 0 0,0 0 30 0 0,10-13-3 0 0,-9 12-14 0 0,-3 5-17 0 0,0 0 21 0 0,1 0 0 0 0,-1-1 0 0 0,0 1 0 0 0,1-1 0 0 0,-1 1 0 0 0,0-1 0 0 0,0 1 0 0 0,1-1-1 0 0,-1 0 1 0 0,0 1 0 0 0,2-3 0 0 0,-1 2 4 0 0,1-1 288 0 0,1 5-262 0 0,4 8-6 0 0,0-1 0 0 0,-1 1 0 0 0,0 1 0 0 0,-1-1 0 0 0,8 21 0 0 0,4 4-268 0 0,-16-32 157 0 0,1 1 2 0 0,-1-3 82 0 0,0 2-21 0 0,0-1 0 0 0,0 0 0 0 0,0 1 0 0 0,1-1 0 0 0,0 0 0 0 0,-1 0 0 0 0,1 0 0 0 0,0-1 0 0 0,1 1 0 0 0,-1-1 0 0 0,0 1 0 0 0,1-1 0 0 0,6 3 0 0 0,12 1-21 0 0,-16-4 24 0 0,-5-3 25 0 0,-1 1 0 0 0,1-1 0 0 0,0 1 0 0 0,0 0 0 0 0,-1-1 0 0 0,1 1 0 0 0,0 0 0 0 0,0 0 0 0 0,0-1 0 0 0,-1 1 0 0 0,1 0 0 0 0,0 0 0 0 0,0 0 0 0 0,0 0 1 0 0,-1 0-1 0 0,1 0 0 0 0,1 1 0 0 0,0-1 0 0 0,0 0 0 0 0,-1 0 0 0 0,1 1 1 0 0,-1-1-1 0 0,1 0 0 0 0,-1-1 0 0 0,1 1 1 0 0,0 0-1 0 0,-1 0 0 0 0,1-1 0 0 0,-1 1 1 0 0,3-2-1 0 0,5-1 19 0 0,0 0 0 0 0,0-1 0 0 0,0 0 1 0 0,-1-1-1 0 0,0 0 0 0 0,1 0 0 0 0,-2-1 0 0 0,1 0 0 0 0,-1 0 1 0 0,0-1-1 0 0,0 0 0 0 0,-1 0 0 0 0,0 0 0 0 0,0-1 0 0 0,6-11 1 0 0,-10 14-14 0 0,0 0 1 0 0,0 0 0 0 0,0 0 0 0 0,-1 0 0 0 0,0-1 0 0 0,0 1-1 0 0,0-1 1 0 0,-1 1 0 0 0,0-8 0 0 0,1 4-16 0 0,-1 2-18 0 0,-1 0 0 0 0,1 1-1 0 0,-1-1 1 0 0,0 0-1 0 0,-1 0 1 0 0,1 0 0 0 0,-1 1-1 0 0,-3-8 1 0 0,4 13 18 0 0,-1-3-82 0 0,0 0-1 0 0,0-1 1 0 0,-1 1 0 0 0,0 1 0 0 0,1-1-1 0 0,-2 0 1 0 0,1 0 0 0 0,0 1 0 0 0,-1 0-1 0 0,-4-4 1 0 0,5 4-9 0 0,-1 0-331 0 0,-23-5-636 0 0,22 6 423 0 0,-1 5-52 0 0,-38 20-2499 0 0,40-21 1475 0 0,3 3-1217 0 0,-5 16-2122 0 0</inkml:trace>
</inkml:ink>
</file>

<file path=ppt/ink/ink3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4:09.9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178 34 3336 0 0,'0'0'3089'0'0,"-2"-4"-1946"0"0,1 4-1207 0 0,1-2 253 0 0,-1 0 0 0 0,0 0 0 0 0,0 1 1 0 0,0-1-1 0 0,0 0 0 0 0,0 1 0 0 0,0-1 1 0 0,-1 1-1 0 0,1-1 0 0 0,0 1 1 0 0,-1 0-1 0 0,1-1 0 0 0,-1 1 0 0 0,0 0 1 0 0,1 0-1 0 0,-1 0 0 0 0,0 0 0 0 0,0 1 1 0 0,1-1-1 0 0,-1 0 0 0 0,0 1 0 0 0,0-1 1 0 0,0 1-1 0 0,0 0 0 0 0,0-1 1 0 0,-2 1-1 0 0,-22 5 48 0 0,20-4-27 0 0,2 3 6 0 0,-4 3-114 0 0,1 0 0 0 0,0 0 0 0 0,0 1 0 0 0,1 0 0 0 0,0 0 0 0 0,1 1 0 0 0,-7 11 0 0 0,-19 62 613 0 0,29-76-562 0 0,1 0-25 0 0,-3 20-18 0 0,3-20 4 0 0,2 1-1 0 0,0 17-13 0 0,-1-17-24 0 0,2-2-69 0 0,4 14 73 0 0,-4-14 16 0 0,2-1-16 0 0,10 12-4 0 0,-10-12-4 0 0,1-1-2 0 0,18 8-2 0 0,-17-8 19 0 0,0-2 16 0 0,2 2-59 0 0,-5-2-11 0 0,0 0-1 0 0,0-1 0 0 0,-1 1 0 0 0,1-1 1 0 0,0 1-1 0 0,0-1 0 0 0,0 0 1 0 0,0 0-1 0 0,6-1 0 0 0,13-1 164 0 0,0-1 0 0 0,-1 0 0 0 0,32-11 0 0 0,-48 12-139 0 0,0 0-18 0 0,14-6-1 0 0,-14 5-58 0 0,-1 1-156 0 0,-2 2-873 0 0,10-5 2725 0 0</inkml:trace>
</inkml:ink>
</file>

<file path=ppt/ink/ink3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4:10.4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226 72 3944 0 0,'0'0'1276'0'0,"-1"-4"-179"0"0,-3-15-183 0 0,3 15 551 0 0,-2 0-991 0 0,-10-12 64 0 0,10 12 380 0 0,1 3-873 0 0,0 1 1 0 0,1-1-1 0 0,-1 1 1 0 0,0-1-1 0 0,1 1 0 0 0,-1-1 1 0 0,1 0-1 0 0,-1 0 1 0 0,1 0-1 0 0,-1 0 1 0 0,1 0-1 0 0,-3-2 1 0 0,2 1 45 0 0,-3-1 422 0 0,-1 2-298 0 0,-19-1-29 0 0,18 1-22 0 0,1 3-34 0 0,5-2-117 0 0,-8 2 35 0 0,1 0 1 0 0,0 1 0 0 0,0-1 0 0 0,0 2 0 0 0,1-1-1 0 0,-1 1 1 0 0,1 0 0 0 0,0 1 0 0 0,0 0-1 0 0,0 0 1 0 0,-7 7 0 0 0,13-11-39 0 0,-2 3 23 0 0,0-1-1 0 0,0 1 1 0 0,0 0-1 0 0,0 0 1 0 0,1 0-1 0 0,-1 0 1 0 0,1 0-1 0 0,-2 8 1 0 0,4-8-26 0 0,0 0 0 0 0,0-1 0 0 0,0 1 0 0 0,1 0 1 0 0,0 0-1 0 0,0 0 0 0 0,0 0 0 0 0,0 0 0 0 0,1-1 1 0 0,-1 1-1 0 0,1-1 0 0 0,0 1 0 0 0,0-1 1 0 0,0 1-1 0 0,0-1 0 0 0,1 0 0 0 0,-1 0 0 0 0,1 0 1 0 0,0-1-1 0 0,0 1 0 0 0,5 3 0 0 0,28 17 51 0 0,52 23-1 0 0,-28-15-138 0 0,-16-3 18 0 0,-42-26 62 0 0,0-1 0 0 0,0 1 0 0 0,-1-1 0 0 0,1 1 0 0 0,0 0 0 0 0,0 0 0 0 0,-1-1 0 0 0,1 1 0 0 0,-1 0 0 0 0,0 1 0 0 0,0-1 0 0 0,1 0 0 0 0,-1 0 0 0 0,-1 0 0 0 0,1 1 0 0 0,1 2 0 0 0,-7 19 36 0 0,3-17-27 0 0,1-4 3 0 0,-1 0 1 0 0,1-1-1 0 0,-1 1 1 0 0,0 0-1 0 0,0 0 1 0 0,0-1-1 0 0,0 1 0 0 0,0-1 1 0 0,0 0-1 0 0,-1 0 1 0 0,1 1-1 0 0,-1-2 1 0 0,0 1-1 0 0,0 0 1 0 0,-3 1-1 0 0,5-2-14 0 0,-10 5 17 0 0,0 1 0 0 0,0-2-1 0 0,-1 0 1 0 0,0 0 0 0 0,-22 5 0 0 0,34-10-14 0 0,-6 2-5 0 0,0-1-33 0 0,-18 3-88 0 0,19-3-100 0 0,-1-3-571 0 0,-20-4-1960 0 0,27 1 1598 0 0,-1 0 765 0 0,0 3 271 0 0,0 1 0 0 0,0-1 0 0 0,0 1-1 0 0,1-1 1 0 0,-1 1 0 0 0,0-1 0 0 0,1 1-1 0 0,-1-1 1 0 0,0 1 0 0 0,1-1 0 0 0,0 1 0 0 0,-1-1-1 0 0,1 1 1 0 0,0 0 0 0 0,0-1 0 0 0,0 1-1 0 0,1-2 1 0 0,16-18-2125 0 0,2 2-1579 0 0</inkml:trace>
</inkml:ink>
</file>

<file path=ppt/ink/ink3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4:10.9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100 47 3392 0 0,'16'-22'5145'0'0,"-19"18"-4610"0"0,-6-12-58 0 0,7 12 370 0 0,-3 4-523 0 0,-16 3-40 0 0,15-2-46 0 0,2 1-30 0 0,-15 6-33 0 0,15-5-2 0 0,0 0 13 0 0,-11 9-30 0 0,12-9-18 0 0,2-1-122 0 0,1-1 0 0 0,-1 0 0 0 0,1 1-1 0 0,-1-1 1 0 0,0 1 0 0 0,1-1-1 0 0,-1 0 1 0 0,0 0 0 0 0,0 1-1 0 0,0-1 1 0 0,0 0 0 0 0,-2 2-1 0 0,2-2 13 0 0,-2 3 138 0 0,2 2-102 0 0,-1 18-20 0 0,1-19 2 0 0,2 0-9 0 0,2 4-34 0 0,-1-1 0 0 0,2 1 0 0 0,-1-1 1 0 0,1 0-1 0 0,0 0 0 0 0,9 12 1 0 0,45 46-35 0 0,-1-4 309 0 0,-35-35-212 0 0,-19-23-63 0 0,-1 1 42 0 0,2 4 92 0 0,-1 0 1 0 0,-1 0-1 0 0,3 15 0 0 0,-5-19-34 0 0,-13 13 65 0 0,10-16-145 0 0,1 0 0 0 0,0 1 0 0 0,-1-1 0 0 0,0 0 0 0 0,0 0 0 0 0,1 0 0 0 0,-1-1 0 0 0,0 1-1 0 0,0-1 1 0 0,-1 0 0 0 0,1 1 0 0 0,0-1 0 0 0,0-1 0 0 0,-4 2 0 0 0,3-2-35 0 0,-1 2 25 0 0,-1-1-24 0 0,-16 3-85 0 0,16-3-125 0 0,1-3-730 0 0,-15-3 287 0 0,15 4-137 0 0,7-28-6041 0 0,-2 23 2052 0 0</inkml:trace>
</inkml:ink>
</file>

<file path=ppt/ink/ink3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4:11.1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60 4228 0 0,'0'0'2672'0'0,"3"-3"-1592"0"0,1-1-347 0 0,1 0 0 0 0,0 1-1 0 0,0-1 1 0 0,0 1 0 0 0,8-3 0 0 0,-1 1-399 0 0,-1 1 1 0 0,0 1 0 0 0,13-3-1 0 0,-18 4-198 0 0,2 2-122 0 0,22-4-154 0 0,-22 3-180 0 0,0 0-176 0 0,4 0 136 0 0,24-3-958 0 0,-11 2-4713 0 0</inkml:trace>
</inkml:ink>
</file>

<file path=ppt/ink/ink3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4:11.3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38 3544 0 0,'0'0'4281'0'0,"2"3"-3500"0"0,8 16 1787 0 0,-3-19-1934 0 0,30-2-565 0 0,0-1-1 0 0,71-16 0 0 0,-89 15-1532 0 0,3-4 37 0 0,-6 0-1891 0 0,15-7-2446 0 0</inkml:trace>
</inkml:ink>
</file>

<file path=ppt/ink/ink3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4:13.3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28 3260 0 0,'0'0'1666'0'0,"-1"-5"-273"0"0,-4-18 6347 0 0,4 28-7384 0 0,-7 60 442 0 0,7 17-362 0 0,1-16-737 0 0,3-1 0 0 0,3 1 0 0 0,14 64 0 0 0,-19-125-114 0 0,0 0 1 0 0,1 0-1 0 0,-1 1 1 0 0,1-1-1 0 0,1-1 1 0 0,-1 1-1 0 0,6 9 1 0 0,-5-11-897 0 0,1-1-425 0 0,15 7-1220 0 0</inkml:trace>
</inkml:ink>
</file>

<file path=ppt/ink/ink3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4:13.7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378 58 2608 0 0,'-5'-32'1482'0'0,"4"25"-267"0"0,1 7-1176 0 0,0 0-1 0 0,-1 0 1 0 0,1 0-1 0 0,0 0 1 0 0,-1 0 0 0 0,1 0-1 0 0,0 0 1 0 0,0-1-1 0 0,-1 1 1 0 0,1 0-1 0 0,0 0 1 0 0,0 0-1 0 0,-1 0 1 0 0,1-1 0 0 0,0 1-1 0 0,0 0 1 0 0,-1 0-1 0 0,1-1 1 0 0,0 1-1 0 0,0 0 1 0 0,0 0 0 0 0,-1-1-1 0 0,1 1 1 0 0,0 0-1 0 0,0 0 1 0 0,0-1-1 0 0,0 1 1 0 0,0 0-1 0 0,0-1 1 0 0,0 1 0 0 0,0 0-1 0 0,0-1 1 0 0,0 1-1 0 0,0-1 20 0 0,-1 1 0 0 0,1-1 0 0 0,0 1 0 0 0,0-1 0 0 0,0 1 0 0 0,0-1 0 0 0,-1 1 0 0 0,1-1 0 0 0,0 1-1 0 0,0-1 1 0 0,-1 1 0 0 0,1-1 0 0 0,0 1 0 0 0,-1 0 0 0 0,1-1 0 0 0,0 1 0 0 0,-1-1 0 0 0,1 1 0 0 0,-1 0 0 0 0,1 0-1 0 0,0-1 1 0 0,-1 1 0 0 0,1 0 0 0 0,-1 0 0 0 0,1-1 0 0 0,-1 1 0 0 0,1 0 0 0 0,-1 0 0 0 0,1 0 0 0 0,-1 0 0 0 0,1 0 0 0 0,-1 0-1 0 0,1 0 1 0 0,-1 0 0 0 0,1 0 0 0 0,-1 0 0 0 0,0 0 0 0 0,1 0 0 0 0,-1 0 0 0 0,-10 2 94 0 0,0 1 1 0 0,0 0-1 0 0,0 1 1 0 0,0 0-1 0 0,1 0 1 0 0,0 1-1 0 0,0 0 0 0 0,0 1 1 0 0,1 0-1 0 0,-1 1 1 0 0,-9 9-1 0 0,-19 19 189 0 0,-40 44-1 0 0,47-46-117 0 0,-16 18-166 0 0,44-47 28 0 0,1-3-55 0 0,1 0-1 0 0,-1 0 1 0 0,1 0-1 0 0,-1 1 1 0 0,1-1 0 0 0,-1 1-1 0 0,1-1 1 0 0,0 1-1 0 0,0-1 1 0 0,-2 3-1 0 0,0-1 765 0 0,7-4-769 0 0,14-6-8 0 0,-14 6-5 0 0,1-1 1 0 0,13-7 2 0 0,-13 7 29 0 0,1 1-15 0 0,21-1 19 0 0,-21 1 13 0 0,-1 3 29 0 0,3 2 14 0 0,0 0 0 0 0,-1 1 1 0 0,1-1-1 0 0,-1 1 0 0 0,0 1 1 0 0,-1-1-1 0 0,1 1 1 0 0,7 9-1 0 0,55 84 568 0 0,-62-89-776 0 0,0-2-1 0 0,1 1 1 0 0,0-1 0 0 0,1-1-1 0 0,10 9 1 0 0,-15-14-375 0 0,2 0-150 0 0,41 7-1543 0 0,-37-9 553 0 0,1 1 1 0 0,0-1-1 0 0,20-4 1 0 0,3-2-2854 0 0</inkml:trace>
</inkml:ink>
</file>

<file path=ppt/ink/ink3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4:14.0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15 2848 0 0,'0'0'9085'0'0,"6"-1"-8954"0"0,19-4 27 0 0,-18 4 33 0 0,2 1-86 0 0,98-5-805 0 0,-101 4 142 0 0,0 1-253 0 0,1 0 383 0 0,4-1-75 0 0,1 1-4189 0 0</inkml:trace>
</inkml:ink>
</file>

<file path=ppt/ink/ink3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4:14.3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12 3648 0 0,'0'0'5756'0'0,"-2"3"-4931"0"0,-11 14 4050 0 0,15-14-4516 0 0,1-1-253 0 0,0 1 1 0 0,0-1-1 0 0,0 0 0 0 0,0-1 0 0 0,0 1 0 0 0,1 0 0 0 0,-1-1 0 0 0,0 0 0 0 0,1 0 0 0 0,-1 0 0 0 0,1 0 0 0 0,5 0 0 0 0,-2 0 84 0 0,1-1-58 0 0,14-1-34 0 0,87-5-554 0 0,-61-2-958 0 0,-35 5 963 0 0,35-9-2189 0 0,1-4-4146 0 0,-27 6 1311 0 0</inkml:trace>
</inkml:ink>
</file>

<file path=ppt/ink/ink3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4:14.9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42 92 2936 0 0,'0'0'6851'0'0,"0"-6"-6143"0"0,1 0-285 0 0,0 0 0 0 0,-1 0 0 0 0,2 0 0 0 0,-1 1 0 0 0,1-1 0 0 0,3-8 0 0 0,-3 10-150 0 0,2 1 5 0 0,41-17 641 0 0,-40 18-760 0 0,-5 2-152 0 0,1-1 0 0 0,-1 1 0 0 0,1 0 0 0 0,-1-1 0 0 0,1 1 1 0 0,0 0-1 0 0,-1-1 0 0 0,1 1 0 0 0,0 0 0 0 0,-1-1 0 0 0,1 1 0 0 0,0 0 0 0 0,-1 0 1 0 0,1 0-1 0 0,0 0 0 0 0,-1 0 0 0 0,1 0 0 0 0,0 0 0 0 0,-1 0 0 0 0,1 0 1 0 0,0 0-1 0 0,-1 0 0 0 0,1 0 0 0 0,1 1 0 0 0,-2-1 5 0 0,1 0-1 0 0,0 0 1 0 0,-1 0 0 0 0,1 1-1 0 0,0-1 1 0 0,-1 0 0 0 0,1 0-1 0 0,0 0 1 0 0,-1 0 0 0 0,1 0-1 0 0,0-1 1 0 0,-1 1 0 0 0,1 0-1 0 0,0 0 1 0 0,-1 0 0 0 0,1 0-1 0 0,0-1 1 0 0,-1 1 0 0 0,1 0-1 0 0,0-1 1 0 0,-1 1 0 0 0,1-1-1 0 0,-1 1 1 0 0,1-1 0 0 0,6 1 82 0 0,21 2-2 0 0,-21-2-44 0 0,-2 2-10 0 0,13 8 21 0 0,-13-7 37 0 0,-3 0-99 0 0,9 12 35 0 0,-8-11 97 0 0,-3 2-104 0 0,0 1-23 0 0,0 1-1 0 0,0-1 0 0 0,-1 0 0 0 0,0 1 0 0 0,0-1 0 0 0,-1 0 0 0 0,0 0 0 0 0,0 0 0 0 0,-4 7 1 0 0,1-3 11 0 0,-1 0 0 0 0,-1-1-1 0 0,0 1 1 0 0,0-2 0 0 0,-1 1 0 0 0,-11 11 0 0 0,-57 57 404 0 0,73-75 743 0 0,8-5-1154 0 0,15-6-4 0 0,-15 6 42 0 0,-1 1 148 0 0,15-5-164 0 0,-14 4-58 0 0,-1 1 12 0 0,16-2-12 0 0,-15 2 14 0 0,2 2-13 0 0,22 2 22 0 0,-21-2-10 0 0,-2 2 12 0 0,0-1 14 0 0,1 1 0 0 0,-1 0-1 0 0,0 0 1 0 0,0 1 0 0 0,-1 0 0 0 0,1 0 0 0 0,-1 0 0 0 0,0 0 0 0 0,0 1 0 0 0,0 0 0 0 0,0 0 0 0 0,-1 1 0 0 0,0-1 0 0 0,0 1 0 0 0,-1 0 0 0 0,5 10 0 0 0,-1 0-1 0 0,-5-12-15 0 0,-3 2 20 0 0,0 19-8 0 0,1-19 6 0 0,-3 0 12 0 0,-1 2-16 0 0,1 0 1 0 0,-2 0-1 0 0,1-1 0 0 0,-1 0 1 0 0,0 0-1 0 0,-1 0 0 0 0,0 0 1 0 0,0-1-1 0 0,-11 10 0 0 0,8-10-23 0 0,1-1-1 0 0,-2 1 0 0 0,1-1 1 0 0,0-1-1 0 0,-1 0 0 0 0,0 0 1 0 0,0-1-1 0 0,0 0 0 0 0,-18 3 1 0 0,23-5-246 0 0,-2-1-126 0 0,-21 1-127 0 0,21-1-155 0 0,-3-2-681 0 0,0-1-1 0 0,0 0 0 0 0,0-1 1 0 0,1 0-1 0 0,-1-1 0 0 0,-11-7 1 0 0,16 9 58 0 0</inkml:trace>
</inkml:ink>
</file>

<file path=ppt/ink/ink3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4:37.7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 0 5256 0 0,'0'0'1517'0'0,"-21"15"999"0"0</inkml:trace>
</inkml:ink>
</file>

<file path=ppt/ink/ink3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4:51.6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129 188 2760 0 0,'-1'-5'1368'0'0,"-5"-14"-176"0"0,5 15-173 0 0,-1-2-114 0 0,-4-16-42 0 0,4 16-133 0 0,1 1-75 0 0,-4-16-89 0 0,3 16 16 0 0,1-1-41 0 0,-3-19-32 0 0,3 19-25 0 0,0 1-36 0 0,-3-15-41 0 0,3 15 467 0 0,0 0-668 0 0,-1 1-142 0 0,-4-15 322 0 0,2 22-348 0 0,-1 1-14 0 0,1 0 1 0 0,0 0 0 0 0,1 0 0 0 0,-1 0 0 0 0,1 1-1 0 0,0-1 1 0 0,0 1 0 0 0,0 0 0 0 0,1 0 0 0 0,-3 6-1 0 0,-1 8 94 0 0,-8 38-1 0 0,11-47-102 0 0,-3 29 39 0 0,2 8-2 0 0,2-25-84 0 0,-1-1 143 0 0,2 40-1 0 0,2-53-329 0 0,0 0-1 0 0,0-1 0 0 0,0 1 0 0 0,1-1 0 0 0,0 1 0 0 0,1-1 0 0 0,0 0 0 0 0,0 0 0 0 0,5 8 0 0 0,-6-11-133 0 0,1 0 0 0 0,0 0-1 0 0,0 0 1 0 0,0 0 0 0 0,0-1-1 0 0,1 0 1 0 0,4 5 0 0 0,-6-7-47 0 0,0 0 0 0 0,0 0 0 0 0,0 0 0 0 0,0 0 1 0 0,0 0-1 0 0,1 0 0 0 0,-1 0 0 0 0,0-1 0 0 0,0 1 1 0 0,0-1-1 0 0,1 1 0 0 0,-1-1 0 0 0,0 0 0 0 0,1 0 1 0 0,2-1-1 0 0,28-3-3552 0 0</inkml:trace>
</inkml:ink>
</file>

<file path=ppt/ink/ink3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4:52.0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117 60 3604 0 0,'1'-6'504'0'0,"0"1"0"0"0,-1-1-1 0 0,0 0 1 0 0,0 0-1 0 0,0 1 1 0 0,0-1 0 0 0,-3-9-1 0 0,2 11 513 0 0,-1 4-994 0 0,0 0 1 0 0,1 0 0 0 0,-1 1 0 0 0,0-1-1 0 0,1 1 1 0 0,-1 0 0 0 0,1-1-1 0 0,-1 1 1 0 0,0 0 0 0 0,1 0-1 0 0,-1 0 1 0 0,-1 2 0 0 0,0-1 24 0 0,-1 0-2 0 0,1 0 1 0 0,0 0 0 0 0,1 1-1 0 0,-1-1 1 0 0,0 1 0 0 0,1 0-1 0 0,-1 0 1 0 0,1 0-1 0 0,0 0 1 0 0,0 0 0 0 0,0 0-1 0 0,-2 7 1 0 0,3-8-29 0 0,-7 11 98 0 0,1 0 0 0 0,1 0 0 0 0,0 1-1 0 0,1 0 1 0 0,-7 28 0 0 0,3 14 119 0 0,9-51-136 0 0,0 2-63 0 0,2 20-36 0 0,-2-20-54 0 0,1-2 50 0 0,16 41 175 0 0,-15-41 21 0 0,2-4-57 0 0,13 7 33 0 0,-12-6 187 0 0,1-5-215 0 0,0 1-66 0 0,-1 0-1 0 0,1-1 1 0 0,0 0 0 0 0,-1 0-1 0 0,1 0 1 0 0,-1-1 0 0 0,0 0-1 0 0,0 0 1 0 0,0 0 0 0 0,-1-1-1 0 0,0 1 1 0 0,8-11 0 0 0,-8 9-47 0 0,0-1 0 0 0,-1 1 1 0 0,0-1-1 0 0,0 1 0 0 0,0-1 1 0 0,-1 0-1 0 0,0 0 0 0 0,0-1 1 0 0,0 1-1 0 0,-1 0 0 0 0,0 0 1 0 0,-1-1-1 0 0,0 1 0 0 0,0-1 1 0 0,-1 1-1 0 0,1 0 0 0 0,-2-1 1 0 0,1 1-1 0 0,-1 0 0 0 0,-3-9 1 0 0,-17-23 2 0 0,20 36-33 0 0,-2-1-18 0 0,2 2-2 0 0,2 1 9 0 0,-1-1 0 0 0,0 1-1 0 0,0 0 1 0 0,0 0 0 0 0,0 0 0 0 0,0 0 0 0 0,0 0-1 0 0,0 0 1 0 0,-1 0 0 0 0,1 0 0 0 0,0 0 0 0 0,-3-1 0 0 0,-1 3-2037 0 0,-16 3 1171 0 0,15-3-259 0 0,26 21-7778 0 0</inkml:trace>
</inkml:ink>
</file>

<file path=ppt/ink/ink3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4:52.4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226 23 4504 0 0,'0'0'5049'0'0,"-2"-4"-4485"0"0,-8-14 191 0 0,3 19-527 0 0,-3 1-165 0 0,0 0 0 0 0,-1 0-1 0 0,1 1 1 0 0,0 1 0 0 0,0 0 0 0 0,1 0 0 0 0,-1 1 0 0 0,1 0 0 0 0,0 1 0 0 0,0 0 0 0 0,1 0 0 0 0,0 1 0 0 0,0 0 0 0 0,0 0 0 0 0,1 1 0 0 0,0 0 0 0 0,-9 14-1 0 0,-14 29 75 0 0,28-46-102 0 0,1 2-3 0 0,0-4-32 0 0,0 1 6 0 0,0 0 0 0 0,1 0 0 0 0,-1 0 1 0 0,1 0-1 0 0,-1 0 0 0 0,2 0 0 0 0,-1 0 0 0 0,0 0 1 0 0,1 0-1 0 0,-1 0 0 0 0,1 0 0 0 0,0 0 0 0 0,3 7 0 0 0,-2-5-1 0 0,7 11-2 0 0,-4-12 1 0 0,1 0-1 0 0,0 0 1 0 0,-1-1-1 0 0,11 7 1 0 0,-13-10 1 0 0,-1 1 1 0 0,0-1 0 0 0,0 0-1 0 0,1 0 1 0 0,-1 1-1 0 0,1-2 1 0 0,-1 1-1 0 0,1 0 1 0 0,4 0 0 0 0,0 1 8 0 0,-1 0-2 0 0,1-2-20 0 0,-1 1 10 0 0,-4 0 2 0 0,0-1 0 0 0,0 0 0 0 0,0 1 1 0 0,1-1-1 0 0,-1 0 0 0 0,0 0 1 0 0,0-1-1 0 0,0 1 0 0 0,0 0 1 0 0,0-1-1 0 0,0 1 0 0 0,0-1 1 0 0,4-1-1 0 0,-1 0-11 0 0,4 0 69 0 0,-1-1 0 0 0,1-1-1 0 0,15-8 1 0 0,-21 10-40 0 0,1 0 0 0 0,-1-1 0 0 0,0 1 1 0 0,0-1-1 0 0,0 0 0 0 0,0 0 0 0 0,0 0 0 0 0,-1 0 0 0 0,1 0 1 0 0,-1-1-1 0 0,0 1 0 0 0,0-1 0 0 0,0 0 0 0 0,0 1 0 0 0,1-6 1 0 0,2-48-425 0 0,-5 56 353 0 0,0-1 0 0 0,0 1 0 0 0,0-1 1 0 0,0 1-1 0 0,-1 0 0 0 0,1-1 0 0 0,0 1 0 0 0,-1-1 0 0 0,1 1 0 0 0,-1 0 0 0 0,1-1 0 0 0,-1 1 1 0 0,0 0-1 0 0,1 0 0 0 0,-1 0 0 0 0,0-1 0 0 0,0 1 0 0 0,0 0 0 0 0,-1-1 0 0 0,-1-1-188 0 0,2 1 70 0 0,0-1 0 0 0,-1 1 0 0 0,1 0 0 0 0,-1 0 0 0 0,0 0 0 0 0,1 0 0 0 0,-1 0 0 0 0,0 0 0 0 0,0 0 0 0 0,0 1 0 0 0,0-1 0 0 0,-1 1 0 0 0,-2-2 0 0 0,-3-2-444 0 0,-21-11-2587 0 0,-1 5-2277 0 0</inkml:trace>
</inkml:ink>
</file>

<file path=ppt/ink/ink3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6:51.6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5036 0 0,'0'0'11201'0'0,"0"8"-10891"0"0,1 1-216 0 0,2 23 330 0 0,7 33 0 0 0,-1-23-53 0 0,3 47-1 0 0,-2-18 40 0 0,-3-28-122 0 0,16 49 1 0 0,-21-86-139 0 0,-2-5-140 0 0,1 1 1 0 0,-1-1-1 0 0,1 1 0 0 0,0-1 1 0 0,-1 0-1 0 0,1 1 0 0 0,0-1 0 0 0,0 0 1 0 0,0 1-1 0 0,0-1 0 0 0,0 0 1 0 0,2 2-1 0 0,-2-2 12 0 0,2 3 181 0 0,18-9-125 0 0,-16 2-71 0 0,-2 2-5 0 0,1-1 0 0 0,-1 0 0 0 0,0-1 0 0 0,-1 1 1 0 0,1 0-1 0 0,0-1 0 0 0,-1 0 0 0 0,1 1 0 0 0,-1-1 0 0 0,0 0 0 0 0,0 0 0 0 0,0 0 0 0 0,3-7 0 0 0,-4 9-6 0 0,68-114-197 0 0,-23 49 90 0 0,-43 62 79 0 0,0 2 9 0 0,-2 1 15 0 0,0 0 2 0 0,0 0-1 0 0,0-1 1 0 0,0 1 0 0 0,0 0-1 0 0,0 0 1 0 0,1 0 0 0 0,-1 0 0 0 0,0 0-1 0 0,1 0 1 0 0,-1 1 0 0 0,0-1-1 0 0,3 0 1 0 0,27 4-35 0 0,-18 14 57 0 0,-10-13 8 0 0,0 1-15 0 0,1 2-17 0 0,16 39-13 0 0,-17-37-13 0 0,1 0 1 0 0,0 0 0 0 0,0-1 0 0 0,0 1-1 0 0,1-1 1 0 0,0 0 0 0 0,1-1-1 0 0,0 1 1 0 0,0-1 0 0 0,0 0 0 0 0,1-1-1 0 0,0 1 1 0 0,1-1 0 0 0,-1-1-1 0 0,13 8 1 0 0,-16-12-2 0 0,2 1-15 0 0,1 0 34 0 0,-5-1 10 0 0,0 0 1 0 0,0-1 0 0 0,0 1 0 0 0,0-1 0 0 0,0 1-1 0 0,0-1 1 0 0,0 0 0 0 0,0 1 0 0 0,1-1 0 0 0,-1 0 0 0 0,0-1-1 0 0,0 1 1 0 0,4-1 0 0 0,2 0 45 0 0,1 0 1 0 0,-1-1-1 0 0,0 0 0 0 0,0 0 0 0 0,0-1 1 0 0,-1 0-1 0 0,1-1 0 0 0,-1 1 1 0 0,0-1-1 0 0,1-1 0 0 0,7-6 0 0 0,-8 6 4 0 0,-5 3-26 0 0,1 1 1 0 0,-1-1 0 0 0,0 0-1 0 0,1 0 1 0 0,-1 0 0 0 0,0-1-1 0 0,-1 1 1 0 0,1 0 0 0 0,3-6-1 0 0,0 2 2 0 0,13-24 52 0 0,-3-7-60 0 0,-9 25-15 0 0,-4 8-5 0 0,0-1 1 0 0,-1 1 0 0 0,0-1-1 0 0,1 1 1 0 0,-1-1-1 0 0,0-9 1 0 0,1 1-161 0 0,-1 0-1 0 0,-1-1 1 0 0,-1 1-1 0 0,1 0 1 0 0,-2 0-1 0 0,0 0 1 0 0,-1-1-1 0 0,-5-14 1 0 0,6 23-291 0 0,-2 1-97 0 0,-11-12-132 0 0,11 12-113 0 0,3 4 742 0 0,0 0 1 0 0,0 0-1 0 0,0 0 1 0 0,1 0-1 0 0,-1 0 1 0 0,0 0 0 0 0,0 0-1 0 0,0 0 1 0 0,1 0-1 0 0,-1-1 1 0 0,0 1-1 0 0,0 0 1 0 0,1-1-1 0 0,-1 1 1 0 0,0 0-1 0 0,0-1 1 0 0,1 1-1 0 0,-1-1 1 0 0,0 0 0 0 0,0 0-33 0 0,0 1 0 0 0,0-1 1 0 0,1 1-1 0 0,-1-1 1 0 0,0 1-1 0 0,0 0 1 0 0,0-1-1 0 0,1 1 0 0 0,-1 0 1 0 0,0-1-1 0 0,0 1 1 0 0,0 0-1 0 0,0 0 1 0 0,0 0-1 0 0,0 0 1 0 0,0 0-1 0 0,0 0 0 0 0,0 0 1 0 0,1 0-1 0 0,-1 0 1 0 0,0 0-1 0 0,0 0 1 0 0,0 1-1 0 0,0-1 1 0 0,0 0-1 0 0,-1 2 0 0 0,-10 3-154 0 0,8-3-724 0 0,0 1 0 0 0,0 0 1 0 0,0 0-1 0 0,0 0 0 0 0,0 0 0 0 0,-3 4 0 0 0</inkml:trace>
</inkml:ink>
</file>

<file path=ppt/ink/ink3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6:52.0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299 92 4500 0 0,'2'-6'1715'0'0,"0"3"-1136"0"0,3-11-227 0 0,-5-3 3413 0 0,-6-9-2988 0 0,5 19-109 0 0,1 7-646 0 0,-1 0 1 0 0,1 0-1 0 0,0 0 1 0 0,-1 0 0 0 0,1 0-1 0 0,0 0 1 0 0,-1 0-1 0 0,1 0 1 0 0,0 0-1 0 0,0 0 1 0 0,-1-1 0 0 0,1 1-1 0 0,0 0 1 0 0,-1 0-1 0 0,1 0 1 0 0,0 0-1 0 0,0-1 1 0 0,-1 1 0 0 0,1 0-1 0 0,0 0 1 0 0,0-1-1 0 0,0 1 1 0 0,-1 0-1 0 0,1-1 1 0 0,0 1 0 0 0,0 0-1 0 0,0 0 1 0 0,0-1-1 0 0,0 1 1 0 0,-1 0-1 0 0,1-1 1 0 0,0 1-1 0 0,0-1 1 0 0,0 0 8 0 0,0 1 0 0 0,0-1 0 0 0,0 1 0 0 0,-1-1 0 0 0,1 1 0 0 0,0-1 0 0 0,0 0 0 0 0,-1 1 0 0 0,1-1 0 0 0,0 1 0 0 0,-1-1 0 0 0,1 1-1 0 0,-1 0 1 0 0,1-1 0 0 0,-1 1 0 0 0,1-1 0 0 0,-1 1 0 0 0,1 0 0 0 0,-1-1 0 0 0,1 1 0 0 0,-1 0 0 0 0,1-1 0 0 0,-1 1 0 0 0,1 0 0 0 0,-1 0 0 0 0,0 0 0 0 0,1 0 0 0 0,-1 0 0 0 0,1-1 0 0 0,-1 1 0 0 0,0 0 0 0 0,0 0 0 0 0,-7 1 66 0 0,1-1 1 0 0,0 1 0 0 0,0 0 0 0 0,-1 1-1 0 0,1-1 1 0 0,0 1 0 0 0,0 1 0 0 0,1-1-1 0 0,-1 1 1 0 0,0 1 0 0 0,1-1 0 0 0,-7 6-1 0 0,-2 1 12 0 0,0 2-1 0 0,0 0 1 0 0,2 0-1 0 0,-14 17 0 0 0,11-12-27 0 0,2 2 0 0 0,-19 30 0 0 0,28-41-65 0 0,1 0 0 0 0,0 0 0 0 0,0 1 0 0 0,1-1 0 0 0,0 1 0 0 0,0 0 0 0 0,1-1 0 0 0,0 1 0 0 0,-1 15 0 0 0,9 4 3 0 0,-4-20-20 0 0,-1-7 1 0 0,-1 0 0 0 0,0 1 0 0 0,0-1 0 0 0,1 1-1 0 0,-1-1 1 0 0,1 0 0 0 0,-1 0 0 0 0,1 1 0 0 0,-1-1 0 0 0,1 0 0 0 0,0 0-1 0 0,0 0 1 0 0,0 1 0 0 0,-1-1 0 0 0,1 0 0 0 0,0 0 0 0 0,0 0 0 0 0,1-1-1 0 0,0 2 1 0 0,2 1 5 0 0,-1 0-13 0 0,1 0-1 0 0,-1 0 0 0 0,1 0 1 0 0,0-1-1 0 0,0 1 0 0 0,0-1 1 0 0,0 0-1 0 0,0 0 0 0 0,1-1 1 0 0,-1 1-1 0 0,0-1 0 0 0,8 1 1 0 0,-9-1 3 0 0,6 1-47 0 0,-1-1-1 0 0,0 0 0 0 0,1 0 0 0 0,0 0 0 0 0,-1-1 0 0 0,1-1 1 0 0,-1 1-1 0 0,11-3 0 0 0,-11 2 1 0 0,9-1-221 0 0,-1-1 0 0 0,1 0 0 0 0,-1-1 0 0 0,1-1-1 0 0,-1-1 1 0 0,-1 0 0 0 0,18-9 0 0 0,0-4-3923 0 0,56-42 1 0 0,-69 47-925 0 0</inkml:trace>
</inkml:ink>
</file>

<file path=ppt/ink/ink3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6:52.4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169 32 2668 0 0,'0'0'1558'0'0,"2"-4"-325"0"0,-1 3-721 0 0,7-8-484 0 0,-5 1 4169 0 0,-7 6-3801 0 0,1 0-316 0 0,1 1-1 0 0,-1 0 0 0 0,0 0 1 0 0,0 1-1 0 0,1-1 1 0 0,-1 1-1 0 0,0-1 0 0 0,0 1 1 0 0,1 0-1 0 0,-1 0 1 0 0,0 0-1 0 0,0 0 0 0 0,0 1 1 0 0,-3 0-1 0 0,1 0 274 0 0,3-1-312 0 0,0 0-1 0 0,0 1 0 0 0,1-1 1 0 0,-1 0-1 0 0,0 1 0 0 0,0 0 1 0 0,0-1-1 0 0,0 1 0 0 0,1 0 1 0 0,-1 0-1 0 0,0 0 0 0 0,0 0 1 0 0,1 0-1 0 0,-3 2 0 0 0,-5 3 254 0 0,-2 2-80 0 0,0 0-1 0 0,0 1 1 0 0,0 0-1 0 0,1 1 1 0 0,-14 17-1 0 0,21-23-100 0 0,2 1-28 0 0,-6 18 7 0 0,6-18 61 0 0,2 2-114 0 0,-2-2-38 0 0,1-4-1 0 0,0 1 0 0 0,0 0-1 0 0,0-1 1 0 0,0 1 0 0 0,0 0 0 0 0,0 0 0 0 0,1-1-1 0 0,-1 1 1 0 0,1 0 0 0 0,-1-1 0 0 0,1 1 0 0 0,-1-1-1 0 0,1 1 1 0 0,0 0 0 0 0,0-1 0 0 0,0 0 0 0 0,1 2-1 0 0,39 47-337 0 0,-31-41 296 0 0,1 1 1 0 0,0-2 0 0 0,0 1 0 0 0,13 6 0 0 0,-18-12 34 0 0,8 6-33 0 0,63 37 62 0 0,4 1 575 0 0,-78-44-449 0 0,1 0-8 0 0,-3-1-72 0 0,0 0-1 0 0,1-1 1 0 0,-1 1 0 0 0,0-1 0 0 0,1 1 0 0 0,-1-1-1 0 0,1 0 1 0 0,-1 0 0 0 0,1 1 0 0 0,2 0 0 0 0,-6 4 26 0 0,-6 16-18 0 0,8-22-73 0 0,0 1-1 0 0,0-1 0 0 0,0 0 1 0 0,0 1-1 0 0,0-1 0 0 0,0 0 0 0 0,0 1 1 0 0,-1-1-1 0 0,1 0 0 0 0,0 1 1 0 0,0-1-1 0 0,0 0 0 0 0,0 1 0 0 0,-1-1 1 0 0,1 0-1 0 0,0 0 0 0 0,0 1 1 0 0,-1-1-1 0 0,1 0 0 0 0,0 0 0 0 0,-1 1 1 0 0,1-1-1 0 0,0 0 0 0 0,-1 0 1 0 0,1 0-1 0 0,0 0 0 0 0,-1 0 0 0 0,-19 7-211 0 0,0-1-1 0 0,0-1 1 0 0,-1-1-1 0 0,1 0 0 0 0,-1-2 1 0 0,-25 0-1 0 0,40-2-398 0 0,0 0 26 0 0,-27-4-1466 0 0,32 4 2004 0 0,1 0 0 0 0,-1 0 1 0 0,1 0-1 0 0,0-1 0 0 0,-1 1 1 0 0,1 0-1 0 0,-1-1 0 0 0,1 1 1 0 0,0 0-1 0 0,-1-1 0 0 0,1 1 1 0 0,0 0-1 0 0,0-1 0 0 0,-1 1 1 0 0,1-1-1 0 0,0 1 0 0 0,0 0 1 0 0,-1-1-1 0 0,1 1 1 0 0,0-1-1 0 0,0 1 0 0 0,0-1 1 0 0,0 1-1 0 0,0-1 0 0 0,0 0 1 0 0,0 1-27 0 0,0-1 1 0 0,0 1 0 0 0,0-1-1 0 0,-1 1 1 0 0,1-1 0 0 0,0 1-1 0 0,0 0 1 0 0,0-1 0 0 0,0 1 0 0 0,-1-1-1 0 0,1 1 1 0 0,0-1 0 0 0,0 1-1 0 0,-1 0 1 0 0,1-1 0 0 0,0 1-1 0 0,0 0 1 0 0,-1-1 0 0 0,1 1 0 0 0,-1 0-1 0 0,1-1 1 0 0,0 1 0 0 0,-1 0-1 0 0,1 0 1 0 0,-1-1 0 0 0,5-4-1441 0 0,12-13-1034 0 0</inkml:trace>
</inkml:ink>
</file>

<file path=ppt/ink/ink3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6:52.8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187 47 4020 0 0,'2'-4'1158'0'0,"0"-1"-748"0"0,5-10 2856 0 0,-16-4-1918 0 0,7 16 154 0 0,-5 3-1110 0 0,-18 1-23 0 0,19-1-25 0 0,-11 12 225 0 0,14-10-509 0 0,0-1-1 0 0,0 1 1 0 0,0 0 0 0 0,1 0-1 0 0,-1 0 1 0 0,0 1-1 0 0,1-1 1 0 0,0 1 0 0 0,-1-1-1 0 0,-1 4 1 0 0,-16 31 349 0 0,19-33-329 0 0,0 3-12 0 0,1 3-52 0 0,0 1-1 0 0,1-1 1 0 0,0 0-1 0 0,1 1 0 0 0,0-1 1 0 0,1 0-1 0 0,-1 0 1 0 0,6 11-1 0 0,22 36 82 0 0,-11-25 69 0 0,39 48-1 0 0,-55-77-78 0 0,-3-2-84 0 0,0-1 0 0 0,0 1 0 0 0,0 0 0 0 0,0-1 1 0 0,0 1-1 0 0,0-1 0 0 0,0 1 0 0 0,0-1 0 0 0,1 1 0 0 0,-1-1 1 0 0,0 1-1 0 0,0 0 0 0 0,0-1 0 0 0,1 1 0 0 0,-1-1 0 0 0,0 1 1 0 0,0-1-1 0 0,1 1 0 0 0,-1-1 0 0 0,0 0 0 0 0,1 1 0 0 0,-1-1 1 0 0,1 1-1 0 0,-1-1 0 0 0,1 1 0 0 0,0-1 3 0 0,0 1 0 0 0,-1 0 1 0 0,1-1-1 0 0,0 1 0 0 0,-1-1 0 0 0,1 1 0 0 0,-1 0 0 0 0,1 0 0 0 0,-1-1 1 0 0,0 1-1 0 0,1 0 0 0 0,-1 0 0 0 0,0 0 0 0 0,1-1 0 0 0,-1 1 0 0 0,0 0 1 0 0,0 0-1 0 0,0 0 0 0 0,1 0 0 0 0,-1 0 0 0 0,0-1 0 0 0,0 1 0 0 0,-1 0 0 0 0,1 0 1 0 0,0 1-1 0 0,-2 25 70 0 0,-1-24-38 0 0,-4 1-151 0 0,-1 1 0 0 0,1-1-1 0 0,-1 0 1 0 0,0-1-1 0 0,0 0 1 0 0,0 0 0 0 0,0-1-1 0 0,0 0 1 0 0,-1 0-1 0 0,1-1 1 0 0,-14 1 0 0 0,15-2-429 0 0,0 0-84 0 0,-56-11-2540 0 0,58 9 1403 0 0,1-1-1215 0 0,-17-16-2148 0 0</inkml:trace>
</inkml:ink>
</file>

<file path=ppt/ink/ink3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6:53.2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78 32 3480 0 0,'-5'2'1941'0'0,"-12"4"-279"0"0,13-5 1157 0 0,-1-2-1655 0 0,-37-17 3899 0 0,38 15-4021 0 0,4 3-1026 0 0,1 0-1 0 0,-1 1 1 0 0,1-1 0 0 0,-1 0 0 0 0,1 0 0 0 0,-1 0-1 0 0,1 0 1 0 0,-1 0 0 0 0,1 0 0 0 0,-1 0-1 0 0,1 0 1 0 0,-1 0 0 0 0,1-1 0 0 0,-1 1 0 0 0,1 0-1 0 0,-1 0 1 0 0,1 0 0 0 0,-1-1 0 0 0,1 1-1 0 0,-1 0 1 0 0,0 0 0 0 0,1-1 0 0 0,-1 1 0 0 0,1 0-1 0 0,-1-1 1 0 0,1 0 7 0 0,1 0 0 0 0,-1 0 0 0 0,0 0-1 0 0,0 1 1 0 0,1-1 0 0 0,-1 0 0 0 0,0 1 0 0 0,0-1-1 0 0,1 1 1 0 0,-1-1 0 0 0,1 1 0 0 0,-1 0 0 0 0,3-1-1 0 0,60-2 438 0 0,4 1-413 0 0,11 2-1239 0 0,-72 0 277 0 0,-4 1 706 0 0,-1 0-1 0 0,1-1 0 0 0,-1 0 1 0 0,1 0-1 0 0,0 0 0 0 0,-1 0 1 0 0,1 0-1 0 0,-1 0 0 0 0,5-2 1 0 0,1 1-277 0 0,-1 1-1280 0 0</inkml:trace>
</inkml:ink>
</file>

<file path=ppt/ink/ink3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6:53.4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0 2964 0 0,'-3'3'1928'0'0,"-12"13"5672"0"0,16-11-6775 0 0,1 1-579 0 0,1 16 933 0 0,2-20-566 0 0,15 5-48 0 0,-15-5-83 0 0,2 0-103 0 0,16 2-240 0 0,1-1 0 0 0,0 0 0 0 0,26-2 1 0 0,-41-1-279 0 0,28-3-979 0 0,14-7-1349 0 0,2-5-1414 0 0,-22 3 289 0 0,-24 10-2509 0 0</inkml:trace>
</inkml:ink>
</file>

<file path=ppt/ink/ink3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6:54.5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275 131 3172 0 0,'3'-4'1951'0'0,"22"-33"1915"0"0,-23 33-2277 0 0,-2-2-1037 0 0,0-27 300 0 0,-1 31-802 0 0,1 1 0 0 0,-1-1 0 0 0,0 0 0 0 0,0 1 0 0 0,0-1 1 0 0,0 1-1 0 0,0-1 0 0 0,-1 1 0 0 0,1-1 0 0 0,0 1 0 0 0,-1 0 1 0 0,-1-2-1 0 0,3 3 19 0 0,-3-3 8 0 0,1 1 0 0 0,-1 0 0 0 0,1 0 0 0 0,-1 0 1 0 0,0 0-1 0 0,1 1 0 0 0,-1-1 0 0 0,0 1 0 0 0,0-1 0 0 0,0 1 0 0 0,-1 0 0 0 0,1 0 0 0 0,0 1 0 0 0,0-1 0 0 0,-4 0 0 0 0,5 1-48 0 0,-3-1 286 0 0,-4 0-12 0 0,-13 2-52 0 0,0 1 0 0 0,0 0-1 0 0,0 1 1 0 0,0 2 0 0 0,-21 7-1 0 0,38-10-190 0 0,-1 0 0 0 0,1 1 0 0 0,0-1 0 0 0,1 1-1 0 0,-1 1 1 0 0,1-1 0 0 0,-1 0 0 0 0,-6 8-1 0 0,7-7 28 0 0,0 0 8 0 0,2 2-36 0 0,-6 17-5 0 0,6-17-34 0 0,5 1 1 0 0,-1 0-14 0 0,-2-4-5 0 0,1-1 0 0 0,-1 0 0 0 0,1 1 1 0 0,0-1-1 0 0,-1 0 0 0 0,1 0 0 0 0,0 0 1 0 0,1 1-1 0 0,-1-1 0 0 0,0 0 1 0 0,1-1-1 0 0,-1 1 0 0 0,1 0 0 0 0,3 3 1 0 0,23 22 7 0 0,1 0 0 0 0,1-2 1 0 0,2-1-1 0 0,55 31 0 0 0,69 48-28 0 0,-115-72 17 0 0,-38-26 5 0 0,1-2 4 0 0,6 15-18 0 0,-8-14 19 0 0,-12 22 48 0 0,4-23-43 0 0,-5 2 35 0 0,-1-1 0 0 0,1 0 1 0 0,-1 0-1 0 0,0-1 1 0 0,0-1-1 0 0,-13 1 1 0 0,15-2-3 0 0,0 0-1 0 0,0-1 1 0 0,0 0 0 0 0,0-1 0 0 0,1 0 0 0 0,-1 0 0 0 0,0-1 0 0 0,0-1 0 0 0,1 1 0 0 0,-17-8 0 0 0,18 6-38 0 0,1 0 0 0 0,0 0 0 0 0,0 0 1 0 0,0-1-1 0 0,-8-7 0 0 0,12 9 126 0 0,-2-12-93 0 0,4 15-44 0 0,1-1 1 0 0,-1 0-1 0 0,1 0 1 0 0,-1 0-1 0 0,1 0 1 0 0,0 0 0 0 0,0 0-1 0 0,-1 0 1 0 0,1 0-1 0 0,0 0 1 0 0,0 0-1 0 0,0 0 1 0 0,0 0-1 0 0,0 0 1 0 0,0 0-1 0 0,0 0 1 0 0,0 0 0 0 0,0 0-1 0 0,0 0 1 0 0,1 0-1 0 0,-1 0 1 0 0,1-1-1 0 0,3-10-26 0 0,1 1-1 0 0,0 0 0 0 0,0 0 1 0 0,1 0-1 0 0,0 1 0 0 0,10-12 1 0 0,60-65-61 0 0,-36 48 239 0 0,-19 19-184 0 0,25-29 0 0 0,-44 45 24 0 0,0 0-15 0 0,6-13-17 0 0,-6 12-3 0 0,-4 1-192 0 0,-4-15 31 0 0,4 15-66 0 0,-1 1-103 0 0,-37-15-2243 0 0,36 16 1740 0 0</inkml:trace>
</inkml:ink>
</file>

<file path=ppt/ink/ink3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6:54.8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131 34 4836 0 0,'5'-2'1849'0'0,"0"-1"-1326"0"0,-4 2-299 0 0,1 1-1 0 0,-1-1 1 0 0,1 0-1 0 0,-1 0 1 0 0,1 1-1 0 0,0-1 1 0 0,0 1-1 0 0,-1-1 1 0 0,1 1-1 0 0,3 0 2232 0 0,-2-4-1562 0 0,8-8-111 0 0,-9 9 1870 0 0,-7 2-2286 0 0,-18-1-33 0 0,18 1-44 0 0,-1 4-18 0 0,-5 3-100 0 0,1 0 0 0 0,0 1 0 0 0,0 0 1 0 0,0 1-1 0 0,1 0 0 0 0,-15 16 0 0 0,16-12-78 0 0,0 0-1 0 0,1 1 1 0 0,0 0-1 0 0,1 0 0 0 0,1 1 1 0 0,-8 26-1 0 0,12-35-28 0 0,1 3-47 0 0,1-5-44 0 0,-2 5 45 0 0,2-1 0 0 0,-1 1 0 0 0,1-1 1 0 0,0 1-1 0 0,0-1 0 0 0,1 0 0 0 0,0 0 0 0 0,1 0 0 0 0,-1 0 0 0 0,1 0 0 0 0,1 0 1 0 0,-1-1-1 0 0,1 0 0 0 0,0 1 0 0 0,8 8 0 0 0,-2-8 25 0 0,0 0 1 0 0,1-1-1 0 0,0 0 0 0 0,17 7 1 0 0,-22-11 72 0 0,25-2 199 0 0,-25 0-139 0 0,1-2-7 0 0,-1 0-215 0 0,0 0 0 0 0,0 0 0 0 0,0 0 0 0 0,0-1 0 0 0,0 0 0 0 0,-1 0 0 0 0,0-1 0 0 0,1 1 0 0 0,-1-1 0 0 0,0 0 0 0 0,-1 0 1 0 0,1-1-1 0 0,-1 0 0 0 0,0 1 0 0 0,0-1 0 0 0,0-1 0 0 0,-1 1 0 0 0,1-1 0 0 0,-2 1 0 0 0,1-1 0 0 0,0 0 0 0 0,2-9 0 0 0,-5 14-54 0 0,1-1 0 0 0,-1 0 0 0 0,1 0-1 0 0,-1 1 1 0 0,1-1 0 0 0,-1 0 0 0 0,0 0 0 0 0,0 0-1 0 0,0 1 1 0 0,0-1 0 0 0,0 0 0 0 0,-1 0 0 0 0,1 0-1 0 0,-1-2 1 0 0,0-2-253 0 0,1 4 179 0 0,-1-1 1 0 0,1 1-1 0 0,0-1 0 0 0,0 1 1 0 0,-1-1-1 0 0,0 1 0 0 0,1 0 1 0 0,-1-1-1 0 0,0 1 0 0 0,0 0 1 0 0,0-1-1 0 0,-1 1 1 0 0,-1-3-1 0 0,-2-2-327 0 0,1 0-305 0 0,-1 1-1 0 0,1-1 1 0 0,-2 1-1 0 0,1 1 0 0 0,0-1 1 0 0,-1 1-1 0 0,0 0 0 0 0,0 0 1 0 0,-13-7-1 0 0,-12-5-5908 0 0</inkml:trace>
</inkml:ink>
</file>

<file path=ppt/ink/ink3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7:14.2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64 4356 0 0,'0'0'1892'0'0,"-2"-6"-286"0"0,0-5-1358 0 0,-5-30 6277 0 0,6 36-4468 0 0,5 10-1724 0 0,1-1-239 0 0,-3-3-67 0 0,-1 0 1 0 0,1 0 0 0 0,-1 1-1 0 0,1-1 1 0 0,-1 0 0 0 0,0 1-1 0 0,0-1 1 0 0,1 1 0 0 0,-1 0-1 0 0,0-1 1 0 0,-1 1-1 0 0,1 0 1 0 0,0 0 0 0 0,0 0-1 0 0,0 2 1 0 0,21 63 374 0 0,25 131 0 0 0,-8 71-3778 0 0,-38-251 2561 0 0,4 3 324 0 0,1-1-404 0 0,-3-13 436 0 0,0 0 0 0 0,0-1 0 0 0,1 1 0 0 0,8 10 1 0 0,-9-13-604 0 0,2-3-232 0 0,-2 0 830 0 0,11 3 77 0 0,1-6-2663 0 0,9-7-1139 0 0</inkml:trace>
</inkml:ink>
</file>

<file path=ppt/ink/ink3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7:14.6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254 60 2732 0 0,'3'-25'1745'0'0,"-2"20"-312"0"0,-1 0-326 0 0,2-1-727 0 0,-1-3-27 0 0,0-1 3259 0 0,-8 12-3299 0 0,-18 4-56 0 0,15 0-37 0 0,-188 249 591 0 0,194-251-797 0 0,1 0 32 0 0,-9 12 19 0 0,9-12 44 0 0,7-7-620 0 0,-1-1 477 0 0,27-24-154 0 0,-29 26 190 0 0,0 1-1 0 0,1 0 1 0 0,-1 0-1 0 0,1 0 1 0 0,-1 0-1 0 0,1 0 1 0 0,0 0 0 0 0,-1 0-1 0 0,1 0 1 0 0,0 1-1 0 0,0-1 1 0 0,0 1 0 0 0,0-1-1 0 0,-1 1 1 0 0,1-1-1 0 0,0 1 1 0 0,0 0 0 0 0,0 0-1 0 0,3 1 1 0 0,2 2 69 0 0,1 1 0 0 0,-1 0-1 0 0,0 0 1 0 0,0 1 0 0 0,-1 0 0 0 0,0 0 0 0 0,0 1 0 0 0,0 0 0 0 0,0 0-1 0 0,-1 0 1 0 0,0 1 0 0 0,0-1 0 0 0,5 11 0 0 0,-5-9-61 0 0,5 10 11 0 0,2-1 0 0 0,0-1 0 0 0,25 27 0 0 0,-27-34-470 0 0,0 0 1 0 0,1-2-1 0 0,0 1 1 0 0,0-1-1 0 0,1-1 0 0 0,-1 0 1 0 0,1 0-1 0 0,1-1 1 0 0,-1-1-1 0 0,1 0 0 0 0,22 3 1 0 0,-33-6 233 0 0,0-1 0 0 0,0 1 0 0 0,1-1 0 0 0,-1 0 0 0 0,0 0-1 0 0,0 0 1 0 0,0 0 0 0 0,0 0 0 0 0,0-1 0 0 0,0 1 0 0 0,0 0 0 0 0,0-1 0 0 0,2 0 0 0 0,3-1-712 0 0,-1 1-3294 0 0</inkml:trace>
</inkml:ink>
</file>

<file path=ppt/ink/ink3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7:14.8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 95 2888 0 0,'0'0'3217'0'0,"-3"-3"-1995"0"0,2 3-846 0 0,-8-10-279 0 0,0 6 3541 0 0,11 0-3367 0 0,4-19 134 0 0,1 20-272 0 0,31-8-132 0 0,43-8 0 0 0,14 5-4013 0 0,-73 11 2516 0 0,-17 2-979 0 0</inkml:trace>
</inkml:ink>
</file>

<file path=ppt/ink/ink3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7:15.0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71 0 2944 0 0,'-46'32'4385'0'0,"41"-28"-3007"0"0,2-2-915 0 0,-11 9 20 0 0,11-8 791 0 0,15 16-913 0 0,-10-15-249 0 0,16-2 13 0 0,10 1-62 0 0,46-6-371 0 0,-28 0-868 0 0,89-16-1 0 0,-25-10-3740 0 0,-76 16 947 0 0</inkml:trace>
</inkml:ink>
</file>

<file path=ppt/ink/ink3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7:15.4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246 1 3084 0 0,'0'0'6064'0'0,"-3"3"-5744"0"0,-218 268 3338 0 0,217-267-3393 0 0,1 1 11 0 0,-8 13 8 0 0,8-13 496 0 0,4-1-552 0 0,2 15-34 0 0,-2-14-20 0 0,6-3-9 0 0,1 1-120 0 0,-5-2-26 0 0,-1 0 0 0 0,1 0 1 0 0,0 0-1 0 0,0 0 0 0 0,0-1 0 0 0,0 1 0 0 0,0-1 0 0 0,0 0 1 0 0,5 0-1 0 0,38 2 87 0 0,186-15-272 0 0,-79-12-3897 0 0,-121 14 1456 0 0,-27 10 979 0 0,-1-2-1073 0 0,18-11-1929 0 0</inkml:trace>
</inkml:ink>
</file>

<file path=ppt/ink/ink3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7:15.6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66 36 2688 0 0,'-3'-3'1407'0'0,"-5"-4"-854"0"0,-20-18 6800 0 0,24 29-6994 0 0,-11 12-58 0 0,12-6-79 0 0,8 187 699 0 0,-1 50-2851 0 0,-13-84-4508 0 0,5-121 1042 0 0</inkml:trace>
</inkml:ink>
</file>

<file path=ppt/ink/ink3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8:25.1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80 4372 0 0,'-9'-20'1697'0'0,"8"16"-173"0"0,-5-18 823 0 0,3 16-1921 0 0,2 1 1891 0 0,0 0-1354 0 0,-1-12 903 0 0,3 17-1735 0 0,-1 0 0 0 0,1 0 0 0 0,-1 0-1 0 0,1 0 1 0 0,-1 1 0 0 0,1-1 0 0 0,-1 0-1 0 0,1 0 1 0 0,-1 1 0 0 0,1-1 0 0 0,-1 0 0 0 0,1 0-1 0 0,-1 1 1 0 0,1-1 0 0 0,-1 1 0 0 0,1-1-1 0 0,-1 0 1 0 0,0 1 0 0 0,1-1 0 0 0,-1 1 0 0 0,0-1-1 0 0,1 1 1 0 0,-1-1 0 0 0,0 1 0 0 0,1 0-1 0 0,0 0-115 0 0,0 0 0 0 0,0 0 0 0 0,0 1-1 0 0,-1-1 1 0 0,1 0 0 0 0,0 1 0 0 0,-1-1 0 0 0,1 0-1 0 0,0 1 1 0 0,-1-1 0 0 0,0 1 0 0 0,1-1-1 0 0,-1 1 1 0 0,0-1 0 0 0,0 1 0 0 0,0-1-1 0 0,0 3 1 0 0,0 0 6 0 0,25 171 440 0 0,-18-99-665 0 0,-6-68 204 0 0,4 23 13 0 0,2-4-151 0 0,24 62-1826 0 0,-28-85 1161 0 0,0 0-162 0 0,12 11-131 0 0,-11-11-146 0 0,1-3-173 0 0,-2 0 716 0 0,9 3 371 0 0,5-7-5212 0 0,19-8 301 0 0</inkml:trace>
</inkml:ink>
</file>

<file path=ppt/ink/ink3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8:25.4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279 1 4156 0 0,'0'0'9055'0'0,"-3"5"-8761"0"0,-13 26 116 0 0,-21 56 0 0 0,-12 26-119 0 0,21-67-575 0 0,-1-1-1 0 0,-63 71 1 0 0,89-112-214 0 0,-1-1-89 0 0,-10 3 593 0 0,10-5-2611 0 0,8-29-7434 0 0</inkml:trace>
</inkml:ink>
</file>

<file path=ppt/ink/ink3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8:25.8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1 434 3860 0 0,'16'-18'5108'0'0,"-12"16"-4377"0"0,15-4-90 0 0,-15 5-95 0 0,44 32 1806 0 0,-2 12-1195 0 0,-26-23-740 0 0,0-1 0 0 0,1-2-1 0 0,1 0 1 0 0,24 14 0 0 0,-34-24-343 0 0,16 10 401 0 0,48 22-1 0 0,-72-37-406 0 0,0-1-6 0 0,15 4 10 0 0,-14-4 74 0 0,0-2-85 0 0,19-5 9 0 0,-10-15 31 0 0,-13 15-64 0 0,4-31 25 0 0,-3 27-40 0 0,-1 0 0 0 0,-1 0 1 0 0,0 0-1 0 0,-2-17 0 0 0,-1 13-12 0 0,-36-260 277 0 0,26 209-232 0 0,12 59-29 0 0,-7-49-10 0 0,4 26-15 0 0,4 24 2 0 0,-1-2-17 0 0,-3-17-26 0 0,3 18-23 0 0,1 0-226 0 0,0-16 6 0 0,0 16-11 0 0,15 26-11780 0 0</inkml:trace>
</inkml:ink>
</file>

<file path=ppt/ink/ink3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8:26.3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248 41 4132 0 0,'0'0'2488'0'0,"-2"-5"-1495"0"0,-7-12-106 0 0,6 13 525 0 0,-1 1-875 0 0,2 2-451 0 0,-1-1 0 0 0,0 1 0 0 0,1-1 0 0 0,-1 1-1 0 0,0 0 1 0 0,0 0 0 0 0,0 1 0 0 0,0-1 0 0 0,0 0 0 0 0,0 1 0 0 0,0 0 0 0 0,0-1-1 0 0,0 1 1 0 0,1 1 0 0 0,-1-1 0 0 0,0 0 0 0 0,0 1 0 0 0,0-1 0 0 0,0 1 0 0 0,0 0 0 0 0,-3 1-1 0 0,-43 31 614 0 0,38-24-567 0 0,1 2 1 0 0,0-1 0 0 0,1 1-1 0 0,1 1 1 0 0,-1 0 0 0 0,2 0 0 0 0,0 0-1 0 0,0 1 1 0 0,1 0 0 0 0,1 0 0 0 0,0 1-1 0 0,-5 24 1 0 0,3-15 87 0 0,4 1-57 0 0,3-16-77 0 0,-1 1 3 0 0,1 1 0 0 0,1 0 0 0 0,0-1-1 0 0,0 1 1 0 0,1 0 0 0 0,0-1 0 0 0,1 1-1 0 0,0-1 1 0 0,1 0 0 0 0,7 15-1 0 0,-9-21-59 0 0,1 0-1 0 0,0 1 0 0 0,0-1 0 0 0,0 0 0 0 0,0-1 1 0 0,0 1-1 0 0,1 0 0 0 0,-1-1 0 0 0,1 0 0 0 0,0 0 1 0 0,7 3-1 0 0,-8-3-16 0 0,3 0 13 0 0,-1 0 0 0 0,1 0 0 0 0,-1 0 0 0 0,1 0 0 0 0,0-1 0 0 0,0 0 0 0 0,0-1 0 0 0,0 1 0 0 0,-1-1 0 0 0,11-1 0 0 0,44-9 11 0 0,-52 8-39 0 0,9-2-120 0 0,3-3 18 0 0,-3-1-209 0 0,55-42-2661 0 0,-69 47 2162 0 0,1-1 25 0 0,12-11-138 0 0,-12 12-229 0 0,14-16-8472 0 0</inkml:trace>
</inkml:ink>
</file>

<file path=ppt/ink/ink3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8:26.8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260 48 3264 0 0,'0'0'1374'0'0,"-3"-4"-146"0"0,-9-12-206 0 0,9 12-156 0 0,-1 1-121 0 0,-12-7-119 0 0,12 8-109 0 0,-1 1-135 0 0,-16-4 73 0 0,16 3-30 0 0,4 3-400 0 0,0-1 1 0 0,0 1-1 0 0,1-1 1 0 0,-1 1 0 0 0,0-1-1 0 0,0 0 1 0 0,0 0-1 0 0,0 0 1 0 0,0 1-1 0 0,1-1 1 0 0,-1 0 0 0 0,0 0-1 0 0,0 0 1 0 0,0 0-1 0 0,0 0 1 0 0,0 0-1 0 0,0-1 1 0 0,1 1 0 0 0,-1 0-1 0 0,0 0 1 0 0,-1-1-1 0 0,1 1 4 0 0,-1-1 0 0 0,0 1 0 0 0,0-1 0 0 0,1 1 0 0 0,-1 0 0 0 0,0 0 0 0 0,0 0 0 0 0,1 0 0 0 0,-1 0-1 0 0,0 0 1 0 0,0 0 0 0 0,1 0 0 0 0,-4 2 0 0 0,1-1 15 0 0,-5 0 68 0 0,0 2 0 0 0,1-1 0 0 0,-1 1 1 0 0,0 0-1 0 0,1 1 0 0 0,0 0 0 0 0,-10 7 1 0 0,-16 23 117 0 0,30-31-182 0 0,2 2 2 0 0,-9 16-1 0 0,9-15 0 0 0,1-2-5 0 0,-2 16 4 0 0,3-15-8 0 0,2 1-8 0 0,-1 0-22 0 0,-1-4-6 0 0,1 0 0 0 0,-1 0 0 0 0,1 0 0 0 0,-1 0 0 0 0,1 1 0 0 0,0-1 0 0 0,0-1 0 0 0,0 1 0 0 0,0 0 0 0 0,3 3 0 0 0,-1 0-14 0 0,0 1-1 0 0,0-1 1 0 0,0 0-1 0 0,1-1 1 0 0,0 1-1 0 0,0-1 1 0 0,1 1-1 0 0,-1-1 1 0 0,1 0-1 0 0,5 3 0 0 0,4 2 65 0 0,153 102 340 0 0,-163-108-324 0 0,-4-3-62 0 0,0 0 0 0 0,0 1 0 0 0,0-1 0 0 0,0 1 0 0 0,0-1 0 0 0,0 1 0 0 0,0-1 0 0 0,1 0 0 0 0,-1 1 0 0 0,0-1 0 0 0,0 1 0 0 0,0-1 0 0 0,1 0 0 0 0,-1 1 0 0 0,0-1 0 0 0,0 0 0 0 0,1 1 0 0 0,-1-1 0 0 0,0 0 0 0 0,1 1 0 0 0,-1-1 0 0 0,0 0 0 0 0,1 0 0 0 0,-1 0 0 0 0,0 1 0 0 0,1-1 0 0 0,-1 0 0 0 0,1 0 0 0 0,-1 0 0 0 0,0 0 0 0 0,1 1 0 0 0,0-1 16 0 0,0 0-1 0 0,-1 0 0 0 0,1 0 1 0 0,-1 1-1 0 0,1-1 1 0 0,0 0-1 0 0,-1 1 0 0 0,1-1 1 0 0,-1 0-1 0 0,1 1 1 0 0,-1-1-1 0 0,1 1 0 0 0,-1-1 1 0 0,0 1-1 0 0,1-1 1 0 0,-1 1-1 0 0,1-1 0 0 0,-1 1 1 0 0,0-1-1 0 0,0 1 1 0 0,1 0-1 0 0,-1-1 0 0 0,0 1 1 0 0,0-1-1 0 0,0 1 1 0 0,1 0-1 0 0,-1-1 0 0 0,0 1 1 0 0,0 0-1 0 0,0-1 1 0 0,0 1-1 0 0,0 0 0 0 0,-1 0 1 0 0,0 25 378 0 0,-4-21-226 0 0,-4 3-92 0 0,-2-1-1 0 0,1 0 0 0 0,-1 0 1 0 0,0-1-1 0 0,-1-1 0 0 0,1 0 1 0 0,-23 7-1 0 0,29-10-62 0 0,0-1-56 0 0,-22 5-1532 0 0,27-6 1526 0 0,-1 0 1 0 0,1 0-1 0 0,-1 0 0 0 0,1-1 0 0 0,-1 1 0 0 0,1 0 0 0 0,0 0 1 0 0,-1 0-1 0 0,1-1 0 0 0,-1 1 0 0 0,1 0 0 0 0,0 0 0 0 0,-1-1 1 0 0,1 1-1 0 0,-1 0 0 0 0,1-1 0 0 0,0 1 0 0 0,-1 0 0 0 0,1-1 1 0 0,0 1-1 0 0,0-1 0 0 0,-1 1 0 0 0,1 0 0 0 0,0-1 0 0 0,0 1 0 0 0,-1-1 1 0 0,1 0-14 0 0,0 1 0 0 0,0-1 0 0 0,0 1 0 0 0,0-1 1 0 0,-1 1-1 0 0,1-1 0 0 0,0 1 0 0 0,0 0 1 0 0,-1-1-1 0 0,1 1 0 0 0,0 0 0 0 0,-1-1 0 0 0,1 1 1 0 0,-1 0-1 0 0,1-1 0 0 0,0 1 0 0 0,-1 0 0 0 0,1-1 1 0 0,-1 1-1 0 0,1 0 0 0 0,0 0 0 0 0,-1 0 1 0 0,1 0-1 0 0,-1-1 0 0 0,1 1 0 0 0,-1 0 0 0 0,6-5-1088 0 0,61-58-4829 0 0,-40 44 1104 0 0</inkml:trace>
</inkml:ink>
</file>

<file path=ppt/ink/ink3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8:27.1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99 49 2860 0 0,'2'-4'1854'0'0,"8"-14"-268"0"0,-8 14 1988 0 0,-10-5-2338 0 0,7 8-1126 0 0,1 1 0 0 0,-1-1 1 0 0,0 1-1 0 0,1-1 1 0 0,-1 1-1 0 0,1-1 0 0 0,0 1 1 0 0,-1-1-1 0 0,1 0 1 0 0,-1 1-1 0 0,1-1 0 0 0,0 0 1 0 0,-1 1-1 0 0,1-1 1 0 0,0 0-1 0 0,0 1 0 0 0,-1-1 1 0 0,1-1-1 0 0,-6 2 312 0 0,-21 0-68 0 0,21 0-61 0 0,-19 15 146 0 0,20-12-310 0 0,2 1-41 0 0,-11 13 13 0 0,11-13-17 0 0,2 1-29 0 0,-5 17-33 0 0,5-16 27 0 0,2-1-11 0 0,-1 1-40 0 0,1-1 0 0 0,0 0 0 0 0,0 0 0 0 0,1 0 0 0 0,0 1-1 0 0,0-1 1 0 0,0-1 0 0 0,0 1 0 0 0,1 0 0 0 0,-1 0 0 0 0,6 5 0 0 0,5 4 3 0 0,1 0 0 0 0,24 18 0 0 0,-32-27 0 0 0,14 9-10 0 0,-1-1 79 0 0,31 29-1 0 0,-48-41-39 0 0,-1 0 0 0 0,0 0 0 0 0,1 1-1 0 0,-1-1 1 0 0,0 0 0 0 0,0 0 0 0 0,1 1 0 0 0,-1-1 0 0 0,0 1-1 0 0,-1-1 1 0 0,1 1 0 0 0,0 0 0 0 0,0-1 0 0 0,0 3-1 0 0,-4 29 123 0 0,3-32-149 0 0,-1 0 1 0 0,1 0-1 0 0,0 0 0 0 0,0 0 1 0 0,-1 0-1 0 0,1-1 0 0 0,0 1 1 0 0,-1 0-1 0 0,1 0 0 0 0,-1 0 1 0 0,1 0-1 0 0,-1 0 0 0 0,1-1 1 0 0,-1 1-1 0 0,0 0 1 0 0,0 0-1 0 0,1-1 0 0 0,-1 1 1 0 0,0 0-1 0 0,0-1 0 0 0,0 1 1 0 0,1-1-1 0 0,-1 1 0 0 0,0-1 1 0 0,-2 1-1 0 0,3-1 6 0 0,-10 6-95 0 0,0 0 1 0 0,0-1-1 0 0,0-1 1 0 0,0 0-1 0 0,-1 0 1 0 0,-11 2-1 0 0,17-4-11 0 0,0-1-414 0 0,-1 0-154 0 0,-17 1-165 0 0,17-1-200 0 0,-22-12-11283 0 0</inkml:trace>
</inkml:ink>
</file>

<file path=ppt/ink/ink3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8:27.6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86 3656 0 0,'0'0'8491'0'0,"-2"-4"-7948"0"0,1 2-205 0 0,-1-1 1 0 0,1 0 0 0 0,-1 0-1 0 0,0 1 1 0 0,0-1-1 0 0,0 1 1 0 0,0 0 0 0 0,0-1-1 0 0,-1 1 1 0 0,1 0-1 0 0,-3-2 1 0 0,1 2 682 0 0,8 1-941 0 0,14-5-9 0 0,-14 4-14 0 0,2 0-8 0 0,6-1-50 0 0,80-16 381 0 0,-48 12-34 0 0,-23 3-6666 0 0,41 0 1 0 0</inkml:trace>
</inkml:ink>
</file>

<file path=ppt/ink/ink3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8:27.8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30 3752 0 0,'-4'3'1658'0'0,"-7"6"-443"0"0,8-7-169 0 0,0 1-1 0 0,0-1 1 0 0,0 0-1 0 0,0 0 1 0 0,0 0 0 0 0,-1-1-1 0 0,-4 3 1 0 0,28 1-575 0 0,-16-2-404 0 0,1-2 110 0 0,3-2-39 0 0,128-17-667 0 0,-104 11-1518 0 0,32-12-1 0 0,-13-4-3336 0 0</inkml:trace>
</inkml:ink>
</file>

<file path=ppt/ink/ink3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8:28.3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192 1 4684 0 0,'0'0'7584'0'0,"-6"3"-7207"0"0,-2 1-249 0 0,0 1 1 0 0,0 0-1 0 0,1 0 0 0 0,-1 1 1 0 0,1 0-1 0 0,1 0 0 0 0,-10 11 0 0 0,-1 4 239 0 0,-26 42-1 0 0,30-42-72 0 0,1 0 0 0 0,1 1 0 0 0,-9 26 0 0 0,18-43-54 0 0,3 0-15 0 0,0-2-200 0 0,-1-1 5 0 0,0 0 0 0 0,1 0-1 0 0,-1 0 1 0 0,1 0 0 0 0,0 0-1 0 0,-1 0 1 0 0,1-1 0 0 0,0 1 0 0 0,0 0-1 0 0,0 0 1 0 0,0-1 0 0 0,1 1-1 0 0,-1-1 1 0 0,0 1 0 0 0,1-1-1 0 0,-1 1 1 0 0,1-1 0 0 0,-1 0 0 0 0,1 0-1 0 0,0 1 1 0 0,-1-1 0 0 0,1-1-1 0 0,0 1 1 0 0,3 1 0 0 0,1 2 15 0 0,-4-2-28 0 0,0-1-1 0 0,0 0 1 0 0,0 0 0 0 0,1 0-1 0 0,-1 0 1 0 0,0 0 0 0 0,0 0-1 0 0,1 0 1 0 0,-1-1 0 0 0,0 1-1 0 0,1-1 1 0 0,-1 0 0 0 0,4 0 0 0 0,86 10-16 0 0,1-5 1 0 0,0-3 0 0 0,117-14 0 0 0,-177 7-1392 0 0,-7-3-351 0 0,23-11-3497 0 0,-45 17 2037 0 0</inkml:trace>
</inkml:ink>
</file>

<file path=ppt/ink/ink3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8:28.6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 15 3772 0 0,'0'0'3171'0'0,"-4"-2"-1904"0"0,3 1-727 0 0,-8-8-547 0 0,1 6 4603 0 0,6 8-4102 0 0,-4 12-53 0 0,4-13-34 0 0,4 81 893 0 0,4-3-1031 0 0,3-1 1 0 0,37 144-1 0 0,-40-200-719 0 0,4 1-441 0 0,-5-19 207 0 0,-1 0-1 0 0,1-1 1 0 0,0 0-1 0 0,0 0 1 0 0,1 0-1 0 0,-1 0 1 0 0,12 7-1 0 0,-13-11-1122 0 0,3-1-1180 0 0,29 4-2151 0 0</inkml:trace>
</inkml:ink>
</file>

<file path=ppt/ink/ink3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18:29.0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270 82 5384 0 0,'1'-6'1713'0'0,"1"-13"-462"0"0,-1-23 4800 0 0,-5 39-5677 0 0,-15-6-49 0 0,14 6-54 0 0,-1 5-27 0 0,-51 28 84 0 0,39-16-295 0 0,1 0-1 0 0,0 2 1 0 0,2 0-1 0 0,0 1 1 0 0,0 0-1 0 0,2 1 1 0 0,-19 33-1 0 0,32-51-30 0 0,-15 29 32 0 0,7-5-32 0 0,5-14-2 0 0,-1 1 0 0 0,1 0 0 0 0,1 0 0 0 0,0-1 0 0 0,0 1-1 0 0,1 1 1 0 0,1-1 0 0 0,0 0 0 0 0,0 0 0 0 0,1 0 0 0 0,4 19 0 0 0,-3-23-21 0 0,1-3-30 0 0,35 31 210 0 0,-34-32 76 0 0,3-3-172 0 0,21-1 115 0 0,-21 0 50 0 0,-1-1 22 0 0,4-3-123 0 0,-1 0-1 0 0,1 0 1 0 0,-1 0 0 0 0,-1-1 0 0 0,1-1-1 0 0,-1 1 1 0 0,0-2 0 0 0,12-13 0 0 0,-14 14-100 0 0,-4 5-14 0 0,1-1 1 0 0,-1 0 0 0 0,0 0 0 0 0,0 0 0 0 0,0 0-1 0 0,0 0 1 0 0,2-7 0 0 0,15-31-93 0 0,-15 33 18 0 0,-2 4 2 0 0,0 0 0 0 0,-1 1 0 0 0,0-1 0 0 0,1 0 0 0 0,-1 0 0 0 0,-1 0 0 0 0,2-6 0 0 0,0 2-81 0 0,-1 5 63 0 0,0 1 0 0 0,0-1 0 0 0,0 0 0 0 0,-1 0-1 0 0,1 1 1 0 0,-1-1 0 0 0,0 0 0 0 0,0 0 0 0 0,0 0 0 0 0,0 0 0 0 0,-1-4 0 0 0,1 0-167 0 0,0 4 130 0 0,1 1 0 0 0,-1-1 0 0 0,0 1 0 0 0,-1-1 0 0 0,1 1-1 0 0,0-1 1 0 0,-1 1 0 0 0,1-1 0 0 0,-1 1 0 0 0,0 0 0 0 0,0-1 0 0 0,-1-2 0 0 0,0-3-235 0 0,1 6 164 0 0,1-1 0 0 0,-1 0 0 0 0,0 1 0 0 0,0-1 0 0 0,0 0 0 0 0,0 1 0 0 0,0-1 0 0 0,-1 1 0 0 0,1 0 0 0 0,-4-5 0 0 0,-11-15-1468 0 0,4 12-317 0 0,-23-9-1393 0 0,5 7-2380 0 0</inkml:trace>
</inkml:ink>
</file>

<file path=ppt/ink/ink3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0:36.6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0 131 3532 0 0,'1'-6'1696'0'0,"0"-15"-190"0"0,-1 16-179 0 0,1 0-101 0 0,12-83 5900 0 0,-13 83-6325 0 0,0 11-631 0 0,0 89 193 0 0,-1 62-1708 0 0,19 159 0 0 0,-9-281 111 0 0,-5-27 963 0 0,-4-6 158 0 0,0 0 0 0 0,1 0 0 0 0,-1 0 0 0 0,1 0 0 0 0,0 0 1 0 0,0 0-1 0 0,0 0 0 0 0,0 0 0 0 0,0-1 0 0 0,0 1 0 0 0,0 0 0 0 0,0-1 0 0 0,3 3 0 0 0,0 1-233 0 0,0 0-950 0 0,1-3-514 0 0,16 8-1311 0 0</inkml:trace>
</inkml:ink>
</file>

<file path=ppt/ink/ink3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0:37.0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384 17 3660 0 0,'0'0'1376'0'0,"-3"-2"-232"0"0,-9-10-225 0 0,9 10 506 0 0,-4 3-906 0 0,-7 2-344 0 0,0 0 0 0 0,0 1 0 0 0,0 1-1 0 0,0 1 1 0 0,1 0 0 0 0,0 0-1 0 0,0 1 1 0 0,1 1 0 0 0,-18 13 0 0 0,-102 96-7 0 0,97-83-80 0 0,13-12-21 0 0,19-19-11 0 0,2-2-35 0 0,0-1 1 0 0,0 1 0 0 0,0 0 0 0 0,0-1 0 0 0,0 1-1 0 0,0 0 1 0 0,0-1 0 0 0,1 1 0 0 0,-1 0-1 0 0,0 0 1 0 0,0 0 0 0 0,1 0 0 0 0,-1-1 0 0 0,1 1-1 0 0,-1 0 1 0 0,1 0 0 0 0,-1 0 0 0 0,1 0 0 0 0,-1 1-1 0 0,1 1 1 0 0,26-8-24 0 0,-19 3-1 0 0,-3 1 5 0 0,47-12 179 0 0,-45 13-39 0 0,-1 1 32 0 0,1 2-108 0 0,-1 0 0 0 0,1 0-1 0 0,-1 0 1 0 0,1 1 0 0 0,-1-1-1 0 0,0 1 1 0 0,0 1 0 0 0,-1-1-1 0 0,1 1 1 0 0,6 9 0 0 0,9 15-90 0 0,-14-18-284 0 0,0-1 0 0 0,1 1 0 0 0,1-1 0 0 0,-1 0 0 0 0,2-1 0 0 0,-1 0 0 0 0,1 0 1 0 0,1-1-1 0 0,-1 0 0 0 0,17 9 0 0 0,23-3-5398 0 0,-43-14 2019 0 0</inkml:trace>
</inkml:ink>
</file>

<file path=ppt/ink/ink3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0:37.2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59 4232 0 0,'0'0'6378'0'0,"2"-4"-6035"0"0,0 0-251 0 0,4-13 456 0 0,0 16-448 0 0,56-16-697 0 0,-30 10-523 0 0,-27 6 71 0 0,1 0-496 0 0,18-4-1159 0 0,-18 4-1934 0 0</inkml:trace>
</inkml:ink>
</file>

<file path=ppt/ink/ink3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0:37.4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52 2520 0 0,'0'0'6672'0'0,"2"4"-6410"0"0,1-3-256 0 0,-1 1 0 0 0,1-1 0 0 0,-1 1 1 0 0,1-1-1 0 0,0 0 0 0 0,-1 0 1 0 0,1 0-1 0 0,0 0 0 0 0,0 0 1 0 0,0-1-1 0 0,0 1 0 0 0,0-1 1 0 0,0 0-1 0 0,0 0 0 0 0,0 0 0 0 0,0 0 1 0 0,0 0-1 0 0,4-2 0 0 0,75-14-957 0 0,-48 8 386 0 0,37-12-2270 0 0,-56 14 919 0 0,21-11-1350 0 0</inkml:trace>
</inkml:ink>
</file>

<file path=ppt/ink/ink3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0:37.8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1 2420 0 0,'0'0'8005'0'0,"-1"5"-7763"0"0,0 16 15 0 0,1-16 199 0 0,1 0-234 0 0,4 14-12 0 0,-3-15-4 0 0,0 0 4 0 0,9 11 14 0 0,-9-11 17 0 0,3-1 24 0 0,8 7 115 0 0,1-2 1 0 0,1 1-1 0 0,23 9 1 0 0,76 24 511 0 0,-109-40-839 0 0,0 1-6 0 0,17 8 3 0 0,-17-8-22 0 0,4 7 24 0 0,-8-10-47 0 0,-1 1-1 0 0,0-1 0 0 0,1 1 1 0 0,-1-1-1 0 0,1 1 1 0 0,-1 0-1 0 0,1-1 0 0 0,-1 1 1 0 0,1-1-1 0 0,-1 0 0 0 0,1 1 1 0 0,-1-1-1 0 0,1 1 0 0 0,-1-1 1 0 0,1 0-1 0 0,0 0 0 0 0,-1 1 1 0 0,1-1-1 0 0,0 0 0 0 0,-1 0 1 0 0,2 1-1 0 0,-1 3 25 0 0,4 15 15 0 0,-3-15-2 0 0,-4 1-12 0 0,-3 12-17 0 0,4-13 17 0 0,-3 1-7 0 0,-4 3-81 0 0,1 0 0 0 0,-1 0 0 0 0,0-1 0 0 0,-1 0 0 0 0,0 0 0 0 0,0-1 0 0 0,-14 8 0 0 0,-71 15-2747 0 0,89-27 1873 0 0,-3-3-318 0 0,-3 0-227 0 0,0-1 1 0 0,1-1 0 0 0,-14-3-1 0 0</inkml:trace>
</inkml:ink>
</file>

<file path=ppt/ink/ink3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0:38.0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1 228 3552 0 0,'0'0'2051'0'0,"3"-4"-327"0"0,2-3-794 0 0,1 0 1 0 0,1 1 0 0 0,0-1-1 0 0,0 1 1 0 0,12-8 0 0 0,-2 3 89 0 0,36-16 0 0 0,99-27-1207 0 0,-143 51 208 0 0,137-44-3749 0 0,-73 23-1686 0 0,-39 13-189 0 0</inkml:trace>
</inkml:ink>
</file>

<file path=ppt/ink/ink3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0:38.7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6049 0 0,'0'0'8182'0'0,"2"5"-7514"0"0,5 13-80 0 0,-5-13-91 0 0,-1-3-445 0 0,-1-1 0 0 0,0 1-1 0 0,1 0 1 0 0,-1 0 0 0 0,1-1 0 0 0,-1 1-1 0 0,1-1 1 0 0,0 1 0 0 0,0 0 0 0 0,0-1-1 0 0,0 1 1 0 0,1 1 0 0 0,-2-3 19 0 0,13 31 375 0 0,16 55 1 0 0,60 182-1927 0 0,-83-251 719 0 0,-5-14 646 0 0,1 0 0 0 0,-1 0-1 0 0,0-1 1 0 0,1 1-1 0 0,-1 0 1 0 0,1-1-1 0 0,0 1 1 0 0,3 3 0 0 0,-2-3-123 0 0,3 4-558 0 0,0 0-1 0 0,1-1 1 0 0,0 1-1 0 0,0-2 1 0 0,0 1 0 0 0,1-1-1 0 0,12 7 1 0 0,-15-11-2035 0 0</inkml:trace>
</inkml:ink>
</file>

<file path=ppt/ink/ink3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0:38.9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272 56 4412 0 0,'0'0'1455'0'0,"1"-5"-253"0"0,3-16-176 0 0,-3 16 1193 0 0,-3 1-1746 0 0,0 1-331 0 0,-4-14 716 0 0,1 19-665 0 0,-3 3-127 0 0,-1 1 0 0 0,1-1 1 0 0,1 2-1 0 0,-1-1 0 0 0,1 1 1 0 0,0 0-1 0 0,-9 13 0 0 0,-48 69-209 0 0,55-74 25 0 0,-94 127-3049 0 0,100-138 2508 0 0,-5 14-1466 0 0,3-12-1052 0 0</inkml:trace>
</inkml:ink>
</file>

<file path=ppt/ink/ink3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0:39.2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0 386 3216 0 0,'22'-17'1943'0'0,"33"-23"1"0"0,-50 38-1350 0 0,1 1-43 0 0,1-2-366 0 0,-5 3-94 0 0,0-1-1 0 0,0 0 0 0 0,0 0 0 0 0,0 1 0 0 0,0 0 1 0 0,0-1-1 0 0,0 1 0 0 0,1 0 0 0 0,-1 0 0 0 0,0 0 1 0 0,0 0-1 0 0,0 0 0 0 0,4 2 0 0 0,7 0 193 0 0,0 0-1 0 0,-1 2 0 0 0,1 0 1 0 0,-1 0-1 0 0,0 1 1 0 0,17 10-1 0 0,110 70 2159 0 0,-135-83-2154 0 0,1 0-27 0 0,18 7 10 0 0,-18-7 289 0 0,1-2-285 0 0,18 1-21 0 0,-18 0 181 0 0,-1-4-251 0 0,16-7 3 0 0,-15 8-50 0 0,-7 1-128 0 0,1 1 0 0 0,0-1 0 0 0,0 0 0 0 0,1 1 0 0 0,-1-1 0 0 0,0 0 0 0 0,0 1 0 0 0,0-1 0 0 0,0 0 0 0 0,0 1 0 0 0,1-1 0 0 0,-1 0 0 0 0,0 1 0 0 0,1-1 0 0 0,-1 1 0 0 0,0-1 0 0 0,1 1 0 0 0,-1-1 0 0 0,1 1 0 0 0,-1-1 0 0 0,1 1 0 0 0,0-2 0 0 0,0 1 6 0 0,1 0 0 0 0,-1 0-1 0 0,0 0 1 0 0,0 0 0 0 0,0-1 0 0 0,0 1 0 0 0,0-1-1 0 0,0 1 1 0 0,-1-1 0 0 0,1 1 0 0 0,0-1 0 0 0,0-2 0 0 0,11-53 338 0 0,-11 38-413 0 0,-1-1 0 0 0,-1 1 0 0 0,-5-36 0 0 0,3 33-2 0 0,-9-49-297 0 0,-13-37-1837 0 0,17 76-537 0 0,7 26 1274 0 0</inkml:trace>
</inkml:ink>
</file>

<file path=ppt/ink/ink3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0:39.5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317 40 4760 0 0,'-7'-22'1414'0'0,"6"18"-215"0"0,-3 2-181 0 0,-12-7-147 0 0,12 7-122 0 0,-2 2-126 0 0,-3 0-420 0 0,0 0-1 0 0,0 1 0 0 0,0 1 1 0 0,0-1-1 0 0,0 1 1 0 0,1 1-1 0 0,-1 0 0 0 0,1 0 1 0 0,-1 1-1 0 0,-14 8 0 0 0,11-4-23 0 0,0 0 0 0 0,1 0 0 0 0,-1 1-1 0 0,2 1 1 0 0,0 0 0 0 0,-17 21-1 0 0,17-19-37 0 0,2 0 1 0 0,0 0-1 0 0,0 1 0 0 0,1 0 0 0 0,1 1 0 0 0,0 0 1 0 0,-5 18-1 0 0,11-31-138 0 0,-2 7 48 0 0,0 0 0 0 0,0 0-1 0 0,1 0 1 0 0,0 0 0 0 0,0 0 0 0 0,1 0 0 0 0,0 1-1 0 0,1-1 1 0 0,-1 0 0 0 0,2 0 0 0 0,2 12-1 0 0,-3-18-47 0 0,1 2-6 0 0,0 0-1 0 0,0 1 0 0 0,0-1 1 0 0,0 0-1 0 0,1 0 0 0 0,-1-1 1 0 0,1 1-1 0 0,0 0 1 0 0,0-1-1 0 0,1 0 0 0 0,-1 0 1 0 0,1 0-1 0 0,5 4 0 0 0,-3-2-32 0 0,-4-4 14 0 0,0 1 0 0 0,0-1 0 0 0,0 1 0 0 0,0-1 0 0 0,0 0 0 0 0,0 0 0 0 0,1 0-1 0 0,-1 0 1 0 0,0 0 0 0 0,1 0 0 0 0,-1-1 0 0 0,3 1 0 0 0,3 2-58 0 0,-4-2 17 0 0,0 1 1 0 0,-1-1 0 0 0,1 0 0 0 0,0-1 0 0 0,0 1-1 0 0,0 0 1 0 0,6-1 0 0 0,-1 1-59 0 0,30 0-601 0 0,-28 0 554 0 0,-6-1 33 0 0,1 0 0 0 0,-1 0-1 0 0,0-1 1 0 0,0 1 0 0 0,0-1 0 0 0,9-3 0 0 0,4 0-440 0 0,-1 0 0 0 0,1-2 1 0 0,-1 0-1 0 0,-1-1 0 0 0,1-1 1 0 0,-1 0-1 0 0,0-1 1 0 0,-1-1-1 0 0,0 0 0 0 0,-1-1 1 0 0,0-1-1 0 0,21-22 1 0 0,-15 9-1443 0 0,-2 1-1403 0 0</inkml:trace>
</inkml:ink>
</file>

<file path=ppt/ink/ink3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0:39.9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127 77 3392 0 0,'2'-6'1224'0'0,"6"-15"-189"0"0,-6 16 1127 0 0,-2 0-1606 0 0,0-23 1123 0 0,-4 26-1353 0 0,-14-6-36 0 0,14 7 200 0 0,-2 2-294 0 0,-18 5-4 0 0,18-4-7 0 0,1 1-24 0 0,-6 5 30 0 0,0 1 1 0 0,1 0-1 0 0,-14 16 1 0 0,22-22-31 0 0,0 3-11 0 0,-1-2-106 0 0,2-2-26 0 0,0-1 0 0 0,0 1 1 0 0,0-1-1 0 0,0 1 0 0 0,1 0 1 0 0,-1-1-1 0 0,0 1 0 0 0,1 0 1 0 0,-1 0-1 0 0,1-1 0 0 0,-1 5 1 0 0,2 1 8 0 0,1 0 0 0 0,-1 0 1 0 0,1-1-1 0 0,1 1 1 0 0,-1 0-1 0 0,1-1 1 0 0,0 0-1 0 0,1 1 0 0 0,-1-1 1 0 0,1 0-1 0 0,0-1 1 0 0,1 1-1 0 0,-1-1 0 0 0,7 6 1 0 0,12 8-20 0 0,0-1 1 0 0,43 26-1 0 0,-43-31-53 0 0,-2 2 0 0 0,23 18 0 0 0,-40-29 92 0 0,-3 0 24 0 0,6 12 20 0 0,-6-12 35 0 0,-3 0 40 0 0,0 0-102 0 0,-1 0 0 0 0,0 0 0 0 0,0 0 0 0 0,0 0 1 0 0,0-1-1 0 0,-1 1 0 0 0,1-1 0 0 0,-1 0 0 0 0,0 0 1 0 0,0-1-1 0 0,-9 6 0 0 0,1-3 30 0 0,0 0 0 0 0,-1 0 1 0 0,-16 3-1 0 0,24-7-136 0 0,-1-1-140 0 0,-16 2-158 0 0,16-2-139 0 0,3-3-1586 0 0,2 1 1884 0 0,0 1 0 0 0,-1 0 0 0 0,1 0 0 0 0,0-1 1 0 0,0 1-1 0 0,0 0 0 0 0,0-1 0 0 0,0 1 0 0 0,0-1 0 0 0,-1-2 0 0 0,6-1-1240 0 0,34-45-2744 0 0,-16 29-289 0 0</inkml:trace>
</inkml:ink>
</file>

<file path=ppt/ink/ink3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0:40.2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119 26 3460 0 0,'0'0'4847'0'0,"-1"-4"-3999"0"0,-6-14-97 0 0,5 14 826 0 0,-31 9-866 0 0,27-4-391 0 0,1 1 1 0 0,-38 31 302 0 0,39-29-527 0 0,2 1-35 0 0,-1 1-30 0 0,0 1 1 0 0,1 0-1 0 0,0 0 0 0 0,0 0 0 0 0,1 0 1 0 0,-1 11-1 0 0,2-15-36 0 0,0-1 1 0 0,0 1-1 0 0,0-1 0 0 0,1 1 0 0 0,-1-1 1 0 0,1 1-1 0 0,-1-1 0 0 0,1 0 1 0 0,0 1-1 0 0,0-1 0 0 0,0 0 1 0 0,0 0-1 0 0,2 3 0 0 0,3 5 40 0 0,29 43 63 0 0,23 15 1 0 0,-48-58 6 0 0,0 1 1 0 0,-1 0 0 0 0,0 1-1 0 0,10 17 1 0 0,-17-25 200 0 0,-1 25 101 0 0,0-23-323 0 0,-4-2-20 0 0,-29 30 57 0 0,29-31-151 0 0,-3-1-23 0 0,-17 6-273 0 0,17-5-178 0 0,1-2-169 0 0,-15 2-135 0 0,15-2-116 0 0,2-6-2912 0 0,2 3 3416 0 0,0 1 1 0 0,0-1-1 0 0,-1 1 0 0 0,1 0 0 0 0,-1-1 0 0 0,1 1 1 0 0,-4-2-1 0 0</inkml:trace>
</inkml:ink>
</file>

<file path=ppt/ink/ink3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0:40.4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47 4824 0 0,'0'0'5572'0'0,"3"-3"-4248"0"0,26-17 4273 0 0,-20 15-5878 0 0,-5 3 590 0 0,4 1-98 0 0,125-11-1685 0 0,-25 10-3717 0 0,-101 2 4561 0 0,6-1-22 0 0,5 3-4211 0 0,12 3 157 0 0</inkml:trace>
</inkml:ink>
</file>

<file path=ppt/ink/ink3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0:40.6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 0 3696 0 0,'-49'28'3720'0'0,"45"-26"-802"0"0,3-2-2775 0 0,0 1 0 0 0,1 0 1 0 0,-1-1-1 0 0,0 1 0 0 0,0 0 0 0 0,1 0 0 0 0,-1-1 0 0 0,0 1 0 0 0,1 0 0 0 0,-1 0 0 0 0,1 0 0 0 0,-1 0 0 0 0,1 0 0 0 0,0 0 0 0 0,-1 0 0 0 0,1 0 1 0 0,0 0-1 0 0,-1 0 0 0 0,1 0 0 0 0,0 0 0 0 0,0 1 0 0 0,20 3 211 0 0,-15-4-79 0 0,2-1-135 0 0,59-5-1087 0 0,-57 4 172 0 0,0-1 1 0 0,0 0 0 0 0,-1-1-1 0 0,11-4 1 0 0,8-5-2700 0 0</inkml:trace>
</inkml:ink>
</file>

<file path=ppt/ink/ink3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0:43.7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67 3884 0 0,'0'0'1856'0'0,"-1"-6"-293"0"0,-9-50 3745 0 0,9 51-2515 0 0,0 12-2498 0 0,-1 1-231 0 0,-1 28 232 0 0,10 289 459 0 0,9-108-3850 0 0,-16-215 3027 0 0,0-1-1 0 0,0 0 0 0 0,0 1 1 0 0,0-1-1 0 0,0 0 1 0 0,1 0-1 0 0,-1 1 1 0 0,1-1-1 0 0,-1 0 0 0 0,1 0 1 0 0,-1 0-1 0 0,1 1 1 0 0,-1-1-1 0 0,1 0 0 0 0,0 0 1 0 0,0 0-1 0 0,1 2 1 0 0,1 0-173 0 0,-1 1-617 0 0,0-4 710 0 0,-1 0-1 0 0,1 0 1 0 0,-1 1-1 0 0,1-1 0 0 0,-1 1 1 0 0,1-1-1 0 0,-1 1 1 0 0,0 0-1 0 0,1-1 0 0 0,-1 1 1 0 0,0 0-1 0 0,2 1 1 0 0,0 0-249 0 0,2 1-1208 0 0,2-6-1126 0 0,26-7-1951 0 0</inkml:trace>
</inkml:ink>
</file>

<file path=ppt/ink/ink3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0:44.0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347 60 2816 0 0,'0'0'1392'0'0,"1"-6"-221"0"0,2-24 1150 0 0,-5 26-1758 0 0,-6-12-74 0 0,6 12 312 0 0,-4 4-473 0 0,-6 2-214 0 0,1 0 0 0 0,-1 0 1 0 0,1 1-1 0 0,0 0 0 0 0,0 1 0 0 0,0 1 0 0 0,0-1 1 0 0,1 2-1 0 0,-1-1 0 0 0,2 2 0 0 0,-1-1 1 0 0,-14 14-1 0 0,-16 14 234 0 0,-48 54 1 0 0,82-82-321 0 0,-15 18 99 0 0,17-20-83 0 0,1 0 6 0 0,1-1-14 0 0,1-1-5 0 0,1-1-1 0 0,-1 1 1 0 0,0-1 0 0 0,0 0 0 0 0,0 0-1 0 0,0 1 1 0 0,0-1 0 0 0,0 0-1 0 0,0 0 1 0 0,0 0 0 0 0,0 0-1 0 0,-2 1 1 0 0,4 3 119 0 0,3 13 24 0 0,-3-13 28 0 0,3-3 20 0 0,16 5 111 0 0,-1 2 1 0 0,0 1-1 0 0,0 0 0 0 0,28 22 0 0 0,-6 3-62 0 0,78 66 174 0 0,-109-91-480 0 0,-7-7-11 0 0,-1-1 0 0 0,1 1 0 0 0,0-1 1 0 0,0 0-1 0 0,1 0 0 0 0,-1 0 1 0 0,0 0-1 0 0,7 2 0 0 0,-4-1-70 0 0,3 2-489 0 0,1-1 0 0 0,-1 0 1 0 0,1-1-1 0 0,0 0 1 0 0,0-1-1 0 0,0 0 0 0 0,0 0 1 0 0,15 0-1 0 0,45-14-4839 0 0,-65 10 1056 0 0</inkml:trace>
</inkml:ink>
</file>

<file path=ppt/ink/ink3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0:44.2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3 121 2908 0 0,'0'0'2800'0'0,"-1"-5"-1713"0"0,0-18-149 0 0,1 18 1834 0 0,1-1-2389 0 0,3-18-84 0 0,-3 19-66 0 0,2 1-77 0 0,4-2-468 0 0,0 1 0 0 0,1 0 0 0 0,-1 0 0 0 0,1 1 0 0 0,0 0 0 0 0,0 0 0 0 0,17-5-1 0 0,-20 7-178 0 0,4-1-83 0 0,1 2-2686 0 0</inkml:trace>
</inkml:ink>
</file>

<file path=ppt/ink/ink3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0:44.4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72 47 3176 0 0,'-4'2'1686'0'0,"-37"25"2009"0"0,37-25-2754 0 0,0 1-120 0 0,-10 8-156 0 0,10-8 1050 0 0,15 7-1326 0 0,-4-2-251 0 0,1-8-206 0 0,44-2-416 0 0,10-1-745 0 0,-1-3 1 0 0,83-20-1 0 0,-104 17-606 0 0,-1-3 0 0 0,57-25-1 0 0,-58 19-1606 0 0</inkml:trace>
</inkml:ink>
</file>

<file path=ppt/ink/ink3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0:44.8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222 79 1952 0 0,'11'-22'1601'0'0,"-8"18"-272"0"0,-2-1-231 0 0,4-16-193 0 0,-3 15 1802 0 0,-16-11-1778 0 0,12 14-566 0 0,-3 5-15 0 0,-6 3-164 0 0,1 1 0 0 0,0 0 0 0 0,0 0 0 0 0,0 1 0 0 0,1 1 0 0 0,0 0 0 0 0,1 0 0 0 0,-9 10 0 0 0,-2 4 88 0 0,1 0 0 0 0,-22 38-1 0 0,32-45-164 0 0,0 0-1 0 0,2 1 0 0 0,-1-1 0 0 0,2 1 1 0 0,0 0-1 0 0,1 1 0 0 0,1-1 1 0 0,-3 33-1 0 0,7-43-90 0 0,-1 0 0 0 0,1-1 0 0 0,-1 1 1 0 0,1-1-1 0 0,1 1 0 0 0,-1 0 0 0 0,1-1 0 0 0,0 0 0 0 0,1 1 0 0 0,4 8 1 0 0,-4-9-13 0 0,-2-3 0 0 0,0 0 0 0 0,0 1-1 0 0,0-1 1 0 0,0 0 0 0 0,0 0 0 0 0,1 1 0 0 0,-1-1-1 0 0,1 0 1 0 0,0 0 0 0 0,-1-1 0 0 0,4 3-1 0 0,0 1 6 0 0,-3-3-6 0 0,-1 0-1 0 0,0 0 1 0 0,1 0 0 0 0,-1-1-1 0 0,1 1 1 0 0,-1-1 0 0 0,1 1-1 0 0,0-1 1 0 0,0 0 0 0 0,0 0-1 0 0,0 0 1 0 0,0 0 0 0 0,2 1 0 0 0,3 1-8 0 0,-2 0 31 0 0,0 0 0 0 0,0 0-1 0 0,0-1 1 0 0,1 0 0 0 0,-1 0-1 0 0,1 0 1 0 0,-1-1 0 0 0,1 0-1 0 0,11 1 1 0 0,-12-1-64 0 0,3-1 110 0 0,0 1-1 0 0,0-1 1 0 0,0-1-1 0 0,0 1 0 0 0,0-1 1 0 0,0-1-1 0 0,0 1 1 0 0,0-2-1 0 0,-1 1 1 0 0,1-1-1 0 0,-1 0 1 0 0,0 0-1 0 0,10-6 1 0 0,-16 8-70 0 0,32-29 225 0 0,-31 27-235 0 0,1 1 1 0 0,-1 0-1 0 0,0-1 1 0 0,-1 0-1 0 0,1 1 1 0 0,0-1-1 0 0,-1 0 1 0 0,0 0-1 0 0,1 0 1 0 0,-1 0-1 0 0,0 0 1 0 0,-1 0-1 0 0,1 0 1 0 0,0-6-1 0 0,-2-17-147 0 0,1 25 136 0 0,0 0 0 0 0,0-1-1 0 0,0 1 1 0 0,0 0 0 0 0,0 0-1 0 0,0 0 1 0 0,-1 0 0 0 0,1 0-1 0 0,0 0 1 0 0,-1 0 0 0 0,1 0 0 0 0,-1 0-1 0 0,1 0 1 0 0,-1 0 0 0 0,1 0-1 0 0,-1 0 1 0 0,0 0 0 0 0,1 0 0 0 0,-1 0-1 0 0,-2-1 1 0 0,1 0-61 0 0,2 1 47 0 0,-1-1 0 0 0,0 1 0 0 0,0 0 0 0 0,0 0 1 0 0,0 0-1 0 0,0 0 0 0 0,0 0 0 0 0,0 0 0 0 0,0 0 0 0 0,0 0 1 0 0,0 1-1 0 0,0-1 0 0 0,0 0 0 0 0,-1 1 0 0 0,1-1 0 0 0,-3 0 1 0 0,0-1-76 0 0,3 1 68 0 0,0 0-1 0 0,0 0 1 0 0,-1 1 0 0 0,1-1-1 0 0,0 0 1 0 0,-1 1-1 0 0,1-1 1 0 0,-1 1-1 0 0,1-1 1 0 0,0 1-1 0 0,-1 0 1 0 0,1 0-1 0 0,-1-1 1 0 0,1 1-1 0 0,-1 0 1 0 0,-2 1 0 0 0,0-1-98 0 0,-3-1-76 0 0,1 1 1 0 0,0 1-1 0 0,-1-1 0 0 0,1 1 1 0 0,0 0-1 0 0,0 0 1 0 0,-1 1-1 0 0,1 0 0 0 0,0 0 1 0 0,-7 4-1 0 0,8-4 86 0 0,1-1-60 0 0,1 0 1 0 0,0 0 0 0 0,-1 0 0 0 0,1 1-1 0 0,0-1 1 0 0,0 1 0 0 0,-1 0-1 0 0,1 0 1 0 0,-4 4 0 0 0,-4 3-305 0 0,-41 23-3965 0 0,32-16-337 0 0</inkml:trace>
</inkml:ink>
</file>

<file path=ppt/ink/ink3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0:45.9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12 123 4368 0 0,'0'0'1909'0'0,"-2"-6"-226"0"0,-8-22 5482 0 0,12 28-7120 0 0,0 0 0 0 0,-1 1-1 0 0,1-1 1 0 0,0 0 0 0 0,-1 1 0 0 0,1-1-1 0 0,-1 1 1 0 0,1 0 0 0 0,-1-1-1 0 0,1 1 1 0 0,1 1 0 0 0,1 0 40 0 0,5 7 141 0 0,93 176 503 0 0,-59-102-529 0 0,-41-79-144 0 0,-2-3-46 0 0,1 1 0 0 0,0-1 0 0 0,0 1 1 0 0,0-1-1 0 0,0 1 0 0 0,0-1 0 0 0,0 0 1 0 0,0 1-1 0 0,0-1 0 0 0,0 0 0 0 0,3 2 1 0 0,-4-3 0 0 0,3 4 211 0 0,22 1 30 0 0,-20-5-226 0 0,-1-3-86 0 0,31-28-99 0 0,-32 28 88 0 0,0-1-23 0 0,42-60-382 0 0,-42 60 384 0 0,-2 2-8 0 0,0 1 89 0 0,0-1 0 0 0,1 1 0 0 0,-1 0 0 0 0,0-1 0 0 0,1 1 0 0 0,-1 0 0 0 0,1 0 0 0 0,3-2 0 0 0,-2-1-32 0 0,2 6-92 0 0,7 3 89 0 0,0 1 0 0 0,-1 0 0 0 0,0 1 0 0 0,13 10 0 0 0,-20-13 3 0 0,1-2 19 0 0,13 8 21 0 0,-12-8 48 0 0,-1 0 0 0 0,1 0 0 0 0,-1-1 0 0 0,1 1 0 0 0,0-1 0 0 0,-1-1 0 0 0,1 1 0 0 0,0-1 0 0 0,0 0 0 0 0,-1 0 0 0 0,1-1 0 0 0,0 0 0 0 0,0 0 0 0 0,-1 0-1 0 0,1-1 1 0 0,-1 1 0 0 0,1-1 0 0 0,-1-1 0 0 0,0 1 0 0 0,1-1 0 0 0,-1 0 0 0 0,7-6 0 0 0,5-2 266 0 0,-2-1 0 0 0,1 0 0 0 0,-2-2 0 0 0,0 1 1 0 0,24-30-1 0 0,-36 39-301 0 0,0 0 1 0 0,0 0 0 0 0,0 1 0 0 0,-1-1-1 0 0,1 0 1 0 0,-1 0 0 0 0,0 0-1 0 0,0-1 1 0 0,0 1 0 0 0,-1 0 0 0 0,0 0-1 0 0,1 0 1 0 0,-2-7 0 0 0,1 7-17 0 0,0 2-29 0 0,0 0 0 0 0,0 0 0 0 0,0 0 0 0 0,0 0 0 0 0,0 0 0 0 0,-1 0 0 0 0,1 0 0 0 0,0 0 0 0 0,-1 1 0 0 0,0-1 1 0 0,1 0-1 0 0,-1 0 0 0 0,0 0 0 0 0,-2-3 0 0 0,0 0-98 0 0,1 0-95 0 0,1 3 167 0 0,1 0 1 0 0,-1-1-1 0 0,0 1 0 0 0,0 0 1 0 0,0 0-1 0 0,0-1 1 0 0,-1 1-1 0 0,1 0 0 0 0,0 0 1 0 0,-1 0-1 0 0,1 1 1 0 0,-1-1-1 0 0,-2-2 1 0 0,-6-6-555 0 0,0 0-178 0 0,-1 1 1 0 0,-19-14 0 0 0,25 20-85 0 0,-1-1 0 0 0,0 1 0 0 0,0 0 0 0 0,0 1 0 0 0,-9-4 0 0 0,10 5-719 0 0</inkml:trace>
</inkml:ink>
</file>

<file path=ppt/ink/ink3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0:46.6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174 94 4660 0 0,'0'0'1481'0'0,"-1"-6"-237"0"0,0-18-178 0 0,1 18-123 0 0,-4 3-149 0 0,-9-12-142 0 0,10 11-132 0 0,-2 2-144 0 0,-13-7 48 0 0,13 7 369 0 0,-1 3-433 0 0,3-2-323 0 0,0 1 20 0 0,0 0-1 0 0,1 0 1 0 0,-1 0-1 0 0,0 0 1 0 0,1 0-1 0 0,-1 1 1 0 0,0-1-1 0 0,1 1 0 0 0,-1 0 1 0 0,0 0-1 0 0,1 0 1 0 0,-1 0-1 0 0,1 0 1 0 0,0 0-1 0 0,-1 1 1 0 0,1-1-1 0 0,0 1 0 0 0,0-1 1 0 0,-4 4-1 0 0,-27 48 510 0 0,29-45-495 0 0,-6 16 46 0 0,6-2 14 0 0,1-13-171 0 0,1 0 0 0 0,0 0-1 0 0,1 0 1 0 0,0 1 0 0 0,0-1 0 0 0,1 0-1 0 0,1 0 1 0 0,-1 1 0 0 0,1-1 0 0 0,1 0-1 0 0,0 0 1 0 0,0 0 0 0 0,1 0 0 0 0,0 0-1 0 0,0 0 1 0 0,6 10 0 0 0,-6-16-108 0 0,-1-1 0 0 0,1 1 0 0 0,0 0 0 0 0,0-1 0 0 0,0 0 0 0 0,0 0 1 0 0,0 0-1 0 0,1 0 0 0 0,-1 0 0 0 0,0-1 0 0 0,1 0 0 0 0,-1 1 0 0 0,1-1 0 0 0,5 1 0 0 0,-7-2 79 0 0,5 2-218 0 0,0-1-1 0 0,0 0 0 0 0,0 0 0 0 0,0 0 1 0 0,0-1-1 0 0,0 0 0 0 0,0-1 0 0 0,10-1 0 0 0,-11 1 146 0 0,7 0-137 0 0,0-1-1 0 0,0 0 1 0 0,0-1 0 0 0,0-1-1 0 0,-1 0 1 0 0,1 0-1 0 0,17-11 1 0 0,-11 5-37 0 0,-2 0 0 0 0,1-2 0 0 0,27-23 0 0 0,-30 20 397 0 0,0-1 1 0 0,-2-1-1 0 0,0 0 1 0 0,-1-1 0 0 0,0 0-1 0 0,-2-1 1 0 0,0 0 0 0 0,8-21-1 0 0,-17 35 445 0 0,-1-1-242 0 0,2-20-4 0 0,-2 19 278 0 0,-16-13 853 0 0,11 21-1123 0 0,-21 2 131 0 0,24-3-397 0 0,1 1 0 0 0,-1 0 0 0 0,1 0 0 0 0,0 0 0 0 0,0 0 0 0 0,-1 0 1 0 0,1 0-1 0 0,0 0 0 0 0,0 1 0 0 0,0-1 0 0 0,0 0 0 0 0,-1 3 0 0 0,0-2 23 0 0,-1 2 122 0 0,0 1-45 0 0,-11 13-14 0 0,11-13-22 0 0,3-4-78 0 0,0 0-1 0 0,0-1 0 0 0,0 1 1 0 0,0 0-1 0 0,0 0 0 0 0,0 0 1 0 0,0 0-1 0 0,0 0 0 0 0,-1 0 1 0 0,1 0-1 0 0,0-1 0 0 0,-1 1 1 0 0,1 0-1 0 0,-1 0 0 0 0,1 0 1 0 0,-1 1-1 0 0,0-1 2 0 0,0 0 1 0 0,0 0-1 0 0,1 1 1 0 0,-1-1 0 0 0,1 0-1 0 0,-1 0 1 0 0,1 1-1 0 0,-1-1 1 0 0,1 0-1 0 0,0 1 1 0 0,0-1-1 0 0,0 1 1 0 0,0-1-1 0 0,0 0 1 0 0,0 1-1 0 0,0-1 1 0 0,0 3-1 0 0,0 2 1 0 0,0-1 4 0 0,0 1 0 0 0,0 0 0 0 0,1 0 0 0 0,0-1 0 0 0,0 1 0 0 0,0 0-1 0 0,0-1 1 0 0,1 1 0 0 0,4 9 0 0 0,31 48-63 0 0,-26-45 95 0 0,-2-5-25 0 0,5 3 23 0 0,47 62 264 0 0,-57-74-160 0 0,-4-3-137 0 0,0-1 0 0 0,0 1 1 0 0,0 0-1 0 0,0-1 0 0 0,0 1 0 0 0,0 0 0 0 0,0-1 1 0 0,0 1-1 0 0,1 0 0 0 0,-1-1 0 0 0,0 1 0 0 0,1 0 0 0 0,-1-1 1 0 0,0 1-1 0 0,1-1 0 0 0,-1 1 0 0 0,1 0 0 0 0,-1-1 0 0 0,1 1 1 0 0,-1-1-1 0 0,1 1 0 0 0,0 0 9 0 0,0-1-1 0 0,-1 1 1 0 0,1-1-1 0 0,-1 1 1 0 0,1 0-1 0 0,-1-1 1 0 0,1 1 0 0 0,-1 0-1 0 0,1 0 1 0 0,-1-1-1 0 0,1 1 1 0 0,-1 0-1 0 0,0 0 1 0 0,0 0 0 0 0,1 0-1 0 0,-1-1 1 0 0,0 1-1 0 0,0 0 1 0 0,0 0 0 0 0,0 0-1 0 0,0 0 1 0 0,0 0-1 0 0,0-1 1 0 0,0 1-1 0 0,-1 0 1 0 0,1 0 0 0 0,-1 1-1 0 0,-2 20 107 0 0,2-16-8 0 0,-4-3-26 0 0,-2 1-160 0 0,0 0-1 0 0,0-1 1 0 0,-1 0-1 0 0,1 0 0 0 0,-1-1 1 0 0,1 0-1 0 0,-1 0 1 0 0,0-1-1 0 0,0 0 1 0 0,-11 0-1 0 0,-36-7-1302 0 0,50 5 813 0 0,1-2-98 0 0,-13-11-184 0 0,12 11-199 0 0,6-5-2934 0 0,0-29-365 0 0</inkml:trace>
</inkml:ink>
</file>

<file path=ppt/ink/ink3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0:46.9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11 4500 0 0,'4'-3'1544'0'0,"5"-5"3738"0"0,-21 13-2469 0 0,1-3-3867 0 0,9 3 1176 0 0,-9 15-42 0 0,8-15-12 0 0,2 1 14 0 0,-2 17-32 0 0,2-17-14 0 0,1 1 3 0 0,0 3-31 0 0,0 0-1 0 0,1 1 1 0 0,0-1 0 0 0,1 0-1 0 0,0-1 1 0 0,1 1 0 0 0,0 0-1 0 0,0-1 1 0 0,7 12 0 0 0,45 63-29 0 0,-48-75 25 0 0,39 55 115 0 0,-42-59-112 0 0,16 28 249 0 0,-19-31-233 0 0,0 0 0 0 0,0 1 1 0 0,0-1-1 0 0,0 1 1 0 0,0-1-1 0 0,0 1 1 0 0,-1-1-1 0 0,1 1 1 0 0,-1-1-1 0 0,0 1 1 0 0,0 0-1 0 0,0-1 1 0 0,-1 5-1 0 0,1-5-70 0 0,0 0 25 0 0,-1 1-1 0 0,1-1 1 0 0,0 0 0 0 0,-1 0 0 0 0,0 0-1 0 0,1 0 1 0 0,-1 0 0 0 0,0 0 0 0 0,0 0-1 0 0,0 0 1 0 0,-1 0 0 0 0,1 0 0 0 0,0 0-1 0 0,-1-1 1 0 0,1 1 0 0 0,-1 0 0 0 0,1-1-1 0 0,-1 0 1 0 0,0 1 0 0 0,0-1 0 0 0,0 0 0 0 0,-2 1-1 0 0,-14 6-375 0 0,13-6-138 0 0,1-4-2048 0 0,-13-4 983 0 0,13 4 1 0 0</inkml:trace>
</inkml:ink>
</file>

<file path=ppt/ink/ink3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0:47.1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54 4436 0 0,'0'0'7640'0'0,"3"-4"-6773"0"0,-1 1-652 0 0,0 0 1 0 0,1 0 0 0 0,-1 1-1 0 0,1-1 1 0 0,0 0 0 0 0,0 1 0 0 0,0 0-1 0 0,7-4 1 0 0,-6 4 71 0 0,4 0-83 0 0,74-10-814 0 0,-20 6-2541 0 0,-56 5 1550 0 0,1 1-219 0 0,21 0-1175 0 0,-21 0-2163 0 0</inkml:trace>
</inkml:ink>
</file>

<file path=ppt/ink/ink3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0:47.3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78 0 4392 0 0,'-46'27'3569'0'0,"42"-24"-2710"0"0,-1-1-128 0 0,0 2-486 0 0,-13 5 2854 0 0,21-5-2867 0 0,-1-3-182 0 0,-1 0-25 0 0,0 1 1 0 0,0-1 0 0 0,1 0-1 0 0,-1 0 1 0 0,0 1-1 0 0,0-1 1 0 0,0 0 0 0 0,0 1-1 0 0,-1-1 1 0 0,1 1 0 0 0,0 0-1 0 0,0 2 1 0 0,8-4 91 0 0,44-1 27 0 0,-5-3-375 0 0,8-2-742 0 0,24-10-765 0 0,-26 2-3439 0 0</inkml:trace>
</inkml:ink>
</file>

<file path=ppt/ink/ink3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0:49.2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6457 0 0,'0'0'6923'0'0,"2"6"-6154"0"0,15 36 179 0 0,-2 0 0 0 0,15 75 0 0 0,6 99-744 0 0,-24-136-102 0 0,-2-14-272 0 0,35 175-2402 0 0,-43-232 1996 0 0,2 0 0 0 0,-1 0-1 0 0,1 0 1 0 0,0 0-1 0 0,11 15 1 0 0,-12-19-715 0 0,1-3-439 0 0,12 6-1225 0 0</inkml:trace>
</inkml:ink>
</file>

<file path=ppt/ink/ink3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0:49.6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428 43 4224 0 0,'-1'-5'1435'0'0,"-5"-16"-301"0"0,5 16-296 0 0,-2 2 33 0 0,0 2-740 0 0,1 0 0 0 0,-1 0 0 0 0,0-1 0 0 0,1 1 0 0 0,-1 1 0 0 0,0-1 0 0 0,0 0 0 0 0,1 1 0 0 0,-1-1 0 0 0,0 1 0 0 0,0 0 0 0 0,0 0 0 0 0,1 0 0 0 0,-1 0 0 0 0,0 1 0 0 0,0-1 0 0 0,0 1-1 0 0,1 0 1 0 0,-1 0 0 0 0,-4 1 0 0 0,-17 8 143 0 0,1 1 0 0 0,1 1-1 0 0,-1 1 1 0 0,2 1 0 0 0,-37 30-1 0 0,16-6 313 0 0,-59 67-1 0 0,95-97-495 0 0,0-1 1 0 0,1 1-1 0 0,0 0 1 0 0,-8 16-1 0 0,12-20 108 0 0,-3 23-94 0 0,4-22-36 0 0,3-2-14 0 0,1 0-47 0 0,0 0 0 0 0,1 0-1 0 0,-1 0 1 0 0,0 0 0 0 0,1-1 0 0 0,-1 0 0 0 0,1 0 0 0 0,0 0 0 0 0,0 0 0 0 0,0-1 0 0 0,0 0 0 0 0,0 0 0 0 0,6 1 0 0 0,-2-2-8 0 0,76 26 80 0 0,-45-11 24 0 0,70 39 0 0 0,-10-5-1636 0 0,-29-25-2637 0 0,-66-23 2418 0 0,2-1-1126 0 0,26 0-2071 0 0</inkml:trace>
</inkml:ink>
</file>

<file path=ppt/ink/ink3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0:49.8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79 3688 0 0,'0'0'1909'0'0,"-8"-30"3439"0"0,16 2-4388 0 0,18 15-952 0 0,15 8-1080 0 0,1 3-2444 0 0</inkml:trace>
</inkml:ink>
</file>

<file path=ppt/ink/ink3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0:49.9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74 12 3516 0 0,'-46'27'3893'0'0,"43"-24"-2899"0"0,-1-1-89 0 0,3-1-546 0 0,-9 9-320 0 0,1-7 2986 0 0,9-3-3018 0 0,1 0 1 0 0,-1 0-1 0 0,0 0 0 0 0,1 0 0 0 0,-1 1 1 0 0,1-1-1 0 0,-1 0 0 0 0,0 0 0 0 0,1 0 1 0 0,-1 0-1 0 0,0 0 0 0 0,1 1 0 0 0,-1-1 1 0 0,0 0-1 0 0,1 0 0 0 0,-1 0 0 0 0,0 1 1 0 0,1-1-1 0 0,-1 0 0 0 0,0 1 0 0 0,1-1 1 0 0,-1 0-1 0 0,0 1 0 0 0,0-1 0 0 0,0 0 1 0 0,1 1-1 0 0,-1-1 0 0 0,0 0 0 0 0,0 1 1 0 0,0-1-1 0 0,0 1 0 0 0,0 0 0 0 0,1-1-6 0 0,-1 1 0 0 0,0 0-1 0 0,0-1 1 0 0,0 1-1 0 0,1-1 1 0 0,-1 1-1 0 0,1 0 1 0 0,-1-1 0 0 0,0 1-1 0 0,1-1 1 0 0,-1 1-1 0 0,1-1 1 0 0,-1 1-1 0 0,1-1 1 0 0,-1 1 0 0 0,1-1-1 0 0,-1 1 1 0 0,1-1-1 0 0,0 0 1 0 0,-1 1-1 0 0,1-1 1 0 0,-1 0 0 0 0,1 0-1 0 0,0 1 1 0 0,-1-1-1 0 0,1 0 1 0 0,0 0-1 0 0,0 0 1 0 0,-1 0 0 0 0,1 0-1 0 0,0 0 1 0 0,-1 0-1 0 0,2 0 1 0 0,70-3-1687 0 0,0-3 0 0 0,122-26 0 0 0,-114 8-2126 0 0,-45 11-268 0 0</inkml:trace>
</inkml:ink>
</file>

<file path=ppt/ink/ink3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0:50.3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58 3800 0 0,'0'0'4972'0'0,"-5"-2"-4156"0"0,4 2-749 0 0,1 0 1 0 0,-1 0 0 0 0,0 0 0 0 0,1 0 0 0 0,-1 0 0 0 0,1 0 0 0 0,-1 0 0 0 0,0 0 0 0 0,1 0-1 0 0,-1 0 1 0 0,1-1 0 0 0,-1 1 0 0 0,1 0 0 0 0,-1 0 0 0 0,0-1 0 0 0,1 1 0 0 0,-1 0-1 0 0,1-1 1 0 0,0 1 0 0 0,-1-1 0 0 0,1 1 0 0 0,-1-1 0 0 0,1 1 0 0 0,-1-1 0 0 0,1 0 0 0 0,16-7 722 0 0,-11 6-383 0 0,1 0 26 0 0,145-27 2592 0 0,-125 24-2508 0 0,-23 4-468 0 0,-1 1 0 0 0,1-1 0 0 0,0 1-1 0 0,0 0 1 0 0,-1 0 0 0 0,1 0 0 0 0,0 0-1 0 0,0 0 1 0 0,3 2 0 0 0,-2-2-18 0 0,5 0 81 0 0,-1 1 0 0 0,1 0 0 0 0,-1 0-1 0 0,1 1 1 0 0,-1 0 0 0 0,0 1 0 0 0,0 0 0 0 0,0 0-1 0 0,0 0 1 0 0,0 1 0 0 0,8 6 0 0 0,-8-2-33 0 0,0 0 0 0 0,0 0 1 0 0,-1 1-1 0 0,-1 0 0 0 0,0 0 0 0 0,0 0 1 0 0,-1 1-1 0 0,6 13 0 0 0,-2-1 20 0 0,-2 0 0 0 0,-1 1 0 0 0,5 28-1 0 0,-3-4-269 0 0,1 69 0 0 0,-8-84-1339 0 0,-6 39 1 0 0,3-50-470 0 0,2-19 1748 0 0,0 0 1 0 0,0 0 0 0 0,0 0-1 0 0,-1 0 1 0 0,1 0-1 0 0,-1 0 1 0 0,0 0 0 0 0,1 0-1 0 0,-1 0 1 0 0,0-1-1 0 0,0 1 1 0 0,0 0-1 0 0,0 0 1 0 0,-3 2 0 0 0,-8 15-3717 0 0</inkml:trace>
</inkml:ink>
</file>

<file path=ppt/ink/ink3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0:50.5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1 186 3656 0 0,'0'0'3835'0'0,"1"-4"-2423"0"0,4-15-187 0 0,-4 18-1157 0 0,-1 0-1 0 0,1 0 1 0 0,-1 0-1 0 0,1 0 1 0 0,0 0-1 0 0,-1 0 1 0 0,1 0-1 0 0,0 0 1 0 0,0 1-1 0 0,-1-1 1 0 0,1 0-1 0 0,0 0 1 0 0,0 1-1 0 0,0-1 1 0 0,0 0-1 0 0,0 1 1 0 0,0-1-1 0 0,0 1 1 0 0,0-1-1 0 0,0 1 0 0 0,0 0 1 0 0,2-1-1 0 0,-3 1 79 0 0,17-8 73 0 0,1 0-1 0 0,-1 1 1 0 0,1 0 0 0 0,0 2 0 0 0,1 0-1 0 0,23-3 1 0 0,-5 1-334 0 0,59-13-761 0 0,157-37-6856 0 0,-200 44 3138 0 0</inkml:trace>
</inkml:ink>
</file>

<file path=ppt/ink/ink3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0:51.4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6633 0 0,'0'0'10602'0'0,"5"1"-10235"0"0,16 5-73 0 0,-13 0-50 0 0,9 33-92 0 0,-1 1-1 0 0,-1 0 0 0 0,8 44 1 0 0,-6-26 17 0 0,25 64 0 0 0,-34-104-147 0 0,-6-13 4 0 0,0-1 10 0 0,7 14 4 0 0,-6-14-10 0 0,2-3-56 0 0,16 4-90 0 0,-16-4 140 0 0,-1-3 8 0 0,7-9-37 0 0,-1 1 0 0 0,-1-2 1 0 0,0 1-1 0 0,13-22 0 0 0,-18 27 27 0 0,-1 2-28 0 0,0 0 8 0 0,10-13-8 0 0,-10 12 2 0 0,-1 4-20 0 0,0 0 21 0 0,-1 0 0 0 0,1 0 0 0 0,-1-1 0 0 0,1 1 0 0 0,-1 0-1 0 0,0-1 1 0 0,1 1 0 0 0,-1-1 0 0 0,1-2 0 0 0,1 1-1 0 0,2 5-59 0 0,36 28 72 0 0,-37-27 40 0 0,-1 2-48 0 0,10 12-17 0 0,-9-13-34 0 0,-1 1-79 0 0,12 13 140 0 0,-12-13 30 0 0,3-2 2 0 0,-2 2-35 0 0,-2-4-5 0 0,-1 1 0 0 0,1-1 0 0 0,-1 0 0 0 0,1 0 0 0 0,-1 0 0 0 0,1 0 0 0 0,0 0 0 0 0,0 0 0 0 0,0 0 0 0 0,0 0 0 0 0,0-1 0 0 0,-1 1 0 0 0,1-1 0 0 0,3 1 0 0 0,9 2 82 0 0,-1-1 0 0 0,0 0 1 0 0,1-1-1 0 0,0 0 0 0 0,-1-1 1 0 0,1-1-1 0 0,15-3 0 0 0,-19 3-11 0 0,-6 1-14 0 0,1-1 1 0 0,0 1-1 0 0,0-1 1 0 0,-1-1-1 0 0,1 1 1 0 0,6-3-1 0 0,-1 0 28 0 0,-1 2-2 0 0,0-1 0 0 0,-1 0 0 0 0,1 0 0 0 0,-1-1 0 0 0,0 0 0 0 0,0-1 0 0 0,-1 0 1 0 0,1 0-1 0 0,-1-1 0 0 0,12-11 0 0 0,-13 12-42 0 0,-4 3-28 0 0,0-1 1 0 0,1 1-1 0 0,-1 0 1 0 0,0-1-1 0 0,0 0 0 0 0,-1 1 1 0 0,1-1-1 0 0,0 0 1 0 0,0-3-1 0 0,3-1 3 0 0,-3 5-14 0 0,0 0 1 0 0,-1 0-1 0 0,1 0 0 0 0,-1-1 0 0 0,0 1 0 0 0,0-1 1 0 0,0 1-1 0 0,0-1 0 0 0,0 1 0 0 0,0-1 0 0 0,-1 1 0 0 0,1-5 1 0 0,2-1-4 0 0,-2 5-6 0 0,0 1 0 0 0,0-1 0 0 0,0 0-1 0 0,0 0 1 0 0,-1 0 0 0 0,0 0 0 0 0,1 1 0 0 0,-1-1 0 0 0,0 0 0 0 0,0 0-1 0 0,-1-4 1 0 0,2-1-21 0 0,-5-27-208 0 0,2 26 24 0 0,-1-1-1 0 0,1 0 0 0 0,-2 1 0 0 0,1 0 1 0 0,-1 0-1 0 0,-1 0 0 0 0,0 0 0 0 0,0 0 1 0 0,-1 1-1 0 0,1 0 0 0 0,-11-10 0 0 0,12 15-458 0 0,-2 1-162 0 0,-16-4-113 0 0,16 4-95 0 0,1 4-74 0 0,-16 6-120 0 0,16-6-213 0 0,5-2 1353 0 0,0 1 0 0 0,-1-1 0 0 0,1 0 0 0 0,0 1 0 0 0,0-1 0 0 0,0 1 0 0 0,0-1 0 0 0,-1 1 0 0 0,1-1 0 0 0,0 0 1 0 0,0 1-1 0 0,-1-1 0 0 0,1 1 0 0 0,0-1 0 0 0,-1 0 0 0 0,1 1 0 0 0,-1-1 0 0 0,1 0 0 0 0,0 0 0 0 0,-1 1 0 0 0,1-1 0 0 0,-1 0 0 0 0,1 0 0 0 0,0 0 1 0 0,-1 1-1 0 0,0-1 0 0 0,0 0-54 0 0,1 0 0 0 0,-1 0 0 0 0,1 0 0 0 0,0 1 0 0 0,-1-1 0 0 0,1 0 0 0 0,-1 0 0 0 0,1 0-1 0 0,-1 1 1 0 0,1-1 0 0 0,0 0 0 0 0,-1 1 0 0 0,1-1 0 0 0,0 0 0 0 0,-1 1 0 0 0,1-1 0 0 0,0 0 0 0 0,0 1 0 0 0,-1-1 0 0 0,1 1 0 0 0,0-1 0 0 0,0 1 0 0 0,-1-1 0 0 0,1 0 0 0 0,0 1 0 0 0,0 0 0 0 0</inkml:trace>
</inkml:ink>
</file>

<file path=ppt/ink/ink3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0:51.7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170 49 4496 0 0,'0'0'1409'0'0,"1"-5"-27"0"0,3-15-134 0 0,-3 15 734 0 0,-4 2-1253 0 0,1 2-563 0 0,1 0 0 0 0,-1 0 1 0 0,1 0-1 0 0,-1 0 0 0 0,1 0 1 0 0,-1-1-1 0 0,1 1 0 0 0,0-1 1 0 0,-2-2-1 0 0,-5 5 332 0 0,3 0-447 0 0,-1 0 75 0 0,1 0 1 0 0,0 0-1 0 0,0 0 1 0 0,0 1-1 0 0,0 0 0 0 0,0 0 1 0 0,0 0-1 0 0,0 0 1 0 0,1 1-1 0 0,-1 0 1 0 0,-6 5-1 0 0,4-2 24 0 0,0 1-1 0 0,0 0 1 0 0,0 0 0 0 0,1 0-1 0 0,0 1 1 0 0,1 0-1 0 0,-1 0 1 0 0,2 1-1 0 0,-9 17 1 0 0,12-22-133 0 0,-1 0 23 0 0,1 1-1 0 0,-1 0 0 0 0,1-1 1 0 0,0 1-1 0 0,1 0 0 0 0,-1-1 1 0 0,1 1-1 0 0,0 0 0 0 0,0 0 1 0 0,0-1-1 0 0,1 1 0 0 0,1 5 1 0 0,23 52 107 0 0,-19-50-151 0 0,-5-10-1 0 0,-1 0 0 0 0,2 0 1 0 0,-1 0-1 0 0,0 0 0 0 0,0 0 1 0 0,1 0-1 0 0,-1-1 0 0 0,1 1 1 0 0,-1 0-1 0 0,1-1 0 0 0,0 1 1 0 0,0-1-1 0 0,2 2 0 0 0,4 3-61 0 0,-3 0 11 0 0,-3-5 25 0 0,0 1 1 0 0,-1 0 0 0 0,1 0 0 0 0,0-1 0 0 0,0 1 0 0 0,0-1 0 0 0,1 1 0 0 0,-1-1 0 0 0,0 0 0 0 0,0 0 0 0 0,1 0 0 0 0,2 1 0 0 0,2 2-73 0 0,-4-3 41 0 0,0 1 1 0 0,0-1-1 0 0,0 0 0 0 0,0 1 0 0 0,0-1 1 0 0,0-1-1 0 0,0 1 0 0 0,0 0 1 0 0,5 0-1 0 0,0 1-96 0 0,-5-1 67 0 0,0 0 1 0 0,0 0-1 0 0,1-1 0 0 0,-1 1 0 0 0,0-1 1 0 0,0 0-1 0 0,1 0 0 0 0,-1 0 0 0 0,5 0 1 0 0,42-3-1172 0 0,-33 0 733 0 0,0-1-1 0 0,0 0 1 0 0,0-1 0 0 0,0-1 0 0 0,-1 0-1 0 0,27-16 1 0 0,-29 14-618 0 0,-1-1 0 0 0,0-1 0 0 0,0 0 0 0 0,20-21 0 0 0,-11 7-2940 0 0</inkml:trace>
</inkml:ink>
</file>

<file path=ppt/ink/ink3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0:52.0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93 6 3140 0 0,'0'0'4460'0'0,"-5"-1"-3866"0"0,-15-3-37 0 0,15 4-91 0 0,5 0-441 0 0,0 0-1 0 0,-1 1 1 0 0,1-1 0 0 0,0 1 0 0 0,0-1-1 0 0,0 1 1 0 0,-1-1 0 0 0,1 0 0 0 0,0 1 0 0 0,-1-1-1 0 0,1 1 1 0 0,0-1 0 0 0,-1 0 0 0 0,1 1-1 0 0,0-1 1 0 0,-1 0 0 0 0,1 0 0 0 0,-1 1-1 0 0,1-1 1 0 0,0 0 0 0 0,-1 0 0 0 0,1 0 0 0 0,-1 1-1 0 0,1-1 1 0 0,-1 0 0 0 0,0 0 0 0 0,1 0-4 0 0,-1 0 0 0 0,1 0 0 0 0,-1 0 0 0 0,1 0 1 0 0,-1 1-1 0 0,1-1 0 0 0,-1 0 0 0 0,1 0 1 0 0,-1 0-1 0 0,1 1 0 0 0,0-1 0 0 0,-1 0 0 0 0,1 0 1 0 0,-1 1-1 0 0,1-1 0 0 0,0 0 0 0 0,-1 1 0 0 0,1-1 1 0 0,0 1-1 0 0,0-1 0 0 0,-1 0 0 0 0,1 1 0 0 0,0-1 1 0 0,0 1-1 0 0,-1-1 0 0 0,1 1 0 0 0,-3 4 299 0 0,-34 67 690 0 0,36-67-894 0 0,1 2-32 0 0,-1 1-57 0 0,1-6-18 0 0,0 1 1 0 0,-1 0 0 0 0,1-1-1 0 0,0 1 1 0 0,1 0-1 0 0,-1 0 1 0 0,1-1-1 0 0,-1 1 1 0 0,1-1 0 0 0,0 1-1 0 0,1 2 1 0 0,-1 3 3 0 0,-1-5-20 0 0,1 0 0 0 0,0 0-1 0 0,0 0 1 0 0,0 0 0 0 0,0 0 0 0 0,0 0 0 0 0,1 0 0 0 0,2 5-1 0 0,7 11 83 0 0,1-1-1 0 0,1-1 0 0 0,28 31 0 0 0,114 93 914 0 0,-151-137-882 0 0,2 8 53 0 0,-5-12-149 0 0,-1 1-1 0 0,1 0 1 0 0,-1-1-1 0 0,1 1 1 0 0,-1 0 0 0 0,1-1-1 0 0,-1 1 1 0 0,0 0-1 0 0,1 0 1 0 0,-1-1-1 0 0,0 1 1 0 0,0 0-1 0 0,1 0 1 0 0,-1 0 0 0 0,0-1-1 0 0,0 1 1 0 0,0 0-1 0 0,0 0 1 0 0,0 1-1 0 0,-1-1-4 0 0,0 1 0 0 0,0-1 0 0 0,-1 1 0 0 0,1-1 1 0 0,0 0-1 0 0,0 1 0 0 0,-1-1 0 0 0,1 0 0 0 0,-1 0 0 0 0,1 0 0 0 0,-1 0 0 0 0,-2 1 0 0 0,2-1 2 0 0,1 0-7 0 0,0 0 0 0 0,0 0 0 0 0,0 0-1 0 0,-1 0 1 0 0,1 0 0 0 0,0 0 0 0 0,-1 0 0 0 0,1-1 0 0 0,-1 1 0 0 0,1-1-1 0 0,-1 1 1 0 0,1-1 0 0 0,-1 1 0 0 0,1-1 0 0 0,-1 0 0 0 0,1 0-1 0 0,-3 0 1 0 0,-1 1-5 0 0,3 0-3 0 0,-1-1 0 0 0,1 1 0 0 0,-1 0 0 0 0,1-1 0 0 0,0 1 0 0 0,-1-1 1 0 0,1 0-1 0 0,-1 1 0 0 0,-4-2 0 0 0,-16 0-178 0 0,-3 1-40 0 0,19 0-104 0 0,0-1-117 0 0,-29-5-692 0 0,35 6 1101 0 0,0-1-1 0 0,1 1 0 0 0,-1 0 1 0 0,1 0-1 0 0,-1 0 1 0 0,0 0-1 0 0,1 0 1 0 0,-1-1-1 0 0,1 1 1 0 0,-1 0-1 0 0,1-1 1 0 0,-1 1-1 0 0,1 0 1 0 0,-1-1-1 0 0,1 1 1 0 0,-1 0-1 0 0,1-1 1 0 0,-1 1-1 0 0,1-1 0 0 0,0 1 1 0 0,-1-1-1 0 0,1 1 1 0 0,0-1-1 0 0,-1 1 1 0 0,1-2-1 0 0,0 2-89 0 0,-1-1 0 0 0,1 1 0 0 0,0-1 0 0 0,-1 1 0 0 0,1-1-1 0 0,0 1 1 0 0,-1-1 0 0 0,1 1 0 0 0,0-1 0 0 0,-1 1 0 0 0,1-1-1 0 0,-1 1 1 0 0,1 0 0 0 0,-1-1 0 0 0,1 1 0 0 0,-1 0 0 0 0,0-1 0 0 0,1 1-1 0 0,-1 0 1 0 0,1 0 0 0 0,-1-1 0 0 0,1 1 0 0 0,-1 0 0 0 0,0 0-1 0 0,0 0 1 0 0,2-7-2489 0 0,4-27-1869 0 0</inkml:trace>
</inkml:ink>
</file>

<file path=ppt/ink/ink3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0:52.4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107 46 3428 0 0,'4'-9'562'0'0,"0"1"250"0"0,0 0 2979 0 0,-7 5-2928 0 0,1 2-710 0 0,1 0 0 0 0,-1 0 0 0 0,0 0 0 0 0,1-1 0 0 0,0 1 0 0 0,-1 0 0 0 0,1-1 0 0 0,0 1 0 0 0,0-1-1 0 0,-2-2 1 0 0,-2 4 233 0 0,-46 11 718 0 0,46-9-897 0 0,1 2-17 0 0,-12 11-41 0 0,12-12-23 0 0,2 2-16 0 0,0-1-92 0 0,0 0 0 0 0,0 1 1 0 0,1-1-1 0 0,0 0 0 0 0,-1 1 0 0 0,2-1 1 0 0,-1 1-1 0 0,0 0 0 0 0,1-1 0 0 0,0 1 1 0 0,0-1-1 0 0,0 1 0 0 0,1 0 0 0 0,0-1 1 0 0,0 1-1 0 0,0-1 0 0 0,0 1 0 0 0,3 6 1 0 0,3 3-7 0 0,0 0 1 0 0,1-1-1 0 0,0 0 1 0 0,1 0-1 0 0,0 0 1 0 0,12 11-1 0 0,3 2 91 0 0,54 72 1123 0 0,-76-94-870 0 0,0 31-92 0 0,-5-31-234 0 0,-2 1-101 0 0,-1 0-1 0 0,1-1 0 0 0,-1 0 0 0 0,-12 7 0 0 0,14-9-246 0 0,-2 0-49 0 0,-19 4-259 0 0,18-5-147 0 0,2 0-1133 0 0,-18 0 579 0 0,18-1-463 0 0</inkml:trace>
</inkml:ink>
</file>

<file path=ppt/ink/ink3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0:52.6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66 4516 0 0,'0'0'1797'0'0,"26"-17"1011"0"0,-3 4-568 0 0,15-2-1080 0 0,4 4-424 0 0,7 5-572 0 0,-1 3-444 0 0,-5 3-976 0 0,-7 0-1584 0 0</inkml:trace>
</inkml:ink>
</file>

<file path=ppt/ink/ink3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0:52.7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14 3012 0 0,'0'0'1786'0'0,"-5"2"-192"0"0,-1 1-1033 0 0,-2 2 14 0 0,-1 0 4982 0 0,15-4-5479 0 0,-2 2-106 0 0,-3-2 7 0 0,1 0 0 0 0,-1 0 0 0 0,1-1 0 0 0,-1 1 0 0 0,1 0 0 0 0,0-1-1 0 0,-1 1 1 0 0,1-1 0 0 0,-1 0 0 0 0,1 1 0 0 0,0-1 0 0 0,-1 0 0 0 0,1 0 0 0 0,0 0 0 0 0,0 0-1 0 0,-1 0 1 0 0,4-1 0 0 0,71-10-1911 0 0,-1-3-1692 0 0,-52 8 1491 0 0,8-1-2893 0 0</inkml:trace>
</inkml:ink>
</file>

<file path=ppt/ink/ink3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0:21:43.8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0 974 18221,'26212'-973'0</inkml:trace>
</inkml:ink>
</file>

<file path=ppt/ink/ink3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1:45.2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4288 0 0,'0'0'8571'0'0,"0"6"-8157"0"0,0 16-60 0 0,0-16-87 0 0,5-2 26 0 0,10 8-52 0 0,1 0-1 0 0,1-2 0 0 0,-1 0 0 0 0,2 0 0 0 0,-1-2 1 0 0,1 0-1 0 0,0-1 0 0 0,1-1 0 0 0,0-1 0 0 0,23 4 1 0 0,-17-4 35 0 0,-18-4-137 0 0,0 0-51 0 0,64 5 463 0 0,-64-5-192 0 0,-1-1-148 0 0,-3 0-289 0 0,4 0 314 0 0,-1 0-1 0 0,0 1 1 0 0,1 0-1 0 0,-1 0 1 0 0,0 0 0 0 0,10 4-1 0 0,-16 2-61 0 0,1 1-121 0 0,-1-5-25 0 0,0 0 0 0 0,0 0 0 0 0,0 1 0 0 0,0-1 0 0 0,0 0 0 0 0,-1 0-1 0 0,0 0 1 0 0,1 0 0 0 0,-3 5 0 0 0,-16 58-224 0 0,-3-1 0 0 0,-37 78 0 0 0,-14-12-3324 0 0,49-95-921 0 0,-43 48 0 0 0,36-51-3060 0 0</inkml:trace>
</inkml:ink>
</file>

<file path=ppt/ink/ink3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1:51.5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76 157 3988 0 0,'0'0'6214'0'0,"-3"-3"-4659"0"0,-27-20 4476 0 0,22 16-5849 0 0,4 4 1822 0 0,3 2-1853 0 0,0-1-1 0 0,0 0 0 0 0,0 1 0 0 0,0-1 0 0 0,-1 0 0 0 0,1 1 0 0 0,0 0 0 0 0,-1-1 0 0 0,1 1 0 0 0,-4-2 0 0 0,2-1 1717 0 0,1-1-1463 0 0,-4-13-88 0 0,4 13 130 0 0,15-13-159 0 0,-10 14-180 0 0,1 2-41 0 0,15-7-14 0 0,-14 7-8 0 0,0 0-15 0 0,56-7 138 0 0,-54 9-148 0 0,-2 1-78 0 0,0 0-21 0 0,-1 1-1 0 0,1 0 0 0 0,-1 0 0 0 0,0 0 0 0 0,0 0 1 0 0,0 1-1 0 0,0 0 0 0 0,0-1 0 0 0,0 1 0 0 0,-1 1 1 0 0,1-1-1 0 0,-1 0 0 0 0,0 1 0 0 0,0 0 0 0 0,3 4 1 0 0,-4-3-219 0 0,-2 0 6 0 0,2 17 17 0 0,-2-16 7 0 0,-1 1 16 0 0,-3 11 77 0 0,-1 0-1 0 0,0 0 1 0 0,-2-1-1 0 0,0 1 1 0 0,0-2-1 0 0,-2 1 1 0 0,0-1-1 0 0,-17 22 1 0 0,23-34 111 0 0,0 0 5 0 0,-11 13-5 0 0,11-13-50 0 0,2-4-133 0 0,0 1 147 0 0,1 0 0 0 0,-1 0 0 0 0,0-1 0 0 0,0 1 0 0 0,1 0 0 0 0,-1 0 0 0 0,1 0 0 0 0,-1 0 1 0 0,1 0-1 0 0,-1 0 0 0 0,1 0 0 0 0,-1 0 0 0 0,1 0 0 0 0,0 0 0 0 0,0 1 0 0 0,-1 0 0 0 0,19-9-64 0 0,-14 5 19 0 0,0-2 31 0 0,17-17 17 0 0,-1 0-1 0 0,-1-1 1 0 0,0-1-1 0 0,-2-1 1 0 0,19-34-1 0 0,14-54-93 0 0,-48 107 230 0 0,0 1-5 0 0,4-12-7 0 0,-4 12 53 0 0,-1 0-157 0 0,3-11 34 0 0,-14 24 3 0 0,7-6 58 0 0,1 2 15 0 0,-4 16 5 0 0,4-16-28 0 0,0 2 2 0 0,-4 20-16 0 0,4-20-1 0 0,2 1 63 0 0,-1 23 50 0 0,0-23-48 0 0,2 0-14 0 0,0 4-5 0 0,1 1 0 0 0,0-1 0 0 0,1 0 0 0 0,0 0 0 0 0,1 0 0 0 0,0 0 0 0 0,11 20 0 0 0,-12-28-12 0 0,1 0-40 0 0,13 13-120 0 0,-12-13 100 0 0,0-2 17 0 0,19 9-26 0 0,-18-8-57 0 0,0-2-62 0 0,62-4-1698 0 0,-61 1 1466 0 0,-1 1 0 0 0,1-1-1 0 0,-1 0 1 0 0,0-1 0 0 0,0 0 0 0 0,0 0-1 0 0,0 0 1 0 0,5-4 0 0 0,-5 3 173 0 0,34-24-3407 0 0,-17 9-587 0 0,-3 4-157 0 0</inkml:trace>
</inkml:ink>
</file>

<file path=ppt/ink/ink3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1:51.9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93 56 3128 0 0,'0'0'1196'0'0,"-5"-2"-77"0"0,-4-1-7 0 0,0 1-1 0 0,-1 1 1 0 0,-16-2 0 0 0,19 3 563 0 0,2 0-1311 0 0,3 0-488 0 0,-17-2 1130 0 0,22-2 172 0 0,18-3-444 0 0,35-7-42 0 0,-50 13-572 0 0,0-1-30 0 0,18-4-38 0 0,-19 5-95 0 0,1-1-422 0 0,15-3 12 0 0,-16 4-154 0 0</inkml:trace>
</inkml:ink>
</file>

<file path=ppt/ink/ink3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1:52.5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215 158 3636 0 0,'12'-19'1367'0'0,"-10"16"-254"0"0,0-3-243 0 0,6-18-167 0 0,-6 19-133 0 0,-2-1-111 0 0,1 0-271 0 0,-1 0-1 0 0,0-1 1 0 0,-1 1-1 0 0,0 0 1 0 0,0 0-1 0 0,0 0 1 0 0,0 1-1 0 0,-1-1 1 0 0,0 0-1 0 0,0 0 1 0 0,-5-8-1 0 0,4 10 216 0 0,-2 3-249 0 0,0-2-127 0 0,3 2-8 0 0,1 0 1 0 0,-1 1-1 0 0,1-1 1 0 0,-1 0 0 0 0,0 0-1 0 0,1 1 1 0 0,-1-1-1 0 0,0 1 1 0 0,0 0 0 0 0,-3-1-1 0 0,0 2 44 0 0,1 0 0 0 0,-1-1 0 0 0,0 2 0 0 0,1-1 0 0 0,-1 0 0 0 0,1 1 0 0 0,-1 0 0 0 0,1 0 0 0 0,0 0 0 0 0,0 1 1 0 0,0-1-1 0 0,0 1 0 0 0,-4 4 0 0 0,-35 37 129 0 0,39-40-167 0 0,-4 5 24 0 0,1 1 0 0 0,0-1-1 0 0,1 2 1 0 0,-8 13 0 0 0,11-18-41 0 0,-6 10 37 0 0,3 2-20 0 0,3-5 18 0 0,-3 10-48 0 0,5-18-10 0 0,0 1 21 0 0,-1 5-97 0 0,0 0-1 0 0,1-1 1 0 0,1 19 0 0 0,0-23-63 0 0,8 3-162 0 0,-8-8 301 0 0,1-1 0 0 0,-1 1 1 0 0,0-1-1 0 0,0 1 0 0 0,1-1 1 0 0,-1 1-1 0 0,0-1 0 0 0,1 1 0 0 0,-1-1 1 0 0,0 0-1 0 0,1 1 0 0 0,-1-1 1 0 0,1 1-1 0 0,-1-1 0 0 0,0 0 0 0 0,1 0 1 0 0,-1 1-1 0 0,1-1 0 0 0,-1 0 1 0 0,1 0-1 0 0,-1 1 0 0 0,2-1 0 0 0,5-1-36 0 0,19-1 39 0 0,-24 2 15 0 0,-1 0 1 0 0,1 0-1 0 0,0 0 0 0 0,0-1 0 0 0,-1 1 0 0 0,1 0 1 0 0,0-1-1 0 0,-1 1 0 0 0,1-1 0 0 0,-1 0 0 0 0,1 0 1 0 0,-1 1-1 0 0,1-1 0 0 0,-1 0 0 0 0,1 0 0 0 0,1-2 1 0 0,1-1 10 0 0,3-1 73 0 0,0-1-1 0 0,0 0 1 0 0,-1 0-1 0 0,1 0 0 0 0,-2-1 1 0 0,1 0-1 0 0,-1 0 1 0 0,0-1-1 0 0,0 0 0 0 0,-1 0 1 0 0,4-8-1 0 0,28-66 1360 0 0,-34 77-1138 0 0,0 1-16 0 0,4-13-22 0 0,-4 12 1803 0 0,-1 5-2065 0 0,-1 1 0 0 0,1-1 1 0 0,-1 0-1 0 0,0 0 1 0 0,1 0-1 0 0,-1 1 0 0 0,1-1 1 0 0,-1 0-1 0 0,1 0 0 0 0,-1 1 1 0 0,0-1-1 0 0,1 0 1 0 0,-1 1-1 0 0,0-1 0 0 0,1 1 1 0 0,-1-1-1 0 0,0 0 1 0 0,1 1-1 0 0,-1-1 0 0 0,0 1 1 0 0,0-1-1 0 0,0 1 1 0 0,1-1-1 0 0,-1 1 0 0 0,0-1 1 0 0,0 1-1 0 0,0 0-3 0 0,0-1 0 0 0,0 1 0 0 0,0-1 0 0 0,0 1 0 0 0,1-1 0 0 0,-1 1 0 0 0,0-1-1 0 0,0 1 1 0 0,1-1 0 0 0,-1 1 0 0 0,0-1 0 0 0,0 0 0 0 0,1 1 0 0 0,-1-1 0 0 0,0 1 0 0 0,1-1 0 0 0,-1 0 0 0 0,1 1 0 0 0,-1-1 0 0 0,0 0-1 0 0,1 0 1 0 0,-1 1 0 0 0,1-1 0 0 0,-1 0 0 0 0,1 0 0 0 0,0 1 0 0 0,0 4 91 0 0,3 19-341 0 0,2-1 1 0 0,1 0-1 0 0,0 0 1 0 0,15 30-1 0 0,-18-48-199 0 0,-1 0-1 0 0,1 0 0 0 0,1 0 1 0 0,-1 0-1 0 0,1-1 1 0 0,-1 0-1 0 0,1 0 0 0 0,1 0 1 0 0,-1-1-1 0 0,0 1 1 0 0,8 2-1 0 0,-8-4-963 0 0,0 0-364 0 0,16 3-1223 0 0</inkml:trace>
</inkml:ink>
</file>

<file path=ppt/ink/ink3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1:53.2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0 199 3120 0 0,'1'-4'1084'0'0,"3"-15"160"0"0,-3 14-177 0 0,2 0-226 0 0,1-4-452 0 0,1 1 0 0 0,0-1 0 0 0,1 1 0 0 0,-1 0 0 0 0,2 0 0 0 0,-1 1 0 0 0,11-10 0 0 0,0 5-45 0 0,-13 9-3 0 0,2 0 1 0 0,16-7 68 0 0,-16 8 55 0 0,0 1-235 0 0,18-3-85 0 0,-18 3 66 0 0,-2 5-128 0 0,11 11-9 0 0,-11-11 52 0 0,-4 3-34 0 0,0 6 79 0 0,-1 0 1 0 0,-1 0 0 0 0,0 0-1 0 0,-1 0 1 0 0,-9 24 0 0 0,-25 44 157 0 0,35-77-295 0 0,0 1 23 0 0,1-4-117 0 0,1 1 9 0 0,0-1-1 0 0,-1 1 1 0 0,1 0 0 0 0,-1 0-1 0 0,0-1 1 0 0,1 1-1 0 0,-1-1 1 0 0,0 1 0 0 0,0-1-1 0 0,0 1 1 0 0,0-1 0 0 0,-2 2-1 0 0,6 0-149 0 0,-2-1 166 0 0,0-1 1 0 0,0 1-1 0 0,0-1 0 0 0,0 1 1 0 0,1-1-1 0 0,-1 0 0 0 0,0 0 1 0 0,0 1-1 0 0,1-1 0 0 0,1 1 1 0 0,2-6-131 0 0,8-7 79 0 0,0-1 0 0 0,0-1 0 0 0,-1-1 0 0 0,-1 1-1 0 0,0-2 1 0 0,-1 1 0 0 0,0-2 0 0 0,11-24 0 0 0,17-34 439 0 0,-3-14 1317 0 0,-33 83-96 0 0,-1 10-1519 0 0,1 17-3 0 0,-1-16 14 0 0,-1 1-20 0 0,1 5-73 0 0,0 0 0 0 0,0 0 1 0 0,1 0-1 0 0,0-1 0 0 0,1 1 1 0 0,1 0-1 0 0,0-1 0 0 0,6 12 1 0 0,-2-8-120 0 0,-6-11-18 0 0,1 0-10 0 0,12 10-26 0 0,-12-10 0 0 0,-1-4 175 0 0,-1 1-1 0 0,1-1 1 0 0,-1 0-1 0 0,1 1 1 0 0,-1-1-1 0 0,1 1 1 0 0,-1-1-1 0 0,0 1 1 0 0,1 0-1 0 0,-1 0 1 0 0,0-1-1 0 0,2 3 1 0 0,0-1-28 0 0,2 0-84 0 0,2-2-104 0 0,-2-1 230 0 0,-1 1-13 0 0,1 0-1 0 0,0 0 1 0 0,-1-1-1 0 0,1 0 1 0 0,0 0-1 0 0,-1 0 1 0 0,1-1-1 0 0,-1 1 1 0 0,1-1-1 0 0,-1 0 0 0 0,5-3 1 0 0,1-3 184 0 0,-1-1 0 0 0,-1 1 0 0 0,1-1 0 0 0,-2-1 0 0 0,1 1 0 0 0,-1-1 0 0 0,-1-1 0 0 0,1 1 0 0 0,-2-1 0 0 0,6-15-1 0 0,-9 21 181 0 0,1 0-31 0 0,6-14-39 0 0,-7 14 1438 0 0,0 10-1628 0 0,3 19-12 0 0,-4-18-26 0 0,0 1 4 0 0,3 20-5 0 0,-3-20-54 0 0,0-1-71 0 0,5 22-83 0 0,-5-22-86 0 0,1 0-135 0 0,8 16-86 0 0,-8-16-94 0 0,1-2-133 0 0,12 10-111 0 0,-11-10-159 0 0,1-2-136 0 0,0 0 612 0 0,7 3 192 0 0,6-5-3507 0 0,7-4 632 0 0,-19 3-2277 0 0</inkml:trace>
</inkml:ink>
</file>

<file path=ppt/ink/ink3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1:53.6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242 54 3032 0 0,'-6'-3'291'0'0,"-1"0"0"0"0,0 0 1 0 0,0 1-1 0 0,0-1 0 0 0,0 2 0 0 0,-1-1 0 0 0,1 1 0 0 0,-1 0 0 0 0,1 1 0 0 0,0 0 0 0 0,-1 0 1 0 0,1 0-1 0 0,-1 1 0 0 0,1 0 0 0 0,0 1 0 0 0,0 0 0 0 0,0 0 0 0 0,-1 0 0 0 0,2 1 0 0 0,-12 5 1 0 0,-41 35 1130 0 0,56-40-1229 0 0,2-1-166 0 0,1-1-1 0 0,-1 1 1 0 0,0-1 0 0 0,0 1 0 0 0,1-1-1 0 0,-1 1 1 0 0,0-1 0 0 0,0 1 0 0 0,0-1-1 0 0,0 0 1 0 0,-1 1 0 0 0,-1 1 0 0 0,2-2 22 0 0,-2 3 568 0 0,4 2-427 0 0,4 23 385 0 0,0-26-360 0 0,14 7 60 0 0,-14-8 478 0 0,3-2-281 0 0,22 0-13 0 0,-22 0 49 0 0,-2-2 23 0 0,16-5-67 0 0,-16 5 62 0 0,-2-1-27 0 0,11-11-51 0 0,-11 11-62 0 0,-3 1-345 0 0,-1 0 0 0 0,0 0 0 0 0,1 0 0 0 0,-1 1 0 0 0,1-1 0 0 0,0 0 0 0 0,-1 0 0 0 0,1 1 0 0 0,0-1 1 0 0,0 1-1 0 0,0-1 0 0 0,2-2 0 0 0,0 1 41 0 0,-1-3 140 0 0,-2 0-50 0 0,-1-19-51 0 0,0 19-46 0 0,0 1-3 0 0,-4-18-24 0 0,3 18-10 0 0,-1 0-82 0 0,-10-13-99 0 0,10 13-61 0 0,1 4 146 0 0,0 0 0 0 0,0 1 0 0 0,1-1 0 0 0,-1 0 0 0 0,0 0 0 0 0,1 0 0 0 0,-1-1 0 0 0,1 1-1 0 0,-3-3 1 0 0,1 2-342 0 0,-2 4-2165 0 0,2 0 2278 0 0,-15 5-1387 0 0,21-3 439 0 0,33 31-5453 0 0</inkml:trace>
</inkml:ink>
</file>

<file path=ppt/ink/ink3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1:53.9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476 5 4724 0 0,'0'0'8259'0'0,"-5"-1"-7687"0"0,3 0-483 0 0,-1 0 0 0 0,0 1 0 0 0,0-1 0 0 0,0 1 0 0 0,0 0 0 0 0,0 0 1 0 0,0 0-1 0 0,1 0 0 0 0,-1 0 0 0 0,0 0 0 0 0,0 1 0 0 0,0 0 0 0 0,0-1 1 0 0,1 1-1 0 0,-1 0 0 0 0,0 1 0 0 0,1-1 0 0 0,-1 0 0 0 0,-4 4 0 0 0,-47 32 771 0 0,51-36-830 0 0,1 1 0 0 0,0-1 0 0 0,1 1 0 0 0,-1-1 0 0 0,0 1 0 0 0,0 0 0 0 0,1 0 0 0 0,-1 0 0 0 0,1 0 0 0 0,-3 4 0 0 0,0 0 29 0 0,3-5-46 0 0,0 0 1 0 0,0 0 0 0 0,1 0-1 0 0,-1 1 1 0 0,0-1 0 0 0,0 0-1 0 0,0 0 1 0 0,1 1 0 0 0,-1-1 0 0 0,1 1-1 0 0,-1-1 1 0 0,1 0 0 0 0,0 1-1 0 0,-1-1 1 0 0,1 1 0 0 0,0-1 0 0 0,0 4-1 0 0,0-1 23 0 0,-1 1-11 0 0,1 0-1 0 0,0 0 1 0 0,0 0-1 0 0,0 0 0 0 0,0 0 1 0 0,1 0-1 0 0,0 0 1 0 0,0 0-1 0 0,0 0 1 0 0,1 0-1 0 0,3 7 0 0 0,26 49 103 0 0,-7-23-21 0 0,-15-26-74 0 0,-2 1 1 0 0,1-1-1 0 0,6 19 0 0 0,-7-3-61 0 0,-6-27 21 0 0,-1 1-1 0 0,0-1 1 0 0,0 0-1 0 0,0 0 1 0 0,0 0-1 0 0,0 1 1 0 0,0-1-1 0 0,-1 0 1 0 0,1 0-1 0 0,0 0 1 0 0,0 0-1 0 0,-1 0 1 0 0,1 0-1 0 0,-1 1 1 0 0,1-1-1 0 0,-1 0 1 0 0,0 0 0 0 0,1 0-1 0 0,-1 0 1 0 0,0-1-1 0 0,0 2 1 0 0,-1 0-34 0 0,-7 7-306 0 0,-7 0-122 0 0,0-1 0 0 0,-1-1 0 0 0,0 0 1 0 0,0-1-1 0 0,-1 0 0 0 0,-29 4 0 0 0,-124 10-6526 0 0,78-15 403 0 0</inkml:trace>
</inkml:ink>
</file>

<file path=ppt/ink/ink3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1:56.1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119 65 5244 0 0,'0'0'1808'0'0,"0"-6"-271"0"0,0-4-435 0 0,-1 0 1 0 0,-1 0 0 0 0,-3-14-1 0 0,3 19-438 0 0,2 6-650 0 0,0-1 0 0 0,0 0 0 0 0,0 1-1 0 0,0-1 1 0 0,0 0 0 0 0,0 1 0 0 0,0-1 0 0 0,0 0-1 0 0,-1 1 1 0 0,1-1 0 0 0,0 0 0 0 0,0 0 0 0 0,0 1-1 0 0,-1-1 1 0 0,1 0 0 0 0,0 0 0 0 0,0 1-1 0 0,-1-1 1 0 0,1 0 0 0 0,0 0 0 0 0,0 0 0 0 0,-1 0-1 0 0,1 1 1 0 0,0-1 0 0 0,-1 0 0 0 0,1 0 0 0 0,0 0-1 0 0,-1 0 1 0 0,1 0 0 0 0,0 0 0 0 0,-1 0 0 0 0,1 0-1 0 0,-1 0 8 0 0,0 1 0 0 0,0-1-1 0 0,0 0 1 0 0,0 1 0 0 0,0-1-1 0 0,0 0 1 0 0,1 1 0 0 0,-1-1-1 0 0,0 1 1 0 0,0-1 0 0 0,0 1 0 0 0,1-1-1 0 0,-1 1 1 0 0,0 0 0 0 0,1-1-1 0 0,-1 1 1 0 0,0 0 0 0 0,1 0-1 0 0,-1 0 1 0 0,1-1 0 0 0,-1 2-1 0 0,-12 28 207 0 0,2 0 0 0 0,1 1-1 0 0,1 0 1 0 0,-8 55-1 0 0,-5 132-434 0 0,20-193-112 0 0,4 14-211 0 0,21 52-2413 0 0,-21-87 2105 0 0,3-1-261 0 0,13 10-261 0 0,-13-10-144 0 0,1-3-1026 0 0,24 0-1796 0 0</inkml:trace>
</inkml:ink>
</file>

<file path=ppt/ink/ink3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1:56.5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373 59 3916 0 0,'1'-5'1200'0'0,"3"-14"-137"0"0,-3 14 1496 0 0,-2 0-2123 0 0,-5-15-80 0 0,5 15 246 0 0,-3 7-543 0 0,0 0 0 0 0,0 0 0 0 0,0 0 0 0 0,0 0 0 0 0,1 1 0 0 0,-1-1 0 0 0,1 1 0 0 0,0 0 0 0 0,0 0 0 0 0,0 0 0 0 0,-3 4 0 0 0,5-6-47 0 0,-94 106 333 0 0,69-74-260 0 0,-2-2-1 0 0,-49 43 0 0 0,53-59 66 0 0,18-12-126 0 0,1 0 32 0 0,4-3-54 0 0,-1 0 1 0 0,0 0-1 0 0,1 1 1 0 0,-1-1 0 0 0,1 1-1 0 0,-1-1 1 0 0,1 1-1 0 0,-1 0 1 0 0,1-1-1 0 0,-1 1 1 0 0,1 0-1 0 0,-2 1 1 0 0,-1 0-35 0 0,-1 1-187 0 0,1-5 243 0 0,-13-6-34 0 0,13 7-10 0 0,2-4-50 0 0,-3-12 27 0 0,4 13-4 0 0,2-1 12 0 0,24-37 78 0 0,-22 38 19 0 0,3 2 46 0 0,15-8-26 0 0,-16 8 3 0 0,1 0 22 0 0,1 1-66 0 0,18-6 199 0 0,-18 9-75 0 0,3 1-65 0 0,1 0 0 0 0,-1 1 0 0 0,0 0 0 0 0,0 1 0 0 0,0 0 0 0 0,0 1 0 0 0,-1 0 0 0 0,12 9 0 0 0,25 35 245 0 0,-30-32-243 0 0,1 8-77 0 0,50 73-3632 0 0,-64-96 1880 0 0,2-1-1281 0 0,18 11-2176 0 0</inkml:trace>
</inkml:ink>
</file>

<file path=ppt/ink/ink3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1:56.8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67 4104 0 0,'0'0'9136'0'0,"7"-1"-8865"0"0,72-10 50 0 0,51-9-1476 0 0,-56 2-2719 0 0,-58 14 644 0 0,22-9-2303 0 0</inkml:trace>
</inkml:ink>
</file>

<file path=ppt/ink/ink3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1:57.3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32 4772 0 0,'0'0'1829'0'0,"0"-5"-322"0"0,2-21 4378 0 0,1 30-5448 0 0,0-1-333 0 0,-2-2-77 0 0,0 0 1 0 0,1 0-1 0 0,-1 0 1 0 0,0 0-1 0 0,0 0 1 0 0,0 0-1 0 0,-1 0 1 0 0,1 0-1 0 0,0 1 1 0 0,0-1-1 0 0,-1 0 1 0 0,1 1 0 0 0,-1-1-1 0 0,1 0 1 0 0,-1 1-1 0 0,1-1 1 0 0,-1 1-1 0 0,0 2 1 0 0,9 61 523 0 0,-1 44-190 0 0,-3-35-1049 0 0,0-21-163 0 0,0-29-184 0 0,1-1-1 0 0,11 27 1 0 0,-15-45 133 0 0,3-3-268 0 0,-2 0 746 0 0,-2 0 235 0 0,1-1 0 0 0,-1 0 0 0 0,0 0 0 0 0,1-1-1 0 0,-1 1 1 0 0,1 0 0 0 0,-1 0 0 0 0,1-1-1 0 0,-1 1 1 0 0,1-1 0 0 0,-1 1 0 0 0,4 0 0 0 0,2-2-2153 0 0,31-4-1645 0 0</inkml:trace>
</inkml:ink>
</file>

<file path=ppt/ink/ink3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1:57.5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279 26 4064 0 0,'1'-4'1925'0'0,"6"-18"5239"0"0,-13 22-6696 0 0,-19 0-76 0 0,14 4-76 0 0,-18 22-101 0 0,1 2 1 0 0,1 1 0 0 0,-31 42-1 0 0,56-67-213 0 0,-15 17-611 0 0,2 2 0 0 0,0 0-1 0 0,2 0 1 0 0,0 1 0 0 0,-14 40 0 0 0,26-59-159 0 0,8 22-1078 0 0,-6-22 783 0 0,17 14-3325 0 0</inkml:trace>
</inkml:ink>
</file>

<file path=ppt/ink/ink3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1:58.8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242 444 3784 0 0,'13'-19'1479'0'0,"-10"15"-175"0"0,-1 0-147 0 0,9-12-60 0 0,-8 12-34 0 0,-2 0-126 0 0,6-15-83 0 0,-5 14-45 0 0,-1 1-54 0 0,1-5-175 0 0,0 0 0 0 0,-1 0 1 0 0,0 0-1 0 0,0-9 0 0 0,-2 11-159 0 0,-1 3-56 0 0,-7-15-43 0 0,7 15-49 0 0,-3 0-71 0 0,-14-9-19 0 0,15 9-39 0 0,-15 0-7 0 0,18 3-129 0 0,-1 1 1 0 0,1-1-1 0 0,-1 0 0 0 0,1 1 1 0 0,-1 0-1 0 0,0-1 0 0 0,1 1 0 0 0,-1 0 1 0 0,1 0-1 0 0,-1 0 0 0 0,0 0 0 0 0,1 0 1 0 0,-1 0-1 0 0,0 0 0 0 0,1 1 0 0 0,-3 0 1 0 0,-60 17 335 0 0,56-13-318 0 0,-1-1 0 0 0,1 1 0 0 0,0 1 0 0 0,1-1 0 0 0,-1 1 0 0 0,1 1 0 0 0,0 0 0 0 0,1-1 0 0 0,0 2 0 0 0,0-1 0 0 0,-7 12 0 0 0,11-16-13 0 0,-5 6-6 0 0,-5 13 8 0 0,6-4-10 0 0,-11 43-94 0 0,16-56 23 0 0,2 3-12 0 0,7 51-411 0 0,-7-55 307 0 0,0-2 168 0 0,-1-1 1 0 0,1 1 0 0 0,0-1 0 0 0,0 1 0 0 0,-1-1 0 0 0,1 1-1 0 0,0-1 1 0 0,0 1 0 0 0,0-1 0 0 0,0 0 0 0 0,1 0-1 0 0,1 2 1 0 0,-2-1-11 0 0,2 2-140 0 0,1-3-28 0 0,14 6 5 0 0,-14-6 45 0 0,2-2 15 0 0,16-2-2 0 0,-16 2 14 0 0,9-9 18 0 0,-13 10 94 0 0,0-1-1 0 0,-1 1 1 0 0,1-1-1 0 0,0 0 1 0 0,-1 1 0 0 0,1-1-1 0 0,0 0 1 0 0,-1 0-1 0 0,1 0 1 0 0,-1 0 0 0 0,0-1-1 0 0,2 0 1 0 0,38-37 28 0 0,-37 35-10 0 0,-1-1 0 0 0,0 1 0 0 0,0-1 0 0 0,0 1 0 0 0,0-1 1 0 0,-1 0-1 0 0,0 0 0 0 0,0 0 0 0 0,1-8 0 0 0,-1 8-26 0 0,0-1 47 0 0,0 2 2 0 0,2-10 26 0 0,-8 30-42 0 0,2-12-6 0 0,4 2-25 0 0,14 51-107 0 0,-14-51 32 0 0,1-1-23 0 0,11 15-7 0 0,-11-15-35 0 0,2-2-45 0 0,15 9-34 0 0,-15-9-69 0 0,0-2-4 0 0,2 0 165 0 0,1-1 1 0 0,0 0 0 0 0,-1 0 0 0 0,1 0-1 0 0,-1-1 1 0 0,1 0 0 0 0,-1-1-1 0 0,1 0 1 0 0,-1 0 0 0 0,0-1 0 0 0,0 1-1 0 0,0-1 1 0 0,0-1 0 0 0,7-4-1 0 0,-3 1 73 0 0,1-1-1 0 0,-1-1 0 0 0,-1 0 0 0 0,0 0 1 0 0,0-1-1 0 0,-1 0 0 0 0,13-17 0 0 0,-9 6 127 0 0,-1 1 0 0 0,-1-1-1 0 0,-1-1 1 0 0,-1 0 0 0 0,0 0 0 0 0,6-31-1 0 0,-7 19 264 0 0,-3 1-1 0 0,0-1 0 0 0,-1-52 0 0 0,-4 80-260 0 0,0 0 0 0 0,-1 1 0 0 0,0-1 0 0 0,0 0 0 0 0,0 0-1 0 0,-1 1 1 0 0,1-1 0 0 0,-5-7 0 0 0,3 6 39 0 0,2 3 346 0 0,-4 2-250 0 0,-14-5-46 0 0,15 5-53 0 0,0 7-85 0 0,-32 54 327 0 0,34-56-330 0 0,0 0 0 0 0,1 0 0 0 0,0 0 0 0 0,0 0 0 0 0,0 0 0 0 0,0 0 0 0 0,0 0 0 0 0,0 0 0 0 0,1 0 0 0 0,-1 1 0 0 0,1 4 0 0 0,0 4 14 0 0,-6 66 102 0 0,5-35-207 0 0,3 0 0 0 0,1 0 0 0 0,2 0 0 0 0,21 82 1 0 0,-23-115-158 0 0,0 0 0 0 0,1-1 0 0 0,1 0 0 0 0,-1 1 1 0 0,1-2-1 0 0,1 1 0 0 0,-1-1 0 0 0,2 1 1 0 0,-1-2-1 0 0,1 1 0 0 0,0-1 0 0 0,0 0 1 0 0,1 0-1 0 0,0-1 0 0 0,1 0 0 0 0,11 7 0 0 0,-16-12 39 0 0,0 1-1 0 0,-1-1 0 0 0,1 0 1 0 0,0 0-1 0 0,0 0 1 0 0,0-1-1 0 0,0 1 0 0 0,0-1 1 0 0,0 0-1 0 0,0 0 0 0 0,0-1 1 0 0,0 1-1 0 0,0-1 0 0 0,5-1 1 0 0,-6 1 83 0 0,7-1-80 0 0,-1-2-1 0 0,0 1 0 0 0,0-1 0 0 0,-1 0 1 0 0,1-1-1 0 0,-1 0 0 0 0,0-1 1 0 0,0 1-1 0 0,-1-1 0 0 0,0-1 1 0 0,0 1-1 0 0,0-2 0 0 0,8-10 1 0 0,-8 8 318 0 0,0 0 1 0 0,-1-1 0 0 0,0 0 0 0 0,0 0 0 0 0,-1 0-1 0 0,0-1 1 0 0,-1 0 0 0 0,-1 0 0 0 0,3-13 0 0 0,0-40 1501 0 0,-6 59-1023 0 0,-1 0-44 0 0,-3-20-6 0 0,3 19-31 0 0,-2 3-25 0 0,1 3-382 0 0,1 0-1 0 0,-1 0 1 0 0,1 0 0 0 0,-1-1-1 0 0,1 1 1 0 0,0-1 0 0 0,0 1-1 0 0,-1-1 1 0 0,1 1 0 0 0,-1-4-1 0 0,-4 5 211 0 0,2 1-293 0 0,2-2 8 0 0,-1 1-1 0 0,0 1 1 0 0,1-1-1 0 0,-1 0 1 0 0,0 1-1 0 0,1-1 1 0 0,-1 1-1 0 0,1 0 1 0 0,-1 0-1 0 0,1 0 1 0 0,-1 0-1 0 0,1 0 1 0 0,-1 0-1 0 0,1 1 1 0 0,0-1-1 0 0,0 1 1 0 0,0 0-1 0 0,0 0 1 0 0,-3 3-1 0 0,-25 46 317 0 0,26-41-323 0 0,1-1-1 0 0,0 1 0 0 0,0 0 0 0 0,1 0 1 0 0,0 0-1 0 0,0 0 0 0 0,2 1 0 0 0,-1-1 1 0 0,1 0-1 0 0,1 0 0 0 0,-1 1 0 0 0,2-1 1 0 0,0 0-1 0 0,0 0 0 0 0,0 0 1 0 0,8 18-1 0 0,-8-23-60 0 0,0-1 0 0 0,0 0 1 0 0,0 1-1 0 0,1-1 0 0 0,0 0 0 0 0,-1 0 1 0 0,1 0-1 0 0,1-1 0 0 0,-1 1 0 0 0,5 4 1 0 0,-6-6 10 0 0,2 0-6 0 0,-1 0 1 0 0,1 0-1 0 0,-1 0 0 0 0,1 0 0 0 0,0-1 0 0 0,0 1 0 0 0,0-1 0 0 0,-1 0 0 0 0,1 0 0 0 0,0 0 0 0 0,1-1 0 0 0,-1 0 0 0 0,0 1 0 0 0,4-2 0 0 0,-4 1 33 0 0,1 0-15 0 0,0 0 0 0 0,0 0-1 0 0,0-1 1 0 0,0 1 0 0 0,0-1 0 0 0,-1-1-1 0 0,1 1 1 0 0,0-1 0 0 0,-1 0-1 0 0,1 0 1 0 0,-1 0 0 0 0,7-4-1 0 0,-7 3 11 0 0,6-2 20 0 0,-1-1-1 0 0,-1 0 1 0 0,1-1 0 0 0,-1 0 0 0 0,0 0-1 0 0,-1-1 1 0 0,1 0 0 0 0,-2 0 0 0 0,1 0 0 0 0,-1-1-1 0 0,0 0 1 0 0,7-17 0 0 0,1-4 375 0 0,-1 0 0 0 0,11-39 0 0 0,-23 64 602 0 0,-2 6-992 0 0,-1-1 0 0 0,1 1-1 0 0,0 0 1 0 0,0-1 0 0 0,0 1-1 0 0,0 0 1 0 0,-1 0 0 0 0,1 0 0 0 0,0 0-1 0 0,1 0 1 0 0,-1 0 0 0 0,0 0-1 0 0,0 1 1 0 0,0-1 0 0 0,1 0-1 0 0,-1 0 1 0 0,0 1 0 0 0,1-1-1 0 0,-1 0 1 0 0,0 3 0 0 0,-5 20 37 0 0,5-18-36 0 0,-1 0-1 0 0,1 0 1 0 0,1 1-1 0 0,-1-1 1 0 0,1 0 0 0 0,1 1-1 0 0,0 8 1 0 0,0-9-14 0 0,0 0-28 0 0,0 0 0 0 0,0 0 0 0 0,1 0 0 0 0,0-1 0 0 0,0 1 0 0 0,0 0 0 0 0,0-1 0 0 0,5 7 0 0 0,-4-6-16 0 0,0-2-43 0 0,0 0-1 0 0,-1-1 1 0 0,1 1-1 0 0,0 0 1 0 0,1-1-1 0 0,-1 0 1 0 0,1 0-1 0 0,-1 0 1 0 0,1 0-1 0 0,0-1 0 0 0,4 3 1 0 0,-4-3 7 0 0,-2-1 1 0 0,0 1 0 0 0,0-1 0 0 0,0 0 1 0 0,0 0-1 0 0,1 0 0 0 0,-1 0 1 0 0,0 0-1 0 0,1-1 0 0 0,3 2 0 0 0,1-1-95 0 0,-2 1-411 0 0,4-2-40 0 0,0 2 418 0 0,-6-2 120 0 0,0 1 0 0 0,0-1 0 0 0,0 1 0 0 0,0-1 0 0 0,0 0 0 0 0,0 0 0 0 0,0 0 0 0 0,0-1 0 0 0,0 1 0 0 0,0-1 0 0 0,4-1 0 0 0,61-19-1771 0 0,-52 14 1027 0 0,-14 7 753 0 0,0-1 0 0 0,0 0 0 0 0,0 0 0 0 0,0 0-1 0 0,0 0 1 0 0,0 0 0 0 0,0-1 0 0 0,0 1 0 0 0,0 0-1 0 0,3-4 1 0 0,6-5-873 0 0,-4 4 444 0 0,15-14-128 0 0,-3-6-2850 0 0,1-5-359 0 0</inkml:trace>
</inkml:ink>
</file>

<file path=ppt/ink/ink3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1:59.4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32 225 2760 0 0,'0'0'4087'0'0,"-3"3"-3523"0"0,-1 1-328 0 0,0 0 1 0 0,0 0-1 0 0,1 0 1 0 0,0 1 0 0 0,0-1-1 0 0,-3 6 1 0 0,5-6 450 0 0,1 2-609 0 0,0 0-50 0 0,0-5-10 0 0,0 1-1 0 0,0 0 1 0 0,0 0 0 0 0,0 0-1 0 0,0 0 1 0 0,0 0 0 0 0,1-1-1 0 0,-1 1 1 0 0,0 0-1 0 0,1 0 1 0 0,1 2 0 0 0,3-3 3 0 0,0-1-5 0 0,0 0 0 0 0,1 1-1 0 0,-1-2 1 0 0,0 1 0 0 0,1 0 0 0 0,-1-1 0 0 0,5-2 0 0 0,-5 2 59 0 0,0-2 16 0 0,3 0 14 0 0,0-1-1 0 0,0 0 0 0 0,-1 0 0 0 0,1-1 1 0 0,-1 0-1 0 0,0 0 0 0 0,-1-1 0 0 0,1 0 1 0 0,-1 0-1 0 0,0 0 0 0 0,-1-1 0 0 0,1 0 1 0 0,-1 0-1 0 0,-1-1 0 0 0,8-15 0 0 0,5-23 543 0 0,-16 41-409 0 0,-2-1 31 0 0,0-19-17 0 0,1 19-23 0 0,-2 2 3 0 0,0 1-188 0 0,0 0 0 0 0,1 0-1 0 0,-1 1 1 0 0,0-1 0 0 0,0 1 0 0 0,0-1 0 0 0,-1 1 0 0 0,1 0 0 0 0,-1 0 0 0 0,1 0 0 0 0,-1 0 0 0 0,-3-2 0 0 0,2 2 77 0 0,-3 4-36 0 0,3-2-73 0 0,0 1 13 0 0,0 0 0 0 0,-1-1 0 0 0,1 1 0 0 0,0 1 0 0 0,0-1 0 0 0,-1 1 0 0 0,1-1 0 0 0,0 1 0 0 0,1 0 1 0 0,-1 1-1 0 0,0-1 0 0 0,1 0 0 0 0,-1 1 0 0 0,-5 6 0 0 0,4-3-6 0 0,-1 1 1 0 0,1 0-1 0 0,0 0 1 0 0,1 0-1 0 0,0 1 0 0 0,0 0 1 0 0,-5 15-1 0 0,8-17-35 0 0,0 0 0 0 0,0 0 0 0 0,0 0 0 0 0,1 1 1 0 0,0-1-1 0 0,0 0 0 0 0,1 0 0 0 0,0 1 0 0 0,0-1 0 0 0,0 0 0 0 0,3 7 0 0 0,-4-11-17 0 0,1 0-1 0 0,-1 0 1 0 0,1 0 0 0 0,0 0-1 0 0,0 1 1 0 0,0-1-1 0 0,0 0 1 0 0,0-1 0 0 0,0 1-1 0 0,1 0 1 0 0,-1 0 0 0 0,3 2-1 0 0,0 1-23 0 0,-3-3 33 0 0,1 0 1 0 0,-1 0 0 0 0,0 0-1 0 0,1 0 1 0 0,-1 0 0 0 0,1-1-1 0 0,0 1 1 0 0,-1 0 0 0 0,1-1-1 0 0,0 1 1 0 0,0-1 0 0 0,0 0 0 0 0,4 2-1 0 0,1 1-45 0 0,-5-2 22 0 0,1 0 1 0 0,-1 0-1 0 0,1 0 1 0 0,0 0-1 0 0,-1 0 1 0 0,1-1 0 0 0,0 1-1 0 0,0-1 1 0 0,6 2-1 0 0,0-1-59 0 0,-6 0 39 0 0,0 0 0 0 0,0-1 1 0 0,1 1-1 0 0,-1-1 0 0 0,0 0 1 0 0,1 0-1 0 0,-1 0 0 0 0,1-1 1 0 0,5 1-1 0 0,0 0-76 0 0,-4 0 57 0 0,-1 1 1 0 0,0-2 0 0 0,1 1-1 0 0,-1 0 1 0 0,1-1-1 0 0,-1 0 1 0 0,1 0 0 0 0,5-1-1 0 0,0 1-71 0 0,11-1-107 0 0,0-1-1 0 0,0 0 0 0 0,0-2 1 0 0,0 0-1 0 0,-1-1 1 0 0,0-1-1 0 0,0-1 0 0 0,0-1 1 0 0,-1-1-1 0 0,0-1 0 0 0,-1 0 1 0 0,0-1-1 0 0,22-18 0 0 0,-35 25 196 0 0,3-1 0 0 0,-1 0 0 0 0,-1 0 0 0 0,1-1 0 0 0,-1 0-1 0 0,0 0 1 0 0,0 0 0 0 0,-1-1 0 0 0,1 0 0 0 0,-2 0 0 0 0,1 0 0 0 0,-1-1-1 0 0,4-9 1 0 0,-6 14 56 0 0,0-1 54 0 0,0-1-1 0 0,0 1 1 0 0,0-1 0 0 0,-1 0-1 0 0,0 0 1 0 0,0 0-1 0 0,0 0 1 0 0,0 0-1 0 0,-1 0 1 0 0,0 0-1 0 0,0 1 1 0 0,-1-10-1 0 0,-1 8 223 0 0,-1-1 0 0 0,0 1 0 0 0,0 0 0 0 0,-8-11 0 0 0,9 15-117 0 0,1-1 1 0 0,-1 1-1 0 0,0 0 0 0 0,0 0 1 0 0,-1-1-1 0 0,1 2 0 0 0,0-1 0 0 0,-1 0 1 0 0,1 0-1 0 0,-1 1 0 0 0,1-1 1 0 0,-1 1-1 0 0,0 0 0 0 0,0 0 0 0 0,1 0 1 0 0,-1 0-1 0 0,0 0 0 0 0,0 1 0 0 0,-4-1 1 0 0,-23 7 755 0 0,24-4-516 0 0,2 1-29 0 0,2-2-277 0 0,1 0-42 0 0,0 1 1 0 0,-1-1-1 0 0,1 0 1 0 0,0 0-1 0 0,-1 0 1 0 0,1 0 0 0 0,-1 0-1 0 0,1 0 1 0 0,-1 0-1 0 0,1 0 1 0 0,-1 0-1 0 0,-3 0 1 0 0,4 4 208 0 0,-6 16-5 0 0,6-15-32 0 0,2 0-14 0 0,9 22 13 0 0,1-1-1 0 0,1-1 1 0 0,1 0 0 0 0,23 33 0 0 0,-12-20-41 0 0,-23-38-164 0 0,0 1 1 0 0,1 0-1 0 0,-1 0 0 0 0,0 0 1 0 0,0 1-1 0 0,0-1 1 0 0,-1 0-1 0 0,1 0 0 0 0,0 0 1 0 0,-1 1-1 0 0,0-1 1 0 0,1 3-1 0 0,0 2 1 0 0,-1-6-9 0 0,1 1 0 0 0,-1-1 0 0 0,1 1 0 0 0,-1-1 0 0 0,0 1 1 0 0,0-1-1 0 0,0 1 0 0 0,0-1 0 0 0,0 1 0 0 0,0-1 0 0 0,0 1 0 0 0,0-1 0 0 0,0 1 0 0 0,-1-1 1 0 0,1 1-1 0 0,-1 2 0 0 0,-1 0-36 0 0,-3 8-218 0 0,-2-3 77 0 0,1-1 1 0 0,-1 0 0 0 0,-1 0-1 0 0,0-1 1 0 0,0 0-1 0 0,0 0 1 0 0,-1 0 0 0 0,-17 9-1 0 0,-9-1-1281 0 0,-1-1-1 0 0,0-1 0 0 0,-1-3 1 0 0,0 0-1 0 0,-54 5 0 0 0,19-7-4066 0 0</inkml:trace>
</inkml:ink>
</file>

<file path=ppt/ink/ink3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0:22:28.3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157 0 20244,'0'16828'0</inkml:trace>
</inkml:ink>
</file>

<file path=ppt/ink/ink3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2:29.6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547 89 4460 0 0,'0'0'3033'0'0,"-3"-2"-1897"0"0,-12-8-139 0 0,11 7 601 0 0,0 1-952 0 0,-16-6-89 0 0,15 5-105 0 0,0 2-86 0 0,-13-4 0 0 0,13 4-50 0 0,0-1-14 0 0,-118-26 2083 0 0,118 26-2167 0 0,-1 1-33 0 0,-21-5-20 0 0,21 4-59 0 0,-1 1-99 0 0,-19-3 76 0 0,19 4 89 0 0,1-1 118 0 0,-17-2-204 0 0,17 3-64 0 0,-1 0-178 0 0,-61-2 377 0 0,62 2 70 0 0,-17 0-147 0 0,17 2-115 0 0,1-2 778 0 0,-1 0-679 0 0,-19 0-7 0 0,18 0 454 0 0,2-1-464 0 0,-16-1 1 0 0,16 1 164 0 0,-1 1-2980 0 0,-1 1 2201 0 0,-4-1 150 0 0,-1-1-9461 0 0</inkml:trace>
</inkml:ink>
</file>

<file path=ppt/ink/ink3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2:30.3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297 174 4444 0 0,'1'-4'2011'0'0,"4"-16"-353"0"0,-4 15-293 0 0,0-1-235 0 0,2-19-202 0 0,-3 19-124 0 0,-1-1-88 0 0,-15-52 1512 0 0,14 54-1799 0 0,-2 1-52 0 0,-11-13-60 0 0,12 12-45 0 0,-2 3-38 0 0,-15-5-27 0 0,15 5-15 0 0,-1 4-30 0 0,-1-2-117 0 0,4 0-28 0 0,1 0 0 0 0,0 0 0 0 0,0 1 0 0 0,-1-1 0 0 0,1 1 0 0 0,0-1 0 0 0,0 1 0 0 0,0 0 0 0 0,0 0 0 0 0,0 0 0 0 0,0 0 0 0 0,0 0 0 0 0,-3 2 0 0 0,-9 6 42 0 0,-1 1-1 0 0,1 0 1 0 0,1 0-1 0 0,0 2 1 0 0,0 0-1 0 0,1 0 1 0 0,1 1 0 0 0,0 0-1 0 0,1 1 1 0 0,0 1-1 0 0,1-1 1 0 0,1 1-1 0 0,-11 28 1 0 0,16-36-35 0 0,-6 26 55 0 0,2 11-141 0 0,8-35 24 0 0,1-2 10 0 0,-1-2 26 0 0,0 0-1 0 0,0 0 1 0 0,0 0-1 0 0,1 0 1 0 0,-1-1-1 0 0,1 1 1 0 0,1 0-1 0 0,-1-1 1 0 0,0 0-1 0 0,1 1 1 0 0,0-1-1 0 0,0 0 1 0 0,0 0-1 0 0,1-1 1 0 0,6 7-1 0 0,-6-7 39 0 0,2-1-77 0 0,-1 1 32 0 0,1-2-1 0 0,-1 1 1 0 0,1-1 0 0 0,0 0-1 0 0,0 0 1 0 0,-1 0 0 0 0,1-1-1 0 0,0 0 1 0 0,0 0 0 0 0,0-1-1 0 0,0 1 1 0 0,-1-1 0 0 0,1-1-1 0 0,0 1 1 0 0,10-5 0 0 0,35-29 488 0 0,-45 30-383 0 0,-1 0 1 0 0,0-1-1 0 0,0 1 1 0 0,0-1-1 0 0,-1 0 0 0 0,0 0 1 0 0,0 0-1 0 0,3-8 1 0 0,-4 9-69 0 0,-1 0-27 0 0,0 0 1 0 0,0 0-1 0 0,0 0 0 0 0,0 0 0 0 0,-1-1 0 0 0,0 1 1 0 0,0 0-1 0 0,-1-1 0 0 0,1 1 0 0 0,-1-1 1 0 0,-1-8-1 0 0,1 9-57 0 0,0-1-72 0 0,0-1 1 0 0,-1 1-1 0 0,0-1 0 0 0,0 1 1 0 0,0 0-1 0 0,-1-1 0 0 0,0 1 1 0 0,0 0-1 0 0,-5-8 0 0 0,2 1-367 0 0,1 4-182 0 0,0 1 0 0 0,-1 0-1 0 0,1 0 1 0 0,-2 0-1 0 0,-9-12 1 0 0,-21-12-5400 0 0,11 15-1662 0 0</inkml:trace>
</inkml:ink>
</file>

<file path=ppt/ink/ink3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2:31.6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133 188 4896 0 0,'5'-9'653'0'0,"-4"7"-415"0"0,0 1-1 0 0,0-1 1 0 0,0 1 0 0 0,0-1-1 0 0,-1 0 1 0 0,1 0 0 0 0,0 1 0 0 0,-1-1-1 0 0,1 0 1 0 0,-1 0 0 0 0,1-2 2197 0 0,-2 3-2332 0 0,1-1 1 0 0,0 0 0 0 0,0 1-1 0 0,0-1 1 0 0,0 0-1 0 0,0 1 1 0 0,0-1-1 0 0,1 1 1 0 0,-1-1-1 0 0,0 1 1 0 0,1-1-1 0 0,0-2 1 0 0,0 2 69 0 0,0-3 1489 0 0,-6 9-1429 0 0,-1-1-170 0 0,5-3-45 0 0,-1 1-1 0 0,0 0 1 0 0,1 0-1 0 0,-1 0 1 0 0,0 0-1 0 0,1 0 1 0 0,0 1 0 0 0,-1-1-1 0 0,1 0 1 0 0,0 1-1 0 0,-1-1 1 0 0,1 1-1 0 0,0-1 1 0 0,0 1-1 0 0,-1 1 1 0 0,-48 86 666 0 0,24-38-231 0 0,-1 11-110 0 0,25-56-211 0 0,2-4-113 0 0,0 0 0 0 0,-1-1-1 0 0,1 1 1 0 0,0 0 0 0 0,-1-1 0 0 0,1 1 0 0 0,-1 0 0 0 0,0-1 0 0 0,1 1 0 0 0,-1-1 0 0 0,-1 3-1 0 0,-1 0 23 0 0,1 2 404 0 0,5-4-394 0 0,11 8-13 0 0,-14-10-37 0 0,0 0 1 0 0,0 1-1 0 0,0-1 0 0 0,1 0 0 0 0,-1 0 1 0 0,0 0-1 0 0,0 0 0 0 0,0 0 0 0 0,1 0 1 0 0,-1 0-1 0 0,0 1 0 0 0,0-1 0 0 0,1 0 0 0 0,-1 0 1 0 0,0 0-1 0 0,0 0 0 0 0,1 0 0 0 0,-1 0 1 0 0,0 0-1 0 0,0 0 0 0 0,1 0 0 0 0,-1 0 1 0 0,0 0-1 0 0,0 0 0 0 0,1 0 0 0 0,-1-1 0 0 0,0 1 1 0 0,0 0-1 0 0,1 0 0 0 0,-1 0 0 0 0,0 0 1 0 0,0 0-1 0 0,0 0 0 0 0,1-1 0 0 0,-1 1 1 0 0,0 0-1 0 0,0 0 0 0 0,1-1 0 0 0,31-18 13 0 0,0-3 0 0 0,-1 0 0 0 0,-1-2 0 0 0,51-53 0 0 0,-48 40 375 0 0,-1-1 1 0 0,-3-1-1 0 0,36-61 1 0 0,-62 96-268 0 0,-2 3-118 0 0,-1 1 0 0 0,1 0 0 0 0,-1-1 0 0 0,1 1 0 0 0,-1 0 1 0 0,0-1-1 0 0,1 1 0 0 0,-1-1 0 0 0,1 1 0 0 0,-1 0 0 0 0,0-1 0 0 0,1 1 1 0 0,-1-1-1 0 0,0 1 0 0 0,1-1 0 0 0,-1 1 0 0 0,0-1 0 0 0,0 0 0 0 0,0 1 0 0 0,1-1 1 0 0,-1 1-1 0 0,0-2 0 0 0,0 2 17 0 0,0-1 0 0 0,0 1 0 0 0,0-1 0 0 0,1 1 0 0 0,-1-1 0 0 0,0 0 0 0 0,0 1 0 0 0,0-1 0 0 0,1 1 0 0 0,-1-1 0 0 0,0 1 0 0 0,1-1 1 0 0,-1 1-1 0 0,0-1 0 0 0,1 1 0 0 0,-1 0 0 0 0,1-1 0 0 0,-1 1 0 0 0,1 0 0 0 0,-1-1 0 0 0,1 1 0 0 0,0-1 0 0 0,3 4 28 0 0,15 10-46 0 0,-12-3 6 0 0,19 61-551 0 0,4-1 1 0 0,44 78 0 0 0,44 35-9739 0 0,-87-143 3016 0 0</inkml:trace>
</inkml:ink>
</file>

<file path=ppt/ink/ink3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2:36.1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5036 0 0,'0'0'4769'0'0,"0"6"-4077"0"0,2 15-339 0 0,0 0 0 0 0,1 0 0 0 0,2 0 0 0 0,0 0-1 0 0,1-1 1 0 0,12 28 0 0 0,-4-22-230 0 0,0-9-43 0 0,19 20 18 0 0,-30-34-86 0 0,2-1 11 0 0,15 7 8 0 0,-15-7-10 0 0,0-3 3 0 0,0 0 11 0 0,0-1 1 0 0,0 1-1 0 0,0-1 1 0 0,0 0-1 0 0,0-1 1 0 0,0 1-1 0 0,-1-1 1 0 0,1 0-1 0 0,-1 0 1 0 0,0 0-1 0 0,0 0 1 0 0,4-6-1 0 0,-2 2 77 0 0,-1 0 0 0 0,0 0 0 0 0,0-1 0 0 0,-1 0 0 0 0,0 0 0 0 0,0 0 0 0 0,-1-1 0 0 0,0 0-1 0 0,2-8 1 0 0,17-88 1034 0 0,-21 99-934 0 0,0 0-125 0 0,3-15-39 0 0,-3 16 40 0 0,0 11-125 0 0,41 169 351 0 0,-14-67-324 0 0,-6-18 48 0 0,-4-21-96 0 0,-3 1 0 0 0,7 81 0 0 0,-26-41-110 0 0,3-104 159 0 0,1-4 11 0 0,-1 0-1 0 0,1 0 0 0 0,0 0 1 0 0,-1-1-1 0 0,0 1 1 0 0,1 0-1 0 0,-1 0 0 0 0,0 0 1 0 0,0-1-1 0 0,0 1 1 0 0,0 0-1 0 0,-2 1 0 0 0,1 1 5 0 0,-1 2 35 0 0,-2-3 0 0 0,-16 8 2 0 0,15-8-8 0 0,-1-3-3 0 0,0 1-23 0 0,5 0-7 0 0,0-1 0 0 0,0 0 0 0 0,0 1 0 0 0,0-1 0 0 0,-1 0 1 0 0,1 0-1 0 0,0 0 0 0 0,0-1 0 0 0,0 1 0 0 0,-1 0 0 0 0,1-1 0 0 0,0 1 1 0 0,0-1-1 0 0,-3-1 0 0 0,-54-29-7 0 0,52 26-57 0 0,1 1 1 0 0,1-1-1 0 0,-1-1 1 0 0,1 1-1 0 0,0-1 1 0 0,0 0-1 0 0,0 0 1 0 0,-6-11-1 0 0,8 12 9 0 0,2 3 6 0 0,-1 0 0 0 0,1 0-1 0 0,-1 0 1 0 0,1 0 0 0 0,0-1-1 0 0,0 1 1 0 0,0 0 0 0 0,1-1-1 0 0,-1 1 1 0 0,0-1-1 0 0,1 1 1 0 0,-1-1 0 0 0,1-3-1 0 0,-1-1-101 0 0,0 5 83 0 0,1-1 1 0 0,-1 1 0 0 0,0-1-1 0 0,1 1 1 0 0,0 0 0 0 0,-1-1-1 0 0,1 1 1 0 0,0-1 0 0 0,0 1-1 0 0,0-1 1 0 0,1 1-1 0 0,-1-1 1 0 0,1-2 0 0 0,1-3-130 0 0,-2 5 86 0 0,0 0 1 0 0,0-1 0 0 0,1 1 0 0 0,-1-1-1 0 0,1 1 1 0 0,0 0 0 0 0,0 0 0 0 0,0-1-1 0 0,0 1 1 0 0,0 0 0 0 0,4-5 0 0 0,1-3-174 0 0,5-11-863 0 0,1 1-1 0 0,1 0 1 0 0,1 1-1 0 0,0 0 0 0 0,2 2 1 0 0,27-27-1 0 0,-10 11-3431 0 0</inkml:trace>
</inkml:ink>
</file>

<file path=ppt/ink/ink3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2:36.3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59 81 3424 0 0,'-5'0'1606'0'0,"-44"14"2461"0"0,44-12-2000 0 0,11-6-3005 0 0,0-2 759 0 0,-3 3 24 0 0,0 0-1 0 0,0 1 1 0 0,0-1 0 0 0,0 1-1 0 0,0 0 1 0 0,0 0 0 0 0,7-3-1 0 0,78-44-4656 0 0,-61 34 860 0 0</inkml:trace>
</inkml:ink>
</file>

<file path=ppt/ink/ink3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2:36.9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204 77 2352 0 0,'0'0'2762'0'0,"0"-6"-1714"0"0,-4-23 696 0 0,3 27-1611 0 0,0 0-1 0 0,0 1 1 0 0,0-1-1 0 0,0 0 1 0 0,0 1-1 0 0,0-1 1 0 0,-1 1 0 0 0,1 0-1 0 0,-1-1 1 0 0,-2-1-1 0 0,0-1 485 0 0,3 4-548 0 0,-1 0 1 0 0,1-1-1 0 0,-1 1 0 0 0,1 0 0 0 0,-1-1 1 0 0,1 0-1 0 0,-1 1 0 0 0,1-1 1 0 0,0 0-1 0 0,-1 0 0 0 0,1 0 1 0 0,-2-2-1 0 0,0 1 67 0 0,-1 0 658 0 0,-3 1-454 0 0,-18-1-44 0 0,19 1-32 0 0,6 1-249 0 0,-1 1 1 0 0,1-1 0 0 0,-1 1-1 0 0,1-1 1 0 0,-1 1 0 0 0,1-1-1 0 0,-1 1 1 0 0,0-1 0 0 0,1 0-1 0 0,-1 1 1 0 0,1-1 0 0 0,-1 0-1 0 0,0 0 1 0 0,1 1 0 0 0,-1-1-1 0 0,0 0 1 0 0,1 0 0 0 0,-1 0-1 0 0,0 0 1 0 0,1 0 0 0 0,-1 0-1 0 0,-1 0 1 0 0,1 0-2 0 0,0 0 0 0 0,-1 0 1 0 0,1 0-1 0 0,0 0 0 0 0,0 0 0 0 0,0 0 0 0 0,-1 1 0 0 0,1-1 1 0 0,0 0-1 0 0,0 1 0 0 0,0-1 0 0 0,0 1 0 0 0,0-1 0 0 0,0 1 1 0 0,0 0-1 0 0,0-1 0 0 0,0 1 0 0 0,-1 1 0 0 0,-5 4 30 0 0,0 0 1 0 0,0 1-1 0 0,1 0 0 0 0,-1 1 1 0 0,2-1-1 0 0,-1 1 0 0 0,1 0 0 0 0,1 0 1 0 0,-1 1-1 0 0,1-1 0 0 0,1 1 0 0 0,-5 17 1 0 0,6-22-35 0 0,2 3-5 0 0,-1 20-18 0 0,0-20 2 0 0,3-1-12 0 0,3 18-41 0 0,-4-19-46 0 0,2 0-41 0 0,1 0 9 0 0,0-1 0 0 0,0 0 0 0 0,0 1-1 0 0,1-1 1 0 0,9 6 0 0 0,-10-8-49 0 0,2-2-164 0 0,17 0 245 0 0,-17 0 46 0 0,14-10 106 0 0,-18 9-12 0 0,1 0 0 0 0,0-1 0 0 0,0 1 0 0 0,-1 0 0 0 0,1-1 0 0 0,0 0 0 0 0,-1 1 0 0 0,0-1 0 0 0,1 0 0 0 0,-1 0 0 0 0,3-4-1 0 0,21-31 587 0 0,-23 33-385 0 0,-1-1-6 0 0,7-18-6 0 0,-7 18-5 0 0,0-1-21 0 0,5-16 42 0 0,-6 16 254 0 0,0 4-455 0 0,-1 0 0 0 0,0 1 0 0 0,1-1 0 0 0,-1 0 0 0 0,1 0 0 0 0,0 0 0 0 0,0 0 0 0 0,0 1 0 0 0,2-4 0 0 0,-2 0 503 0 0,5 7-505 0 0,16 6-18 0 0,-21-8-10 0 0,0 0-1 0 0,0 0 1 0 0,-1 0-1 0 0,1 0 0 0 0,0 1 1 0 0,0-1-1 0 0,-1 0 0 0 0,1 0 1 0 0,0 1-1 0 0,-1-1 1 0 0,1 1-1 0 0,0-1 0 0 0,-1 1 1 0 0,1-1-1 0 0,-1 1 0 0 0,1-1 1 0 0,-1 1-1 0 0,1-1 1 0 0,-1 1-1 0 0,1-1 0 0 0,-1 1 1 0 0,1 0-1 0 0,-1 0 0 0 0,10 12 15 0 0,17 10-2194 0 0,54 34 0 0 0,-78-55 1242 0 0,16 4-1229 0 0,-14-4 1715 0 0,-1 0-996 0 0</inkml:trace>
</inkml:ink>
</file>

<file path=ppt/ink/ink3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2:37.6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11 253 3040 0 0,'-2'-4'1343'0'0,"-3"-15"-242"0"0,4 14-242 0 0,0 1-119 0 0,-1-54 1465 0 0,3 52-1989 0 0,-1 4-198 0 0,0 1 0 0 0,1-1 0 0 0,-1 1 0 0 0,1-1 0 0 0,-1 1 0 0 0,1-1 0 0 0,0 1 0 0 0,0-1 0 0 0,0 1 0 0 0,0 0 0 0 0,0-1-1 0 0,1-1 1 0 0,-1 2 9 0 0,2-3 49 0 0,-1 1-18 0 0,10-10-52 0 0,-9 10 17 0 0,4 4 59 0 0,26 4 77 0 0,-31-1-51 0 0,7 13-20 0 0,-6-12 37 0 0,-2 1 12 0 0,3 17 4 0 0,-3-17-3 0 0,-2 1 14 0 0,0 20 0 0 0,1-20-18 0 0,-1-1-13 0 0,0 17-8 0 0,1-17 48 0 0,-1 0-107 0 0,-3 16 4 0 0,3-16 36 0 0,4-8-861 0 0,-1 0 734 0 0,1 0-1 0 0,-1 0 0 0 0,1 0 1 0 0,-1 0-1 0 0,0-1 0 0 0,0 1 0 0 0,0-1 1 0 0,0 1-1 0 0,0-1 0 0 0,0 0 1 0 0,-1 0-1 0 0,1 0 0 0 0,0-3 0 0 0,15-51-25 0 0,-11 33 109 0 0,7-32 362 0 0,-12 51-217 0 0,0-1 35 0 0,3-16 52 0 0,-3 16 112 0 0,0 1-285 0 0,1-14-3 0 0,-1 14 329 0 0,-2 10-332 0 0,-5 16-18 0 0,5-16-15 0 0,1 1-2 0 0,2 19-5 0 0,-2-19-10 0 0,1 4-65 0 0,1-1 0 0 0,0 0-1 0 0,1 1 1 0 0,0-1 0 0 0,0 0-1 0 0,1-1 1 0 0,5 11 0 0 0,-6-15-137 0 0,1 0-79 0 0,-1-1 118 0 0,-2-1 57 0 0,0-1-1 0 0,0 0 0 0 0,0 0 1 0 0,1 0-1 0 0,-1 0 0 0 0,0 0 1 0 0,0 0-1 0 0,1 0 0 0 0,-1 0 1 0 0,0-1-1 0 0,1 1 0 0 0,-1 0 1 0 0,1-1-1 0 0,-1 1 0 0 0,1-1 1 0 0,-1 0-1 0 0,4 1 0 0 0,20 4-375 0 0,-19-4 39 0 0,1-2 64 0 0,-1 0 297 0 0,0 1-17 0 0,0-1 0 0 0,0 0 0 0 0,0 0 0 0 0,0 0 0 0 0,0-1 0 0 0,0 0 0 0 0,-1 0 0 0 0,1-1 0 0 0,-1 1 0 0 0,7-5 0 0 0,42-36 243 0 0,-47 37-39 0 0,-6 5-135 0 0,1-1 0 0 0,0 1 0 0 0,-1 0 0 0 0,1-1 0 0 0,-1 1-1 0 0,1-1 1 0 0,-1 0 0 0 0,0 1 0 0 0,0-1 0 0 0,1 0 0 0 0,0-3 0 0 0,5-9 297 0 0,21-64 1608 0 0,-27 72-1397 0 0,0 1-315 0 0,3-17-18 0 0,-3 16 673 0 0,1 10-870 0 0,45 105-1551 0 0,-45-105 1035 0 0,-1-4 487 0 0,-1 0 0 0 0,1 0 0 0 0,-1 1 0 0 0,1-1 0 0 0,-1 0 0 0 0,0 0 0 0 0,1 1 0 0 0,-1-1 0 0 0,1 0 0 0 0,-1 1 0 0 0,0-1-1 0 0,1 0 1 0 0,-1 1 0 0 0,0-1 0 0 0,1 0 0 0 0,-1 1 0 0 0,0-1 0 0 0,0 1 0 0 0,0-1 0 0 0,1 1 0 0 0,-1-1 0 0 0,0 1-1 0 0,0-1 1 0 0,0 0 0 0 0,0 1 0 0 0,0 0 0 0 0,0 0-41 0 0,0-1 0 0 0,0 0 0 0 0,1 1 0 0 0,-1-1 0 0 0,0 1 0 0 0,0-1 0 0 0,0 1 0 0 0,0-1 0 0 0,1 1 0 0 0,-1-1 0 0 0,0 1 0 0 0,0-1 0 0 0,1 0 0 0 0,-1 1 0 0 0,0-1 0 0 0,1 0 0 0 0,-1 1 0 0 0,0-1 0 0 0,1 0 0 0 0,-1 1 0 0 0,0-1 0 0 0,1 0 1 0 0,-1 0-1 0 0,1 1 0 0 0,-1-1 0 0 0,1 0 0 0 0,0 0 5 0 0,-1 0 1 0 0,1 0 0 0 0,0 1-1 0 0,-1-1 1 0 0,1 0 0 0 0,-1 0-1 0 0,1 0 1 0 0,0 0 0 0 0,-1 1-1 0 0,1-1 1 0 0,-1 0 0 0 0,1 1-1 0 0,-1-1 1 0 0,1 0 0 0 0,-1 1-1 0 0,1-1 1 0 0,-1 1 0 0 0,0-1 0 0 0,1 0-1 0 0,-1 1 1 0 0,1 0 0 0 0,5 4-1030 0 0,0-4-2397 0 0</inkml:trace>
</inkml:ink>
</file>

<file path=ppt/ink/ink3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2:37.9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216 17 3256 0 0,'-9'-4'1185'0'0,"-1"1"0"0"0,0 0 0 0 0,-16-3-1 0 0,20 5-501 0 0,0 1-125 0 0,-49 10 597 0 0,51-9-900 0 0,-2 2-47 0 0,-47 30 330 0 0,48-30-496 0 0,4-2-41 0 0,0 0 1 0 0,-1 0 0 0 0,1 0 0 0 0,0 0 0 0 0,0 1-1 0 0,0-1 1 0 0,0 0 0 0 0,0 1 0 0 0,0-1-1 0 0,0 0 1 0 0,0 1 0 0 0,0 1 0 0 0,0-2 3 0 0,-2 2 27 0 0,-3 21-36 0 0,5-20 118 0 0,1-4-112 0 0,0 0 1 0 0,1 0 0 0 0,-1 0-1 0 0,0 0 1 0 0,1 0-1 0 0,-1 0 1 0 0,0 1 0 0 0,1-1-1 0 0,-1 0 1 0 0,0 0-1 0 0,1 0 1 0 0,-1 0 0 0 0,0 0-1 0 0,1 0 1 0 0,-1 1-1 0 0,0-1 1 0 0,0 0 0 0 0,1 0-1 0 0,-1 1 1 0 0,0-1 0 0 0,0 0-1 0 0,1 0 1 0 0,-1 1-1 0 0,0-1 1 0 0,0 0 0 0 0,0 0-1 0 0,1 1 1 0 0,-1-1-1 0 0,0 0 1 0 0,0 1 0 0 0,0-1-1 0 0,0 1 1 0 0,0 0-1 0 0,1-1 0 0 0,-1 1 1 0 0,0-1-1 0 0,0 1 0 0 0,1-1 1 0 0,-1 1-1 0 0,1 0 0 0 0,-1-1 1 0 0,0 1-1 0 0,1-1 0 0 0,-1 0 1 0 0,1 1-1 0 0,-1-1 0 0 0,1 1 1 0 0,-1-1-1 0 0,1 0 0 0 0,-1 1 0 0 0,1-1 1 0 0,-1 0-1 0 0,1 1 0 0 0,0-1 1 0 0,-1 0-1 0 0,1 0 0 0 0,0 0 1 0 0,-1 0-1 0 0,1 0 0 0 0,-1 0 1 0 0,1 0-1 0 0,0 0 0 0 0,-1 0 0 0 0,1 0 1 0 0,0 0-1 0 0,0 0 0 0 0,5 1 21 0 0,-4 0-6 0 0,0-1 0 0 0,0 0 0 0 0,0 1-1 0 0,0-1 1 0 0,0 0 0 0 0,0 0 0 0 0,0 0 0 0 0,0 0 0 0 0,0-1-1 0 0,0 1 1 0 0,0-1 0 0 0,-1 1 0 0 0,1-1 0 0 0,0 1 0 0 0,3-2-1 0 0,51-23 1164 0 0,-52 22-566 0 0,1 0 31 0 0,13-11-28 0 0,-13 11 1523 0 0,-13-30-1243 0 0,1 33-766 0 0,-57 14-230 0 0,58-12-116 0 0,2 2-99 0 0,-14 11-130 0 0,14-12-98 0 0,2 2-112 0 0,-6 11-104 0 0,6-12-90 0 0,5 0-1120 0 0,7 15 774 0 0,-9-18 1075 0 0,-1 0 0 0 0,1 0 0 0 0,0-1 0 0 0,-1 1 0 0 0,1 0 0 0 0,0 0 0 0 0,-1 0 0 0 0,1-1 0 0 0,0 1 0 0 0,0 0 0 0 0,0-1 0 0 0,0 1 0 0 0,0-1 0 0 0,0 1 0 0 0,0-1 0 0 0,0 1 0 0 0,0-1 0 0 0,0 0 0 0 0,0 1 1 0 0,0-1-1 0 0,0 0 0 0 0,1 0 0 0 0,0 1-370 0 0,8 2-2444 0 0,21 3-2117 0 0</inkml:trace>
</inkml:ink>
</file>

<file path=ppt/ink/ink3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2:38.2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193 10 3328 0 0,'4'-2'2074'0'0,"8"-5"1876"0"0,-20 20 2440 0 0,0-2-4575 0 0,2-1-3333 0 0,4-5 1688 0 0,1 1-20 0 0,1 0-83 0 0,0 1-1 0 0,0 0 1 0 0,0-1-1 0 0,1 1 1 0 0,0-1-1 0 0,0 1 0 0 0,1-1 1 0 0,0 1-1 0 0,0-1 1 0 0,0 0-1 0 0,1 1 0 0 0,3 5 1 0 0,7 8 119 0 0,0-2 111 0 0,-1 0-1 0 0,15 32 0 0 0,-26-46-202 0 0,-1 4-85 0 0,-1 24-172 0 0,-4-16-255 0 0,-6 1-282 0 0,-1-1 1 0 0,0 0 0 0 0,-1 0 0 0 0,-25 23-1 0 0,9-15-3131 0 0,-60 42 0 0 0,30-28-2790 0 0</inkml:trace>
</inkml:ink>
</file>

<file path=ppt/ink/ink3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2:51.8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98 175 2568 0 0,'0'0'4749'0'0,"-5"1"-4144"0"0,-13 4 36 0 0,13-4 536 0 0,-8-6 176 0 0,1-1-1 0 0,0 0 1 0 0,-17-11 0 0 0,26 14-799 0 0,4 3-531 0 0,1-1 0 0 0,0 1 0 0 0,-1-1 0 0 0,1 1-1 0 0,0-1 1 0 0,-1 0 0 0 0,1 1 0 0 0,-1-1-1 0 0,1 0 1 0 0,-1 0 0 0 0,0 0 0 0 0,3-3 0 0 0,-2 2 32 0 0,3-1 163 0 0,2 2-5 0 0,278-45 772 0 0,-281 46-980 0 0,45-2-420 0 0,-25-1 71 0 0,-18 2-156 0 0,-2-2-1598 0 0,13-8 1254 0 0,-13 8-67 0 0,-3-3-1532 0 0,0-19 886 0 0,-1 24 1404 0 0,0 0 0 0 0,0 0 0 0 0,0-1 0 0 0,0 1 0 0 0,0 0 0 0 0,0 0 0 0 0,0 0-1 0 0,0 0 1 0 0,0 0 0 0 0,-1-1 0 0 0,1 1 0 0 0,0 0 0 0 0,-1 0 0 0 0,1 0 0 0 0,-1 0 0 0 0,0 0 0 0 0,1 0 0 0 0,-1 0 0 0 0,0 0 0 0 0,-1-1 0 0 0,0 0-673 0 0</inkml:trace>
</inkml:ink>
</file>

<file path=ppt/ink/ink3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2:52.2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85 34 3564 0 0,'-23'-11'1250'0'0,"19"9"778"0"0,-49-17 2074 0 0,48 18-3081 0 0,10 3-930 0 0,124 86 689 0 0,-77-50-574 0 0,6 1-94 0 0,-16-13-68 0 0,34 19-27 0 0,-72-42-81 0 0,1-1-58 0 0,-3-1-152 0 0,27 17 28 0 0,-7-11-5568 0 0,-24-12 4768 0 0,2 2 725 0 0,1 2 207 0 0,-1 0-1 0 0,0 0 1 0 0,0-1 0 0 0,-1 1-1 0 0,1 0 1 0 0,0-1 0 0 0,0 1-1 0 0,-1 0 1 0 0,1 0 0 0 0,0-1-1 0 0,-1 1 1 0 0,1 0 0 0 0,-1 0-1 0 0,0 0 1 0 0,1 0 0 0 0,-1 0-1 0 0,0 0 1 0 0,0 0 0 0 0,0 0-1 0 0,-1-1 1 0 0,-16-14-2773 0 0</inkml:trace>
</inkml:ink>
</file>

<file path=ppt/ink/ink3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2:52.5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84 353 3776 0 0,'-6'-3'1150'0'0,"-72"-42"4804"0"0,81 41-5707 0 0,6-12 4 0 0,-7 12 30 0 0,15 0 150 0 0,5-5-31 0 0,36-5 269 0 0,-1 2-241 0 0,12-5-71 0 0,-57 14-276 0 0,7-4-11 0 0,0-3 54 0 0,59-34 204 0 0,-74 41-256 0 0,0 0-5 0 0,13-9-19 0 0,-13 9-63 0 0,-1 0 29 0 0,22-30-1570 0 0,-23 30 986 0 0,-4-2-679 0 0,1 1 1133 0 0,0 1-122 0 0,1 0 0 0 0,-2 0 0 0 0,1 0 0 0 0,0 0 0 0 0,-1 0 0 0 0,1 0 0 0 0,-1 0 0 0 0,0 0 0 0 0,0 0 0 0 0,0 1 0 0 0,0-1 0 0 0,0 1 0 0 0,-1 0-1 0 0,-2-3 1 0 0,-2-1-207 0 0,-22-14-2795 0 0,-7-2-706 0 0</inkml:trace>
</inkml:ink>
</file>

<file path=ppt/ink/ink3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2:52.8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114 1 2800 0 0,'0'0'1366'0'0,"-8"0"-162"0"0,-56 3 1953 0 0,59-2-1557 0 0,-1-1-1178 0 0,-24 2 1046 0 0,30-3-1456 0 0,1 2 0 0 0,-1-1 0 0 0,0 0 0 0 0,1 0 0 0 0,-1 0 1 0 0,0 0-1 0 0,1 0 0 0 0,-1 0 0 0 0,0 0 0 0 0,1 0 0 0 0,-1 0 0 0 0,0 1 0 0 0,1-1 0 0 0,-1 0 0 0 0,0 0 0 0 0,0 0 0 0 0,1 1 0 0 0,-1-1 0 0 0,0 0 0 0 0,0 0 1 0 0,1 1-1 0 0,-1-1 0 0 0,0 0 0 0 0,0 0 0 0 0,0 1 0 0 0,0-1 0 0 0,1 0 0 0 0,-1 1 0 0 0,0-1 0 0 0,0 1 0 0 0,0 0 6 0 0,1 0 0 0 0,-1 0-1 0 0,1 0 1 0 0,-1 0 0 0 0,1-1 0 0 0,0 1-1 0 0,-1 0 1 0 0,1 0 0 0 0,0 0 0 0 0,0-1-1 0 0,0 1 1 0 0,-1 0 0 0 0,1-1 0 0 0,0 1-1 0 0,0 0 1 0 0,0-1 0 0 0,0 1 0 0 0,2 0-1 0 0,88 35 447 0 0,1-4 0 0 0,126 28-1 0 0,-209-59-569 0 0,-1 0 1 0 0,1 0-1 0 0,-1-1 0 0 0,1 0 0 0 0,0-1 0 0 0,8-1 1 0 0,-11 2 63 0 0,1-1-360 0 0,-2-1-70 0 0,16-4-95 0 0,-16 5-153 0 0,-1-2-172 0 0,10-10-296 0 0,-10 10-405 0 0,-3-2-1156 0 0,2-23-1965 0 0</inkml:trace>
</inkml:ink>
</file>

<file path=ppt/ink/ink3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2:53.2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34 221 3184 0 0,'0'0'3856'0'0,"-6"1"-3520"0"0,-16 1-41 0 0,16-1 1166 0 0,7 5-1271 0 0,3 19 21 0 0,-4-24-191 0 0,0 0-1 0 0,0-1 1 0 0,1 1 0 0 0,-1 0-1 0 0,0 0 1 0 0,1 0 0 0 0,-1 0-1 0 0,0 0 1 0 0,1 0 0 0 0,-1 0 0 0 0,1-1-1 0 0,-1 1 1 0 0,1 0 0 0 0,-1 0-1 0 0,1-1 1 0 0,0 1 0 0 0,0 0-1 0 0,-1-1 1 0 0,1 1 0 0 0,0 0 0 0 0,0-1-1 0 0,-1 1 1 0 0,1-1 0 0 0,1 1-1 0 0,0 0 56 0 0,16 12 345 0 0,1 0 0 0 0,0-1 0 0 0,41 19 0 0 0,-55-29-362 0 0,0 1-9 0 0,12 5 342 0 0,38 13 0 0 0,-15-9 284 0 0,60 10 0 0 0,-95-21-543 0 0,3-1-36 0 0,21-2-22 0 0,-22 2 2 0 0,-1-1 8 0 0,0-1-57 0 0,2 1 5 0 0,1-2 0 0 0,0 1-1 0 0,15-8 1 0 0,-20 8 0 0 0,-1 0 0 0 0,1 0 0 0 0,-1 0 0 0 0,0-1 0 0 0,1 1 0 0 0,-1-1 0 0 0,0 0 0 0 0,0 0 1 0 0,-1 0-1 0 0,1 0 0 0 0,-1-1 0 0 0,0 1 0 0 0,1-1 0 0 0,2-6 0 0 0,-2-2 113 0 0,1 0 0 0 0,-2 0-1 0 0,0-1 1 0 0,0 1 0 0 0,-1 0 0 0 0,-1-1-1 0 0,-1-18 1 0 0,-4-10-93 0 0,4 29-70 0 0,-11-30-309 0 0,-32-57-3204 0 0,41 94 2443 0 0,-1 0-360 0 0,-12-13-326 0 0,13 13-1203 0 0</inkml:trace>
</inkml:ink>
</file>

<file path=ppt/ink/ink3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2:53.8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 10 3380 0 0,'0'0'1138'0'0,"-4"3"-162"0"0,0 0-631 0 0,0 1 1 0 0,0-1-1 0 0,1 1 1 0 0,0 0-1 0 0,-1 0 1 0 0,-4 8-1 0 0,6-8 337 0 0,3 2-433 0 0,-1-2-225 0 0,0-1 29 0 0,1 1 0 0 0,-1-1 0 0 0,0 0-1 0 0,1 0 1 0 0,0 0 0 0 0,0 1 0 0 0,0-1 0 0 0,0 0 0 0 0,0 0 0 0 0,1 0 0 0 0,-1-1-1 0 0,1 1 1 0 0,0 0 0 0 0,0-1 0 0 0,2 4 0 0 0,11 8 251 0 0,0-1 1 0 0,1 0 0 0 0,0-1-1 0 0,34 18 1 0 0,-46-28-117 0 0,2 0-61 0 0,18 7-6 0 0,-18-7 26 0 0,-2-1-16 0 0,5 1 28 0 0,-1-1 0 0 0,1 0-1 0 0,-1 0 1 0 0,14-1-1 0 0,-15-1 79 0 0,16-16-18 0 0,-18 14-145 0 0,-2-2 60 0 0,43-91 723 0 0,-21 44-454 0 0,-22 47-403 0 0,-1 2 3 0 0,7-12 6 0 0,-6 11 41 0 0,-2 4-46 0 0,0-1-1 0 0,1 1 0 0 0,-1 0 1 0 0,0-1-1 0 0,0 1 1 0 0,1-1-1 0 0,-1 0 0 0 0,0 1 1 0 0,0-1-1 0 0,0 0 1 0 0,0 0-1 0 0,2-1 0 0 0,-1 0 4 0 0,2 0 110 0 0,3 4-51 0 0,0 0-34 0 0,0 1 0 0 0,-1 0 0 0 0,1 0-1 0 0,0 0 1 0 0,-1 1 0 0 0,0 0 0 0 0,0 0 0 0 0,0 1-1 0 0,0 0 1 0 0,-1 0 0 0 0,8 9 0 0 0,-2 0 14 0 0,-1 0 0 0 0,-1 0 0 0 0,0 1 0 0 0,-1 0 0 0 0,0 0 0 0 0,9 33 0 0 0,-15-43-322 0 0,-3-3-1669 0 0,1 0 1836 0 0,-1-1 0 0 0,1 0 0 0 0,-1 1 0 0 0,1-1 1 0 0,-1 0-1 0 0,0 0 0 0 0,0 1 0 0 0,0-1 0 0 0,1 0 0 0 0,-3 2 0 0 0,1-1-133 0 0,0 2-781 0 0,-3-5-2167 0 0,-17-4 339 0 0</inkml:trace>
</inkml:ink>
</file>

<file path=ppt/ink/ink3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2:54.3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83 11 3500 0 0,'0'0'1508'0'0,"-5"-1"-215"0"0,-14-7-229 0 0,14 6 620 0 0,-1 3-1019 0 0,-15 3-105 0 0,16-3 324 0 0,4 0-813 0 0,0 1 1 0 0,0 0-1 0 0,0-1 1 0 0,0 0 0 0 0,0 1-1 0 0,0-1 1 0 0,0 0-1 0 0,0 1 1 0 0,-1-1 0 0 0,-2 2-1 0 0,1 0 923 0 0,2 3-695 0 0,-1 18-8 0 0,1-18 9 0 0,2-2-14 0 0,1 0-202 0 0,-1 0-1 0 0,1 0 0 0 0,-1 0 1 0 0,1-1-1 0 0,0 1 0 0 0,1-1 1 0 0,-1 1-1 0 0,1-1 0 0 0,-1 0 1 0 0,1 0-1 0 0,0 0 0 0 0,0 0 1 0 0,7 4-1 0 0,-3-1 28 0 0,1 0 1 0 0,0 0-1 0 0,1-1 0 0 0,-1-1 0 0 0,1 0 1 0 0,0 0-1 0 0,0 0 0 0 0,0-1 1 0 0,17 3-1 0 0,-21-5-9 0 0,2 0-5 0 0,22 1 2 0 0,-22-1-12 0 0,1-2-31 0 0,-2 1-58 0 0,11-1 135 0 0,0-1 0 0 0,0-1 0 0 0,0 0 0 0 0,0-1 0 0 0,0-1 0 0 0,17-8 0 0 0,43-20 698 0 0,-72 31-519 0 0,0 2-159 0 0,18-1 46 0 0,-18 0 23 0 0,0 4-2 0 0,1 2-148 0 0,0 0 0 0 0,-1 1 0 0 0,1-1 0 0 0,-1 1 0 0 0,5 8 0 0 0,-1 6-304 0 0,0 0 0 0 0,-1 1 0 0 0,-2 0 0 0 0,0 0 0 0 0,-1 1 0 0 0,-1 0 0 0 0,2 33 0 0 0,-3-28-476 0 0,4 86-3839 0 0,-9-39-1795 0 0,-1-38-299 0 0</inkml:trace>
</inkml:ink>
</file>

<file path=ppt/ink/ink3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3:08.81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192 107 2920 0 0,'0'0'2657'0'0,"-8"0"-1614"0"0,-66 6 2581 0 0,67-5-2852 0 0,7-1-755 0 0,-27 2 1111 0 0,4 3 272 0 0,11-3-1264 0 0,-28 6 1727 0 0,41-8-1849 0 0,-1 0 0 0 0,0 0 0 0 0,0 0 0 0 0,0 0 0 0 0,0 0 0 0 0,0 0 0 0 0,0 0 0 0 0,0 1 0 0 0,0-1 0 0 0,0 0 0 0 0,0 0 0 0 0,0 0 0 0 0,0 0 0 0 0,0 0 0 0 0,0 0 0 0 0,0 0 0 0 0,0 0 0 0 0,0 0 0 0 0,0 0 0 0 0,0 1 0 0 0,0-1 1 0 0,0 0-1 0 0,0 0 0 0 0,0 0 0 0 0,0 0 0 0 0,0 0 0 0 0,0 0 0 0 0,0 0 0 0 0,0 0 0 0 0,0 0 0 0 0,0 1 0 0 0,0-1 0 0 0,0 0 0 0 0,0 0 0 0 0,0 0 0 0 0,0 0 0 0 0,0 0 0 0 0,-1 0 0 0 0,1 0 0 0 0,0 0 0 0 0,0 0 0 0 0,0 0 0 0 0,0 0 0 0 0,0 0 0 0 0,0 0 0 0 0,0 0 0 0 0,0 0 0 0 0,0 0 0 0 0,0 0 0 0 0,0 0 0 0 0,-1 1 0 0 0,28 1-158 0 0,31-4-23 0 0,102-17 0 0 0,-92 10-137 0 0,-8 1-262 0 0,235-35-1391 0 0,-104-1-5356 0 0,-157 33 1682 0 0</inkml:trace>
</inkml:ink>
</file>

<file path=ppt/ink/ink3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3:09.77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78 58 4020 0 0,'-5'-26'1553'0'0,"4"20"1627"0"0,-1 2-2371 0 0,-3-13-124 0 0,4 12 1576 0 0,-3 9-1867 0 0,0 2-250 0 0,0 0 1 0 0,0 0-1 0 0,0 0 1 0 0,1 0-1 0 0,0 1 1 0 0,0 0-1 0 0,1-1 0 0 0,-3 13 1 0 0,-10 65 493 0 0,10-50-435 0 0,-1 32-10 0 0,5-45-812 0 0,1 1 0 0 0,1-1 0 0 0,1 1 0 0 0,6 31-1 0 0,-4-48-51 0 0,9 14-170 0 0,-10-14-278 0 0,3-3-101 0 0,18 4-6 0 0,-18-4-29 0 0,1-3-885 0 0,29-4-1488 0 0</inkml:trace>
</inkml:ink>
</file>

<file path=ppt/ink/ink3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3:10.5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99 73 2988 0 0,'0'0'1425'0'0,"1"-6"-219"0"0,0-1-664 0 0,0-1 1 0 0,-1 1 0 0 0,-1-1 0 0 0,1 1 0 0 0,-2-9-1 0 0,0 12 413 0 0,-2 2-809 0 0,-13-4-9 0 0,13 4 0 0 0,-11 23 115 0 0,12-19-180 0 0,1 1 0 0 0,0 0 0 0 0,0 0 0 0 0,0 0 0 0 0,0 0 0 0 0,0 0 0 0 0,-2 6 0 0 0,-14 47 665 0 0,7-7-150 0 0,3 10-188 0 0,7-54-295 0 0,2-3-95 0 0,0 0 0 0 0,0 1 0 0 0,-1-1 0 0 0,0 0 0 0 0,1 0 0 0 0,-1 0 0 0 0,0 1 0 0 0,0-1 0 0 0,0 0 1 0 0,0 0-1 0 0,0 1 0 0 0,-1 2 0 0 0,0 0 8 0 0,1 3 29 0 0,2-3-1 0 0,5 18-13 0 0,-6-18-16 0 0,0-5-16 0 0,-1 0 0 0 0,0 0 0 0 0,1 0 0 0 0,-1 0 0 0 0,0 0 0 0 0,1 0 0 0 0,-1 1 0 0 0,0-1 0 0 0,1 0 0 0 0,-1 0 0 0 0,0 0 0 0 0,0 0 0 0 0,1 0 0 0 0,-1 1 0 0 0,0-1 0 0 0,1 0 0 0 0,-1 0 0 0 0,0 0 0 0 0,0 1 0 0 0,0-1 0 0 0,1 0 0 0 0,-1 1 0 0 0,0-1-1 0 0,0 0 1 0 0,0 0 0 0 0,1 1 0 0 0,-1-1 0 0 0,0 0 0 0 0,0 1 0 0 0,0-1 0 0 0,0 0 0 0 0,0 1 0 0 0,0 0 0 0 0,0-1 0 0 0,1 1-1 0 0,-1 0 1 0 0,0 0-1 0 0,0-1 1 0 0,1 1-1 0 0,-1 0 1 0 0,0-1-1 0 0,1 1 1 0 0,-1 0-1 0 0,1-1 1 0 0,-1 1-1 0 0,1-1 1 0 0,-1 1-1 0 0,1-1 1 0 0,-1 1-1 0 0,1-1 1 0 0,0 1-1 0 0,-1-1 1 0 0,1 1-1 0 0,0-1 1 0 0,-1 0-1 0 0,1 1 1 0 0,0-1-1 0 0,0 0 1 0 0,-1 0 0 0 0,1 1-1 0 0,1-1 1 0 0,26 6 99 0 0,-26-6-85 0 0,-1 0 1 0 0,1 0 0 0 0,0-1-1 0 0,0 1 1 0 0,0 0-1 0 0,0-1 1 0 0,-1 1-1 0 0,1-1 1 0 0,0 0-1 0 0,-1 0 1 0 0,1 1-1 0 0,0-1 1 0 0,2-3 0 0 0,9-3 135 0 0,-8 4-115 0 0,0 0 0 0 0,0 0 0 0 0,0 0 0 0 0,-1-1 0 0 0,1 0 0 0 0,-1 1 0 0 0,0-2 0 0 0,0 1 0 0 0,0 0 0 0 0,-1-1 0 0 0,1 0 0 0 0,-1 1 0 0 0,0-2 0 0 0,-1 1 0 0 0,1 0 0 0 0,-1 0 0 0 0,0-1 0 0 0,0 1 0 0 0,-1-1 0 0 0,1 0 0 0 0,-1 1 0 0 0,0-1 0 0 0,-1 0 0 0 0,0-9 0 0 0,-1 6-55 0 0,-1-1 0 0 0,0 1 0 0 0,-1-1 0 0 0,0 1 1 0 0,0 0-1 0 0,-1 0 0 0 0,-1 0 0 0 0,1 1 0 0 0,-1-1 0 0 0,-7-8 1 0 0,9 14-13 0 0,-2-1-20 0 0,-13-9-2 0 0,13 9 4 0 0,0 3-72 0 0,-14-4 10 0 0,14 4-18 0 0,8 5-1945 0 0,-1-1 2018 0 0,0-1-1 0 0,-1 0 0 0 0,0 0 0 0 0,1-1 0 0 0,0 1 0 0 0,-1 0-1 0 0,1-1 1 0 0,0 1 0 0 0,0-1 0 0 0,0 0 0 0 0,0 1 0 0 0,0-1-1 0 0,0 0 1 0 0,0 0 0 0 0,0 0 0 0 0,0-1 0 0 0,1 1 0 0 0,-1-1-1 0 0,0 1 1 0 0,0-1 0 0 0,1 1 0 0 0,-1-1 0 0 0,5-1 0 0 0,21 0-12 0 0,0-1 1 0 0,-1-2 0 0 0,1 0 0 0 0,-1-2 0 0 0,51-19 0 0 0,-72 23 264 0 0,-1-1-112 0 0,40-22 1031 0 0,-42 23 303 0 0,1 14-1283 0 0,-3-12-128 0 0,-1 1 0 0 0,1-1 0 0 0,-1 1 0 0 0,1 0 1 0 0,-1-1-1 0 0,0 1 0 0 0,1 0 0 0 0,-1-1 0 0 0,0 1 0 0 0,0 0 1 0 0,0 0-1 0 0,1-1 0 0 0,-1 1 0 0 0,0 0 0 0 0,0 0 0 0 0,0-1 0 0 0,0 1 1 0 0,0 0-1 0 0,0 0 0 0 0,-1-1 0 0 0,1 1 0 0 0,0 0 0 0 0,0-1 1 0 0,0 1-1 0 0,-1 1 0 0 0,-11 41 501 0 0,-10 86-1 0 0,21-122-426 0 0,2 1-14 0 0,-1-3-75 0 0,0 2 37 0 0,-1-1 0 0 0,2 0 0 0 0,-1 1 0 0 0,1-1 0 0 0,0 0 0 0 0,0 0 0 0 0,1 0 0 0 0,0 0-1 0 0,5 11 1 0 0,2-1 4 0 0,-7-12-18 0 0,3 0 6 0 0,12 12-15 0 0,-13-12-5 0 0,1-3 36 0 0,21 3-25 0 0,-21-4 30 0 0,0 0 1 0 0,0-1 0 0 0,0 0-1 0 0,0 0 1 0 0,0 0 0 0 0,0 0 0 0 0,-1-1-1 0 0,1 1 1 0 0,0-1 0 0 0,-1-1-1 0 0,1 1 1 0 0,-1-1 0 0 0,0 1 0 0 0,0-1-1 0 0,0-1 1 0 0,0 1 0 0 0,5-6-1 0 0,-3 3-10 0 0,-1-1 0 0 0,0 0 0 0 0,0 0-1 0 0,-1 0 1 0 0,0 0 0 0 0,0-1 0 0 0,-1 0-1 0 0,0 0 1 0 0,0 0 0 0 0,-1 0 0 0 0,0 0-1 0 0,0 0 1 0 0,-1-1 0 0 0,0 1 0 0 0,0 0-1 0 0,-1-14 1 0 0,0 20-78 0 0,-1 0 0 0 0,1 0 0 0 0,0-1 0 0 0,0 1 0 0 0,-1 0 0 0 0,0 0-1 0 0,1 0 1 0 0,-1 0 0 0 0,0 0 0 0 0,0 0 0 0 0,0 0 0 0 0,0 1 0 0 0,0-1 0 0 0,-3-3 0 0 0,-1-2-128 0 0,1-1-269 0 0,-1 2 0 0 0,0-1 0 0 0,0 0 0 0 0,0 1-1 0 0,-1 0 1 0 0,0 0 0 0 0,0 1 0 0 0,0 0 0 0 0,-1 0 0 0 0,0 0 0 0 0,0 1 0 0 0,-13-7 0 0 0,8 8-2904 0 0,-26-3-2372 0 0</inkml:trace>
</inkml:ink>
</file>

<file path=ppt/ink/ink3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3:12.6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90 43 4064 0 0,'-6'2'2371'0'0,"-16"5"-391"0"0,16-5-337 0 0,1 1-304 0 0,-16 7-204 0 0,15-8-100 0 0,3 1-33 0 0,-13 6-262 0 0,12-6 1228 0 0,5 2-1654 0 0,4 15-58 0 0,-5-20-251 0 0,0 0-1 0 0,0 0 1 0 0,0 1-1 0 0,0-1 1 0 0,1 0-1 0 0,-1 0 1 0 0,0 1 0 0 0,0-1-1 0 0,0 0 1 0 0,0 0-1 0 0,0 1 1 0 0,0-1 0 0 0,0 0-1 0 0,1 0 1 0 0,-1 1-1 0 0,0-1 1 0 0,0 0 0 0 0,0 0-1 0 0,0 0 1 0 0,1 0-1 0 0,-1 1 1 0 0,0-1-1 0 0,0 0 1 0 0,1 0 0 0 0,-1 0-1 0 0,0 0 1 0 0,0 0-1 0 0,0 0 1 0 0,1 0 0 0 0,-1 0-1 0 0,0 1 1 0 0,0-1-1 0 0,1 0 1 0 0,-1 0 0 0 0,0 0-1 0 0,1 0 1 0 0,-1 0-1 0 0,0 0 1 0 0,0 0-1 0 0,1-1 1 0 0,-1 1 0 0 0,29 1-272 0 0,0-1 1 0 0,0-1 0 0 0,-1-1-1 0 0,46-11 1 0 0,120-37-4631 0 0,-169 42 3962 0 0,41-11-3077 0 0,8-3-2812 0 0</inkml:trace>
</inkml:ink>
</file>

<file path=ppt/ink/ink3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3:13.66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74 52 3844 0 0,'0'0'1816'0'0,"2"-4"-240"0"0,9-30 4590 0 0,-8 25-6337 0 0,-1 4 2709 0 0,-4 6-2502 0 0,0-1 0 0 0,0 1 0 0 0,0-1-1 0 0,1 1 1 0 0,-1 0 0 0 0,0 0-1 0 0,1-1 1 0 0,-1 1 0 0 0,1 1 0 0 0,-1-1-1 0 0,1 0 1 0 0,-3 3 0 0 0,1-2 34 0 0,2-2-57 0 0,0 1 0 0 0,0 0-1 0 0,0-1 1 0 0,0 1 0 0 0,0 0 0 0 0,0 0-1 0 0,0 0 1 0 0,0 0 0 0 0,0 0-1 0 0,1 0 1 0 0,-1 0 0 0 0,0 0 0 0 0,1 0-1 0 0,-1 0 1 0 0,0 0 0 0 0,1 1 0 0 0,-1-1-1 0 0,1 0 1 0 0,0 0 0 0 0,-1 0-1 0 0,1 2 1 0 0,-1 0 28 0 0,-4 9 91 0 0,0 0 0 0 0,1 0-1 0 0,-3 14 1 0 0,4-17-98 0 0,-6 44 249 0 0,7-40-248 0 0,2-8 52 0 0,0 1 136 0 0,1 5-189 0 0,1 0-1 0 0,1-1 0 0 0,4 15 1 0 0,-5-19-20 0 0,3-3-10 0 0,0 4-5 0 0,10 6-3 0 0,40 8 40 0 0,67 13-179 0 0,-116-33 146 0 0,-1 1 15 0 0,15 6 18 0 0,-15-6 15 0 0,-2 1-17 0 0,9 12-8 0 0,-9-11 3 0 0,-5 2-9 0 0,-5 19-29 0 0,7-24 5 0 0,0 0 1 0 0,0 1 0 0 0,-1-1 0 0 0,1 0-1 0 0,-1 0 1 0 0,1 1 0 0 0,-1-1 0 0 0,0 0-1 0 0,1 0 1 0 0,-1 0 0 0 0,0 0 0 0 0,0 0-1 0 0,0 0 1 0 0,0 0 0 0 0,0 0 0 0 0,0 0-1 0 0,0 0 1 0 0,0-1 0 0 0,0 1 0 0 0,-1 1-1 0 0,-1-1-7 0 0,-11 12-119 0 0,0-1 1 0 0,0 0 0 0 0,-1-1 0 0 0,0-1-1 0 0,-27 13 1 0 0,40-22 119 0 0,-44 18-1780 0 0,42-18 971 0 0,0 0 1 0 0,-1 1-1 0 0,1-1 1 0 0,-1-1 0 0 0,0 1-1 0 0,1-1 1 0 0,-1 0-1 0 0,1 0 1 0 0,-1 0-1 0 0,0-1 1 0 0,-7-1 0 0 0,-19-9-4727 0 0</inkml:trace>
</inkml:ink>
</file>

<file path=ppt/ink/ink3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3:13.8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0 214 3916 0 0,'3'-4'1870'0'0,"7"-9"54"0"0,1 0-1 0 0,19-19 1 0 0,35-22 198 0 0,-28 26-1802 0 0,-17 12-1281 0 0,0 1 1 0 0,23-11-1 0 0,-38 23-310 0 0,-4 3 944 0 0,1 0-1 0 0,0 0 1 0 0,0-1-1 0 0,-1 1 1 0 0,1 0-1 0 0,0-1 1 0 0,0 0-1 0 0,-1 1 1 0 0,1-1-1 0 0,2-2 1 0 0,1 1-772 0 0</inkml:trace>
</inkml:ink>
</file>

<file path=ppt/ink/ink3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3:14.32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205 107 3328 0 0,'2'-5'1671'0'0,"6"-14"-251"0"0,-6 15 912 0 0,-2-2-1363 0 0,-1-18-125 0 0,0 18-110 0 0,0 2-74 0 0,-1 0-381 0 0,-1 1 0 0 0,1-1 0 0 0,-1 0 0 0 0,0 0 0 0 0,0 1 1 0 0,0 0-1 0 0,0-1 0 0 0,-5-2 0 0 0,4 3 515 0 0,-3 4-571 0 0,-23 4-12 0 0,27-4-152 0 0,-1 1 0 0 0,0-1 0 0 0,1 1 0 0 0,-1 0 0 0 0,1 0 0 0 0,-1 1 0 0 0,1-1 0 0 0,0 1 0 0 0,0-1 0 0 0,0 1 0 0 0,0 0 0 0 0,1 0 0 0 0,-1 0 0 0 0,-2 6 0 0 0,3-7-42 0 0,-8 11 84 0 0,1 0-1 0 0,0 1 1 0 0,1 1-1 0 0,0-1 1 0 0,1 2-1 0 0,1-1 1 0 0,0 0-1 0 0,1 1 1 0 0,-6 32-1 0 0,9-36-91 0 0,-5 12 26 0 0,7-22-31 0 0,-1 1-1 0 0,1-1 0 0 0,-1 1 0 0 0,1-1 0 0 0,0 1 1 0 0,0-1-1 0 0,0 1 0 0 0,0-1 0 0 0,0 4 0 0 0,1 5 22 0 0,0 0-19 0 0,0-1 1 0 0,0 1-1 0 0,2-1 1 0 0,-1 0-1 0 0,1 0 1 0 0,0 0-1 0 0,1 0 1 0 0,1-1-1 0 0,-1 1 0 0 0,7 9 1 0 0,-10-19-9 0 0,-1 1 0 0 0,1 0 1 0 0,-1 0-1 0 0,1-1 0 0 0,0 1 0 0 0,-1 0 0 0 0,1 0 1 0 0,0-1-1 0 0,-1 1 0 0 0,1-1 0 0 0,0 1 0 0 0,0-1 1 0 0,0 1-1 0 0,0-1 0 0 0,-1 0 0 0 0,1 1 0 0 0,0-1 1 0 0,0 0-1 0 0,0 1 0 0 0,0-1 0 0 0,1 0 0 0 0,-1 0 1 0 0,-1 0 0 0 0,1 0-1 0 0,-1 0 1 0 0,1 0 0 0 0,-1 0 0 0 0,0 0-1 0 0,1 0 1 0 0,-1 1 0 0 0,1-1-1 0 0,-1 0 1 0 0,1 0 0 0 0,-1 0-1 0 0,1 1 1 0 0,-1-1 0 0 0,0 0 0 0 0,1 1-1 0 0,-1-1 1 0 0,0 0 0 0 0,1 1-1 0 0,-1-1 1 0 0,0 0 0 0 0,1 1-1 0 0,-1-1 1 0 0,0 1 0 0 0,0-1 0 0 0,1 0-1 0 0,-1 1 1 0 0,7 0-26 0 0,-3 0 25 0 0,1 0-1 0 0,0 0 0 0 0,0-1 1 0 0,0 0-1 0 0,0 1 0 0 0,0-2 0 0 0,-1 1 0 0 0,1-1 1 0 0,0 1-1 0 0,0-1 0 0 0,0-1 0 0 0,7-2 0 0 0,-5 3 9 0 0,-5 0-3 0 0,0 1 1 0 0,1-1-1 0 0,-1 1 1 0 0,0-1-1 0 0,0 0 1 0 0,0 0-1 0 0,0 1 1 0 0,0-2-1 0 0,-1 1 1 0 0,1 0-1 0 0,0 0 1 0 0,0-1-1 0 0,2-2 1 0 0,8-5 30 0 0,-3 2 30 0 0,0 0 0 0 0,0-1 0 0 0,-1 0 0 0 0,0 0 0 0 0,0-1 0 0 0,-1 0 0 0 0,9-13 0 0 0,-12 15-9 0 0,-2 5-34 0 0,0 0-1 0 0,0-1 0 0 0,-1 1 1 0 0,1-1-1 0 0,-1 1 0 0 0,0-1 1 0 0,0 0-1 0 0,0 0 1 0 0,0 1-1 0 0,1-6 0 0 0,1 1 5 0 0,-2 5-27 0 0,0-1 0 0 0,0 1 1 0 0,0 0-1 0 0,0-1 0 0 0,-1 0 1 0 0,1 1-1 0 0,-1-1 0 0 0,1 1 0 0 0,-1-1 1 0 0,0 0-1 0 0,0-4 0 0 0,1 0-48 0 0,-1 5 20 0 0,1 0 0 0 0,-1 0 0 0 0,0-1 0 0 0,0 1 0 0 0,0 0 0 0 0,0 0-1 0 0,0 0 1 0 0,0-1 0 0 0,-1 1 0 0 0,1 0 0 0 0,-1 0 0 0 0,1 0 0 0 0,-1 0-1 0 0,-1-3 1 0 0,0-2-294 0 0,-1 0 0 0 0,0 0-1 0 0,0 0 1 0 0,-1 1 0 0 0,0-1-1 0 0,0 1 1 0 0,0 0 0 0 0,-1 0 0 0 0,0 0-1 0 0,0 1 1 0 0,0 0 0 0 0,-1 0-1 0 0,0 0 1 0 0,0 0 0 0 0,0 1-1 0 0,0 0 1 0 0,-1 1 0 0 0,-11-6-1 0 0,9 5-385 0 0,-2 1-51 0 0,-9 1-3491 0 0,-31 1-1843 0 0</inkml:trace>
</inkml:ink>
</file>

<file path=ppt/ink/ink3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3:18.67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96 134 3804 0 0,'-6'1'1800'0'0,"-84"24"5819"0"0,122-24-7487 0 0,-1-3 0 0 0,1 0 0 0 0,-1-2 1 0 0,36-9-1 0 0,-17 4-47 0 0,336-66 162 0 0,-248 46-2489 0 0,-3 3-3965 0 0</inkml:trace>
</inkml:ink>
</file>

<file path=ppt/ink/ink3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3:21.36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121 91 5120 0 0,'0'0'1539'0'0,"-5"1"-281"0"0,-3-1-812 0 0,1 1 0 0 0,0 0-1 0 0,0 1 1 0 0,0 0-1 0 0,0 0 1 0 0,0 0-1 0 0,1 1 1 0 0,-1 0-1 0 0,1 0 1 0 0,-13 9 0 0 0,3 4-180 0 0,12-12 252 0 0,-3 26 181 0 0,11-27-548 0 0,11 11-13 0 0,-11-11-40 0 0,3-2-16 0 0,10-2-59 0 0,0 0 0 0 0,-1 0 1 0 0,1-2-1 0 0,-1 0 0 0 0,1-1 0 0 0,-1 0 0 0 0,0-1 0 0 0,-1-1 0 0 0,1-1 0 0 0,-1 0 0 0 0,-1-1 0 0 0,1-1 0 0 0,22-18 0 0 0,-14 10 49 0 0,-13 9-25 0 0,0 0 0 0 0,0-1 0 0 0,-1 0 0 0 0,16-20 0 0 0,-22 25 45 0 0,0 0-48 0 0,9-12 34 0 0,-9 12 657 0 0,-6 8-663 0 0,1 0-50 0 0,0 1 1 0 0,-1-1-1 0 0,2 1 1 0 0,-1-1-1 0 0,0 1 1 0 0,1 0-1 0 0,0 0 1 0 0,0 0 0 0 0,1 0-1 0 0,-1 0 1 0 0,1 9-1 0 0,3 127 118 0 0,23 87-403 0 0,-11-125-3234 0 0,-15-98 2467 0 0,1 1-217 0 0,-1 0 770 0 0,0-4 248 0 0,-1-1 1 0 0,1 1-1 0 0,0 0 1 0 0,0 0-1 0 0,1 0 1 0 0,-1 0-1 0 0,0 0 1 0 0,1-1-1 0 0,-1 1 0 0 0,1 0 1 0 0,0 2-1 0 0,-3-1-2545 0 0,-8 16-1987 0 0</inkml:trace>
</inkml:ink>
</file>

<file path=ppt/ink/ink3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3:21.55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21 405 4672 0 0,'0'0'1592'0'0,"-4"-3"-284"0"0,-9-12-259 0 0,10 11 516 0 0,5-2-1026 0 0,6-20-127 0 0,-8 24-384 0 0,1 0 0 0 0,-1 1 0 0 0,1-1 1 0 0,0 0-1 0 0,0 1 0 0 0,-1-1 0 0 0,1 1 0 0 0,0-1 0 0 0,0 1 1 0 0,0 0-1 0 0,1-1 0 0 0,-1 1 0 0 0,0 0 0 0 0,0 0 0 0 0,1 0 0 0 0,-1 0 1 0 0,3-2-1 0 0,3-1 49 0 0,30-27-409 0 0,2 2 0 0 0,2 1 1 0 0,82-41-1 0 0,-50 29-1137 0 0,-19 9-1443 0 0,53-41-1 0 0,-82 53-147 0 0</inkml:trace>
</inkml:ink>
</file>

<file path=ppt/ink/ink3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3:21.86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95 27 3632 0 0,'0'0'2917'0'0,"-1"-4"-2217"0"0,-6-14-74 0 0,5 14 849 0 0,-33 11-479 0 0,33-6-958 0 0,1 0 0 0 0,-1 0 1 0 0,0-1-1 0 0,1 1 0 0 0,-1 0 1 0 0,1 0-1 0 0,0 1 0 0 0,-1-1 1 0 0,1 0-1 0 0,0 0 0 0 0,-3 3 1 0 0,4-3 4 0 0,-4 2 174 0 0,1 1-78 0 0,-9 12-137 0 0,9-12 157 0 0,2 0 92 0 0,-4 14-77 0 0,3-14 149 0 0,4 2-152 0 0,-2 0-105 0 0,0-5-39 0 0,0 1 0 0 0,1 0 0 0 0,-1 0 0 0 0,0 0 0 0 0,0-1 0 0 0,1 1 0 0 0,-1 0 0 0 0,1 0 1 0 0,0-1-1 0 0,-1 1 0 0 0,1 0 0 0 0,0-1 0 0 0,0 1 0 0 0,0-1 0 0 0,0 1 0 0 0,2 1 0 0 0,7 8 183 0 0,1 0 0 0 0,0-1-1 0 0,1 0 1 0 0,25 16 0 0 0,56 25 525 0 0,-89-49-659 0 0,-2-1-69 0 0,0-1 0 0 0,-1 1 1 0 0,1 0-1 0 0,0-1 0 0 0,-1 1 0 0 0,1 0 1 0 0,-1 0-1 0 0,1 0 0 0 0,-1 0 1 0 0,0 1-1 0 0,1-1 0 0 0,1 2 1 0 0,-2-1 3 0 0,4 1 31 0 0,-2 0-1 0 0,11 8 7 0 0,-11-8 90 0 0,-2 1-86 0 0,6 15-15 0 0,-7-19-36 0 0,0 0 0 0 0,0 0-1 0 0,1 1 1 0 0,-1-1-1 0 0,0 0 1 0 0,0 0-1 0 0,0 0 1 0 0,0 1 0 0 0,0-1-1 0 0,0 0 1 0 0,0 0-1 0 0,0 1 1 0 0,0-1-1 0 0,0 0 1 0 0,0 0 0 0 0,0 0-1 0 0,0 1 1 0 0,0-1-1 0 0,0 0 1 0 0,0 0 0 0 0,0 1-1 0 0,0-1 1 0 0,0 0-1 0 0,0 0 1 0 0,0 0-1 0 0,0 1 1 0 0,-1-1 0 0 0,1 0-1 0 0,0 0 1 0 0,0 0-1 0 0,0 1 1 0 0,0-1-1 0 0,0 0 1 0 0,-1 0 0 0 0,1 0-1 0 0,0 0 1 0 0,-1 1-1 0 0,-5 4-197 0 0,-1 0 0 0 0,0 0 0 0 0,0-1-1 0 0,-1 0 1 0 0,1 0 0 0 0,-1-1-1 0 0,0 0 1 0 0,0 0 0 0 0,0-1-1 0 0,0 0 1 0 0,-13 2 0 0 0,15-3-605 0 0,-2-2-108 0 0,3 1 788 0 0,-33-2-1994 0 0,35 1 1611 0 0,-1 0 1 0 0,1 0 0 0 0,0 0-1 0 0,0 0 1 0 0,0 0 0 0 0,1-1 0 0 0,-1 1-1 0 0,-4-4 1 0 0,-14-12-3757 0 0</inkml:trace>
</inkml:ink>
</file>

<file path=ppt/ink/ink3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3:22.03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1 266 3340 0 0,'2'-5'1484'0'0,"7"-15"-218"0"0,-6 15-201 0 0,-1 0-79 0 0,6-10-152 0 0,0 1 0 0 0,1 0 0 0 0,20-25 0 0 0,-11 20-753 0 0,1 0 1 0 0,36-25-1 0 0,-35 30-2245 0 0,42-22 0 0 0,-34 23-541 0 0,-21 9-1943 0 0</inkml:trace>
</inkml:ink>
</file>

<file path=ppt/ink/ink3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3:24.06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33 241 3960 0 0,'-6'2'1737'0'0,"-20"6"6535"0"0,34-10-8045 0 0,482-135 59 0 0,-323 86-2835 0 0,0 3-3325 0 0,-118 35-145 0 0</inkml:trace>
</inkml:ink>
</file>

<file path=ppt/ink/ink3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3:24.87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177 111 2820 0 0,'-7'1'1645'0'0,"-26"0"1483"0"0,-40-4 0 0 0,67 2-2671 0 0,2-1-120 0 0,2 0-257 0 0,-1 1 0 0 0,1-1 0 0 0,0 0 0 0 0,0 0 0 0 0,0 0 0 0 0,0 0 0 0 0,0 0 0 0 0,1 0 1 0 0,-1-1-1 0 0,0 1 0 0 0,1-1 0 0 0,0 1 0 0 0,0-1 0 0 0,-2-4 0 0 0,1 2 117 0 0,6 0-13 0 0,21-27 158 0 0,-23 30-319 0 0,0-1 1 0 0,1 1-1 0 0,0 0 0 0 0,-1 0 0 0 0,1 0 1 0 0,0 0-1 0 0,0 0 0 0 0,0 0 1 0 0,0 1-1 0 0,0 0 0 0 0,1 0 1 0 0,-1-1-1 0 0,4 1 0 0 0,-2 0-10 0 0,0 0-2 0 0,-1 1-1 0 0,0-1 1 0 0,0 1 0 0 0,1 0-1 0 0,-1 0 1 0 0,0 1-1 0 0,0-1 1 0 0,0 1-1 0 0,1 0 1 0 0,-1 0-1 0 0,0 0 1 0 0,0 1-1 0 0,4 1 1 0 0,-2-1-2 0 0,-4-1-6 0 0,0 0 1 0 0,0-1 0 0 0,0 1-1 0 0,0 0 1 0 0,0 0-1 0 0,0 0 1 0 0,0 0 0 0 0,0 0-1 0 0,-1 0 1 0 0,1 1 0 0 0,0-1-1 0 0,-1 0 1 0 0,0 1-1 0 0,1-1 1 0 0,2 4 0 0 0,1 2 64 0 0,1-1-69 0 0,-1 0 1 0 0,0 0-1 0 0,0 1 0 0 0,0 0 0 0 0,-1 0 1 0 0,0 0-1 0 0,-1 0 0 0 0,1 1 0 0 0,-1-1 0 0 0,-1 1 1 0 0,4 14-1 0 0,-4-12-4 0 0,1 30 10 0 0,-2-30 26 0 0,0-6-24 0 0,-1 0 1 0 0,0 0-1 0 0,0 0 1 0 0,0 0-1 0 0,0 0 1 0 0,-1 0-1 0 0,1 0 0 0 0,-3 6 1 0 0,2 0-24 0 0,-9 29-41 0 0,8-33 49 0 0,-2 6-6 0 0,-1 1 1 0 0,0 0-1 0 0,-1-1 0 0 0,0 0 1 0 0,-1-1-1 0 0,-9 12 0 0 0,-55 45-128 0 0,67-65 116 0 0,-1-1-4 0 0,3 1 15 0 0,1-2 7 0 0,-1 0-1 0 0,1 0 1 0 0,0 0-1 0 0,-1 0 0 0 0,1 0 1 0 0,-1 0-1 0 0,1 0 1 0 0,-1-1-1 0 0,1 1 0 0 0,-1 0 1 0 0,0-1-1 0 0,-2 1 1 0 0,-23-4-62 0 0,22 3 46 0 0,1-3 3 0 0,-1-1 23 0 0,0 0 0 0 0,0 0 0 0 0,0 0 0 0 0,1-1 0 0 0,0 0 1 0 0,0 0-1 0 0,0 0 0 0 0,1-1 0 0 0,-1 1 0 0 0,1-1 0 0 0,-4-10 0 0 0,2-4 5 0 0,4 15 74 0 0,3 1-23 0 0,9-20 26 0 0,-4 25-43 0 0,10 1-16 0 0,0 1 0 0 0,-1 0 1 0 0,1 2-1 0 0,21 8 0 0 0,26 12-10 0 0,-51-20-344 0 0,-1 0 0 0 0,1-1 0 0 0,19 4 0 0 0,-25-8-155 0 0,0 1 0 0 0,0-1 1 0 0,0-1-1 0 0,0 1 0 0 0,-1-1 0 0 0,1 0 1 0 0,7-3-1 0 0,18-8-3754 0 0,-27 10-269 0 0</inkml:trace>
</inkml:ink>
</file>

<file path=ppt/ink/ink3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3:25.21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115 0 2816 0 0,'0'0'2212'0'0,"-4"3"-1397"0"0,-12 7-177 0 0,12-8-51 0 0,4 0-517 0 0,-1-1-1 0 0,1 0 1 0 0,-1 0-1 0 0,1 1 1 0 0,-1-1-1 0 0,1 0 1 0 0,-1 0 0 0 0,0 0-1 0 0,0 1 1 0 0,1-1-1 0 0,-1 0 1 0 0,-2 1-1 0 0,2 0 57 0 0,-2 2 246 0 0,2 0-77 0 0,-6 13 16 0 0,5-13-3 0 0,2 1-12 0 0,-3 15 54 0 0,2-15-89 0 0,2-3-232 0 0,0-1 0 0 0,-1 1 0 0 0,1 0 0 0 0,-1-1 0 0 0,1 1-1 0 0,-1 0 1 0 0,0 0 0 0 0,0-1 0 0 0,0 1 0 0 0,0 0 0 0 0,0-1 0 0 0,0 3 0 0 0,0-3 11 0 0,0 4 161 0 0,2-1 11 0 0,5 14 3 0 0,-6-14 4 0 0,2 0-12 0 0,9 12-29 0 0,-9-12-75 0 0,1-1 84 0 0,12 11-6 0 0,-12-11-19 0 0,0 0-14 0 0,13 8-25 0 0,-12-8-15 0 0,-1 0-13 0 0,13 11-3 0 0,-13-11-13 0 0,0 2-9 0 0,10 11-12 0 0,-10-12-10 0 0,-1 0-21 0 0,9 13-16 0 0,-9-12-15 0 0,-3 0 32 0 0,1 0-25 0 0,-1 1 0 0 0,0-1 0 0 0,0 0 0 0 0,0 1 1 0 0,-1-1-1 0 0,0 0 0 0 0,0 1 0 0 0,-1-1 1 0 0,1 0-1 0 0,-1 0 0 0 0,0 0 0 0 0,0 0 0 0 0,-1 0 1 0 0,1-1-1 0 0,-1 1 0 0 0,-6 7 0 0 0,1-5-212 0 0,0 1 0 0 0,-1-1 0 0 0,1-1 0 0 0,-2 0-1 0 0,1 0 1 0 0,0-1 0 0 0,-1 0 0 0 0,0 0 0 0 0,-18 4 0 0 0,22-7-822 0 0,-1-3-478 0 0,1 2 970 0 0,-9 0 10 0 0,-3-6-2686 0 0,-3-4-1340 0 0</inkml:trace>
</inkml:ink>
</file>

<file path=ppt/ink/ink3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3:25.38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1 269 4976 0 0,'2'-5'1568'0'0,"6"-14"-241"0"0,-6 14-128 0 0,1-1-129 0 0,14-12 67 0 0,0 0 0 0 0,30-24 0 0 0,57-26-346 0 0,-25 18-3881 0 0,-68 43 2484 0 0,7-5-4182 0 0,10-7-1030 0 0</inkml:trace>
</inkml:ink>
</file>

<file path=ppt/ink/ink3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3:28.96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24 30 4560 0 0,'0'0'2088'0'0,"1"-5"-126"0"0,4-20 5653 0 0,-6 30-7399 0 0,-5 28-111 0 0,1 1 1 0 0,1 0-1 0 0,2 0 1 0 0,4 53-1 0 0,-2-27-564 0 0,-4 172-3172 0 0,-2-77-2887 0 0,3-90 198 0 0</inkml:trace>
</inkml:ink>
</file>

<file path=ppt/ink/ink3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3:29.9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 93 3720 0 0,'0'0'3763'0'0,"-1"-5"-2742"0"0,-1-16-94 0 0,1 15 1894 0 0,1 1-2265 0 0,-3-50 4752 0 0,17 123-5431 0 0,8 65 164 0 0,-21-127-37 0 0,0-1-6 0 0,3 15-28 0 0,-3-15-49 0 0,0 0-1144 0 0,1 1 797 0 0,0 3 77 0 0</inkml:trace>
</inkml:ink>
</file>

<file path=ppt/ink/ink3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3:30.33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254 17 3176 0 0,'0'0'5009'0'0,"-3"-3"-4271"0"0,-13-11 3188 0 0,10 15-3766 0 0,-15 2-16 0 0,16-3 70 0 0,1 4-136 0 0,-38 38 54 0 0,-85 91-4379 0 0,97-105-203 0 0</inkml:trace>
</inkml:ink>
</file>

<file path=ppt/ink/ink3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3:30.67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31 152 3764 0 0,'0'0'5852'0'0,"-5"2"-5013"0"0,-15 4-8 0 0,15-4 2482 0 0,11-4-3048 0 0,381-81-1174 0 0,-270 49-2347 0 0,-43 6-1646 0 0,-41 13-855 0 0</inkml:trace>
</inkml:ink>
</file>

<file path=ppt/ink/ink3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3:31.56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1 123 3584 0 0,'0'0'1622'0'0,"2"-5"-257"0"0,28-83 5261 0 0,-29 83-5976 0 0,8-15 334 0 0,-8 16 406 0 0,-1 10-1263 0 0,0 30-265 0 0,-3 0-1 0 0,-11 62 1 0 0,-2 8-1279 0 0,6 58-2226 0 0,12-54-2130 0 0,0-69 713 0 0</inkml:trace>
</inkml:ink>
</file>

<file path=ppt/ink/ink3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3:32.66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178 69 4836 0 0,'0'0'6104'0'0,"1"-4"-5580"0"0,2-11 628 0 0,-15 19-114 0 0,4 0-1147 0 0,4-1 232 0 0,4-3-139 0 0,-38 18 1029 0 0,35-17-908 0 0,0 1 0 0 0,0-1 0 0 0,0 0 0 0 0,0-1 0 0 0,0 1 0 0 0,-1 0 0 0 0,1-1 0 0 0,0 0 0 0 0,0 0 0 0 0,-1 0 0 0 0,1 0 0 0 0,0 0 0 0 0,-1 0 0 0 0,-3-2-1 0 0,4 0-50 0 0,-1 0-1 0 0,0 0 0 0 0,1 0 0 0 0,0-1 0 0 0,-1 1 0 0 0,1-1 0 0 0,0 0 1 0 0,0 0-1 0 0,-3-4 0 0 0,4 3 111 0 0,3 0-80 0 0,6-12-60 0 0,-5 12-18 0 0,1 1 16 0 0,13-8-18 0 0,-12 8 45 0 0,1 2-38 0 0,15-6-12 0 0,-15 6-7 0 0,1 1 3 0 0,34 6-4 0 0,-33-3 5 0 0,-3 1 3 0 0,1-1-3 0 0,0 0 0 0 0,0 0 1 0 0,-1 1-1 0 0,1-1 0 0 0,-1 1 1 0 0,0 0-1 0 0,0 1 0 0 0,0-1 0 0 0,0 1 1 0 0,3 5-1 0 0,-5-6-22 0 0,0-2 15 0 0,0 0 0 0 0,0 0 0 0 0,-1 0 0 0 0,1 0 0 0 0,-1 1 0 0 0,1-1-1 0 0,-1 0 1 0 0,0 1 0 0 0,0-1 0 0 0,0 1 0 0 0,0 2 0 0 0,2 3 6 0 0,-2-5-7 0 0,1 0 0 0 0,-1 0-1 0 0,0 0 1 0 0,0 0 0 0 0,0 0 0 0 0,0 0 0 0 0,0 0 0 0 0,0 7 0 0 0,0-2-18 0 0,0-6 16 0 0,-1 0 0 0 0,1 1 0 0 0,-1-1 0 0 0,1 0 0 0 0,-1 1 0 0 0,0-1 0 0 0,0 1 0 0 0,0-1 0 0 0,0 0 0 0 0,0 1 0 0 0,-1-1 0 0 0,1 1 0 0 0,-2 3 0 0 0,0 1-27 0 0,1 16-100 0 0,0-20 132 0 0,1 0 0 0 0,0 0 0 0 0,-1 0 0 0 0,1 0 0 0 0,-1 0 0 0 0,0-1 0 0 0,0 1 0 0 0,0 0 0 0 0,-2 3 0 0 0,-2 8-66 0 0,0-2 60 0 0,-2 7-49 0 0,-1-1 0 0 0,0 0 1 0 0,-14 22-1 0 0,-33 31-252 0 0,52-67 157 0 0,-1-1-55 0 0,-14 11-69 0 0,14-11-80 0 0,-1-2-257 0 0,-15 4 239 0 0,15-4 91 0 0,1-3-255 0 0,-13-8 289 0 0,13 8 20 0 0,1-3-19 0 0,1 3 187 0 0,-1-1 9 0 0,1 0 0 0 0,0 1 0 0 0,0-1 0 0 0,0 0 1 0 0,0-1-1 0 0,1 1 0 0 0,-1 0 0 0 0,1 0 0 0 0,-1-1 0 0 0,1 1 1 0 0,1 0-1 0 0,-1-1 0 0 0,0 1 0 0 0,1-1 0 0 0,-1-4 0 0 0,3-24 20 0 0,2 29 28 0 0,-2 1 16 0 0,0 0-1 0 0,0 0 1 0 0,0 1 0 0 0,1-1 0 0 0,-1 1 0 0 0,1-1 0 0 0,-1 1-1 0 0,1 0 1 0 0,0 0 0 0 0,0 0 0 0 0,-1 1 0 0 0,1-1 0 0 0,0 0 0 0 0,0 1-1 0 0,0 0 1 0 0,-1 0 0 0 0,1 0 0 0 0,0 0 0 0 0,0 0 0 0 0,0 0-1 0 0,4 2 1 0 0,19 7-11 0 0,49 25-1 0 0,-55-23-662 0 0,1-2 1 0 0,0 0-1 0 0,0-1 1 0 0,1-1-1 0 0,25 4 1 0 0,-14-4-1918 0 0,-25-6-1842 0 0</inkml:trace>
</inkml:ink>
</file>

<file path=ppt/ink/ink3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3:34.29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 84 2988 0 0,'-5'-24'1326'0'0,"4"20"2592"0"0,0-2-2788 0 0,-3-35 3433 0 0,5 33-1856 0 0,4 35-3088 0 0,9 46 632 0 0,-6-21-1715 0 0,-2 1-1 0 0,-1 97 0 0 0,-13 12-5560 0 0,4-118 1982 0 0</inkml:trace>
</inkml:ink>
</file>

<file path=ppt/ink/ink3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3:34.8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27 145 3572 0 0,'0'0'6197'0'0,"-2"-3"-5214"0"0,-17-32 1773 0 0,18 33-2659 0 0,0 0 1 0 0,0 0-1 0 0,1 0 0 0 0,-1-1 1 0 0,1 1-1 0 0,-1 0 1 0 0,1 0-1 0 0,0-1 0 0 0,0 1 1 0 0,0 0-1 0 0,0-1 1 0 0,0 1-1 0 0,1 0 1 0 0,-1 0-1 0 0,1-1 0 0 0,-1 1 1 0 0,1 0-1 0 0,0 0 1 0 0,0 0-1 0 0,2-4 0 0 0,10-11-43 0 0,-10 13 10 0 0,1 1-9 0 0,41-24 52 0 0,-40 25-53 0 0,0 1-40 0 0,18-1-20 0 0,-18 1-15 0 0,13 14-84 0 0,-14-11 179 0 0,-2 3-62 0 0,-1 1-20 0 0,0 0 0 0 0,0 1 0 0 0,-1-1 0 0 0,0 0 0 0 0,0 0 0 0 0,0 1 0 0 0,-2 6 0 0 0,1-6 21 0 0,-1-2-15 0 0,-4 18 12 0 0,4-18 0 0 0,0 0-8 0 0,-6 15-34 0 0,6-15 23 0 0,1 0 34 0 0,-4 16-17 0 0,3-16 143 0 0,5 0-135 0 0,6 15-6 0 0,-7-15 102 0 0,4-1-118 0 0,8 3-7 0 0,1 0 0 0 0,0 0 1 0 0,0-2-1 0 0,19 5 0 0 0,-6-1-14 0 0,44 19-1 0 0,-55-19 71 0 0,0 1 1 0 0,20 17-1 0 0,-34-24-83 0 0,-1 2-33 0 0,1-1 37 0 0,-2-2 22 0 0,0-1 1 0 0,-1 0 0 0 0,1 1-1 0 0,0-1 1 0 0,-1 1-1 0 0,1-1 1 0 0,0 1 0 0 0,-1-1-1 0 0,0 1 1 0 0,1 0 0 0 0,-1 2-1 0 0,0 0 31 0 0,-1-1 0 0 0,1 1-1 0 0,-1 0 1 0 0,0-1 0 0 0,0 1 0 0 0,0-1 0 0 0,0 1-1 0 0,-1-1 1 0 0,0 0 0 0 0,0 0 0 0 0,1 1 0 0 0,-2-1-1 0 0,1 0 1 0 0,0-1 0 0 0,-1 1 0 0 0,-5 5 0 0 0,2-3 38 0 0,0 0 0 0 0,-1 0 0 0 0,1-1 0 0 0,-1 0 0 0 0,0 0 0 0 0,-15 5 1 0 0,9-4-52 0 0,-1-1 0 0 0,1 0 1 0 0,-1-1-1 0 0,0-1 0 0 0,0 0 1 0 0,-26-1-1 0 0,-26-13-1134 0 0,63 11 1019 0 0,0 1 0 0 0,0-1-1 0 0,0 0 1 0 0,1 0 0 0 0,-1 0-1 0 0,0-1 1 0 0,1 1 0 0 0,-1-1 0 0 0,-4-2-1 0 0,1-1-148 0 0,4 4 128 0 0,0 0 0 0 0,0 0 1 0 0,0 0-1 0 0,0 0 1 0 0,0 0-1 0 0,0-1 0 0 0,1 1 1 0 0,-1-1-1 0 0,0 1 1 0 0,1-1-1 0 0,-1 0 1 0 0,-2-3-1 0 0,1-1-270 0 0,-5-6-1114 0 0,-16-55-3462 0 0,17 38-374 0 0</inkml:trace>
</inkml:ink>
</file>

<file path=ppt/ink/ink3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3:35.62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48 96 3344 0 0,'-21'-39'2882'0'0,"-6"-17"5621"0"0,50 144-8967 0 0,-4 2 0 0 0,10 113-1 0 0,-25-170-253 0 0,6 118-4882 0 0,-9-135 4440 0 0,1 38-4658 0 0</inkml:trace>
</inkml:ink>
</file>

<file path=ppt/ink/ink3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3:36.45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28 5424 0 0,'0'0'1809'0'0,"1"-4"-258"0"0,6-19 4278 0 0,-5 27-5663 0 0,0 2-62 0 0,0 1 0 0 0,0 0-1 0 0,-1 0 1 0 0,0 0 0 0 0,1 11-1 0 0,-2-11 17 0 0,0 0-2 0 0,-2 23-6 0 0,2-23 2 0 0,0 0-18 0 0,0 58 175 0 0,0-59-190 0 0,1 0 11 0 0,4 19-5 0 0,-3-19-8 0 0,1-2-14 0 0,10 11-25 0 0,-9-12-45 0 0,-3-2 9 0 0,1-1 0 0 0,0 0 0 0 0,-1 1 1 0 0,1-1-1 0 0,0 1 0 0 0,-1-1 0 0 0,1 1 0 0 0,0 0 1 0 0,-1 0-1 0 0,1 0 0 0 0,-1 0 0 0 0,2 1 0 0 0,1 1 6 0 0,1-1 23 0 0,3 0-8 0 0,58 7-32 0 0,-61-9 1 0 0,4 0-14 0 0,3 1 28 0 0,3-1-34 0 0,0 0 0 0 0,1-1 0 0 0,-1 0 0 0 0,0-1 0 0 0,0-1 0 0 0,0 0 0 0 0,21-8 0 0 0,-30 9 43 0 0,0-1 0 0 0,-1 0 0 0 0,0 0 0 0 0,1 0 0 0 0,-1-1 0 0 0,0 0 1 0 0,0 0-1 0 0,-1 0 0 0 0,1 0 0 0 0,-1-1 0 0 0,0 0 0 0 0,0 0 0 0 0,3-5 0 0 0,-5 6 91 0 0,0-2-13 0 0,4-19-35 0 0,-4 19-57 0 0,-1-1 94 0 0,1-20 33 0 0,-1 20-27 0 0,-1 1 7 0 0,0-51 182 0 0,0 51-116 0 0,-1 12-235 0 0,-4 59-411 0 0,12 176-4348 0 0,-2-96-2645 0 0,-3-106 2340 0 0</inkml:trace>
</inkml:ink>
</file>

<file path=ppt/ink/ink3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3:37.07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 60 3756 0 0,'0'0'1734'0'0,"-1"-5"-266"0"0,-2-15-209 0 0,3 15 1700 0 0,1 0-2249 0 0,4-20 1003 0 0,-1 29-1277 0 0,1-1-320 0 0,-3-2-82 0 0,0 0 1 0 0,-1 0-1 0 0,1 0 1 0 0,-1 0 0 0 0,1 0-1 0 0,-1 0 1 0 0,0 1-1 0 0,1-1 1 0 0,-1 0 0 0 0,0 1-1 0 0,0-1 1 0 0,0 1-1 0 0,0-1 1 0 0,0 1 0 0 0,0 0-1 0 0,0 2 1 0 0,13 24-4 0 0,-2 1-1 0 0,-2 0 1 0 0,0 1 0 0 0,-2 0 0 0 0,6 42 0 0 0,8 167-4688 0 0,-23-114-294 0 0,-4-62-325 0 0</inkml:trace>
</inkml:ink>
</file>

<file path=ppt/ink/ink3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3:37.51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104 21 3364 0 0,'0'0'2538'0'0,"-3"-3"-1673"0"0,2 2-706 0 0,0 0-1 0 0,-1-1 1 0 0,1 1 0 0 0,0 0-1 0 0,-1 0 1 0 0,1-1-1 0 0,0 1 1 0 0,0 0-1 0 0,0-1 1 0 0,-1-2-1 0 0,-3 7 301 0 0,-1 1-247 0 0,0 1 0 0 0,0-1-1 0 0,0 2 1 0 0,1-1 0 0 0,0 0 0 0 0,0 1-1 0 0,0 0 1 0 0,1 0 0 0 0,-7 14 0 0 0,7-13-84 0 0,1 1 1 0 0,-1 0 0 0 0,2 1 0 0 0,-1-1-1 0 0,1 0 1 0 0,0 1 0 0 0,1-1-1 0 0,0 1 1 0 0,0-1 0 0 0,1 1 0 0 0,0 0-1 0 0,1-1 1 0 0,0 1 0 0 0,0 0-1 0 0,0-1 1 0 0,5 11 0 0 0,-3-13-81 0 0,0-1 0 0 0,0 0-1 0 0,0-1 1 0 0,1 1 0 0 0,0-1 0 0 0,0 1 0 0 0,0-1-1 0 0,1 0 1 0 0,-1-1 0 0 0,1 1 0 0 0,0-1 0 0 0,0 0 0 0 0,0 0-1 0 0,1 0 1 0 0,-1-1 0 0 0,1 0 0 0 0,8 3 0 0 0,-9-3-24 0 0,0-1 38 0 0,2 1-8 0 0,18 6-6 0 0,-19-6-3 0 0,0 0-20 0 0,16 6 33 0 0,-16-5 192 0 0,-3 0-115 0 0,-1-1-101 0 0,0-1-13 0 0,-1-1-1 0 0,1 1 1 0 0,-1 0-1 0 0,0 0 0 0 0,0 0 1 0 0,0 1-1 0 0,0-1 1 0 0,0 0-1 0 0,0 0 1 0 0,0 0-1 0 0,0 1 1 0 0,1 2-1 0 0,0 27 316 0 0,-2-29-325 0 0,0 0 0 0 0,-1 0 0 0 0,1 0-1 0 0,-1-1 1 0 0,1 1 0 0 0,-1 0 0 0 0,0 0 0 0 0,1-1-1 0 0,-1 1 1 0 0,0-1 0 0 0,0 1 0 0 0,-2 2 0 0 0,0-1 16 0 0,1 1-15 0 0,0 0-1 0 0,-1 0 1 0 0,0-1 0 0 0,0 1-1 0 0,0-1 1 0 0,0 1 0 0 0,0-1-1 0 0,-1 0 1 0 0,1 0 0 0 0,-6 2-1 0 0,5-2-1 0 0,-4 3-241 0 0,0 0 0 0 0,0-1-1 0 0,0 0 1 0 0,-1 0 0 0 0,-9 3 0 0 0,12-5 69 0 0,-2 0-585 0 0,0 1-1 0 0,0-1 0 0 0,0-1 1 0 0,0 1-1 0 0,-1-1 1 0 0,-10 1-1 0 0,14-3 419 0 0,-2 1-2849 0 0</inkml:trace>
</inkml:ink>
</file>

<file path=ppt/ink/ink3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3:37.69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1 229 3100 0 0,'32'-24'1588'0'0,"1"1"-259"0"0,1 3-313 0 0,3 0-188 0 0,3 1-200 0 0,0 2-148 0 0,3 1-200 0 0,-1-1-280 0 0,3 2-368 0 0,3 0-508 0 0,-7 0-384 0 0,7 2-929 0 0,-3-1-2327 0 0</inkml:trace>
</inkml:ink>
</file>

<file path=ppt/ink/ink3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3:38.07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82 3572 0 0,'3'-74'5768'0'0,"-2"67"-2505"0"0,4 11-2920 0 0,1 2-277 0 0,-1 1 0 0 0,1-1 1 0 0,-1 1-1 0 0,0 1 0 0 0,-1-1 0 0 0,0 1 1 0 0,0-1-1 0 0,0 1 0 0 0,3 12 0 0 0,22 85 37 0 0,20 148-2200 0 0,-38-171-1306 0 0,1 93 0 0 0,-12-101-1365 0 0</inkml:trace>
</inkml:ink>
</file>

<file path=ppt/ink/ink3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3:38.71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332 13 3300 0 0,'-5'-2'1068'0'0,"3"0"-870"0"0,-1 1-1 0 0,0-1 1 0 0,-1 1 0 0 0,1 0-1 0 0,0 0 1 0 0,0 0-1 0 0,0 1 1 0 0,-1-1-1 0 0,1 1 1 0 0,0-1-1 0 0,-1 1 1 0 0,1 0-1 0 0,0 0 1 0 0,0 1-1 0 0,-1-1 1 0 0,1 1 0 0 0,-5 1-1 0 0,-5 3-11 0 0,1 1-1 0 0,0 1 1 0 0,0 0-1 0 0,0 1 1 0 0,1 0 0 0 0,1 0-1 0 0,-1 1 1 0 0,1 1 0 0 0,1 0-1 0 0,0 0 1 0 0,0 1-1 0 0,1 0 1 0 0,0 0 0 0 0,-8 17-1 0 0,-2 5-10 0 0,2 1 0 0 0,2 1-1 0 0,0 0 1 0 0,-10 46 0 0 0,23-76-166 0 0,-3 10 11 0 0,0-1-1 0 0,2 1 1 0 0,-1 0 0 0 0,2-1-1 0 0,0 1 1 0 0,1 0 0 0 0,1 16-1 0 0,-1-21-20 0 0,0-6 2 0 0,0 0 0 0 0,0 0 0 0 0,1 0 0 0 0,0 0 0 0 0,-1 0 0 0 0,1 0 0 0 0,0 0 0 0 0,2 5 0 0 0,-1-1-6 0 0,-1-4 4 0 0,-1-1 0 0 0,1 1 0 0 0,0 0 0 0 0,1-1 0 0 0,-1 0-1 0 0,1 1 1 0 0,-1-1 0 0 0,3 4 0 0 0,-2-3 18 0 0,1 1-21 0 0,-1 0 1 0 0,0 0 0 0 0,1 0-1 0 0,0 0 1 0 0,0-1 0 0 0,1 1-1 0 0,-1-1 1 0 0,1 0 0 0 0,0 0-1 0 0,0 0 1 0 0,6 4 0 0 0,26 13 162 0 0,-27-19-110 0 0,-2-2 9 0 0,0 1 80 0 0,0 1 0 0 0,1-2 0 0 0,-1 1 0 0 0,1-1 0 0 0,-1 0-1 0 0,1-1 1 0 0,-1 1 0 0 0,1-2 0 0 0,-1 1 0 0 0,0-1 0 0 0,0 0-1 0 0,0 0 1 0 0,0-1 0 0 0,8-4 0 0 0,-8 4-71 0 0,0-1 0 0 0,0 0 1 0 0,-1 0-1 0 0,1-1 0 0 0,-1 1 0 0 0,0-2 0 0 0,0 1 1 0 0,5-7-1 0 0,-8 8-61 0 0,-1 1 1 0 0,1-1 0 0 0,-1 0-1 0 0,0 1 1 0 0,0-1-1 0 0,0-1 1 0 0,0 1-1 0 0,-1 0 1 0 0,0 0-1 0 0,0 0 1 0 0,0-1-1 0 0,0 1 1 0 0,-1 0 0 0 0,1-1-1 0 0,-1 1 1 0 0,0-1-1 0 0,-1 1 1 0 0,0-8-1 0 0,0 8-35 0 0,0 0 0 0 0,1 0 0 0 0,-2 0 0 0 0,1 0-1 0 0,0 0 1 0 0,-1 0 0 0 0,0 0 0 0 0,0 1-1 0 0,0-1 1 0 0,0 0 0 0 0,-1 1 0 0 0,1 0 0 0 0,-1-1-1 0 0,0 1 1 0 0,0 0 0 0 0,0 1 0 0 0,0-1 0 0 0,-1 0-1 0 0,1 1 1 0 0,-6-3 0 0 0,7 4-1 0 0,-1 0-40 0 0,0-1 0 0 0,0 1 1 0 0,0 0-1 0 0,0 1 0 0 0,-1-1 0 0 0,1 0 1 0 0,0 1-1 0 0,0 0 0 0 0,-1 0 1 0 0,1 0-1 0 0,0 0 0 0 0,0 0 0 0 0,-1 1 1 0 0,1-1-1 0 0,0 1 0 0 0,-6 2 1 0 0,2-2-102 0 0,5 0 100 0 0,-1-1 0 0 0,1 1-1 0 0,0-1 1 0 0,0 1-1 0 0,-1 0 1 0 0,1 0 0 0 0,0 0-1 0 0,0 0 1 0 0,0 0 0 0 0,0 1-1 0 0,1-1 1 0 0,-1 1-1 0 0,-2 1 1 0 0,-31 30-1064 0 0,-19 26-4821 0 0,50-54 1304 0 0</inkml:trace>
</inkml:ink>
</file>

<file path=ppt/ink/ink3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3:39.27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 37 5717 0 0,'0'0'1975'0'0,"0"-6"-245"0"0,-2-18-300 0 0,2 17 3417 0 0,2 12-4673 0 0,3 7-138 0 0,0 0 1 0 0,-1 0 0 0 0,-1 0-1 0 0,0 1 1 0 0,1 13 0 0 0,6 74-341 0 0,-7-49-53 0 0,22 249-3788 0 0,-20-136-1402 0 0,-5-151 4749 0 0,0 43-4104 0 0</inkml:trace>
</inkml:ink>
</file>

<file path=ppt/ink/ink3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3:39.5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0 140 4424 0 0,'3'-5'1747'0'0,"1"-4"-1245"0"0,1 0 0 0 0,0 0 0 0 0,0 1 0 0 0,1 0 0 0 0,1 0 0 0 0,-1 0 0 0 0,1 1 0 0 0,0 0 0 0 0,1 0 0 0 0,0 1 0 0 0,0-1 0 0 0,0 2 0 0 0,1-1 0 0 0,-1 2 0 0 0,1-1 0 0 0,1 1 0 0 0,12-4 0 0 0,-15 5-345 0 0,-5 2-92 0 0,0 0 1 0 0,1 0-1 0 0,-1 0 0 0 0,0 0 0 0 0,1 0 0 0 0,-1 1 0 0 0,1 0 0 0 0,-1-1 0 0 0,1 1 0 0 0,4 0 0 0 0,59 3 832 0 0,-63-3-876 0 0,-1 1 1 0 0,1-1 0 0 0,-1 1-1 0 0,1-1 1 0 0,0 1-1 0 0,-1 0 1 0 0,1 0 0 0 0,-1 0-1 0 0,0 0 1 0 0,1 0-1 0 0,-1 1 1 0 0,3 1 0 0 0,3 3 31 0 0,6 2-79 0 0,-2 0 0 0 0,1 1 0 0 0,-1 1 0 0 0,-1 0 0 0 0,0 0 0 0 0,0 1 0 0 0,-1 0 0 0 0,0 1-1 0 0,-1 1 1 0 0,-1-1 0 0 0,0 1 0 0 0,0 1 0 0 0,-1-1 0 0 0,7 22 0 0 0,-9-22-407 0 0,-4-10 381 0 0,0 0 0 0 0,0-1 1 0 0,0 1-1 0 0,0-1 0 0 0,-1 1 0 0 0,1 0 0 0 0,-1 0 1 0 0,0-1-1 0 0,0 6 0 0 0,1 8-452 0 0,0-7 293 0 0,-2 29-982 0 0,1-28 917 0 0,0-6 83 0 0,0 1 0 0 0,0-1 0 0 0,0 0-1 0 0,-1 0 1 0 0,0 1 0 0 0,0-1 0 0 0,0 0 0 0 0,-2 4-1 0 0,0 0-274 0 0,-14 40-1027 0 0,13-42 438 0 0,0 0 1 0 0,0-1 0 0 0,0 1-1 0 0,-9 8 1 0 0,-15 14-3705 0 0</inkml:trace>
</inkml:ink>
</file>

<file path=ppt/ink/ink3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3:39.79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0 273 4000 0 0,'28'-16'3501'0'0,"22"-5"-2205"0"0,-19 10-224 0 0,5 0-168 0 0,9 0-264 0 0,1-2-144 0 0,3 2-116 0 0,3-2-120 0 0,3 0-224 0 0,3-2-156 0 0,-1 0-216 0 0,2 0-180 0 0,3-1-332 0 0,-3-5-628 0 0,-1 1-24 0 0,-1-4-1001 0 0,-4-2-2747 0 0</inkml:trace>
</inkml:ink>
</file>

<file path=ppt/ink/ink3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3:40.2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32 4560 0 0,'4'-31'2120'0'0,"0"40"1243"0"0,4 59 524 0 0,-6-50-5055 0 0,3 27 947 0 0,23 219-2336 0 0,-16-86-2673 0 0,-9-106 516 0 0</inkml:trace>
</inkml:ink>
</file>

<file path=ppt/ink/ink3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3:40.89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274 188 4456 0 0,'5'-7'264'0'0,"24"-37"3466"0"0,-28 42-3567 0 0,0 0-1 0 0,0 0 0 0 0,0 0 1 0 0,0 0-1 0 0,-1 0 0 0 0,1 0 1 0 0,0-1-1 0 0,-1 1 0 0 0,1 0 1 0 0,-1 0-1 0 0,0-1 0 0 0,0 1 1 0 0,0 0-1 0 0,0-1 0 0 0,0 1 1 0 0,-1 0-1 0 0,1 0 0 0 0,-1-1 1 0 0,0-2-1 0 0,-1 1-112 0 0,0 1 12 0 0,1-1 1 0 0,-1 1-1 0 0,0 0 0 0 0,0 0 0 0 0,-1 0 0 0 0,1 0 0 0 0,0 1 0 0 0,-1-1 0 0 0,0 1 0 0 0,1-1 0 0 0,-1 1 0 0 0,0 0 0 0 0,0 0 0 0 0,0 0 0 0 0,-6-2 0 0 0,-55-17 507 0 0,51 17-416 0 0,-11 1-6 0 0,6 4 9 0 0,11-1-105 0 0,5-1-27 0 0,-1 1 1 0 0,1 0-1 0 0,0 0 0 0 0,0 0 1 0 0,-1 0-1 0 0,1 0 0 0 0,0 0 0 0 0,-1 1 1 0 0,1-1-1 0 0,0 1 0 0 0,0 0 1 0 0,-4 1-1 0 0,2-1 5 0 0,-1 0 12 0 0,0 1 0 0 0,0-1 0 0 0,1 1 0 0 0,-1 0 0 0 0,0 0 0 0 0,1 0 0 0 0,0 1 0 0 0,-1-1 0 0 0,1 1 0 0 0,0 0 1 0 0,0 0-1 0 0,-5 7 0 0 0,6-7-24 0 0,0 0 4 0 0,0 0-1 0 0,0 0 0 0 0,0 1 1 0 0,0-1-1 0 0,1 1 0 0 0,0 0 1 0 0,-1 0-1 0 0,1 0 0 0 0,1 0 1 0 0,-1 0-1 0 0,1 1 0 0 0,-1-1 1 0 0,1 0-1 0 0,-1 6 0 0 0,1-4-4 0 0,0-3-12 0 0,1-1 0 0 0,0 0 0 0 0,-1 0 0 0 0,1 0 0 0 0,0 1 0 0 0,0-1 0 0 0,0 0 0 0 0,0 0 0 0 0,1 1 0 0 0,-1-1 0 0 0,0 0 0 0 0,1 0 0 0 0,1 3 0 0 0,3 13 0 0 0,1 0-1 0 0,0-1 0 0 0,1 1 1 0 0,1-2-1 0 0,1 1 0 0 0,15 21 1 0 0,4-6-29 0 0,1-1 0 0 0,48 40 0 0 0,25 26-118 0 0,-90-78 77 0 0,-10-15 42 0 0,0 0-80 0 0,-3 2-41 0 0,-2 20 45 0 0,-2-22 63 0 0,-1 0 31 0 0,1-1-1 0 0,-1 1 1 0 0,0-1-1 0 0,-1 0 1 0 0,1 0-1 0 0,0 0 1 0 0,-1-1-1 0 0,1 0 0 0 0,-1-1 1 0 0,-8 2-1 0 0,-10-1 47 0 0,-38 0 0 0 0,57-2-24 0 0,-11 0 52 0 0,-5-3-18 0 0,9-1 26 0 0,6 1-51 0 0,0 0 0 0 0,0-1 0 0 0,1 0 0 0 0,-1 0 1 0 0,1 0-1 0 0,0-1 0 0 0,0 1 0 0 0,0-1 0 0 0,-7-9 1 0 0,11 10 0 0 0,1-4 17 0 0,0-21 6 0 0,3 14-11 0 0,5-1 17 0 0,1-1-1 0 0,0 2 1 0 0,1-1-1 0 0,19-24 0 0 0,54-55 209 0 0,9-12-332 0 0,-87 99-114 0 0,1 1 0 0 0,-1-1 1 0 0,-1 1-1 0 0,1-1 0 0 0,-1 0 0 0 0,3-14 0 0 0,-6 21 105 0 0,1-1 0 0 0,-1 1 1 0 0,0-1-1 0 0,0 1 0 0 0,1-1 0 0 0,-1 1 1 0 0,0-1-1 0 0,0 1 0 0 0,0-1 1 0 0,-1 1-1 0 0,1-1 0 0 0,0 0 1 0 0,0 1-1 0 0,-1-1 0 0 0,1 1 1 0 0,-2-3-1 0 0,0-1-204 0 0,-4-7-866 0 0,-2 1 100 0 0,0 0-1 0 0,-1 0 1 0 0,0 1-1 0 0,-1 0 1 0 0,-20-16-1 0 0,-4 4-4100 0 0</inkml:trace>
</inkml:ink>
</file>

<file path=ppt/ink/ink3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3:54.55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144 64 3040 0 0,'0'0'5861'0'0,"-1"-5"-5328"0"0,-4-18 4107 0 0,3 19-4565 0 0,0 1-23 0 0,-4-14 558 0 0,1 16-568 0 0,-13-4-4 0 0,13 4 214 0 0,-21 4-214 0 0,21-3-47 0 0,1 3-65 0 0,-11 8 91 0 0,12-8 4 0 0,0 0-13 0 0,-9 9 0 0 0,9-8 10 0 0,0-1 7 0 0,-20 36-43 0 0,21-35 124 0 0,2 1-141 0 0,0 50-15 0 0,0-50 109 0 0,2-1-28 0 0,3 6 37 0 0,1-1 0 0 0,0 0 0 0 0,0 0 0 0 0,10 10-1 0 0,-13-16 81 0 0,1-1 16 0 0,15 7-98 0 0,-14-7 110 0 0,0-1-123 0 0,18 4 6 0 0,-18-4 160 0 0,1-1-149 0 0,18-1-12 0 0,-18 0 164 0 0,-1 1-141 0 0,16-3 7 0 0,-15 3 97 0 0,-2-1-91 0 0,15-4-10 0 0,-15 3 49 0 0,0 0-72 0 0,12-6 9 0 0,-12 5 44 0 0,-1 0-66 0 0,10-12 1 0 0,-9 11 7 0 0,10-16 60 0 0,-11 5-77 0 0,-2 14-42 0 0,-1 0 0 0 0,1-1 0 0 0,0 1 0 0 0,-1-1 0 0 0,1 1 0 0 0,-1-1 0 0 0,0 1 0 0 0,1 0 0 0 0,-1-1 0 0 0,0 1 0 0 0,0-1 0 0 0,0 0 0 0 0,0-2 0 0 0,0-21 3 0 0,0 19 14 0 0,-2 1-127 0 0,-18-45 522 0 0,18 46-361 0 0,-1 0 2 0 0,-29-27 48 0 0,29 29-67 0 0,-2 1-34 0 0,-18-2-6 0 0,18 3 41 0 0,-1 2-37 0 0,-6 4 10 0 0,0 2 1 0 0,0-1 0 0 0,0 1-1 0 0,1 1 1 0 0,1 0-1 0 0,-1 0 1 0 0,1 1 0 0 0,1 0-1 0 0,0 1 1 0 0,0 0-1 0 0,1 1 1 0 0,1 0 0 0 0,0 0-1 0 0,-7 17 1 0 0,12-25-19 0 0,-1 24 64 0 0,2-23 101 0 0,2 0-135 0 0,14 45-105 0 0,-13-46 67 0 0,1 0 3 0 0,32 27-86 0 0,-31-28 120 0 0,1-3 24 0 0,18 4 94 0 0,-18-3-107 0 0,1-3-43 0 0,45-22 400 0 0,-46 20-334 0 0,-2 0-32 0 0,10-15-77 0 0,-10 15 93 0 0,-1-2 24 0 0,1-3-34 0 0,-2 0 0 0 0,1 1 0 0 0,-1-1-1 0 0,0 0 1 0 0,-1 0 0 0 0,0 0 0 0 0,-2-13-1 0 0,0 17-29 0 0,2 4 5 0 0,-1-1 0 0 0,1 1 0 0 0,-1-1 0 0 0,0 1 0 0 0,1 0 0 0 0,-1-1 0 0 0,0 1 0 0 0,0 0 0 0 0,0 0-1 0 0,0 0 1 0 0,0 0 0 0 0,-2-2 0 0 0,2 2 1 0 0,-1-2 8 0 0,-3 0-18 0 0,-14-7 4 0 0,15 8-3 0 0,-3 2 10 0 0,-21 1-15 0 0,21 0-6 0 0,6 0 19 0 0,0 0-1 0 0,0 0 1 0 0,0 0-1 0 0,0 0 1 0 0,0 0-1 0 0,0 0 1 0 0,0-1-1 0 0,-1 1 1 0 0,1 0-1 0 0,0-1 0 0 0,0 1 1 0 0,-3 0-1 0 0,1 0-2 0 0,0 2-1 0 0,-14 12-14 0 0,14-12 2 0 0,3-2 4 0 0,0-1 12 0 0,0 1 0 0 0,0 0 1 0 0,0-1-1 0 0,0 1 0 0 0,0 0 1 0 0,0-1-1 0 0,-1 1 0 0 0,1-1 1 0 0,0 1-1 0 0,0 0 0 0 0,0-1 1 0 0,-1 1-1 0 0,1-1 0 0 0,0 1 0 0 0,-1-1 1 0 0,1 1-1 0 0,0-1 0 0 0,-1 1 1 0 0,1-1-1 0 0,-2 2 0 0 0,2-2 1 0 0,-1 1 1 0 0,0 0-1 0 0,1-1 0 0 0,-1 1 0 0 0,1 0 0 0 0,-1 0 0 0 0,1 0 0 0 0,-1 0 0 0 0,1 0 0 0 0,0-1 0 0 0,-1 1 0 0 0,1 0 0 0 0,0 0 0 0 0,0 0 0 0 0,-1 0 1 0 0,1 0-1 0 0,0 0 0 0 0,0 0 0 0 0,0 0 0 0 0,0 0 0 0 0,1 0 0 0 0,-1 0 0 0 0,0 1 0 0 0,1 23-26 0 0,0-19-49 0 0,2-2-234 0 0,32 27-43 0 0,-32-29 270 0 0,3-1-79 0 0,16 1 124 0 0,-16-1 2 0 0,0-3-20 0 0,18-6 30 0 0,-18 7 10 0 0,-2-2 20 0 0,13-10 26 0 0,-13 10 18 0 0,-4 3-46 0 0,0-1 0 0 0,0 0 1 0 0,0 1-1 0 0,1-1 1 0 0,-1 1-1 0 0,0-1 0 0 0,0 1 1 0 0,0-1-1 0 0,0 1 0 0 0,0-1 1 0 0,1 1-1 0 0,-1-1 1 0 0,0 1-1 0 0,0-1 0 0 0,1 1 1 0 0,-1 0-1 0 0,0-1 0 0 0,1 1 1 0 0,-1-1-1 0 0,1 1 1 0 0,-1 0-1 0 0,0-1 0 0 0,1 1 1 0 0,0-1-1 0 0,0 0 4 0 0,0 1 0 0 0,0-1 0 0 0,1 0 0 0 0,-1 0 0 0 0,-1 0 0 0 0,1 0 0 0 0,0 0 0 0 0,0-1 0 0 0,0 1 0 0 0,-1 0 0 0 0,1 0 0 0 0,0 0 0 0 0,0-2 0 0 0,5-15 17 0 0,-4 14 74 0 0,-2-2-10 0 0,-2-17 0 0 0,2 17-41 0 0,0 5-48 0 0,-1 1-1 0 0,1 0 1 0 0,-1-1 0 0 0,1 1 0 0 0,0 0-1 0 0,-1-1 1 0 0,1 1 0 0 0,0 0-1 0 0,-1-1 1 0 0,1 1 0 0 0,0-1-1 0 0,-1 1 1 0 0,1-1 0 0 0,0 1-1 0 0,0-1 1 0 0,0 1 0 0 0,0-1 0 0 0,-1 1-1 0 0,1-1 1 0 0,0 1 0 0 0,0-1-1 0 0,0 1 1 0 0,0-1 0 0 0,0 0 7 0 0,0 1 0 0 0,0-1 1 0 0,0 0-1 0 0,0 1 1 0 0,0-1-1 0 0,0 1 0 0 0,0-1 1 0 0,0 1-1 0 0,-1-1 1 0 0,1 1-1 0 0,0-1 0 0 0,0 1 1 0 0,-1 0-1 0 0,1-1 1 0 0,0 1-1 0 0,0-1 0 0 0,-1 1 1 0 0,1-1-1 0 0,-1 1 0 0 0,1 0 1 0 0,0-1-1 0 0,-1 1 1 0 0,0-1-1 0 0,1 1-3 0 0,-1 0-1 0 0,1 0 1 0 0,0 0-1 0 0,-1 0 1 0 0,1 0-1 0 0,0 0 1 0 0,-1 0-1 0 0,1 0 0 0 0,-1 0 1 0 0,1 0-1 0 0,0 0 1 0 0,-1 0-1 0 0,1-1 1 0 0,0 1-1 0 0,-1 0 1 0 0,1 0-1 0 0,0-1 1 0 0,-1 1-1 0 0,1 0 1 0 0,0 0-1 0 0,-1-1 1 0 0,1 1-1 0 0,0 0 1 0 0,0-1-1 0 0,0 1 1 0 0,-1 0-1 0 0,1-1 1 0 0,0 1-1 0 0,0 0 1 0 0,0-1-1 0 0,-1 0 1 0 0,1 0 0 0 0,0 1 1 0 0,0-1-1 0 0,-1 0 1 0 0,1 1-1 0 0,-1-1 1 0 0,1 0-1 0 0,0 1 1 0 0,-1-1-1 0 0,1 1 1 0 0,-1-1-1 0 0,1 1 1 0 0,-1-1-1 0 0,0 1 1 0 0,1-1-1 0 0,-1 1 1 0 0,0-1-1 0 0,1 1 0 0 0,-1 0 1 0 0,0-1-1 0 0,1 1 1 0 0,-1 0-1 0 0,0 0 1 0 0,0 0-1 0 0,1-1 1 0 0,-1 1-1 0 0,0 0 1 0 0,0 0-1 0 0,0 0 1 0 0,-27-3 6 0 0,23 6-58 0 0,5-3 37 0 0,-32 23-64 0 0,31-21 55 0 0,-1-1 1 0 0,1 0 0 0 0,-1 0-1 0 0,1 1 1 0 0,0-1-1 0 0,-1 1 1 0 0,1-1-1 0 0,0 1 1 0 0,0-1 0 0 0,0 1-1 0 0,0 0 1 0 0,0-1-1 0 0,1 1 1 0 0,-1 0 0 0 0,1 0-1 0 0,-1 0 1 0 0,1 0-1 0 0,-1-1 1 0 0,1 1-1 0 0,0 0 1 0 0,0 0 0 0 0,0 0-1 0 0,0 2 1 0 0,7 16-84 0 0,-6-15-10 0 0,3-3-209 0 0,10 8 241 0 0,-10-7 19 0 0,32-9 183 0 0,-36 6-121 0 0,1 0 1 0 0,-1 0 0 0 0,1 0 0 0 0,0 0 0 0 0,-1 0 0 0 0,1 0-1 0 0,-1-1 1 0 0,1 1 0 0 0,-1 0 0 0 0,1 0 0 0 0,-1-1-1 0 0,1 1 1 0 0,-1 0 0 0 0,1-1 0 0 0,-1 1 0 0 0,0 0 0 0 0,1-1-1 0 0,-1 1 1 0 0,1-1 0 0 0,-1 1 0 0 0,0-1 0 0 0,1 1-1 0 0,-1-1 1 0 0,0 1 0 0 0,1-1 0 0 0,-1 0 4 0 0,0 1-1 0 0,0-1 1 0 0,1 1 0 0 0,-1-1 0 0 0,0 1-1 0 0,1-1 1 0 0,-1 1 0 0 0,0 0-1 0 0,1-1 1 0 0,-1 1 0 0 0,1-1 0 0 0,-1 1-1 0 0,0 0 1 0 0,1-1 0 0 0,-1 1-1 0 0,1 0 1 0 0,-1 0 0 0 0,1-1 0 0 0,0 1-1 0 0,-1 0 1 0 0,1 0 0 0 0,-1 0-1 0 0,1 0 1 0 0,-1 0 0 0 0,1 0 0 0 0,13-17 106 0 0,-12 13-78 0 0,2-26 54 0 0,-4 29-89 0 0,-1-1 1 0 0,0 1-1 0 0,1-1 1 0 0,-1 1-1 0 0,0 0 1 0 0,0-1-1 0 0,0 1 0 0 0,0 0 1 0 0,0 0-1 0 0,0-1 1 0 0,0 1-1 0 0,-3-1 0 0 0,0-2 20 0 0,0 6-190 0 0,-16 5 114 0 0,15-5 32 0 0,5-1 12 0 0,0-1 13 0 0,0 1 1 0 0,0-1-1 0 0,0 0 1 0 0,0 1-1 0 0,0-1 1 0 0,0 1-1 0 0,-1-1 0 0 0,1 0 1 0 0,0 1-1 0 0,0-1 1 0 0,0 1-1 0 0,0-1 1 0 0,-1 0-1 0 0,1 1 1 0 0,0-1-1 0 0,0 0 1 0 0,-1 1-1 0 0,1-1 0 0 0,0 0 1 0 0,0 1-1 0 0,-1-1 1 0 0,1 0-1 0 0,0 0 1 0 0,-1 1-1 0 0,1-1 1 0 0,-1 0-1 0 0,1 0 1 0 0,-1 1-8 0 0,0-1 0 0 0,0 1 0 0 0,1-1 1 0 0,-1 1-1 0 0,0-1 0 0 0,1 1 0 0 0,-1-1 1 0 0,1 1-1 0 0,-1 0 0 0 0,1-1 0 0 0,-1 1 1 0 0,1 0-1 0 0,-1 0 0 0 0,1-1 0 0 0,0 1 1 0 0,-1 0-1 0 0,1 0 0 0 0,0 0 0 0 0,-1-1 1 0 0,1 1-1 0 0,0 0 0 0 0,0 0 0 0 0,0 0 1 0 0,0 0-1 0 0,-1 6-90 0 0,1 0 0 0 0,0-1-1 0 0,0 1 1 0 0,0 0 0 0 0,3 10 0 0 0,-2-12-69 0 0,2-2-294 0 0,-1-2 396 0 0,0 0-1 0 0,-1 1 1 0 0,1-1 0 0 0,-1 0-1 0 0,1 1 1 0 0,-1-1-1 0 0,0 1 1 0 0,1-1 0 0 0,1 4-1 0 0,3-6-15 0 0,19-2 78 0 0,-19 2 87 0 0,-2-3 29 0 0,0 0-28 0 0,0-1 1 0 0,-1 1 0 0 0,1-1-1 0 0,-1 0 1 0 0,0-1 0 0 0,2-5-1 0 0,-3 6 77 0 0,-2 0-129 0 0,-2-16-32 0 0,2 16 97 0 0,-2 0-36 0 0,-4-13-33 0 0,4 13-19 0 0,-14-14 23 0 0,10 21-73 0 0,-17 3 7 0 0,17-4-8 0 0,6 0-4 0 0,-1 1 41 0 0,1-1 0 0 0,0 1-1 0 0,-1-1 1 0 0,1 1 0 0 0,-1-1-1 0 0,1 1 1 0 0,-1-1 0 0 0,0 0-1 0 0,1 1 1 0 0,-1-1 0 0 0,-1 2-1 0 0,0 0-6 0 0,0 2-39 0 0,2 1 32 0 0,0 17 16 0 0,0-17-8 0 0,1-1 2 0 0,19 43-175 0 0,-17-44 72 0 0,-2-3 97 0 0,0 0 0 0 0,1-1 1 0 0,-1 1-1 0 0,1 0 0 0 0,-1 0 1 0 0,0 0-1 0 0,1 0 0 0 0,-1 0 1 0 0,0 0-1 0 0,0 0 1 0 0,0 0-1 0 0,1 2 0 0 0,-1-3-5 0 0,2 3-90 0 0,3-2-93 0 0,18 3 185 0 0,-18-3 13 0 0,0-3 9 0 0,11-6 80 0 0,0 0-1 0 0,19-14 1 0 0,-33 19 2 0 0,1-1 26 0 0,12-14-14 0 0,-12 14-21 0 0,-2-1-5 0 0,0-1-46 0 0,0 0 1 0 0,-1-1-1 0 0,0 1 0 0 0,0-1 0 0 0,0-12 1 0 0,-1 14-14 0 0,-1 5-12 0 0,1 0-1 0 0,0 0 1 0 0,-1 0-1 0 0,1 0 1 0 0,0 0 0 0 0,-1 0-1 0 0,1-1 1 0 0,0 1-1 0 0,-1 0 1 0 0,1 0-1 0 0,0 0 1 0 0,-1 0-1 0 0,1 0 1 0 0,0-1 0 0 0,0 1-1 0 0,-1 0 1 0 0,1 0-1 0 0,0-1 1 0 0,0 1-1 0 0,-1 0 1 0 0,1 0 0 0 0,0-1-1 0 0,0 1 1 0 0,-1 0-1 0 0,1-1 1 0 0,0 1-1 0 0,0 0 1 0 0,0-1-1 0 0,0 1 1 0 0,0-1 0 0 0,-1 0 0 0 0,1 0 0 0 0,0 1 0 0 0,-1-1 0 0 0,1 0 1 0 0,-1 0-1 0 0,1 1 0 0 0,-1-1 0 0 0,1 0 0 0 0,-1 1 1 0 0,0-1-1 0 0,1 0 0 0 0,-1 1 0 0 0,0-1 0 0 0,1 1 1 0 0,-1-1-1 0 0,0 1 0 0 0,0-1 0 0 0,0 1 0 0 0,1 0 1 0 0,-3-1-1 0 0,-15-5 13 0 0,13 4 10 0 0,0 3-18 0 0,-2-1-7 0 0,0 2 0 0 0,0-1 0 0 0,0 1 0 0 0,0 0 1 0 0,0 0-1 0 0,1 1 0 0 0,-1 0 0 0 0,1 0 1 0 0,0 0-1 0 0,0 1 0 0 0,-7 5 0 0 0,5-1-55 0 0,0 0 0 0 0,1 1-1 0 0,0-1 1 0 0,0 1 0 0 0,1 1-1 0 0,0-1 1 0 0,-8 20 0 0 0,12-24-127 0 0,1 1-19 0 0,0 4-105 0 0,0 0-1 0 0,1 0 1 0 0,1-1 0 0 0,0 1-1 0 0,0 0 1 0 0,3 12 0 0 0,-2-18 45 0 0,1 0-108 0 0,-2-3 358 0 0,1 0 1 0 0,-1 1-1 0 0,0-1 0 0 0,1 1 0 0 0,-1-1 0 0 0,0 1 0 0 0,0-1 1 0 0,0 1-1 0 0,0 0 0 0 0,0-1 0 0 0,1 3 0 0 0,4-5 151 0 0,21-1 41 0 0,-21 1 292 0 0,-5 0-419 0 0,0-1 0 0 0,0 0 0 0 0,0 1 0 0 0,1-1 0 0 0,-1 1 0 0 0,0 0 0 0 0,1-1 0 0 0,-1 1 0 0 0,1 0 0 0 0,2-2 0 0 0,-1 0 441 0 0,-1-2-296 0 0,1-2-65 0 0,0-1 0 0 0,-1 0 0 0 0,0 0 0 0 0,1-10 0 0 0,-2 12-14 0 0,-2 2-85 0 0,-5-16-15 0 0,5 15-23 0 0,-2 2-152 0 0,-11-10 112 0 0,11 10 28 0 0,-2 4-76 0 0,-13 4 59 0 0,13-3-18 0 0,2 1-20 0 0,1-2 65 0 0,1 0 0 0 0,-1 0 0 0 0,1 0 0 0 0,-1 0-1 0 0,1 0 1 0 0,-1 1 0 0 0,1-1 0 0 0,0 1 0 0 0,-2 2 0 0 0,3-3-11 0 0,0-1 15 0 0,0 1-1 0 0,0-1 1 0 0,0 1-1 0 0,0-1 1 0 0,0 1-1 0 0,0-1 1 0 0,0 1-1 0 0,0-1 1 0 0,0 1-1 0 0,0-1 1 0 0,-1 1-1 0 0,1-1 1 0 0,0 1-1 0 0,0-1 1 0 0,0 1 0 0 0,-1-1-1 0 0,1 0 1 0 0,0 1-1 0 0,0-1 1 0 0,-1 1-1 0 0,1-1 1 0 0,0 0-1 0 0,-1 1 1 0 0,1-1-1 0 0,-1 0 1 0 0,1 1-1 0 0,-1 0 0 0 0,0-1 0 0 0,0 1 0 0 0,1 0 0 0 0,-1 0 0 0 0,0-1 0 0 0,1 1 0 0 0,-1 0 0 0 0,1 0 0 0 0,-1 0 0 0 0,1 0 0 0 0,-1 0-1 0 0,1 0 1 0 0,-1 0 0 0 0,1 0 0 0 0,0 0 0 0 0,0 0 0 0 0,0 0 0 0 0,-1 0 0 0 0,1 0 0 0 0,0 1 0 0 0,0 5-39 0 0,1-1 1 0 0,-1 0-1 0 0,1 0 1 0 0,0 1-1 0 0,3 8 0 0 0,-2-11-57 0 0,4-4 49 0 0,17 0 66 0 0,-17 0 33 0 0,-2-3-7 0 0,27-31 393 0 0,-28 30-241 0 0,-2 0-151 0 0,0 0-33 0 0,0 1 0 0 0,-1 0 0 0 0,0 0 0 0 0,1 0 0 0 0,-1-1 0 0 0,0 1 1 0 0,-1 0-1 0 0,1 0 0 0 0,0-1 0 0 0,-1 1 0 0 0,-1-5 0 0 0,0 4-52 0 0,-23 10-147 0 0,20-5 171 0 0,3 2-8 0 0,-20 36-175 0 0,21-34 156 0 0,2 0-333 0 0,4 14 263 0 0,-4-14 35 0 0,4-4 121 0 0,15 3 62 0 0,-15-3 418 0 0,-2-4-310 0 0,7-9 28 0 0,-7 8 583 0 0,-1 0-581 0 0,11-40 346 0 0,-12 39-971 0 0,-26-3-9697 0 0</inkml:trace>
</inkml:ink>
</file>

<file path=ppt/ink/ink3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4:19.1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84 41 2200 0 0,'0'0'9966'0'0,"-3"-3"-9844"0"0,-8-14 1949 0 0,10 18-2237 0 0,0 1 168 0 0,-1-1-1 0 0,2 1 1 0 0,-1 0 0 0 0,0-1-1 0 0,0 1 1 0 0,0 0-1 0 0,1 0 1 0 0,-1-1 0 0 0,1 1-1 0 0,-1 0 1 0 0,1 2 77 0 0,-1 1-60 0 0,-3 15-17 0 0,3-15 12 0 0,2 0-12 0 0,1 16-20 0 0,-1-16 36 0 0,1-1-20 0 0,6 12-2 0 0,-6-12 36 0 0,0 0-48 0 0,9 12-57 0 0,-8-12 123 0 0,-1 0-23 0 0,9 9-18 0 0,-9-9 49 0 0,2-2-49 0 0,-2-1 20 0 0,0 1-1 0 0,0-1 1 0 0,0-1 0 0 0,0 1 0 0 0,0 0 0 0 0,0 0 0 0 0,0-1 0 0 0,1 1 0 0 0,-1-1-1 0 0,0 0 1 0 0,0 0 0 0 0,0 1 0 0 0,1-1 0 0 0,-1-1 0 0 0,3 1 0 0 0,10-1 153 0 0,1-17-42 0 0,-15 13 2 0 0,7-51-206 0 0,-7 50 52 0 0,-2 1-14 0 0,-2-17 17 0 0,3 17 67 0 0,-1 0-35 0 0,0 0-15 0 0,1 0 0 0 0,-1 0 0 0 0,0 0-1 0 0,0 0 1 0 0,-1 0 0 0 0,1 0-1 0 0,-1 0 1 0 0,-4-7 18 0 0,-12 6-94 0 0,14 4 70 0 0,0 0 53 0 0,1 6-40 0 0,-7 9-25 0 0,7-9-40 0 0,2 0 66 0 0,-6 13 15 0 0,5-12-6 0 0,1 0 0 0 0,-4 16 14 0 0,3-16-27 0 0,2 1-54 0 0,-3 18 53 0 0,2-18 4 0 0,1-1-3 0 0,0 54 52 0 0,0-53-56 0 0,2 0-52 0 0,14 42 18 0 0,-14-44 100 0 0,2-2-41 0 0,-2-1-21 0 0,0 0 0 0 0,0 0 0 0 0,0-1 0 0 0,1 1 0 0 0,-1 0 0 0 0,0-1 0 0 0,0 1 0 0 0,1-1 0 0 0,-1 0 0 0 0,0 0 0 0 0,1 0 0 0 0,-1 0 0 0 0,0 0 0 0 0,0-1 0 0 0,1 1 0 0 0,-1-1 0 0 0,3 0 0 0 0,0-1 11 0 0,-2-1 59 0 0,1-4-58 0 0,0 1 1 0 0,0-1 0 0 0,-1 1-1 0 0,0-1 1 0 0,0 0 0 0 0,0 0-1 0 0,-1 0 1 0 0,0-1 0 0 0,-1 1-1 0 0,1 0 1 0 0,-1-1 0 0 0,-1 1-1 0 0,0-1 1 0 0,0 0 0 0 0,0 1 0 0 0,-1-1-1 0 0,-3-13 1 0 0,3 15-38 0 0,-1 2 20 0 0,-5-13-23 0 0,5 12 12 0 0,1 5-20 0 0,0 0 24 0 0,1 0-1 0 0,-1 0 0 0 0,1 0 0 0 0,-1 0 1 0 0,1 0-1 0 0,-1-1 0 0 0,1 1 0 0 0,-1 0 1 0 0,1 0-1 0 0,-1-1 0 0 0,1 1 0 0 0,-1 0 1 0 0,1-1-1 0 0,-1 1 0 0 0,1 0 0 0 0,-1-1 1 0 0,1 1-1 0 0,0-1 0 0 0,-1 1 0 0 0,1-1 1 0 0,0 1-1 0 0,-1-1 0 0 0,1 1 0 0 0,0-1 1 0 0,-1 0-1 0 0,1 1 1 0 0,0-1 0 0 0,0 1 0 0 0,-1-1-1 0 0,1 1 1 0 0,0-1 0 0 0,-1 1 0 0 0,1 0 0 0 0,0-1-1 0 0,-1 1 1 0 0,1-1 0 0 0,-1 1 0 0 0,1 0-1 0 0,-1-1 1 0 0,1 1 0 0 0,-1 0 0 0 0,1 0 0 0 0,-1-1-1 0 0,1 1 1 0 0,-1 0 0 0 0,1 0 0 0 0,-1 0-1 0 0,1 0 1 0 0,-1 0 0 0 0,0 0 0 0 0,-1 0-3 0 0,1 0 0 0 0,-1 0 0 0 0,0 0 0 0 0,1 1 0 0 0,-1-1 0 0 0,1 1 0 0 0,-1-1 0 0 0,0 1 1 0 0,1 0-1 0 0,0-1 0 0 0,-3 3 0 0 0,0-1-1 0 0,-1 0 4 0 0,2 2-16 0 0,-7 12 7 0 0,7-12-11 0 0,2 1-32 0 0,-4 18 66 0 0,3-18-13 0 0,2 1 4 0 0,0 19 12 0 0,0-19-2 0 0,1 0-17 0 0,2 18 4 0 0,3 0-16 0 0,-3-19 12 0 0,-2-1-3 0 0,2 0-21 0 0,6 9 14 0 0,-7-9-3 0 0,5-5-3 0 0,21-1-14 0 0,-21 1 35 0 0,-4-2 0 0 0,12-8-14 0 0,-12 8 39 0 0,0-1 19 0 0,22-37 62 0 0,-23 36-62 0 0,-2-1-31 0 0,0-7-2 0 0,-1 0-1 0 0,-1 0 1 0 0,0 0 0 0 0,-5-14 0 0 0,5 23 12 0 0,-1 0-13 0 0,-9-12-8 0 0,9 12 20 0 0,-1 2-20 0 0,-15-5-8 0 0,15 5 42 0 0,-1 4-39 0 0,-15 4 12 0 0,15-5 4 0 0,1 2 2 0 0,-13 8-3 0 0,12-8-2 0 0,1 1-15 0 0,0-1 10 0 0,0 1-1 0 0,1 0 0 0 0,-1 0 1 0 0,1 0-1 0 0,-1 1 0 0 0,1-1 1 0 0,0 1-1 0 0,1-1 0 0 0,-1 1 1 0 0,-1 6-1 0 0,-3 9 8 0 0,6-15-4 0 0,1 6-18 0 0,1 1-1 0 0,1-1 1 0 0,3 15 0 0 0,-3-21-20 0 0,-1-2 31 0 0,0 1 1 0 0,1 0-1 0 0,0 0 1 0 0,0 0 0 0 0,0-1-1 0 0,0 1 1 0 0,1-1-1 0 0,-1 0 1 0 0,6 6-1 0 0,-7-8-8 0 0,2 3 90 0 0,3-3-46 0 0,18 1-7 0 0,-18-1-6 0 0,-2-4-13 0 0,-1 0-2 0 0,0 0 0 0 0,0 1 1 0 0,0-1-1 0 0,-1-1 0 0 0,1 1 1 0 0,-1 0-1 0 0,1-1 1 0 0,-1 1-1 0 0,0-1 0 0 0,-1 0 1 0 0,1 1-1 0 0,-1-1 0 0 0,1 0 1 0 0,-1 0-1 0 0,0 0 1 0 0,-1 0-1 0 0,1 0 0 0 0,-1-1 1 0 0,1 1-1 0 0,-1 0 0 0 0,0 0 1 0 0,-2-7-1 0 0,2 6 0 0 0,-2-2-5 0 0,0 0-1 0 0,0 0 1 0 0,0 0-1 0 0,-1 0 1 0 0,-5-10-1 0 0,5 11-5 0 0,1 1-25 0 0,-1 1-8 0 0,-7-10 1 0 0,7 10 10 0 0,3 4 18 0 0,-1 0 3 0 0,1 0 0 0 0,-1 0 0 0 0,1 0-1 0 0,-1 0 1 0 0,1 0 0 0 0,-1 0 0 0 0,1-1 0 0 0,-1 1 0 0 0,1 0 0 0 0,-1 0 0 0 0,1 0 0 0 0,-1-1 0 0 0,1 1-1 0 0,-1 0 1 0 0,1 0 0 0 0,0-1 0 0 0,-1 1 0 0 0,1 0 0 0 0,0-1 0 0 0,-1 1 0 0 0,1-1 0 0 0,0 1 0 0 0,-1-1 0 0 0,-10-6 209 0 0,6 9-210 0 0,-14 7-56 0 0,14-7 13 0 0,4-1 39 0 0,1 1 1 0 0,-1-1-1 0 0,1 0 0 0 0,-1 0 0 0 0,0 0 0 0 0,1 1 0 0 0,-1-1 1 0 0,0 0-1 0 0,0 0 0 0 0,0 0 0 0 0,0 0 0 0 0,-2 2 0 0 0,1-2-4 0 0,0 3-9 0 0,0 1 4 0 0,-2 11-3 0 0,1-1 1 0 0,1 0-1 0 0,-1 25 0 0 0,3-34-7 0 0,1-1 0 0 0,12 41-15 0 0,-11-42 22 0 0,-2-3 15 0 0,0-1 1 0 0,0 1-1 0 0,0-1 0 0 0,0 1 1 0 0,0-1-1 0 0,0 1 1 0 0,1-1-1 0 0,-1 1 1 0 0,0-1-1 0 0,0 1 0 0 0,0-1 1 0 0,1 1-1 0 0,-1-1 1 0 0,0 1-1 0 0,1-1 0 0 0,-1 0 1 0 0,0 1-1 0 0,1-1 1 0 0,-1 1-1 0 0,1-1 0 0 0,-1 0 1 0 0,0 0-1 0 0,1 1 1 0 0,-1-1-1 0 0,2 1 0 0 0,-2-1 0 0 0,1 0-1 0 0,-1 0 0 0 0,1 0 0 0 0,-1 1 1 0 0,0-1-1 0 0,1 0 0 0 0,-1 1 0 0 0,1-1 0 0 0,-1 1 1 0 0,0-1-1 0 0,1 0 0 0 0,-1 1 0 0 0,0-1 1 0 0,1 1-1 0 0,-1-1 0 0 0,0 1 0 0 0,1-1 1 0 0,-1 1-1 0 0,0-1 0 0 0,0 1 0 0 0,0-1 1 0 0,0 1-1 0 0,0-1 0 0 0,1 2 0 0 0,3 0-3 0 0,-2 0 9 0 0,0-1 1 0 0,-1 0 1 0 0,0-1-1 0 0,0 1 1 0 0,0 0-1 0 0,0 0 1 0 0,1-1-1 0 0,-1 1 1 0 0,0 0-1 0 0,1-1 1 0 0,-1 1 0 0 0,0-1-1 0 0,3 1 1 0 0,-2-2 1 0 0,-1 1 0 0 0,1 0 0 0 0,-1-1 0 0 0,0 1 0 0 0,1-1 0 0 0,-1 1 0 0 0,0-1 0 0 0,1 1 0 0 0,-1-1 0 0 0,0 0 0 0 0,0 0 1 0 0,2-1-1 0 0,0 0 6 0 0,1 0 24 0 0,-3 0-16 0 0,0 0 1 0 0,0 1-1 0 0,0-1 0 0 0,1 1 0 0 0,-1-1 1 0 0,0 1-1 0 0,1 0 0 0 0,-1-1 1 0 0,1 1-1 0 0,2-1 0 0 0,-1-2 30 0 0,-1-1-10 0 0,9-15-23 0 0,-8 16-2 0 0,-2-3-2 0 0,3-19-9 0 0,-4 16-9 0 0,0-1 1 0 0,0 1-1 0 0,-1 0 0 0 0,0 0 1 0 0,-1-1-1 0 0,0 1 1 0 0,-1 0-1 0 0,0 1 0 0 0,0-1 1 0 0,-1 0-1 0 0,0 1 0 0 0,-1 0 1 0 0,-9-15-1 0 0,-1 8 15 0 0,11 13-13 0 0,0 0-18 0 0,-1 1 4 0 0,-14-7 13 0 0,14 7 21 0 0,-27 6-23 0 0,26-3-10 0 0,2 3 13 0 0,-3 5 3 0 0,0-1 1 0 0,1 1 0 0 0,0 1-1 0 0,1-1 1 0 0,-6 14-1 0 0,9-19 8 0 0,2 3-12 0 0,-4 63 3 0 0,5-63-22 0 0,0-1 2 0 0,6 19-2 0 0,-6-19 8 0 0,1-1 18 0 0,6 16-8 0 0,4-2 3 0 0,-11-19 0 0 0,-1 1 1 0 0,1-1 0 0 0,-1 1 0 0 0,1-1 0 0 0,-1 1-1 0 0,0-1 1 0 0,1 1 0 0 0,-1-1 0 0 0,0 1-1 0 0,1 0 1 0 0,-1-1 0 0 0,0 1 0 0 0,0-1 0 0 0,1 1-1 0 0,-1 0 1 0 0,0-1 0 0 0,0 1 0 0 0,0 0-1 0 0,0 0 1 0 0,5 2-1 0 0,15 7 13 0 0,-15-8 24 0 0,1-3 1 0 0,23-3-22 0 0,-25 0 1 0 0,12-9 11 0 0,-12 9 16 0 0,0-1 5 0 0,9-14-19 0 0,-10 14-12 0 0,-3 4-15 0 0,0 0 0 0 0,0 0 1 0 0,0 0-1 0 0,0 1 1 0 0,0-1-1 0 0,0 0 1 0 0,0 0-1 0 0,0 0 1 0 0,1 0-1 0 0,-1 1 0 0 0,0-1 1 0 0,0 0-1 0 0,1 0 1 0 0,-1 1-1 0 0,1-1 1 0 0,-1 0-1 0 0,0 1 1 0 0,1-1-1 0 0,0 0 0 0 0,0 0 2 0 0,0-1 0 0 0,0 1-1 0 0,-1 0 1 0 0,1 0-1 0 0,0 0 1 0 0,-1-1 0 0 0,1 1-1 0 0,-1 0 1 0 0,0-1-1 0 0,1 1 1 0 0,-1 0-1 0 0,0-1 1 0 0,0 1 0 0 0,0 0-1 0 0,0-1 1 0 0,0 1-1 0 0,0-1 1 0 0,0-1 0 0 0,0-25-7 0 0,0 21-39 0 0,-1 1 60 0 0,-3-19 38 0 0,3 19 88 0 0,-1 0-107 0 0,-19-38-105 0 0,18 40 134 0 0,-1 6-119 0 0,-15 5 56 0 0,14-5-9 0 0,5-1 18 0 0,0 1-1 0 0,0-1 1 0 0,-1 1 0 0 0,1-1 0 0 0,-1 0-1 0 0,1 1 1 0 0,-1-1 0 0 0,0 0-1 0 0,0 1 1 0 0,0-1 0 0 0,1 0 0 0 0,-3 2-1 0 0,1 0 20 0 0,0 1-32 0 0,0 1-64 0 0,-6 18 29 0 0,6-18 7 0 0,2 2 33 0 0,0 22 154 0 0,0-22-144 0 0,1-2-60 0 0,3 15-16 0 0,-3-15 12 0 0,0-1 0 0 0,0 2 38 0 0,0 0 9 0 0,20 24-70 0 0,-18-26 70 0 0,1-2 42 0 0,12 5 13 0 0,-12-5 56 0 0,1-3-126 0 0,17-3 25 0 0,-17 3 0 0 0,-2-1 1 0 0,12-10 11 0 0,-11 10-3 0 0,-1-3 15 0 0,21-41 319 0 0,-22 41-299 0 0,-1-1-51 0 0,2-17-2 0 0,-3 17 8 0 0,-1 0 7 0 0,-6-15-8 0 0,5 16-20 0 0,1 1-3 0 0,-6-12-10 0 0,5 12 31 0 0,1 3-3 0 0,-1 0 0 0 0,1 0 0 0 0,-1 0 0 0 0,1 0 0 0 0,0 0 0 0 0,-1 0 0 0 0,1-1 0 0 0,0 1 0 0 0,0 0 1 0 0,-2-3-1 0 0,0 1 14 0 0,-9 8-69 0 0,11-5 55 0 0,-1 1 0 0 0,0-1 0 0 0,1 1-1 0 0,-1 0 1 0 0,1 0 0 0 0,-1 0 0 0 0,1 0 0 0 0,-1 0 0 0 0,1 0-1 0 0,0 0 1 0 0,-1 0 0 0 0,1 0 0 0 0,0 1 0 0 0,0-1-1 0 0,0 0 1 0 0,0 1 0 0 0,0-1 0 0 0,0 1 0 0 0,0 0 0 0 0,0-1-1 0 0,1 1 1 0 0,-1-1 0 0 0,1 1 0 0 0,-1 3 0 0 0,-2 2 2 0 0,-4 37 0 0 0,6-39-27 0 0,1 26-5 0 0,0-25 8 0 0,1 0-31 0 0,3 15 32 0 0,-3-16-8 0 0,1-4 16 0 0,-1-1 15 0 0,1 1-1 0 0,-1 0 1 0 0,0 0-1 0 0,1 0 1 0 0,-1 0 0 0 0,0 0-1 0 0,0 0 1 0 0,1 1-1 0 0,-1-1 1 0 0,1 2-1 0 0,1-1 68 0 0,2-3-52 0 0,15-4 20 0 0,-15 4-19 0 0,-5 1-17 0 0,0-1 0 0 0,0 1 0 0 0,0-1 0 0 0,0 1 0 0 0,0 0 0 0 0,1-1 1 0 0,-1 1-1 0 0,0-1 0 0 0,0 1 0 0 0,1 0 0 0 0,-1-1 0 0 0,0 1 0 0 0,0 0 0 0 0,1-1 0 0 0,-1 1 0 0 0,0 0 0 0 0,1 0 0 0 0,-1-1 0 0 0,1 1 1 0 0,-1 0-1 0 0,0 0 0 0 0,1 0 0 0 0,-1-1 0 0 0,1 1 0 0 0,-1 0 0 0 0,1 0 0 0 0,0 0 4 0 0,-1 0 0 0 0,1-1 0 0 0,-1 1 0 0 0,1 0 0 0 0,-1 0 0 0 0,1-1 0 0 0,-1 1 0 0 0,1 0 0 0 0,-1-1 0 0 0,1 1 0 0 0,-1 0 0 0 0,0-1 0 0 0,1 1 0 0 0,-1-1 0 0 0,1 1 1 0 0,-1-1-1 0 0,0 1 0 0 0,1-1 0 0 0,-1 1 0 0 0,0-2 0 0 0,0 2-3 0 0,0-1 1 0 0,0 1 0 0 0,0-1 0 0 0,0 0 0 0 0,0 1-1 0 0,0-1 1 0 0,1 1 0 0 0,-1-1 0 0 0,0 0 0 0 0,0 1-1 0 0,0-1 1 0 0,0 1 0 0 0,1-1 0 0 0,-1 1 0 0 0,0-1-1 0 0,0 1 1 0 0,1-1 0 0 0,-1 1 0 0 0,1-1 0 0 0,-1 1-1 0 0,0-1 1 0 0,2 0 0 0 0,-1 0-3 0 0,-1 1 1 0 0,1-1-1 0 0,0 0 1 0 0,0 0-1 0 0,0 0 0 0 0,-1 0 1 0 0,1-1-1 0 0,-1 1 0 0 0,1 0 1 0 0,-1 0-1 0 0,1 0 1 0 0,-1 0-1 0 0,1-1 0 0 0,-1 1 1 0 0,0 0-1 0 0,0-2 0 0 0,1-6 57 0 0,0 1 1 0 0,-1-1-1 0 0,-2-16 0 0 0,1 20 17 0 0,-30 13-108 0 0,30-3 32 0 0,0 16 21 0 0,1-16 214 0 0,2-1-162 0 0,1 2 354 0 0,1 0-1679 0 0</inkml:trace>
</inkml:ink>
</file>

<file path=ppt/ink/ink3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4:31.15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124 91 1172 0 0,'0'0'4592'0'0,"-6"1"-4359"0"0,0 0-43 0 0,-4 1-122 0 0,0-2 5089 0 0,9-5-4911 0 0,-1-15 3 0 0,1 15 2039 0 0,0 0-2130 0 0,-1-14 10 0 0,1 14 811 0 0,-2 2-854 0 0,-14-9 327 0 0,13 14-513 0 0,0 0 81 0 0,1 0 0 0 0,0 0-1 0 0,0 0 1 0 0,0 0 0 0 0,0 1-1 0 0,0-1 1 0 0,0 1 0 0 0,1 0-1 0 0,-1 0 1 0 0,1 0 0 0 0,0 0-1 0 0,0 0 1 0 0,0 0 0 0 0,0 1-1 0 0,1-1 1 0 0,-1 1 0 0 0,1-1-1 0 0,0 1 1 0 0,0-1 0 0 0,-1 8 0 0 0,-1 10-2 0 0,3-16 34 0 0,6 66 20 0 0,-4-66-58 0 0,-2-3-14 0 0,0-1 0 0 0,0 1-1 0 0,1-1 1 0 0,-1 1 0 0 0,0-1 0 0 0,1 1-1 0 0,0-1 1 0 0,-1 1 0 0 0,1-1 0 0 0,0 0-1 0 0,0 1 1 0 0,0 0 0 0 0,2 2 2 0 0,-1 0 13 0 0,-2-3-14 0 0,0-1 1 0 0,0 1 0 0 0,0-1 0 0 0,0 1 0 0 0,0-1 0 0 0,0 1 0 0 0,0-1 0 0 0,0 1 0 0 0,1-1 0 0 0,-1 0 0 0 0,0 1 0 0 0,0-1 0 0 0,1 1 0 0 0,-1-1 0 0 0,0 0-1 0 0,0 1 1 0 0,1-1 0 0 0,-1 0 0 0 0,0 1 0 0 0,1-1 0 0 0,-1 0 0 0 0,1 1 0 0 0,0-1 0 0 0,6 11 54 0 0,-3-9-31 0 0,12 8-9 0 0,-12-7 57 0 0,2-3-49 0 0,20 0-11 0 0,-20 0 21 0 0,-5-1-30 0 0,1 0 0 0 0,-1 1 0 0 0,1-1 0 0 0,-1 0-1 0 0,1 1 1 0 0,-1-1 0 0 0,0 0 0 0 0,0 0 0 0 0,1 0 0 0 0,-1 0 0 0 0,0 0 0 0 0,2-2 0 0 0,-2 2 2 0 0,3-2 14 0 0,0-1-2 0 0,1-1-1 0 0,1-1 1 0 0,-1 1-1 0 0,-1-1 0 0 0,1 0 0 0 0,-1-1 1 0 0,0 1-1 0 0,0-1 0 0 0,-1 1 0 0 0,0-1 1 0 0,0 0-1 0 0,0 0 0 0 0,-1-1 0 0 0,0 1 0 0 0,-1 0 1 0 0,0-1-1 0 0,0 1 0 0 0,0-1 0 0 0,-1-7 1 0 0,-1 9 16 0 0,-1-16-8 0 0,1 16 0 0 0,0 1-26 0 0,-1 0 0 0 0,1 1 0 0 0,-1-1 0 0 0,0 0 0 0 0,0 0-1 0 0,-1 1 1 0 0,1 0 0 0 0,-5-5 0 0 0,5 5 89 0 0,2 4-88 0 0,-1 0-1 0 0,1 0 1 0 0,0 0 0 0 0,-1 0 0 0 0,1 0 0 0 0,0 0 0 0 0,-1 0 0 0 0,1-1 0 0 0,-1 1 0 0 0,1 0 0 0 0,0 0 0 0 0,-1 0 0 0 0,1-1 0 0 0,0 1-1 0 0,-1 0 1 0 0,1 0 0 0 0,0-1 0 0 0,0 1 0 0 0,-1 0 0 0 0,1 0 0 0 0,0-1 0 0 0,0 1 0 0 0,0 0 0 0 0,-1-1 0 0 0,1 1 0 0 0,0-1 0 0 0,0 1 0 0 0,0 0-1 0 0,0-1 1 0 0,-1 0 0 0 0,1 1-1 0 0,0-1 0 0 0,0 1 0 0 0,0-1 0 0 0,-1 1 1 0 0,1-1-1 0 0,0 1 0 0 0,-1-1 0 0 0,1 1 1 0 0,0 0-1 0 0,-1-1 0 0 0,1 1 0 0 0,-1-1 0 0 0,1 1 1 0 0,-1 0-1 0 0,1-1 0 0 0,0 1 0 0 0,-1 0 1 0 0,1 0-1 0 0,-1-1 0 0 0,0 1 0 0 0,1 0 0 0 0,-1 0 1 0 0,1 0-1 0 0,-1 0 0 0 0,1 0 0 0 0,-1 0 1 0 0,1-1-1 0 0,-1 1 0 0 0,0 1 0 0 0,1-1 0 0 0,-1 0 1 0 0,1 0-1 0 0,-1 0 0 0 0,1 0 0 0 0,-2 0 1 0 0,-21 4-19 0 0,17-3 9 0 0,2 2 2 0 0,-10 9 2 0 0,10-8 4 0 0,1 0 19 0 0,-23 47-44 0 0,23-45 20 0 0,3 0-17 0 0,-3 17-16 0 0,2-17-7 0 0,2-1 9 0 0,2 16 4 0 0,-3-15 51 0 0,2-1-59 0 0,0-1 6 0 0,0 0 1 0 0,0 0 0 0 0,0 1-1 0 0,1-1 1 0 0,-1 0-1 0 0,1-1 1 0 0,0 1-1 0 0,0 0 1 0 0,0-1 0 0 0,1 0-1 0 0,-1 0 1 0 0,1 0-1 0 0,7 5 1 0 0,-6-6 25 0 0,0-3 1 0 0,41-13-1 0 0,-42 12 25 0 0,0-1-18 0 0,10-11 30 0 0,-10 11 43 0 0,-1-2 75 0 0,1-5-127 0 0,0 1-1 0 0,-1-1 0 0 0,0 0 1 0 0,-1 0-1 0 0,0 0 0 0 0,-1 0 1 0 0,1-13-1 0 0,-2 18-22 0 0,-2-1-28 0 0,2 6 33 0 0,-9-24-48 0 0,8 22 48 0 0,0 1-1 0 0,0-1 1 0 0,0 1-1 0 0,0-1 1 0 0,0 1 0 0 0,0-1-1 0 0,0 1 1 0 0,-1-1 0 0 0,1 1-1 0 0,0 0 1 0 0,-1 0 0 0 0,1 0-1 0 0,-1 0 1 0 0,1 0-1 0 0,-1 0 1 0 0,0 0 0 0 0,1 0-1 0 0,-1 1 1 0 0,0-1 0 0 0,-3 0-1 0 0,-28-2 3 0 0,28 5 5 0 0,-1-1 0 0 0,4 0 0 0 0,1-1 0 0 0,-1 0-1 0 0,0 1 1 0 0,0-1 0 0 0,0 1-1 0 0,1 0 1 0 0,-1 0-1 0 0,0-1 1 0 0,1 1 0 0 0,-1 0-1 0 0,1 0 1 0 0,-1 1 0 0 0,-1 1-1 0 0,-14 11 5 0 0,0 7-18 0 0,13-13 38 0 0,1-1-1 0 0,0 1 0 0 0,0 0 1 0 0,1 0-1 0 0,-2 10 0 0 0,4-17-45 0 0,-2 5-53 0 0,3 1 26 0 0,2 20-8 0 0,-3-20-16 0 0,2-6 59 0 0,-1 1 1 0 0,0-1-1 0 0,-1 1 1 0 0,1 0-1 0 0,0-1 1 0 0,0 1-1 0 0,-1 0 1 0 0,1 0-1 0 0,-1-1 1 0 0,1 1-1 0 0,-1 0 1 0 0,1 3-1 0 0,-1-1-11 0 0,2 2-54 0 0,2-1-9 0 0,9 13 17 0 0,-10-13 14 0 0,-1-5 45 0 0,-1 1 1 0 0,1-1-1 0 0,-1 1 0 0 0,1 0 1 0 0,-1-1-1 0 0,1 1 0 0 0,-1 0 0 0 0,0 0 1 0 0,1 0-1 0 0,-1 0 0 0 0,0 0 0 0 0,2 2 1 0 0,-1-1-4 0 0,2 1-13 0 0,2-3-3 0 0,1 1 49 0 0,0-2 0 0 0,0 1 0 0 0,0-1 0 0 0,0 0 0 0 0,12-3 0 0 0,-14 2 58 0 0,-1-1-3 0 0,14-11-1 0 0,-14 11 7 0 0,-1-2-9 0 0,10-15 22 0 0,-9 15-10 0 0,-3-1-16 0 0,4-20-16 0 0,-3 19 8 0 0,-3 1-10 0 0,-3-10 22 0 0,0 0 0 0 0,-1 1 0 0 0,-7-15 0 0 0,10 26-40 0 0,-2 1-62 0 0,-14-11-44 0 0,14 11 47 0 0,0 1 32 0 0,-2 1 7 0 0,1 0 0 0 0,0 0 0 0 0,-1 0 0 0 0,1 1-1 0 0,0 0 1 0 0,-1 0 0 0 0,-4 1 0 0 0,5 0-7 0 0,0 1-15 0 0,-15 8-12 0 0,15-7-6 0 0,1 1 0 0 0,-12 13 1 0 0,0 6 16 0 0,13-17-1 0 0,0-1-20 0 0,2 1-24 0 0,-4 18 16 0 0,4-18 10 0 0,1 0-66 0 0,3 22 52 0 0,-2-22 40 0 0,1-2 100 0 0,1 1-148 0 0,0-1 1 0 0,0 0-1 0 0,1 0 1 0 0,0 0-1 0 0,0 0 1 0 0,6 4 0 0 0,-6-6 6 0 0,2-1 8 0 0,19 1 26 0 0,-18-1 16 0 0,-2-2-17 0 0,14-4-66 0 0,-14 4 140 0 0,0-1 104 0 0,15-7 133 0 0,-15 7-154 0 0,-1-2-25 0 0,12-9 29 0 0,-12 9-2 0 0,-4 3-135 0 0,0 0 0 0 0,1-1 0 0 0,-1 1 0 0 0,0 0 0 0 0,1-1 0 0 0,-1 1 0 0 0,1 0 0 0 0,-1 0 0 0 0,1 0 0 0 0,0 0 0 0 0,0-1 0 0 0,1 0 0 0 0,0-1 18 0 0,0-1 172 0 0,-3-1-88 0 0,0-18-2 0 0,1 18-25 0 0,-1 2-73 0 0,0 0 0 0 0,-1 1 0 0 0,1-1 0 0 0,0 0 0 0 0,-1 1 0 0 0,0-1-1 0 0,1 1 1 0 0,-1 0 0 0 0,0 0 0 0 0,0 0 0 0 0,0 0 0 0 0,-1 0 0 0 0,-3-3 0 0 0,5 5-21 0 0,-2-3 62 0 0,-2 1-65 0 0,-16-5 7 0 0,15 5-28 0 0,-1 4 25 0 0,0 1 0 0 0,0 0 0 0 0,0 0 0 0 0,0 1 0 0 0,1 0-1 0 0,-1 0 1 0 0,1 1 0 0 0,0-1 0 0 0,0 1 0 0 0,-6 8-1 0 0,9-10-23 0 0,1 3-3 0 0,-9 15 8 0 0,8-16 66 0 0,2 0-130 0 0,0 0 15 0 0,1 0 0 0 0,-1 0 0 0 0,1 0-1 0 0,0 0 1 0 0,0 0 0 0 0,0 0 0 0 0,0 0-1 0 0,1 0 1 0 0,0 0 0 0 0,2 7 0 0 0,13 6-238 0 0,-10-16 270 0 0,-3 0 25 0 0,-2-1 7 0 0,0 0 1 0 0,0 0-1 0 0,1-1 1 0 0,-1 1-1 0 0,0 0 0 0 0,0-1 1 0 0,1 1-1 0 0,-1-1 1 0 0,1 1-1 0 0,-1-1 1 0 0,0 0-1 0 0,1 0 1 0 0,-1 0-1 0 0,1 1 1 0 0,-1-1-1 0 0,1-1 1 0 0,-1 1-1 0 0,1 0 1 0 0,1 0-1 0 0,46-17 266 0 0,-45 14-136 0 0,-4 3-118 0 0,0-1-1 0 0,0 1 0 0 0,0-1 1 0 0,0 1-1 0 0,1-1 0 0 0,-1 1 1 0 0,0-1-1 0 0,0 1 0 0 0,0-1 1 0 0,0 1-1 0 0,0 0 0 0 0,1-1 1 0 0,-1 1-1 0 0,0-1 0 0 0,0 1 1 0 0,1-1-1 0 0,-1 1 0 0 0,0 0 1 0 0,1-1-1 0 0,-1 1 0 0 0,0 0 1 0 0,1 0-1 0 0,-1-1 0 0 0,1 1 1 0 0,0-1-1 0 0,0 1 15 0 0,0-1 1 0 0,0 0 0 0 0,0 0-1 0 0,0 1 1 0 0,0-1-1 0 0,0 0 1 0 0,0 0-1 0 0,-1 0 1 0 0,1 0-1 0 0,0 0 1 0 0,-1 0-1 0 0,1 0 1 0 0,0-1 0 0 0,0-1-1 0 0,0-1 18 0 0,0 0-1 0 0,0 0 1 0 0,-1-1-1 0 0,1 1 0 0 0,-1-1 1 0 0,0 1-1 0 0,-1 0 1 0 0,1-1-1 0 0,-2-5 1 0 0,1 4-147 0 0,1 6 108 0 0,-1 0-1 0 0,1 0 1 0 0,0 0 0 0 0,-1 0-1 0 0,1 0 1 0 0,0 0 0 0 0,-1 0-1 0 0,1 0 1 0 0,0 0 0 0 0,-1 0-1 0 0,1-1 1 0 0,0 1 0 0 0,-1 0-1 0 0,1 0 1 0 0,0 0 0 0 0,-1-1-1 0 0,1 1 1 0 0,0 0 0 0 0,0 0-1 0 0,-1-1 1 0 0,1 1 0 0 0,0 0-1 0 0,0-1 1 0 0,0 1 0 0 0,0 0-1 0 0,-1-1 1 0 0,1 1 0 0 0,0 0-1 0 0,0-1 1 0 0,0 1 0 0 0,0-1 3 0 0,-1 0 1 0 0,1 0 0 0 0,-1 0 0 0 0,1 0-1 0 0,-1 1 1 0 0,1-1 0 0 0,-1 0 0 0 0,1 0-1 0 0,-1 1 1 0 0,0-1 0 0 0,1 1 0 0 0,-1-1-1 0 0,0 0 1 0 0,0 1 0 0 0,1-1-1 0 0,-1 1 1 0 0,0 0 0 0 0,0-1 0 0 0,-1 0-1 0 0,-15-5 35 0 0,13 5-48 0 0,-3 1-115 0 0,-21 0 170 0 0,21 0 70 0 0,2 1-77 0 0,-16 5-39 0 0,15-4-5 0 0,2 1 21 0 0,-15 8-16 0 0,15-8 7 0 0,1 0-2 0 0,-1 0-5 0 0,3-2 0 0 0,0 0 1 0 0,0-1-1 0 0,0 1 0 0 0,0 0 1 0 0,0 0-1 0 0,1 0 0 0 0,-1 1 0 0 0,0-1 1 0 0,0 0-1 0 0,1 0 0 0 0,-1 0 1 0 0,1 0-1 0 0,-1 1 0 0 0,1-1 1 0 0,-1 0-1 0 0,0 2 0 0 0,-4 16-17 0 0,4-14-3 0 0,2-3-5 0 0,0-1 21 0 0,0 1 0 0 0,1 0 0 0 0,-2 1 0 0 0,1-1 0 0 0,0 0 0 0 0,0 0 0 0 0,-1 0 0 0 0,1 0 0 0 0,-1 1 1 0 0,0-1-1 0 0,1 2 0 0 0,4-2-25 0 0,2 0 13 0 0,1 0 1 0 0,0-1-1 0 0,-1 0 0 0 0,1-1 0 0 0,11 0 0 0 0,-12 0 20 0 0,-5 0-1 0 0,0 0-1 0 0,0-1 0 0 0,0 1 0 0 0,0 0 0 0 0,-1-1 0 0 0,1 1 0 0 0,0-1 0 0 0,0 0 0 0 0,0 0 0 0 0,2-1 0 0 0,1 0 1 0 0,1 0 17 0 0,-2-1 14 0 0,15-10 20 0 0,-15 10 7 0 0,-3 2-39 0 0,1-1 0 0 0,-1 0 0 0 0,0 1 0 0 0,0 0 0 0 0,1-1 0 0 0,-1 1 0 0 0,1 0 0 0 0,-1 0 0 0 0,4-2 0 0 0,-2 0 247 0 0,-3 2-264 0 0,0 1 0 0 0,0-1 0 0 0,0 0 0 0 0,0 1 0 0 0,0-1 1 0 0,0 1-1 0 0,0-1 0 0 0,0 1 0 0 0,0-1 0 0 0,0 1 0 0 0,0-1 0 0 0,0 1 0 0 0,0-1 1 0 0,0 1-1 0 0,1-1 0 0 0,-1 1 0 0 0,0-1 0 0 0,0 1 0 0 0,1-1 0 0 0,-1 1 0 0 0,0-1 0 0 0,1 1 1 0 0,-1 0-1 0 0,0-1 0 0 0,1 1 0 0 0,0-1 0 0 0,-1 1 9 0 0,1-1-1 0 0,-1 1 1 0 0,1-1 0 0 0,-1 1 0 0 0,1-1-1 0 0,-1 0 1 0 0,0 1 0 0 0,1-1-1 0 0,-1 1 1 0 0,0-1 0 0 0,1 0-1 0 0,-1 1 1 0 0,0-1 0 0 0,0 0-1 0 0,0 1 1 0 0,0-1 0 0 0,1 0 0 0 0,-1 0-1 0 0,0 1 1 0 0,0-1 0 0 0,0 0-1 0 0,0 1 1 0 0,-1-1 0 0 0,1 0-1 0 0,0 0 1 0 0,0 1 0 0 0,0-1-1 0 0,0 0 1 0 0,-1 1 0 0 0,0-2 0 0 0,-5-16 91 0 0,4 13 170 0 0,2 5-269 0 0,-1 0 0 0 0,0 0 0 0 0,1 0 0 0 0,-1 0 0 0 0,1 0 0 0 0,-1 0 0 0 0,0-1 0 0 0,1 1 0 0 0,-1 0 0 0 0,1 0 0 0 0,-1 0 0 0 0,1-1 0 0 0,-1 1 0 0 0,1 0 1 0 0,-1-1-1 0 0,1 1 0 0 0,-1 0 0 0 0,1-1 0 0 0,-1 1 0 0 0,0-2 0 0 0,1 2 0 0 0,0 0 1 0 0,-1-1-1 0 0,1 1 0 0 0,-1-1 1 0 0,1 1-1 0 0,-1 0 0 0 0,1-1 0 0 0,-1 1 1 0 0,1 0-1 0 0,-1-1 0 0 0,1 1 1 0 0,-1 0-1 0 0,1 0 0 0 0,-1-1 1 0 0,0 1-1 0 0,1 0 0 0 0,-1 0 1 0 0,1 0-1 0 0,-1 0 0 0 0,-1 0 146 0 0,-2 2-78 0 0,-15 7-13 0 0,15-7 61 0 0,0 1-86 0 0,-10 11-9 0 0,10-11 20 0 0,1 2-7 0 0,-20 41-15 0 0,21-41-40 0 0,5-1-9 0 0,6 11 26 0 0,-7-12-7 0 0,26 0 32 0 0,-22-2-13 0 0,-2-3-336 0 0,13-4 18 0 0,-13 5-172 0 0,-21-9-6428 0 0,1 9 1010 0 0,-20 6-2251 0 0</inkml:trace>
</inkml:ink>
</file>

<file path=ppt/ink/ink3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5:02.77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4048 0 0,'0'0'7674'0'0,"4"3"-7380"0"0,1 0-234 0 0,0 0 0 0 0,1 0 0 0 0,0 0 0 0 0,-1-1 0 0 0,1 0 0 0 0,0 0 0 0 0,0-1 0 0 0,0 0 0 0 0,1 0 0 0 0,10 1 0 0 0,76-3-353 0 0,-58 0 54 0 0,243-8-5051 0 0,-243 7 3568 0 0,31 0-3370 0 0</inkml:trace>
</inkml:ink>
</file>

<file path=ppt/ink/ink3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5:03.61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 93 2652 0 0,'0'0'2625'0'0,"-3"-3"-1707"0"0,-11-8-180 0 0,11 8 1282 0 0,5-1-1819 0 0,4-21 111 0 0,-2 22-174 0 0,48-25 203 0 0,-47 25-278 0 0,1 2-11 0 0,18-5-23 0 0,-18 4 5 0 0,0 1-10 0 0,18-1-39 0 0,-18 1-9 0 0,-5 3-22 0 0,0 0 47 0 0,0-1-1 0 0,0 1 1 0 0,0-1 0 0 0,0 1 0 0 0,1-1 0 0 0,-1 0 0 0 0,1 1 0 0 0,-1-1-1 0 0,3 1 1 0 0,0 2 101 0 0,-5 2-64 0 0,-2 20 1 0 0,3-19 36 0 0,-2-2-42 0 0,-4 23 188 0 0,5-23-152 0 0,-2 16 8 0 0,3-15 89 0 0,1-2-40 0 0,6 12-12 0 0,-5-12-8 0 0,0-1-34 0 0,9 9 0 0 0,-9-9 5 0 0,2 1 30 0 0,34 30 142 0 0,-34-31-222 0 0,0 1 3 0 0,12 9 19 0 0,-12-9-11 0 0,-1-1 10 0 0,12 12-45 0 0,-12-11 37 0 0,-3-4-41 0 0,0 1-1 0 0,0-1 0 0 0,0 1 0 0 0,1-1 0 0 0,-1 1 0 0 0,0-1 0 0 0,0 0 0 0 0,0 1 1 0 0,0-1-1 0 0,0 1 0 0 0,0-1 0 0 0,1 0 0 0 0,-1 1 0 0 0,0-1 0 0 0,0 1 0 0 0,0-1 1 0 0,1 0-1 0 0,-1 1 0 0 0,0-1 0 0 0,1 0 0 0 0,-1 1 0 0 0,0-1 0 0 0,1 0 1 0 0,-1 0-1 0 0,0 1 0 0 0,1-1 0 0 0,-1 0 0 0 0,1 0 0 0 0,0 1 5 0 0,0-1 1 0 0,0 1-1 0 0,0-1 0 0 0,-1 1 0 0 0,1 0 1 0 0,0-1-1 0 0,0 1 0 0 0,-1 0 0 0 0,1 0 1 0 0,0 0-1 0 0,-1-1 0 0 0,1 1 0 0 0,-1 0 1 0 0,1 0-1 0 0,-1 0 0 0 0,0 0 0 0 0,1 0 1 0 0,0 2-1 0 0,4 15 43 0 0,-4-13 20 0 0,-3 0-38 0 0,-6 15-28 0 0,6-15 8 0 0,-2-2 10 0 0,-11 11-6 0 0,11-11 2 0 0,3-3-13 0 0,0 0 1 0 0,0 0-1 0 0,1 0 0 0 0,-1 0 1 0 0,0 1-1 0 0,0-1 0 0 0,1 0 1 0 0,-1 0-1 0 0,0 1 1 0 0,0-1-1 0 0,1 0 0 0 0,-1 1 1 0 0,0-1-1 0 0,1 0 0 0 0,-1 1 1 0 0,1-1-1 0 0,-1 1 1 0 0,1-1-1 0 0,-1 1 0 0 0,1 0 1 0 0,-1-1-1 0 0,1 1 0 0 0,-1 0 1 0 0,0 0-4 0 0,1 0 1 0 0,0-1-1 0 0,-1 1 0 0 0,1 0 1 0 0,-1-1-1 0 0,1 1 0 0 0,-1-1 1 0 0,0 1-1 0 0,1-1 1 0 0,-1 1-1 0 0,1-1 0 0 0,-1 0 1 0 0,0 1-1 0 0,1-1 0 0 0,-1 0 1 0 0,0 1-1 0 0,0-1 1 0 0,1 0-1 0 0,-1 0 0 0 0,0 0 1 0 0,0 1-1 0 0,1-1 0 0 0,-2 0 1 0 0,0 0-11 0 0,0 0-1 0 0,0 0 1 0 0,1 1 0 0 0,-1-1 0 0 0,0 1-1 0 0,0 0 1 0 0,1-1 0 0 0,-1 1 0 0 0,0 0 0 0 0,1 0-1 0 0,-1 0 1 0 0,-1 1 0 0 0,-1 1-33 0 0,-2-1-213 0 0,0-1-798 0 0,-19 0 470 0 0,19-1-154 0 0,-13-12-1332 0 0,16 10 778 0 0,2-5-930 0 0,-4-24-1544 0 0</inkml:trace>
</inkml:ink>
</file>

<file path=ppt/ink/ink3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5:03.95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3280 0 0,'0'0'4527'0'0,"4"3"-4167"0"0,-2-2-268 0 0,-1 0-48 0 0,0 0 0 0 0,0 0 0 0 0,0 0 1 0 0,0 0-1 0 0,0 0 0 0 0,0 0 0 0 0,1 0 0 0 0,-1-1 0 0 0,0 1 0 0 0,1-1 1 0 0,-1 1-1 0 0,3 0 0 0 0,-4 5 268 0 0,-4 36 277 0 0,2-22-377 0 0,0-1-1 0 0,1 1 1 0 0,2-1 0 0 0,2 21-1 0 0,-2-33-136 0 0,1-2 13 0 0,6 16-4 0 0,-6-16-7 0 0,1-1 14 0 0,10 12 8 0 0,-9-12-5 0 0,0-2 23 0 0,15 6 2 0 0,-15-7-19 0 0,2-1 1 0 0,18-1-13 0 0,-18 1 56 0 0,0-3 18 0 0,3-1-80 0 0,0-1 0 0 0,0 0 0 0 0,0-1 0 0 0,0 0 0 0 0,-1 0 1 0 0,0-1-1 0 0,0 0 0 0 0,-1 0 0 0 0,13-16 0 0 0,-20 22-84 0 0,1 0 0 0 0,0-1 0 0 0,0 1 1 0 0,0 0-1 0 0,-1 0 0 0 0,1 0 0 0 0,0-1 0 0 0,-1 1 0 0 0,1 0 1 0 0,-1-1-1 0 0,0 1 0 0 0,1 0 0 0 0,-1-1 0 0 0,0 1 1 0 0,0 0-1 0 0,0-1 0 0 0,0-1 0 0 0,0-2-16 0 0,1 0-95 0 0,-2-2-71 0 0,0-23-65 0 0,1 29 217 0 0,0-1 0 0 0,0 1 0 0 0,0 0 0 0 0,0-1 0 0 0,0 1 0 0 0,0-1 0 0 0,-1 1-1 0 0,1-1 1 0 0,0 1 0 0 0,-1 0 0 0 0,1-1 0 0 0,-1 1 0 0 0,0 0 0 0 0,1-1 0 0 0,-1 1 0 0 0,0 0 0 0 0,0 0 0 0 0,-1-2-1 0 0,-1 0-96 0 0,1-1-101 0 0,-1 0-1 0 0,1 1 0 0 0,-1-1 0 0 0,0 1 0 0 0,0 0 0 0 0,0 0 0 0 0,-1 0 0 0 0,1 0 0 0 0,-1 0 1 0 0,1 1-1 0 0,-1 0 0 0 0,-6-3 0 0 0,8 4 73 0 0,1 0-65 0 0,-1 0 0 0 0,0 0 0 0 0,1 0 0 0 0,-1 0 0 0 0,1 1 0 0 0,-1-1 0 0 0,0 1 0 0 0,0-1 0 0 0,1 1 0 0 0,-1 0-1 0 0,0 0 1 0 0,0-1 0 0 0,-3 2 0 0 0,-1-1-735 0 0,1-1-3478 0 0</inkml:trace>
</inkml:ink>
</file>

<file path=ppt/ink/ink3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5:49.2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1952 0 0,'0'0'14536'0'0,"4"3"-14434"0"0,32 23 397 0 0,-33-23-384 0 0,1 0-39 0 0,36 29 238 0 0,-36-28-250 0 0,0-2-4 0 0,1 1-1 0 0,-1 0 1 0 0,0 0 0 0 0,0 0 0 0 0,0 0 0 0 0,0 1 0 0 0,5 7 0 0 0,-5-8 116 0 0,-3-2-161 0 0,1 0 1 0 0,0 0-1 0 0,-1 0 1 0 0,1 0-1 0 0,-1 1 0 0 0,1-1 1 0 0,-1 1-1 0 0,0-1 1 0 0,1 1-1 0 0,1 2 0 0 0,0-1 143 0 0,-3-2-155 0 0,1 0-1 0 0,-1-1 1 0 0,0 1-1 0 0,0-1 1 0 0,0 1 0 0 0,1-1-1 0 0,-1 1 1 0 0,0-1-1 0 0,1 1 1 0 0,-1-1-1 0 0,0 1 1 0 0,1-1-1 0 0,-1 1 1 0 0,1-1-1 0 0,-1 1 1 0 0,0-1-1 0 0,1 0 1 0 0,-1 1-1 0 0,1-1 1 0 0,0 1-1 0 0,12 10 161 0 0,15 25 143 0 0,-25-32-208 0 0,-1-1-82 0 0,7 12 36 0 0,-6-11 75 0 0,-1 0-77 0 0,7 10 10 0 0,-6-10 22 0 0,-1 0-38 0 0,9 11 10 0 0,-9-12 37 0 0,1 1-46 0 0,41 57 479 0 0,-41-57-397 0 0,-3-2-117 0 0,1-1 0 0 0,0 1 0 0 0,-1-1 0 0 0,1 1 0 0 0,0-1 1 0 0,0 1-1 0 0,0-1 0 0 0,0 1 0 0 0,0-1 0 0 0,0 0 0 0 0,0 0 0 0 0,2 2 0 0 0,-1-1 8 0 0,1 2 101 0 0,13 15-8 0 0,-13-16-59 0 0,0 0-10 0 0,22 30 120 0 0,-23-30-110 0 0,-1-3-49 0 0,-1 0 0 0 0,0 1 0 0 0,1-1 0 0 0,-1 0 0 0 0,1 0 0 0 0,-1 0 0 0 0,0 1 1 0 0,1-1-1 0 0,-1 0 0 0 0,1 1 0 0 0,-1-1 0 0 0,0 0 0 0 0,0 0 0 0 0,1 1 0 0 0,-1-1 0 0 0,0 1 1 0 0,1-1-1 0 0,-1 0 0 0 0,0 1 0 0 0,0-1 0 0 0,0 1 0 0 0,1-1 0 0 0,-1 0 0 0 0,0 1 0 0 0,0-1 1 0 0,0 2-1 0 0,0-2 0 0 0,0 0 1 0 0,0 1 0 0 0,0-1-1 0 0,0 1 1 0 0,1-1 0 0 0,-1 1-1 0 0,0-1 1 0 0,0 0 0 0 0,0 1-1 0 0,1-1 1 0 0,-1 1-1 0 0,0-1 1 0 0,0 0 0 0 0,1 1-1 0 0,-1-1 1 0 0,0 0 0 0 0,1 1-1 0 0,-1-1 1 0 0,0 0 0 0 0,1 0-1 0 0,-1 1 1 0 0,1-1 0 0 0,-1 0-1 0 0,0 0 1 0 0,1 0 0 0 0,0 1-1 0 0,2 2 7 0 0,9 12 33 0 0,-9-11 16 0 0,-3-4-53 0 0,1 0-1 0 0,-1 1 1 0 0,1-1-1 0 0,-1 0 0 0 0,0 0 1 0 0,1 1-1 0 0,-1-1 1 0 0,1 0-1 0 0,-1 0 1 0 0,0 1-1 0 0,1-1 0 0 0,-1 0 1 0 0,0 1-1 0 0,1-1 1 0 0,-1 1-1 0 0,0-1 0 0 0,0 0 1 0 0,1 1-1 0 0,-1-1 1 0 0,0 1-1 0 0,0-1 1 0 0,0 1-1 0 0,0-1 0 0 0,1 1 1 0 0,-1-1-1 0 0,0 1 1 0 0,0 0-1 0 0,0-1 1 0 0,0 1 0 0 0,0-1-1 0 0,0 1 1 0 0,0-1 0 0 0,0 1-1 0 0,1-1 1 0 0,-1 0-1 0 0,0 1 1 0 0,0-1 0 0 0,0 1-1 0 0,1-1 1 0 0,-1 1 0 0 0,0-1-1 0 0,1 0 1 0 0,-1 1 0 0 0,0-1-1 0 0,1 0 1 0 0,-1 1 0 0 0,0-1-1 0 0,1 0 1 0 0,-1 0-1 0 0,1 1 1 0 0,-1-1 0 0 0,1 0-1 0 0,0 0 1 0 0,14 19 165 0 0,-12-16-105 0 0,25 30 103 0 0,-25-30-152 0 0,0 1 5 0 0,11 14 37 0 0,-11-14-52 0 0,0-1 4 0 0,7 11 3 0 0,36 45 35 0 0,-44-55-33 0 0,0-1-2 0 0,1 1 1 0 0,-1 0-1 0 0,1-1 0 0 0,0 0 1 0 0,-1 0-1 0 0,1 0 1 0 0,7 5-1 0 0,-7-5 3 0 0,0 0 75 0 0,10 17-20 0 0,-10-16-40 0 0,-1-3-22 0 0,0 1 1 0 0,0-1-1 0 0,0 1 0 0 0,0-1 1 0 0,0 1-1 0 0,0 0 0 0 0,0-1 1 0 0,-1 1-1 0 0,1 0 1 0 0,-1 0-1 0 0,1 1 0 0 0,-1-1 1 0 0,0 0-1 0 0,2 4 1 0 0,3 4 27 0 0,25 31 133 0 0,-28-38-113 0 0,-3-1-50 0 0,1-1 1 0 0,0 1-1 0 0,-1-1 0 0 0,1 0 0 0 0,0 1 1 0 0,0-1-1 0 0,-1 0 0 0 0,1 0 0 0 0,0 0 0 0 0,0 1 1 0 0,0-1-1 0 0,2 1 0 0 0,-2-1 11 0 0,2 3 144 0 0,-1-1-141 0 0,25 33 104 0 0,-24-33-62 0 0,-1 3 17 0 0,1-1-1 0 0,-1 0 0 0 0,2 0 0 0 0,-1 0 0 0 0,8 8 0 0 0,-9-9 6 0 0,1 0-57 0 0,21 33 92 0 0,-21-34-74 0 0,-3-2-46 0 0,1-1 0 0 0,-1 0 1 0 0,1 1-1 0 0,-1-1 0 0 0,0 0 0 0 0,1 1 1 0 0,-1-1-1 0 0,0 1 0 0 0,1-1 0 0 0,-1 0 1 0 0,0 1-1 0 0,1-1 0 0 0,-1 1 0 0 0,0-1 1 0 0,0 1-1 0 0,0-1 0 0 0,0 1 0 0 0,1-1 1 0 0,-1 1-1 0 0,0-1 0 0 0,0 1 0 0 0,0-1 1 0 0,0 2-1 0 0,0-2 2 0 0,0 1 1 0 0,0-1-1 0 0,0 1 0 0 0,0-1 1 0 0,0 1-1 0 0,0-1 0 0 0,0 1 1 0 0,1-1-1 0 0,-1 1 0 0 0,0-1 1 0 0,0 1-1 0 0,0-1 0 0 0,1 1 1 0 0,-1-1-1 0 0,0 1 0 0 0,1-1 1 0 0,-1 0-1 0 0,0 1 0 0 0,1-1 1 0 0,-1 0-1 0 0,0 1 0 0 0,1-1 1 0 0,0 1-1 0 0,1 3 50 0 0,7 12 38 0 0,-6-12 116 0 0,-1 0-153 0 0,51 84 705 0 0,-51-84-728 0 0,0 0-21 0 0,8 11-5 0 0,-8-11 8 0 0,-2-3-8 0 0,1 1 0 0 0,-1-1 0 0 0,1 1 0 0 0,-1-1 1 0 0,1 1-1 0 0,0-1 0 0 0,0 0 0 0 0,-1 1 0 0 0,1-1 1 0 0,0 0-1 0 0,0 0 0 0 0,2 2 0 0 0,-1-1 20 0 0,1 3 161 0 0,-1-1 16 0 0,7 12-16 0 0,-6-12-48 0 0,0 0-30 0 0,8 12-16 0 0,-8-12-26 0 0,0 0 9 0 0,9 15-14 0 0,-9-14-26 0 0,1-1-4 0 0,32 39 93 0 0,-32-38-108 0 0,-1-1 2 0 0,12 12-20 0 0,-11-12-9 0 0,32 40 1 0 0,-33-40 6 0 0,-3-3 5 0 0,0-1-1 0 0,0 1 0 0 0,1-1 1 0 0,-1 1-1 0 0,0-1 1 0 0,0 1-1 0 0,0-1 0 0 0,1 0 1 0 0,-1 1-1 0 0,0-1 1 0 0,1 1-1 0 0,-1-1 1 0 0,0 1-1 0 0,1-1 0 0 0,-1 0 1 0 0,0 1-1 0 0,1-1 1 0 0,-1 0-1 0 0,1 1 1 0 0,-1-1-1 0 0,1 0 0 0 0,-1 0 1 0 0,1 1-1 0 0,-1-1 1 0 0,1 0-1 0 0,0 0 0 0 0,0 0 0 0 0,-1 0 0 0 0,1 1 0 0 0,-1-1 0 0 0,1 0 0 0 0,-1 0 0 0 0,1 0 0 0 0,-1 1 0 0 0,0-1 0 0 0,1 0-1 0 0,-1 1 1 0 0,1-1 0 0 0,-1 0 0 0 0,1 1 0 0 0,-1-1 0 0 0,0 0 0 0 0,1 1 0 0 0,-1-1 0 0 0,0 1 0 0 0,0-1 0 0 0,1 1-1 0 0,-1-1 1 0 0,0 1 0 0 0,0-1 0 0 0,0 1 0 0 0,1-1 0 0 0,-1 1 0 0 0,0 0 0 0 0,0 0 1 0 0,0-1-1 0 0,0 1 1 0 0,1-1-1 0 0,-1 1 0 0 0,0-1 1 0 0,0 1-1 0 0,0-1 1 0 0,1 1-1 0 0,-1-1 1 0 0,0 1-1 0 0,1-1 0 0 0,-1 0 1 0 0,0 1-1 0 0,1-1 1 0 0,-1 1-1 0 0,1-1 1 0 0,-1 0-1 0 0,1 1 0 0 0,-1-1 1 0 0,0 0-1 0 0,1 1 1 0 0,-1-1-1 0 0,1 0 1 0 0,0 0-1 0 0,0 1 0 0 0,-1-1-1 0 0,1 0 0 0 0,-1 0-1 0 0,1 0 1 0 0,-1 0-1 0 0,1 1 1 0 0,-1-1-1 0 0,1 0 1 0 0,-1 1-1 0 0,1-1 1 0 0,-1 0-1 0 0,1 1 1 0 0,-1-1-1 0 0,0 0 1 0 0,1 1-1 0 0,-1-1 1 0 0,1 1 0 0 0,-1-1-1 0 0,0 1 1 0 0,0-1-1 0 0,1 1 1 0 0,-1-1-1 0 0,0 1 1 0 0,0-1-1 0 0,0 1 1 0 0,0-1-1 0 0,1 2 1 0 0,-1-1-5 0 0,1 1 1 0 0,-1-1 0 0 0,1 0-1 0 0,0 1 1 0 0,-1-1-1 0 0,1 0 1 0 0,0 0 0 0 0,0 1-1 0 0,0-1 1 0 0,0 0 0 0 0,0 0-1 0 0,2 1 1 0 0,-2-1-3 0 0,2 3 0 0 0,0 0-113 0 0,8 11 116 0 0,-8-12 43 0 0,0 1-26 0 0,51 80 20 0 0,-51-81-16 0 0,-3-1-14 0 0,1 0 0 0 0,0 0 0 0 0,-1-1-1 0 0,1 1 1 0 0,0 0 0 0 0,0-1 0 0 0,0 1-1 0 0,0-1 1 0 0,0 1 0 0 0,0-1 0 0 0,1 1 0 0 0,-1-1-1 0 0,1 0 1 0 0,2 2 0 0 0,-3-2-9 0 0,0 0 1 0 0,1 0 0 0 0,-1 0 0 0 0,0 1-1 0 0,0-1 1 0 0,0 0 0 0 0,0 1-1 0 0,0-1 1 0 0,0 0 0 0 0,0 1-1 0 0,0-1 1 0 0,0 1 0 0 0,0 3-1 0 0,-1-5 8 0 0,0 1-1 0 0,1-1 0 0 0,-1 1 0 0 0,0-1 0 0 0,0 1 0 0 0,0 0 0 0 0,0-1 0 0 0,1 1 0 0 0,-1-1 1 0 0,0 1-1 0 0,0-1 0 0 0,1 1 0 0 0,-1-1 0 0 0,0 1 0 0 0,1-1 0 0 0,-1 0 0 0 0,1 1 0 0 0,-1-1 0 0 0,1 1 1 0 0,-1-1-1 0 0,0 0 0 0 0,1 1 0 0 0,-1-1 0 0 0,1 0 0 0 0,0 1 0 0 0,0-1 1 0 0,-1 0-1 0 0,1 0 1 0 0,-1 1-1 0 0,1-1 1 0 0,-1 0 0 0 0,1 0-1 0 0,-1 1 1 0 0,1-1-1 0 0,-1 1 1 0 0,1-1-1 0 0,-1 0 1 0 0,0 1 0 0 0,1-1-1 0 0,-1 1 1 0 0,0-1-1 0 0,1 1 1 0 0,-1-1-1 0 0,0 1 1 0 0,0-1-1 0 0,1 1 1 0 0,-1 0 0 0 0,0-1-1 0 0,0 1 1 0 0,0-1-1 0 0,0 2 1 0 0,1-1 1 0 0,-1 1 1 0 0,1-1-1 0 0,0 1 1 0 0,-1 0-1 0 0,1-1 1 0 0,0 1-1 0 0,0-1 0 0 0,0 0 1 0 0,0 1-1 0 0,0-1 1 0 0,0 0-1 0 0,3 2 1 0 0,-3-2 1 0 0,2 4 20 0 0,0-1 12 0 0,29 39-22 0 0,-29-38-19 0 0,0-1-6 0 0,8 12 9 0 0,-8-12-6 0 0,0 0-2 0 0,8 13-12 0 0,-9-12 17 0 0,1-2-2 0 0,7 12 42 0 0,-7-11 70 0 0,0 0-125 0 0,53 84-28 0 0,-54-84 63 0 0,0 0-33 0 0,6 11 20 0 0,-6-11-10 0 0,7 12 1 0 0,-8-14 7 0 0,1 2 37 0 0,1-1-38 0 0,6 11 2 0 0,-7-11-2 0 0,1 0 6 0 0,27 27 0 0 0,-27-27 0 0 0,0 0 3 0 0,28 28-25 0 0,-28-28 27 0 0,0 0-16 0 0,25 28 199 0 0,-25-28-171 0 0,-3-3-61 0 0,1 0 38 0 0,-1 0 0 0 0,1 0 0 0 0,-1 1 0 0 0,1-1 0 0 0,-1 0-1 0 0,1 0 1 0 0,-1 1 0 0 0,1-1 0 0 0,-1 0 0 0 0,1 1 0 0 0,-1-1 0 0 0,0 0 0 0 0,1 1 0 0 0,-1-1 0 0 0,0 0-1 0 0,1 1 1 0 0,-1-1 0 0 0,0 1 0 0 0,1-1 0 0 0,-1 1 0 0 0,0-1 0 0 0,0 1 0 0 0,0-1 0 0 0,1 1 0 0 0,-1 0-1 0 0,0 0 1 0 0,0-1 0 0 0,0 1-1 0 0,0-1 1 0 0,1 1 0 0 0,-1-1 0 0 0,0 1-1 0 0,0-1 1 0 0,0 1 0 0 0,1-1-1 0 0,-1 0 1 0 0,0 1 0 0 0,1-1-1 0 0,-1 1 1 0 0,0-1 0 0 0,1 0-1 0 0,-1 1 1 0 0,1-1 0 0 0,-1 0-1 0 0,0 1 1 0 0,1-1 0 0 0,-1 0-1 0 0,1 0 1 0 0,-1 1 0 0 0,1-1-1 0 0,-1 0 1 0 0,2 0 0 0 0,1 3-5 0 0,9 10 9 0 0,-9-10 4 0 0,-3-2 3 0 0,0-1-1 0 0,0 1 0 0 0,1 0 1 0 0,-1 0-1 0 0,0-1 0 0 0,1 1 1 0 0,-1 0-1 0 0,1-1 0 0 0,-1 1 0 0 0,1 0 1 0 0,-1-1-1 0 0,1 1 0 0 0,-1-1 1 0 0,1 1-1 0 0,0-1 0 0 0,-1 1 0 0 0,2 0 1 0 0,9 8-75 0 0,19 22 116 0 0,-27-28 129 0 0,-1-1-175 0 0,-1-1 0 0 0,1 0 1 0 0,-1 0-1 0 0,1 0 0 0 0,-1 1 0 0 0,1-1 0 0 0,-1 1 1 0 0,0-1-1 0 0,0 1 0 0 0,1 2 0 0 0,2-1 97 0 0,-1 0-94 0 0,43 46-34 0 0,-44-45 167 0 0,11 13-116 0 0,-10-14 7 0 0,0 0-15 0 0,9 11 36 0 0,-9-11 95 0 0</inkml:trace>
</inkml:ink>
</file>

<file path=ppt/ink/ink3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5:49.6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 14 3824 0 0,'0'0'3943'0'0,"-4"-3"-2949"0"0,-1-8 4341 0 0,23 12 254 0 0,-11 0-7192 0 0,0 0 1901 0 0,0 1-33 0 0,112 49 1374 0 0,-7-3-1356 0 0,-106-45-574 0 0,17 4-607 0 0,-18-5 298 0 0,1-1-2235 0 0,7-1 2720 0 0,30-7-6113 0 0,-38 6 4878 0 0,17-20-6860 0 0</inkml:trace>
</inkml:ink>
</file>

<file path=ppt/ink/ink3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5:49.9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121 32 3484 0 0,'0'0'3211'0'0,"0"-5"-2313"0"0,-2-22 6948 0 0,2 27-7823 0 0,-1 1 1 0 0,1-1-1 0 0,-1 0 1 0 0,1 0-1 0 0,-1 0 0 0 0,1 0 1 0 0,0 1-1 0 0,-1-1 1 0 0,1 0-1 0 0,0 1 1 0 0,-1-1-1 0 0,1 0 0 0 0,0 1 1 0 0,-1-1-1 0 0,1 0 1 0 0,0 1-1 0 0,0-1 1 0 0,-1 0-1 0 0,1 1 1 0 0,0-1-1 0 0,0 1 0 0 0,0-1 1 0 0,-1 0-1 0 0,1 1 1 0 0,0-1-1 0 0,0 2 1 0 0,0-2 1 0 0,0 0 0 0 0,0 1-1 0 0,0-1 1 0 0,0 1 0 0 0,-1-1 0 0 0,1 1 0 0 0,0-1 0 0 0,0 0 0 0 0,0 1 0 0 0,-1-1 0 0 0,1 1 0 0 0,0-1 0 0 0,0 0 0 0 0,-1 1 0 0 0,1-1 0 0 0,0 0 0 0 0,-1 1-1 0 0,1-1 1 0 0,0 0 0 0 0,-1 0 0 0 0,1 1 0 0 0,-1-1 0 0 0,1 0 0 0 0,0 0 0 0 0,-1 0 0 0 0,0 1 0 0 0,0 0 31 0 0,0 1-1 0 0,0 0 1 0 0,1 0-1 0 0,-1-1 1 0 0,0 1 0 0 0,1 0-1 0 0,-1 0 1 0 0,1 0 0 0 0,0-1-1 0 0,0 1 1 0 0,0 0 0 0 0,0 4-1 0 0,0-4 49 0 0,-58 217 3554 0 0,47-179-2974 0 0,6-22 161 0 0,-7 36 0 0 0,10-43-71 0 0,-4 11-5541 0 0,3 0-5764 0 0</inkml:trace>
</inkml:ink>
</file>

<file path=ppt/ink/ink3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5:51.8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1172 0 0,'0'0'1636'0'0</inkml:trace>
</inkml:ink>
</file>

<file path=ppt/ink/ink3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5:54.6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1516 0 0,'0'0'14475'0'0,"2"4"-14297"0"0,65 115 2089 0 0,-65-114-2190 0 0,1 1-2 0 0,20 39 70 0 0,-21-42-97 0 0,0 2 3 0 0,8 15 23 0 0,-8-15-9 0 0,0 0 2 0 0,9 15-3 0 0,-8-15-16 0 0,-1-1 0 0 0,19 40 140 0 0,-19-39-98 0 0,1 1-26 0 0,8 15 9 0 0,-9-16-2 0 0,-2-5-68 0 0,0 1 1 0 0,0 0-1 0 0,0-1 0 0 0,0 1 1 0 0,0-1-1 0 0,0 1 1 0 0,1-1-1 0 0,-1 0 0 0 0,0 1 1 0 0,0-1-1 0 0,0 1 1 0 0,0-1-1 0 0,1 1 0 0 0,-1-1 1 0 0,0 1-1 0 0,1-1 0 0 0,-1 0 1 0 0,0 1-1 0 0,1-1 1 0 0,-1 1-1 0 0,0-1 0 0 0,1 0 1 0 0,-1 1-1 0 0,1-1 1 0 0,0 0-1 0 0,-1 1 2 0 0,0-1 0 0 0,1 0 0 0 0,-1 0 0 0 0,0 1 0 0 0,1-1 1 0 0,-1 0-1 0 0,0 1 0 0 0,1-1 0 0 0,-1 0 0 0 0,0 1 0 0 0,1-1 0 0 0,-1 1 0 0 0,0-1 0 0 0,0 0 0 0 0,0 1 1 0 0,1-1-1 0 0,-1 1 0 0 0,0-1 0 0 0,0 1 0 0 0,0-1 0 0 0,0 0 0 0 0,0 1 0 0 0,0-1 0 0 0,0 1 0 0 0,0 0 0 0 0,12 22 182 0 0,-10-18-105 0 0,0 0 11 0 0,21 41 208 0 0,-20-41-209 0 0,-1-1 31 0 0,23 41 33 0 0,-23-40-127 0 0,0-1-9 0 0,20 37 59 0 0,-20-36 8 0 0,0-1 24 0 0,6 15 5 0 0,-6-15-6 0 0,0 1-7 0 0,6 12-19 0 0,-6-13-12 0 0,0 0-18 0 0,21 40 232 0 0,-20-40-177 0 0,-1 1-20 0 0,7 12-6 0 0,-7-13 17 0 0,1 1-41 0 0,6 12-19 0 0,-7-13-8 0 0,1 1-4 0 0,7 12-6 0 0,-7-13 3 0 0,-1 1-4 0 0,8 12 7 0 0,-8-13 2 0 0,0 0 2 0 0,8 11 4 0 0,-8-11-14 0 0,8 14 14 0 0,-8-14-10 0 0,0 1-15 0 0,9 13 0 0 0,-8-13 14 0 0,0-1-11 0 0,25 36 258 0 0,-26-36-80 0 0,1 0-117 0 0,9 12-15 0 0,-9-12 5 0 0,0 0-21 0 0,9 12-6 0 0,-9-12 20 0 0,0 0-29 0 0,9 12-8 0 0,-9-12-2 0 0,-1 1 9 0 0,9 12-3 0 0,-9-13 17 0 0,1 0-30 0 0,9 11 2 0 0,-9-11 3 0 0,11 16 56 0 0,-14-19-73 0 0,0 0 1 0 0,1-1-1 0 0,-1 1 1 0 0,0 0 0 0 0,0 0-1 0 0,0-1 1 0 0,1 1-1 0 0,-1 0 1 0 0,1-1 0 0 0,-1 1-1 0 0,0 0 1 0 0,1-1-1 0 0,-1 1 1 0 0,1 0 0 0 0,-1-1-1 0 0,1 1 1 0 0,0-1-1 0 0,-1 1 1 0 0,2 0 0 0 0,7 9-39 0 0,6 9 48 0 0,-12-16 122 0 0,-1 1-68 0 0,9 11-6 0 0,-8-11 30 0 0,0 0-58 0 0,8 12-6 0 0,-8-12 6 0 0,0 0-20 0 0,23 35 34 0 0,-23-36-12 0 0,-1 1-22 0 0,21 33 90 0 0,-20-33 70 0 0,-1 0-132 0 0,9 12-8 0 0,-8-12-6 0 0,-1 0-8 0 0,7 10 7 0 0,-7-10-8 0 0,-2-3-16 0 0,0 0 0 0 0,1 0 0 0 0,-1-1 0 0 0,0 1 1 0 0,0 0-1 0 0,0 0 0 0 0,0 0 0 0 0,1-1 0 0 0,-1 1 0 0 0,0 0 0 0 0,1 0 0 0 0,-1-1 0 0 0,0 1 0 0 0,1 0 0 0 0,-1 0 0 0 0,1-1 0 0 0,0 2 0 0 0,9 13 40 0 0,-2 1-33 0 0,-6-12 9 0 0,10 18-20 0 0,-10-18 15 0 0,8 15 48 0 0,-8-16-11 0 0,0 3-20 0 0,21 43 61 0 0,-20-44-63 0 0,-3-4-28 0 0,0 1 0 0 0,0-1 0 0 0,1 1 1 0 0,-1-1-1 0 0,0 1 0 0 0,1-1 0 0 0,0 1 0 0 0,-1-1 0 0 0,1 0 1 0 0,0 1-1 0 0,-1-1 0 0 0,2 1 0 0 0,1 2 5 0 0,-1 1 37 0 0,0-1 34 0 0,7 12 17 0 0,-7-12 46 0 0,1-1-78 0 0,20 35 240 0 0,-21-35-160 0 0,-2-2-134 0 0,0 0-1 0 0,0 0 1 0 0,1 0 0 0 0,-1 0 0 0 0,0 0 0 0 0,0-1-1 0 0,1 1 1 0 0,-1 0 0 0 0,1 0 0 0 0,-1 0 0 0 0,1 0-1 0 0,-1-1 1 0 0,1 1 0 0 0,-1 0 0 0 0,1-1 0 0 0,0 1-1 0 0,0 0 1 0 0,9 12 101 0 0,-1 0-44 0 0,-6-9 2 0 0,-1 0-12 0 0,7 10-24 0 0,-6-10 10 0 0,-1 0-7 0 0,22 38 35 0 0,-21-38-52 0 0,1 1 6 0 0,24 35 199 0 0,-26-37-171 0 0,2 2 0 0 0,30 42 42 0 0,38 48 18 0 0,-11-16-24 0 0,27 28 310 0 0,46 49-277 0 0,-131-153-84 0 0,1 1 25 0 0,12 12-14 0 0,-12-12 9 0 0,-1 1 7 0 0,12 12-6 0 0,-12-13-17 0 0,2 0-8 0 0,12 12-3 0 0,-13-12 43 0 0,0 0-14 0 0,10 11-20 0 0,-10-11-32 0 0,-1 0 35 0 0,12 12 10 0 0,-11-12-17 0 0,-1 0 2 0 0,12 13 2 0 0,-12-12-16 0 0,1-1 1 0 0,52 60 46 0 0,-52-60-54 0 0,0 0-5 0 0,12 11-7 0 0,-13-12 2 0 0,1 1-7 0 0,11 12-2 0 0,-12-12 7 0 0,1 1 14 0 0,31 32 9 0 0,-32-34-3 0 0,1 1-13 0 0,14 15 21 0 0,13 16 77 0 0,-29-32-94 0 0,2 2-5 0 0,32 38-25 0 0,-3 0 104 0 0,143 216 499 0 0,-52-77-216 0 0,-47-74-18 0 0,-44-63-251 0 0,8 11-10 0 0,-32-45-44 0 0,88 125 364 0 0,23 25-205 0 0,-118-158-205 0 0,2 2-2 0 0,25 35 28 0 0,-26-36-26 0 0,0-1 7 0 0,7 9 2 0 0,-7-9 59 0 0,-1 1-23 0 0,7 11 12 0 0,-6-12 157 0 0,11 18 61 0 0,-12-17-181 0 0,5 12-5 0 0,-5-12 164 0 0,0 1-185 0 0,3 13 28 0 0,-4-13 269 0 0,1 0-277 0 0,9 53 25 0 0,-5-29-111 0 0,1-8-141 0 0,-5-17-662 0 0,-11-9-6180 0 0,8 4 6692 0 0,0 0-1 0 0,0 0 1 0 0,0 0-1 0 0,0 0 1 0 0,-1-1-1 0 0,2 1-158 0 0,-4-1-1852 0 0,-5-2-3679 0 0,-2 0 5016 0 0,2 3-4516 0 0</inkml:trace>
</inkml:ink>
</file>

<file path=ppt/ink/ink3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5:54.9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3920 0 0,'0'0'14089'0'0,"3"3"-13457"0"0,43 23 1578 0 0,-40-23-1756 0 0,0 0-56 0 0,75 40 1040 0 0,-77-41-1322 0 0,1 1-30 0 0,16 6-40 0 0,-15-6-64 0 0,-2-1-105 0 0,15 5-123 0 0,-15-5-109 0 0,0 0-139 0 0,12 5-156 0 0,-12-5-138 0 0,24 1-5636 0 0,-22-2 4898 0 0</inkml:trace>
</inkml:ink>
</file>

<file path=ppt/ink/ink3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5:55.3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86 79 3748 0 0,'8'-25'1620'0'0,"-6"20"946"0"0,-1 1-1444 0 0,3-15-68 0 0,-3 15 2963 0 0,-1-1-3365 0 0,1-11 5091 0 0,-4 22-2213 0 0,-1 4-4873 0 0,2-5 1650 0 0,0-1-9 0 0,-54 179 2258 0 0,43-138-1782 0 0,8-23-494 0 0,3-17-31 0 0,1 2 1 0 0,-3 19-8 0 0,3-20 0 0 0,1 0-13 0 0,-7 46 658 0 0,7-47-621 0 0,-1 1-240 0 0,0 15-36 0 0,1-16-105 0 0</inkml:trace>
</inkml:ink>
</file>

<file path=ppt/ink/ink3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6:33.5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1 162 4040 0 0,'0'0'9752'0'0,"0"-6"-9045"0"0,0-19-162 0 0,0 19 928 0 0,2 1-1102 0 0,1-1-258 0 0,0 1-1 0 0,1-1 1 0 0,-1 0 0 0 0,1 1 0 0 0,1 0 0 0 0,-1 0 0 0 0,1 0 0 0 0,0 1 0 0 0,0-1 0 0 0,0 1 0 0 0,11-6 0 0 0,13-5 58 0 0,21-7 53 0 0,-37 18-253 0 0,-1 2 47 0 0,49-7-3 0 0,-55 8-29 0 0,1 1 7 0 0,58 9-58 0 0,-60-7 62 0 0,-2 1-14 0 0,9 11 3 0 0,-9-11 6 0 0,-3 4-5 0 0,1-1 8 0 0,-1-4 7 0 0,0 0 0 0 0,0 0 0 0 0,0 0 0 0 0,0 0 0 0 0,0 0 0 0 0,0 0 1 0 0,0 0-1 0 0,-1 0 0 0 0,1 0 0 0 0,-1 0 0 0 0,1-1 0 0 0,-2 5 0 0 0,-15 32-33 0 0,5-24-159 0 0,-40 52 333 0 0,49-62-167 0 0,0 0 13 0 0,-10 12 5 0 0,9-12-2 0 0,2-1-10 0 0,-7 11 0 0 0,7-11-8 0 0,5 0-121 0 0,4 1 108 0 0,0 0 1 0 0,0 0-1 0 0,0-1 0 0 0,1 0 0 0 0,-1 0 1 0 0,1-1-1 0 0,0 0 0 0 0,0-1 1 0 0,0 1-1 0 0,0-1 0 0 0,11-1 0 0 0,42 8-129 0 0,-45-4 203 0 0,0 0 1 0 0,0 1-1 0 0,-1 1 1 0 0,0 0-1 0 0,24 14 1 0 0,-35-18 13 0 0,-1 3 17 0 0,12 11-16 0 0,-12-12 31 0 0,-3 1-55 0 0,1-1-18 0 0,0-2-4 0 0,-1-1-1 0 0,0 1 0 0 0,1-1 1 0 0,-1 1-1 0 0,0-1 0 0 0,0 1 1 0 0,0 0-1 0 0,0-1 0 0 0,0 1 1 0 0,0-1-1 0 0,-1 1 1 0 0,1-1-1 0 0,0 1 0 0 0,-1-1 1 0 0,1 1-1 0 0,-1-1 0 0 0,-1 3 1 0 0,1-1 2 0 0,-1 1 0 0 0,0 0 0 0 0,0 0 0 0 0,0-1 0 0 0,0 1 1 0 0,-1-1-1 0 0,0 0 0 0 0,1 0 0 0 0,-1 0 0 0 0,0 0 0 0 0,0 0 0 0 0,-1 0 1 0 0,1-1-1 0 0,-1 0 0 0 0,-5 3 0 0 0,3-1-1 0 0,-7 4-15 0 0,-4 2-15 0 0,1-4-44 0 0,-40 12-583 0 0,50-16 264 0 0,0-2-148 0 0,-19 3-154 0 0,18-3-123 0 0,-10-9-1869 0 0,13 8 2312 0 0,0-2-978 0 0,5-4-3725 0 0,6-28-442 0 0</inkml:trace>
</inkml:ink>
</file>

<file path=ppt/ink/ink3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6:33.8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 4228 0 0,'4'-5'828'0'0,"14"-9"7179"0"0,-16 18-7426 0 0,7 12-81 0 0,-6-12 281 0 0,-2 2-468 0 0,3 18-32 0 0,-3-19-49 0 0,0-4-215 0 0,-1 0 0 0 0,1 0 0 0 0,0-1 0 0 0,-1 1 0 0 0,1 0 0 0 0,0 0 0 0 0,-1 0 0 0 0,1 0 0 0 0,-1 0 0 0 0,1 0 0 0 0,-1 0 0 0 0,0 0 0 0 0,1 0 0 0 0,-1 0 0 0 0,0 0 0 0 0,0 0 0 0 0,1 1 0 0 0,6 22 173 0 0,11 8 71 0 0,1 0 0 0 0,2-1 0 0 0,46 53-1 0 0,9 9 89 0 0,-74-89-300 0 0,8 14-64 0 0,-8-13 5 0 0,0 0 170 0 0,-2-5-162 0 0,-1 1 0 0 0,1-1 0 0 0,-1 1 0 0 0,1 0 0 0 0,-1-1 0 0 0,1 1 0 0 0,-1 0 0 0 0,1 0 0 0 0,0-1 0 0 0,0 1 0 0 0,-1 0 0 0 0,1 0 0 0 0,0 0 0 0 0,0-1 0 0 0,0 1 0 0 0,0 0 0 0 0,0 0 0 0 0,0 0 0 0 0,0 0 0 0 0,0 1 0 0 0,-3 14-190 0 0,2-15 152 0 0,0 0 1 0 0,0 0-1 0 0,-1 0 1 0 0,1 0-1 0 0,0 0 1 0 0,-1 0-1 0 0,1-1 1 0 0,-1 1-1 0 0,1 0 0 0 0,-1-1 1 0 0,1 1-1 0 0,-3 0 1 0 0,3-1-36 0 0,-4 2-200 0 0,0-1 0 0 0,-1 1 1 0 0,1-1-1 0 0,0 0 0 0 0,-1-1 0 0 0,1 1 0 0 0,-1-1 0 0 0,1 0 0 0 0,0-1 1 0 0,-6 0-1 0 0,6 1 169 0 0,-2 0-430 0 0,1 0 0 0 0,-1 0-1 0 0,0-1 1 0 0,1 0-1 0 0,-1 0 1 0 0,1-1 0 0 0,-11-3-1 0 0,-7-7-3648 0 0,-1-2-1170 0 0</inkml:trace>
</inkml:ink>
</file>

<file path=ppt/ink/ink3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6:34.0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0 134 4376 0 0,'24'-31'3037'0'0,"2"5"-857"0"0,5 2-852 0 0,1 3-356 0 0,6 5-656 0 0,3 6-464 0 0,3 5-744 0 0,3 5-1544 0 0,3 5-1325 0 0</inkml:trace>
</inkml:ink>
</file>

<file path=ppt/ink/ink3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7:03.4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3 157 4972 0 0,'0'-6'1561'0'0,"-2"-15"-269"0"0,2 16-208 0 0,3 1-161 0 0,37-38 863 0 0,-26 32-1649 0 0,1 1 0 0 0,1 0-1 0 0,-1 1 1 0 0,1 1 0 0 0,1 0-1 0 0,-1 1 1 0 0,1 1 0 0 0,0 1 0 0 0,1 0-1 0 0,-1 1 1 0 0,20 0 0 0 0,-27 1-87 0 0,-8 2-46 0 0,0-1 0 0 0,0 1 0 0 0,0 0 0 0 0,0 0 0 0 0,0 0 0 0 0,0 0 0 0 0,0 0 0 0 0,0 0 0 0 0,0 0 0 0 0,0 1 0 0 0,0-1 0 0 0,0 1 0 0 0,-1-1-1 0 0,4 2 1 0 0,3 1 25 0 0,35 20 45 0 0,-40-20-47 0 0,-1 3-6 0 0,4 18 27 0 0,-5-23-42 0 0,-1 0 0 0 0,0 0 1 0 0,1 1-1 0 0,-1-1 1 0 0,0 0-1 0 0,0 0 1 0 0,0 1-1 0 0,0-1 1 0 0,0 0-1 0 0,0 1 0 0 0,0-1 1 0 0,-1 0-1 0 0,1 0 1 0 0,0 1-1 0 0,-1-1 1 0 0,1 0-1 0 0,-1 0 0 0 0,0 0 1 0 0,1 0-1 0 0,-1 1 1 0 0,-1 0-1 0 0,1 0 21 0 0,-3 6 27 0 0,0 0 0 0 0,0 0 1 0 0,0 0-1 0 0,-1-1 0 0 0,0 0 1 0 0,-1 0-1 0 0,0 0 0 0 0,0-1 1 0 0,-7 6-1 0 0,0 1-1 0 0,-3 5 40 0 0,-6 3-5 0 0,-24 19 32 0 0,42-36-79 0 0,0-1 1 0 0,1 0-16 0 0,0 0 0 0 0,1 0 0 0 0,-1 1 1 0 0,0-1-1 0 0,1 0 0 0 0,0 1 0 0 0,0 0 0 0 0,-3 6 1 0 0,4-5 27 0 0,4-3-33 0 0,11 9 5 0 0,-11-8 21 0 0,2-1-15 0 0,28 11 65 0 0,-12-5 48 0 0,-1 0-1 0 0,0 1 1 0 0,-1 1 0 0 0,0 0-1 0 0,27 21 1 0 0,0 12 216 0 0,-40-36-290 0 0,0 0 0 0 0,-1 1 0 0 0,0-1 0 0 0,0 1 0 0 0,4 10-1 0 0,-7-15-47 0 0,0 2 71 0 0,0 1-27 0 0,-1-4-65 0 0,0 1 10 0 0,0 0 1 0 0,0 0-1 0 0,0 0 0 0 0,0 0 0 0 0,-1 0 0 0 0,1 1 0 0 0,-1-1 1 0 0,0 0-1 0 0,0 0 0 0 0,0 0 0 0 0,0 1 0 0 0,0-1 1 0 0,-1 0-1 0 0,1 0 0 0 0,-1 0 0 0 0,0 0 0 0 0,0 0 0 0 0,-3 5 1 0 0,-1-1-16 0 0,0-1 0 0 0,-1-1 0 0 0,0 1 1 0 0,0-1-1 0 0,-1 0 0 0 0,1-1 1 0 0,-1 1-1 0 0,0-1 0 0 0,-1 0 0 0 0,1-1 1 0 0,0 0-1 0 0,-1 0 0 0 0,0-1 1 0 0,0 0-1 0 0,-15 2 0 0 0,14-1-30 0 0,-28 1-186 0 0,24-4-114 0 0,0-1 0 0 0,0 0 0 0 0,0-1 0 0 0,1 0 0 0 0,-1-1 0 0 0,1 0 0 0 0,-1-1 1 0 0,1 0-1 0 0,-12-7 0 0 0,22 11 254 0 0,1-1 0 0 0,-1 0 1 0 0,1 0-1 0 0,-1 0 0 0 0,1 0 1 0 0,0 0-1 0 0,-1 0 0 0 0,1-1 1 0 0,0 1-1 0 0,0 0 0 0 0,0-1 1 0 0,0 1-1 0 0,0-1 1 0 0,0 1-1 0 0,0-1 0 0 0,-1-2 1 0 0,0-1-180 0 0,1 4 163 0 0,0 0-1 0 0,0 0 1 0 0,0 0 0 0 0,0-1 0 0 0,1 1-1 0 0,-1-1 1 0 0,0 1 0 0 0,1 0 0 0 0,-1-1 0 0 0,1 1-1 0 0,-1-1 1 0 0,1 1 0 0 0,0-1 0 0 0,-1 1-1 0 0,1-1 1 0 0,0-2 0 0 0,0-1-272 0 0,0-7-1070 0 0,0 5 919 0 0,2-8-20 0 0,7-5-2573 0 0,12-18-1339 0 0</inkml:trace>
</inkml:ink>
</file>

<file path=ppt/ink/ink3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7:03.7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81 0 4000 0 0,'0'0'3515'0'0,"-2"4"-2614"0"0,-4 12-114 0 0,4-12-77 0 0,-1 2-91 0 0,-3 6-370 0 0,-35 74 1919 0 0,25-27-1329 0 0,14-52-721 0 0,1 1 0 0 0,0 0 0 0 0,0-1 0 0 0,1 1-1 0 0,0 0 1 0 0,0-1 0 0 0,1 1 0 0 0,0-1 0 0 0,0 1 0 0 0,1 0 0 0 0,0-1 0 0 0,3 8 0 0 0,-1-9-56 0 0,0 1 1 0 0,0-1-1 0 0,1 0 0 0 0,-1 0 1 0 0,1 0-1 0 0,1 0 1 0 0,-1-1-1 0 0,1 0 1 0 0,0 0-1 0 0,0-1 0 0 0,0 1 1 0 0,1-1-1 0 0,0-1 1 0 0,0 1-1 0 0,0-1 1 0 0,0 0-1 0 0,0-1 0 0 0,14 3 1 0 0,-14-3 10 0 0,-1-1 0 0 0,1-1 0 0 0,0 1 0 0 0,0-1 0 0 0,-1 0 1 0 0,1-1-1 0 0,0 0 0 0 0,12-2 0 0 0,-13 1-34 0 0,0 1 13 0 0,-1 0-1 0 0,1-1 1 0 0,0 0-1 0 0,-1 0 1 0 0,1 0-1 0 0,-1-1 1 0 0,1 0-1 0 0,-1 0 0 0 0,0 0 1 0 0,8-7-1 0 0,-9 6-31 0 0,-2 3-18 0 0,0 0 0 0 0,0 0 0 0 0,0-1 0 0 0,0 1 0 0 0,0-1 0 0 0,-1 0 0 0 0,1 1 0 0 0,-1-1 0 0 0,1 0 0 0 0,-1 0 0 0 0,0 0 0 0 0,3-4 0 0 0,-1 0-10 0 0,-1 4 8 0 0,-1 0 1 0 0,1 0 0 0 0,-1 0-1 0 0,1 0 1 0 0,-1 0 0 0 0,0-1-1 0 0,0 1 1 0 0,0 0 0 0 0,0-1-1 0 0,0 1 1 0 0,0 0-1 0 0,-1-1 1 0 0,1-2 0 0 0,1-3-11 0 0,3-6-75 0 0,-4 12 74 0 0,0 0 1 0 0,0 0 0 0 0,-1 0 0 0 0,1 0-1 0 0,-1 0 1 0 0,1-1 0 0 0,-1 1 0 0 0,0 0 0 0 0,1 0-1 0 0,-1 0 1 0 0,-1-4 0 0 0,1-10-179 0 0,1 8 108 0 0,0 5 24 0 0,-1 0 1 0 0,0-1 0 0 0,0 1 0 0 0,0 0-1 0 0,0 0 1 0 0,0 0 0 0 0,-1-1 0 0 0,1 1-1 0 0,-3-4 1 0 0,3-2-88 0 0,0 7 78 0 0,0-1 1 0 0,0 0 0 0 0,-1 0 0 0 0,1 1-1 0 0,-1-1 1 0 0,0 0 0 0 0,0 1 0 0 0,1-1-1 0 0,-2 1 1 0 0,1-1 0 0 0,0 1 0 0 0,-2-3-1 0 0,1-2-109 0 0,1 5 93 0 0,1 0 1 0 0,-1 0 0 0 0,0 0 0 0 0,0 0 0 0 0,0 0 0 0 0,0 0-1 0 0,0 0 1 0 0,-1 0 0 0 0,1 1 0 0 0,0-1 0 0 0,-1 0 0 0 0,1 1-1 0 0,-4-4 1 0 0,-14-12-754 0 0,9 12-32 0 0,4 4 385 0 0,-1 0 0 0 0,0 0-1 0 0,1 1 1 0 0,-1 0 0 0 0,1 1-1 0 0,-1-1 1 0 0,0 1 0 0 0,1 1-1 0 0,0-1 1 0 0,-1 1 0 0 0,1 0-1 0 0,0 0 1 0 0,0 1 0 0 0,-6 3 0 0 0,-21 15-5003 0 0</inkml:trace>
</inkml:ink>
</file>

<file path=ppt/ink/ink3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7:04.7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187 147 4832 0 0,'0'0'1634'0'0,"-4"-3"-327"0"0,-10-5 120 0 0,-1 1-1 0 0,-26-9 1 0 0,36 15-633 0 0,0-1-550 0 0,-13-5-30 0 0,13 5 459 0 0,6-4-605 0 0,-1 0 0 0 0,1 1 1 0 0,0-1-1 0 0,0 1 0 0 0,1-1 0 0 0,0 1 1 0 0,0-1-1 0 0,0 1 0 0 0,0 0 0 0 0,1 0 1 0 0,0 0-1 0 0,0 0 0 0 0,6-7 0 0 0,-5 8 4 0 0,-2 4-64 0 0,-1 0-1 0 0,1 0 0 0 0,-1-1 0 0 0,1 1 0 0 0,0-1 0 0 0,-1 0 0 0 0,1 1 1 0 0,-1-1-1 0 0,1 0 0 0 0,-1 0 0 0 0,0 0 0 0 0,3-2 0 0 0,-1 1 12 0 0,2 0 57 0 0,26 5 157 0 0,-20 2-111 0 0,-5-2-85 0 0,-4-1-22 0 0,0-1 1 0 0,1 1-1 0 0,-2-1 0 0 0,1 1 0 0 0,0-1 1 0 0,0 1-1 0 0,0 0 0 0 0,-1 0 0 0 0,1 0 1 0 0,-1 0-1 0 0,3 4 0 0 0,0 0 13 0 0,1 1-6 0 0,-1-1 0 0 0,0 1 1 0 0,0 0-1 0 0,0 0 1 0 0,-1 0-1 0 0,0 1 1 0 0,0-1-1 0 0,-1 1 1 0 0,0 0-1 0 0,1 11 1 0 0,0-8-10 0 0,-2-6-6 0 0,0-1-1 0 0,-1 1 1 0 0,1 0-1 0 0,-1 0 1 0 0,0 0-1 0 0,0 0 1 0 0,-1 7-1 0 0,-2 15 35 0 0,0 0-1 0 0,-2 0 1 0 0,-1-1 0 0 0,-18 50-1 0 0,17-62-101 0 0,-1 1-1 0 0,0-1 0 0 0,0 0 0 0 0,-1 0 0 0 0,-1-1 1 0 0,0 0-1 0 0,-1-1 0 0 0,-1 0 0 0 0,-21 17 0 0 0,12-18-184 0 0,16-9 194 0 0,0 0-106 0 0,0-1-18 0 0,-16 2-6 0 0,16-2 15 0 0,3-2 148 0 0,1 0-1 0 0,-1 0 1 0 0,1 0 0 0 0,-1 0-1 0 0,1 0 1 0 0,-1 0 0 0 0,0 0-1 0 0,1 1 1 0 0,-1-1 0 0 0,0 1-1 0 0,-3-1 1 0 0,5 0-1 0 0,-5-1-79 0 0,5 2 95 0 0,0-1 0 0 0,0 0 0 0 0,0 1-1 0 0,0-1 1 0 0,0 1 0 0 0,0-1 0 0 0,0 0-1 0 0,0 1 1 0 0,0-1 0 0 0,0 1 0 0 0,-1-1-1 0 0,1 1 1 0 0,0-1 0 0 0,0 0 0 0 0,-1 1 0 0 0,1-1-1 0 0,0 1 1 0 0,-1-1 0 0 0,1 1 0 0 0,0-1-1 0 0,-1 1 1 0 0,1 0 0 0 0,-1-1 0 0 0,1 1-1 0 0,-1-1 1 0 0,0 0-1 0 0,0 1 0 0 0,0-1 0 0 0,0 0 1 0 0,1 0-1 0 0,-1 0 0 0 0,0 0 0 0 0,1 1 0 0 0,-1-1 0 0 0,0 0 0 0 0,1 0 0 0 0,0 0 1 0 0,-1 0-1 0 0,1-1 0 0 0,-1 1 0 0 0,1 0 0 0 0,0 0 0 0 0,0 0 0 0 0,0 0 0 0 0,0 0 0 0 0,-1 0 1 0 0,1 0-1 0 0,1 0 0 0 0,-1-2 0 0 0,0-7 36 0 0,0 0 0 0 0,1-1 0 0 0,0 1 0 0 0,0 0 0 0 0,1 0-1 0 0,1 0 1 0 0,0 0 0 0 0,0 0 0 0 0,1 1 0 0 0,6-11 0 0 0,-8 16 78 0 0,-1 4-88 0 0,1-1-1 0 0,-1 1 1 0 0,1 0-1 0 0,-1-1 1 0 0,1 0-1 0 0,-1 1 1 0 0,1-1-1 0 0,-1 0 1 0 0,1 0-1 0 0,-1 1 1 0 0,0-1 0 0 0,2-2-1 0 0,0 1 29 0 0,2-1 129 0 0,0 5-16 0 0,2 0-119 0 0,0 1 1 0 0,0 0-1 0 0,0 0 1 0 0,-1 0-1 0 0,1 1 1 0 0,-1 0-1 0 0,0 0 1 0 0,0 1-1 0 0,9 9 0 0 0,4 6 111 0 0,22 32 0 0 0,-31-37-372 0 0,1-1 0 0 0,1 0-1 0 0,0 0 1 0 0,1-1-1 0 0,0-1 1 0 0,15 11 0 0 0,-22-19-134 0 0,1 0 0 0 0,-1 0 0 0 0,1-1 1 0 0,-1 0-1 0 0,1 0 0 0 0,0-1 1 0 0,0 0-1 0 0,0 0 0 0 0,0 0 0 0 0,0-1 1 0 0,1 0-1 0 0,8-1 0 0 0,-10 1-6 0 0,-4-1 221 0 0,0 0 0 0 0,0 0 1 0 0,0 0-1 0 0,0 0 0 0 0,0 0 1 0 0,0-1-1 0 0,-1 1 0 0 0,1-1 1 0 0,0 1-1 0 0,0-1 1 0 0,0 1-1 0 0,-1-1 0 0 0,1 0 1 0 0,0 0-1 0 0,2-2 0 0 0,-1 1-58 0 0,49-32-3150 0 0,-32 16-410 0 0</inkml:trace>
</inkml:ink>
</file>

<file path=ppt/ink/ink3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7:05.0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146 0 3608 0 0,'0'0'2578'0'0,"-6"1"-1671"0"0,-19 3-171 0 0,24-4-690 0 0,-1 0-1 0 0,1 0 1 0 0,0 1-1 0 0,0-1 1 0 0,-1 0-1 0 0,1 1 1 0 0,0-1-1 0 0,0 1 1 0 0,0-1-1 0 0,0 1 1 0 0,-1-1-1 0 0,1 1 1 0 0,0 0-1 0 0,0 0 1 0 0,0-1-1 0 0,0 1 1 0 0,0 0-1 0 0,1 0 1 0 0,-1 0-1 0 0,-1 2 1 0 0,0-1 122 0 0,-4 4 47 0 0,0 0 0 0 0,0 0 0 0 0,1 0 0 0 0,0 0 0 0 0,0 1 0 0 0,1 0 0 0 0,-5 9 0 0 0,6-10-152 0 0,-9 12 311 0 0,1 6-148 0 0,8-12-30 0 0,0-5-133 0 0,1-5-38 0 0,1 1 0 0 0,0 0 1 0 0,0-1-1 0 0,1 1 1 0 0,-1 0-1 0 0,0-1 1 0 0,1 1-1 0 0,0 0 1 0 0,-1 0-1 0 0,2 4 0 0 0,-3-1 22 0 0,1-3-31 0 0,1-1-1 0 0,0 0 1 0 0,-1 1-1 0 0,1-1 1 0 0,0 0-1 0 0,0 1 1 0 0,0-1-1 0 0,0 0 1 0 0,1 1-1 0 0,-1-1 1 0 0,1 0 0 0 0,1 4-1 0 0,-2 2 11 0 0,0-6-18 0 0,0 0 0 0 0,1 1 0 0 0,-1-1 1 0 0,0 1-1 0 0,1-1 0 0 0,0 0 0 0 0,0 1 0 0 0,-1-1 0 0 0,1 0 0 0 0,1 0 0 0 0,-1 0 0 0 0,3 4 0 0 0,2 4-3 0 0,1 0-1 0 0,1 0 1 0 0,0-1 0 0 0,0 0 0 0 0,1 0 0 0 0,0-1-1 0 0,0-1 1 0 0,1 1 0 0 0,0-1 0 0 0,15 7-1 0 0,9 1 468 0 0,67 20-1 0 0,-11-2 785 0 0,-86-31-752 0 0,-7 25-272 0 0,-2-19-71 0 0,-2-3-135 0 0,0 0-28 0 0,0 0-1 0 0,0 0 1 0 0,-1-1 0 0 0,0 0-1 0 0,-12 4 1 0 0,-1 0-601 0 0,-1-2 1 0 0,0-1-1 0 0,-32 4 0 0 0,38-7-877 0 0,1-2-1 0 0,-1 0 0 0 0,1-1 1 0 0,-21-4-1 0 0,-7-2-4079 0 0</inkml:trace>
</inkml:ink>
</file>

<file path=ppt/ink/ink3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7:05.2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1 205 4288 0 0,'5'-5'2156'0'0,"13"-9"-935"0"0,0 1-1 0 0,1 1 1 0 0,1 1 0 0 0,21-10-1 0 0,-10 8-405 0 0,1 1-1 0 0,43-10 0 0 0,-40 14-771 0 0,134-38-3651 0 0,-158 41 3082 0 0,-3 1-740 0 0,5-2-2375 0 0,20-6-2311 0 0</inkml:trace>
</inkml:ink>
</file>

<file path=ppt/ink/ink3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7:16.2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3948 0 0,'0'0'1380'0'0</inkml:trace>
</inkml:ink>
</file>

<file path=ppt/ink/ink3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7:19.77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3 2724 0 0,'0'0'8665'0'0,"7"-1"-8566"0"0,111 1-1582 0 0,6 1-3544 0 0,-62-3 89 0 0</inkml:trace>
</inkml:ink>
</file>

<file path=ppt/ink/ink3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7:25.43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1692 0 0,'0'0'10622'0'0</inkml:trace>
</inkml:ink>
</file>

<file path=ppt/ink/ink3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7:29.67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264 69 3324 0 0,'0'0'3472'0'0,"-5"-1"-2887"0"0,-15-4-99 0 0,15 3 992 0 0,1 1-1172 0 0,-12-3 261 0 0,0 0 0 0 0,-1 2 0 0 0,-17-2-1 0 0,28 5-441 0 0,0-1-100 0 0,-43 13 43 0 0,44-12-58 0 0,3 1 5 0 0,-1 0 0 0 0,0-1 0 0 0,0 1 0 0 0,0 0-1 0 0,1 0 1 0 0,-1 1 0 0 0,1-1 0 0 0,0 1-1 0 0,0-1 1 0 0,0 1 0 0 0,0 0 0 0 0,-2 2-1 0 0,2-1 100 0 0,1 1-90 0 0,-3 17 10 0 0,3-16 9 0 0,3-1-60 0 0,4 15 56 0 0,-4-15 71 0 0,1-2-99 0 0,12 11-1 0 0,-11-11 25 0 0,17 3 7 0 0,-16-4-40 0 0,0-1-26 0 0,1-2-3 0 0,15-2 118 0 0,-16 2 202 0 0,0-2-122 0 0,2-1 23 0 0,1-1-1 0 0,-1 0 1 0 0,-1 0 0 0 0,1-1-1 0 0,-1 0 1 0 0,9-10 0 0 0,-13 12 21 0 0,-1-2-137 0 0,3-17 6 0 0,-3 17 16 0 0,-1-2-36 0 0,-1 0 0 0 0,0 0-1 0 0,-1 0 1 0 0,0 0 0 0 0,-4-10 0 0 0,4 13-18 0 0,0 1-41 0 0,-7-12-4 0 0,6 12 5 0 0,-1 2-16 0 0,-15-3-9 0 0,15 4 26 0 0,-1 4-11 0 0,-34 28 63 0 0,35-28-30 0 0,1 2 2 0 0,-9 15 4 0 0,9-15-8 0 0,1 0-18 0 0,-14 51 59 0 0,15-50-53 0 0,1 0 0 0 0,1-1-15 0 0,0 0 1 0 0,0 1-1 0 0,1-1 1 0 0,0 0-1 0 0,0 0 1 0 0,0 0-1 0 0,0 0 1 0 0,1 0-1 0 0,-1 0 1 0 0,1 0-1 0 0,1-1 1 0 0,3 5-1 0 0,-4-6-80 0 0,2-1 99 0 0,4 0-13 0 0,-1 0 0 0 0,1-1 0 0 0,0 0 0 0 0,12 0 0 0 0,-14-1 15 0 0,-6-1-18 0 0,1 0 0 0 0,-1 0 0 0 0,1 0 0 0 0,0 0 0 0 0,0 0 0 0 0,0 0 0 0 0,-1 1 0 0 0,1-1 0 0 0,0 1 0 0 0,4-1 0 0 0,-2-1-14 0 0,1-1 57 0 0,1-2-7 0 0,1-1 0 0 0,-1 1 1 0 0,-1-1-1 0 0,7-8 0 0 0,-9 10 23 0 0,-3 4-59 0 0,0-1 0 0 0,0 0 0 0 0,0 1 1 0 0,0-1-1 0 0,0 0 0 0 0,0 1 0 0 0,0-1 0 0 0,0 1 0 0 0,0-1 1 0 0,1 0-1 0 0,-1 1 0 0 0,0-1 0 0 0,0 1 0 0 0,1-1 0 0 0,-1 1 1 0 0,0-1-1 0 0,1 1 0 0 0,-1-1 0 0 0,0 1 0 0 0,1-1 0 0 0,-1 1 1 0 0,1-1-1 0 0,0 0 3 0 0,0 1 1 0 0,-1-1 0 0 0,1 0 0 0 0,-1 0-1 0 0,1 1 1 0 0,-1-1 0 0 0,1 0-1 0 0,-1 0 1 0 0,1 0 0 0 0,-1 0-1 0 0,0 0 1 0 0,1 0 0 0 0,-1 0-1 0 0,0 1 1 0 0,0-1 0 0 0,0 0-1 0 0,0 0 1 0 0,0 0 0 0 0,0 0-1 0 0,0 0 1 0 0,0 0 0 0 0,0 0-1 0 0,0 0 1 0 0,-1-2 0 0 0,-2-25 5 0 0,3 21-12 0 0,-29-43-30 0 0,26 46 80 0 0,-2 2-61 0 0,0 0 1 0 0,-1 0-1 0 0,1 1 1 0 0,-1 0-1 0 0,0 0 1 0 0,1 0-1 0 0,-1 1 1 0 0,-8 0-1 0 0,9 1 67 0 0,0 1-49 0 0,-12 8-12 0 0,13-7-1 0 0,0 0-6 0 0,-10 12 7 0 0,10-11-5 0 0,1 0 8 0 0,-9 13 1 0 0,9-12 11 0 0,2 0-12 0 0,-4 16 12 0 0,4-16-3 0 0,1 1-21 0 0,0 16-4 0 0,0-16 123 0 0,2-1-104 0 0,5 14-10 0 0,-5-14 7 0 0,2-2-30 0 0,0 1 48 0 0,0-1 0 0 0,1 0 0 0 0,-1-1 0 0 0,1 1 0 0 0,0-1 1 0 0,7 3-1 0 0,-7-4-53 0 0,0-2 19 0 0,16-2 198 0 0,-15 2-165 0 0,-1-2-49 0 0,14-7 54 0 0,-14 8 28 0 0,-2-1-9 0 0,9-9-5 0 0,-9 8-37 0 0,-2-1 23 0 0,1-2-5 0 0,-1-1 0 0 0,-1 1 1 0 0,0-1-1 0 0,0 1 0 0 0,-1-8 0 0 0,0 9 18 0 0,-1 2-30 0 0,-7-13 1 0 0,6 12 6 0 0,-1 3-29 0 0,3 0 12 0 0,0 1 3 0 0,0 0 0 0 0,0 0 0 0 0,0 0 0 0 0,-1 0 0 0 0,1 1 1 0 0,0-1-1 0 0,0 0 0 0 0,-1 0 0 0 0,1 1 0 0 0,0-1 0 0 0,-1 1 0 0 0,-2-2 0 0 0,-14 10 15 0 0,15-6-8 0 0,-1 0 13 0 0,3-1-19 0 0,0 1 1 0 0,0 0-1 0 0,0-1 0 0 0,0 1 1 0 0,-1-1-1 0 0,1 1 1 0 0,0-1-1 0 0,-1 1 0 0 0,1-1 1 0 0,-4 2-1 0 0,2 1-7 0 0,0 0 33 0 0,-7 12-5 0 0,7-12 9 0 0,1 0-24 0 0,-12 40-104 0 0,12-40 84 0 0,4 1-26 0 0,3 15 66 0 0,-4-15-9 0 0,29-4 12 0 0,-24 0-26 0 0,-2-3 6 0 0,13-4 14 0 0,-12 4 53 0 0,-2-1 10 0 0,-1 0-83 0 0,0 0 0 0 0,1 0 0 0 0,-1 0 1 0 0,0-1-1 0 0,-1 1 0 0 0,1-1 0 0 0,0 0 0 0 0,-1 1 0 0 0,0-1 0 0 0,0 0 1 0 0,0 0-1 0 0,-1 0 0 0 0,1 0 0 0 0,-1 0 0 0 0,0 0 0 0 0,0-6 1 0 0,-1 5-12 0 0,0 1-69 0 0,-22-36 249 0 0,20 36-193 0 0,-19-2-25 0 0,17 4 47 0 0,0 1 1 0 0,0 3-6 0 0,-16 6-14 0 0,15-5-1 0 0,5-2 21 0 0,0 1 0 0 0,0 0 0 0 0,0-1 0 0 0,0 1 0 0 0,0-1 0 0 0,0 1 0 0 0,-1-1-1 0 0,1 1 1 0 0,-1-1 0 0 0,-2 2 0 0 0,0 1-6 0 0,1 0-6 0 0,-8 14 0 0 0,8-14 43 0 0,1 1-37 0 0,0 0 4 0 0,1-4-1 0 0,0 0 1 0 0,0 1 0 0 0,1-1 0 0 0,-1 1 0 0 0,0-1 0 0 0,1 1 0 0 0,-1 0 0 0 0,1-1 0 0 0,0 1-1 0 0,0-1 1 0 0,0 1 0 0 0,0 0 0 0 0,0-1 0 0 0,0 1 0 0 0,0 2 0 0 0,1 17 11 0 0,0-16 1 0 0,1-2-3 0 0,10 14-22 0 0,-6-17 34 0 0,19-1 7 0 0,-19 1-46 0 0,16-13 40 0 0,-18 11-11 0 0,-1-1-1 0 0,7-10 9 0 0,-7 10-9 0 0,-1-1-6 0 0,7-14 8 0 0,-6 14-14 0 0,-3 3 6 0 0,1-1-1 0 0,0 0 1 0 0,-1 1-1 0 0,0-1 1 0 0,1 0-1 0 0,-1 1 0 0 0,0-1 1 0 0,0 0-1 0 0,1 0 1 0 0,-1 1-1 0 0,-1-1 1 0 0,1-2-1 0 0,0 3 0 0 0,1-4 0 0 0,-3 1 7 0 0,-5-14-61 0 0,7 17 54 0 0,-1 0 0 0 0,1 0 0 0 0,-1 0 0 0 0,1 0 0 0 0,-1-1 0 0 0,0 1 0 0 0,1 1 0 0 0,-1-1-1 0 0,0 0 1 0 0,0 0 0 0 0,1 0 0 0 0,-1 0 0 0 0,0 0 0 0 0,0 1 0 0 0,0-1 0 0 0,0 0 0 0 0,0 1 0 0 0,0-1 0 0 0,0 1 0 0 0,0-1 0 0 0,-1 1 0 0 0,1 0 0 0 0,0-1 0 0 0,0 1 0 0 0,-1 0 0 0 0,-23 3 12 0 0,23-3-10 0 0,1 1-1 0 0,0-1 0 0 0,0 0 1 0 0,0 0-1 0 0,0 0 0 0 0,-1 1 0 0 0,1-1 1 0 0,0 1-1 0 0,0-1 0 0 0,0 1 1 0 0,0-1-1 0 0,0 1 0 0 0,0-1 1 0 0,0 1-1 0 0,0 0 0 0 0,0 0 1 0 0,0-1-1 0 0,1 1 0 0 0,-1 0 1 0 0,-1 2-1 0 0,0-1 2 0 0,-2 1 3 0 0,2 1 4 0 0,-9 11-23 0 0,9-12-49 0 0,-1 2 116 0 0,1-2-34 0 0,1-2-11 0 0,0 0 0 0 0,0 0 0 0 0,0 1 0 0 0,1-1 0 0 0,-1 0 0 0 0,0 0 1 0 0,1 1-1 0 0,-1-1 0 0 0,1 0 0 0 0,-1 1 0 0 0,1-1 0 0 0,-1 0 0 0 0,1 1 0 0 0,0-1 0 0 0,0 1 0 0 0,0-1 0 0 0,0 0 0 0 0,0 4 0 0 0,1 17-1 0 0,0-17 2 0 0,1-2-12 0 0,2 0 6 0 0,-1 0 0 0 0,0 0 1 0 0,1-1-1 0 0,-1 1 1 0 0,1-1-1 0 0,0 0 1 0 0,0 0-1 0 0,7 2 1 0 0,-6-3 12 0 0,1-2 16 0 0,15-4-24 0 0,-16 4 36 0 0,-1-2-61 0 0,13-8 66 0 0,-12 8 27 0 0,-3 0-16 0 0,1-4-4 0 0,0 1-1 0 0,0-1 0 0 0,-1 0 1 0 0,3-11-1 0 0,-4 12-14 0 0,-2 2-15 0 0,-4-15-22 0 0,5 17-3 0 0,-1 0 0 0 0,1 1 0 0 0,-1-1 0 0 0,0 0 0 0 0,1 0 0 0 0,-1 1 0 0 0,0-1 0 0 0,0 1 1 0 0,0-1-1 0 0,0 0 0 0 0,0 1 0 0 0,-3-3 0 0 0,1 0 2 0 0,0 0 7 0 0,-1 1-9 0 0,-20-19 6 0 0,17 19-10 0 0,2 1 0 0 0,1 0-8 0 0,-3 3-9 0 0,-20 4 34 0 0,20-3-11 0 0,3 0 12 0 0,-12 6-4 0 0,12-6-25 0 0,1 3 30 0 0,-11 11 27 0 0,11-12-46 0 0,0 0-30 0 0,-7 15 5 0 0,7-15 12 0 0,2 1-9 0 0,-7 43 134 0 0,7-43-142 0 0,3 0-46 0 0,5 13 56 0 0,-6-13 22 0 0,4-3 2 0 0,12 5-6 0 0,-13-5 15 0 0,2-3 4 0 0,16-4 5 0 0,-16 4 4 0 0,-2-2 22 0 0,2-1-18 0 0,-1 0 0 0 0,1-1 0 0 0,-1 1-1 0 0,1-1 1 0 0,-1-1 0 0 0,-1 1 0 0 0,6-8-1 0 0,-8 10 106 0 0,-1-3-115 0 0,1-15-24 0 0,-1 16-7 0 0,-4 1 96 0 0,-7-11-88 0 0,7 12-41 0 0,-3 4-68 0 0,-18 2 104 0 0,19-2-7 0 0,1 3-55 0 0,-11 11 54 0 0,12-11 29 0 0,0 0-5 0 0,-17 40 144 0 0,19-39-60 0 0,20 1 216 0 0,-15-4-270 0 0,1 0 286 0 0,-2-5-210 0 0,37-57 4368 0 0,-35 83-19635 0 0</inkml:trace>
</inkml:ink>
</file>

<file path=ppt/ink/ink3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7:31.89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1932 0 0,'0'0'13560'0'0</inkml:trace>
</inkml:ink>
</file>

<file path=ppt/ink/ink3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7:35.02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138 94 3820 0 0,'0'0'6383'0'0,"-2"-5"-5844"0"0,1 0-89 0 0,-1 0 0 0 0,0 0-1 0 0,0 0 1 0 0,-1 1 0 0 0,0-1-1 0 0,-5-7 1 0 0,5 9-134 0 0,-24 42 202 0 0,24-35-379 0 0,2 1-97 0 0,-6 16 6 0 0,5-15 66 0 0,-3 20 0 0 0,4-21 28 0 0,2 1-96 0 0,0 16 42 0 0,-1-21-83 0 0,0 1 0 0 0,0-1 0 0 0,0 0 0 0 0,1 0 0 0 0,-1 0 0 0 0,0 0-1 0 0,0 0 1 0 0,1 0 0 0 0,-1 0 0 0 0,1 0 0 0 0,-1 0 0 0 0,1 0 0 0 0,-1 0 0 0 0,1 0 0 0 0,0 0 0 0 0,-1 0 0 0 0,1 0 0 0 0,0-1 0 0 0,0 1 0 0 0,-1 0 0 0 0,1-1 0 0 0,0 1 0 0 0,0 0 0 0 0,0-1 0 0 0,0 1 0 0 0,0-1 0 0 0,0 1 0 0 0,0-1 0 0 0,2 1 0 0 0,21-1 2 0 0,-18 0-1 0 0,-1-3 0 0 0,15-6 8 0 0,-15 6 10 0 0,-5 3-23 0 0,0-1 0 0 0,0 1 1 0 0,0-1-1 0 0,0 1 0 0 0,0-1 1 0 0,0 1-1 0 0,1-1 0 0 0,-1 1 1 0 0,0-1-1 0 0,0 1 0 0 0,0 0 1 0 0,1-1-1 0 0,-1 1 0 0 0,0-1 1 0 0,1 1-1 0 0,-1 0 0 0 0,0-1 1 0 0,1 1-1 0 0,-1 0 0 0 0,1 0 1 0 0,-1-1-1 0 0,0 1 0 0 0,1 0 1 0 0,-1 0-1 0 0,1-1 0 0 0,0 1 1 0 0,0 0 0 0 0,0-1 1 0 0,0 0 0 0 0,1 1-1 0 0,-1-1 1 0 0,0 0 0 0 0,0 0-1 0 0,0 1 1 0 0,0-1 0 0 0,0 0-1 0 0,-1 0 1 0 0,1 0 0 0 0,0 0-1 0 0,0 0 1 0 0,-1 0 0 0 0,2-2-1 0 0,7-14 15 0 0,-7 13-2 0 0,-1-2-12 0 0,3-15 8 0 0,-3 16 1 0 0,-1 0-6 0 0,-12-50 184 0 0,10 50-120 0 0,0 1 4 0 0,-2-3-12 0 0,0 0 1 0 0,-1 1-1 0 0,0 0 1 0 0,-7-7 0 0 0,9 10 29 0 0,-5 3-120 0 0,-28 4 150 0 0,31-1-60 0 0,1 0-49 0 0,-3 1 14 0 0,0 1 0 0 0,1 0-1 0 0,-1 0 1 0 0,1 1 0 0 0,0-1 0 0 0,0 2 0 0 0,1-1 0 0 0,-7 10 0 0 0,-10 29 70 0 0,20-40-94 0 0,1 1 11 0 0,1 54 13 0 0,1-54-15 0 0,1-1-4 0 0,26 38 46 0 0,-24-39-53 0 0,0-2-25 0 0,-1 1 23 0 0,1-1 1 0 0,-1-1-1 0 0,0 1 1 0 0,1 0-1 0 0,0-1 0 0 0,-1 0 1 0 0,1 0-1 0 0,0 0 1 0 0,0 0-1 0 0,-1 0 0 0 0,1-1 1 0 0,0 0-1 0 0,0 0 1 0 0,0 0-1 0 0,0 0 0 0 0,4-1 1 0 0,14-5 18 0 0,-16 4 19 0 0,-1-1-17 0 0,1 2-21 0 0,-4 0 5 0 0,0 1 0 0 0,-1-1-1 0 0,1 1 1 0 0,0-1 0 0 0,-1 0 0 0 0,1 1 0 0 0,0-1 0 0 0,-1 0-1 0 0,1 0 1 0 0,-1-1 0 0 0,1 1 0 0 0,-1 0 0 0 0,1 0 0 0 0,-1-1-1 0 0,2-1 1 0 0,4-7 40 0 0,0 0-1 0 0,0-1 1 0 0,-1 0 0 0 0,7-16-1 0 0,-12 23-12 0 0,-1-3-6 0 0,-1-13-9 0 0,-1 0 0 0 0,-6-24 0 0 0,7 40-26 0 0,1 3 15 0 0,0 0 0 0 0,0 1 0 0 0,0-1 0 0 0,0 0 1 0 0,0 0-1 0 0,0 1 0 0 0,-1-1 0 0 0,1 0 0 0 0,0 1 1 0 0,0-1-1 0 0,-1 0 0 0 0,1 1 0 0 0,-1-1 1 0 0,1 0-1 0 0,0 1 0 0 0,-1-1 0 0 0,1 0 0 0 0,-1 1 1 0 0,1-1-1 0 0,-2 0 0 0 0,1 1-1 0 0,1-1 0 0 0,-1 1 0 0 0,1-1 0 0 0,-1 1 1 0 0,1-1-1 0 0,-1 0 0 0 0,1 1 0 0 0,0-1 0 0 0,-1 0 0 0 0,1 1 0 0 0,0-1 0 0 0,-1 0 1 0 0,1 1-1 0 0,0-1 0 0 0,0 0 0 0 0,-1 1 0 0 0,1-1 0 0 0,0 0 0 0 0,0 0 0 0 0,0-1 1 0 0,0 2-9 0 0,0-1 1 0 0,0 1-1 0 0,-1 0 1 0 0,1-1-1 0 0,0 1 1 0 0,0-1-1 0 0,-1 1 1 0 0,1 0-1 0 0,0-1 1 0 0,-1 1-1 0 0,1 0 1 0 0,0-1-1 0 0,-1 1 0 0 0,1 0 1 0 0,0-1-1 0 0,-1 1 1 0 0,1 0-1 0 0,-1 0 1 0 0,1 0-1 0 0,-1-1 1 0 0,1 1-1 0 0,0 0 1 0 0,-1 0-1 0 0,1 0 1 0 0,-1 0-1 0 0,0 0 1 0 0,1 0 0 0 0,-1 0 1 0 0,1 0-1 0 0,-1 0 0 0 0,1-1 1 0 0,-1 1-1 0 0,1 0 0 0 0,0 0 1 0 0,-1 0-1 0 0,1 0 0 0 0,-1-1 1 0 0,1 1-1 0 0,0 0 0 0 0,-1 0 1 0 0,1-1-1 0 0,-1 1 0 0 0,1 0 1 0 0,0-1-1 0 0,-1 1 0 0 0,1 0 1 0 0,0-1-1 0 0,0 1 0 0 0,-1 0 1 0 0,1-1-1 0 0,0 1 0 0 0,0-1 1 0 0,-1 0-1 0 0,-5 3-104 0 0,-24 6 88 0 0,26-6 17 0 0,0 0-1 0 0,0 1 1 0 0,0 0-1 0 0,0 0 1 0 0,0 0 0 0 0,1 0-1 0 0,0 1 1 0 0,-1-1-1 0 0,1 1 1 0 0,0 0 0 0 0,1 0-1 0 0,-4 5 1 0 0,-22 52 42 0 0,24-48-60 0 0,1-7 13 0 0,2 0-1 0 0,-1-1 1 0 0,1 1 0 0 0,0 1 0 0 0,0-1 0 0 0,0 12 0 0 0,1-13 8 0 0,0 0-14 0 0,1 1-26 0 0,3 18 67 0 0,-3-19 101 0 0,2-1-155 0 0,13 13-44 0 0,-9-17 58 0 0,18 1 36 0 0,-19 0-9 0 0,-1-3-1 0 0,13-6 1 0 0,-13 6-17 0 0,-1 0-1 0 0,1-1 1 0 0,-1 1 0 0 0,0-1-1 0 0,1 0 1 0 0,-1-1-1 0 0,-1 1 1 0 0,1-1 0 0 0,0 0-1 0 0,-1 1 1 0 0,0-2-1 0 0,0 1 1 0 0,0 0 0 0 0,-1-1-1 0 0,1 1 1 0 0,-1-1-1 0 0,3-7 1 0 0,1-10 8 0 0,-4 16 18 0 0,-2 1-8 0 0,2-16-10 0 0,-2 16 11 0 0,-2 1 1 0 0,-1-2-12 0 0,0 0 0 0 0,-1 1 0 0 0,0-1 0 0 0,-8-8 0 0 0,8 10-1 0 0,-1 5-5 0 0,1-2 3 0 0,3 0-1 0 0,-1 1 0 0 0,1 0 0 0 0,-1 0 0 0 0,1 0 0 0 0,-1 0 0 0 0,1 0 0 0 0,-1 0-1 0 0,1 0 1 0 0,0 0 0 0 0,-1 0 0 0 0,1 0 0 0 0,-1 1 0 0 0,1-1 0 0 0,0 1 0 0 0,-1-1 0 0 0,1 1 0 0 0,0 0-1 0 0,-1-1 1 0 0,0 2 0 0 0,-12 8-8 0 0,1 0 0 0 0,1 1-1 0 0,0 0 1 0 0,-17 20 0 0 0,27-27 15 0 0,-1 1 24 0 0,-1 4-21 0 0,1 0 1 0 0,0 1-1 0 0,-4 16 0 0 0,7-20 158 0 0,1-5-229 0 0,0 0 54 0 0,-1 0 0 0 0,1 1-1 0 0,0-1 1 0 0,-1 0 0 0 0,1 1 0 0 0,0-1 0 0 0,-1 0 0 0 0,0 1 0 0 0,1-1 0 0 0,-1 1 0 0 0,0 1 0 0 0,1 1-2 0 0,1 1-8 0 0,3-4-65 0 0,14 4 52 0 0,-14-4 6 0 0,1-3-43 0 0,16-5 36 0 0,-16 5 7 0 0,-2-1 4 0 0,13-8 8 0 0,-12 8-10 0 0,-2-1-31 0 0,12-13 36 0 0,-11 12-10 0 0,-2 0 5 0 0,9-15 22 0 0,-9 16 0 0 0,-1-1-33 0 0,3-14-65 0 0,-3 15 101 0 0,-1-1 124 0 0,-3-15-121 0 0,2 15-42 0 0,-2 2-154 0 0,0 1 180 0 0,-10-12-84 0 0,7 15 78 0 0,-15 3 6 0 0,16-3 0 0 0,-41 36-75 0 0,42-33 74 0 0,1 0-14 0 0,3-4 47 0 0,-3 3-62 0 0,0 0-1 0 0,0 1 1 0 0,1-1-1 0 0,-1 0 1 0 0,1 1 0 0 0,0-1-1 0 0,0 1 1 0 0,0 0 0 0 0,0-1-1 0 0,0 5 1 0 0,2-6 34 0 0,1-1 0 0 0,0 1 1 0 0,-1-1-1 0 0,1 1 0 0 0,0-1 0 0 0,0 1 0 0 0,0-1 1 0 0,0 0-1 0 0,0 1 0 0 0,0-1 0 0 0,1 0 1 0 0,1 2-1 0 0,-2-3 0 0 0,2 4 6 0 0,3-5-29 0 0,19-2 40 0 0,-23 3-8 0 0,-1 0 0 0 0,1-1 1 0 0,0 1-1 0 0,0 0 0 0 0,0-1 0 0 0,-1 1 0 0 0,1-1 0 0 0,0 0 1 0 0,-1 1-1 0 0,1-1 0 0 0,-1 0 0 0 0,1 0 0 0 0,-1 0 0 0 0,2-1 1 0 0,2-2 1 0 0,0 2 18 0 0,-1-1 5 0 0,15-11 11 0 0,-14 11 14 0 0,-2-1 1 0 0,13-11 0 0 0,-12 11-20 0 0,-1 0-5 0 0,1 0-27 0 0,-1-1-1 0 0,8-29-24 0 0,-10 29 53 0 0,-4 2-29 0 0,-10-9 2 0 0,9 9 2 0 0,-1 4-6 0 0,1 0 0 0 0,-1 1 1 0 0,0 0-1 0 0,1 0 1 0 0,-1 0-1 0 0,1 1 0 0 0,-1-1 1 0 0,1 1-1 0 0,-5 4 1 0 0,6-4-14 0 0,0 0-2 0 0,-22 36-10 0 0,23-35 14 0 0,2 1-6 0 0,-1 0 14 0 0,0 17-80 0 0,2-21 85 0 0,-1 0 1 0 0,1 0-1 0 0,0 0 0 0 0,-1 0 1 0 0,1 0-1 0 0,0 0 0 0 0,0 0 1 0 0,0 0-1 0 0,0 0 0 0 0,0 0 1 0 0,0 0-1 0 0,2 1 0 0 0,-1-1 8 0 0,1 2 740 0 0,-2-3-738 0 0,1 0 1 0 0,-1 0-1 0 0,1-1 0 0 0,-1 1 1 0 0,1-1-1 0 0,-1 1 1 0 0,1-1-1 0 0,-1 1 0 0 0,1-1 1 0 0,-1 0-1 0 0,2-1 0 0 0,1 0 20 0 0,1 0 790 0 0,-5 1-851 0 0,0 1 68 0 0,0 0-1 0 0,0-1 1 0 0,0 1-1 0 0,0-1 1 0 0,0 1-1 0 0,1-1 1 0 0,-1 1-1 0 0,0 0 1 0 0,0-1-1 0 0,1 1 1 0 0,-1-1 0 0 0,0 1-1 0 0,0 0 1 0 0,1-1-1 0 0,-1 1 1 0 0,0 0-1 0 0,1 0 1 0 0,-1-1-1 0 0,1 1 1 0 0,-1 0-1 0 0,0 0 1 0 0,1-1-1 0 0,-1 1 1 0 0,1 0-1 0 0,0 0 1 0 0,5-5-2998 0 0</inkml:trace>
</inkml:ink>
</file>

<file path=ppt/ink/ink3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7:40.28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112 69 3336 0 0,'0'0'12257'0'0,"-1"-4"-12135"0"0,-3-15 0 0 0,3 15 719 0 0,-5 4-807 0 0,-18 4-28 0 0,18-3 24 0 0,3 2-1 0 0,-10 10 11 0 0,10-10 25 0 0,-1 1-26 0 0,-9 13-17 0 0,10-12 23 0 0,1-1-3 0 0,-4 15-8 0 0,4-14-10 0 0,2 0 4 0 0,-2 17-14 0 0,2-16 7 0 0,2-2-17 0 0,6 12 12 0 0,-6-12-8 0 0,-2-4-11 0 0,1 0 3 0 0,-1 0 0 0 0,1 0 0 0 0,-1 0 0 0 0,1 0 0 0 0,-1 0 0 0 0,0 0 0 0 0,1 0 0 0 0,-1 0-1 0 0,1 0 1 0 0,-1 1 0 0 0,1-1 0 0 0,-1 0 0 0 0,0 0 0 0 0,1 0 0 0 0,-1 0 0 0 0,0 1 0 0 0,1-1 0 0 0,-1 0 0 0 0,1 1 0 0 0,-1-1 0 0 0,0 0 0 0 0,0 1 0 0 0,1-1 0 0 0,-1 0 0 0 0,1 1 0 0 0,-1 0 1 0 0,1 0 0 0 0,-1-1 0 0 0,1 1-1 0 0,-1-1 1 0 0,1 1 0 0 0,-1-1 0 0 0,1 1 0 0 0,0-1-1 0 0,0 1 1 0 0,-1-1 0 0 0,1 1 0 0 0,0-1 0 0 0,-1 0-1 0 0,1 1 1 0 0,0-1 0 0 0,0 0 0 0 0,0 0-1 0 0,-1 0 1 0 0,1 0 0 0 0,0 1 0 0 0,0-1 0 0 0,0 0-1 0 0,0 0 1 0 0,0-1 0 0 0,50-3-31 0 0,-46 2-75 0 0,0 0 113 0 0,15-8 28 0 0,-15 8-7 0 0,-1-2-8 0 0,13-9-9 0 0,-13 9 18 0 0,-3 2-26 0 0,0 1 0 0 0,0-1 0 0 0,-1 0 0 0 0,1 1 0 0 0,0-1 0 0 0,1 1 0 0 0,-1-1 0 0 0,0 1 0 0 0,0-1 0 0 0,1 1-1 0 0,-1 0 1 0 0,2-2 0 0 0,-2 3 1 0 0,14-25-1 0 0,-13 21-7 0 0,-1-1 14 0 0,3-15-1 0 0,-3 15 11 0 0,-1 0 2 0 0,-2-17-21 0 0,2 16-26 0 0,-2 2-70 0 0,-4-12 102 0 0,4 12 61 0 0,-3 2-39 0 0,-15-4-22 0 0,15 5-22 0 0,1 2-1 0 0,-3 2 23 0 0,-1 0 1 0 0,1 1-1 0 0,0 0 0 0 0,0 0 0 0 0,0 0 1 0 0,1 1-1 0 0,-1 0 0 0 0,-8 9 0 0 0,1 3-26 0 0,10-13 6 0 0,2 1-2 0 0,-20 38-20 0 0,21-39 33 0 0,2 1-22 0 0,3 15 2 0 0,-3-15 6 0 0,18 6 52 0 0,-15-9-38 0 0,3-3 8 0 0,18-1-18 0 0,-19 1 9 0 0,-2 0 19 0 0,39-23 60 0 0,-39 21-143 0 0,0-1 75 0 0,11-12 13 0 0,-12 12-3 0 0,-1 0 4 0 0,6-15-12 0 0,-6 14-17 0 0,-1 0 9 0 0,1-19 11 0 0,-1 18 8 0 0,-3 1-24 0 0,-4-15-9 0 0,4 15-3 0 0,-16-11 5 0 0,12 16 0 0 0,-17 1-4 0 0,17 0 4 0 0,1 1 19 0 0,-12 10-10 0 0,13-10-14 0 0,0 2 10 0 0,-31 30 15 0 0,32-31-21 0 0,0 2-2 0 0,-16 27 4 0 0,17-25 3 0 0,2-1 0 0 0,-1-2-6 0 0,4 24 7 0 0,-2-23 10 0 0,15 8-78 0 0,-13-11 104 0 0,2-1 62 0 0,15 3-81 0 0,-15-3-24 0 0,1-3 17 0 0,16-6-6 0 0,-16 7 10 0 0,-6 0-8 0 0,0 1-1 0 0,0-1 1 0 0,1 1-1 0 0,-1 0 1 0 0,0-1-1 0 0,0 1 1 0 0,1-1-1 0 0,-1 1 1 0 0,0 0-1 0 0,1-1 1 0 0,-1 1-1 0 0,0 0 1 0 0,1 0-1 0 0,-1-1 1 0 0,1 1-1 0 0,-1 0 1 0 0,1 0-1 0 0,-1-1 1 0 0,0 1-1 0 0,1 0 1 0 0,-1 0-1 0 0,1 0 1 0 0,-1 0-1 0 0,1 0 1 0 0,-1 0-1 0 0,1 0 1 0 0,-1 0-1 0 0,1 0 1 0 0,0 0 1 0 0,0 0 1 0 0,0 0-1 0 0,0-1 0 0 0,0 1 1 0 0,0 0-1 0 0,0 0 1 0 0,0-1-1 0 0,0 1 1 0 0,0-1-1 0 0,0 1 1 0 0,0 0-1 0 0,0-1 1 0 0,0 0-1 0 0,0 1 1 0 0,0-1-1 0 0,0 0 1 0 0,-1 1-1 0 0,1-1 0 0 0,1-1 1 0 0,27-38 295 0 0,-26 35-282 0 0,-2 1-62 0 0,1-49-97 0 0,-3 47 108 0 0,-11-11-57 0 0,10 14 111 0 0,-3 2-57 0 0,-15-4 29 0 0,15 3 17 0 0,2 4-18 0 0,-4 2 6 0 0,1-1 0 0 0,0 1-1 0 0,0 0 1 0 0,0 1-1 0 0,0 0 1 0 0,1 0 0 0 0,0 0-1 0 0,0 0 1 0 0,0 1-1 0 0,0 0 1 0 0,1 0 0 0 0,0 0-1 0 0,-3 8 1 0 0,2-4 8 0 0,-4 12-10 0 0,8-21 3 0 0,0 1 1 0 0,0 0-1 0 0,1 0 1 0 0,-1 0-1 0 0,0-1 0 0 0,1 1 1 0 0,-1 0-1 0 0,1 0 1 0 0,0 0-1 0 0,0 0 0 0 0,0 0 1 0 0,0 0-1 0 0,0 0 1 0 0,0 2-1 0 0,2 8 2 0 0,0-6-14 0 0,5 16 12 0 0,-5-19 2 0 0,-1-1 1 0 0,1 0-1 0 0,-1 1 0 0 0,1-1 1 0 0,0 0-1 0 0,0 0 0 0 0,0 0 1 0 0,0-1-1 0 0,0 1 0 0 0,0 0 1 0 0,0-1-1 0 0,1 1 0 0 0,-1-1 1 0 0,1 0-1 0 0,-1 0 0 0 0,1 0 1 0 0,-1 0-1 0 0,4 1 0 0 0,-4-2 10 0 0,3 3 3 0 0,1-4 5 0 0,2 1-8 0 0,-3 0-11 0 0,0-1 0 0 0,-1 1 0 0 0,1-1 0 0 0,0 0 0 0 0,0 0 0 0 0,0-1-1 0 0,-1 1 1 0 0,1-1 0 0 0,0 0 0 0 0,-1-1 0 0 0,0 1 0 0 0,0-1 0 0 0,5-3 0 0 0,-7 5 2 0 0,-1 0 1 0 0,1 1-1 0 0,-1-1 1 0 0,0 0-1 0 0,1 0 0 0 0,-1 0 1 0 0,0 0-1 0 0,0-1 1 0 0,0 1-1 0 0,0 0 0 0 0,0 0 1 0 0,0-1-1 0 0,1-1 1 0 0,0-1-2 0 0,2 0-3 0 0,-3 0-1 0 0,6-16 2 0 0,-5 15 8 0 0,-2-2-32 0 0,0-20-60 0 0,0 20 91 0 0,-3 2 15 0 0,0-1 0 0 0,0 1 0 0 0,-1-1 0 0 0,1 1 0 0 0,-1 0 0 0 0,-1 0 0 0 0,1 1 0 0 0,-1-1-1 0 0,1 1 1 0 0,-1 0 0 0 0,-11-7 0 0 0,11 9-2 0 0,-1 2-150 0 0,-17 0 75 0 0,17 0 15 0 0,1 2 27 0 0,-12 5-7 0 0,13-5-6 0 0,0 1 8 0 0,-31 31-84 0 0,32-30 88 0 0,2 1 5 0 0,-1 2 8 0 0,1 0 1 0 0,0 1-1 0 0,0-1 1 0 0,1 0-1 0 0,0 11 1 0 0,0-12 12 0 0,14 14-121 0 0,-12-16 99 0 0,2-2 23 0 0,12 5 7 0 0,-12-5 50 0 0,2-1-89 0 0,19 1 38 0 0,-18-1 76 0 0,-2-3-43 0 0,16-7-4 0 0,-16 7-13 0 0,-1 0-15 0 0,25-28 24 0 0,-26 27-16 0 0,-3-3-10 0 0,2-18-14 0 0,-2 19-14 0 0,-2 0-16 0 0,-6-14 14 0 0,6 15-24 0 0,0 3-72 0 0,1 1 111 0 0,-1 0 0 0 0,1-1 1 0 0,-1 1-1 0 0,0-1 0 0 0,1 1 0 0 0,-1-1 0 0 0,1 0 0 0 0,0 0 1 0 0,-1 0-1 0 0,1 0 0 0 0,-3-1 0 0 0,1-1 5 0 0,-2 1 4 0 0,-2 3-20 0 0,3 0 11 0 0,-2 0-3 0 0,1 0-1 0 0,-1 1 0 0 0,1-1 0 0 0,-1 1 1 0 0,1 0-1 0 0,0 1 0 0 0,0-1 0 0 0,0 1 0 0 0,-7 5 1 0 0,3-1 5 0 0,0 1 0 0 0,0 0 0 0 0,1 0 0 0 0,1 1 0 0 0,-1 0 0 0 0,1 0 0 0 0,1 0 0 0 0,0 1 0 0 0,-5 11 0 0 0,8-15 8 0 0,0 0-1 0 0,1 0 0 0 0,0 0 1 0 0,0 1-1 0 0,0-1 1 0 0,1 0-1 0 0,0 1 0 0 0,0 0 1 0 0,1-1-1 0 0,0 9 1 0 0,0-14-18 0 0,5 23-50 0 0,-3-17 48 0 0,-2-6 8 0 0,0 1 0 0 0,0-1 1 0 0,0 0-1 0 0,1 1 0 0 0,-1-1 1 0 0,1 0-1 0 0,-1 0 0 0 0,1 1 0 0 0,-1-1 1 0 0,1 0-1 0 0,0 0 0 0 0,-1 0 1 0 0,1 1-1 0 0,0-1 0 0 0,0 0 1 0 0,0 0-1 0 0,0 0 0 0 0,0-1 1 0 0,0 1-1 0 0,0 0 0 0 0,2 1 1 0 0,1 1-5 0 0,9 7-2 0 0,-3-6 26 0 0,15 4 4 0 0,-11-7 2 0 0,-3-3-1 0 0,0 0 1 0 0,0-1-1 0 0,0 0 1 0 0,0 0 0 0 0,0-1-1 0 0,-1 0 1 0 0,1-1 0 0 0,-1-1-1 0 0,0 1 1 0 0,-1-2-1 0 0,1 1 1 0 0,-1-1 0 0 0,13-13-1 0 0,-19 15-27 0 0,0 1 0 0 0,0 0 1 0 0,0 0-1 0 0,0-1 0 0 0,-1 0 0 0 0,0 1 0 0 0,0-1 0 0 0,3-9 0 0 0,-3 7 9 0 0,-1 2-12 0 0,0-2-6 0 0,1 1 7 0 0,-2 4 2 0 0,1 0-1 0 0,0-1 0 0 0,-1 1 0 0 0,0 0 0 0 0,0 0 0 0 0,1-1 0 0 0,-1 1 0 0 0,0 0 0 0 0,-1 0 1 0 0,1-1-1 0 0,0 1 0 0 0,-1 0 0 0 0,0-3 0 0 0,-16-46-69 0 0,15 47 81 0 0,-2 1-5 0 0,-11-12-3 0 0,11 11-1 0 0,-16-2 10 0 0,15 4-9 0 0,0 1-11 0 0,0 2 13 0 0,-2 1-2 0 0,0 1 0 0 0,1 0 0 0 0,-1 0 1 0 0,1 0-1 0 0,-1 1 0 0 0,1-1 0 0 0,1 2 1 0 0,-1-1-1 0 0,0 1 0 0 0,-8 9 0 0 0,8-7-4 0 0,1-2 7 0 0,1 1-1 0 0,0 0 1 0 0,1 1 0 0 0,-1-1 0 0 0,1 0 0 0 0,0 1 0 0 0,0 0 0 0 0,-1 8 0 0 0,2-10-4 0 0,1 0 1 0 0,0 0 0 0 0,0 0-1 0 0,1 1 1 0 0,0-1 0 0 0,0 1 0 0 0,0-1-1 0 0,0 0 1 0 0,2 8 0 0 0,-1-9-3 0 0,-1 1-23 0 0,14 15 88 0 0,-9-17-58 0 0,13 8-16 0 0,-13-8 27 0 0,1-4-28 0 0,21-1-68 0 0,-21 1 108 0 0,-4 1-15 0 0,0 0 0 0 0,0-1 0 0 0,0 1 0 0 0,-1 0 0 0 0,1-1 0 0 0,0 0 0 0 0,0 1 0 0 0,-1-1 0 0 0,1 0 0 0 0,0 0 0 0 0,-1 0 0 0 0,2-2 0 0 0,1 1 14 0 0,1-1-23 0 0,0 0-1 0 0,0 0 0 0 0,0 0 0 0 0,-1 0 1 0 0,1-1-1 0 0,-1 0 0 0 0,4-4 1 0 0,-1 1 5 0 0,8-12 12 0 0,-13 14 5 0 0,0 1 121 0 0,1-1-138 0 0,6-16-53 0 0,-7 16 21 0 0,-1-1-37 0 0,0-15 32 0 0,-1 16 4 0 0,-4 3-38 0 0,2 1 59 0 0,0 0 1 0 0,0 0-1 0 0,0 0 1 0 0,-1 0-1 0 0,1 0 1 0 0,0 0-1 0 0,0 1 1 0 0,-1-1-1 0 0,1 1 1 0 0,0 0-1 0 0,-1-1 1 0 0,1 1-1 0 0,0 0 1 0 0,-1 1-1 0 0,1-1 1 0 0,0 0-1 0 0,-1 1 0 0 0,1-1 1 0 0,0 1-1 0 0,0-1 1 0 0,-1 1-1 0 0,1 0 1 0 0,-3 2-1 0 0,-1-1 1 0 0,-33 25 1 0 0,22-13-10 0 0,14-11 11 0 0,-2 1-5 0 0,-12 12-21 0 0,13-12-29 0 0,-2 6-76 0 0,6-10 140 0 0,-1 1 0 0 0,1-1 1 0 0,-1 0-1 0 0,1 1 0 0 0,-1-1 1 0 0,1 1-1 0 0,-1-1 0 0 0,1 1 1 0 0,0-1-1 0 0,-1 1 1 0 0,1 0-1 0 0,0-1 0 0 0,0 1 1 0 0,-1-1-1 0 0,1 1 0 0 0,0 0 1 0 0,0-1-1 0 0,0 1 1 0 0,0-1-1 0 0,0 1 0 0 0,0 0 1 0 0,0-1-1 0 0,0 1 0 0 0,0 0 1 0 0,0-1-1 0 0,0 1 1 0 0,0 0-1 0 0,0-1 0 0 0,1 2 1 0 0,2 24-123 0 0,2-25 138 0 0,13 6 5 0 0,-13-6 74 0 0,-1-2-22 0 0,15-4 38 0 0,-15 4 175 0 0,1-2-136 0 0,15-5 2 0 0,-15 6 386 0 0,-4 1-521 0 0,0 0-1 0 0,0 0 0 0 0,0 0 0 0 0,0 0 0 0 0,0 0 0 0 0,0 0 0 0 0,0 0 0 0 0,0 1 0 0 0,0-1 0 0 0,0 0 0 0 0,0 1 1 0 0,3-2-1 0 0,-2 1 18 0 0,2-1 265 0 0,6-9-186 0 0,1 2 77 0 0,0-2-206 0 0,-8 8 749 0 0</inkml:trace>
</inkml:ink>
</file>

<file path=ppt/ink/ink3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7:44.24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 0 3772 0 0,'0'0'7596'0'0,"-1"4"-7307"0"0,-1 2-186 0 0,0 0 1 0 0,1 1-1 0 0,0-1 0 0 0,0 0 0 0 0,1 0 1 0 0,-1 0-1 0 0,1 1 0 0 0,2 10 0 0 0,0 38 244 0 0,2-4-272 0 0,3 0 0 0 0,1-1 0 0 0,26 80 0 0 0,-21-106-482 0 0,-9-19 299 0 0,-1 0-268 0 0,1-2-46 0 0,3 1-7 0 0,1-1-1 0 0,-1 1 0 0 0,0-1 0 0 0,14 3 1 0 0,-16-5-207 0 0,2-3 3 0 0,1-1 372 0 0,0 0-1 0 0,0 0 0 0 0,0-1 0 0 0,0 0 1 0 0,0 0-1 0 0,-1-1 0 0 0,12-9 0 0 0,-11 6 158 0 0,0 0-1 0 0,-1-1 0 0 0,-1 1 0 0 0,1-1 0 0 0,-1-1 0 0 0,-1 1 0 0 0,7-16 0 0 0,-8 17 96 0 0,11-27 28 0 0,-2-7 154 0 0,4-61 952 0 0,-16 98-724 0 0,-1-1-138 0 0,2-19-6 0 0,-2 19 179 0 0,0 1-268 0 0,-2-17-16 0 0,2 17 1147 0 0,-3 9-1090 0 0,0 2-86 0 0,0 1 0 0 0,0-1 0 0 0,1 1 0 0 0,0 0 1 0 0,-3 13-1 0 0,4-14 32 0 0,1 2-10 0 0,4 92 292 0 0,-4-94-364 0 0,2 0 0 0 0,14 55 80 0 0,-14-56-111 0 0,0-4-38 0 0,-1 0 1 0 0,1 1 0 0 0,-1-1-1 0 0,0 0 1 0 0,1 1 0 0 0,-1-1-1 0 0,0 1 1 0 0,0 0 0 0 0,2 2-1 0 0,0-1-2 0 0,2-2 10 0 0,18 1-4 0 0,-18-1-6 0 0,-4-2-3 0 0,-1 1 1 0 0,1-1-1 0 0,-1 1 0 0 0,1-1 1 0 0,-1 1-1 0 0,1 0 1 0 0,0-1-1 0 0,-1 1 1 0 0,1-1-1 0 0,-1 1 0 0 0,1 0 1 0 0,0 0-1 0 0,-1-1 1 0 0,1 1-1 0 0,0 0 0 0 0,-1 0 1 0 0,1 0-1 0 0,0 0 1 0 0,0 0-1 0 0,-1 0 1 0 0,1 0-1 0 0,1 0 0 0 0,-1 0 2 0 0,0 0-1 0 0,1 0 0 0 0,-1 0 0 0 0,0-1 1 0 0,1 1-1 0 0,-1 0 0 0 0,0 0 0 0 0,0-1 1 0 0,1 1-1 0 0,-1-1 0 0 0,0 1 0 0 0,0-1 0 0 0,0 0 1 0 0,1 1-1 0 0,-1-1 0 0 0,1-1 0 0 0,5-2 25 0 0,0-1 1 0 0,-1 0-1 0 0,1-1 0 0 0,-1 1 0 0 0,0-1 0 0 0,-1 0 0 0 0,1-1 0 0 0,-1 1 0 0 0,-1-1 0 0 0,1 0 0 0 0,-1-1 0 0 0,0 1 0 0 0,-1 0 0 0 0,0-1 0 0 0,0 0 0 0 0,0 0 0 0 0,-1 0 0 0 0,1-14 0 0 0,-2 16-4 0 0,-1 0 0 0 0,0-1-1 0 0,-1 1 1 0 0,0 0-1 0 0,0 0 1 0 0,0-1-1 0 0,-1 1 1 0 0,0 0 0 0 0,0 0-1 0 0,0 0 1 0 0,-1 1-1 0 0,0-1 1 0 0,0 1-1 0 0,0-1 1 0 0,-1 1-1 0 0,0 0 1 0 0,0 0 0 0 0,0 1-1 0 0,-1-1 1 0 0,1 1-1 0 0,-1 0 1 0 0,0 0-1 0 0,0 0 1 0 0,-11-5 0 0 0,10 6-16 0 0,1 1 0 0 0,0 0 0 0 0,-1 1 1 0 0,1-1-1 0 0,-1 1 0 0 0,1 0 0 0 0,-10 0 1 0 0,-5 10-10 0 0,16-7-32 0 0,3 3-381 0 0,-2 22-34 0 0,7-24 198 0 0,2 2 64 0 0,0-1 0 0 0,0 0 0 0 0,1 0 0 0 0,-1-1 0 0 0,1 1 0 0 0,0-1 0 0 0,-1-1 0 0 0,1 1 0 0 0,1-1 0 0 0,6 1 0 0 0,2-1-189 0 0,0-1 0 0 0,0-1 0 0 0,0 0 0 0 0,0-1 0 0 0,18-4 0 0 0,-24 5 301 0 0,-6 0 50 0 0,0 0 0 0 0,0-1-1 0 0,0 1 1 0 0,0-1 0 0 0,0 0-1 0 0,0 0 1 0 0,0 0-1 0 0,5-3 1 0 0,38-13 103 0 0,43-33 1317 0 0,-86 48-1085 0 0,-3 1-196 0 0,0 1 0 0 0,0-1 0 0 0,0 0 0 0 0,-1 1 0 0 0,1-1 0 0 0,0 0 0 0 0,0 0 0 0 0,0 1 0 0 0,-1-1 0 0 0,1 0 0 0 0,0 0 0 0 0,-1 0 0 0 0,1 0 1 0 0,-1 0-1 0 0,1 0 0 0 0,0-2 0 0 0,-6 7-53 0 0,0 0 0 0 0,0 1 0 0 0,1-1 0 0 0,-1 1 0 0 0,1 0 0 0 0,0 0 0 0 0,1 0 0 0 0,-1 0 0 0 0,1 1 0 0 0,0 0 1 0 0,0-1-1 0 0,-2 10 0 0 0,0-1 18 0 0,1 1 1 0 0,1 1 0 0 0,0-1-1 0 0,1 1 1 0 0,1-1 0 0 0,0 1-1 0 0,1-1 1 0 0,3 24-1 0 0,-2-34-65 0 0,0-1 0 0 0,0 1-1 0 0,0-1 1 0 0,1 1-1 0 0,0-1 1 0 0,0 1-1 0 0,0-1 1 0 0,1 0 0 0 0,5 7-1 0 0,-6-7 1 0 0,1-1-22 0 0,-1-1 0 0 0,1 1 0 0 0,-1-1 1 0 0,1 1-1 0 0,0-1 0 0 0,0 0 0 0 0,0 0 1 0 0,0 0-1 0 0,0 0 0 0 0,1 0 0 0 0,-1-1 0 0 0,0 0 1 0 0,1 1-1 0 0,4 0 0 0 0,-5-1 56 0 0,2 1-12 0 0,-3-2-23 0 0,0 0 0 0 0,0 1 0 0 0,0-1 0 0 0,-1 0 0 0 0,1 0 0 0 0,0 0 0 0 0,0-1 0 0 0,-1 1 0 0 0,1 0 0 0 0,0-1 0 0 0,0 1 0 0 0,2-2 0 0 0,-2 2 13 0 0,4-1 90 0 0,0-2 38 0 0,-1 2-136 0 0,-1-1 45 0 0,1 0-1 0 0,-1 0 1 0 0,0 0 0 0 0,1-1 0 0 0,-1 1 0 0 0,0-1 0 0 0,0 0 0 0 0,0 0 0 0 0,-1-1 0 0 0,1 1 0 0 0,2-5 0 0 0,-1 2 34 0 0,-2 3-42 0 0,0 0 1 0 0,-1 0-1 0 0,0-1 1 0 0,1 1 0 0 0,-1 0-1 0 0,-1-1 1 0 0,1 0-1 0 0,0 1 1 0 0,-1-1-1 0 0,0 0 1 0 0,2-7 0 0 0,-3 7-51 0 0,1 0-10 0 0,0 0-1 0 0,-1 0 1 0 0,1 0 0 0 0,-1 0-1 0 0,0 0 1 0 0,0 1 0 0 0,-1-1 0 0 0,1 0-1 0 0,-1 0 1 0 0,0 0 0 0 0,0 0-1 0 0,0 1 1 0 0,0-1 0 0 0,-1 1 0 0 0,1-1-1 0 0,-4-4 1 0 0,2 2-97 0 0,2 4 47 0 0,0 0-1 0 0,0 0 0 0 0,0 0 0 0 0,0 0 1 0 0,-1 0-1 0 0,1 0 0 0 0,-1 0 0 0 0,1 1 1 0 0,-1-1-1 0 0,0 0 0 0 0,1 1 0 0 0,-1 0 1 0 0,-2-2-1 0 0,0-2-169 0 0,2 3 136 0 0,1 1 1 0 0,0-1 0 0 0,-1 1 0 0 0,1-1-1 0 0,-1 1 1 0 0,0 0 0 0 0,1 0 0 0 0,-1 0-1 0 0,0 0 1 0 0,0 0 0 0 0,1 0 0 0 0,-1 0-1 0 0,0 0 1 0 0,0 1 0 0 0,0-1 0 0 0,-3 0-1 0 0,-2-2-343 0 0,5 1 250 0 0,-1 1-1 0 0,1 0 1 0 0,-1 0 0 0 0,1 0-1 0 0,-1 1 1 0 0,1-1-1 0 0,-1 1 1 0 0,1-1 0 0 0,-1 1-1 0 0,1 0 1 0 0,-1 0-1 0 0,0 0 1 0 0,1 0 0 0 0,-4 1-1 0 0,-39 1-2839 0 0,7 6-2186 0 0</inkml:trace>
</inkml:ink>
</file>

<file path=ppt/ink/ink3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7:46.96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307 102 4376 0 0,'0'-6'1709'0'0,"-4"-27"649"0"0,1 28-1481 0 0,-2-1-553 0 0,-1 0 1 0 0,1 0-1 0 0,-1 0 1 0 0,-8-5-1 0 0,10 9 16 0 0,-3 1-68 0 0,1 0-229 0 0,0-1 20 0 0,-1 1 0 0 0,1 1 0 0 0,-1-1 0 0 0,0 1 0 0 0,1 0 0 0 0,-1 1 1 0 0,1 0-1 0 0,-1 0 0 0 0,-8 2 0 0 0,6-1-15 0 0,5-2-21 0 0,1 1 0 0 0,-1 0-1 0 0,0 0 1 0 0,0 0 0 0 0,0 1-1 0 0,1-1 1 0 0,-7 4 0 0 0,2-1 6 0 0,-25 13 153 0 0,26-12-117 0 0,-1 0-1 0 0,1 1 1 0 0,0 0-1 0 0,0 0 1 0 0,1 0-1 0 0,-1 1 1 0 0,1 0-1 0 0,1 0 1 0 0,0 1-1 0 0,0 0 1 0 0,0 0-1 0 0,-5 13 1 0 0,10-20-63 0 0,-1 0 0 0 0,1 0 0 0 0,0 0 0 0 0,0 0 0 0 0,0 1 0 0 0,0-1 1 0 0,0 0-1 0 0,0 0 0 0 0,0 1 0 0 0,0-1 0 0 0,0 0 0 0 0,0 0 0 0 0,1 0 0 0 0,-1 0 0 0 0,1 1 0 0 0,-1-1 1 0 0,1 0-1 0 0,-1 0 0 0 0,2 2 0 0 0,-1-1 13 0 0,5 8 40 0 0,5-1-34 0 0,-1 1-1 0 0,2-2 1 0 0,-1 1-1 0 0,1-1 1 0 0,1-1 0 0 0,-1-1-1 0 0,1 1 1 0 0,0-2 0 0 0,19 6-1 0 0,139 29 95 0 0,-98-25-214 0 0,-57-12 89 0 0,-9-2 5 0 0,0 0 0 0 0,-1 0 0 0 0,1 1-1 0 0,-1-1 1 0 0,1 1 0 0 0,-1 1 0 0 0,0-1 0 0 0,0 1 0 0 0,0 1 0 0 0,0-1 0 0 0,0 1-1 0 0,6 5 1 0 0,0 5-33 0 0,-9-11 8 0 0,-3 4 19 0 0,-3 17 18 0 0,3-23-6 0 0,0-1 0 0 0,0 1 0 0 0,0 0 0 0 0,0-1 0 0 0,0 1 0 0 0,0-1 0 0 0,-1 1 0 0 0,1-1 0 0 0,0 1 0 0 0,0-1 0 0 0,-1 1 0 0 0,1-1 0 0 0,0 1 0 0 0,0-1 0 0 0,-1 1 0 0 0,1-1 0 0 0,0 1 0 0 0,-1-1 0 0 0,1 0 0 0 0,-1 1 0 0 0,0 0 0 0 0,-12 10 162 0 0,-1 0 1 0 0,-1 0 0 0 0,0-1 0 0 0,0-1 0 0 0,-1-1 0 0 0,0 0 0 0 0,-32 11 0 0 0,11-7 193 0 0,-1-2 0 0 0,-57 8 0 0 0,79-16-219 0 0,14-1-134 0 0,0-1 1 0 0,1 0-1 0 0,-1 1 1 0 0,0-1-1 0 0,0 0 1 0 0,1 0-1 0 0,-1 0 1 0 0,0-1-1 0 0,1 1 1 0 0,-1 0-1 0 0,0-1 1 0 0,1 1-1 0 0,-1-1 1 0 0,0 1-1 0 0,-2-2 1 0 0,0 0 34 0 0,-2 0-25 0 0,0-1 0 0 0,0 0 1 0 0,1 0-1 0 0,-1-1 1 0 0,-8-7-1 0 0,11 8-12 0 0,3-5-40 0 0,1-4-33 0 0,1 1 0 0 0,0 0 0 0 0,0 0 0 0 0,2 0 0 0 0,-1 0 0 0 0,1 1 0 0 0,1-1-1 0 0,0 1 1 0 0,0 0 0 0 0,10-13 0 0 0,6-7-558 0 0,2 1 0 0 0,1 1-1 0 0,2 0 1 0 0,0 2 0 0 0,41-30-1 0 0,-19 20-595 0 0,2 2-1 0 0,84-42 0 0 0,-75 50 420 0 0,-53 23 625 0 0,-5 3 165 0 0,0 0 0 0 0,0 0 0 0 0,1 0 1 0 0,-1 0-1 0 0,0 0 0 0 0,0 0 0 0 0,0 0 0 0 0,0-1 0 0 0,0 1 1 0 0,0-1-1 0 0,0 1 0 0 0,0 0 0 0 0,0-1 0 0 0,0 0 0 0 0,1 0 0 0 0,-1 0 49 0 0,0 1-1 0 0,0-1 1 0 0,0 0-1 0 0,0 1 1 0 0,0-1-1 0 0,0 1 1 0 0,0 0-1 0 0,0-1 1 0 0,0 1-1 0 0,0 0 1 0 0,0 0-1 0 0,0-1 1 0 0,0 1-1 0 0,0 0 1 0 0,2 0-1 0 0,-3 0-22 0 0,1 0-1 0 0,-1 0 1 0 0,1 1-1 0 0,-1-1 1 0 0,1 0-1 0 0,-1 0 0 0 0,1 0 1 0 0,-1 0-1 0 0,1 1 1 0 0,-1-1-1 0 0,1 0 1 0 0,-1 0-1 0 0,1 1 1 0 0,-1-1-1 0 0,0 0 1 0 0,1 1-1 0 0,-1-1 1 0 0,0 1-1 0 0,1-1 1 0 0,-1 0-1 0 0,0 1 1 0 0,1-1-1 0 0,-1 1 1 0 0,0-1-1 0 0,1 2 1 0 0,-1-2 13 0 0,0 1 0 0 0,0-1 0 0 0,0 1 0 0 0,1-1 1 0 0,-1 0-1 0 0,0 1 0 0 0,1-1 0 0 0,-1 1 0 0 0,0-1 0 0 0,1 1 0 0 0,-1-1 1 0 0,0 0-1 0 0,1 1 0 0 0,-1-1 0 0 0,1 0 0 0 0,-1 0 0 0 0,1 1 1 0 0,-1-1-1 0 0,1 0 0 0 0,-1 0 0 0 0,1 0 0 0 0,-1 1 0 0 0,1-1 1 0 0,-1 0-1 0 0,2 0 0 0 0,-3 7 262 0 0,-9 54 420 0 0,-5 59 185 0 0,15-113-871 0 0,1-1 1 0 0,-1 0-1 0 0,1 0 1 0 0,0 0-1 0 0,0 0 0 0 0,1 0 1 0 0,0 0-1 0 0,3 7 0 0 0,-2-7-4 0 0,-2-2-15 0 0,1-1-1 0 0,0 1 0 0 0,0-1 1 0 0,0 0-1 0 0,0 0 0 0 0,1 0 1 0 0,-1 0-1 0 0,1-1 0 0 0,0 1 1 0 0,0 0-1 0 0,0-1 0 0 0,5 3 0 0 0,-5-2 6 0 0,1-1 20 0 0,14 3-23 0 0,-17-5-3 0 0,1 1-1 0 0,-1 0 1 0 0,0-1-1 0 0,1 1 1 0 0,-1-1-1 0 0,0 0 1 0 0,1 0-1 0 0,-1 1 1 0 0,1-1-1 0 0,-1 0 0 0 0,1 0 1 0 0,-1 0-1 0 0,1 0 1 0 0,-1-1-1 0 0,0 1 1 0 0,1 0-1 0 0,1-1 1 0 0,6-1 137 0 0,0 1 1 0 0,-1-2 0 0 0,1 1-1 0 0,-1-1 1 0 0,1 0 0 0 0,-1-1-1 0 0,0 0 1 0 0,0-1 0 0 0,-1 1-1 0 0,1-1 1 0 0,-1-1 0 0 0,0 1-1 0 0,-1-1 1 0 0,1-1-1 0 0,-1 1 1 0 0,0-1 0 0 0,-1 0-1 0 0,0 0 1 0 0,0-1 0 0 0,0 0-1 0 0,3-8 1 0 0,4-10 82 0 0,-11 25-212 0 0,0-1 0 0 0,-1 1 0 0 0,1-1 0 0 0,0 1-1 0 0,-1-1 1 0 0,0 1 0 0 0,1-1 0 0 0,-1 1 0 0 0,0-1-1 0 0,1 0 1 0 0,-1 1 0 0 0,0-1 0 0 0,0 1 0 0 0,0-1-1 0 0,-1 0 1 0 0,1 1 0 0 0,0-1 0 0 0,-1-1 0 0 0,0-2 27 0 0,1 4-40 0 0,0-1 0 0 0,0 0 0 0 0,0 0 0 0 0,0 0 0 0 0,0 0 0 0 0,0 1 0 0 0,-1-1 1 0 0,1 0-1 0 0,-1 0 0 0 0,1 1 0 0 0,-1-1 0 0 0,0 0 0 0 0,0 1 0 0 0,-1-3 0 0 0,-1-1-53 0 0,-4-6-319 0 0,2 5 93 0 0,3 3 110 0 0,-1 0 0 0 0,0 0 0 0 0,1 1 0 0 0,-1-1 0 0 0,0 1-1 0 0,0-1 1 0 0,0 1 0 0 0,0 0 0 0 0,-1 0 0 0 0,1 1 0 0 0,-1-1 0 0 0,1 1 0 0 0,-1-1 0 0 0,1 1-1 0 0,-6-1 1 0 0,-31-6-1816 0 0,18 7-1553 0 0,-37 7-2479 0 0</inkml:trace>
</inkml:ink>
</file>

<file path=ppt/ink/ink3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7:47.8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220 23 5328 0 0,'0'0'2777'0'0,"2"-4"-1771"0"0,8-11-213 0 0,-8 12 973 0 0,-4 6-1532 0 0,-58 88 427 0 0,4 2 0 0 0,-51 116 0 0 0,106-207-625 0 0,0 0 1 0 0,-1 0-1 0 0,2 0 0 0 0,-1 1 1 0 0,0-1-1 0 0,0 0 1 0 0,1 0-1 0 0,-1 1 1 0 0,1-1-1 0 0,0 1 1 0 0,-1 2-1 0 0,1 1 177 0 0,1-4-183 0 0,-1-1 0 0 0,0 1 0 0 0,1 0 0 0 0,-1-1-1 0 0,1 1 1 0 0,0-1 0 0 0,0 1 0 0 0,-1-1 0 0 0,1 1 0 0 0,0-1-1 0 0,0 0 1 0 0,2 3 0 0 0,0-1 26 0 0,4 3 93 0 0,5-2-13 0 0,0-2 1 0 0,23 3-1 0 0,-11-5-126 0 0,0-1-1 0 0,0-1 1 0 0,0-1 0 0 0,31-9 0 0 0,83-30-1613 0 0,-111 33 798 0 0,-16 6-26 0 0,0 0 0 0 0,0-2-1 0 0,0 1 1 0 0,-1-1 0 0 0,11-7 0 0 0,3-3-2164 0 0,-18 11-2163 0 0</inkml:trace>
</inkml:ink>
</file>

<file path=ppt/ink/ink3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7:48.1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 0 4040 0 0,'0'0'6113'0'0,"-1"6"-5315"0"0,-1-1-578 0 0,1-4-158 0 0,1 0-1 0 0,-1 1 1 0 0,1-1 0 0 0,-1 1 0 0 0,1-1-1 0 0,-1 1 1 0 0,1 0 0 0 0,0-1 0 0 0,0 1-1 0 0,0-1 1 0 0,0 1 0 0 0,0 0-1 0 0,0-1 1 0 0,0 1 0 0 0,1-1 0 0 0,-1 1-1 0 0,0-1 1 0 0,2 3 0 0 0,12 47 596 0 0,-3 1 0 0 0,-2 0 1 0 0,5 90-1 0 0,-22 169-1296 0 0,4-236-1456 0 0,4-73 2008 0 0,-1 0 0 0 0,1-1 0 0 0,0 1 0 0 0,0-1 0 0 0,0 1 0 0 0,0-1-1 0 0,0 1 1 0 0,0 0 0 0 0,1-1 0 0 0,-1 1 0 0 0,0-1 0 0 0,1 1 0 0 0,0-1 0 0 0,-1 1 0 0 0,2 1 0 0 0,1 12-3801 0 0,1-12 1324 0 0,14 12-1815 0 0</inkml:trace>
</inkml:ink>
</file>

<file path=ppt/ink/ink3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7:48.44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138 81 4192 0 0,'0'0'2895'0'0,"-1"-6"-1850"0"0,-1-19-158 0 0,1 19 996 0 0,-5 5-1412 0 0,-16-1-32 0 0,21 2-411 0 0,0 0 0 0 0,0 0 0 0 0,0 0 0 0 0,0 0 0 0 0,0 0 0 0 0,0 0 0 0 0,0 0 0 0 0,0 0 0 0 0,0 0 0 0 0,0 1 0 0 0,0-1 0 0 0,0 0 0 0 0,0 1 0 0 0,0-1 0 0 0,0 1 0 0 0,0-1 0 0 0,0 1 0 0 0,1-1 0 0 0,-1 1 0 0 0,0 0 0 0 0,0-1 0 0 0,1 1 0 0 0,-2 1 0 0 0,1-1 68 0 0,-3 3 32 0 0,-1 0-1 0 0,1 0 1 0 0,0 0 0 0 0,0 1-1 0 0,0-1 1 0 0,1 1 0 0 0,0 0 0 0 0,0 0-1 0 0,-4 10 1 0 0,5-11-94 0 0,-9 12 269 0 0,2 5-120 0 0,5-6 64 0 0,2-9-204 0 0,-1 4 77 0 0,0 1 0 0 0,1-1 0 0 0,-2 16 0 0 0,4-22-104 0 0,0 0 1 0 0,-1 0-1 0 0,2 0 1 0 0,-1 0-1 0 0,0 0 1 0 0,1 0-1 0 0,0-1 0 0 0,0 1 1 0 0,0 0-1 0 0,0 0 1 0 0,1-1-1 0 0,-1 1 1 0 0,1 0-1 0 0,0-1 1 0 0,0 0-1 0 0,3 4 1 0 0,7 7 8 0 0,-9-11-17 0 0,3-1-37 0 0,-1 1 23 0 0,-4-2 6 0 0,1 0 1 0 0,-1 0-1 0 0,1 0 0 0 0,-1 0 0 0 0,1 0 0 0 0,0-1 1 0 0,0 1-1 0 0,-1-1 0 0 0,1 1 0 0 0,0-1 0 0 0,0 0 1 0 0,0 1-1 0 0,-1-1 0 0 0,1 0 0 0 0,0 0 1 0 0,3-1-1 0 0,1 2 4 0 0,-4-1-2 0 0,0 1-1 0 0,0-1 1 0 0,0 0 0 0 0,0 0-1 0 0,0 0 1 0 0,0 0-1 0 0,0 0 1 0 0,1 0-1 0 0,-1 0 1 0 0,0-1 0 0 0,0 1-1 0 0,0-1 1 0 0,0 0-1 0 0,-1 1 1 0 0,1-1-1 0 0,2-1 1 0 0,3-1 6 0 0,-4 3-6 0 0,-1-1 0 0 0,1 0 0 0 0,-1 0 0 0 0,1-1 0 0 0,-1 1 0 0 0,1 0 0 0 0,-1-1-1 0 0,0 1 1 0 0,4-5 0 0 0,1 1-9 0 0,0 1 65 0 0,-1-1 0 0 0,1 0 0 0 0,-1 0 1 0 0,0 0-1 0 0,-1-1 0 0 0,1 0 0 0 0,-1 0 0 0 0,0-1 1 0 0,-1 1-1 0 0,0-1 0 0 0,4-8 0 0 0,-4 8-23 0 0,-3 5-24 0 0,0 0-1 0 0,0 0 1 0 0,0-1-1 0 0,0 1 1 0 0,0 0 0 0 0,0-1-1 0 0,-1 1 1 0 0,1-1-1 0 0,-1 1 1 0 0,0-1 0 0 0,0 1-1 0 0,0-3 1 0 0,2-2 4 0 0,-2 5-11 0 0,1-1 0 0 0,-1 1 1 0 0,0 0-1 0 0,0 0 0 0 0,1-1 0 0 0,-2 1 0 0 0,1 0 1 0 0,0-1-1 0 0,0 1 0 0 0,-1 0 0 0 0,1 0 1 0 0,-2-4-1 0 0,1-1-177 0 0,0 1-1 0 0,-1-1 1 0 0,0 1 0 0 0,0-1 0 0 0,-1 1 0 0 0,0 0-1 0 0,0 0 1 0 0,0 0 0 0 0,-1 0 0 0 0,0 1-1 0 0,0 0 1 0 0,0-1 0 0 0,-1 1 0 0 0,0 1 0 0 0,1-1-1 0 0,-2 1 1 0 0,1-1 0 0 0,0 2 0 0 0,-1-1-1 0 0,-12-5 1 0 0,8 4-598 0 0,-27-7-313 0 0,-4 10-4077 0 0,-17 7-566 0 0</inkml:trace>
</inkml:ink>
</file>

<file path=ppt/ink/ink3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8:19.00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36 71 3608 0 0,'0'0'6981'0'0,"-5"1"-6284"0"0,-16 7 5281 0 0,21-13-5877 0 0,2-16 26 0 0,-2 15-63 0 0,4 4-39 0 0,42-26 110 0 0,-41 25-27 0 0,1 1-96 0 0,50-10-134 0 0,-50 11 318 0 0,29 10-316 0 0,-32-5 78 0 0,-2-4 34 0 0,0 1 1 0 0,0 0-1 0 0,1 1 0 0 0,-1-1 0 0 0,0 0 0 0 0,0 0 1 0 0,0 1-1 0 0,0-1 0 0 0,0 0 0 0 0,0 1 1 0 0,0-1-1 0 0,1 4 0 0 0,-3 2 4 0 0,0 1 0 0 0,-1-1 0 0 0,0 0 1 0 0,0 0-1 0 0,-1 1 0 0 0,0-1 0 0 0,0-1 0 0 0,0 1 0 0 0,-1 0 0 0 0,0-1 1 0 0,-1 0-1 0 0,1 0 0 0 0,-9 8 0 0 0,-18 19 6 0 0,22-24 9 0 0,-8 5-31 0 0,-21 18 15 0 0,35-28-6 0 0,3-4 10 0 0,-1 1 0 0 0,1-1 1 0 0,0 1-1 0 0,0-1 1 0 0,0 1-1 0 0,-1-1 0 0 0,1 1 1 0 0,0-1-1 0 0,-1 1 0 0 0,1-1 1 0 0,0 1-1 0 0,-1-1 1 0 0,1 1-1 0 0,-1-1 0 0 0,1 0 1 0 0,-1 1-1 0 0,1-1 0 0 0,-1 0 1 0 0,1 1-1 0 0,-1-1 1 0 0,1 0-1 0 0,-1 0 0 0 0,1 0 1 0 0,-2 1-1 0 0,2-1-2 0 0,-1 0 0 0 0,1 0 0 0 0,0 0 0 0 0,-1 1 0 0 0,1-1 1 0 0,-1 0-1 0 0,1 0 0 0 0,-1 0 0 0 0,1 1 0 0 0,-1-1 0 0 0,1 0 0 0 0,0 1 0 0 0,-1-1 0 0 0,1 0 0 0 0,0 1 0 0 0,-1-1 0 0 0,1 1 0 0 0,0-1 1 0 0,-1 0-1 0 0,1 1 0 0 0,0-1 0 0 0,0 1 0 0 0,0-1 0 0 0,-1 1 0 0 0,1-1 0 0 0,0 1 0 0 0,0 0 0 0 0,-3 2-31 0 0,-11 9 13 0 0,11-8-22 0 0,8-3-9 0 0,13 4 58 0 0,-13-4-7 0 0,33 0-46 0 0,-31 0 27 0 0,0-1 12 0 0,21 3 4 0 0,-21-2-18 0 0,18 4-5 0 0,-19-3 20 0 0,1 0-19 0 0,-2 0 18 0 0,18 7 8 0 0,-18-7 4 0 0,0 1 1 0 0,12 9 3 0 0,-13-9-8 0 0,-1 1 0 0 0,9 9-10 0 0,-9-9-6 0 0,-2 1 6 0 0,4 18 7 0 0,-3-18-82 0 0,-3 0 84 0 0,0 0 7 0 0,1-3-4 0 0,0-1-1 0 0,0 1 0 0 0,0 0 1 0 0,0-1-1 0 0,-1 1 1 0 0,1 0-1 0 0,-1-1 1 0 0,1 1-1 0 0,-1-1 1 0 0,0 1-1 0 0,0-1 0 0 0,-1 4 1 0 0,-19 32 10 0 0,14-32-4 0 0,2-3-1 0 0,-8 8-43 0 0,0 0 1 0 0,0-2 0 0 0,-1 1 0 0 0,0-2 0 0 0,-27 11 0 0 0,39-17 0 0 0,-3 1-243 0 0,-12 2-258 0 0,1-1-2641 0 0,14-3 2949 0 0,1-1 1 0 0,-1 0 0 0 0,1 0 0 0 0,-1-1 0 0 0,1 1 0 0 0,-1 0 0 0 0,1 0 0 0 0,0-1 0 0 0,0 1 0 0 0,-2-3 0 0 0,3 4 186 0 0,0 0 1 0 0,0 0-1 0 0,0 0 1 0 0,-1 0-1 0 0,1-1 0 0 0,0 1 1 0 0,0 0-1 0 0,0 0 1 0 0,0 0-1 0 0,0 0 0 0 0,-1 0 1 0 0,1 0-1 0 0,0-1 1 0 0,0 1-1 0 0,0 0 0 0 0,0 0 1 0 0,0 0-1 0 0,0 0 1 0 0,0-1-1 0 0,0 1 0 0 0,0 0 1 0 0,0 0-1 0 0,0 0 1 0 0,-1-1-1 0 0,1 1 0 0 0,0 0 1 0 0,0 0-1 0 0,0 0 1 0 0,0 0-1 0 0,1-1 0 0 0,-1 1 1 0 0,0 0-1 0 0,0 0 1 0 0,0 0-1 0 0,0-1 0 0 0,0 1 1 0 0,0 0-1 0 0,0 0 1 0 0,0 0-1 0 0,0 0 0 0 0,0-1 1 0 0,0 1-1 0 0,1 0 1 0 0,-1 0-1 0 0,8-16-3084 0 0</inkml:trace>
</inkml:ink>
</file>

<file path=ppt/ink/ink3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8:19.37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15 3984 0 0,'0'0'3733'0'0,"4"-2"-3123"0"0,0 0-360 0 0,4-3-64 0 0,-2 0 2674 0 0,-4 9-2594 0 0,4 18 474 0 0,-4-17-517 0 0,4 16-15 0 0,-4-16-40 0 0,0 0-19 0 0,3 4 12 0 0,1 1 1 0 0,0-1 0 0 0,1 0 0 0 0,14 16 0 0 0,64 50 629 0 0,-64-58-585 0 0,-18-14-119 0 0,1 1 20 0 0,11 12 11 0 0,-12-12-22 0 0,-1-1-18 0 0,0-1-66 0 0,-1-1 1 0 0,0 1-1 0 0,0-1 1 0 0,0 1-1 0 0,0 0 1 0 0,0-1-1 0 0,-1 1 1 0 0,1 0-1 0 0,0 0 1 0 0,-1 0-1 0 0,1-1 1 0 0,-1 1-1 0 0,0 0 1 0 0,0 0-1 0 0,0 0 1 0 0,0 0-1 0 0,0 0 1 0 0,0 0-1 0 0,0 0 1 0 0,0-1-1 0 0,-1 1 1 0 0,1 0-1 0 0,-1 0 1 0 0,0 0-1 0 0,1 0 1 0 0,-1-1-1 0 0,-2 4 1 0 0,-5 3-27 0 0,-2-1 0 0 0,1 0 0 0 0,-1 0 0 0 0,0 0 0 0 0,0-2 0 0 0,-1 1 0 0 0,0-1 0 0 0,-12 4 0 0 0,18-8-232 0 0,-1 1-170 0 0,-19 4-196 0 0,19-4-201 0 0,0-4-2626 0 0,-15-4 1782 0 0,16 4 46 0 0</inkml:trace>
</inkml:ink>
</file>

<file path=ppt/ink/ink3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8:19.56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1 191 2680 0 0,'0'0'1421'0'0,"0"-6"-147"0"0,0-5-882 0 0,0 3 398 0 0,0 0 0 0 0,0 0-1 0 0,1 0 1 0 0,0 0 0 0 0,2-8-1 0 0,-2 13-693 0 0,0 1-1 0 0,0-1 1 0 0,0 0-1 0 0,1 0 1 0 0,-1 1-1 0 0,1-1 1 0 0,-1 1-1 0 0,1-1 1 0 0,0 1-1 0 0,0 0 1 0 0,0 0-1 0 0,0-1 1 0 0,0 1-1 0 0,0 1 1 0 0,1-1-1 0 0,-1 0 1 0 0,1 1-1 0 0,-1-1 1 0 0,1 1-1 0 0,5-3 0 0 0,78-18 188 0 0,-15 8-814 0 0,80-4 1 0 0,-6 9-3022 0 0,-69 4 78 0 0,-32 3-1192 0 0</inkml:trace>
</inkml:ink>
</file>

<file path=ppt/ink/ink3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8:20.87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18 123 4356 0 0,'0'0'2813'0'0,"-3"-3"-1711"0"0,3 2-865 0 0,-1-1-1 0 0,0 1 1 0 0,0 0 0 0 0,0 0 0 0 0,-1-1 0 0 0,1 1 0 0 0,0 0 0 0 0,0 0 0 0 0,-1 0-1 0 0,-1-1 1 0 0,5-2 324 0 0,4-2-385 0 0,0 1 0 0 0,0-1 0 0 0,0 1 0 0 0,0 0 0 0 0,1 0 1 0 0,0 1-1 0 0,0 0 0 0 0,0 0 0 0 0,14-4 0 0 0,64-22 355 0 0,-78 28-540 0 0,-2 1 29 0 0,28-8 59 0 0,-6 6-25 0 0,-1-1 16 0 0,-19 3-35 0 0,0 2-20 0 0,22 0 9 0 0,-22-1-2 0 0,-3 3-6 0 0,12 7 4 0 0,-12-8 20 0 0,-5 3-22 0 0,-5 31-1 0 0,1-30-18 0 0,2-3 3 0 0,2-1-1 0 0,0 0 0 0 0,-1 0 0 0 0,1 0 0 0 0,0 0 0 0 0,-1 0-1 0 0,1 0 1 0 0,-1 0 0 0 0,1-1 0 0 0,-1 1 0 0 0,-3 2 0 0 0,-9 6-2 0 0,-7 8 9 0 0,-20 17-1 0 0,38-32-9 0 0,0 0 6 0 0,-12 8-25 0 0,12-8 4 0 0,-1 22 94 0 0,4-20-71 0 0,48 29 33 0 0,-39-28 63 0 0,13 8-36 0 0,0 1 0 0 0,-2 0-1 0 0,24 24 1 0 0,-33-28 20 0 0,-6-6-18 0 0,0 0 0 0 0,-1 0 0 0 0,0 1 0 0 0,5 8 1 0 0,-3-5-2 0 0,-4-5-2 0 0,0 0-15 0 0,6 15 7 0 0,-6-15 16 0 0,-3 3-38 0 0,-4 17 18 0 0,5-23-48 0 0,-1 1 0 0 0,1-1-1 0 0,0 0 1 0 0,0 0 0 0 0,-1 0 0 0 0,1 0 0 0 0,-1 0 0 0 0,1 0 0 0 0,-1 0 0 0 0,1 0 0 0 0,-1 0 0 0 0,0 0 0 0 0,1 0 0 0 0,-1 0 0 0 0,0 0-1 0 0,0 0 1 0 0,1 0 0 0 0,-1-1 0 0 0,0 1 0 0 0,-2 1 0 0 0,0-1 4 0 0,-3 5-7 0 0,-1-1 0 0 0,0-1 0 0 0,-1 1 0 0 0,1-1 1 0 0,-1 0-1 0 0,1-1 0 0 0,-1 0 0 0 0,0 0 0 0 0,-17 2 0 0 0,10 0-59 0 0,-22 4-154 0 0,8-6-153 0 0,8-2-655 0 0,1-1 1 0 0,-34-5-1 0 0,49 4-78 0 0,2-4-342 0 0,-9-13-242 0 0,9 13-1133 0 0</inkml:trace>
</inkml:ink>
</file>

<file path=ppt/ink/ink3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8:21.25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39 0 2376 0 0,'0'0'1456'0'0,"5"1"-224"0"0,18 0-206 0 0,-18-1 1076 0 0,-4 5-1614 0 0,0 4-290 0 0,-2 0-1 0 0,1 0 1 0 0,-1 0-1 0 0,0 0 1 0 0,-1 0-1 0 0,0 0 1 0 0,0 0-1 0 0,-1-1 1 0 0,0 1-1 0 0,-1-1 1 0 0,-7 13-1 0 0,2-3 97 0 0,1 1 0 0 0,-7 29-1 0 0,13-40-206 0 0,-1 1-10 0 0,1 1 1 0 0,0-1-1 0 0,0 20 0 0 0,2-25-63 0 0,0 0-1 0 0,1 0 1 0 0,0 0-1 0 0,0 0 1 0 0,0 0 0 0 0,0-1-1 0 0,0 1 1 0 0,1 0-1 0 0,0-1 1 0 0,0 1-1 0 0,0-1 1 0 0,0 1 0 0 0,3 2-1 0 0,-2-2 0 0 0,-2-3-11 0 0,1-1 0 0 0,0 0 0 0 0,-1 1 0 0 0,1-1-1 0 0,-1 1 1 0 0,1-1 0 0 0,-1 1 0 0 0,1 0 0 0 0,-1 0 0 0 0,1 0-1 0 0,-1 0 1 0 0,3 1 0 0 0,-1 1 4 0 0,2-1 15 0 0,1-1-29 0 0,21 1 0 0 0,-21-1 35 0 0,2-2 27 0 0,-3 0-42 0 0,3 1 47 0 0,-1-1 0 0 0,1 0 0 0 0,-1-1 0 0 0,1 0 0 0 0,-1 0 0 0 0,0-1 0 0 0,14-6 1 0 0,-16 7-22 0 0,0-1 0 0 0,0 1-1 0 0,1-1 0 0 0,-1 0 0 0 0,0 0 1 0 0,0 0-1 0 0,0-1 0 0 0,-1 1 0 0 0,1-1 1 0 0,-1-1-1 0 0,0 1 0 0 0,4-6 1 0 0,-8 10-38 0 0,5-6 20 0 0,-1-1 0 0 0,1 0 0 0 0,-2 0 0 0 0,1-1 0 0 0,-1 1 0 0 0,0-1 0 0 0,0 0 0 0 0,-1 0 0 0 0,0 0 0 0 0,-1 0 0 0 0,1-12 0 0 0,-2 12-282 0 0,-1 1 0 0 0,0 0 0 0 0,-1-1 0 0 0,1 1 0 0 0,-2 0 0 0 0,1 0 0 0 0,-1 0 0 0 0,0 0 0 0 0,0 1 0 0 0,-1-1 0 0 0,0 1 0 0 0,0 0 0 0 0,0 0 1 0 0,-1 0-1 0 0,-7-7 0 0 0,11 12 39 0 0,-1-1 0 0 0,1 1 1 0 0,-1 0-1 0 0,1 0 1 0 0,-1 0-1 0 0,0 0 0 0 0,1 1 1 0 0,-1-1-1 0 0,0 0 1 0 0,0 1-1 0 0,0-1 0 0 0,1 1 1 0 0,-1-1-1 0 0,0 1 1 0 0,-3 0-1 0 0,-1-1-823 0 0,0-1-3972 0 0</inkml:trace>
</inkml:ink>
</file>

<file path=ppt/ink/ink3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8:22.0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150 84 3692 0 0,'0'0'8110'0'0,"-4"-2"-7868"0"0,-5-3 270 0 0,0 1-1 0 0,-1 0 1 0 0,-13-3-1 0 0,2-5 188 0 0,16 9 228 0 0,6-2-825 0 0,3-16 11 0 0,-3 16-29 0 0,4 2-33 0 0,12-5-22 0 0,-13 6-11 0 0,3 1 2 0 0,-3 1-21 0 0,0-1 5 0 0,0 1 0 0 0,0 0 1 0 0,0-1-1 0 0,0 2 0 0 0,0-1 0 0 0,0 0 1 0 0,0 1-1 0 0,0 0 0 0 0,0 0 0 0 0,0 0 1 0 0,0 0-1 0 0,0 1 0 0 0,0-1 0 0 0,4 3 0 0 0,-3-1 4 0 0,-3-3-2 0 0,0 1 0 0 0,0 0-1 0 0,0 0 1 0 0,0 0 0 0 0,-1 0-1 0 0,1 0 1 0 0,0 0 0 0 0,-1 1-1 0 0,1-1 1 0 0,-1 1 0 0 0,0-1-1 0 0,1 1 1 0 0,-1-1 0 0 0,2 4-1 0 0,5 4 27 0 0,0 2 1 0 0,0-1-1 0 0,-1 1 0 0 0,0 0 1 0 0,-1 1-1 0 0,-1-1 0 0 0,0 1 1 0 0,0 0-1 0 0,-1 1 0 0 0,4 23 1 0 0,-5-25-25 0 0,-1-7-7 0 0,-1 1 1 0 0,-1-1 0 0 0,1 1 0 0 0,0 0-1 0 0,-1-1 1 0 0,0 1 0 0 0,0-1 0 0 0,-2 9 0 0 0,1 3-6 0 0,0 0 0 0 0,-2 0 1 0 0,0 0-1 0 0,-1 0 1 0 0,0 0-1 0 0,-1-1 0 0 0,-1 0 1 0 0,-1 0-1 0 0,0 0 1 0 0,-15 22-1 0 0,13-27 3 0 0,1-1 1 0 0,-1 0-1 0 0,-1-1 0 0 0,0 0 0 0 0,0 0 1 0 0,0-1-1 0 0,-1 0 0 0 0,0-1 0 0 0,-1-1 0 0 0,1 1 1 0 0,-1-2-1 0 0,-23 7 0 0 0,29-10 2 0 0,-23-3 12 0 0,23 2-15 0 0,5-1 1 0 0,0-1-1 0 0,0 1 0 0 0,0 0 1 0 0,0 0-1 0 0,0 0 1 0 0,0 0-1 0 0,0 0 0 0 0,-1 0 1 0 0,1 0-1 0 0,0 0 1 0 0,-1 0-1 0 0,-1-1 0 0 0,2 2 1 0 0,-3-3 9 0 0,4-3 10 0 0,2-22-28 0 0,10-10-9 0 0,-5 25 18 0 0,0 1 0 0 0,1 0 0 0 0,0 0-1 0 0,1 1 1 0 0,0 0 0 0 0,1 0 0 0 0,0 1 0 0 0,0 0 0 0 0,1 1 0 0 0,1 0 0 0 0,21-12 0 0 0,-29 18-12 0 0,3 3 18 0 0,19-3-3 0 0,-19 3 3 0 0,-1 2 6 0 0,-2 0-16 0 0,1 0 0 0 0,0 1 1 0 0,-1 0-1 0 0,1-1 0 0 0,-1 1 0 0 0,0 1 0 0 0,0-1 0 0 0,0 1 0 0 0,6 7 0 0 0,-2 1-75 0 0,0 1 1 0 0,9 21-1 0 0,-8-15-81 0 0,17 21-2292 0 0,-22-36 1509 0 0,0-1-80 0 0,15 6-154 0 0,-15-6-239 0 0,3-3-221 0 0,18 1-1110 0 0,-19 0-1963 0 0</inkml:trace>
</inkml:ink>
</file>

<file path=ppt/ink/ink3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8:22.33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159 0 2352 0 0,'0'0'4697'0'0,"-5"2"-3957"0"0,-12 6-116 0 0,13-7-80 0 0,0 2-63 0 0,-10 8-43 0 0,10-8-32 0 0,2 1-17 0 0,-15 37 1602 0 0,16-36-1609 0 0,4 0-34 0 0,7 10-137 0 0,1 0 0 0 0,1 0 0 0 0,0-1 0 0 0,1-1 0 0 0,0 0-1 0 0,17 12 1 0 0,29 31 69 0 0,-45-36-217 0 0,-11-15-59 0 0,-1 0 47 0 0,-1 0 8 0 0,0-5-58 0 0,-1 3 6 0 0,1-1-1 0 0,-1 0 0 0 0,1 0 0 0 0,-1 0 0 0 0,1 1 0 0 0,-1-1 1 0 0,0 0-1 0 0,0 1 0 0 0,0-1 0 0 0,-1 0 0 0 0,1 0 1 0 0,0 1-1 0 0,-1-1 0 0 0,0 0 0 0 0,1 0 0 0 0,-1 0 0 0 0,0 1 1 0 0,0-1-1 0 0,0 0 0 0 0,0 0 0 0 0,-1 0 0 0 0,1-1 0 0 0,0 1 1 0 0,-4 3-1 0 0,-53 20-324 0 0,55-24 206 0 0,0 0-1 0 0,-1 0 1 0 0,0 0-1 0 0,1-1 0 0 0,-1 1 1 0 0,1-1-1 0 0,-1 0 1 0 0,0 0-1 0 0,1 0 1 0 0,-8-1-1 0 0,-2 0-228 0 0,-5 0-1456 0 0,-1 0 0 0 0,0-1 0 0 0,-35-9 1 0 0,20 1-4561 0 0</inkml:trace>
</inkml:ink>
</file>

<file path=ppt/ink/ink3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8:22.51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1 206 5773 0 0,'63'-35'4929'0'0,"-36"22"-3734"0"0,1 2 1 0 0,0 2 0 0 0,44-11-1 0 0,-25 8-587 0 0,73-25-1295 0 0,-2-5-5164 0 0,-79 28 2323 0 0,-5 1-2458 0 0</inkml:trace>
</inkml:ink>
</file>

<file path=ppt/ink/ink3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8:31.3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16 3392 0 0,'0'0'8029'0'0,"-3"-3"-7548"0"0,-5-8 116 0 0,12 10 1337 0 0,21 11 2096 0 0,-7-3-4656 0 0,-12-5 776 0 0,0-1-91 0 0,50 13 265 0 0,-51-12-276 0 0,-1-1-98 0 0,15 4 113 0 0,-14-4 32 0 0,-1 0 13 0 0,49 13 122 0 0,-47-12 78 0 0,-4-2-302 0 0,-1 0 1 0 0,1 0-1 0 0,0 0 0 0 0,0 0 1 0 0,-1 0-1 0 0,1 1 1 0 0,0-1-1 0 0,0 1 0 0 0,-1-1 1 0 0,1 1-1 0 0,-1 0 1 0 0,4 1-1 0 0,-2-1 6 0 0,2 1 43 0 0,1-1-33 0 0,18 4-3 0 0,-18-4 14 0 0,0 1-19 0 0,117 29 122 0 0,-117-30-131 0 0,20 5 0 0 0,-21-5-6 0 0,0 0 29 0 0,45 12 89 0 0,-45-12-32 0 0,1 0-46 0 0,78 16 135 0 0,-79-16-162 0 0,1 0-14 0 0,46 11 31 0 0,-47-11-23 0 0,1 1 5 0 0,48 12 32 0 0,-49-13-41 0 0,0 0 18 0 0,14 4-34 0 0,45 17 49 0 0,-45-16-26 0 0,-15-5 4 0 0,1 1-15 0 0,13 3-7 0 0,-8-2 19 0 0,10 4-2 0 0,46 14 25 0 0,-60-20-16 0 0,0 1-7 0 0,18 6-32 0 0,25 5 27 0 0,-25-6 31 0 0,-18-5 37 0 0,-4-2-74 0 0,0 0 0 0 0,-1 0 0 0 0,1 0 0 0 0,0 1 0 0 0,0-1 0 0 0,0 1 0 0 0,-1-1-1 0 0,1 1 1 0 0,0 0 0 0 0,0-1 0 0 0,-1 1 0 0 0,4 2 0 0 0,-3-2-2 0 0,3 1-12 0 0,1 0 3 0 0,18 5 30 0 0,10 3 54 0 0,-28-9-80 0 0,-1 1 22 0 0,18 4-2 0 0,-18-4-4 0 0,1-1 0 0 0,53 16 66 0 0,-52-15-56 0 0,-1-1-18 0 0,126 28 172 0 0,-126-27-72 0 0,-5-3-100 0 0,0 1 0 0 0,0 0 0 0 0,0 0 1 0 0,0 0-1 0 0,-1 0 0 0 0,1 0 0 0 0,0 0 0 0 0,0 0 1 0 0,0 0-1 0 0,0 0 0 0 0,0 0 0 0 0,0 1 1 0 0,-1-1-1 0 0,1 0 0 0 0,0 1 0 0 0,0-1 1 0 0,0 0-1 0 0,-1 1 0 0 0,1-1 0 0 0,0 1 0 0 0,1 0 1 0 0,-1 0-4 0 0,-1 0-1 0 0,1-1 1 0 0,0 1 0 0 0,-1-1 0 0 0,1 0 0 0 0,0 1 0 0 0,0-1 0 0 0,0 1 0 0 0,0-1 0 0 0,-1 0-1 0 0,1 0 1 0 0,0 1 0 0 0,0-1 0 0 0,0 0 0 0 0,0 0 0 0 0,0 0 0 0 0,0 0 0 0 0,-1 0 0 0 0,1 0-1 0 0,0 0 1 0 0,2-1 0 0 0,-2 1 4 0 0,-1 0 0 0 0,1-1-1 0 0,0 1 1 0 0,0 0 0 0 0,0 0-1 0 0,0 0 1 0 0,0 0 0 0 0,0 0 0 0 0,0 0-1 0 0,-1 0 1 0 0,1 1 0 0 0,0-1-1 0 0,0 0 1 0 0,0 0 0 0 0,0 1-1 0 0,-1-1 1 0 0,1 1 0 0 0,0-1 0 0 0,0 0-1 0 0,0 1 1 0 0,1 1 0 0 0,-2-2 0 0 0,1 1 0 0 0,0-1 1 0 0,-1 1-1 0 0,1-1 0 0 0,0 1 0 0 0,0-1 1 0 0,-1 1-1 0 0,1-1 0 0 0,0 0 1 0 0,0 0-1 0 0,0 1 0 0 0,0-1 1 0 0,0 0-1 0 0,-1 0 0 0 0,1 0 0 0 0,0 0 1 0 0,0 0-1 0 0,0 0 0 0 0,0 0 1 0 0,0 0-1 0 0,1-1 0 0 0,5 3 21 0 0,129 34-170 0 0,-130-35 155 0 0,0 1 35 0 0,17 4-31 0 0,-17-4 9 0 0,0-1-2 0 0,16 4 4 0 0,-16-4-13 0 0,-1 0-6 0 0,51 7 10 0 0,-50-8-7 0 0,0 1-9 0 0,18 3 7 0 0,-18-3 21 0 0,0-1-31 0 0,16 3 15 0 0,-16-3 15 0 0,-1 1-28 0 0,14 3 7 0 0,-14-3 49 0 0,1 1-23 0 0,15 4-9 0 0,-16-5 78 0 0,0 1-90 0 0,72 17 316 0 0,-72-17-109 0 0,0-1-162 0 0,-1 0-256 0 0,7 2 515 0 0,-1-3-3838 0 0,-8-4 2341 0 0,6-13-87 0 0,-6 12 15 0 0,-3-1-1142 0 0,-2-17 1277 0 0,3 17 176 0 0,-1-1-434 0 0,0-19 974 0 0,1 20 185 0 0,-1 0 216 0 0,-3-19 179 0 0,3 19 350 0 0,-1 1-156 0 0,-5-22 600 0 0,6 25-672 0 0,1 1-1 0 0,0 0 0 0 0,-1 0 1 0 0,1-1-1 0 0,-1 1 0 0 0,1 0 0 0 0,-1 0 1 0 0,1 0-1 0 0,-1 0 0 0 0,0 0 1 0 0,0 0-1 0 0,0 0 0 0 0,1 0 0 0 0,-3-1 1 0 0,1 2-255 0 0,1 0 1 0 0,-1 0 0 0 0,1 0 0 0 0,0 1 0 0 0,-1-1-1 0 0,1 1 1 0 0,-1-1 0 0 0,1 1 0 0 0,-1 0 0 0 0,1-1 0 0 0,0 1-1 0 0,-3 2 1 0 0,2-2 43 0 0,-3 1 583 0 0,9 23-299 0 0,-4-20-221 0 0,12 17 252 0 0,-9-18-268 0 0,35 31 219 0 0,-33-31-249 0 0,-1-1 26 0 0,70 34 1055 0 0,-69-35-486 0 0,-9 2-662 0 0,-6 5-17 0 0,-1-1-1 0 0,0-1 1 0 0,0 1-1 0 0,-19 8 0 0 0,-30 19-42 0 0,39-19-798 0 0,0 0-1 0 0,2 1 0 0 0,-21 24 0 0 0,-11 22-8634 0 0</inkml:trace>
</inkml:ink>
</file>

<file path=ppt/ink/ink3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8:33.3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 50 1628 0 0,'0'0'3526'0'0,"-3"-3"-3248"0"0,-13-16 1631 0 0,-21-9 6403 0 0,39 29-8281 0 0,-1 0 0 0 0,0 0 1 0 0,0 0-1 0 0,0 0 0 0 0,1 0 1 0 0,-1 0-1 0 0,0 0 0 0 0,0 0 1 0 0,-1 0-1 0 0,1 1 1 0 0,1 1-1 0 0,1 1 33 0 0,0 0 307 0 0,-1-4-350 0 0,-1 0 1 0 0,1 1 0 0 0,-1-1 0 0 0,1 1 0 0 0,-1 0 0 0 0,1 0 0 0 0,-1-1 0 0 0,1 1 0 0 0,-1 0 0 0 0,0 0 0 0 0,1 0 0 0 0,1 3 0 0 0,-1-2 22 0 0,3 0 113 0 0,-1 0-10 0 0,288 102 1621 0 0,-131-41-1550 0 0,-53-18 264 0 0,-7-9-135 0 0,68 30 202 0 0,-165-64-489 0 0,2 0-6 0 0,16 6 8 0 0,-16-5 12 0 0,0-1 6 0 0,80 29 191 0 0,-79-29-301 0 0,-1 0 65 0 0,50 17 132 0 0,-51-18-157 0 0,1 1 1 0 0,57 17 11 0 0,-57-18-17 0 0,-1 2 1 0 0,16 5 4 0 0,-15-6-11 0 0,-1 0 11 0 0,14 6 16 0 0,-14-6-28 0 0,-1-1-1 0 0,12 7 10 0 0,-12-6 6 0 0,0-1-4 0 0,36 18 143 0 0,-36-17-56 0 0,0 0-38 0 0,15 8-10 0 0,-15-7 64 0 0,1-1-34 0 0,61 29 301 0 0,-61-29-299 0 0,0 0-60 0 0,18 7-7 0 0,-18-7 7 0 0,-3-2-18 0 0,0 0 0 0 0,0 1 1 0 0,0-1-1 0 0,0 1 1 0 0,-1-1-1 0 0,1 1 0 0 0,0 0 1 0 0,0 0-1 0 0,-1 0 0 0 0,3 1 1 0 0,0-1 7 0 0,1 1-2 0 0,41 11 6 0 0,-42-11-6 0 0,2-1-14 0 0,52 13 43 0 0,-52-12-17 0 0,-1 0-5 0 0,16 5-3 0 0,-16-5 14 0 0,18 6 85 0 0,-18-7 1 0 0,-1 1-62 0 0,14 4-8 0 0,-14-5 65 0 0,0 1-83 0 0,15 3 1 0 0,-14-4 293 0 0,-2-3-843 0 0,12-7 176 0 0,-12 7-110 0 0,-5-3-511 0 0,-7-12 442 0 0,6 13-2 0 0,1-1 25 0 0,-49-97-1937 0 0,49 97 2243 0 0,-1 0 46 0 0,-9-16-7 0 0,9 16 76 0 0,1 1 65 0 0,-9-14-37 0 0,8 14-10 0 0,1 0 0 0 0,-7-12 48 0 0,6 12 71 0 0,0 1 20 0 0,3 3-56 0 0,0 0 0 0 0,0-1 0 0 0,-1 1 0 0 0,1 0 1 0 0,0-1-1 0 0,-1 1 0 0 0,1 0 0 0 0,0-1 0 0 0,0 1 0 0 0,-1 0 0 0 0,1 0 0 0 0,-1-1 1 0 0,1 1-1 0 0,0 0 0 0 0,-1 0 0 0 0,1 0 0 0 0,0 0 0 0 0,-1-1 0 0 0,1 1 1 0 0,-1 0-1 0 0,1 0 0 0 0,-1 0 0 0 0,1 0 0 0 0,0 0 0 0 0,-1 0 0 0 0,1 0 1 0 0,-1 0-1 0 0,1 0 0 0 0,0 0 0 0 0,-1 0 0 0 0,1 1 0 0 0,-1-1 0 0 0,1 0 1 0 0,0 0-1 0 0,-1 0 0 0 0,1 0 0 0 0,-1 1 0 0 0,0-1 0 0 0,0 17 633 0 0,1-12-775 0 0,0 1 405 0 0,2-2-153 0 0,6 14-52 0 0,-6-14 2 0 0,1 0 30 0 0,27 34 77 0 0,-28-35-111 0 0,3 0-9 0 0,44 30 169 0 0,-43-30-200 0 0,0-2-17 0 0,17 7 43 0 0,-17-6 1 0 0,0-1 42 0 0,18 4 86 0 0,8 1-82 0 0,-26-5 28 0 0,-1-1-94 0 0,18 3-8 0 0,-18-3 71 0 0,-8 4-66 0 0,-1 2-33 0 0,-1-1 0 0 0,0-1-1 0 0,0 1 1 0 0,-1-1-1 0 0,-7 5 1 0 0,-26 13-199 0 0,0 2 0 0 0,-56 45-1 0 0,90-65-163 0 0,0 1 0 0 0,0-1 0 0 0,1 1-1 0 0,0 0 1 0 0,0 1 0 0 0,-5 8-1 0 0,6-10 24 0 0,1 0-1016 0 0,-3 19-2576 0 0</inkml:trace>
</inkml:ink>
</file>

<file path=ppt/ink/ink3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28:34.8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2576 0 0,'0'0'9907'0'0,"3"2"-9527"0"0,64 34 2162 0 0,-62-33-2306 0 0,2-1-34 0 0,146 53 967 0 0,36 12 107 0 0,-13-22-499 0 0,173 52-316 0 0,-309-84-416 0 0,69 11 1 0 0,-61-14-6 0 0,296 45 547 0 0,-228-29-468 0 0,-96-22-61 0 0,-15-3 62 0 0,-1 0-74 0 0,16 5-20 0 0,-15-4 16 0 0,0-1 9 0 0,13 4-4 0 0,-13-4-19 0 0,0 0 13 0 0,48 13 115 0 0,-48-12-109 0 0,-3-2-38 0 0,0 0 0 0 0,0 0 0 0 0,-1 1 1 0 0,1-1-1 0 0,0 0 0 0 0,0 1 0 0 0,-1-1 0 0 0,1 1 0 0 0,0 0 0 0 0,-1 0 0 0 0,1-1 0 0 0,2 3 0 0 0,-2-2 8 0 0,3 1 46 0 0,0 0-7 0 0,48 16 226 0 0,-48-16-192 0 0,0 0 8 0 0,15 6-21 0 0,-15-7-18 0 0,-1 1 7 0 0,13 4-13 0 0,-12-4 24 0 0,0 0-47 0 0,16 5-11 0 0,-16-5 62 0 0,0-1-60 0 0,15 6-7 0 0,-15-6 164 0 0,-1-2-1539 0 0,14-6 721 0 0,-14 6-83 0 0,-6-4-152 0 0,-7-22-1573 0 0,-1 0 0 0 0,-20-36-1 0 0,23 51 2215 0 0,0 0-1 0 0,-1 1 1 0 0,-1 0-1 0 0,0 1 0 0 0,0 0 1 0 0,-22-18-1 0 0,9 11 473 0 0,18 14-57 0 0,0 0 38 0 0,-13-8 28 0 0,13 9 358 0 0,-1-1-213 0 0,-12-5 82 0 0,13 6 3127 0 0,5 7-3341 0 0,1 2-133 0 0,1-1 1 0 0,-1 1-1 0 0,1-1 1 0 0,0 0 0 0 0,0 0-1 0 0,1 0 1 0 0,0 0-1 0 0,8 8 1 0 0,42 41 625 0 0,-43-45-620 0 0,-8-7 7 0 0,1 1 21 0 0,13 10-10 0 0,-12-10-3 0 0,-4-3-120 0 0,1 0 1 0 0,0 0-1 0 0,-1 0 0 0 0,1 1 1 0 0,-1-1-1 0 0,1 0 0 0 0,-1 1 0 0 0,1-1 1 0 0,-1 1-1 0 0,2 2 0 0 0,0 0 320 0 0,1-1-145 0 0,11 12 26 0 0,-12-11 250 0 0,-2-4-467 0 0,-1 0 1 0 0,0 1-1 0 0,1-1 1 0 0,-1 0 0 0 0,1 1-1 0 0,-1-1 1 0 0,0 0 0 0 0,1 1-1 0 0,-1-1 1 0 0,0 1 0 0 0,1-1-1 0 0,-1 1 1 0 0,0-1-1 0 0,0 1 1 0 0,0-1 0 0 0,1 1-1 0 0,-1-1 1 0 0,0 1 0 0 0,0-1-1 0 0,0 1 1 0 0,0-1 0 0 0,0 1-1 0 0,0 0 1 0 0,0-1 3 0 0,0 1-1 0 0,0-1 1 0 0,0 1 0 0 0,0 0 0 0 0,0-1 0 0 0,0 1-1 0 0,1-1 1 0 0,-1 1 0 0 0,0-1 0 0 0,0 1 0 0 0,0-1 0 0 0,1 0-1 0 0,-1 1 1 0 0,0-1 0 0 0,0 1 0 0 0,1-1 0 0 0,-1 1-1 0 0,0-1 1 0 0,1 0 0 0 0,-1 1 0 0 0,1-1 0 0 0,-1 0-1 0 0,1 1 1 0 0,-2 5 140 0 0,2-1-124 0 0,-1-4-24 0 0,0 1-1 0 0,0 0 0 0 0,0-1 0 0 0,0 1 0 0 0,0-1 1 0 0,0 1-1 0 0,0 0 0 0 0,-1-1 0 0 0,1 1 0 0 0,-1-1 0 0 0,1 1 1 0 0,-1 0-1 0 0,0-1 0 0 0,-1 3 0 0 0,-1 3-69 0 0,-1 0 0 0 0,0 0 0 0 0,0-1 0 0 0,-1 1 0 0 0,1-1 0 0 0,-2 0 0 0 0,1 0 1 0 0,0-1-1 0 0,-11 8 0 0 0,5-4-101 0 0,-20 16-1899 0 0,-1-2 0 0 0,-2-1 1 0 0,0-2-1 0 0,-51 23 0 0 0,51-27-1015 0 0,-11 7-3952 0 0</inkml:trace>
</inkml:ink>
</file>

<file path=ppt/ink/ink3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07:03:49.1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65 83 13556,'0'1'0,"0"1"0,-1-1 0,1 0 0,-1 0 0,1 0 0,0 2 0,0-2 0,0 0 0,0 1 0,0 1 0,0-2 0,0 1 0,0 1 0,1-1 0,-1 1 0,1-1 0,-1 0 0,2 1 0,-1-1 0,0 0 0,0 1 0,0-2 0,2 1 0,-2 1 0,1-2 0,1 1 0,-2 0 0,1-1 0,1 0 0,-1 0 0,0 0 0,1 0 0,-1-1 0,0 0 0,2 0 0,-2 0 0,1-1 0,-1 1 0,1-1 0,-1 0 0,0-1 0,1 0 0,-1 0 0,-1 0 0,2-1 0,-1 1 0,-1-2 0,2 2 0,-2-2 0,0 1 0,0-1 0,0 1 0,0-1 0,-1 0 0,2 0 0,-2 0 0,1-1 0,-1 2 0,0-1 0,0 0 0,0 0 0,0-1 0,0 2 0,0-1 0,-1-1 0,1 2 0,-2-1 0,2 1 0,-1-1 0,1 2 0,-1-2 0,1 1 0,-1 0 0,1 1 0,-1-1 0,1 1 0,-1 0 0,1-1 0,-2 2 0,2-1 0,0 1 0,0-1 0,-1 1 0,1 0 0,0 0 0,0 0 0,0-1 0,0 1 0,0 2 0,-1-1 0,0 0 0,0 0 0,-1 0 0,1 0 0,0 0 0,0 0 0,0 2 0,-1-2 0,0 0 0,0 0 0,-1 0 0,1 0 0,0 0 0,-1 0 0,1 0 0,-2 0 0,1 1 0,0-1 0,0 0 0,-1 1 0,1-1 0,-2 1 0,1-1 0,1 1 0,-1 1 0,-1-2 0,2 1 0,-1 0 0,1 1 0,-2-1 0,1 1 0,1-1 0,-1 1 0,1 1 0,-1-2 0,1 1 0,0 1 0,0-1 0,0 0 0,1 1 0,0-1 0,-1 0 0,2 1 0,0-1 0,-2 2 0,3-2 0,-1 1 0,0-1 0,1 1 0,0 0 0,0-1 0,1 1 0,-1-1 0,1 0 0,1 1 0,-1-1 0,0 0 0,0 0 0,2 0 0,-1-1 0,-1 2 0,1-2 0,1 0 0,-1 0 0,1 0 0,-1-1 0,2 2 0,-2-2 0,0 1 0,1-1 0,-1 0 0,0 0 0,1 0 0,-1 0 0,1 0 0,-1-1 0,-1 1 0,1-2 0,1 2 0,-2-1 0,0 1 0,0-1 0,1 1 0,-1-1 0,0 1 0,0-1 0,0-1 0,-1 1 0,0 1 0</inkml:trace>
</inkml:ink>
</file>

<file path=ppt/ink/ink3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3:20.3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27 3592 0 0,'0'0'4723'0'0,"1"-5"-3747"0"0,3-16 9565 0 0,-3 26-10408 0 0,2 21 193 0 0,-3-21-257 0 0,-2 18-5 0 0,2-17-9 0 0,0 0-7 0 0,0 17 8 0 0,0-18-22 0 0,0 1 1 0 0,-1 57 54 0 0,0 70 16 0 0,0-1-122 0 0,1-127 12 0 0,0 2-6 0 0,0 22 7 0 0,-2 9-4 0 0,2-32 4 0 0,0 0 5 0 0,-2 118 21 0 0,2-118-7 0 0,0-1 13 0 0,2 81 83 0 0,-2-80-100 0 0,0-1 30 0 0,3 76 286 0 0,-3-76-167 0 0,0 1-108 0 0,0 49 274 0 0,0-50-243 0 0,0 0-16 0 0,0 17 10 0 0,0-16 3 0 0,0 0-3 0 0,2 54-22 0 0,-2-54-39 0 0,0 0 19 0 0,-1 22-4 0 0,-1 5-61 0 0,2 115 187 0 0,0-88-87 0 0,0-48-59 0 0,-2 146 122 0 0,2-130-108 0 0,2 65 68 0 0,5-36-78 0 0,-7-33-4 0 0,1 40 36 0 0,1-9-12 0 0,0-14-1 0 0,-1-8-26 0 0,1 8 48 0 0,8 59-1 0 0,4 34 168 0 0,-11-88-141 0 0,0 0-23 0 0,-1 0 8 0 0,0 1-9 0 0,2 1-34 0 0,-1 1 9 0 0,0 0 4 0 0,21 193 36 0 0,-13-147-13 0 0,-5-28 79 0 0,-3-17-62 0 0,-1 2 55 0 0,-1-1-127 0 0,1 1 6 0 0,-1 214 100 0 0,3-164-82 0 0,3 234 717 0 0,-7-308-679 0 0,24 545 474 0 0,60 908-159 0 0,-77-653-406 0 0,-8-631-31 0 0,13 481 451 0 0,-7-586-299 0 0,-5-43-11 0 0,0-47-81 0 0,-5 244 407 0 0,5-242-399 0 0,-4 67 304 0 0,4-65-312 0 0,0 0 6 0 0,0 15-8 0 0,0-15 14 0 0,0-1 59 0 0,-1 14-56 0 0,0-14-16 0 0,1 1 28 0 0,-1 48 552 0 0,1-48-472 0 0,-1-1-32 0 0,1 48 240 0 0,1-47-152 0 0,-1 0-14 0 0,20 173 1184 0 0,-9-99-571 0 0,22 132 954 0 0,-27-182-1701 0 0,0 14-20 0 0,-1 2 0 0 0,-1-1 0 0 0,0-4 0 0 0,-1-4 0 0 0,-1-2 0 0 0,1 0 0 0 0,-1 3 0 0 0,-1-2 0 0 0,1-2 0 0 0,-3 2 0 0 0,-1-2 0 0 0,0-1 0 0 0,1-1 0 0 0,1 4 0 0 0,0-1 0 0 0,2-3 0 0 0,4-4 0 0 0,0 0 0 0 0,-1 2 0 0 0,3 1 0 0 0,-2-3 0 0 0,1 6 0 0 0,1-1 0 0 0,-2-2 0 0 0,0 3 0 0 0,0-3 0 0 0,1 3 0 0 0,-2 1 0 0 0,-1 1 0 0 0,-1 1 0 0 0,-1-3 0 0 0,-2 2 0 0 0,2-2 0 0 0,0-3 0 0 0,3-9-109 0 0,-4-18-565 0 0,7 12-3011 0 0</inkml:trace>
</inkml:ink>
</file>

<file path=ppt/ink/ink3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3:23.1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3568 0 0,'0'0'9953'0'0,"4"2"-9732"0"0,13 7 91 0 0,-12-7-171 0 0,1 0-50 0 0,139 16 407 0 0,-129-15-359 0 0,78 7-71 0 0,499 22 298 0 0,-4-26-192 0 0,150 3-214 0 0,-491 0 46 0 0,1183 49-134 0 0,381 50-352 0 0,-376-40 537 0 0,-297-34-126 0 0,1008-11 35 0 0,-820-57 170 0 0,-788 14-100 0 0,341-12 130 0 0,1039-23 392 0 0,558 76 10 0 0,-2247-11-444 0 0,321 3-134 0 0,-445-14 327 0 0,-101 1-199 0 0,1-1-7 0 0,48-7 0 0 0,-49 7-173 0 0,5-20-597 0 0,-11 16 588 0 0,-2 1-1 0 0,1 0 1 0 0,0 0-1 0 0,-1 0 1 0 0,1 0-1 0 0,-1 1 1 0 0,-5-5-1 0 0,6 4-54 0 0,-2 1-116 0 0,-11-9 145 0 0,11 9 31 0 0,1 0 86 0 0,-12-9-81 0 0,11 9-21 0 0,-1 1 24 0 0,-73-32 151 0 0,74 33-36 0 0,-1-1-27 0 0,-18-4 390 0 0,18 10-355 0 0,4-3-62 0 0,1-1 0 0 0,-1 0 1 0 0,1 0-1 0 0,0 0 0 0 0,-1 0 0 0 0,1 1 1 0 0,0-1-1 0 0,-1 0 0 0 0,1 0 0 0 0,-1 1 1 0 0,1-1-1 0 0,0 0 0 0 0,0 1 1 0 0,-1-1-1 0 0,1 0 0 0 0,0 1 0 0 0,-1-1 1 0 0,1 1-1 0 0,0-1 0 0 0,0 0 0 0 0,0 1 1 0 0,0-1-1 0 0,-1 1 0 0 0,1-1 0 0 0,0 0 1 0 0,0 1-1 0 0,0-1 0 0 0,0 1 0 0 0,0-1 1 0 0,0 1-1 0 0,0-1 0 0 0,0 1 1 0 0,0 0-1 0 0,27 15 70 0 0,1-1 0 0 0,1-1 0 0 0,0-2 0 0 0,36 11 0 0 0,-61-22-40 0 0,1 0 93 0 0,42 14 856 0 0,-43-13-291 0 0,-5 1-663 0 0,1 0 0 0 0,0 0 1 0 0,-1-1-1 0 0,0 1 0 0 0,0 0 1 0 0,0 0-1 0 0,0 0 0 0 0,0-1 1 0 0,-1 1-1 0 0,1 0 0 0 0,-1-1 1 0 0,-3 5-1 0 0,-26 26-38 0 0,27-30-5 0 0,-24 21-1416 0 0,-2 0 1 0 0,-33 18-1 0 0,-3 4-6200 0 0,45-31 1205 0 0</inkml:trace>
</inkml:ink>
</file>

<file path=ppt/ink/ink3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3:26.2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55 23 3568 0 0,'0'0'5488'0'0,"0"-5"-4113"0"0,-2-12 5116 0 0,-2 37-5353 0 0,-2 40-1692 0 0,-15 178-3617 0 0,5-82-3459 0 0,11-110 1965 0 0</inkml:trace>
</inkml:ink>
</file>

<file path=ppt/ink/ink3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3:26.9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25 5276 0 0,'0'0'1745'0'0,"1"-4"-277"0"0,3-16 4847 0 0,-3 20-6251 0 0,0 0 0 0 0,1 1 0 0 0,-1-1 0 0 0,0 1 0 0 0,0-1 0 0 0,0 1 0 0 0,0-1 0 0 0,0 1 0 0 0,0 0 0 0 0,0 0 0 0 0,0-1 0 0 0,0 1 0 0 0,0 0 0 0 0,0 0 0 0 0,0 0 0 0 0,0 0 0 0 0,-1 0 0 0 0,1 0 0 0 0,0 0 0 0 0,-1 0 0 0 0,1 0 0 0 0,-1 1 0 0 0,1-1 0 0 0,-1 0 0 0 0,1 2 0 0 0,10 44 774 0 0,-9-36-714 0 0,26 250-2317 0 0,-28-256 1379 0 0,1 0-150 0 0,4 23-672 0 0,0-4-5397 0 0</inkml:trace>
</inkml:ink>
</file>

<file path=ppt/ink/ink3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3:27.4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341 6 3112 0 0,'0'0'5765'0'0,"-4"-1"-5418"0"0,-12-3-11 0 0,16 4-327 0 0,-1 0 1 0 0,1 0 0 0 0,0 0-1 0 0,0-1 1 0 0,-1 1 0 0 0,1 0 0 0 0,0 0-1 0 0,0 0 1 0 0,-1 0 0 0 0,1 0 0 0 0,0 0-1 0 0,0 0 1 0 0,-1 0 0 0 0,1 0 0 0 0,0 0-1 0 0,0 0 1 0 0,-1 1 0 0 0,1-1 0 0 0,0 0-1 0 0,0 0 1 0 0,-1 0 0 0 0,1 0 0 0 0,0 0-1 0 0,0 0 1 0 0,-1 0 0 0 0,1 1-1 0 0,0-1 1 0 0,0 0 0 0 0,0 0 0 0 0,-1 0-1 0 0,1 1 1 0 0,0-1 0 0 0,-281 254 3033 0 0,263-240-2885 0 0,15-12-101 0 0,1 1-18 0 0,-7 5-409 0 0,18-16 121 0 0,-7 5 231 0 0,2 1 33 0 0,13-8-1 0 0,-13 7 7 0 0,0 1 8 0 0,15-5-3 0 0,-14 5 1 0 0,-1 1-12 0 0,44-2 366 0 0,-43 4-337 0 0,0 1 0 0 0,2 2-14 0 0,18 12 126 0 0,19 32-4 0 0,-37-38-327 0 0,0 0 1 0 0,1-1-1 0 0,1 0 1 0 0,-1 0 0 0 0,2-1-1 0 0,-1 0 1 0 0,1-1-1 0 0,19 11 1 0 0,-28-17 110 0 0,1 0 0 0 0,-1-1 0 0 0,0 1 0 0 0,1-1 0 0 0,-1 1 0 0 0,0-1 0 0 0,1 1 0 0 0,-1-1 0 0 0,1 0 0 0 0,-1 0 1 0 0,1 0-1 0 0,-1 1 0 0 0,1-2 0 0 0,2 1 0 0 0,0 0-145 0 0,1 0-590 0 0,3 0-226 0 0,55-10-3918 0 0,-59 9 993 0 0</inkml:trace>
</inkml:ink>
</file>

<file path=ppt/ink/ink3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3:28.2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53 0 2228 0 0,'0'0'8906'0'0,"-3"3"-8756"0"0,-3 3 207 0 0,-21 14 6531 0 0,13-9-6771 0 0,11-8 1189 0 0,5-3-1332 0 0,-1 0 14 0 0,0 1 0 0 0,1-1-1 0 0,-1 0 1 0 0,0 1 0 0 0,0 0 0 0 0,0-1 0 0 0,1 1 0 0 0,-1 0 0 0 0,0-1 0 0 0,0 1 0 0 0,2 2 0 0 0,-2-2-26 0 0,3 2-139 0 0,1-5-39 0 0,72-22-1569 0 0,13-5-4198 0 0,-86 28 4013 0 0</inkml:trace>
</inkml:ink>
</file>

<file path=ppt/ink/ink3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3:28.4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 1 4620 0 0,'-4'3'1463'0'0,"-31"23"8180"0"0,38-23-9458 0 0,-2-1-214 0 0,1-1-1 0 0,-1 1 1 0 0,1-1-1 0 0,-1 0 1 0 0,1 0-1 0 0,0 0 1 0 0,-1 0-1 0 0,1 0 1 0 0,0 0-1 0 0,0 0 1 0 0,0-1-1 0 0,0 1 1 0 0,-1-1-1 0 0,1 1 1 0 0,0-1-1 0 0,0 0 1 0 0,0 0-1 0 0,0 0 1 0 0,0 0-1 0 0,0 0 1 0 0,0 0-1 0 0,0 0 1 0 0,0 0-1 0 0,0-1 1 0 0,0 1-1 0 0,0-1 1 0 0,3-1-1 0 0,57-12-2591 0 0,-39 10 1014 0 0,-6-1 723 0 0,0-1-960 0 0,9-3-1129 0 0,-20 7-2143 0 0</inkml:trace>
</inkml:ink>
</file>

<file path=ppt/ink/ink3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3:28.6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49 3804 0 0,'12'-24'7136'0'0,"-11"20"-6280"0"0,5-17 3934 0 0,-5 26-4506 0 0,3 18-190 0 0,-2 0-1 0 0,0 0 1 0 0,-2 0 0 0 0,0 0-1 0 0,-6 34 1 0 0,5-41-204 0 0,-6 165-3897 0 0,10-66-3689 0 0</inkml:trace>
</inkml:ink>
</file>

<file path=ppt/ink/ink3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3:30.8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121 48 3104 0 0,'0'0'5319'0'0,"1"-5"-4557"0"0,0-19 5472 0 0,-6 25-6145 0 0,-20 3 80 0 0,23-1-83 0 0,-20 33 148 0 0,20-33-191 0 0,0 2-16 0 0,-9 15-17 0 0,9-15 17 0 0,0 0-37 0 0,-4 17-69 0 0,5-17 91 0 0,0 0 14 0 0,4 44-321 0 0,-2-44 232 0 0,0-5-27 0 0,-1 0 85 0 0,0 0 1 0 0,1 0-1 0 0,-1 0 1 0 0,0 0-1 0 0,1 1 1 0 0,-1-1-1 0 0,0 0 1 0 0,1 0-1 0 0,-1 0 1 0 0,0 0-1 0 0,0 0 0 0 0,1 1 1 0 0,-1-1-1 0 0,0 0 1 0 0,1 0-1 0 0,-1 0 1 0 0,0 1-1 0 0,0-1 1 0 0,0 0-1 0 0,1 0 1 0 0,-1 1-1 0 0,0-1 1 0 0,0 0-1 0 0,0 1 1 0 0,0-1-1 0 0,1 0 0 0 0,-1 0 1 0 0,0 1-1 0 0,0-1 1 0 0,0 1-1 0 0,0 0 0 0 0,0-1-1 0 0,0 1 0 0 0,1-1 1 0 0,-1 1-1 0 0,0-1 0 0 0,0 1 1 0 0,1-1-1 0 0,-1 0 1 0 0,0 1-1 0 0,1-1 0 0 0,-1 1 1 0 0,0-1-1 0 0,1 0 0 0 0,-1 1 1 0 0,0-1-1 0 0,1 0 0 0 0,-1 1 1 0 0,1-1-1 0 0,-1 0 1 0 0,1 1-1 0 0,-1-1 0 0 0,1 0 1 0 0,-1 0-1 0 0,1 0 0 0 0,-1 0 1 0 0,1 1-1 0 0,-1-1 0 0 0,1 0 1 0 0,-1 0-1 0 0,1 0 1 0 0,-1 0-1 0 0,1 0 0 0 0,-1 0 1 0 0,1 0-1 0 0,0-1 0 0 0,20 0-13 0 0,-16 1 32 0 0,-5 0-11 0 0,0-1-1 0 0,1 1 1 0 0,-1-1-1 0 0,0 1 1 0 0,0-1-1 0 0,0 1 1 0 0,0 0-1 0 0,1-1 1 0 0,-1 1-1 0 0,0-1 1 0 0,1 1-1 0 0,-1 0 1 0 0,0-1-1 0 0,1 1 1 0 0,-1 0-1 0 0,0-1 0 0 0,1 1 1 0 0,-1 0-1 0 0,0 0 1 0 0,1-1-1 0 0,-1 1 1 0 0,1 0-1 0 0,-1 0 1 0 0,1 0-1 0 0,12-11 152 0 0,12-51 83 0 0,-24 58-202 0 0,0-2-25 0 0,2-52 228 0 0,-3 53-113 0 0,0 0-72 0 0,-2-14-7 0 0,2 14-16 0 0,0 5-28 0 0,0 0 0 0 0,-1 0-1 0 0,1 0 1 0 0,0-1-1 0 0,-1 1 1 0 0,1 0-1 0 0,0 0 1 0 0,0 0-1 0 0,-1 0 1 0 0,1 0-1 0 0,0 0 1 0 0,0-1-1 0 0,-1 1 1 0 0,1 0-1 0 0,0 0 1 0 0,0 0-1 0 0,0-1 1 0 0,-1 1-1 0 0,1 0 1 0 0,0 0-1 0 0,0-1 1 0 0,0 1-1 0 0,0 0 1 0 0,0 0-1 0 0,-1-1 1 0 0,1 1-1 0 0,0 0 1 0 0,0-1-1 0 0,0 1 1 0 0,0 0-1 0 0,0 0 1 0 0,0-1-1 0 0,0 1 1 0 0,0-1-6 0 0,0 1 1 0 0,0-1-1 0 0,0 1 1 0 0,0-1-1 0 0,0 1 0 0 0,-1-1 1 0 0,1 1-1 0 0,0-1 1 0 0,0 1-1 0 0,0-1 1 0 0,-1 1-1 0 0,1 0 0 0 0,0-1 1 0 0,0 1-1 0 0,-1 0 1 0 0,1-1-1 0 0,0 1 0 0 0,-1-1 1 0 0,1 1-1 0 0,-1 0 1 0 0,1 0-1 0 0,0-1 1 0 0,-1 1-1 0 0,1 0 0 0 0,-1 0 1 0 0,1-1-1 0 0,-1 1 1 0 0,1 0-1 0 0,-1 0 0 0 0,1 0 1 0 0,-1 0-1 0 0,1 0 1 0 0,0 0-1 0 0,-1 0 1 0 0,1 0-1 0 0,-1 0 0 0 0,0 0 1 0 0,-22 1 7 0 0,18-1-16 0 0,0 3-3 0 0,2-2 8 0 0,-5 3-18 0 0,1-1 1 0 0,1 1-1 0 0,-1 1 0 0 0,1-1 0 0 0,-1 1 1 0 0,1 0-1 0 0,0 1 0 0 0,1-1 0 0 0,-9 11 0 0 0,12-13 11 0 0,0 0 0 0 0,1-1 0 0 0,-1 1 0 0 0,1 0-1 0 0,-1 0 1 0 0,1 0 0 0 0,0 0 0 0 0,0 0-1 0 0,0 0 1 0 0,1 0 0 0 0,-1 0 0 0 0,1 0 0 0 0,-1 0-1 0 0,1 4 1 0 0,0-4 25 0 0,0 2-105 0 0,8 4-176 0 0,-8-9 260 0 0,0 1 0 0 0,0 0 0 0 0,1-1 0 0 0,-1 1 0 0 0,0 0-1 0 0,1-1 1 0 0,-1 1 0 0 0,1-1 0 0 0,-1 1 0 0 0,1-1 0 0 0,-1 1 0 0 0,1-1-1 0 0,-1 1 1 0 0,1-1 0 0 0,-1 1 0 0 0,1-1 0 0 0,-1 1 0 0 0,1-1 0 0 0,0 0-1 0 0,-1 0 1 0 0,1 1 0 0 0,0-1 0 0 0,-1 0 0 0 0,2 1 0 0 0,5 0-23 0 0,0 1 1 0 0,0-1 0 0 0,1 0-1 0 0,-1 0 1 0 0,0-1-1 0 0,0 0 1 0 0,1 0 0 0 0,-1 0-1 0 0,11-3 1 0 0,-14 2 23 0 0,-3 1 13 0 0,0 0 0 0 0,0 0-1 0 0,0 0 1 0 0,0 0-1 0 0,0 0 1 0 0,1-1 0 0 0,-1 1-1 0 0,0 0 1 0 0,0-1 0 0 0,0 1-1 0 0,0-1 1 0 0,0 0-1 0 0,0 1 1 0 0,0-1 0 0 0,0 1-1 0 0,0-1 1 0 0,-1 0 0 0 0,2-1-1 0 0,1 0 9 0 0,0-1 27 0 0,1 0-1 0 0,13-9-5 0 0,-13 9-37 0 0,-4 3 9 0 0,0-1-1 0 0,0 1 1 0 0,0 0-1 0 0,0-1 1 0 0,0 1-1 0 0,0-1 1 0 0,0 1-1 0 0,0 0 1 0 0,1-1-1 0 0,-1 1 1 0 0,0-1-1 0 0,0 1 1 0 0,0 0-1 0 0,1-1 1 0 0,-1 1-1 0 0,0 0 1 0 0,0-1-1 0 0,1 1 1 0 0,-1 0-1 0 0,0-1 1 0 0,1 1-1 0 0,-1 0 1 0 0,0-1 0 0 0,1 1-1 0 0,0 0 1 0 0,10-14 319 0 0,-4-3-212 0 0,-5 13 186 0 0,-4 1-284 0 0,-6-10 25 0 0,6 10 31 0 0,-1 4-76 0 0,-25 23 114 0 0,26-22-130 0 0,-21 34-108 0 0,21-32 101 0 0,1 0-26 0 0,0 0 25 0 0,0 0 0 0 0,0 0-1 0 0,0 1 1 0 0,1-1 0 0 0,0 0 0 0 0,0 1 0 0 0,1 7 0 0 0,0-8-8 0 0,20 0 63 0 0,-16-3 10 0 0,-2-3 0 0 0,0-1 3 0 0,0 0 1 0 0,0 0-1 0 0,0 0 1 0 0,0 0-1 0 0,-1-1 1 0 0,1 1-1 0 0,-1-1 1 0 0,0 1-1 0 0,0-1 1 0 0,0 0 0 0 0,-1 0-1 0 0,1 0 1 0 0,0-6-1 0 0,-20 3 48 0 0,14 6 94 0 0,0 3-157 0 0,1 1 1 0 0,0-1-1 0 0,0 1 0 0 0,0 0 0 0 0,1 0 0 0 0,-1 0 1 0 0,-3 7-1 0 0,4-8-31 0 0,-1 1 722 0 0,7-4-604 0 0,6-3 450 0 0,-9 3-932 0 0,1 0 0 0 0,-1 0 1 0 0,1 0-1 0 0,-1 0 0 0 0,0-1 1 0 0,1 1-1 0 0,-1 0 0 0 0,0 0 1 0 0,0-1-1 0 0,0 1 0 0 0,0-1 1 0 0,0 1-1 0 0,1-4 0 0 0,0 2-1733 0 0</inkml:trace>
</inkml:ink>
</file>

<file path=ppt/ink/ink3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3:32.3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1 4928 0 0,'0'0'10613'0'0,"-3"4"-10326"0"0,1 4-223 0 0,-1 0 0 0 0,1 0 0 0 0,0 0 0 0 0,1 0 0 0 0,-1 0 0 0 0,1 12 0 0 0,2 63-1140 0 0,0-33 225 0 0,1 103-2933 0 0,3-50-1763 0 0,-2-58 569 0 0</inkml:trace>
</inkml:ink>
</file>

<file path=ppt/ink/ink3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3:33.3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243 92 2504 0 0,'0'0'1342'0'0,"-1"-4"-243"0"0,-15-31 4542 0 0,14 32-3236 0 0,2 2-2393 0 0,0 1 0 0 0,0 0 1 0 0,0-1-1 0 0,0 1 1 0 0,0 0-1 0 0,0-1 1 0 0,0 1-1 0 0,0 0 1 0 0,-1-1-1 0 0,1 1 0 0 0,0 0 1 0 0,0-1-1 0 0,0 1 1 0 0,0 0-1 0 0,-1-1 1 0 0,1 1-1 0 0,0 0 0 0 0,0 0 1 0 0,0-1-1 0 0,-1 1 1 0 0,1 0-1 0 0,0 0 1 0 0,0 0-1 0 0,-1-1 1 0 0,1 1-1 0 0,0 0 0 0 0,-1 0 1 0 0,1 0-1 0 0,0 0 1 0 0,-1 0-1 0 0,1-1 36 0 0,-1 1 0 0 0,1 0 0 0 0,-1 0 0 0 0,1-1 0 0 0,-1 1 0 0 0,1 0 0 0 0,-1 0 0 0 0,1-1 0 0 0,0 1 0 0 0,-1-1 0 0 0,1 1 0 0 0,-1 0 0 0 0,1-1 0 0 0,0 1 0 0 0,0-1 0 0 0,-1 1-1 0 0,1-1 1 0 0,0 1 0 0 0,0-1 0 0 0,-1 1 0 0 0,1-1 0 0 0,0 1 0 0 0,0-1 0 0 0,0 1 0 0 0,0-1 0 0 0,0 1 0 0 0,0-1 0 0 0,0 1 0 0 0,0-1 0 0 0,0 1 0 0 0,0-1 0 0 0,0 1 0 0 0,0-1 0 0 0,1-19-14 0 0,0 15 102 0 0,23 4-47 0 0,-19 0-36 0 0,-5 2-51 0 0,0-1 0 0 0,0 1 0 0 0,0-1 0 0 0,0 0 0 0 0,1 1 0 0 0,-1-1 0 0 0,0 1 1 0 0,0-1-1 0 0,0 0 0 0 0,0 1 0 0 0,0-1 0 0 0,1 0 0 0 0,-1 1 0 0 0,0-1 0 0 0,0 0 0 0 0,0 1 0 0 0,1-1 1 0 0,-1 0-1 0 0,0 1 0 0 0,1-1 0 0 0,-1 0 0 0 0,0 0 0 0 0,1 1 0 0 0,-1-1 0 0 0,0 0 0 0 0,1 0 1 0 0,-1 0-1 0 0,1 1 0 0 0,0-1 3 0 0,0 1 0 0 0,0-1 0 0 0,-1 1 0 0 0,1 0 0 0 0,0-1 0 0 0,0 1 1 0 0,0 0-1 0 0,-1 0 0 0 0,1-1 0 0 0,0 1 0 0 0,-1 0 0 0 0,1 0 0 0 0,0 0 0 0 0,-1 0 1 0 0,1 0-1 0 0,0 2 0 0 0,2 9 12 0 0,0 1 1 0 0,0 0 0 0 0,-1 0-1 0 0,-1 0 1 0 0,0 1 0 0 0,-1 18-1 0 0,-2 0-32 0 0,-9 44 0 0 0,-2-23 40 0 0,10-41-34 0 0,-1-1 0 0 0,0 0 1 0 0,-1 0-1 0 0,0-1 0 0 0,-11 17 1 0 0,12-22-25 0 0,1 0 1 0 0,-1 0 0 0 0,0 0 0 0 0,-1-1 0 0 0,1 0 0 0 0,-1 0 0 0 0,0 0 0 0 0,0-1 0 0 0,0 1 0 0 0,0-1 0 0 0,0 0 0 0 0,-1-1 0 0 0,0 1-1 0 0,-8 2 1 0 0,-4-1-82 0 0,14-3 2 0 0,-3-1-9 0 0,-3-1 8 0 0,1-1 0 0 0,-1 0 1 0 0,0-1-1 0 0,1 1 0 0 0,-17-9 0 0 0,23 9 3 0 0,0-1 8 0 0,-10-9 8 0 0,10 9 20 0 0,-2-17-18 0 0,5 16 87 0 0,4 2-6 0 0,13-3-9 0 0,-12 4 88 0 0,0 2 36 0 0,15 4 68 0 0,1 2 1 0 0,20 9 0 0 0,-19-7-519 0 0,0-1 0 0 0,0 0 0 0 0,45 7 0 0 0,-47-12-546 0 0,0-2 1 0 0,27-1-1 0 0,-36-1-247 0 0,0 0 0 0 0,-1-1-1 0 0,1 0 1 0 0,13-4 0 0 0,-18 3-3275 0 0</inkml:trace>
</inkml:ink>
</file>

<file path=ppt/ink/ink3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3:37.4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62 1 2948 0 0,'0'0'3885'0'0,"-5"1"-3349"0"0,-15 0-51 0 0,15-1 3021 0 0,3 3-3348 0 0,-2 11 128 0 0,0 0 1 0 0,1 0-1 0 0,-1 16 1 0 0,3-25-102 0 0,1-4-180 0 0,0 1 0 0 0,0-1 1 0 0,0 1-1 0 0,0-1 0 0 0,0 1 1 0 0,0-1-1 0 0,0 0 0 0 0,0 1 1 0 0,1-1-1 0 0,-1 1 1 0 0,0-1-1 0 0,2 2 0 0 0,-2-1 5 0 0,1 2 180 0 0,5 4-148 0 0,-6-8-36 0 0,0 1 0 0 0,0-1-1 0 0,0 0 1 0 0,0 1 0 0 0,0-1 0 0 0,0 1 0 0 0,1-1-1 0 0,-1 1 1 0 0,0-1 0 0 0,0 0 0 0 0,0 1 0 0 0,1-1-1 0 0,-1 0 1 0 0,0 1 0 0 0,0-1 0 0 0,1 0-1 0 0,-1 1 1 0 0,0-1 0 0 0,1 0 0 0 0,-1 1 0 0 0,0-1-1 0 0,1 0 1 0 0,-1 0 0 0 0,1 0 0 0 0,-1 1 0 0 0,0-1-1 0 0,1 0 1 0 0,-1 0 0 0 0,1 0 0 0 0,-1 0 0 0 0,0 0-1 0 0,1 0 1 0 0,-1 0 0 0 0,1 0 0 0 0,-1 0 0 0 0,1 0-1 0 0,-1 0 1 0 0,1 0 0 0 0,17-4 35 0 0,-14 3 55 0 0,-4 0-95 0 0,0 1 0 0 0,0 0 0 0 0,0-1 0 0 0,0 1 0 0 0,0 0 0 0 0,0-1 0 0 0,0 1 1 0 0,1-1-1 0 0,-1 1 0 0 0,0 0 0 0 0,0-1 0 0 0,0 1 0 0 0,0 0 0 0 0,1-1 0 0 0,-1 1 1 0 0,0 0-1 0 0,0 0 0 0 0,0-1 0 0 0,1 1 0 0 0,-1 0 0 0 0,0 0 0 0 0,1-1 1 0 0,-1 1-1 0 0,0 0 0 0 0,1 0 0 0 0,-1 0 0 0 0,1-1 0 0 0,0 1 4 0 0,0-1-1 0 0,-1 1 0 0 0,1-1 1 0 0,0 0-1 0 0,0 1 1 0 0,0-1-1 0 0,-1 0 1 0 0,1 0-1 0 0,0 0 1 0 0,-1 1-1 0 0,1-1 0 0 0,0 0 1 0 0,-1 0-1 0 0,1 0 1 0 0,-1-2-1 0 0,7-14 19 0 0,-5 13-6 0 0,-1-1-7 0 0,5-43 2 0 0,-6 43-32 0 0,-2 2 76 0 0,0-5-39 0 0,2 8-24 0 0,-1-1-1 0 0,1 1 1 0 0,0 0 0 0 0,0-1-1 0 0,-1 1 1 0 0,1-1 0 0 0,0 1-1 0 0,-1-1 1 0 0,1 1 0 0 0,0 0-1 0 0,-1-1 1 0 0,1 1 0 0 0,-1 0-1 0 0,1-1 1 0 0,0 1 0 0 0,-1 0-1 0 0,1-1 1 0 0,-1 1 0 0 0,1 0-1 0 0,-1 0 1 0 0,1 0 0 0 0,-1 0-1 0 0,1-1 1 0 0,-2 1 0 0 0,-17 2-4 0 0,15-1 6 0 0,0 2 3 0 0,-11 8 8 0 0,-1 4 18 0 0,14-11-22 0 0,-1-1 0 0 0,1 1-15 0 0,-7 12 22 0 0,7-12 10 0 0,2 1-19 0 0,0 20-41 0 0,1-24 33 0 0,-1 0 0 0 0,1 0 1 0 0,0 0-1 0 0,-1 1 0 0 0,1-1 0 0 0,0 0 0 0 0,0 0 0 0 0,0 0 0 0 0,0-1 0 0 0,-1 1 0 0 0,1 0 0 0 0,0 0 0 0 0,1 0 1 0 0,-1-1-1 0 0,0 1 0 0 0,0-1 0 0 0,0 1 0 0 0,2 0 0 0 0,15 6-30 0 0,-14-5 24 0 0,0-2 6 0 0,15-3 9 0 0,-14 3 15 0 0,-4 0-15 0 0,0-1 1 0 0,1 1 0 0 0,-1-1-1 0 0,1 1 1 0 0,-1-1-1 0 0,1 1 1 0 0,-1-1-1 0 0,0 0 1 0 0,0 0-1 0 0,1 0 1 0 0,-1 0-1 0 0,2-2 1 0 0,-1 2 5 0 0,3-2 33 0 0,10-13-39 0 0,-11 6 47 0 0,4-6 97 0 0,-5 0-113 0 0,-2 12 32 0 0,-4-4-45 0 0,3 8-22 0 0,1-1 0 0 0,-1 1-1 0 0,0-1 1 0 0,0 1 0 0 0,0-1 0 0 0,0 1-1 0 0,0-1 1 0 0,0 1 0 0 0,0-1 0 0 0,0 1-1 0 0,0-1 1 0 0,-1 1 0 0 0,1-1 0 0 0,0 1-1 0 0,0-1 1 0 0,0 1 0 0 0,0-1 0 0 0,-1 1-1 0 0,1 0 1 0 0,0-1 0 0 0,0 1 0 0 0,-1-1-1 0 0,1 1 1 0 0,0 0 0 0 0,-1-1 0 0 0,1 1-1 0 0,-1 0 1 0 0,1-1 0 0 0,0 1 0 0 0,-1 0-1 0 0,1 0 1 0 0,-1-1 0 0 0,1 1-1 0 0,-1 0 1 0 0,1 0 0 0 0,-1 0 0 0 0,1 0-1 0 0,-1-1 1 0 0,0 1 0 0 0,-30 2 35 0 0,28-1-18 0 0,-1 1 0 0 0,1 0 0 0 0,0 1 0 0 0,-1-1 0 0 0,1 0 0 0 0,0 1 0 0 0,0 0 1 0 0,-4 5-1 0 0,4-5 18 0 0,3-3-31 0 0,0 1 0 0 0,0-1-1 0 0,0 1 1 0 0,0-1 0 0 0,0 0-1 0 0,0 1 1 0 0,-1-1-1 0 0,1 0 1 0 0,0 1 0 0 0,0-1-1 0 0,0 1 1 0 0,0-1 0 0 0,-1 0-1 0 0,1 1 1 0 0,0-1 0 0 0,0 0-1 0 0,-1 0 1 0 0,1 1 0 0 0,0-1-1 0 0,0 0 1 0 0,-1 0 0 0 0,1 1-1 0 0,0-1 1 0 0,-1 0 0 0 0,1 0-1 0 0,-1 1 1 0 0,-11 12 27 0 0,11-7-10 0 0,-1-1 0 0 0,1 1 0 0 0,0-1 0 0 0,0 1 0 0 0,0 10 0 0 0,1-12 30 0 0,3-1-50 0 0,-1-2 14 0 0,0 0-1 0 0,0 1 1 0 0,0-1-1 0 0,0 0 1 0 0,0 0-1 0 0,0-1 1 0 0,0 1 0 0 0,1 0-1 0 0,-1-1 1 0 0,0 1-1 0 0,0-1 1 0 0,1 0-1 0 0,-1 0 1 0 0,0 0-1 0 0,1 0 1 0 0,3-1-1 0 0,-1 1 11 0 0,-2-1-13 0 0,0-1 0 0 0,0 1 1 0 0,0-1-1 0 0,0 1 0 0 0,0-1 1 0 0,-1 0-1 0 0,1 0 0 0 0,-1 0 1 0 0,1-1-1 0 0,-1 1 0 0 0,0-1 1 0 0,3-3-1 0 0,-5 5-12 0 0,3-2 5 0 0,11-16 86 0 0,-12 14-113 0 0,-1 1 4 0 0,0-1 0 0 0,0 0 0 0 0,-1 1 1 0 0,1-1-1 0 0,-1 0 0 0 0,0 0 0 0 0,-1-5 0 0 0,0 5 54 0 0,-4 7-50 0 0,0-1 0 0 0,-1 1 0 0 0,1 0 0 0 0,1 0 0 0 0,-1 1 0 0 0,-7 4 0 0 0,8-5 23 0 0,-13 18 85 0 0,17-19-91 0 0,0-1 1 0 0,0 1-1 0 0,0-1 0 0 0,0 1 1 0 0,0-1-1 0 0,-1 1 0 0 0,1-1 1 0 0,0 1-1 0 0,0-1 0 0 0,0 1 1 0 0,-1-1-1 0 0,1 1 0 0 0,0-1 0 0 0,-1 1 1 0 0,1-1-1 0 0,0 0 0 0 0,-1 1 1 0 0,1-1-1 0 0,-1 1 0 0 0,1-1 1 0 0,0 0-1 0 0,-2 1 0 0 0,-10 13 72 0 0,3 1-46 0 0,7-11 4 0 0,1 0-15 0 0,-3 13 10 0 0,2-13-29 0 0,8-5 5 0 0,15-1-20 0 0,-16 2 11 0 0,-5-1 2 0 0,0 1 6 0 0,0 0-1 0 0,0-1 0 0 0,0 1 1 0 0,0 0-1 0 0,0-1 0 0 0,0 1 0 0 0,0 0 1 0 0,0-1-1 0 0,0 1 0 0 0,0 0 1 0 0,1 0-1 0 0,-1-1 0 0 0,0 1 1 0 0,0 0-1 0 0,0-1 0 0 0,0 1 0 0 0,1 0 1 0 0,-1 0-1 0 0,0 0 0 0 0,0-1 1 0 0,1 1-1 0 0,-1 0 0 0 0,0 0 1 0 0,0 0-1 0 0,1-1 0 0 0,-1 1 1 0 0,1 0-1 0 0,0 0-1 0 0,-1-1-1 0 0,1 1 1 0 0,0-1 0 0 0,-1 1 0 0 0,1-1-1 0 0,-1 1 1 0 0,1-1 0 0 0,0 1 0 0 0,-1-1-1 0 0,1 1 1 0 0,-1-1 0 0 0,0 0-1 0 0,1 1 1 0 0,-1-1 0 0 0,1 0 0 0 0,-1 1-1 0 0,0-1 1 0 0,0 0 0 0 0,1-1 0 0 0,5-17-183 0 0,-7 19 186 0 0,1-1 0 0 0,0 1-1 0 0,-1-1 1 0 0,1 0 0 0 0,0 1 0 0 0,-1-1 0 0 0,1 1 0 0 0,-1 0-1 0 0,1-1 1 0 0,-1 1 0 0 0,1-1 0 0 0,-1 1 0 0 0,1 0-1 0 0,-1-1 1 0 0,1 1 0 0 0,-1 0 0 0 0,0-1 0 0 0,1 1 0 0 0,-1 0-1 0 0,1 0 1 0 0,-1 0 0 0 0,0 0 0 0 0,1 0 0 0 0,-1 0-1 0 0,0-1 1 0 0,1 1 0 0 0,-1 1 0 0 0,0-1 0 0 0,1 0 0 0 0,-1 0-1 0 0,1 0 1 0 0,-1 0 0 0 0,0 0 0 0 0,0 1 0 0 0,0-1 1 0 0,0 0 1 0 0,0 0-1 0 0,1 0 1 0 0,-1 1-1 0 0,0-1 1 0 0,0 0-1 0 0,0 1 1 0 0,1-1 0 0 0,-1 0-1 0 0,0 1 1 0 0,0-1-1 0 0,1 1 1 0 0,-1-1-1 0 0,1 1 1 0 0,-1 0-1 0 0,0-1 1 0 0,1 1-1 0 0,-1 0 1 0 0,1-1-1 0 0,-1 1 1 0 0,1 0-1 0 0,-1-1 1 0 0,1 1 0 0 0,0 0-1 0 0,-1 1 1 0 0,1-1 1 0 0,-1 1 0 0 0,1-1 0 0 0,-1 1 0 0 0,1-1 0 0 0,-1 1 0 0 0,0-1 0 0 0,0 0 0 0 0,1 1 0 0 0,-1-1 0 0 0,0 0 0 0 0,0 0 0 0 0,0 1 0 0 0,-1-1 0 0 0,0 1 0 0 0,1-1 11 0 0,0 0-1 0 0,0 0 1 0 0,0 0-1 0 0,0 0 1 0 0,0 0-1 0 0,0 0 1 0 0,1 0-1 0 0,-1 0 1 0 0,0 0 0 0 0,1 0-1 0 0,-1 0 1 0 0,1 1-1 0 0,-1 0 1 0 0,1-1 23 0 0,0-1 1 0 0,0 1 0 0 0,0-1 0 0 0,-1 1 0 0 0,1-1-1 0 0,0 1 1 0 0,0-1 0 0 0,0 1 0 0 0,0-1 0 0 0,-1 0-1 0 0,1 1 1 0 0,0-1 0 0 0,0 1 0 0 0,-1-1-1 0 0,1 0 1 0 0,0 1 0 0 0,0-1 0 0 0,-1 0 0 0 0,1 1-1 0 0,0-1 1 0 0,-1 0 0 0 0,1 1 0 0 0,-1-1 0 0 0,1 0-1 0 0,-5 5-2562 0 0</inkml:trace>
</inkml:ink>
</file>

<file path=ppt/ink/ink3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3:38.6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 12 5288 0 0,'0'0'1933'0'0,"-3"-3"-329"0"0,-14-5 2547 0 0,16 8-4102 0 0,0 0-1 0 0,1 0 0 0 0,-1 0 0 0 0,0 0 0 0 0,0 0 0 0 0,1 0 0 0 0,-1 0 1 0 0,0 0-1 0 0,1 0 0 0 0,-1 0 0 0 0,1 0 0 0 0,-1 1 0 0 0,0-1 0 0 0,1 0 1 0 0,-1 0-1 0 0,0 1 0 0 0,1-1 0 0 0,-1 0 0 0 0,1 1 0 0 0,-1-1 0 0 0,1 1 1 0 0,-1-1-1 0 0,1 1 0 0 0,-1-1 0 0 0,1 1 0 0 0,0-1 0 0 0,-1 1 0 0 0,1-1 1 0 0,0 1-1 0 0,-1 0 0 0 0,1-1 0 0 0,0 1 0 0 0,0 0 0 0 0,-1-1 0 0 0,1 1 1 0 0,0-1-1 0 0,0 1 0 0 0,0 1 0 0 0,-2 5 75 0 0,-6 55 511 0 0,10 148-2283 0 0,-1 44-3896 0 0,-5-201 2466 0 0,0 1-2219 0 0</inkml:trace>
</inkml:ink>
</file>

<file path=ppt/ink/ink3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3:42.3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48 143 3240 0 0,'-36'-26'10116'0'0,"33"23"-9467"0"0,2 2-562 0 0,0 0-1 0 0,0 0 1 0 0,0-1-1 0 0,1 1 1 0 0,-1 0-1 0 0,0 0 1 0 0,1-1-1 0 0,-1 1 1 0 0,1 0-1 0 0,-1-1 1 0 0,1 1-1 0 0,0-1 1 0 0,-1 1-1 0 0,1-1 1 0 0,0 1-1 0 0,0 0 1 0 0,0-1-1 0 0,0 1 1 0 0,0-1-1 0 0,0 1 1 0 0,1-1-1 0 0,-1 1 1 0 0,0 0-1 0 0,1-1 1 0 0,0-1-1 0 0,1-1 37 0 0,-1 3-113 0 0,1 0 1 0 0,-1 1 0 0 0,1-1-1 0 0,-1 0 1 0 0,1 0-1 0 0,-1 0 1 0 0,1 0-1 0 0,-1 0 1 0 0,0 0 0 0 0,1 0-1 0 0,-1 0 1 0 0,1-3-1 0 0,-1 4 8 0 0,6-6-4 0 0,1 0-1 0 0,0 1 1 0 0,0 0-1 0 0,0 1 1 0 0,1-1-1 0 0,-1 2 1 0 0,1-1-1 0 0,15-3 1 0 0,-7 3-46 0 0,15-3 90 0 0,-26 6-49 0 0,-5 1-18 0 0,1 1 0 0 0,-1 0 0 0 0,1-1 1 0 0,-1 1-1 0 0,1-1 0 0 0,0 0 0 0 0,-1 1 1 0 0,1-1-1 0 0,0 0 0 0 0,-1 0 0 0 0,1 0 0 0 0,2 0 1 0 0,-3 0-7 0 0,4 1-11 0 0,13 9-8 0 0,-15-7-10 0 0,-2-2 31 0 0,0 0 14 0 0,0 0-1 0 0,0 0 1 0 0,-1 1-1 0 0,1-1 0 0 0,0 0 1 0 0,-1 1-1 0 0,1-1 1 0 0,-1 1-1 0 0,1-1 1 0 0,-1 1-1 0 0,0 1 1 0 0,1 1-7 0 0,1 0-16 0 0,-3 1 7 0 0,-1 15-19 0 0,1-15 36 0 0,0 0 23 0 0,-18 47 47 0 0,17-47-61 0 0,0 0 11 0 0,-17 40 106 0 0,17-41-145 0 0,6 2 2 0 0,-3-6 13 0 0,-1 1 0 0 0,0-1 0 0 0,0 1 1 0 0,0 0-1 0 0,0-1 0 0 0,0 1 0 0 0,1-1 1 0 0,-1 1-1 0 0,0-1 0 0 0,1 1 0 0 0,-1-1 0 0 0,0 1 1 0 0,1-1-1 0 0,-1 1 0 0 0,0-1 0 0 0,1 1 1 0 0,-1-1-1 0 0,1 0 0 0 0,-1 1 0 0 0,1-1 1 0 0,-1 0-1 0 0,1 1 0 0 0,-1-1 0 0 0,1 0 0 0 0,0 0 1 0 0,-1 1-1 0 0,1-1 0 0 0,-1 0 0 0 0,1 0 1 0 0,1 0-1 0 0,20 1-29 0 0,-17 0-16 0 0,1-1-35 0 0,3 0 76 0 0,-4 0-13 0 0,0 1 0 0 0,1-1 0 0 0,-1 1 0 0 0,0 0 0 0 0,0 0-1 0 0,0 0 1 0 0,0 1 0 0 0,0 0 0 0 0,0 0 0 0 0,0 0 0 0 0,-1 0 0 0 0,1 1 0 0 0,5 4-1 0 0,-8-6 22 0 0,-1-1-1 0 0,0 1 0 0 0,1 0 0 0 0,-1 0 0 0 0,0 0 0 0 0,1 0 0 0 0,-1 0 0 0 0,0 0 0 0 0,0 0 0 0 0,0 0 0 0 0,0 0 0 0 0,2 3 0 0 0,0 0 3 0 0,0-1 56 0 0,-2 2-15 0 0,4 13-9 0 0,-4-13-2 0 0,-8 18 43 0 0,4-19-60 0 0,-2 1-68 0 0,1 0-1 0 0,-1 0 1 0 0,0 0-1 0 0,-1-1 1 0 0,1 1-1 0 0,-1-1 1 0 0,1-1 0 0 0,-1 1-1 0 0,0-1 1 0 0,0 0-1 0 0,-8 2 1 0 0,-45 8-1015 0 0,56-13 980 0 0,1 1 1 0 0,-1-1 0 0 0,1 0 0 0 0,-1 0-1 0 0,0 0 1 0 0,1 0 0 0 0,-1 0 0 0 0,1 0-1 0 0,-1-1 1 0 0,-4-1 0 0 0,0 0-119 0 0,2 2 60 0 0,0-1 0 0 0,1 0-1 0 0,-1 0 1 0 0,1-1 0 0 0,-1 1-1 0 0,1-1 1 0 0,0 0 0 0 0,-1-1-1 0 0,1 1 1 0 0,0-1 0 0 0,-4-3-1 0 0,0 1-344 0 0,1 0-65 0 0,1-1 1 0 0,-1 1-1 0 0,1-1 1 0 0,0 0-1 0 0,0-1 0 0 0,1 1 1 0 0,0-1-1 0 0,0 0 1 0 0,1-1-1 0 0,-1 1 1 0 0,-2-9-1 0 0,-7-18-4115 0 0</inkml:trace>
</inkml:ink>
</file>

<file path=ppt/ink/ink3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3:45.1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58 35 3488 0 0,'0'0'8720'0'0,"-3"3"-8642"0"0,1-2-62 0 0,0 1-1 0 0,0 0 1 0 0,1 0-1 0 0,-1 0 1 0 0,1 0-1 0 0,0 0 0 0 0,0 0 1 0 0,0 0-1 0 0,0 0 1 0 0,0 0-1 0 0,0 1 1 0 0,0-1-1 0 0,1 0 0 0 0,-1 1 1 0 0,1-1-1 0 0,-1 0 1 0 0,1 1-1 0 0,0-1 1 0 0,0 1-1 0 0,0-1 0 0 0,1 5 1 0 0,8 34 16 0 0,-8-38 27 0 0,4-4-58 0 0,14-4 9 0 0,-15 3 14 0 0,12-22 85 0 0,-15 18-87 0 0,1-1-1 0 0,-1 0 1 0 0,-1 0 0 0 0,1 0-1 0 0,-1 1 1 0 0,-1-1-1 0 0,1 0 1 0 0,-1 0 0 0 0,-2-10-1 0 0,1 13 65 0 0,0 1-78 0 0,-9-10 5 0 0,8 9 11 0 0,-1 5-21 0 0,0-1 1 0 0,1 1 0 0 0,-1 0 0 0 0,1 0 0 0 0,0 1 0 0 0,-1-1 0 0 0,1 1 0 0 0,0-1 0 0 0,0 1 0 0 0,0 0 0 0 0,0 0 0 0 0,1 0 0 0 0,-1 1-1 0 0,0-1 1 0 0,1 1 0 0 0,0-1 0 0 0,-1 1 0 0 0,1 0 0 0 0,0 0 0 0 0,1 0 0 0 0,-1 0 0 0 0,0 0 0 0 0,1 0 0 0 0,-2 5 0 0 0,2-4 171 0 0,-2 20-206 0 0,2-19-16 0 0,3-1-111 0 0,0 0 69 0 0,0 0 0 0 0,1-1-1 0 0,-1 1 1 0 0,1-1 0 0 0,0 1-1 0 0,5 4 1 0 0,-5-6 15 0 0,3-2-119 0 0,17-1 168 0 0,-17 1 16 0 0,-6-1 6 0 0,0 1 2 0 0,0-1 1 0 0,0 1-1 0 0,0 0 0 0 0,1-1 0 0 0,-1 1 0 0 0,0 0 0 0 0,0-1 1 0 0,0 1-1 0 0,0 0 0 0 0,1-1 0 0 0,-1 1 0 0 0,0 0 0 0 0,0-1 1 0 0,1 1-1 0 0,-1 0 0 0 0,0 0 0 0 0,0-1 0 0 0,1 1 0 0 0,-1 0 1 0 0,0 0-1 0 0,1 0 0 0 0,-1-1 0 0 0,0 1 0 0 0,1 0 0 0 0,-1 0 1 0 0,1 0-1 0 0,0-1 1 0 0,0 1 1 0 0,0-1 0 0 0,0 1-1 0 0,0-1 1 0 0,0 0 0 0 0,0 1-1 0 0,0-1 1 0 0,0 0-1 0 0,0 0 1 0 0,0 0 0 0 0,-1 1-1 0 0,1-1 1 0 0,0 0 0 0 0,0-2-1 0 0,7-12 21 0 0,-6 11 63 0 0,-1-1-41 0 0,-1 1-12 0 0,0 0 1 0 0,0 0-1 0 0,0 0 0 0 0,0 0 0 0 0,-1 0 1 0 0,0 0-1 0 0,1 1 0 0 0,-4-8 1 0 0,2 8 87 0 0,-1 4-90 0 0,-5 5-2 0 0,1 0 0 0 0,0 0 1 0 0,0 1-1 0 0,1 0 0 0 0,-9 11 0 0 0,13-14-32 0 0,0 1 14 0 0,-7 12 25 0 0,7-13-25 0 0,2 1-23 0 0,-3 14 8 0 0,3-15 106 0 0,5 4-313 0 0,-5-8 212 0 0,0 1 0 0 0,0-1 0 0 0,0 1 0 0 0,0-1 1 0 0,0 0-1 0 0,0 1 0 0 0,0-1 0 0 0,0 1 0 0 0,1-1 0 0 0,-1 1 1 0 0,0-1-1 0 0,0 0 0 0 0,0 1 0 0 0,1-1 0 0 0,-1 0 1 0 0,0 1-1 0 0,1-1 0 0 0,-1 0 0 0 0,0 1 0 0 0,0-1 0 0 0,1 0 1 0 0,-1 1-1 0 0,1-1 0 0 0,-1 0 0 0 0,0 0 0 0 0,1 0 1 0 0,-1 1-1 0 0,1-1 0 0 0,-1 0 0 0 0,0 0 0 0 0,1 0 0 0 0,-1 0 1 0 0,1 0-1 0 0,-1 0 0 0 0,1 0 0 0 0,-1 0 0 0 0,1 0 1 0 0,2-2 4 0 0,15-4 52 0 0,-16 3-40 0 0,1-4 43 0 0,0 0 0 0 0,-1 1 0 0 0,1-1 0 0 0,-1 0-1 0 0,0-1 1 0 0,-1 1 0 0 0,1-13 0 0 0,-6 19-161 0 0,-12-3 103 0 0,12 3 58 0 0,2 2-52 0 0,-1 0 0 0 0,1 1 0 0 0,0-1 0 0 0,0 1 0 0 0,0 0 0 0 0,0 0 0 0 0,0 0 0 0 0,0 0-1 0 0,1 0 1 0 0,-1 0 0 0 0,1 0 0 0 0,-1 1 0 0 0,-1 2 0 0 0,1-2 7 0 0,2 2-12 0 0,-4 12 1 0 0,3-13 26 0 0,1-2-26 0 0,0-1 0 0 0,-1 1 0 0 0,1-1-1 0 0,0 1 1 0 0,0-1 0 0 0,1 1 0 0 0,-1-1-1 0 0,0 1 1 0 0,0-1 0 0 0,1 1 0 0 0,-1-1 0 0 0,2 3-1 0 0,-2-2 3 0 0,1 2 374 0 0,3-5-362 0 0,15-3 4 0 0,-14 3 60 0 0,-3-3-44 0 0,14-32 71 0 0,-15 32-102 0 0,-11 17 178 0 0</inkml:trace>
</inkml:ink>
</file>

<file path=ppt/ink/ink3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3:46.1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45 26 4936 0 0,'-3'-26'7845'0'0,"-1"30"-7624"0"0,1 0-184 0 0,0 0 1 0 0,0 0-1 0 0,1 0 0 0 0,0 0 1 0 0,-1 1-1 0 0,1-1 0 0 0,1 1 1 0 0,-1 0-1 0 0,1-1 0 0 0,-2 11 1 0 0,-5 64-2046 0 0,4 128 0 0 0,4-136-2317 0 0,0-30-707 0 0</inkml:trace>
</inkml:ink>
</file>

<file path=ppt/ink/ink3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3:46.6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1 4440 0 0,'0'0'7104'0'0,"-1"4"-6522"0"0,-11 46 763 0 0,-9 82-1 0 0,20-127-1340 0 0,1 1 40 0 0,-1 19-1 0 0,1-18-24 0 0,0-3 19 0 0,2 13-1 0 0,-1-12-7 0 0,0-1 3 0 0,1 0-28 0 0,0 1 1 0 0,1-1-1 0 0,-1 0 1 0 0,1 0-1 0 0,0 0 1 0 0,3 4-1 0 0,-4-6 45 0 0,3-1-37 0 0,1 1 10 0 0,1-1 1 0 0,0 0-1 0 0,0 0 0 0 0,11-1 1 0 0,-13-1 84 0 0,-2-2-34 0 0,31-25 514 0 0,-31 25-377 0 0,-1-1-19 0 0,17-28 848 0 0,-18 28-296 0 0,1 9-751 0 0,0-1-24 0 0,-1 1-1 0 0,1 0 1 0 0,-1 0-1 0 0,0 0 1 0 0,0 0 0 0 0,-1 0-1 0 0,0 0 1 0 0,0 0-1 0 0,0 0 1 0 0,0 0 0 0 0,-2 6-1 0 0,-6 46-1319 0 0,-2 0-1 0 0,-19 56 0 0 0,-20 40-6682 0 0,36-115 2309 0 0</inkml:trace>
</inkml:ink>
</file>

<file path=ppt/ink/ink3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3:51.2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17 4848 0 0,'0'0'3430'0'0,"-2"-4"-2198"0"0,2 3-1049 0 0,-1 0 1 0 0,1 0-1 0 0,0 1 0 0 0,-1-1 0 0 0,1 0 0 0 0,-1 0 0 0 0,1 1 0 0 0,-1-1 1 0 0,0 0-1 0 0,1 1 0 0 0,-1-1 0 0 0,0 1 0 0 0,1-1 0 0 0,-1 1 1 0 0,0-1-1 0 0,1 1 0 0 0,-3-1 0 0 0,-3 6 1451 0 0,3 15-1996 0 0,3 52-701 0 0,11 80 1 0 0,1 43-5994 0 0,-12-139 2198 0 0</inkml:trace>
</inkml:ink>
</file>

<file path=ppt/ink/ink3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3:51.8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103 4 3876 0 0,'0'0'1741'0'0,"-4"-1"-363"0"0,-15-1-279 0 0,14 1-174 0 0,1 4-96 0 0,-1 0-606 0 0,0 0 0 0 0,0 0 0 0 0,0 0 0 0 0,1 1 0 0 0,-1 0 0 0 0,1 0 1 0 0,0 0-1 0 0,0 1 0 0 0,1-1 0 0 0,-1 1 0 0 0,1 0 0 0 0,0 0 0 0 0,0 0 1 0 0,0 0-1 0 0,1 0 0 0 0,0 1 0 0 0,0-1 0 0 0,-2 10 0 0 0,3-11 20 0 0,2 3-29 0 0,-1-1-162 0 0,1 0 0 0 0,0 1 0 0 0,0-1 0 0 0,0 0 0 0 0,1 0 0 0 0,0 0 0 0 0,0 0 0 0 0,1 0 0 0 0,-1 0 0 0 0,1-1 0 0 0,0 1 0 0 0,1-1 0 0 0,0 0 0 0 0,-1 0 0 0 0,2 0-1 0 0,-1 0 1 0 0,5 4 0 0 0,72 42 56 0 0,-78-49-95 0 0,-3-2-12 0 0,0 1-1 0 0,0-1 1 0 0,0 1-1 0 0,1-1 0 0 0,-1 0 1 0 0,0 1-1 0 0,0-1 1 0 0,1 1-1 0 0,-1-1 1 0 0,0 1-1 0 0,1-1 1 0 0,-1 0-1 0 0,1 1 1 0 0,-1-1-1 0 0,0 0 1 0 0,1 1-1 0 0,-1-1 1 0 0,1 0-1 0 0,-1 0 1 0 0,1 1-1 0 0,-1-1 1 0 0,1 0-1 0 0,-1 0 0 0 0,1 0 1 0 0,-1 0-1 0 0,1 1 1 0 0,0-1 0 0 0,-1 0 0 0 0,1 0-1 0 0,-1 0 1 0 0,1 0 0 0 0,-1 0 0 0 0,1 0 0 0 0,-1 1 0 0 0,1-1 0 0 0,-1 0-1 0 0,1 0 1 0 0,-1 1 0 0 0,0-1 0 0 0,1 0 0 0 0,-1 1 0 0 0,1-1 0 0 0,-1 0 0 0 0,0 1-1 0 0,1-1 1 0 0,-1 1 0 0 0,0-1 0 0 0,1 0 0 0 0,-1 1 0 0 0,0-1 0 0 0,0 1-1 0 0,0-1 1 0 0,1 2 0 0 0,-1-2 4 0 0,0 0 0 0 0,0 1 1 0 0,0-1-1 0 0,0 0 0 0 0,0 1 0 0 0,0-1 0 0 0,0 1 0 0 0,0-1 0 0 0,0 0 0 0 0,0 1 1 0 0,0-1-1 0 0,1 0 0 0 0,-1 1 0 0 0,0-1 0 0 0,0 0 0 0 0,0 1 0 0 0,1-1 1 0 0,-1 0-1 0 0,0 0 0 0 0,0 1 0 0 0,1-1 0 0 0,-1 0 0 0 0,0 0 0 0 0,1 1 0 0 0,-1-1 1 0 0,0 0-1 0 0,1 0 0 0 0,0 1 5 0 0,-1-1 0 0 0,1 0 0 0 0,-1 1 0 0 0,0-1 0 0 0,1 0 0 0 0,-1 1 0 0 0,1-1 0 0 0,-1 0 0 0 0,0 1 0 0 0,1-1 0 0 0,-1 1 1 0 0,0-1-1 0 0,1 1 0 0 0,-1-1 0 0 0,0 1 0 0 0,0-1 0 0 0,1 1 0 0 0,-1-1 0 0 0,0 1 0 0 0,0 0 0 0 0,0-1 0 0 0,0 1 0 0 0,0-1 0 0 0,0 1 0 0 0,0-1 0 0 0,0 1 0 0 0,0 0 0 0 0,0-1 0 0 0,0 1 0 0 0,0 0 0 0 0,-1 17 61 0 0,0-13-18 0 0,-2-1-9 0 0,-5 3-276 0 0,0-1-1 0 0,0 0 0 0 0,-1 0 1 0 0,-17 9-1 0 0,22-13-474 0 0,-2-1-93 0 0,-20 2-104 0 0,20-2-198 0 0,0-2 41 0 0,-18-1-169 0 0,19 1-189 0 0,0-1-6 0 0,-12-6-943 0 0</inkml:trace>
</inkml:ink>
</file>

<file path=ppt/ink/ink3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3:52.0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1 251 2696 0 0,'14'-18'1264'0'0,"0"0"-304"0"0,1-2-175 0 0,1 2-233 0 0,0 0-176 0 0,1 0-200 0 0,1 0-140 0 0,-1 0-184 0 0,2-1-288 0 0,-1-3-477 0 0,1 1 49 0 0,0 0-572 0 0,0 0-1572 0 0</inkml:trace>
</inkml:ink>
</file>

<file path=ppt/ink/ink3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3:54.9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62 19 3196 0 0,'0'0'8217'0'0,"-3"3"-8080"0"0,0 1-71 0 0,1 0-1 0 0,0 1 0 0 0,0-1 0 0 0,0 0 0 0 0,0 1 0 0 0,1 0 0 0 0,-1-1 0 0 0,1 1 0 0 0,0 0 1 0 0,1-1-1 0 0,-1 1 0 0 0,1 0 0 0 0,0 0 0 0 0,0 0 0 0 0,2 9 0 0 0,-2 5 29 0 0,19-12-35 0 0,-15-6 16 0 0,-1-3-22 0 0,5-6 27 0 0,-1-1 0 0 0,0 0 0 0 0,0-1 1 0 0,4-10-1 0 0,-8 16-22 0 0,-2-1-4 0 0,1 0 0 0 0,-1 0 0 0 0,1 0 1 0 0,-1 0-1 0 0,-1 0 0 0 0,1-1 0 0 0,-1-9 65 0 0,-2 12-141 0 0,2 2 28 0 0,-1 0 0 0 0,0 0 1 0 0,0 0-1 0 0,0 0 0 0 0,1 0 0 0 0,-1 0 0 0 0,0 0 1 0 0,0 0-1 0 0,0 0 0 0 0,0 1 0 0 0,0-1 0 0 0,-1 0 1 0 0,1 1-1 0 0,0-1 0 0 0,0 1 0 0 0,0-1 1 0 0,-1 1-1 0 0,1 0 0 0 0,0-1 0 0 0,0 1 0 0 0,-1 0 1 0 0,1 0-1 0 0,0 0 0 0 0,-1 0 0 0 0,1 0 0 0 0,0 0 1 0 0,0 0-1 0 0,-1 0 0 0 0,1 1 0 0 0,0-1 0 0 0,-1 0 1 0 0,1 1-1 0 0,0-1 0 0 0,0 1 0 0 0,0-1 1 0 0,0 1-1 0 0,0 0 0 0 0,-1 0 0 0 0,1-1 0 0 0,-1 2 1 0 0,-5 5 15 0 0,-1 1-1 0 0,1-1 1 0 0,0 2 0 0 0,1-1 0 0 0,-10 16 0 0 0,6 0-22 0 0,3-1 11 0 0,6-18-11 0 0,0 4 7 0 0,1-5-15 0 0,0 0 0 0 0,0 0 0 0 0,1 1 0 0 0,-1-1 0 0 0,1 0 0 0 0,1 7 0 0 0,0-7-21 0 0,2-6-38 0 0,15-4 31 0 0,-14 4-58 0 0,-5 2 89 0 0,0-1 4 0 0,0 1 1 0 0,0-1-1 0 0,0 1 0 0 0,0-1 0 0 0,0 1 1 0 0,0-1-1 0 0,0 1 0 0 0,0-1 0 0 0,0 1 1 0 0,1-1-1 0 0,-1 1 0 0 0,0-1 0 0 0,0 1 1 0 0,1-1-1 0 0,-1 1 0 0 0,0-1 0 0 0,1 1 1 0 0,-1 0-1 0 0,0-1 0 0 0,1 1 0 0 0,-1 0 1 0 0,0-1-1 0 0,1 1 0 0 0,0-1 5 0 0,0 0 0 0 0,0 0 0 0 0,0 0-1 0 0,0 0 1 0 0,0 0 0 0 0,0 0 0 0 0,0 0 0 0 0,-1 0 0 0 0,1 0-1 0 0,-1 0 1 0 0,1 0 0 0 0,-1 0 0 0 0,1-1 0 0 0,0-1 0 0 0,6-48 95 0 0,-7 46 184 0 0,-1 1-233 0 0,-2-15-22 0 0,2 14 73 0 0,-1 5-151 0 0,1 1 54 0 0,0-1-1 0 0,-1 0 1 0 0,1 1 0 0 0,0-1-1 0 0,-1 1 1 0 0,1-1 0 0 0,0 1-1 0 0,-1-1 1 0 0,1 1-1 0 0,0 0 1 0 0,-2 1 0 0 0,0 0 3 0 0,-1 0 14 0 0,2 1-22 0 0,-6 12-53 0 0,6-12 75 0 0,0 1 10 0 0,0 1-31 0 0,1 1 0 0 0,0 0 0 0 0,0-1 0 0 0,1 1 0 0 0,-1 8 0 0 0,2-9 87 0 0,19-12-64 0 0,-16 6 82 0 0,-2-3-63 0 0,13-36 387 0 0,-15 36-81 0 0,-12 15-239 0 0</inkml:trace>
</inkml:ink>
</file>

<file path=ppt/ink/ink3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3:55.9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49 5360 0 0,'0'0'1957'0'0,"-1"-5"-313"0"0,-6-14-343 0 0,5 14 459 0 0,-1-1-921 0 0,-5-7 965 0 0,6 20-1803 0 0,0 0 0 0 0,0 0 0 0 0,1 1-1 0 0,0-1 1 0 0,0 0 0 0 0,0 1 0 0 0,2 13-1 0 0,7 67-847 0 0,-3-48 258 0 0,7 72-1174 0 0,7 83-4973 0 0,-17-148 2040 0 0</inkml:trace>
</inkml:ink>
</file>

<file path=ppt/ink/ink3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3:56.4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171 44 3264 0 0,'-2'-3'2010'0'0,"-25"-25"1910"0"0,25 25-2978 0 0,-3 1-150 0 0,-15-4-89 0 0,15 4-38 0 0,0 3-24 0 0,0 0-517 0 0,1 1 0 0 0,0-1 0 0 0,-1 1 1 0 0,1 0-1 0 0,0 0 0 0 0,0 0 0 0 0,0 1 0 0 0,0-1 0 0 0,1 1 0 0 0,-1 0 0 0 0,1 0 0 0 0,-1 0 0 0 0,1 1 0 0 0,0-1 0 0 0,1 1 1 0 0,-1 0-1 0 0,-2 4 0 0 0,-1 6-29 0 0,0 0 0 0 0,1 0-1 0 0,0 1 1 0 0,2-1 0 0 0,-1 1 0 0 0,2 0 0 0 0,0 0 0 0 0,1 0 0 0 0,1 25 0 0 0,-1-17-98 0 0,0 0-91 0 0,3-2 13 0 0,2-4-77 0 0,-3-9-23 0 0,0 0 0 0 0,1 0 0 0 0,1 0 0 0 0,-1 0 0 0 0,1-1 0 0 0,1 1 0 0 0,-1-1 0 0 0,1 0 0 0 0,0 0 0 0 0,1 0 0 0 0,7 9 0 0 0,-9-14-66 0 0,2-1 37 0 0,16 2 56 0 0,-16-2 60 0 0,1-2 83 0 0,-2 0 42 0 0,0 0-5 0 0,0 0 1 0 0,0 0-1 0 0,0 0 1 0 0,0 0-1 0 0,0-1 1 0 0,0 0-1 0 0,0 1 1 0 0,-1-1-1 0 0,1-1 0 0 0,-1 1 1 0 0,0 0-1 0 0,1-1 1 0 0,4-5-1 0 0,-2 0 21 0 0,-1 0-1 0 0,0 0 0 0 0,0-1 1 0 0,-1 1-1 0 0,0-1 1 0 0,0 0-1 0 0,-1-1 0 0 0,0 1 1 0 0,3-18-1 0 0,-6 22 12 0 0,-1-1-26 0 0,-4-18-30 0 0,4 18-67 0 0,-1 2-96 0 0,-1 0 27 0 0,0 1 0 0 0,0 0 0 0 0,0 0 0 0 0,0 0 0 0 0,-1 0 0 0 0,1 1 0 0 0,-1-1 0 0 0,1 1 0 0 0,-8-4 0 0 0,6 4-381 0 0,-1 3-67 0 0,-18 0-194 0 0,17-1-359 0 0,1 1-313 0 0,-18 2 20 0 0,18-2-926 0 0</inkml:trace>
</inkml:ink>
</file>

<file path=ppt/ink/ink3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3:58.6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0 3040 0 0,'0'0'9592'0'0,"-4"2"-9308"0"0,-17 5 381 0 0,21-3-437 0 0,-2 5-113 0 0,0 0-1 0 0,1 0 0 0 0,0 0 1 0 0,0 0-1 0 0,1 1 0 0 0,1-1 1 0 0,0 0-1 0 0,0 0 0 0 0,3 10 1 0 0,-4-15-122 0 0,2-4-6 0 0,-1 0 12 0 0,0-1-1 0 0,1 1 1 0 0,-1-1 0 0 0,0 1-1 0 0,1-1 1 0 0,-1 0 0 0 0,0 1 0 0 0,0-1-1 0 0,0 0 1 0 0,0 0 0 0 0,0 0 0 0 0,0 0-1 0 0,0 0 1 0 0,0 0 0 0 0,0 0 0 0 0,0 0-1 0 0,0 0 1 0 0,-1 0 0 0 0,1 0 0 0 0,0-1-1 0 0,-1 1 1 0 0,1 0 0 0 0,-1 0 0 0 0,1-1-1 0 0,-1-1 1 0 0,10-43 178 0 0,-8 28-116 0 0,-1 13 616 0 0,-24 15-564 0 0,23-8-111 0 0,0-1-1 0 0,0 1 1 0 0,0-1 0 0 0,0 1-1 0 0,-1-1 1 0 0,1 0-1 0 0,0 1 1 0 0,-1-1 0 0 0,0 1-1 0 0,1-1 1 0 0,-1 0 0 0 0,-1 3-1 0 0,1-2 5 0 0,-1 3 20 0 0,2-1-26 0 0,-3 77-749 0 0,8-81 905 0 0,15-1 9 0 0,-15 0 209 0 0,-5 0-350 0 0,0 0 0 0 0,1-1 0 0 0,-1 1 1 0 0,1 0-1 0 0,-1 0 0 0 0,1 0 0 0 0,0-1 0 0 0,-1 1 1 0 0,1 0-1 0 0,0 0 0 0 0,0 0 0 0 0,1-2 0 0 0,0 1 30 0 0,1-2 122 0 0,-2 0-4 0 0,11-41 351 0 0,-11 40-249 0 0,-1 1-217 0 0,2-16-8 0 0,-1 15 188 0 0,-5 6-216 0 0,-14 2-31 0 0,14-2-27 0 0,4 1-71 0 0,-1 0 71 0 0,1 0 1 0 0,-1 1-1 0 0,0-1 1 0 0,1 0-1 0 0,-1 0 0 0 0,0 0 1 0 0,0 0-1 0 0,-3 3 0 0 0,-4 15-499 0 0,12-22 503 0 0,-1 0 54 0 0,0 1 0 0 0,-1-1 0 0 0,1 0 0 0 0,-1-1 0 0 0,1 1 0 0 0,-1 0 0 0 0,0-1 0 0 0,0 1 1 0 0,0-1-1 0 0,0 0 0 0 0,-1 1 0 0 0,1-1 0 0 0,-1 0 0 0 0,1 0 0 0 0,-1 0 0 0 0,0 0 0 0 0,1-6 1 0 0,-1 5 365 0 0,-6 5-364 0 0,-17 4 31 0 0,12 17-62 0 0,8-19-8 0 0,-2 9 222 0 0,15-20-83 0 0,-7 6-28 0 0,-5-3-2548 0 0,1 0 1892 0 0,0-4 164 0 0</inkml:trace>
</inkml:ink>
</file>

<file path=ppt/ink/ink3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4:00.9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1 4828 0 0,'0'0'5524'0'0,"-1"4"-4748"0"0,-3 5-384 0 0,2 1 0 0 0,-1 0 0 0 0,1 0 0 0 0,1-1 0 0 0,-1 1-1 0 0,2 0 1 0 0,0 15 0 0 0,7 83 258 0 0,-4-76-478 0 0,10 305-2999 0 0,-24-113-5036 0 0,8-188 3508 0 0</inkml:trace>
</inkml:ink>
</file>

<file path=ppt/ink/ink3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4:01.2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96 3224 0 0,'5'-21'2046'0'0,"-4"17"972"0"0,0-1-2049 0 0,3-15-170 0 0,-3 16-121 0 0,2 0-73 0 0,24-27 1535 0 0,-23 28-1574 0 0,0 2-148 0 0,15-1-87 0 0,-14 2-36 0 0,1 1-57 0 0,4 2-169 0 0,0 1 0 0 0,-1 0 0 0 0,1 0 1 0 0,-1 1-1 0 0,0 0 0 0 0,0 1 0 0 0,-1-1 0 0 0,0 2 1 0 0,10 8-1 0 0,-5 1-245 0 0,0 0 0 0 0,-1 1 0 0 0,0 0 0 0 0,-2 1 0 0 0,0 0 0 0 0,13 35 0 0 0,-17-39-433 0 0,-5-12 553 0 0,0 0 0 0 0,0 0 0 0 0,0 1 0 0 0,-1-1 0 0 0,1 0 0 0 0,-1 0-1 0 0,1 0 1 0 0,-1 0 0 0 0,0 0 0 0 0,0 1 0 0 0,0-1 0 0 0,0 3 0 0 0,0 6-535 0 0,1-3 333 0 0,-1-4 107 0 0,0-1 0 0 0,1 0 1 0 0,-1 1-1 0 0,0-1 0 0 0,-1 1 1 0 0,1-1-1 0 0,-1 0 0 0 0,-1 5 1 0 0,1 0-77 0 0,-6 32-1535 0 0,-7-7-2753 0 0,1-10-185 0 0</inkml:trace>
</inkml:ink>
</file>

<file path=ppt/ink/ink3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4:01.4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1 311 2660 0 0,'0'0'3053'0'0,"8"-30"-1461"0"0,12 8-912 0 0,-3 7-152 0 0,4 0-84 0 0,0 0-92 0 0,5-1-80 0 0,6-2-136 0 0,1 0-88 0 0,2-3-196 0 0,3 1-220 0 0,0-1-244 0 0,3-2-460 0 0,-7-3-108 0 0,5 1-897 0 0,-3-1-2191 0 0</inkml:trace>
</inkml:ink>
</file>

<file path=ppt/ink/ink3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4:03.7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 51 4236 0 0,'-3'-4'1959'0'0,"-8"-11"-375"0"0,8 11-296 0 0,-10-11 512 0 0,10 12-50 0 0,3 2-1688 0 0,-1 0-1 0 0,0 1 1 0 0,1-1 0 0 0,-1 0-1 0 0,1 1 1 0 0,-1-1-1 0 0,0 1 1 0 0,0-1 0 0 0,1 0-1 0 0,-1 1 1 0 0,0 0-1 0 0,0-1 1 0 0,0 1 0 0 0,1 0-1 0 0,-1-1 1 0 0,0 1-1 0 0,0 0 1 0 0,0 0 0 0 0,0-1-1 0 0,0 1 1 0 0,0 0-1 0 0,0 0 1 0 0,0 0 0 0 0,-1 1-1 0 0,0 22-213 0 0,0 1 0 0 0,1 0 1 0 0,1 0-1 0 0,1 0 0 0 0,7 38 0 0 0,-3-22-533 0 0,7 85-2151 0 0,-8-39-1983 0 0,-3-41-47 0 0</inkml:trace>
</inkml:ink>
</file>

<file path=ppt/ink/ink3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4:04.3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137 326 2888 0 0,'1'-4'1489'0'0,"10"-70"3624"0"0,-11 68-4460 0 0,-1 1-71 0 0,-4-14-47 0 0,4 14-20 0 0,-1 2-21 0 0,-7-11 40 0 0,6 11-102 0 0,0 2-43 0 0,0 0-313 0 0,-1 0 1 0 0,1 0-1 0 0,0 0 1 0 0,0 1-1 0 0,0 0 1 0 0,0 0-1 0 0,-1 0 1 0 0,1 0-1 0 0,0 0 1 0 0,0 0-1 0 0,0 1 1 0 0,0-1-1 0 0,0 1 1 0 0,-1 0-1 0 0,1 0 1 0 0,1 0-1 0 0,-1 1 1 0 0,0-1-1 0 0,0 1 0 0 0,0 0 1 0 0,1-1-1 0 0,-1 1 1 0 0,1 0-1 0 0,-4 4 1 0 0,1-1-40 0 0,0-1-1 0 0,1 1 1 0 0,0 0 0 0 0,0 0 0 0 0,1 0-1 0 0,-1 0 1 0 0,1 1 0 0 0,0 0 0 0 0,1-1-1 0 0,-1 1 1 0 0,-2 11 0 0 0,4-12-12 0 0,2 1-18 0 0,-1-1-8 0 0,0 0-13 0 0,1 0-1 0 0,-1-1 0 0 0,1 1 0 0 0,0 0 0 0 0,0 0 0 0 0,1-1 0 0 0,-1 1 1 0 0,1-1-1 0 0,0 1 0 0 0,0-1 0 0 0,5 7 0 0 0,37 38-362 0 0,64 42-1142 0 0,-105-88 1412 0 0,0 1 37 0 0,-2-3 74 0 0,0 0 3 0 0,0 0 1 0 0,0 0-1 0 0,0 0 1 0 0,0 0 0 0 0,0 0-1 0 0,0 0 1 0 0,0 1-1 0 0,0-1 1 0 0,-1 0-1 0 0,1 1 1 0 0,0-1 0 0 0,0 3-1 0 0,-1-2 62 0 0,-1 0 0 0 0,1 0-1 0 0,0 0 1 0 0,-1 0-1 0 0,1 0 1 0 0,-1 0 0 0 0,0 0-1 0 0,0 0 1 0 0,0 0 0 0 0,0 0-1 0 0,0-1 1 0 0,0 1-1 0 0,0 0 1 0 0,-1-1 0 0 0,1 1-1 0 0,-1-1 1 0 0,1 1 0 0 0,-1-1-1 0 0,-2 2 1 0 0,3-2-88 0 0,-2 2 361 0 0,-3-2 4 0 0,-44 4 919 0 0,45-5-1041 0 0,0-3-37 0 0,-12-8-46 0 0,12 9-49 0 0,3-4-65 0 0,0-1-78 0 0,1 0 1 0 0,-1-1-1 0 0,1 1 0 0 0,0 0 0 0 0,1 0 1 0 0,0-1-1 0 0,0 1 0 0 0,0 0 0 0 0,1 0 1 0 0,3-12-1 0 0,4-10-563 0 0,2 1 0 0 0,1 1 1 0 0,1-1-1 0 0,22-33 0 0 0,72-98-3835 0 0,-71 109 2445 0 0,-4 9-833 0 0,-1 1-2043 0 0</inkml:trace>
</inkml:ink>
</file>

<file path=ppt/ink/ink3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4:06.2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30 3668 0 0,'2'-30'11695'0'0,"-1"38"-11633"0"0,50 627-10892 0 0,-51-574 6275 0 0</inkml:trace>
</inkml:ink>
</file>

<file path=ppt/ink/ink3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4:06.8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149 123 2660 0 0,'19'-47'4829'0'0,"-17"42"-4093"0"0,0-18 539 0 0,-2 18-207 0 0,-2 0-628 0 0,-5-16 2 0 0,5 16 12 0 0,-1 3 18 0 0,-13-5 74 0 0,13 5 117 0 0,-3 2-175 0 0,0 1-386 0 0,0 0 1 0 0,0 0-1 0 0,0 1 1 0 0,0-1-1 0 0,0 2 1 0 0,0-1-1 0 0,0 1 1 0 0,1-1-1 0 0,-1 1 1 0 0,1 1-1 0 0,0-1 1 0 0,0 1-1 0 0,0 0 1 0 0,0 0-1 0 0,1 1 1 0 0,-1-1 0 0 0,1 1-1 0 0,0 0 1 0 0,1 0-1 0 0,-1 1 1 0 0,-3 7-1 0 0,4-8-108 0 0,1 0 0 0 0,0 1 0 0 0,0-1 0 0 0,0 0 0 0 0,1 0 0 0 0,0 1-1 0 0,-1 6 1 0 0,1-3-44 0 0,0-4-94 0 0,1 1-40 0 0,1 2 69 0 0,0-1 0 0 0,0 1 0 0 0,1 0 0 0 0,3 10-1 0 0,-3-14-100 0 0,-1-3 193 0 0,-1 1 0 0 0,1-1 0 0 0,0 1 0 0 0,0-1-1 0 0,0 0 1 0 0,-1 1 0 0 0,2-1 0 0 0,-1 0 0 0 0,0 1 0 0 0,0-1-1 0 0,0 0 1 0 0,2 1 0 0 0,-2-1-8 0 0,1 2-97 0 0,2 0 38 0 0,11 5 36 0 0,-11-5 36 0 0,2-4 57 0 0,16 0 9 0 0,-17 1 1 0 0,0-2-9 0 0,35-23 292 0 0,-36 22-140 0 0,5-3 124 0 0,3-4 182 0 0,-11 9-488 0 0,-1 1 0 0 0,1-1 0 0 0,0 0 1 0 0,0 1-1 0 0,0-1 0 0 0,0 1 0 0 0,-1 0 1 0 0,1-1-1 0 0,0 1 0 0 0,0 0 0 0 0,0-1 0 0 0,0 1 1 0 0,0 0-1 0 0,0 0 0 0 0,0 0 0 0 0,0 0 0 0 0,0 0 1 0 0,0 0-1 0 0,0 0 0 0 0,0 0 0 0 0,0 0 0 0 0,0 0 1 0 0,0 1-1 0 0,0-1 0 0 0,0 0 0 0 0,0 1 1 0 0,0-1-1 0 0,-1 0 0 0 0,1 1 0 0 0,0 0 0 0 0,0-1 1 0 0,0 1-1 0 0,-1-1 0 0 0,1 1 0 0 0,0 0 0 0 0,-1-1 1 0 0,1 1-1 0 0,0 0 0 0 0,-1 0 0 0 0,1 0 1 0 0,-1-1-1 0 0,1 1 0 0 0,0 2 0 0 0,5 14-340 0 0,0 0 0 0 0,-1 0 0 0 0,0 1 0 0 0,-2 0 0 0 0,3 28 0 0 0,-2 101-2189 0 0,-3-80 491 0 0,-6 35-3561 0 0,2-72 1295 0 0</inkml:trace>
</inkml:ink>
</file>

<file path=ppt/ink/ink3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4:09.0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43 5629 0 0,'-3'-5'1705'0'0,"-7"-12"-266"0"0,7 12-248 0 0,1 3-316 0 0,-7-9-184 0 0,6 8 862 0 0,1 6-1133 0 0,0 2-342 0 0,0-1-1 0 0,0 1 0 0 0,0 0 1 0 0,1 0-1 0 0,0 0 1 0 0,0 0-1 0 0,0 0 1 0 0,0 0-1 0 0,1 0 0 0 0,0 0 1 0 0,0 0-1 0 0,0 0 1 0 0,2 7-1 0 0,16 80-120 0 0,-11-60-96 0 0,45 249-3128 0 0,-29-95-2637 0 0,-19-121 710 0 0</inkml:trace>
</inkml:ink>
</file>

<file path=ppt/ink/ink3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4:09.2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68 5008 0 0,'0'-31'1759'0'0,"0"24"810"0"0,0 2-1616 0 0,1 0-635 0 0,0-14 2854 0 0,2 21-2788 0 0,0 0-330 0 0,0-1-1 0 0,-1 1 0 0 0,1 0 0 0 0,-1 0 1 0 0,1 0-1 0 0,-1 1 0 0 0,0-1 0 0 0,0 0 1 0 0,0 1-1 0 0,0-1 0 0 0,-1 1 0 0 0,1 0 1 0 0,-1-1-1 0 0,1 1 0 0 0,-1 0 1 0 0,0 0-1 0 0,1 5 0 0 0,12 37-746 0 0,12 68-1 0 0,-4-12-2545 0 0,-22-96 2913 0 0,7 27-1104 0 0,4-8-3529 0 0,2-5 1218 0 0</inkml:trace>
</inkml:ink>
</file>

<file path=ppt/ink/ink3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4:09.6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40 144 4492 0 0,'1'-4'1701'0'0,"4"-15"-251"0"0,-4 15 2577 0 0,-3 1-3311 0 0,2 2-660 0 0,0 1-1 0 0,0-1 1 0 0,-1 1 0 0 0,1-1 0 0 0,0 1-1 0 0,0-1 1 0 0,-1 1 0 0 0,1-1 0 0 0,-1 1-1 0 0,1 0 1 0 0,0-1 0 0 0,-1 1 0 0 0,1 0-1 0 0,-1-1 1 0 0,1 1 0 0 0,0 0 0 0 0,-1 0-1 0 0,1-1 1 0 0,-1 1 0 0 0,1 0 0 0 0,-1 0-1 0 0,1 0 1 0 0,-1 0 0 0 0,1 0 0 0 0,-1-1 0 0 0,0 1-1 0 0,1 0 1 0 0,-1 0 0 0 0,0 1 0 0 0,-11 9 832 0 0,11-8-1031 0 0,-2 1 396 0 0,-13 79 683 0 0,16-77-878 0 0,1 2-28 0 0,7 46 73 0 0,-6-49-130 0 0,0 1-33 0 0,23 36-198 0 0,-23-38 185 0 0,3-2-90 0 0,14 2 93 0 0,-15-2-14 0 0,15-11 180 0 0,-16 8-85 0 0,0 0-1 0 0,0 0 1 0 0,0-1-1 0 0,0 1 1 0 0,-1-1-1 0 0,1 0 0 0 0,-1 0 1 0 0,1 0-1 0 0,-1 0 1 0 0,0 0-1 0 0,1-5 1 0 0,-1 5-29 0 0,1-1-40 0 0,-1-1 0 0 0,0 0 0 0 0,0 0 0 0 0,0-1 0 0 0,-1 1 0 0 0,0 0 0 0 0,0-1 0 0 0,0 1 0 0 0,0 0 0 0 0,-1-6 0 0 0,0 5-35 0 0,3-28-774 0 0,-5 7 15 0 0,-5-54-1963 0 0,1 21-3170 0 0,5 54 1622 0 0</inkml:trace>
</inkml:ink>
</file>

<file path=ppt/ink/ink3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4:03.0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1 110 2832 0 0,'0'0'4617'0'0,"1"-4"-3568"0"0,-1 4-967 0 0,0-1-1 0 0,0 1 0 0 0,0-1 1 0 0,0 1-1 0 0,0-1 0 0 0,0 1 1 0 0,0-1-1 0 0,1 1 1 0 0,-1-1-1 0 0,0 1 0 0 0,0-1 1 0 0,0 1-1 0 0,0 0 1 0 0,1-1-1 0 0,-1 1 0 0 0,0-1 1 0 0,1 1-1 0 0,-1-1 1 0 0,0 1-1 0 0,1 0 0 0 0,-1-1 1 0 0,0 1-1 0 0,1 0 1 0 0,-1 0-1 0 0,1-1 0 0 0,-1 1 1 0 0,0 0-1 0 0,1 0 1 0 0,-1-1-1 0 0,1 1 0 0 0,-1 0 1 0 0,1 0-1 0 0,-1 0 0 0 0,1 0 1 0 0,-1 0-1 0 0,1 0 1 0 0,-1 0-1 0 0,1 0 0 0 0,-1 0 1 0 0,1 0-1 0 0,-1 0 1 0 0,1 0-1 0 0,-1 0 0 0 0,1 0 1 0 0,-1 0-1 0 0,1 0 1 0 0,-1 1-1 0 0,0-1 0 0 0,1 0 1 0 0,-1 0-1 0 0,1 1 1 0 0,-1-1-1 0 0,1 0 0 0 0,-1 1 1 0 0,0-1-1 0 0,1 0 1 0 0,-1 1-1 0 0,0-1 0 0 0,1 0 1 0 0,-1 1-1 0 0,0-1 0 0 0,0 1 1 0 0,1 0-1 0 0,2 1-101 0 0,0 1-16 0 0,-2-2 38 0 0,0-1 1 0 0,0 1 0 0 0,0 0-1 0 0,1 0 1 0 0,-1-1 0 0 0,0 1-1 0 0,0 0 1 0 0,1-1 0 0 0,-1 1-1 0 0,0-1 1 0 0,1 0 0 0 0,-1 0-1 0 0,1 1 1 0 0,-1-1 0 0 0,0 0-1 0 0,1 0 1 0 0,-1 0 0 0 0,1 0-1 0 0,-1 0 1 0 0,1-1 0 0 0,-1 1-1 0 0,0 0 1 0 0,1-1 0 0 0,1 0-1 0 0,1 0 88 0 0,-2-3-49 0 0,14-36 98 0 0,-15 35-109 0 0,-1 0-7 0 0,0-15 14 0 0,0 15 167 0 0,-1 1-139 0 0,-2-18 684 0 0,-1 21-612 0 0,-18-3 192 0 0,8 19-81 0 0,11-12-128 0 0,1 0-28 0 0,-6 10-12 0 0,6-9-19 0 0,0-1-8 0 0,-7 40-659 0 0,9-39 415 0 0,17 4-565 0 0,-15-6 709 0 0,2 0-89 0 0,1-3-128 0 0,16-1 170 0 0,-16 2 89 0 0,-2-2 51 0 0,26-21 336 0 0,-26 20-53 0 0,9-18 758 0 0,-12 19-1027 0 0,-1 0-1 0 0,1 0 1 0 0,-1 0-1 0 0,0 0 1 0 0,1 0-1 0 0,-1 1 1 0 0,0-1-1 0 0,0 0 1 0 0,0 1-1 0 0,-2-3 1 0 0,2 4-50 0 0,1 0 0 0 0,-1 0 1 0 0,0 0-1 0 0,1 0 0 0 0,-1 0 1 0 0,1 0-1 0 0,-1 0 0 0 0,0 0 1 0 0,1 0-1 0 0,-1 0 0 0 0,1 0 0 0 0,-1 0 1 0 0,0 0-1 0 0,1 1 0 0 0,-1-1 1 0 0,1 0-1 0 0,-1 0 0 0 0,1 1 1 0 0,-1-1-1 0 0,1 0 0 0 0,-1 1 0 0 0,0 0 1 0 0,-11 3 251 0 0,10-3-252 0 0,1 0 0 0 0,-1-1 0 0 0,1 1 0 0 0,0 0 0 0 0,-1-1 0 0 0,1 1 0 0 0,0 0 0 0 0,-1 0 0 0 0,1 0 0 0 0,0 0 0 0 0,0 0 0 0 0,-1 2 0 0 0,1-2 6 0 0,-3 2 74 0 0,4-3-85 0 0,0 1-1 0 0,0-1 0 0 0,0 1 0 0 0,0-1 1 0 0,-1 1-1 0 0,1-1 0 0 0,0 1 0 0 0,0-1 1 0 0,0 0-1 0 0,-1 1 0 0 0,1-1 0 0 0,0 1 1 0 0,0-1-1 0 0,-1 0 0 0 0,1 1 0 0 0,0-1 1 0 0,-1 0-1 0 0,1 1 0 0 0,0-1 0 0 0,-1 0 1 0 0,1 1-1 0 0,-1-1 0 0 0,1 0 0 0 0,-1 0 1 0 0,0 1-1 0 0,1-1-26 0 0,-1 0-1 0 0,1 0 1 0 0,-1 0 0 0 0,1 1-1 0 0,0-1 1 0 0,-1 0 0 0 0,1 0-1 0 0,-1 1 1 0 0,1-1 0 0 0,0 0-1 0 0,-1 1 1 0 0,1-1 0 0 0,0 0-1 0 0,-1 1 1 0 0,1-1 0 0 0,0 1-1 0 0,0-1 1 0 0,-1 0 0 0 0,1 1-1 0 0,0-1 1 0 0,0 1 0 0 0,0-1-1 0 0,0 1 1 0 0,-1-1 0 0 0,1 1-1 0 0,11 21 94 0 0,-9-23-51 0 0,-1 0-1 0 0,1 1 1 0 0,0-1 0 0 0,-1 0-1 0 0,1 0 1 0 0,0 0 0 0 0,-1 0-1 0 0,1-1 1 0 0,2-2 0 0 0,-1 2 50 0 0,-2-3-505 0 0,-2-12 334 0 0,2 13-3256 0 0</inkml:trace>
</inkml:ink>
</file>

<file path=ppt/ink/ink3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4:05.6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29 4060 0 0,'0'0'8440'0'0,"1"4"-8332"0"0,7 39 123 0 0,-7-39-198 0 0,0-4-44 0 0,-1 0 11 0 0,0 0-1 0 0,1 0 0 0 0,-1 0 1 0 0,0 0-1 0 0,0 0 0 0 0,1 0 1 0 0,-1 0-1 0 0,0 0 1 0 0,0 1-1 0 0,1-1 0 0 0,-1 0 1 0 0,0 0-1 0 0,0 0 0 0 0,1 1 1 0 0,-1-1-1 0 0,0 0 0 0 0,0 0 1 0 0,0 0-1 0 0,1 1 1 0 0,-1-1-1 0 0,0 0 0 0 0,0 1 1 0 0,0-1-1 0 0,0 0 0 0 0,0 0 1 0 0,0 1-1 0 0,0-1 0 0 0,0 0 1 0 0,0 1-1 0 0,0-1 1 0 0,1 1 2 0 0,-1-1 1 0 0,0 1-1 0 0,0-1 1 0 0,0 0 0 0 0,0 1-1 0 0,0-1 1 0 0,0 1 0 0 0,1-1-1 0 0,-1 0 1 0 0,0 1 0 0 0,0-1-1 0 0,1 1 1 0 0,-1-1 0 0 0,0 0-1 0 0,0 1 1 0 0,1-1-1 0 0,-1 0 1 0 0,0 1 0 0 0,1-1-1 0 0,-1 0 1 0 0,0 0 0 0 0,1 0-1 0 0,-1 1 1 0 0,1-1 0 0 0,-1 0-1 0 0,1 0 1 0 0,-1 0-1 0 0,0 0 1 0 0,1 1 0 0 0,-1-1-1 0 0,1 0 1 0 0,-1 0 0 0 0,1 0-1 0 0,-1 0 1 0 0,1 0 0 0 0,-1 0-1 0 0,0 0 1 0 0,1-1 0 0 0,19-1 59 0 0,-15 2 128 0 0,-3-4-127 0 0,0-1 10 0 0,1-1-1 0 0,-2 1 1 0 0,1-1 0 0 0,-1 0 0 0 0,2-10 0 0 0,-3 11 240 0 0,-7-14-104 0 0,5 15 322 0 0,-2 5-394 0 0,0 0-101 0 0,1 0 0 0 0,0 0 1 0 0,-1 1-1 0 0,1-1 0 0 0,0 1 1 0 0,0 0-1 0 0,0 0 0 0 0,0 0 0 0 0,0 0 1 0 0,-3 3-1 0 0,3-2 16 0 0,1 0-2 0 0,-17 31 39 0 0,17-30-122 0 0,3 0-422 0 0,4 12 344 0 0,-4-12 7 0 0,4-5 21 0 0,16-4 51 0 0,-15 3 126 0 0,-5 1-69 0 0,0-1 0 0 0,0 0-1 0 0,0 1 1 0 0,0 0-1 0 0,0-1 1 0 0,1 1 0 0 0,-1 0-1 0 0,0-1 1 0 0,1 1-1 0 0,2-1 1 0 0,-1-1 148 0 0,7-19 467 0 0,-4-2-618 0 0,-5 19-49 0 0,-2 0-1241 0 0,-2-13 454 0 0,2 13-213 0 0</inkml:trace>
</inkml:ink>
</file>

<file path=ppt/ink/ink3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4:08.3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 79 3700 0 0,'0'0'2750'0'0,"2"-4"-1741"0"0,5-15 6377 0 0,-9 22-7324 0 0,1-1-49 0 0,-8 13 104 0 0,9-10-103 0 0,0 14-19 0 0,0-14-29 0 0,1-1-33 0 0,6 17-233 0 0,-2-22 256 0 0,15-2-23 0 0,-15 2 3 0 0,6-19-108 0 0,-11 16 125 0 0,4-12 37 0 0,-3 12 60 0 0,-1-2 15 0 0,1-16 31 0 0,0 17 159 0 0,-2 1-107 0 0,-15-36 805 0 0,13 37-520 0 0,-1 4-351 0 0,-15 3-19 0 0,14-3 7 0 0,4 5 5 0 0,-1-4-68 0 0,0-1-1 0 0,0 0 1 0 0,0 1 0 0 0,0 0 0 0 0,1-1 0 0 0,-1 1 0 0 0,1 0 0 0 0,-1 0 0 0 0,1 0 0 0 0,0 0 0 0 0,0 0 0 0 0,0 0 0 0 0,-2 5 0 0 0,1-4-18 0 0,2-1 3 0 0,0-1-1 0 0,0 1 1 0 0,0-1 0 0 0,0 1 0 0 0,0-1-1 0 0,0 1 1 0 0,-1-1 0 0 0,1 1 0 0 0,-1-1 0 0 0,1 1-1 0 0,-2 2 1 0 0,2-4 0 0 0,-1 4-69 0 0,2 0-214 0 0,5 14 210 0 0,-4-14-7 0 0,6-1-80 0 0,-8-2 180 0 0,0-1-1 0 0,1 1 1 0 0,-1-1 0 0 0,0 0 0 0 0,1 1-1 0 0,-1-1 1 0 0,0 0 0 0 0,1 1 0 0 0,-1-1-1 0 0,1 0 1 0 0,-1 0 0 0 0,0 1 0 0 0,1-1-1 0 0,-1 0 1 0 0,1 0 0 0 0,-1 0 0 0 0,1 1 0 0 0,-1-1-1 0 0,1 0 1 0 0,-1 0 0 0 0,1 0 0 0 0,-1 0-1 0 0,1 0 1 0 0,-1 0 0 0 0,1 0 0 0 0,-1 0-1 0 0,1 0 1 0 0,-1 0 0 0 0,1-1 0 0 0,-1 1-1 0 0,1 0 1 0 0,-1 0 0 0 0,1 0 0 0 0,-1-1-1 0 0,1 1 1 0 0,25-34 709 0 0,-24 30-614 0 0,-2-1-662 0 0,2-15-78 0 0,-2 16-290 0 0,-28-1-13982 0 0</inkml:trace>
</inkml:ink>
</file>

<file path=ppt/ink/ink3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4:10.5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92 38 3760 0 0,'0'0'2816'0'0,"-1"-4"-1738"0"0,-4-12-85 0 0,4 12 726 0 0,-2 2-1019 0 0,-10-7-72 0 0,10 7 1282 0 0,-3 3-1612 0 0,-16 2-47 0 0,17-2-49 0 0,2 1-51 0 0,0 2-157 0 0,0 0 1 0 0,0-1-1 0 0,0 1 1 0 0,1 0-1 0 0,-1 1 1 0 0,1-1-1 0 0,0 0 1 0 0,0 1-1 0 0,1-1 0 0 0,-1 1 1 0 0,1-1-1 0 0,0 1 1 0 0,1 0-1 0 0,-1-1 1 0 0,1 1-1 0 0,-1 0 1 0 0,2 5-1 0 0,-1-5-38 0 0,4 3-5 0 0,-4-8 91 0 0,0 1-1 0 0,0-1 1 0 0,0 0 0 0 0,0 1-1 0 0,0-1 1 0 0,0 1 0 0 0,1-1 0 0 0,-1 1-1 0 0,0-1 1 0 0,0 0 0 0 0,0 1 0 0 0,0-1-1 0 0,0 1 1 0 0,1-1 0 0 0,-1 0-1 0 0,0 1 1 0 0,0-1 0 0 0,1 0 0 0 0,-1 1-1 0 0,0-1 1 0 0,1 0 0 0 0,-1 0-1 0 0,0 1 1 0 0,1-1 0 0 0,-1 0 0 0 0,0 0-1 0 0,1 1 1 0 0,-1-1 0 0 0,0 0 0 0 0,1 0-1 0 0,-1 0 1 0 0,1 0 0 0 0,-1 0-1 0 0,0 1 1 0 0,1-1 0 0 0,-1 0 0 0 0,1 0-1 0 0,0 0 1 0 0,16-6 126 0 0,-12 5-2 0 0,-4-3-996 0 0,-1 2 398 0 0,1-9 494 0 0,2 3-4146 0 0,-24-6-6866 0 0</inkml:trace>
</inkml:ink>
</file>

<file path=ppt/ink/ink3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4:12.8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3044 0 0,'0'0'8778'0'0,"2"3"-8402"0"0,20 29 1118 0 0,-20-29-1135 0 0,1 1 9 0 0,119 163 3251 0 0,-115-156-3476 0 0,185 262 3141 0 0,-93-163-2435 0 0,-96-107-794 0 0,0 0 2 0 0,11 13 15 0 0,-10-12 6 0 0,-1 0 9 0 0,111 120 535 0 0,-111-122-590 0 0,0 2 2 0 0,29 36 85 0 0,-28-36-87 0 0,-1 0-1 0 0,69 79 114 0 0,-69-80-132 0 0,1 0-7 0 0,44 44 793 0 0,-46-45-678 0 0,2 2 9 0 0,49 48 292 0 0,46 50 249 0 0,-81-87-467 0 0,-16-13-140 0 0,2 2-7 0 0,8 10-20 0 0,-8-10-11 0 0,-2-1-6 0 0,9 10-2 0 0,4 4 5 0 0,-12-14 3 0 0,41 54 412 0 0,-41-54-359 0 0,0 0-47 0 0,24 31 31 0 0,-24-30 7 0 0,1-1-44 0 0,69 84 2089 0 0,-71-84-1712 0 0,0 0-304 0 0,21 24 284 0 0,-20-24-609 0 0</inkml:trace>
</inkml:ink>
</file>

<file path=ppt/ink/ink3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4:14.5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2464 0 0,'0'0'2224'0'0,"2"2"-1387"0"0,5 5 23 0 0,19 17 7695 0 0,-15-14-8590 0 0,-8-7 621 0 0,0-1-328 0 0,51 30 1087 0 0,-50-30-1199 0 0,18 6 164 0 0,-18-7-213 0 0,40 14 227 0 0,-39-13-189 0 0,-1 0-78 0 0,14 4 7 0 0,-14-4 141 0 0,1-1-140 0 0,13 5-46 0 0,-13-5 79 0 0,0 0-72 0 0,15 3 7 0 0,-15-3 64 0 0,0 1-49 0 0,50 8 287 0 0,-49-8-281 0 0,-1-1-43 0 0,69 17 95 0 0,-69-16-132 0 0,-5-2 26 0 0,1-1 1 0 0,0 1-1 0 0,-1 0 1 0 0,1 0-1 0 0,0 0 0 0 0,0 0 1 0 0,-1 0-1 0 0,1 0 1 0 0,0 0-1 0 0,-1 0 1 0 0,1 0-1 0 0,0 1 1 0 0,-1-1-1 0 0,1 0 1 0 0,0 0-1 0 0,-1 1 1 0 0,1-1-1 0 0,0 0 0 0 0,0 1 1 0 0,18 6 236 0 0,32 5-317 0 0,-46-10 86 0 0,0-1 4 0 0,14 3-6 0 0,-14-3 6 0 0,0 0-11 0 0,14 4 12 0 0,-15-4 10 0 0,1 0 1 0 0,57 12 19 0 0,-40-9-57 0 0,-16-3-15 0 0,0 0 3 0 0,20 3 23 0 0,-20-4-5 0 0,-1 1 24 0 0,107 12 66 0 0,-107-12-52 0 0,0 0-24 0 0,16 4-1 0 0,-15-4 3 0 0,-2 0-13 0 0,13 3 11 0 0,12 1 5 0 0,-24-4-2 0 0,1 0-3 0 0,15 4-11 0 0,-16-4 13 0 0,0 0-10 0 0,17 3 4 0 0,-16-3-14 0 0,-1 0 5 0 0,16 4 14 0 0,-16-4-8 0 0,1 0-1 0 0,15 2 21 0 0,59 13 34 0 0,-75-15-55 0 0,0 0 13 0 0,16 3 81 0 0,-16-2-81 0 0,1-1-30 0 0,49 8-18 0 0,-49-8 54 0 0,-1 0 23 0 0,17 2 23 0 0,-16-2 17 0 0,-1-1-8 0 0,90 12 257 0 0,-33-3-365 0 0,-10 2 86 0 0,-48-10-30 0 0,2 0-10 0 0,49 12 226 0 0,-50-11-184 0 0,17 3 3 0 0,-17-3-38 0 0,0-1 13 0 0,110 27 72 0 0,-110-26-41 0 0,1-1 41 0 0,16 4 38 0 0,-17-3-23 0 0,1-1-13 0 0,45 13 143 0 0,-46-13-130 0 0,-1 1-58 0 0,15 4-7 0 0,-14-4 25 0 0,-2-1-52 0 0,35 14 192 0 0,-34-13 21 0 0,-1 0-154 0 0,11 4 4 0 0,-10-4 809 0 0,-1-1-730 0 0,6 3-655 0 0,-9-4 170 0 0,0 0 1 0 0,1 0-1 0 0,-1 0 0 0 0,1 0 1 0 0,-1 0-1 0 0,0 0 1 0 0,1 0-1 0 0,-1 0 0 0 0,1 0 1 0 0,-1 0-1 0 0,0 0 1 0 0,1 0-1 0 0,-1 0 0 0 0,1 0 1 0 0,-1 0-1 0 0,0 0 0 0 0,1-1 1 0 0,7-12-7268 0 0</inkml:trace>
</inkml:ink>
</file>

<file path=ppt/ink/ink3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4:16.8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25 4936 0 0,'-5'-25'6702'0'0,"8"27"-6223"0"0,38 29 1661 0 0,-1 2 1 0 0,65 70-1 0 0,-71-60-1438 0 0,48 78 1 0 0,-5-15 334 0 0,-50-72-742 0 0,35 56 0 0 0,-49-69-184 0 0,2-3-7 0 0,77 121 243 0 0,77 107 386 0 0,186 253-467 0 0,-347-487-256 0 0,142 231 79 0 0,-130-207-58 0 0,-12-20-14 0 0,1 0 1 0 0,19 26-1 0 0,16 23-37 0 0,-42-61 13 0 0,2 0 14 0 0,8 15-2 0 0,-8-15-2 0 0,-2 0-3 0 0,6 10 10 0 0,-6-10-9 0 0,0-1 6 0 0,7 11 7 0 0,-6-10 7 0 0,-3-3-18 0 0,1 1 0 0 0,-1-1 0 0 0,1 0 0 0 0,-1 1 0 0 0,1-1 0 0 0,0 0 0 0 0,0 0-1 0 0,-1 1 1 0 0,1-1 0 0 0,0 0 0 0 0,0 0 0 0 0,0 0 0 0 0,2 1 0 0 0,-2-1 90 0 0,1 0 0 0 0,-1 0 0 0 0,0 0 0 0 0,0 1 0 0 0,0-1 0 0 0,0 0 0 0 0,0 0 0 0 0,0 1 0 0 0,-1-1 0 0 0,1 1 0 0 0,0-1 0 0 0,-1 0 0 0 0,1 1 0 0 0,0 1 0 0 0,18 4-109 0 0,-15-6-1 0 0,23-2-210 0 0,-21 1 157 0 0,-1-1-14 0 0,63 0-276 0 0,35 0 241 0 0,-98 0 105 0 0,3 1 3 0 0,21 0 11 0 0,-22 0 6 0 0,0 0-12 0 0,53-3-4 0 0,-56 3 2 0 0,4 0 2 0 0,60-1 10 0 0,-41 1 2 0 0,-21 0-1 0 0,1 0 3 0 0,23 0-1 0 0,-22 0-18 0 0,-1 0-10 0 0,54 1 40 0 0,-56-1-8 0 0,3 0-5 0 0,21 0-11 0 0,-22 0-15 0 0,0 0 23 0 0,22 2 13 0 0,-21-2 1 0 0,-1 0-18 0 0,153 7 39 0 0,-22 2-39 0 0,-33 0-18 0 0,17 3 6 0 0,-91-10 7 0 0,-25-2 9 0 0,1 1 1 0 0,57 4 12 0 0,-16-2-22 0 0,67 6-36 0 0,-42-1 48 0 0,-7 2-12 0 0,-5 0 6 0 0,-56-8 19 0 0,-3-2-17 0 0,-1 1 0 0 0,1 0 0 0 0,-1-1 0 0 0,1 1 0 0 0,-1 0 0 0 0,1-1 0 0 0,-1 0 0 0 0,1 1 0 0 0,-1-1 1 0 0,1 0-1 0 0,0 0 0 0 0,2 0 0 0 0,-2 0 2 0 0,3 1 18 0 0,0 0-2 0 0,41 11 93 0 0,-41-10-18 0 0,-4-1-89 0 0,1 0 1 0 0,-1 0 0 0 0,1-1 0 0 0,-1 1 0 0 0,1 0 0 0 0,-1-1 0 0 0,1 1-1 0 0,-1-1 1 0 0,1 1 0 0 0,-1-1 0 0 0,1 0 0 0 0,3 1 0 0 0,-2-1 6 0 0,2 2 17 0 0,-1-1 22 0 0,40 11 323 0 0,-39-11 14 0 0,-1 1-215 0 0,38 10 1676 0 0,-38-11-892 0 0,-10-17-14241 0 0,-4 9 7034 0 0,-9-3-2275 0 0</inkml:trace>
</inkml:ink>
</file>

<file path=ppt/ink/ink3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4:18.5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3188 0 0,'0'0'10980'0'0,"4"2"-10539"0"0,-1 0-301 0 0,1 1 0 0 0,0 0 0 0 0,-1 0 0 0 0,1 0 0 0 0,-1 0 0 0 0,0 1 0 0 0,0-1 0 0 0,0 1 0 0 0,0 0 0 0 0,3 7 0 0 0,27 58 932 0 0,-15-31-420 0 0,61 133 900 0 0,-58-132-1369 0 0,1 0 1 0 0,1-1-1 0 0,3-1 1 0 0,32 37-1 0 0,-32-42-85 0 0,-1 2 0 0 0,-2 1 1 0 0,-1 1-1 0 0,23 55 0 0 0,61 152 1010 0 0,-81-173-854 0 0,-17-48-226 0 0,0-3-2 0 0,1-3 9 0 0,18 30 3 0 0,2-2 0 0 0,50 60 1 0 0,-9-11-21 0 0,-35-44 15 0 0,16 15 20 0 0,24 29-64 0 0,-46-55 3 0 0,-17-19-11 0 0,7 16 19 0 0,-8-17 3 0 0,-9-13 3 0 0,1-1 18 0 0,2 7-28 0 0,1 4-15 0 0,38 51 20 0 0,-22-36 142 0 0,-20-27-85 0 0,0 0-2 0 0,22 28 182 0 0,-22-27-168 0 0,1 0-26 0 0,9 12 16 0 0,-9-12 54 0 0,1 0-61 0 0,0 0 0 0 0,1 1-1 0 0,-1-1 1 0 0,6 11 0 0 0,-8-12 58 0 0,2 0 8 0 0,8 10 30 0 0,-8-10 22 0 0,-2 0 16 0 0,23 33 523 0 0,-23-32-550 0 0,0-1-20 0 0,20 31 296 0 0,-20-30-380 0 0,11 12 136 0 0,-10-13-67 0 0,-1 0 10 0 0,37 48 1404 0 0,-36-48 377 0 0,1-24-14809 0 0,-7 6 4214 0 0,-5-9 622 0 0</inkml:trace>
</inkml:ink>
</file>

<file path=ppt/ink/ink3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4:19.7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2596 0 0,'0'0'1444'0'0,"2"3"-214"0"0,6 5-448 0 0,0-1 0 0 0,1 0 1 0 0,0 0-1 0 0,0-1 0 0 0,1 0 1 0 0,-1-1-1 0 0,1 0 0 0 0,14 5 1 0 0,101 30 942 0 0,-71-24-1341 0 0,17 6-211 0 0,410 112 994 0 0,-379-107-567 0 0,224 48-161 0 0,-78-24 960 0 0,-244-50-1243 0 0,4 2-1 0 0,0-1-1 0 0,0-1 0 0 0,0 0 1 0 0,13 1-1 0 0,-11-1-46 0 0,-5-1 37 0 0,1 1-36 0 0,165 24 1552 0 0,-166-25-1510 0 0,0 1 30 0 0,45 9 695 0 0,-46-9-442 0 0,1 0-240 0 0,-1-1-380 0 0,25 5 1146 0 0,-11-3-4166 0 0,-17-2 3121 0 0,-1 0 1 0 0,1 0-1 0 0,0 0 1 0 0,-1 0 0 0 0,1 0-1 0 0,-1 0 1 0 0,1 0 0 0 0,0-1-1 0 0,-1 1 1 0 0,1 0-1 0 0,-1 0 1 0 0,1-1 0 0 0,-1 1-1 0 0,1 0 1 0 0,-1-1-1 0 0,1 1 1 0 0,-1 0 0 0 0,1-1-1 0 0,-1 1 1 0 0,1-2 0 0 0,5-2-1464 0 0,0 3-2945 0 0,3-21-8207 0 0</inkml:trace>
</inkml:ink>
</file>

<file path=ppt/ink/ink3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4:20.6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3804 0 0,'0'0'6754'0'0,"5"1"-6044"0"0,16 1-42 0 0,-15-2 605 0 0,-1 2-701 0 0,154 41 2021 0 0,-94-29-2067 0 0,476 100-21 0 0,-309-82-601 0 0,-75-13 59 0 0,38 7-1 0 0,68 10 105 0 0,-168-21-51 0 0,39 9-6 0 0,-129-23 85 0 0,17 3 151 0 0,-17-3 230 0 0,0-1-452 0 0,17 1-78 0 0,-16-1-79 0 0,14-9-5356 0 0,-16 7 3371 0 0</inkml:trace>
</inkml:ink>
</file>

<file path=ppt/ink/ink3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4:21.6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2760 0 0,'0'0'5771'0'0,"4"1"-5227"0"0,16 5-54 0 0,-15-5-52 0 0,-1 0-37 0 0,13 5-34 0 0,-13-5-34 0 0,2 1-27 0 0,499 83 3197 0 0,-191-52-3297 0 0,-234-29-24 0 0,36 2-105 0 0,-56-2-58 0 0,-9 1-3 0 0,-4-1-3 0 0,32 8-30 0 0,62 5 707 0 0,-84-14-202 0 0,-52-3-264 0 0,0 0-105 0 0,80-3 365 0 0,-79 3-457 0 0,-1 0 2 0 0,17-1-9 0 0,-16 0 68 0 0,-1 2-80 0 0,65 2-30 0 0,-18-4-3132 0 0,-47 0 2087 0 0,16-3-2995 0 0,-15 3 3392 0 0,-1 0-2486 0 0</inkml:trace>
</inkml:ink>
</file>

<file path=ppt/ink/ink3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4:22.4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7 3500 0 0,'-4'-1'1122'0'0,"-2"-3"2936"0"0,11 3-1548 0 0,29 3-725 0 0,50 9-1326 0 0,450 87 1283 0 0,-56-35-1695 0 0,-382-54-9 0 0,92 7 78 0 0,-27-15 439 0 0,-155-2-495 0 0,-1 1 97 0 0,58-3 701 0 0,-58 3-418 0 0,0 0-291 0 0,15-2-58 0 0,-15 2 67 0 0,0 0-102 0 0,17-3-11 0 0,-16 3-9 0 0,-2-1-30 0 0,15-4-10 0 0,-14 4-19 0 0,0 1-65 0 0,14-1 25 0 0,-14 1-72 0 0</inkml:trace>
</inkml:ink>
</file>

<file path=ppt/ink/ink3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5:11.8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329 1 4100 0 0,'0'0'6393'0'0,"-4"2"-5505"0"0,0 0-635 0 0,1 1 0 0 0,-1 0 0 0 0,1 0 0 0 0,-1 1 0 0 0,1-1 0 0 0,0 1 0 0 0,0-1 0 0 0,1 1 0 0 0,-1 0 0 0 0,1 0 0 0 0,0 0 0 0 0,0 0 0 0 0,0 1 0 0 0,0-1 0 0 0,-1 9 0 0 0,-1 3 105 0 0,0-1 0 0 0,2 1 0 0 0,-2 21 1 0 0,4-31-313 0 0,1 1 0 0 0,-1-1 1 0 0,1 0-1 0 0,0 1 0 0 0,1-1 1 0 0,3 11-1 0 0,-2-9 8 0 0,0 1-22 0 0,2 0 1 0 0,-1 0-1 0 0,1-1 1 0 0,1 1 0 0 0,-1-1-1 0 0,2-1 1 0 0,-1 1-1 0 0,1-1 1 0 0,0 0 0 0 0,9 7-1 0 0,-13-11 68 0 0,-1-3-81 0 0,-1 1 0 0 0,1-1 1 0 0,-1 0-1 0 0,1 1 1 0 0,-1-1-1 0 0,1 1 0 0 0,-1 0 1 0 0,1 0-1 0 0,-1-1 0 0 0,0 1 1 0 0,1 0-1 0 0,1 2 1 0 0,0-1 32 0 0,1 1 496 0 0,1-2-165 0 0,6 0-674 0 0,28 1 6175 0 0,-34-3-5158 0 0,-10 1-692 0 0,-20 4-15 0 0,16 0-103 0 0,-1 0 0 0 0,1 0 0 0 0,0 1 0 0 0,0 1 0 0 0,1-1 0 0 0,-9 8 1 0 0,-47 45-1341 0 0,49-45 1041 0 0,-116 118-4337 0 0,107-103 1016 0 0,0 0 1 0 0,-38 64-1 0 0,43-57-3336 0 0</inkml:trace>
</inkml:ink>
</file>

<file path=ppt/ink/ink3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5:22.2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48 1 6181 0 0,'0'0'8050'0'0,"0"6"-7459"0"0,0 4-422 0 0,-4 259 2491 0 0,-20 5-4654 0 0,13-197-2020 0 0,4-25-1813 0 0,6-45 51 0 0</inkml:trace>
</inkml:ink>
</file>

<file path=ppt/ink/ink3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5:22.8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267 259 3308 0 0,'2'-90'4252'0'0,"-2"85"-4099"0"0,0-1 0 0 0,0 0 0 0 0,1 0 0 0 0,0 1 0 0 0,1-1 0 0 0,-1 0 0 0 0,1 1 0 0 0,0 0 0 0 0,0-1 0 0 0,6-8 0 0 0,-4 6 80 0 0,-1 2-120 0 0,0 0-1 0 0,1 0 1 0 0,0 1-1 0 0,0 0 1 0 0,1-1-1 0 0,-1 1 1 0 0,1 1-1 0 0,0-1 1 0 0,0 1-1 0 0,1 0 1 0 0,-1 0-1 0 0,1 0 1 0 0,0 1-1 0 0,12-6 1 0 0,-8 6 2 0 0,1 0 1 0 0,0 0-1 0 0,0 1 0 0 0,0 0 1 0 0,0 1-1 0 0,0 0 1 0 0,0 1-1 0 0,18 2 0 0 0,-6 1-29 0 0,0 1 0 0 0,0 1-1 0 0,0 2 1 0 0,-1 0-1 0 0,0 1 1 0 0,0 1-1 0 0,-1 1 1 0 0,26 17 0 0 0,-35-21-89 0 0,-1 1 0 0 0,-1 1 1 0 0,0 0-1 0 0,0 0 0 0 0,0 1 1 0 0,-1 0-1 0 0,0 1 1 0 0,-1 0-1 0 0,0 0 0 0 0,-1 1 1 0 0,0 0-1 0 0,0 0 0 0 0,-1 1 1 0 0,-1 0-1 0 0,6 17 1 0 0,-9-19 11 0 0,0 1 1 0 0,-1-1 0 0 0,0 1-1 0 0,0 0 1 0 0,-1 0 0 0 0,-1-1-1 0 0,0 1 1 0 0,-1 0 0 0 0,0-1-1 0 0,0 1 1 0 0,-1-1 0 0 0,0 0-1 0 0,-1 1 1 0 0,-7 13 0 0 0,3-10 116 0 0,0 0 0 0 0,-1-1 0 0 0,0 0 0 0 0,-1 0 0 0 0,0-1-1 0 0,-1 0 1 0 0,-1-1 0 0 0,-23 18 0 0 0,31-26 272 0 0,-1-1-114 0 0,-15 5-34 0 0,15-5 388 0 0,1-9-512 0 0,4 7-125 0 0,0 0 1 0 0,-1-1 0 0 0,1 1-1 0 0,0 0 1 0 0,-1-1 0 0 0,1 1-1 0 0,0-1 1 0 0,-1 1 0 0 0,1 0-1 0 0,0-1 1 0 0,-1 1 0 0 0,1-1-1 0 0,0 1 1 0 0,0-1 0 0 0,0 1-1 0 0,0-1 1 0 0,0 1 0 0 0,-1-1-1 0 0,1 1 1 0 0,0-1 0 0 0,0 1-1 0 0,0-1 1 0 0,0 1 0 0 0,0-1-1 0 0,0 1 1 0 0,1-1 0 0 0,-1 1-1 0 0,0-1 1 0 0,0 1-1 0 0,0-1 1 0 0,0 1 0 0 0,1-1-1 0 0,7-6 0 0 0,0 1-1 0 0,0 0 1 0 0,0 1-1 0 0,1 0 1 0 0,0 0-1 0 0,0 1 1 0 0,1 0-1 0 0,-1 1 1 0 0,1 0-1 0 0,-1 0 1 0 0,1 1-1 0 0,0 0 1 0 0,17 0-1 0 0,1 0-37 0 0,1 1-1 0 0,-1 2 1 0 0,50 7-1 0 0,-57-4 8 0 0,-1 0-1 0 0,0 2 0 0 0,0 0 1 0 0,0 1-1 0 0,34 18 0 0 0,-45-21 18 0 0,-1 1-1 0 0,0 0 1 0 0,0 1-1 0 0,-1 0 1 0 0,0 0-1 0 0,0 1 0 0 0,0-1 1 0 0,-1 1-1 0 0,0 1 1 0 0,0-1-1 0 0,-1 1 0 0 0,0 0 1 0 0,0 1-1 0 0,5 13 1 0 0,-9-20 12 0 0,0 0 1 0 0,0 1 0 0 0,-1-1-1 0 0,1 1 1 0 0,-1-1 0 0 0,0 1-1 0 0,0-1 1 0 0,1 1 0 0 0,-2-1-1 0 0,1 1 1 0 0,0-1 0 0 0,0 1-1 0 0,-2 3 1 0 0,0 2 1 0 0,1 0 0 0 0,-1 0 0 0 0,-1-1-1 0 0,1 1 1 0 0,-1-1 0 0 0,-1 1-1 0 0,1-1 1 0 0,-1 0 0 0 0,0-1-1 0 0,-1 1 1 0 0,0-1 0 0 0,0 0-1 0 0,0 0 1 0 0,-1 0 0 0 0,1-1-1 0 0,-11 8 1 0 0,-5 3 69 0 0,-1-2-1 0 0,-1 0 1 0 0,-29 13 0 0 0,-1-3 31 0 0,-1-3 0 0 0,-1-2 0 0 0,-1-2 0 0 0,0-3 1 0 0,-1-3-1 0 0,0-2 0 0 0,-1-2 0 0 0,0-3 0 0 0,0-3 1 0 0,0-2-1 0 0,-68-10 0 0 0,109 8-133 0 0,-1-1-1 0 0,1 0 1 0 0,-1-1 0 0 0,1-1-1 0 0,1-1 1 0 0,-1 0 0 0 0,1-2-1 0 0,1 1 1 0 0,-1-2 0 0 0,1 0-1 0 0,1-1 1 0 0,-24-22 0 0 0,31 25-117 0 0,-1-1 0 0 0,1 1 0 0 0,0-1 1 0 0,1-1-1 0 0,0 1 0 0 0,1-1 0 0 0,0 0 1 0 0,0 0-1 0 0,1 0 0 0 0,0-1 0 0 0,1 0 1 0 0,0 1-1 0 0,1-1 0 0 0,0 0 0 0 0,1-1 0 0 0,0 1 1 0 0,1 0-1 0 0,0 0 0 0 0,0 0 0 0 0,2 0 1 0 0,3-20-1 0 0,-1 19-368 0 0,1-1 0 0 0,0 1 0 0 0,1 0 1 0 0,0 0-1 0 0,1 1 0 0 0,0 0 0 0 0,1 0 0 0 0,0 0 0 0 0,1 1 1 0 0,0 0-1 0 0,1 1 0 0 0,-1 0 0 0 0,2 1 0 0 0,-1 0 0 0 0,1 0 1 0 0,22-10-1 0 0,11-6-3893 0 0</inkml:trace>
</inkml:ink>
</file>

<file path=ppt/ink/ink3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5:23.6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1 122 2800 0 0,'2'-4'1237'0'0,"3"-3"-714"0"0,-1 0 0 0 0,1 1 0 0 0,1-1 0 0 0,-1 1 0 0 0,1 0 0 0 0,0 1 0 0 0,1-1 0 0 0,-1 1 0 0 0,1 0 0 0 0,12-6 0 0 0,-15 9 12 0 0,-3 1-480 0 0,0 0 0 0 0,1 0 0 0 0,-1 0 1 0 0,1 1-1 0 0,0-1 0 0 0,-1 0 0 0 0,1 1 0 0 0,0-1 1 0 0,-1 1-1 0 0,1 0 0 0 0,0 0 0 0 0,3-1 0 0 0,-2 1 59 0 0,3-2 218 0 0,0 3-69 0 0,-3-1-231 0 0,0 0 6 0 0,0 0 0 0 0,0 0 0 0 0,1 0 0 0 0,-1 0 0 0 0,0 1 0 0 0,0-1 0 0 0,0 1 0 0 0,0 0 0 0 0,0 0 0 0 0,0 0 0 0 0,0 1 0 0 0,0-1 0 0 0,-1 1 0 0 0,1-1 0 0 0,0 1 0 0 0,3 3-1 0 0,-1 1-1 0 0,0 0 0 0 0,0 0 0 0 0,-1 1-1 0 0,1-1 1 0 0,-1 1 0 0 0,-1 0-1 0 0,1 0 1 0 0,-1 1 0 0 0,-1-1 0 0 0,1 1-1 0 0,-1-1 1 0 0,-1 1 0 0 0,2 14 0 0 0,-2-12 105 0 0,0 0 1 0 0,-1 1 0 0 0,-1-1-1 0 0,1 1 1 0 0,-2-1 0 0 0,1 0-1 0 0,-2 1 1 0 0,1-1 0 0 0,-8 16-1 0 0,9-22 67 0 0,-1 0 48 0 0,1-3-314 0 0,0 1 156 0 0,0 0 1 0 0,0 0-1 0 0,0 0 1 0 0,0 0 0 0 0,0 0-1 0 0,-1 0 1 0 0,1 0-1 0 0,-1-1 1 0 0,0 1 0 0 0,1 0-1 0 0,-1-1 1 0 0,0 0-1 0 0,0 1 1 0 0,0-1 0 0 0,0 0-1 0 0,0 0 1 0 0,-4 2 0 0 0,4-4-78 0 0,1 0 0 0 0,-1 0 0 0 0,0 0 0 0 0,1 0 0 0 0,-1 0 0 0 0,1-1 0 0 0,-1 1 0 0 0,1 0 0 0 0,0-1 0 0 0,-3-3 1 0 0,0 2 46 0 0,0-13 2 0 0,3 15-71 0 0,1 0-1 0 0,-1-1 1 0 0,0 1 0 0 0,1 0-1 0 0,-1 0 1 0 0,1-1-1 0 0,0 1 1 0 0,0 0-1 0 0,-1-1 1 0 0,1 1-1 0 0,0 0 1 0 0,0-1-1 0 0,0 1 1 0 0,0 0 0 0 0,0-1-1 0 0,0 1 1 0 0,1-3-1 0 0,1-15-251 0 0,2 0-1 0 0,-1-1 1 0 0,2 1-1 0 0,9-24 1 0 0,-10 35-71 0 0,-1 0 0 0 0,1 0 0 0 0,0 0 0 0 0,0 1 0 0 0,1 0 0 0 0,0 0 0 0 0,0 0 0 0 0,1 0 0 0 0,0 1 0 0 0,0 0 0 0 0,1 0 0 0 0,-1 1 0 0 0,14-9 0 0 0,64-23-6919 0 0,-79 36 3459 0 0</inkml:trace>
</inkml:ink>
</file>

<file path=ppt/ink/ink3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5:24.2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77 156 3128 0 0,'8'-7'1223'0'0,"-1"1"-1"0"0,0-1 0 0 0,0-1 1 0 0,-1 1-1 0 0,9-13 0 0 0,-12 16-725 0 0,1-17 316 0 0,-3 17 504 0 0,-1-3-911 0 0,0 5-347 0 0,0 0 1 0 0,0 1 0 0 0,0-1-1 0 0,0 0 1 0 0,0 1 0 0 0,0-1-1 0 0,-1 0 1 0 0,1 1 0 0 0,-1-1-1 0 0,1 0 1 0 0,-2-1 0 0 0,1 1-34 0 0,-1 1 1 0 0,0 0 0 0 0,0 0 0 0 0,1 0-1 0 0,-1 0 1 0 0,0 1 0 0 0,0-1-1 0 0,0 0 1 0 0,0 1 0 0 0,-2-1 0 0 0,1 1-9 0 0,1 1 1 0 0,-1 0 0 0 0,1 0 0 0 0,-1-1-1 0 0,1 1 1 0 0,0 1 0 0 0,0-1 0 0 0,0 0-1 0 0,-1 1 1 0 0,1-1 0 0 0,0 1-1 0 0,1-1 1 0 0,-4 4 0 0 0,-26 31 256 0 0,26-30-331 0 0,0 1 0 0 0,1 0 0 0 0,-1 0 0 0 0,1 0 0 0 0,1 1 1 0 0,-1-1-1 0 0,1 1 0 0 0,1 0 0 0 0,-1-1 0 0 0,2 2 0 0 0,-1-1 0 0 0,1 0 0 0 0,0 0 0 0 0,0 13 0 0 0,1-16-174 0 0,3 0 14 0 0,-1-2 166 0 0,-1-1-6 0 0,0 1 0 0 0,1-1 0 0 0,-1 1 0 0 0,1-1 0 0 0,-1 0 0 0 0,1 0 0 0 0,0 0 0 0 0,0 0 0 0 0,0 0 0 0 0,0 0 0 0 0,0-1 0 0 0,1 1 0 0 0,-1 0 0 0 0,0-1 0 0 0,1 0 0 0 0,-1 0 0 0 0,1 0 0 0 0,0 0 0 0 0,3 1 0 0 0,-4-1 49 0 0,3-1-11 0 0,0 1 1 0 0,0 0-1 0 0,1-1 1 0 0,-1 0 0 0 0,0 0-1 0 0,0 0 1 0 0,0-1 0 0 0,0 0-1 0 0,9-2 1 0 0,-7 1 101 0 0,-1 0 0 0 0,0 0 1 0 0,0-1-1 0 0,1 0 0 0 0,-2 0 1 0 0,1 0-1 0 0,0-1 0 0 0,-1 1 0 0 0,1-1 1 0 0,-1-1-1 0 0,0 1 0 0 0,-1-1 1 0 0,1 0-1 0 0,-1 0 0 0 0,0 0 0 0 0,0 0 1 0 0,0-1-1 0 0,-1 0 0 0 0,0 0 1 0 0,5-12-1 0 0,-6 11-20 0 0,0 0 0 0 0,0-1 0 0 0,-1 1 1 0 0,0 0-1 0 0,-1-1 0 0 0,0 1 0 0 0,0-1 0 0 0,0 1 1 0 0,-1-1-1 0 0,0 1 0 0 0,0-1 0 0 0,-1 1 0 0 0,0 0 0 0 0,0 0 1 0 0,-5-10-1 0 0,5 13-21 0 0,-1 0-14 0 0,-10-11-13 0 0,10 11-7 0 0,-13-2-39 0 0,13 6 25 0 0,-1-2-21 0 0,-1 4-12 0 0,0-1-59 0 0,0 1 0 0 0,0 0 1 0 0,0 0-1 0 0,0 0 1 0 0,0 0-1 0 0,1 1 0 0 0,-1 0 1 0 0,1 0-1 0 0,0 1 0 0 0,0-1 1 0 0,0 1-1 0 0,0 0 0 0 0,1 0 1 0 0,-1 0-1 0 0,1 0 1 0 0,0 0-1 0 0,-3 6 0 0 0,-1 0-275 0 0,5-6 61 0 0,0 0 0 0 0,-1 0 0 0 0,1 1 0 0 0,1-1 0 0 0,-1 1 0 0 0,1-1 0 0 0,0 1 0 0 0,-1 6 0 0 0,1-5-109 0 0,0-2-834 0 0,2 1-269 0 0,4 15-1077 0 0</inkml:trace>
</inkml:ink>
</file>

<file path=ppt/ink/ink3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5:24.4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54 4128 0 0,'1'-4'1493'0'0,"13"-41"2226"0"0,-13 40-254 0 0,-1 13-3146 0 0,-30 295 1294 0 0,7-97-3596 0 0,23-150-400 0 0,1-51 1326 0 0,1 0-49 0 0,0-2 760 0 0,-1-2 192 0 0,0 1 1 0 0,0-1 0 0 0,-1 0 0 0 0,1 1 0 0 0,0-1 0 0 0,-1 1 0 0 0,1-1-1 0 0,-1 1 1 0 0,1-1 0 0 0,-1 1 0 0 0,0 0 0 0 0,1 1 0 0 0,4-1-2010 0 0,18 8-1505 0 0</inkml:trace>
</inkml:ink>
</file>

<file path=ppt/ink/ink3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5:24.8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409 42 2592 0 0,'11'-23'3441'0'0,"-25"7"-1298"0"0,8 15-1586 0 0,-58 0 811 0 0,31 5-1003 0 0,0 1-1 0 0,0 2 1 0 0,1 1 0 0 0,0 2-1 0 0,0 1 1 0 0,-50 25 0 0 0,76-33-283 0 0,1 0 0 0 0,-1 1 0 0 0,1 0 0 0 0,-1 0 0 0 0,-5 6 0 0 0,4-3 46 0 0,4-5 74 0 0,1 3-13 0 0,0-1-134 0 0,-3 13 211 0 0,5-15-253 0 0,1 0 0 0 0,-1-1 0 0 0,1 1-1 0 0,-1-1 1 0 0,1 1 0 0 0,-1-1 0 0 0,1 1 0 0 0,0-1 0 0 0,0 0 0 0 0,0 1-1 0 0,0-1 1 0 0,2 2 0 0 0,-1 0 12 0 0,1 1-17 0 0,0 0 1 0 0,1 0-1 0 0,0-1 0 0 0,-1 1 1 0 0,1-1-1 0 0,1 0 1 0 0,-1 0-1 0 0,0 0 0 0 0,1 0 1 0 0,-1-1-1 0 0,9 4 0 0 0,-9-5-37 0 0,10 7-201 0 0,0-1 0 0 0,28 8-1 0 0,-32-11 134 0 0,-3-2-101 0 0,-5-1 161 0 0,0 0-1 0 0,0 0 1 0 0,0 0 0 0 0,0 0-1 0 0,0-1 1 0 0,0 1-1 0 0,0-1 1 0 0,1 1-1 0 0,-1-1 1 0 0,3 0 0 0 0,14 0-533 0 0,-1 0-366 0 0,0 0 0 0 0,0-2 0 0 0,0 0 0 0 0,0-2 0 0 0,-1 1 0 0 0,1-2 0 0 0,27-11 0 0 0,-35 11-816 0 0,15-10-1250 0 0</inkml:trace>
</inkml:ink>
</file>

<file path=ppt/ink/ink3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5:25.6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25 213 3696 0 0,'3'-4'734'0'0,"9"-15"796"0"0,-2 1 2690 0 0,-6 20-4297 0 0,12 5 2 0 0,-12-5-11 0 0,0-3-51 0 0,13-6 117 0 0,-1-3 66 0 0,-14 8-47 0 0,1-1 5 0 0,-1 0 27 0 0,0 0-12 0 0,-1 1 1 0 0,1 0-1 0 0,-1 0 0 0 0,0 0 1 0 0,0-1-1 0 0,0 1 0 0 0,0 0 1 0 0,-1-1-1 0 0,1 1 1 0 0,-1-1-1 0 0,1 1 0 0 0,-1-1 1 0 0,0 1-1 0 0,0-1 0 0 0,0 1 1 0 0,0-1-1 0 0,0 1 0 0 0,-1-1 1 0 0,1 1-1 0 0,-1-1 1 0 0,-1-2-1 0 0,-24-29 354 0 0,23 31-229 0 0,-2 1-91 0 0,-15-3 14 0 0,15 4 5 0 0,1 3-6 0 0,0-1-24 0 0,0 1 0 0 0,0 0-1 0 0,1 0 1 0 0,-1 1-1 0 0,1-1 1 0 0,-1 1 0 0 0,1 0-1 0 0,0 0 1 0 0,0 0-1 0 0,0 0 1 0 0,0 1 0 0 0,1-1-1 0 0,0 1 1 0 0,-1-1 0 0 0,1 1-1 0 0,-3 8 1 0 0,3-6-52 0 0,1 0 0 0 0,-1 1 0 0 0,1-1 0 0 0,0 0 0 0 0,1 1 0 0 0,-1 0 0 0 0,1-1 0 0 0,1 1 0 0 0,-1-1 0 0 0,1 1 0 0 0,0-1 0 0 0,1 1 0 0 0,-1-1 0 0 0,1 0 0 0 0,0 0 0 0 0,1 0 0 0 0,0 0 0 0 0,0 0 0 0 0,0 0 0 0 0,1-1 0 0 0,-1 1 0 0 0,1-1 0 0 0,1 0 0 0 0,-1 0 0 0 0,7 5 0 0 0,-6-6-180 0 0,0 0 0 0 0,1 0 0 0 0,0 0-1 0 0,0-1 1 0 0,0 0 0 0 0,0 0 0 0 0,0-1 0 0 0,0 1 0 0 0,1-1 0 0 0,-1-1 0 0 0,1 1 0 0 0,13 0 0 0 0,-12-2 9 0 0,0 0 1 0 0,1 0-1 0 0,-1-1 1 0 0,0-1-1 0 0,0 1 1 0 0,0-1-1 0 0,0-1 1 0 0,0 1-1 0 0,0-1 1 0 0,0-1-1 0 0,-1 0 1 0 0,1 0-1 0 0,-1 0 1 0 0,0-1-1 0 0,-1 0 1 0 0,1 0-1 0 0,-1 0 1 0 0,0-1-1 0 0,0 0 1 0 0,9-13-1 0 0,108-168-557 0 0,-120 182 1012 0 0,1 0 0 0 0,-1 0-1 0 0,1 0 1 0 0,0 1 0 0 0,0 0 0 0 0,0 0 0 0 0,1 0 0 0 0,6-4 0 0 0,-10 7-260 0 0,-1 1-1 0 0,1 0 1 0 0,0 0 0 0 0,0-1 0 0 0,0 1 0 0 0,-1 0 0 0 0,1 0 0 0 0,0 0 0 0 0,0 0 0 0 0,0 0 0 0 0,0 0 0 0 0,-1 0 0 0 0,1 1 0 0 0,0-1 0 0 0,0 0 0 0 0,0 0-1 0 0,-1 1 1 0 0,2-1 0 0 0,10 3 592 0 0,-11 3-345 0 0,0 55 688 0 0,-3-44-728 0 0,-1-1 1 0 0,0 1-1 0 0,-1-1 0 0 0,-11 26 1 0 0,14-39-150 0 0,-1 1 26 0 0,0-1-65 0 0,-5 15 338 0 0,5-14-138 0 0,-6 11-56 0 0,6-11 2010 0 0,-21-13-1501 0 0,25 4-561 0 0,1-7 19 0 0,1 1 0 0 0,1-1 1 0 0,0 1-1 0 0,0 0 0 0 0,13-19 0 0 0,-15 26-108 0 0,0 0 0 0 0,0 0 0 0 0,0 0 0 0 0,1 0 0 0 0,-1 0 0 0 0,1 1 0 0 0,0 0-1 0 0,0 0 1 0 0,1 0 0 0 0,-1 0 0 0 0,0 0 0 0 0,1 1 0 0 0,0 0 0 0 0,-1 0 0 0 0,1 0 0 0 0,0 1 0 0 0,0 0 0 0 0,0-1 0 0 0,5 1-1 0 0,-6 1-25 0 0,0-1-10 0 0,0 1-1 0 0,0-1 1 0 0,-1 1-1 0 0,1 0 1 0 0,0 1-1 0 0,0-1 1 0 0,0 1-1 0 0,0 0 1 0 0,-1 0-1 0 0,1 0 1 0 0,0 0 0 0 0,-1 0-1 0 0,1 1 1 0 0,4 2-1 0 0,-8-3-1 0 0,4 1-12 0 0,0 0 0 0 0,-1 1-1 0 0,0-1 1 0 0,0 1 0 0 0,0 0 0 0 0,0 0 0 0 0,0 0 0 0 0,0 1 0 0 0,-1-1 0 0 0,0 0 0 0 0,0 1-1 0 0,0 0 1 0 0,0 0 0 0 0,2 5 0 0 0,-1-3-35 0 0,-2-4 22 0 0,0 0 0 0 0,0 0 0 0 0,0 0 0 0 0,0 1 0 0 0,0-1 0 0 0,-1 0 0 0 0,1 1 0 0 0,-1-1 0 0 0,0 0-1 0 0,1 1 1 0 0,-1-1 0 0 0,-1 4 0 0 0,1 4-150 0 0,0 0 0 0 0,-1 0 0 0 0,0 0 0 0 0,-1 1 0 0 0,-1-1 0 0 0,1-1 0 0 0,-1 1 0 0 0,-1 0 0 0 0,0-1-1 0 0,0 1 1 0 0,-1-1 0 0 0,-7 9 0 0 0,1-2-1027 0 0,-1 0 0 0 0,0-1 0 0 0,-2-1 0 0 0,1 0 0 0 0,-31 22 0 0 0,6-8-4349 0 0</inkml:trace>
</inkml:ink>
</file>

<file path=ppt/ink/ink3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5:26.3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556 131 3836 0 0,'2'-5'315'0'0,"-1"0"-1"0"0,-1-1 1 0 0,1 1-1 0 0,-1-1 0 0 0,1 0 1 0 0,-2 1-1 0 0,1-1 1 0 0,-1 1-1 0 0,1-1 0 0 0,-1 1 1 0 0,-1-1-1 0 0,-3-8 0 0 0,3 10-179 0 0,0 1-1 0 0,0-1 1 0 0,-1 1-1 0 0,1 0 1 0 0,-1 0-1 0 0,0 0 1 0 0,0 0-1 0 0,0 1 1 0 0,0-1-1 0 0,-1 1 1 0 0,1 0-1 0 0,-1 0 1 0 0,1 0-1 0 0,-1 0 1 0 0,0 0-1 0 0,-4 0 1 0 0,6 1-94 0 0,-1 0 1 0 0,0 0 0 0 0,1 0-1 0 0,-1 0 1 0 0,0 1-1 0 0,1 0 1 0 0,-1-1 0 0 0,0 1-1 0 0,1 0 1 0 0,-1 0 0 0 0,0 0-1 0 0,-4 2 1 0 0,-3-1 52 0 0,-6 0 64 0 0,0 1 1 0 0,0 0-1 0 0,1 2 1 0 0,-1 0-1 0 0,1 0 1 0 0,0 1-1 0 0,0 1 0 0 0,1 1 1 0 0,-1 0-1 0 0,-23 16 1 0 0,15-6 47 0 0,0 1 0 0 0,1 0 1 0 0,0 2-1 0 0,-35 42 0 0 0,44-45-112 0 0,1 0-1 0 0,1 0 1 0 0,0 1-1 0 0,1 0 1 0 0,1 1 0 0 0,1 0-1 0 0,0 1 1 0 0,2 0-1 0 0,0 0 1 0 0,-5 32-1 0 0,10-42-84 0 0,0 1-1 0 0,0 0 0 0 0,1 0 0 0 0,1-1 0 0 0,-1 1 0 0 0,2 0 0 0 0,0 0 0 0 0,0-1 1 0 0,1 1-1 0 0,0-1 0 0 0,0 0 0 0 0,1 0 0 0 0,1 0 0 0 0,0 0 0 0 0,0-1 1 0 0,1 0-1 0 0,0 0 0 0 0,1 0 0 0 0,-1-1 0 0 0,2 0 0 0 0,15 14 0 0 0,-10-12-245 0 0,1 0-1 0 0,0-1 1 0 0,1-1-1 0 0,0 0 1 0 0,0-1-1 0 0,0-1 1 0 0,1 0-1 0 0,0-1 1 0 0,29 5-1 0 0,-21-6-462 0 0,0-2 0 0 0,0 0 0 0 0,1-2 0 0 0,-1-1 0 0 0,47-7-1 0 0,-68 8 547 0 0,-1-1-1 0 0,1 1 1 0 0,0-1-1 0 0,-1 0 0 0 0,1 0 1 0 0,-1 0-1 0 0,1 0 0 0 0,-1 0 1 0 0,1 0-1 0 0,2-3 1 0 0,2 0-184 0 0,-5 4 163 0 0,0-1 1 0 0,0 0-1 0 0,1 0 0 0 0,-1 0 0 0 0,0 0 0 0 0,0-1 1 0 0,0 1-1 0 0,-1 0 0 0 0,1-1 0 0 0,0 0 0 0 0,-1 1 1 0 0,3-3-1 0 0,0-1-538 0 0,1 1-2475 0 0</inkml:trace>
</inkml:ink>
</file>

<file path=ppt/ink/ink3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5:26.5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99 2 2524 0 0,'-8'0'1535'0'0,"-54"-1"1399"0"0,57 1-2302 0 0,0 0-57 0 0,-11 7 378 0 0,16-6-917 0 0,0-1-1 0 0,0 0 1 0 0,0 0-1 0 0,-1 0 1 0 0,1 0-1 0 0,0 0 1 0 0,0 0-1 0 0,0 1 1 0 0,0-1 0 0 0,0 0-1 0 0,-1 0 1 0 0,1 0-1 0 0,0 0 1 0 0,0 1-1 0 0,0-1 1 0 0,0 0-1 0 0,0 0 1 0 0,0 0-1 0 0,0 1 1 0 0,0-1-1 0 0,0 0 1 0 0,0 0-1 0 0,0 1 1 0 0,0-1-1 0 0,0 0 1 0 0,0 0 0 0 0,0 0-1 0 0,0 1 1 0 0,0-1-1 0 0,0 0 1 0 0,0 0-1 0 0,0 0 1 0 0,0 1-1 0 0,0-1 1 0 0,0 0-1 0 0,0 1 1 0 0,17 7 772 0 0,40 6-742 0 0,1-3 0 0 0,1-2 0 0 0,98 2 1 0 0,186-25-7230 0 0,-290 7 2825 0 0</inkml:trace>
</inkml:ink>
</file>

<file path=ppt/ink/ink3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5:27.0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140 19 3304 0 0,'0'0'1492'0'0,"1"-4"-273"0"0,2-11 179 0 0,-11 28 1156 0 0,-12 29-783 0 0,-9 45-1109 0 0,3 1-1 0 0,-17 111 1 0 0,37-172-893 0 0,1 1 0 0 0,2 0 1 0 0,1 1-1 0 0,1-1 1 0 0,4 47-1 0 0,-2-72 58 0 0,-1 1-1 0 0,1-1 1 0 0,0 0 0 0 0,0 1-1 0 0,0-1 1 0 0,0 0-1 0 0,0 0 1 0 0,1 0 0 0 0,0 0-1 0 0,0 0 1 0 0,-1 0-1 0 0,2 0 1 0 0,-1-1 0 0 0,4 5-1 0 0,-4-4-909 0 0,3-2-141 0 0,-3 0 810 0 0,-1-1 256 0 0,0 1 1 0 0,0 0-1 0 0,0-1 1 0 0,1 1-1 0 0,-1-1 1 0 0,0 0-1 0 0,0 1 1 0 0,0-1-1 0 0,1 0 1 0 0,-1 0-1 0 0,0 0 1 0 0,0 0-1 0 0,0 0 1 0 0,1 0-1 0 0,-1 0 1 0 0,0 0 0 0 0,0 0-1 0 0,0 0 1 0 0,2-1-1 0 0,16-6-3669 0 0</inkml:trace>
</inkml:ink>
</file>

<file path=ppt/ink/ink3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5:27.5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0 122 2976 0 0,'1'-7'1324'0'0,"20"-104"4796"0"0,-20 108-4521 0 0,-1 9-1264 0 0,-7 281 1014 0 0,0-21-1149 0 0,9-195-214 0 0,-2-67-45 0 0,0 1 76 0 0,0 20 578 0 0,4-28-513 0 0,1 0-67 0 0,0 0-1 0 0,-1-1 1 0 0,1 0 0 0 0,-1 0-1 0 0,0-1 1 0 0,6-7 0 0 0,-2-1 5 0 0,0 1 0 0 0,2 0 0 0 0,-1 0 0 0 0,1 1 0 0 0,1 0 0 0 0,0 1 1 0 0,1 0-1 0 0,0 1 0 0 0,17-10 0 0 0,4-2 25 0 0,-19 15 3 0 0,4 2-58 0 0,32-6-130 0 0,-45 10 58 0 0,1 2 65 0 0,-2-2 35 0 0,-1 1-21 0 0,1 0-1 0 0,-1-1 1 0 0,1 1 0 0 0,0 1-1 0 0,-1-1 1 0 0,0 0 0 0 0,1 1 0 0 0,-1 0-1 0 0,0 0 1 0 0,0 0 0 0 0,0 0-1 0 0,0 0 1 0 0,0 1 0 0 0,3 3 0 0 0,-3-2 7 0 0,0 0 0 0 0,-1 0 0 0 0,1 1 0 0 0,-1-1 1 0 0,0 1-1 0 0,0 0 0 0 0,-1-1 0 0 0,1 1 0 0 0,-1 0 1 0 0,0 0-1 0 0,0 0 0 0 0,-1 0 0 0 0,0 0 0 0 0,0 6 1 0 0,0-4-20 0 0,-1 0 0 0 0,-1 0 0 0 0,1 1 0 0 0,-1-1 0 0 0,-1 0 0 0 0,1-1 0 0 0,-1 1 0 0 0,0 0 0 0 0,0-1 0 0 0,-9 12 0 0 0,5-9 22 0 0,-1 0-1 0 0,0-1 1 0 0,0 0 0 0 0,0 0 0 0 0,-1-1 0 0 0,-1 0 0 0 0,1 0 0 0 0,-1-1-1 0 0,0-1 1 0 0,0 1 0 0 0,-18 5 0 0 0,11-5-21 0 0,0-1 0 0 0,-1 0 0 0 0,1-2-1 0 0,-1 0 1 0 0,0 0 0 0 0,-20-1 0 0 0,33-2-59 0 0,0-1 0 0 0,0 1 0 0 0,0-1 0 0 0,1 0 0 0 0,-1-1 0 0 0,0 1 0 0 0,1-1 0 0 0,-1 0 0 0 0,-7-4 0 0 0,8 4-34 0 0,0 0-285 0 0,-2-17-412 0 0,4 15 651 0 0,2-6-345 0 0,5 2 143 0 0,0 0-1 0 0,0 0 0 0 0,1 0 0 0 0,0 0 0 0 0,0 1 0 0 0,1 0 0 0 0,0 0 0 0 0,11-8 0 0 0,0 2-1270 0 0,1 0-1 0 0,35-17 0 0 0,-24 15-2088 0 0</inkml:trace>
</inkml:ink>
</file>

<file path=ppt/ink/ink3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5:27.9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27 2284 0 0,'50'-13'3466'0'0,"-46"12"-2681"0"0,0 0-175 0 0,16-5 2123 0 0,-19 11-2405 0 0,-1-1-251 0 0,0 1 0 0 0,-1 0 0 0 0,1-1 0 0 0,-1 1 0 0 0,0-1 0 0 0,0 1 0 0 0,-1-1 0 0 0,1 1-1 0 0,-1-1 1 0 0,0 0 0 0 0,0 0 0 0 0,0 0 0 0 0,-1 0 0 0 0,-3 5 0 0 0,0 0 42 0 0,1 0-1 0 0,0 1 1 0 0,0 0 0 0 0,-4 15 0 0 0,-2 23 221 0 0,11-42-259 0 0,1-1-44 0 0,-1-3-40 0 0,1 1 0 0 0,0 0 0 0 0,0-1 0 0 0,0 1 0 0 0,0-1 1 0 0,0 1-1 0 0,0-1 0 0 0,1 0 0 0 0,-1 1 0 0 0,1-1 0 0 0,0 0 0 0 0,0 0 0 0 0,-1 0 1 0 0,1 0-1 0 0,1-1 0 0 0,-1 1 0 0 0,0 0 0 0 0,0-1 0 0 0,1 1 0 0 0,-1-1 1 0 0,0 0-1 0 0,5 2 0 0 0,-3-2-33 0 0,1-2 24 0 0,14 0 24 0 0,-14 1 18 0 0,1-2 40 0 0,2-2-4 0 0,0 0 0 0 0,-1 0 0 0 0,1-1 0 0 0,-1 0 0 0 0,0 0-1 0 0,0-1 1 0 0,-1 0 0 0 0,1 0 0 0 0,8-11 0 0 0,-10 10 13 0 0,0 0 0 0 0,-1-1 0 0 0,1 0 0 0 0,-1 0 0 0 0,-1 0 0 0 0,0 0-1 0 0,0 0 1 0 0,0-1 0 0 0,-1 0 0 0 0,-1 1 0 0 0,1-1 0 0 0,-1 0 0 0 0,-1 0 0 0 0,0-17 0 0 0,-1 20-51 0 0,-2 2-24 0 0,-10-14-34 0 0,10 14-16 0 0,2 4 38 0 0,0 0-1 0 0,1 0 1 0 0,-1 0-1 0 0,0 0 1 0 0,0 0-1 0 0,1 0 1 0 0,-1-1-1 0 0,0 1 1 0 0,0 0-1 0 0,1 0 1 0 0,-1-1-1 0 0,0 1 1 0 0,1 0-1 0 0,-1-1 1 0 0,0 1-1 0 0,1 0 1 0 0,-1-1-1 0 0,1 1 1 0 0,-2-2-1 0 0,1 1-17 0 0,0 1 0 0 0,1-1 0 0 0,-1 1 0 0 0,0-1 0 0 0,0 0 0 0 0,0 1 0 0 0,0 0 0 0 0,0-1 0 0 0,0 1 0 0 0,0-1 0 0 0,0 1 0 0 0,0 0 0 0 0,0 0 0 0 0,0 0 0 0 0,0 0 0 0 0,0 0 0 0 0,0 0 0 0 0,0 0 0 0 0,-1 0 0 0 0,1 0 0 0 0,0 0 0 0 0,0 0 0 0 0,-1 1 0 0 0,-3-1-273 0 0,-1 1 0 0 0,1 0 0 0 0,-1 0 1 0 0,1 0-1 0 0,0 1 0 0 0,-1 0 1 0 0,1 0-1 0 0,0 0 0 0 0,0 0 1 0 0,1 1-1 0 0,-1 0 0 0 0,0 0 1 0 0,1 0-1 0 0,0 1 0 0 0,0-1 0 0 0,-8 9 1 0 0,10-9-1176 0 0</inkml:trace>
</inkml:ink>
</file>

<file path=ppt/ink/ink3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5:28.4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10 225 3776 0 0,'36'-27'5081'0'0,"-32"24"-3214"0"0,3-1-1324 0 0,-7 4-490 0 0,0 0 0 0 0,0 0 0 0 0,0-1 0 0 0,0 1 0 0 0,1 0-1 0 0,-1 0 1 0 0,0-1 0 0 0,0 1 0 0 0,0 0 0 0 0,0 0 0 0 0,1-1-1 0 0,-1 1 1 0 0,0 0 0 0 0,0 0 0 0 0,1 0 0 0 0,-1 0 0 0 0,0-1-1 0 0,0 1 1 0 0,1 0 0 0 0,-1 0 0 0 0,0 0 0 0 0,1 0 0 0 0,-1 0-1 0 0,0 0 1 0 0,0 0 0 0 0,1 0 0 0 0,-1 0 0 0 0,0 0 0 0 0,1 0 0 0 0,-1 0-1 0 0,0 0 1 0 0,1 0 0 0 0,-1 0 0 0 0,0 0 0 0 0,0 0 0 0 0,1 0-1 0 0,-1 0 1 0 0,0 0 0 0 0,1 0 0 0 0,-1 1 0 0 0,0-1 0 0 0,-60 171 1296 0 0,59-166-1372 0 0,-3 22-88 0 0,3-21 75 0 0,2-2-25 0 0,3 19-7 0 0,15-16 33 0 0,-15-5 45 0 0,0-4-19 0 0,2 1 19 0 0,-1 0 0 0 0,1-1 0 0 0,-1 1 0 0 0,0-1 0 0 0,0 0 0 0 0,0-1-1 0 0,0 1 1 0 0,0-1 0 0 0,0 0 0 0 0,-1 0 0 0 0,5-5 0 0 0,-3 3-19 0 0,100-73 495 0 0,-102 76-418 0 0,0 0 20 0 0,12-3-42 0 0,-12 4 180 0 0,1 2-217 0 0,22 6-42 0 0,-27-7 35 0 0,1 0 0 0 0,0 1 0 0 0,0-1-1 0 0,0 1 1 0 0,-1-1 0 0 0,1 1 0 0 0,0-1-1 0 0,0 1 1 0 0,-1 0 0 0 0,1-1-1 0 0,0 1 1 0 0,-1 0 0 0 0,1 0 0 0 0,-1-1-1 0 0,1 1 1 0 0,-1 0 0 0 0,1 1 0 0 0,8 11 30 0 0,3 2 9 0 0,-6-7-25 0 0,1 1 1 0 0,0-2-1 0 0,0 1 0 0 0,1-1 0 0 0,0 0 0 0 0,0 0 0 0 0,0-1 0 0 0,15 8 0 0 0,-12-8 62 0 0,0-1 0 0 0,1 0-1 0 0,0-1 1 0 0,0 0-1 0 0,0-1 1 0 0,0 0-1 0 0,1-1 1 0 0,-1 0-1 0 0,1-1 1 0 0,0-1-1 0 0,-1 0 1 0 0,1 0-1 0 0,13-3 1 0 0,-20 1-3 0 0,1 1 0 0 0,-1-1-1 0 0,1-1 1 0 0,-1 1 0 0 0,0-1 0 0 0,0 0 0 0 0,0-1 0 0 0,0 1 0 0 0,0-1 0 0 0,-1 0-1 0 0,0-1 1 0 0,0 1 0 0 0,0-1 0 0 0,0 0 0 0 0,5-7 0 0 0,-4 3-31 0 0,-1 1 0 0 0,1-1-1 0 0,-2 0 1 0 0,1 0 0 0 0,-1 0 0 0 0,0-1 0 0 0,-1 1 0 0 0,3-14 0 0 0,-6 19-68 0 0,1 0 0 0 0,0 0 1 0 0,-1 0-1 0 0,0 0 0 0 0,0 0 1 0 0,0 0-1 0 0,0-1 0 0 0,-1 1 0 0 0,0-4 1 0 0,-1-5-66 0 0,0 4-126 0 0,0-1 0 0 0,0 0 0 0 0,-1 1 0 0 0,0 0 0 0 0,-1-1-1 0 0,0 2 1 0 0,0-1 0 0 0,-1 0 0 0 0,0 1 0 0 0,-1 0 0 0 0,0 0 0 0 0,0 0 0 0 0,0 1-1 0 0,-1 0 1 0 0,0 0 0 0 0,-1 0 0 0 0,0 1 0 0 0,-8-5 0 0 0,-3-1-778 0 0,1 2 0 0 0,-1 0 0 0 0,-1 1 0 0 0,0 1 0 0 0,0 1 1 0 0,-1 1-1 0 0,-24-4 0 0 0,-28-2-5043 0 0</inkml:trace>
</inkml:ink>
</file>

<file path=ppt/ink/ink3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5:29.6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 5473 0 0,'0'0'4550'0'0,"5"1"-4039"0"0,15 3-325 0 0,0-1-1 0 0,0-1 0 0 0,0-1 0 0 0,0 0 0 0 0,23-4 1 0 0,15 2-8 0 0,547-8 721 0 0,2 0-461 0 0,176 11-581 0 0,-390-1-1907 0 0,-1-1-3626 0 0,-255 0 424 0 0</inkml:trace>
</inkml:ink>
</file>

<file path=ppt/ink/ink3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5:30.0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4524 0 0,'0'0'5421'0'0,"8"2"-4808"0"0,40 7 106 0 0,88 6-1 0 0,60-10-115 0 0,-131-4-419 0 0,868-4 262 0 0,-438-2-2402 0 0,79-1-4162 0 0,-381 3 1004 0 0</inkml:trace>
</inkml:ink>
</file>

<file path=ppt/ink/ink3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09:34.8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0 3940 0 0,'0'0'3417'0'0,"-5"25"-3661"0"0</inkml:trace>
</inkml:ink>
</file>

<file path=ppt/ink/ink3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3:11:20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3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3:11:29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3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14.2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49 1940 0 0,'0'0'2382'0'0,"1"-5"-1727"0"0,0-14-33 0 0,-1 14 2620 0 0,0 0-2857 0 0,2-9 3681 0 0,1 30-2523 0 0,-3-11-1356 0 0,0 2 14 0 0,0 219 1403 0 0,12-85-1017 0 0,-4-70-210 0 0,10 59 123 0 0,-9-85-527 0 0,-9-40 35 0 0,1 1-16 0 0,16 133 254 0 0,-14-109-222 0 0,-3-25-13 0 0,1 2 24 0 0,26 206 411 0 0,-8-76-95 0 0,7 96-219 0 0,70 430 1419 0 0,-79-550-1224 0 0,-11-65-194 0 0,0 3-30 0 0,0-3 39 0 0,-1 1 25 0 0,0-1 60 0 0,-3 1-71 0 0,1 0 2 0 0,-3 0 6 0 0,2 2 58 0 0,-1 0-12 0 0,1 5-40 0 0,-3 432 1184 0 0,-2-188-541 0 0,28 231 1000 0 0,-5-185-709 0 0,-14-286-979 0 0,4 67-13 0 0,-10-121-108 0 0,1-1-13 0 0,1 14-20 0 0,-1-14-18 0 0,-1 0-594 0 0,-2 15 46 0 0,2-15-317 0 0,-10-25-6377 0 0,3 2 3733 0 0,1 1-1 0 0,-8-32 1 0 0,6 7-4777 0 0</inkml:trace>
</inkml:ink>
</file>

<file path=ppt/ink/ink3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17.4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25 292 1968 0 0,'-24'-7'9144'0'0,"50"4"-8713"0"0,-21 3-306 0 0,0-1-123 0 0,33-3 354 0 0,47 1 0 0 0,-20 2-266 0 0,-9 0-42 0 0,-6 3 1 0 0,2-2-24 0 0,1 2-34 0 0,1-1 18 0 0,-2 1-16 0 0,2-1-46 0 0,-3 1 99 0 0,30 3 197 0 0,-58-4-259 0 0,-17-1 58 0 0,0 1-64 0 0,91 2-154 0 0,-90-3 165 0 0,-2-1-55 0 0,14 0-184 0 0,-14 1 244 0 0,1 0 69 0 0,60-2 126 0 0,215 1 483 0 0,-231 0-578 0 0,1 0-40 0 0,2-1 31 0 0,346-8 38 0 0,-96 2-66 0 0,-89 0-7 0 0,1351-49 286 0 0,-928 22-348 0 0,200 3-8 0 0,-117 24 29 0 0,-224-4-209 0 0,-280 13 335 0 0,317-4-11 0 0,-240-10-118 0 0,-192 5-93 0 0,-52 5 56 0 0,-1 1 51 0 0,104-6 52 0 0,-96 5-70 0 0,-50 3 36 0 0,0 0-40 0 0,19-1 46 0 0,-19 0 132 0 0,-1 1-191 0 0,16-1-6 0 0,-16 1-23 0 0,1-1 1 0 0,49-6 242 0 0,-50 7-193 0 0,1-1-54 0 0,85-9-154 0 0,-85 9 181 0 0,2 1 0 0 0,88-7-14 0 0,-32 2 38 0 0,46-3-9 0 0,-82 4 6 0 0,8-1-36 0 0,-30 5 54 0 0,-1-1 10 0 0,52-6-32 0 0,225-7-35 0 0,-276 14 33 0 0,0 1 16 0 0,18 1 9 0 0,-19-1 0 0 0,0-2 5 0 0,86 1-71 0 0,-85 1 33 0 0,0-1 16 0 0,117 5 1940 0 0,-122 0-1664 0 0,2 17-170 0 0,-2-17-11 0 0,-1 2-30 0 0,0 18 17 0 0,0-19 13 0 0,0 0 33 0 0,-6 133 614 0 0,3-87-166 0 0,2 1-1 0 0,3 0 1 0 0,15 89-1 0 0,48 142 1920 0 0,-26-125-1449 0 0,15 190-290 0 0,-22-110-438 0 0,54 180 701 0 0,90 328 33 0 0,-42-10 444 0 0,-69-314 73 0 0,-62-409-1540 0 0,13 64 68 0 0,-7-37 350 0 0,5 66 0 0 0,-8-49-76 0 0,-4-11 53 0 0,-2 75 172 0 0,0-116-561 0 0,1 0-2 0 0,0 16-3 0 0,-1-17 14 0 0,0 1-37 0 0,2 17-10 0 0,-2-17 21 0 0,0-2-25 0 0,1 15 8 0 0,0-15-1 0 0,-4 18-2251 0 0,2-17 1067 0 0,-82-14-18125 0 0,51 4 9817 0 0</inkml:trace>
</inkml:ink>
</file>

<file path=ppt/ink/ink3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19.5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1 375 2604 0 0,'0'0'9478'0'0,"3"2"-9338"0"0,11 3 1 0 0,0-1-1 0 0,-1 0 0 0 0,1-1 0 0 0,0-1 1 0 0,1 0-1 0 0,-1-1 0 0 0,24-1 0 0 0,-18 1-17 0 0,341-10 1039 0 0,-267 5-1081 0 0,204-12 210 0 0,83-3-54 0 0,-304 20-230 0 0,-21-4 17 0 0,131-3 74 0 0,323-3 287 0 0,300 11-233 0 0,-478-21-24 0 0,-125 4-223 0 0,-103 13 61 0 0,-34 1 18 0 0,100 2 46 0 0,-114 1-35 0 0,33 0 2 0 0,-44 1-3 0 0,22 1-18 0 0,-20-1 21 0 0,15 0 10 0 0,-6-2-6 0 0,454-6-46 0 0,-381 5 45 0 0,308-8-40 0 0,-229 3 38 0 0,1058-28 175 0 0,240 30 12 0 0,-1282 6-163 0 0,163 6-20 0 0,-312-8 48 0 0,-54-1-46 0 0,-16 0 10 0 0,2 0 6 0 0,112-9 41 0 0,-114 8-52 0 0,1 0-37 0 0,44-10-106 0 0,71-8 764 0 0,-116 18-412 0 0,18-5-41 0 0,-19 5 105 0 0,1 0-226 0 0,-2-1-27 0 0,0 0 0 0 0,0 1-1 0 0,0-1 1 0 0,0 0 0 0 0,-1 0 0 0 0,1-1-1 0 0,0 1 1 0 0,-1-1 0 0 0,5-4 0 0 0,-5 3 95 0 0,-1-1-87 0 0,5-14 7 0 0,-4 14 47 0 0,-2 0-41 0 0,3-15-15 0 0,-3 15 72 0 0,1 0-50 0 0,2-16-9 0 0,-2 16 21 0 0,0 0-70 0 0,5-43-2127 0 0,-6 47 1964 0 0,0 0 0 0 0,0 0-1 0 0,-1 0 1 0 0,1 0 0 0 0,0 0 0 0 0,0 0 0 0 0,-1 0 0 0 0,1 0-1 0 0,0 0 1 0 0,-1 0 0 0 0,1 0 0 0 0,-1 0 0 0 0,1 0 0 0 0,-1 0 0 0 0,0 0-1 0 0,1 0 1 0 0,-1 1 0 0 0,0-1 0 0 0,0 0 0 0 0,1 0 0 0 0,-1 1 0 0 0,-2-2-1 0 0,-5-6-4679 0 0,-20-15-2855 0 0</inkml:trace>
</inkml:ink>
</file>

<file path=ppt/ink/ink3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25.5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475 13 2112 0 0,'0'0'2419'0'0,"-4"-1"-1922"0"0,-14-4-40 0 0,14 4 386 0 0,0 3-434 0 0,-37 18 1093 0 0,37-17-1250 0 0,0 1-22 0 0,-31 29 274 0 0,-35 46-1 0 0,48-54-273 0 0,-13 20 25 0 0,1 3 0 0 0,3 0 0 0 0,1 2 0 0 0,3 1 0 0 0,2 1 0 0 0,-20 61 0 0 0,35-79-31 0 0,1 2 0 0 0,2-1-1 0 0,1 1 1 0 0,1 0 0 0 0,1 45-1 0 0,4-62-121 0 0,0 46 185 0 0,4 1 0 0 0,2-1 0 0 0,3 0-1 0 0,18 64 1 0 0,-26-125-271 0 0,6 26 132 0 0,1 1 0 0 0,17 39 0 0 0,3-8 10 0 0,36 53 152 0 0,-44-81-221 0 0,-7-12-51 0 0,2 0 0 0 0,19 24-1 0 0,-4-5-48 0 0,54 62 202 0 0,58 69-125 0 0,-106-135-104 0 0,5-1 85 0 0,0-3 0 0 0,3 0 0 0 0,0-3 0 0 0,80 40 0 0 0,-59-40 33 0 0,2-3 0 0 0,131 35 0 0 0,-134-48 58 0 0,107 7 0 0 0,-120-16-114 0 0,-31-5-44 0 0,6 3 26 0 0,0-2-1 0 0,0-1 1 0 0,0-1 0 0 0,0-1-1 0 0,-1-1 1 0 0,1-2 0 0 0,-1 0-1 0 0,42-16 1 0 0,-22 4 36 0 0,-1-3 0 0 0,-1-2 1 0 0,-1-2-1 0 0,-1-1 0 0 0,52-43 0 0 0,54-67-12 0 0,-92 83-29 0 0,-22 16-4 0 0,-6 5 184 0 0,-2-1 1 0 0,39-64 0 0 0,-12 4 21 0 0,-40 68-52 0 0,0 0-1 0 0,-1-1 0 0 0,-2 0 0 0 0,11-44 0 0 0,12-104 296 0 0,-26 136-383 0 0,1-22 38 0 0,-6 53-103 0 0,2-33 57 0 0,-3-47-1 0 0,-4 40 7 0 0,-11-57-1 0 0,5 64 20 0 0,-1 0-1 0 0,-2 1 0 0 0,-29-60 1 0 0,-66-91-449 0 0,88 160 386 0 0,-2 1-1 0 0,-1 0 1 0 0,-49-45 0 0 0,23 29-38 0 0,-2 1 1 0 0,-1 3-1 0 0,-2 2 0 0 0,-75-38 1 0 0,69 43 7 0 0,-1 2 0 0 0,-130-44-1 0 0,133 61 54 0 0,-46-3-140 0 0,-1 5 0 0 0,-141 0 0 0 0,194 11 88 0 0,-48 4-46 0 0,93-3 59 0 0,1 0 16 0 0,-19 1 9 0 0,19 0-17 0 0,1-1-8 0 0,-115 15-102 0 0,114-14 109 0 0,0 0 33 0 0,-43 13 78 0 0,45-13-225 0 0,-2 1 100 0 0,-46 13 254 0 0,47-14-272 0 0,-18 8-47 0 0,1-1-39 0 0,17-7 114 0 0,-37 14-68 0 0,38-13 72 0 0,0-1-48 0 0,-12 3-29 0 0,-12 6 222 0 0,24-9-180 0 0,0 1-254 0 0,-11 4 295 0 0,11-4 41 0 0,0-1-181 0 0,4 0-37 0 0,-26 10-855 0 0</inkml:trace>
</inkml:ink>
</file>

<file path=ppt/ink/ink3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28.3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726 17 2512 0 0,'-49'-8'3351'0'0,"44"8"-2711"0"0,0 0-66 0 0,-52-5 1424 0 0,51 5-1631 0 0,0 1-41 0 0,-53 7 518 0 0,48-6-749 0 0,1 0 0 0 0,0 1 0 0 0,0 0 0 0 0,0 1 0 0 0,1 0 0 0 0,-1 0 0 0 0,1 1-1 0 0,0 0 1 0 0,0 1 0 0 0,-12 10 0 0 0,12-10-55 0 0,-13 13 105 0 0,1 0 0 0 0,0 2 0 0 0,-29 36-1 0 0,28-30 17 0 0,0 0 81 0 0,0 2 1 0 0,2 0-1 0 0,-32 64 1 0 0,-25 92 369 0 0,73-172-569 0 0,-15 41 145 0 0,3 0 0 0 0,-10 64 1 0 0,25-110-147 0 0,-8 43 196 0 0,8-47-187 0 0,1 3-5 0 0,-6 55 121 0 0,5-55-128 0 0,1-1 15 0 0,0 17-27 0 0,0-17 6 0 0,0 1-4 0 0,0 60 54 0 0,2-42-67 0 0,0 34 56 0 0,-2-41 14 0 0,1 1 1 0 0,1 0 0 0 0,6 30-1 0 0,1-16 42 0 0,1 0-1 0 0,1 0 0 0 0,2-1 0 0 0,25 47 1 0 0,-2-6-86 0 0,-16-28 41 0 0,-16-39-66 0 0,6 10 37 0 0,23 31 78 0 0,2-2 0 0 0,66 66 0 0 0,-88-98-143 0 0,1 0 0 0 0,1-1 0 0 0,0-1 0 0 0,0 0 0 0 0,1-1 0 0 0,26 11 0 0 0,-9-3 166 0 0,10 5-162 0 0,-31-17 2 0 0,12 4-13 0 0,165 77-89 0 0,23 11 178 0 0,-152-74-82 0 0,97 26 0 0 0,-131-45-6 0 0,-1-1 0 0 0,34 0 1 0 0,4-2 32 0 0,4-4 110 0 0,-8-1-220 0 0,128-22-217 0 0,-125 15 264 0 0,-43 7 45 0 0,29-4 0 0 0,70-21 0 0 0,-64 14 14 0 0,-47 11-13 0 0,14-5 5 0 0,72-27-19 0 0,-51 17 19 0 0,-1-3 1 0 0,-1-1-1 0 0,61-44 0 0 0,-81 50 6 0 0,0-1 0 0 0,0-1 0 0 0,-2-1-1 0 0,0 0 1 0 0,-2-2 0 0 0,0 0 0 0 0,25-43 0 0 0,-7-2-97 0 0,-26 40-10 0 0,-3 1 3 0 0,1 4 65 0 0,-2-1 0 0 0,0 0 1 0 0,-1 0-1 0 0,-1-1 0 0 0,-2-21 1 0 0,0 29-7 0 0,-1-5 3 0 0,-2-6-37 0 0,-35-205-72 0 0,35 218 133 0 0,-12-31 1 0 0,11 31 13 0 0,-6-10-14 0 0,-31-67 10 0 0,-60-86 135 0 0,82 145-17 0 0,8 10-104 0 0,9 19-8 0 0,-34-44-165 0 0,-10-10 205 0 0,0 5-30 0 0,-90-80-1 0 0,-59-23 28 0 0,134 108-38 0 0,13 12 97 0 0,-2 1-1 0 0,-95-45 1 0 0,129 70-117 0 0,1 3 18 0 0,3 1 8 0 0,-48-11-58 0 0,5 3 113 0 0,-41-10 151 0 0,-2-2-330 0 0,-29-11 20 0 0,58 19 67 0 0,22 8 96 0 0,-5-1-81 0 0,47 8 23 0 0,-1 0-14 0 0,-61-3 96 0 0,14 4 120 0 0,48 0-228 0 0,0 0 11 0 0,-18 3-6 0 0,-41 5 134 0 0,58-8-38 0 0,-48 14-39 0 0,49-13-33 0 0,1 0-1177 0 0,-12 4 154 0 0,12-4-487 0 0</inkml:trace>
</inkml:ink>
</file>

<file path=ppt/ink/ink3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35.9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5344 0 0,'16'16'2325'0'0</inkml:trace>
</inkml:ink>
</file>

<file path=ppt/ink/ink3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31.3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36 109 2560 0 0,'0'0'3649'0'0,"-1"-4"-2800"0"0,-7-25 5402 0 0,5 13-5457 0 0,-3 22-798 0 0,5-6 19 0 0,1 1 1 0 0,-1-1-1 0 0,0 1 1 0 0,0-1-1 0 0,0 1 1 0 0,1-1-1 0 0,-1 1 0 0 0,0 0 1 0 0,1-1-1 0 0,-1 1 1 0 0,1 0-1 0 0,-1-1 1 0 0,1 1-1 0 0,-1 0 0 0 0,1 0 1 0 0,-1 1-1 0 0,-5 17-119 0 0,12 2 110 0 0,-5-17-31 0 0,-1-4-17 0 0,0 0 43 0 0,0 0-1 0 0,1 0 1 0 0,-1 0-1 0 0,0 0 0 0 0,0 0 1 0 0,1 0-1 0 0,-1 0 1 0 0,0 0-1 0 0,0 0 0 0 0,1 0 1 0 0,-1 0-1 0 0,0 0 1 0 0,0 0-1 0 0,0 0 1 0 0,1 0-1 0 0,-1 0 0 0 0,0 1 1 0 0,0-1-1 0 0,0 0 1 0 0,1 0-1 0 0,-1 0 0 0 0,0 0 1 0 0,0 0-1 0 0,0 1 1 0 0,0-1-1 0 0,1 0 0 0 0,-1 0 1 0 0,0 0-1 0 0,0 1 1 0 0,0-1-1 0 0,0 0 0 0 0,0 0 1 0 0,0 1-1 0 0,1-1 5 0 0,-1 1-1 0 0,0 0 0 0 0,1-1 1 0 0,-1 1-1 0 0,1-1 1 0 0,-1 1-1 0 0,1-1 0 0 0,-1 1 1 0 0,1-1-1 0 0,-1 1 1 0 0,1-1-1 0 0,-1 0 0 0 0,1 1 1 0 0,-1-1-1 0 0,1 0 0 0 0,0 1 1 0 0,-1-1-1 0 0,1 0 1 0 0,0 0-1 0 0,-1 0 0 0 0,1 0 1 0 0,0 0-1 0 0,-1 1 1 0 0,1-1-1 0 0,0 0 0 0 0,0-1 1 0 0,19-1-20 0 0,-15 2 18 0 0,12-13 59 0 0,-13 11-36 0 0,-1-1 4 0 0,3-5 101 0 0,0 0 0 0 0,0-1 0 0 0,-1 1 0 0 0,6-14 0 0 0,-10 18-92 0 0,0-1-38 0 0,-1-15 14 0 0,0 19-19 0 0,0 0 1 0 0,0 0-1 0 0,0 0 0 0 0,0 0 0 0 0,0 0 0 0 0,0 0 1 0 0,0-1-1 0 0,0 1 0 0 0,0 0 0 0 0,-1 1 0 0 0,1-1 0 0 0,0 0 1 0 0,-1 0-1 0 0,1 0 0 0 0,0 0 0 0 0,-1 0 0 0 0,1 0 1 0 0,-1 0-1 0 0,0 0 0 0 0,1 1 0 0 0,-1-1 0 0 0,0 0 1 0 0,1 0-1 0 0,-2 0 0 0 0,-2 2 13 0 0,-11 5 5 0 0,11-5-6 0 0,4-1-9 0 0,0 1 0 0 0,-1 0 0 0 0,1-1 0 0 0,0 1 1 0 0,0-1-1 0 0,-1 1 0 0 0,1-1 0 0 0,0 1 0 0 0,-1-1 1 0 0,1 0-1 0 0,0 1 0 0 0,-1-1 0 0 0,1 1 0 0 0,-1-1 1 0 0,1 0-1 0 0,-1 1 0 0 0,1-1 0 0 0,-1 0 0 0 0,1 1 1 0 0,-1-1-1 0 0,1 0 0 0 0,-1 0 0 0 0,0 1 0 0 0,-10 7-21 0 0,4 6 23 0 0,2-6-5 0 0,1-1 0 0 0,0 1-1 0 0,1 0 1 0 0,-3 11-1 0 0,5-14 19 0 0,8 0-10 0 0,-7-4 0 0 0,1-1 0 0 0,-1 0-1 0 0,0 1 1 0 0,0-1 0 0 0,1 1-1 0 0,-1-1 1 0 0,0 0 0 0 0,0 1-1 0 0,1-1 1 0 0,-1 0 0 0 0,0 0-1 0 0,1 1 1 0 0,-1-1 0 0 0,1 0 0 0 0,-1 0-1 0 0,0 1 1 0 0,1-1 0 0 0,-1 0-1 0 0,1 0 1 0 0,-1 0 0 0 0,0 0-1 0 0,1 1 1 0 0,-1-1 0 0 0,1 0-1 0 0,-1 0 1 0 0,1 0 0 0 0,-1 0 0 0 0,0 0-1 0 0,1 0 1 0 0,-1 0 0 0 0,1-1-1 0 0,-1 1 1 0 0,1 0 0 0 0,-1 0-1 0 0,1 0 1 0 0,-1 0 0 0 0,34-28 178 0 0,-31 25-64 0 0,7-17 56 0 0,-10 15-153 0 0,-3-16 4 0 0,3 16 25 0 0,-23-3-85 0 0,20 11 46 0 0,1-1-9 0 0,-1 0 1 0 0,1 0-1 0 0,0 0 0 0 0,0 1 0 0 0,0-1 0 0 0,1 1 0 0 0,-1-1 0 0 0,1 1 0 0 0,-1 0 0 0 0,1 0 0 0 0,0 0 0 0 0,0-1 0 0 0,0 1 0 0 0,0 0 0 0 0,1 0 0 0 0,-1 0 0 0 0,1 0 0 0 0,0 0 0 0 0,0 5 0 0 0,0-3 27 0 0,25-7 32 0 0,-20 2 58 0 0,11-14 63 0 0,-13 12-68 0 0,-1-1-34 0 0,19-31 443 0 0,-19 30-400 0 0,-3-1-384 0 0,2 1 110 0 0,-3-15-1400 0 0,-3 20 580 0 0,4-1 735 0 0,-27 7-2387 0 0,7 4-2684 0 0,1 3-544 0 0</inkml:trace>
</inkml:ink>
</file>

<file path=ppt/ink/ink3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31.8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59 40 2328 0 0,'-1'-4'1313'0'0,"-1"-14"-224"0"0,1 14 1790 0 0,1 3-2825 0 0,0 1 1 0 0,0-1 0 0 0,0 1-1 0 0,0-1 1 0 0,0 1-1 0 0,0-1 1 0 0,-1 1 0 0 0,1-1-1 0 0,0 1 1 0 0,0-1 0 0 0,0 1-1 0 0,-1-1 1 0 0,1 1-1 0 0,0-1 1 0 0,-1 1 0 0 0,1-1-1 0 0,0 1 1 0 0,-1-1 0 0 0,1 1-1 0 0,-1 0 1 0 0,1-1-1 0 0,0 1 1 0 0,-1 0 0 0 0,1-1-1 0 0,-1 1 1 0 0,1 0 0 0 0,-1 0-1 0 0,1 0 1 0 0,-1-1-1 0 0,1 1 1 0 0,-1 0 0 0 0,0 0-1 0 0,1 0 1 0 0,-1 0-1 0 0,1 0 1 0 0,-2 0 0 0 0,-21 2 1626 0 0,17-1-1594 0 0,4 3 109 0 0,-5 13 4 0 0,5-13 419 0 0,2 1-426 0 0,0 46 722 0 0,0-47-585 0 0,4 18-44 0 0,-3-18-54 0 0,1-1-196 0 0,-1-1 0 0 0,1 1 0 0 0,0-1-1 0 0,0 0 1 0 0,0 0 0 0 0,0 0 0 0 0,0 0-1 0 0,0 0 1 0 0,0 0 0 0 0,1-1 0 0 0,-1 1 0 0 0,1-1-1 0 0,3 2 1 0 0,-2-1 65 0 0,1-1-64 0 0,43 2-98 0 0,-43-3-29 0 0,-1-1-367 0 0,15-4 66 0 0,-15 4-59 0 0,14-10-1902 0 0,-15 9 1642 0 0,2 0-2225 0 0,-4 1 2790 0 0,0 0 0 0 0,1 0 0 0 0,-1 0 0 0 0,0 0-1 0 0,0 0 1 0 0,0-1 0 0 0,0 1 0 0 0,1-2 0 0 0,2 1-754 0 0</inkml:trace>
</inkml:ink>
</file>

<file path=ppt/ink/ink3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32.1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2024 0 0,'0'0'9351'0'0,"3"2"-8984"0"0,4 3-169 0 0,0 0 1 0 0,-1 0 0 0 0,1 0 0 0 0,-1 1 0 0 0,-1 0-1 0 0,1 1 1 0 0,-1-1 0 0 0,0 1 0 0 0,7 13-1 0 0,-3-7-152 0 0,-7-10-18 0 0,1 1-73 0 0,9 13-77 0 0,-10-13-102 0 0,1 0-140 0 0,6 11-175 0 0,-7-11-72 0 0,10 9-2223 0 0</inkml:trace>
</inkml:ink>
</file>

<file path=ppt/ink/ink3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36.3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65 0 4660 0 0,'0'0'9213'0'0,"-36"5"-12921"0"0,8-8-664 0 0</inkml:trace>
</inkml:ink>
</file>

<file path=ppt/ink/ink3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36.4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65 126 3712 0 0,'-7'-23'3681'0'0,"-2"-4"-2925"0"0,-5 0-960 0 0,-5 0-1504 0 0,4 5-977 0 0</inkml:trace>
</inkml:ink>
</file>

<file path=ppt/ink/ink4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36.6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62 267 3692 0 0,'-7'-32'3329'0'0,"0"-1"-2161"0"0,0 7-692 0 0,-4-7-508 0 0,2-8-832 0 0,-1-8-1084 0 0,5 23 43 0 0,-1 0-1971 0 0</inkml:trace>
</inkml:ink>
</file>

<file path=ppt/ink/ink4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36.8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40 3732 0 0,'19'-12'2377'0'0,"4"-1"-2405"0"0,1-2-2837 0 0</inkml:trace>
</inkml:ink>
</file>

<file path=ppt/ink/ink4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36.9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 2928 0 0,'0'0'1072'0'0,"35"-5"413"0"0,-2 0-581 0 0,-3 3-560 0 0,6 5-664 0 0,-11 7-1125 0 0,-3 2-691 0 0</inkml:trace>
</inkml:ink>
</file>

<file path=ppt/ink/ink4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37.1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2056 0 0,'14'26'1084'0'0,"-4"-1"-296"0"0,3 3-176 0 0,-3-2 0 0 0,-1 2-223 0 0,-2-1-53 0 0,0 1-124 0 0,-2 2-368 0 0,0-1 220 0 0,-1 1-100 0 0,-1 1-224 0 0,-1 0-217 0 0,-2 0-335 0 0,0 0 120 0 0,-2 0-508 0 0,2 0-1280 0 0</inkml:trace>
</inkml:ink>
</file>

<file path=ppt/ink/ink4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37.2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188 1 2744 0 0,'0'0'1616'0'0,"-13"26"-159"0"0,-6-11-933 0 0,0-4-224 0 0,-7 4-172 0 0,-9 0-576 0 0,-4-1-1253 0 0,3 1-2879 0 0</inkml:trace>
</inkml:ink>
</file>

<file path=ppt/ink/ink4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37.4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114 1 2720 0 0,'0'0'2188'0'0,"-27"9"-1035"0"0,-3-2-1105 0 0,4-2-1041 0 0,-4-2-1207 0 0</inkml:trace>
</inkml:ink>
</file>

<file path=ppt/ink/ink4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37.6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317 372 3604 0 0,'-16'-9'1048'0'0,"13"7"-176"0"0,-2-1-215 0 0,-154-91-2033 0 0,153 91 1182 0 0,0 0 0 0 0,1-1 0 0 0,-1 0 1 0 0,1 0-1 0 0,0-1 0 0 0,1 1 0 0 0,-1-1 0 0 0,1 0 0 0 0,-6-8 0 0 0,-21-26 81 0 0,25 27 105 0 0,2 3 9 0 0,-15-48-287 0 0,16 46 7 0 0,-2-11 38 0 0,2-3-631 0 0,-3-13-156 0 0</inkml:trace>
</inkml:ink>
</file>

<file path=ppt/ink/ink4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37.8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1 197 1004 0 0,'5'-28'720'0'0,"2"-1"-180"0"0,2 1-152 0 0,-1 7 48 0 0,6-9-224 0 0,-3 9-80 0 0,10-2-436 0 0,-7 7-1036 0 0</inkml:trace>
</inkml:ink>
</file>

<file path=ppt/ink/ink4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38.0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80 3016 0 0,'16'-16'2068'0'0,"3"1"-851"0"0,-1-1-545 0 0,-1 1-616 0 0,7-3-2001 0 0</inkml:trace>
</inkml:ink>
</file>

<file path=ppt/ink/ink4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38.1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2852 0 0,'18'16'1152'0'0,"-1"4"-204"0"0,1 1-279 0 0,-3 2-161 0 0,-1-2-348 0 0,-1 7-228 0 0,1 7-348 0 0,-4-6-521 0 0,-3 2 161 0 0,0 2-540 0 0,-2 1-1420 0 0</inkml:trace>
</inkml:ink>
</file>

<file path=ppt/ink/ink4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38.3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306 0 3308 0 0,'-4'4'1235'0'0,"-1"0"-916"0"0,0 0 0 0 0,-1 0 1 0 0,0 0-1 0 0,0-1 0 0 0,0 0 0 0 0,0 0 1 0 0,-1-1-1 0 0,1 1 0 0 0,-1-1 0 0 0,-12 2 0 0 0,-73 7-950 0 0,78-10 366 0 0,-9 1-579 0 0,3-1 77 0 0,10-2 156 0 0,-26-1-1763 0 0,8-2-148 0 0</inkml:trace>
</inkml:ink>
</file>

<file path=ppt/ink/ink4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38.5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134 82 1472 0 0,'-25'-16'1568'0'0,"-3"1"-876"0"0,-2-3-644 0 0,-1-2-856 0 0,12 7-152 0 0</inkml:trace>
</inkml:ink>
</file>

<file path=ppt/ink/ink4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38.7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1 184 2292 0 0,'0'-29'2020'0'0,"7"-10"-1496"0"0,1 12-460 0 0,5-5-324 0 0,1 7-768 0 0,5-6-528 0 0</inkml:trace>
</inkml:ink>
</file>

<file path=ppt/ink/ink4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38.9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43 2452 0 0,'0'0'1260'0'0,"19"-12"1025"0"0,2-1-1533 0 0,-42-5-7461 0 0</inkml:trace>
</inkml:ink>
</file>

<file path=ppt/ink/ink4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39.0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261 1 2520 0 0,'0'0'1408'0'0,"-32"3"1065"0"0,2 9-1637 0 0,2 4-632 0 0,-8 7-368 0 0,17-10-204 0 0,-4 3-168 0 0,2 1-264 0 0,-2-1-109 0 0,1 4-579 0 0,-5 3-1648 0 0</inkml:trace>
</inkml:ink>
</file>

<file path=ppt/ink/ink4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39.2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2208 0 0,'3'26'1920'0'0,"4"2"-780"0"0,4 0-447 0 0,-2 6-633 0 0,1 7-865 0 0,-1 5-719 0 0,-2-19 324 0 0,0 3-1252 0 0</inkml:trace>
</inkml:ink>
</file>

<file path=ppt/ink/ink4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39.4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1984 0 0,'144'101'3558'0'0,"-127"-89"-3524"0"0,42 35-262 0 0,-56-45 233 0 0,1 1 111 0 0,48 42 1296 0 0,-49-43-1538 0 0,3-2-848 0 0,0 1 655 0 0,-4 0 132 0 0,0-1 0 0 0,0 0 0 0 0,1 0 0 0 0,-1 1-1 0 0,0-1 1 0 0,0-1 0 0 0,0 1 0 0 0,0 0 0 0 0,0-1-1 0 0,0 1 1 0 0,0-1 0 0 0,2 0 0 0 0,25-7-2802 0 0</inkml:trace>
</inkml:ink>
</file>

<file path=ppt/ink/ink4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33.4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43 3984 0 0,'0'0'6827'0'0,"0"5"-6671"0"0,2 14-17 0 0,-2-14 181 0 0,1 0-265 0 0,2 13-24 0 0,-2-13 96 0 0,2-3-127 0 0,-2 0 13 0 0,1-1-1 0 0,-1 0 0 0 0,1-1 1 0 0,-1 1-1 0 0,1 0 1 0 0,-1 0-1 0 0,1-1 1 0 0,0 1-1 0 0,-1 0 1 0 0,1-1-1 0 0,0 0 1 0 0,-1 1-1 0 0,1-1 1 0 0,0 0-1 0 0,0 0 1 0 0,0 0-1 0 0,-1 0 0 0 0,1 0 1 0 0,3-1-1 0 0,0 0 255 0 0,10-17 359 0 0,-5-12 374 0 0,-13-16-278 0 0,2 42-525 0 0,-15-4-89 0 0,14 6-89 0 0,-1 0 112 0 0,2 3-126 0 0,0 0 0 0 0,-1 0 0 0 0,1-1 0 0 0,0 1 1 0 0,0 0-1 0 0,-1-1 0 0 0,1 1 0 0 0,0-1 0 0 0,-1 1 0 0 0,1-1 0 0 0,0 0 0 0 0,-3 1 0 0 0,1-1 10 0 0,-1 2 63 0 0,1 2-36 0 0,-19 34-37 0 0,20-34 7 0 0,2 1-18 0 0,-3 16-33 0 0,3-16 59 0 0,0 0-38 0 0,12 39-16 0 0,-10-41 60 0 0,2-1-8 0 0,16 4-34 0 0,0-19 108 0 0,-7-5 114 0 0,-11 14-126 0 0,4-12 149 0 0,-1 0 0 0 0,3-21-1 0 0,-8 32 46 0 0,0 0-321 0 0,-4-12 36 0 0,3 13 109 0 0,-22 10-133 0 0,18-4 10 0 0,3-1 30 0 0,0 0 0 0 0,1 0 0 0 0,-1 1 0 0 0,0-1 0 0 0,0 0 0 0 0,1 1 0 0 0,-1 0 0 0 0,1-1 1 0 0,-1 1-1 0 0,1 0 0 0 0,0 0 0 0 0,-1 0 0 0 0,1-1 0 0 0,-1 4 0 0 0,-5 6-157 0 0,5-7 95 0 0,0 0 0 0 0,1-1 1 0 0,-1 1-1 0 0,1 0 0 0 0,0 0 0 0 0,0 0 1 0 0,1 0-1 0 0,-1 0 0 0 0,1 0 1 0 0,0 0-1 0 0,0 7 0 0 0,12 5-358 0 0,-10-12-2586 0 0,4-5 2014 0 0,15-3-328 0 0,-16 2-443 0 0</inkml:trace>
</inkml:ink>
</file>

<file path=ppt/ink/ink4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33.8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125 31 2780 0 0,'0'0'4461'0'0,"-2"-4"-3668"0"0,2 3-628 0 0,-1-1 1 0 0,1 1-1 0 0,-1-1 0 0 0,0 1 1 0 0,1-1-1 0 0,-1 1 1 0 0,0 0-1 0 0,0-1 0 0 0,0 1 1 0 0,0 0-1 0 0,0 0 0 0 0,-1 0 1 0 0,1 0-1 0 0,0 0 0 0 0,0 0 1 0 0,-1 0-1 0 0,1 0 0 0 0,-1 0 1 0 0,1 1-1 0 0,0-1 0 0 0,-4-1 1 0 0,1 1 1003 0 0,0 2-849 0 0,-15 2-17 0 0,14-2-13 0 0,5-1-275 0 0,0 1 1 0 0,0-1-1 0 0,-1 1 1 0 0,1-1-1 0 0,0 0 1 0 0,0 1-1 0 0,-1-1 1 0 0,1 0-1 0 0,0 1 1 0 0,-1-1-1 0 0,1 0 1 0 0,0 1-1 0 0,-1-1 1 0 0,1 0-1 0 0,0 0 1 0 0,-1 1-1 0 0,1-1 1 0 0,-1 0-1 0 0,1 0 1 0 0,0 0-1 0 0,-1 0 1 0 0,1 0-1 0 0,-1 0 0 0 0,1 1 1 0 0,-1-1-1 0 0,0 0-1 0 0,1 0-1 0 0,-1 0 0 0 0,1 0 0 0 0,-1 0 0 0 0,1 0 0 0 0,0 0 0 0 0,-1 0 0 0 0,1 0 0 0 0,-1 1 1 0 0,1-1-1 0 0,0 0 0 0 0,-1 0 0 0 0,1 0 0 0 0,-1 1 0 0 0,1-1 0 0 0,0 0 0 0 0,-1 1 0 0 0,1-1 1 0 0,0 0-1 0 0,-1 1 0 0 0,1-1 0 0 0,0 0 0 0 0,0 1 0 0 0,0-1 0 0 0,-1 1 0 0 0,0 1 29 0 0,0-1 0 0 0,0 1 0 0 0,0-1-1 0 0,0 1 1 0 0,-1-1 0 0 0,1 0 0 0 0,0 1-1 0 0,-1-1 1 0 0,1 0 0 0 0,-3 1 0 0 0,1 2 154 0 0,0 0-51 0 0,-7 14-11 0 0,7-14 30 0 0,1 1-30 0 0,-5 14 11 0 0,6-14 89 0 0,0 0-138 0 0,3 40 90 0 0,-2-41-163 0 0,2 0-22 0 0,7 13 16 0 0,-7-13 6 0 0,1-2-36 0 0,8 8-70 0 0,-8-7-113 0 0,1-2-164 0 0,12 4-209 0 0,-11-3-171 0 0,2-2-1232 0 0,-7 0 1972 0 0,30-2-1990 0 0,1-6-3690 0 0,-10 1 868 0 0</inkml:trace>
</inkml:ink>
</file>

<file path=ppt/ink/ink4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34.3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16 3100 0 0,'0'0'11534'0'0,"4"-2"-11253"0"0,-2-2-179 0 0,3 0-119 0 0,28-1 994 0 0,-25 6-966 0 0,5 7-26 0 0,-11-6 15 0 0,0 0 0 0 0,-1 0 0 0 0,1 0 0 0 0,-1 0 0 0 0,1 0 0 0 0,-1 1 0 0 0,0-1 0 0 0,1 1 0 0 0,-1-1 0 0 0,-1 1 0 0 0,1-1 0 0 0,0 1 0 0 0,-1-1 0 0 0,1 1 0 0 0,-1 0 1 0 0,0-1-1 0 0,0 6 0 0 0,0-7 9 0 0,1 4 114 0 0,-2 1-123 0 0,-23 95 191 0 0,23-97-110 0 0,-8 17 519 0 0,9-20-592 0 0,0-1 1 0 0,0 1-1 0 0,0-1 1 0 0,0 1 0 0 0,0-1-1 0 0,0 1 1 0 0,0-1-1 0 0,0 1 1 0 0,0-1 0 0 0,0 1-1 0 0,0-1 1 0 0,0 1-1 0 0,-1-1 1 0 0,1 1 0 0 0,0-1-1 0 0,0 0 1 0 0,-1 1-1 0 0,1-1 1 0 0,0 1 0 0 0,0-1-1 0 0,-1 0 1 0 0,1 1-1 0 0,0-1 1 0 0,-1 0 0 0 0,0 1-1 0 0,-4 10 635 0 0,9-10-640 0 0,10 0-4 0 0,-1 0 1 0 0,1-1-1 0 0,-1 0 0 0 0,0-1 0 0 0,14-3 1 0 0,72-17-1365 0 0,-79 17 776 0 0,-19 4 583 0 0,74-20-3287 0 0,-27 1-3455 0 0,-25 8 946 0 0</inkml:trace>
</inkml:ink>
</file>

<file path=ppt/ink/ink4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39.9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142 0 3640 0 0,'0'0'1877'0'0,"-9"23"1427"0"0,-3-5-2032 0 0,-20 0-1364 0 0,-4-10-1384 0 0,-17-1-2193 0 0</inkml:trace>
</inkml:ink>
</file>

<file path=ppt/ink/ink4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40.1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29 282 3072 0 0,'-9'-25'2869'0'0,"0"-16"-1333"0"0,4-1-1148 0 0,1 3-300 0 0,4-4-444 0 0,-1-1-1168 0 0,2-4-1097 0 0</inkml:trace>
</inkml:ink>
</file>

<file path=ppt/ink/ink4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40.3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1 133 3040 0 0,'19'-31'2072'0'0,"0"5"-859"0"0,5 2-577 0 0,4 2-856 0 0,2 6-536 0 0,-2 8-1045 0 0,5 3-2343 0 0</inkml:trace>
</inkml:ink>
</file>

<file path=ppt/ink/ink4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40.4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1752 0 0,'0'0'952'0'0,"26"28"-244"0"0,-10-12 272 0 0,7 15-472 0 0,-2 2-664 0 0,-4-5-1024 0 0,2 1-2344 0 0</inkml:trace>
</inkml:ink>
</file>

<file path=ppt/ink/ink4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40.6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79 0 2668 0 0,'3'34'1040'0'0,"-5"2"-1136"0"0,-6 12-684 0 0,-3-20 404 0 0,-1-1 112 0 0,-2 6-72 0 0,-2 0-348 0 0,-3 0-448 0 0</inkml:trace>
</inkml:ink>
</file>

<file path=ppt/ink/ink4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40.7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339 1 2112 0 0,'-16'15'950'0'0,"13"-12"-156"0"0,-1-1-89 0 0,-10 5-365 0 0,-1 0 0 0 0,1-1 0 0 0,-1-1 0 0 0,0 0 0 0 0,-22 4 0 0 0,-34 4-517 0 0,41-7-759 0 0,-31 2-1926 0 0,17-6 276 0 0</inkml:trace>
</inkml:ink>
</file>

<file path=ppt/ink/ink4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40.9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212 79 2668 0 0,'0'0'1444'0'0,"-21"-10"469"0"0,-2 1-997 0 0,-5-5-764 0 0,-5 1-624 0 0,-7 2-1213 0 0,16 1 897 0 0,-18-1-3320 0 0</inkml:trace>
</inkml:ink>
</file>

<file path=ppt/ink/ink4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41.1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14 688 3756 0 0,'-6'-46'688'0'0,"1"0"0"0"0,3-1-1 0 0,1 1 1 0 0,3 0-1 0 0,8-54 1 0 0,1 34-2515 0 0,3 0 1 0 0,44-125-1 0 0,-44 158-535 0 0</inkml:trace>
</inkml:ink>
</file>

<file path=ppt/ink/ink4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41.2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1 223 2136 0 0,'40'-55'2296'0'0,"1"10"-1025"0"0,-4 12-219 0 0,12-4-153 0 0,-34 27-714 0 0,2 1-107 0 0,-1 3 42 0 0,-10 3-182 0 0,7-2-8 0 0,0 0 0 0 0,1 1 0 0 0,21-4 0 0 0,-27 7-690 0 0,1 0 0 0 0,0 0 0 0 0,0 1 0 0 0,0 0 0 0 0,17 4 0 0 0,9 2-2335 0 0</inkml:trace>
</inkml:ink>
</file>

<file path=ppt/ink/ink4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41.5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290 1 2228 0 0,'-29'21'1472'0'0,"-4"-4"-680"0"0,-8 1-224 0 0,1-9-139 0 0,5-4-89 0 0,-1 0-176 0 0,3-2-108 0 0,-9-4-1613 0 0</inkml:trace>
</inkml:ink>
</file>

<file path=ppt/ink/ink4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41.7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56 2100 0 0,'0'0'816'0'0,"-16"-25"-772"0"0,2-6-1324 0 0</inkml:trace>
</inkml:ink>
</file>

<file path=ppt/ink/ink4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41.9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0 107 4184 0 0,'0'0'1389'0'0,"27"-26"459"0"0,-3 1-568 0 0,-8 7-640 0 0,0 0-540 0 0,1-1-804 0 0</inkml:trace>
</inkml:ink>
</file>

<file path=ppt/ink/ink4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44.2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18 3020 0 0,'0'0'3115'0'0,"0"-4"-2443"0"0,4-9 2915 0 0,-1 28-1597 0 0,-2-13-2299 0 0,-1 3 662 0 0,2 1-22 0 0,65 252 2827 0 0,5 22-1286 0 0,-48-151-1263 0 0,1 128 1184 0 0,-23-162-1143 0 0,2-36-403 0 0,8 66 56 0 0,25 116 744 0 0,38 343-4 0 0,38 239-242 0 0,-35-325-52 0 0,-65-422-579 0 0,37 257 96 0 0,-19-115 175 0 0,-12-96 45 0 0,-18-117-445 0 0,2 19 4 0 0,-1-18-35 0 0,-2 0 31 0 0,2-1 7 0 0,2 17-1 0 0,-3-17-17 0 0,0 1 1 0 0,7 41 354 0 0,-8-42-246 0 0,1-1 3 0 0,10 67 613 0 0,-11-66-523 0 0,1-1-140 0 0,3 14 48 0 0,-3-14 458 0 0,-1-10-4272 0 0,-2-15 867 0 0,0 0 1 0 0,-1 0-1 0 0,-2 0 1 0 0,-10-34-1 0 0,11 41 99 0 0,-4-14-6007 0 0</inkml:trace>
</inkml:ink>
</file>

<file path=ppt/ink/ink4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51.4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534 28 2432 0 0,'-1'-2'235'0'0,"-1"0"0"0"0,0 0 0 0 0,0 0 0 0 0,0 0 0 0 0,0 0 1 0 0,-1 0-1 0 0,1 1 0 0 0,0-1 0 0 0,-1 1 0 0 0,1 0 0 0 0,-1-1 0 0 0,0 1 0 0 0,1 0 0 0 0,-1 1 0 0 0,-5-2 0 0 0,1 1 57 0 0,0 0 0 0 0,-1 1 1 0 0,1 0-1 0 0,0 0 0 0 0,-15 2 0 0 0,-2 3 270 0 0,1 1 0 0 0,-43 17 0 0 0,40-12-235 0 0,1 0 1 0 0,0 2-1 0 0,1 1 1 0 0,0 1-1 0 0,-42 36 1 0 0,52-38-234 0 0,0 0 0 0 0,1 1 0 0 0,1 0 0 0 0,0 1 0 0 0,1 0 0 0 0,1 1 0 0 0,0 0 0 0 0,1 1 0 0 0,-10 26-1 0 0,17-36-47 0 0,1 0 0 0 0,-1 1-1 0 0,1-1 1 0 0,1 0 0 0 0,0 0-1 0 0,0 0 1 0 0,1 8 0 0 0,-1-11-17 0 0,0-2-24 0 0,0 0 1 0 0,0-1-1 0 0,0 1 1 0 0,0 0-1 0 0,1-1 1 0 0,-1 1-1 0 0,0 0 1 0 0,1-1-1 0 0,-1 1 1 0 0,1-1 0 0 0,0 1-1 0 0,0-1 1 0 0,-1 1-1 0 0,1-1 1 0 0,2 3-1 0 0,0 0 12 0 0,-1-1-10 0 0,0 1 1 0 0,0-1-1 0 0,0 0 1 0 0,1 1 0 0 0,-1-1-1 0 0,1 0 1 0 0,0-1-1 0 0,0 1 1 0 0,0 0-1 0 0,0-1 1 0 0,0 0-1 0 0,7 4 1 0 0,-5-3 13 0 0,-3-2-19 0 0,0 0 0 0 0,0 1 1 0 0,0-1-1 0 0,0 0 0 0 0,0 0 0 0 0,1 0 0 0 0,-1-1 0 0 0,0 1 0 0 0,1 0 0 0 0,-1-1 0 0 0,5 1 1 0 0,0-1-1 0 0,4 3 2 0 0,-1-2-1 0 0,1 0 1 0 0,-1 0-1 0 0,1-1 1 0 0,0 0-1 0 0,-1-1 0 0 0,1 0 1 0 0,12-3-1 0 0,-5 1-14 0 0,13-2-262 0 0,0-1 0 0 0,0-2 0 0 0,-1-1 1 0 0,0-2-1 0 0,0-1 0 0 0,29-16 0 0 0,-32 12-1501 0 0,-1 0 0 0 0,-1-1 0 0 0,36-33 0 0 0,-34 27-2383 0 0</inkml:trace>
</inkml:ink>
</file>

<file path=ppt/ink/ink4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51.9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0 414 1832 0 0,'0'0'1672'0'0,"1"5"-1060"0"0,0 0-316 0 0,2 3-129 0 0,-3 1 4157 0 0,4-12-4202 0 0,0 0-86 0 0,-1 0-1 0 0,1-1 0 0 0,-1 1 1 0 0,0-1-1 0 0,0 0 0 0 0,0 0 0 0 0,0 0 1 0 0,-1 0-1 0 0,0 0 0 0 0,3-8 1 0 0,16-55 162 0 0,-5-6-108 0 0,-11 49-49 0 0,-4 2-34 0 0,-1 5 38 0 0,0-31 93 0 0,-10-55 249 0 0,10 98-309 0 0,-1 0-20 0 0,-3-19 399 0 0,-1 27-325 0 0,-15 9-29 0 0,13-4 10 0 0,-18 90 272 0 0,22-78-310 0 0,0 0 1 0 0,1 27 0 0 0,2-38-66 0 0,0 9 27 0 0,2 6-12 0 0,3-3-16 0 0,-2-9-93 0 0,0 4 130 0 0,2 0 1 0 0,-1 0-1 0 0,8 16 0 0 0,-9-27-109 0 0,0 1-1 0 0,0-1 0 0 0,1 0 1 0 0,-1 0-1 0 0,1 0 1 0 0,0 0-1 0 0,1-1 0 0 0,-1 0 1 0 0,1 0-1 0 0,-1 0 1 0 0,1 0-1 0 0,7 3 0 0 0,-8-5-278 0 0,0 0-1 0 0,1-1 0 0 0,-1 0 1 0 0,0 0-1 0 0,1 0 0 0 0,-1-1 1 0 0,1 1-1 0 0,0-1 0 0 0,-1 0 1 0 0,1 0-1 0 0,-1-1 0 0 0,1 1 1 0 0,-1-1-1 0 0,1 0 0 0 0,-1 0 1 0 0,0 0-1 0 0,1-1 0 0 0,-1 0 1 0 0,0 0-1 0 0,0 0 0 0 0,0 0 1 0 0,5-4-1 0 0,-4 3-2964 0 0</inkml:trace>
</inkml:ink>
</file>

<file path=ppt/ink/ink4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52.4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31 2732 0 0,'1'-5'1028'0'0,"0"-16"-165"0"0,-1 16 3562 0 0,-3 9-4195 0 0,-9 11-24 0 0,10-11-28 0 0,1 2-36 0 0,-5 52 224 0 0,6-53-297 0 0,0 2 13 0 0,0 5-66 0 0,1-1-1 0 0,1 1 1 0 0,0 0-1 0 0,0-1 1 0 0,2 1-1 0 0,-1-1 1 0 0,8 16 0 0 0,-9-23 26 0 0,0-3-34 0 0,0 0-1 0 0,-1 0 0 0 0,1 0 0 0 0,-1 1 1 0 0,1-1-1 0 0,-1 0 0 0 0,1 1 0 0 0,-1-1 1 0 0,0 0-1 0 0,2 4 0 0 0,0-2 13 0 0,2-1-8 0 0,12 7-2 0 0,-12-7 60 0 0,0-2-46 0 0,0 0-21 0 0,0-1 0 0 0,0 1 0 0 0,0-1 0 0 0,0 0 0 0 0,0 0 0 0 0,0-1 0 0 0,-1 1 0 0 0,1-1 0 0 0,-1 0 0 0 0,1-1 0 0 0,-1 1 0 0 0,0-1 0 0 0,1 1 0 0 0,-1-1 0 0 0,6-7 0 0 0,1-5 66 0 0,0-1 0 0 0,-2-1 0 0 0,9-19 0 0 0,-16 33 95 0 0,-2 3-156 0 0,1-1 1 0 0,-1 1-1 0 0,0 0 1 0 0,1-1-1 0 0,-1 1 1 0 0,0-1-1 0 0,1 1 0 0 0,-1 0 1 0 0,0-1-1 0 0,0 1 1 0 0,1-1-1 0 0,-1 1 1 0 0,0-1-1 0 0,0 1 1 0 0,0-1-1 0 0,0 1 1 0 0,0-1-1 0 0,1 1 1 0 0,-1-1-1 0 0,0 1 1 0 0,0-1-1 0 0,0 1 1 0 0,0-1-1 0 0,-1 1 0 0 0,1-1 1 0 0,0 0-1 0 0,0 0 3 0 0,0 1-1 0 0,0-1 0 0 0,0 1 0 0 0,0-1 0 0 0,0 1 0 0 0,0-1 0 0 0,0 1 0 0 0,0-1 1 0 0,0 1-1 0 0,0-1 0 0 0,0 1 0 0 0,0-1 0 0 0,0 1 0 0 0,0-1 0 0 0,0 1 0 0 0,1-1 1 0 0,-1 1-1 0 0,0-1 0 0 0,0 1 0 0 0,1 0 0 0 0,-1-1 0 0 0,0 1 0 0 0,1-1 0 0 0,-1 1 1 0 0,0 0-1 0 0,1-1 0 0 0,8-16 494 0 0,-8 21-483 0 0,-2 3-24 0 0,1 0-1 0 0,1 0 1 0 0,-1 1-1 0 0,1-1 1 0 0,0 0 0 0 0,1 0-1 0 0,0 0 1 0 0,0 0-1 0 0,0 0 1 0 0,1-1 0 0 0,0 1-1 0 0,0-1 1 0 0,1 1-1 0 0,0-1 1 0 0,0 0 0 0 0,1 0-1 0 0,9 10 1 0 0,-9-12-249 0 0,0 0 1 0 0,1-1 0 0 0,-1 1 0 0 0,1-1-1 0 0,-1 0 1 0 0,1 0 0 0 0,0 0 0 0 0,0-1-1 0 0,1 0 1 0 0,-1 0 0 0 0,0-1-1 0 0,8 1 1 0 0,-4-1-775 0 0,0-1-1 0 0,0 0 1 0 0,-1 0-1 0 0,16-4 1 0 0,-19 3-2693 0 0</inkml:trace>
</inkml:ink>
</file>

<file path=ppt/ink/ink4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52.7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149 25 2680 0 0,'0'0'1069'0'0,"-2"-3"-142"0"0,0 2-798 0 0,1 0 1 0 0,0 0 0 0 0,0 0-1 0 0,-1 0 1 0 0,1 0 0 0 0,0-1-1 0 0,0 1 1 0 0,0 0 0 0 0,1 0-1 0 0,-3-3 530 0 0,-1 2-189 0 0,-12-2-48 0 0,12 3 306 0 0,-1 2-346 0 0,-37 14 499 0 0,38-13-728 0 0,2 0-117 0 0,-1-1 1 0 0,1 1-1 0 0,-1 0 1 0 0,1 0-1 0 0,0 0 1 0 0,0 0-1 0 0,0 0 1 0 0,0 0-1 0 0,0 1 1 0 0,0-1-1 0 0,1 1 0 0 0,-3 5 1 0 0,2-5 92 0 0,1 2-185 0 0,1 0 60 0 0,1 0-1 0 0,-1-1 1 0 0,1 1-1 0 0,0 0 1 0 0,0 0-1 0 0,1 0 1 0 0,-1-1-1 0 0,1 1 1 0 0,0 0-1 0 0,0-1 1 0 0,3 5-1 0 0,-3-6-33 0 0,2 1-223 0 0,53 64 330 0 0,-55-65-49 0 0,2 7 48 0 0,-3-9-66 0 0,-1-1 1 0 0,1 1-1 0 0,-1-1 1 0 0,0 1 0 0 0,1 0-1 0 0,-1-1 1 0 0,1 1-1 0 0,-1 0 1 0 0,0-1-1 0 0,0 1 1 0 0,1 0-1 0 0,-1-1 1 0 0,0 1 0 0 0,0 0-1 0 0,0 0 1 0 0,0-1-1 0 0,0 1 1 0 0,0 0-1 0 0,0-1 1 0 0,0 1-1 0 0,0 0 1 0 0,0 0 0 0 0,0-1-1 0 0,-1 2 1 0 0,-1 19 23 0 0,1-16 96 0 0,0-5-126 0 0,-1 1-1 0 0,1 0 0 0 0,-1-1 1 0 0,1 1-1 0 0,-1 0 0 0 0,1-1 1 0 0,0 1-1 0 0,0 0 0 0 0,-1 0 0 0 0,1 0 1 0 0,0 0-1 0 0,-2 2 0 0 0,2-1 2 0 0,-3 0 9 0 0,-2-1-48 0 0,-17 2-68 0 0,17-2-119 0 0,1-2-372 0 0,-16-3 107 0 0,15 3-188 0 0,4-2-91 0 0,0 1 345 0 0,-6-5 337 0 0,4-5-3583 0 0,-2-15 106 0 0</inkml:trace>
</inkml:ink>
</file>

<file path=ppt/ink/ink4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53.0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 2848 0 0,'0'0'994'0'0,"2"-3"-114"0"0,5-5 384 0 0,-3 10 1363 0 0,-3 28-1069 0 0,-2 20-1249 0 0,2 0 0 0 0,10 67 0 0 0,5-47-259 0 0,-13-60-80 0 0,0-1 0 0 0,1 0 0 0 0,0 0 0 0 0,1-1-1 0 0,0 1 1 0 0,8 10 0 0 0,-11-16-146 0 0,0-2 122 0 0,0 0-1 0 0,0 0 1 0 0,-1 0-1 0 0,1 0 1 0 0,-1 0-1 0 0,1 1 1 0 0,-1-1 0 0 0,1 0-1 0 0,-1 1 1 0 0,2 2-1 0 0,1 0-483 0 0,0-3-211 0 0,12 4-215 0 0,-11-3-170 0 0,0-4-2123 0 0,21-8-223 0 0</inkml:trace>
</inkml:ink>
</file>

<file path=ppt/ink/ink4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53.2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49 2140 0 0,'0'0'4621'0'0,"4"-2"-4327"0"0,4-2-310 0 0,1 0 0 0 0,1 0 0 0 0,-1 0 0 0 0,0 1-1 0 0,1 1 1 0 0,-1 0 0 0 0,17-2 0 0 0,1-1-894 0 0,40-8-2450 0 0,-61 11 744 0 0</inkml:trace>
</inkml:ink>
</file>

<file path=ppt/ink/ink4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53.6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66 1996 0 0,'0'0'739'0'0,"-3"2"-68"0"0,-26 24 2432 0 0,26-23-2116 0 0,4-3-985 0 0,-1 0-1 0 0,0 0 1 0 0,0 0-1 0 0,1 0 1 0 0,-1 0-1 0 0,0 0 1 0 0,1 0-1 0 0,-1 0 1 0 0,0 0-1 0 0,0 0 1 0 0,1 1-1 0 0,-1-1 1 0 0,0 0-1 0 0,0 0 1 0 0,1 0-1 0 0,-1 0 1 0 0,0 1-1 0 0,0-1 1 0 0,0 0-1 0 0,1 0 1 0 0,-1 0-1 0 0,0 1 1 0 0,0-1-1 0 0,0 0 1 0 0,0 0-1 0 0,1 1 1 0 0,-1-1-1 0 0,0 0 1 0 0,0 0 0 0 0,0 1-1 0 0,0-1 1 0 0,0 1-1 0 0,0-1 1 0 0,0 1 0 0 0,1-1 0 0 0,-1 1 0 0 0,0-1 0 0 0,0 1 1 0 0,0-1-1 0 0,1 0 0 0 0,-1 1 0 0 0,0-1 0 0 0,1 1 0 0 0,-1-1 0 0 0,0 0 0 0 0,1 1 0 0 0,-1-1 0 0 0,0 0 0 0 0,1 1 0 0 0,-1-1 0 0 0,1 0 0 0 0,-1 0 1 0 0,0 1-1 0 0,1-1 0 0 0,-1 0 0 0 0,1 0 0 0 0,-1 0 0 0 0,1 1 0 0 0,-1-1 0 0 0,1 0 0 0 0,-1 0 0 0 0,1 0 0 0 0,-1 0 0 0 0,1 0 0 0 0,-1 0 0 0 0,1 0 1 0 0,-1 0-1 0 0,2-1 0 0 0,20 0-36 0 0,-17 1 0 0 0,0-2 40 0 0,12-4-29 0 0,-13 4-8 0 0,-2 2 33 0 0,-1 0-1 0 0,0-1 0 0 0,1 1 0 0 0,-1-1 0 0 0,0 1 0 0 0,0-1 1 0 0,0 0-1 0 0,0 1 0 0 0,1-1 0 0 0,-1 0 0 0 0,0 0 1 0 0,1-1-1 0 0,0 0 7 0 0,2 0 20 0 0,-4 2-31 0 0,0-1 1 0 0,0 1 0 0 0,0 0 0 0 0,0-1-1 0 0,0 1 1 0 0,1 0 0 0 0,-1-1-1 0 0,0 1 1 0 0,0 0 0 0 0,0-1 0 0 0,0 1-1 0 0,1 0 1 0 0,-1-1 0 0 0,0 1-1 0 0,0 0 1 0 0,0 0 0 0 0,1-1 0 0 0,-1 1-1 0 0,0 0 1 0 0,1 0 0 0 0,-1 0-1 0 0,0-1 1 0 0,0 1 0 0 0,1 0 0 0 0,-1 0-1 0 0,0 0 1 0 0,1 0 0 0 0,-1 0-1 0 0,1-1 1 0 0,0 1 24 0 0,0 0 0 0 0,0-1 0 0 0,0 1 0 0 0,0-1 0 0 0,0 1 0 0 0,-1-1 0 0 0,1 0 0 0 0,0 1 0 0 0,0-1 0 0 0,0 0 1 0 0,-1 0-1 0 0,1 1 0 0 0,0-1 0 0 0,-1 0 0 0 0,1 0 0 0 0,0-2 0 0 0,7-14 57 0 0,-6 12 230 0 0,-2 1-224 0 0,-2-16-34 0 0,1 15 77 0 0,1 5-124 0 0,-1 0 1 0 0,1 0 0 0 0,0 0-1 0 0,-1 0 1 0 0,1 0-1 0 0,0 0 1 0 0,-1 0 0 0 0,1-1-1 0 0,0 1 1 0 0,-1 0-1 0 0,1 0 1 0 0,0 0 0 0 0,-1 0-1 0 0,1-1 1 0 0,0 1-1 0 0,0 0 1 0 0,-1 0 0 0 0,1-1-1 0 0,0 1 1 0 0,0 0-1 0 0,0 0 1 0 0,-1-1 0 0 0,1 1-1 0 0,0 0 1 0 0,0-1-1 0 0,0 1 1 0 0,0 0 0 0 0,0-1-1 0 0,-1 1 1 0 0,1-1 12 0 0,0 1 1 0 0,0-1-1 0 0,0 1 0 0 0,-1-1 1 0 0,1 1-1 0 0,0 0 1 0 0,0-1-1 0 0,-1 1 0 0 0,1-1 1 0 0,0 1-1 0 0,-1 0 1 0 0,1-1-1 0 0,0 1 0 0 0,-1 0 1 0 0,1-1-1 0 0,-1 1 1 0 0,1 0-1 0 0,0 0 1 0 0,-1-1-1 0 0,1 1 0 0 0,-1 0 1 0 0,1 0-1 0 0,-1 0 1 0 0,1 0-1 0 0,-1 0 0 0 0,1-1 1 0 0,-1 1-1 0 0,1 0 1 0 0,-1 0-1 0 0,1 0 0 0 0,-1 0 1 0 0,1 0-1 0 0,-1 1 1 0 0,1-1-1 0 0,-1 0 0 0 0,0 0 1 0 0,-5 2 62 0 0,0 0 0 0 0,-1 0 0 0 0,1 0-1 0 0,0 1 1 0 0,0 0 0 0 0,1 0 0 0 0,-1 1 0 0 0,1 0 0 0 0,-1 0 0 0 0,1 0 0 0 0,0 0 0 0 0,1 1-1 0 0,-1 0 1 0 0,1 0 0 0 0,0 0 0 0 0,0 0 0 0 0,1 1 0 0 0,-1 0 0 0 0,1 0 0 0 0,0 0 0 0 0,1 0-1 0 0,-3 6 1 0 0,4-7 36 0 0,1 1-1 0 0,-1 0-83 0 0,1 0-1 0 0,1-1 1 0 0,-1 1 0 0 0,1 0-1 0 0,0-1 1 0 0,0 1 0 0 0,1 0-1 0 0,0-1 1 0 0,0 1 0 0 0,0-1-1 0 0,1 0 1 0 0,-1 0 0 0 0,6 7-1 0 0,-2-5-115 0 0,0-1-1 0 0,0-1 1 0 0,1 1-1 0 0,-1-1 0 0 0,1-1 1 0 0,1 1-1 0 0,-1-1 0 0 0,0 0 1 0 0,1-1-1 0 0,0 0 1 0 0,13 4-1 0 0,-17-6-354 0 0,3 0-134 0 0,6-2-672 0 0,0 0 0 0 0,0-1 0 0 0,0 0 0 0 0,15-6 0 0 0</inkml:trace>
</inkml:ink>
</file>

<file path=ppt/ink/ink4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54.0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38 996 0 0,'0'0'970'0'0,"4"-2"-193"0"0,-2 1-578 0 0,0 0 0 0 0,1 1 0 0 0,-1-1 0 0 0,0 0 0 0 0,1 1 0 0 0,-1-1 0 0 0,1 1 0 0 0,-1 0 1 0 0,1 0-1 0 0,-1 0 0 0 0,1 0 0 0 0,0 0 0 0 0,4 1 0 0 0,-3 0 194 0 0,0 2-41 0 0,1 2-194 0 0,0 0 1 0 0,-1 0-1 0 0,1 0 0 0 0,-1 1 1 0 0,0-1-1 0 0,0 1 1 0 0,-1 0-1 0 0,1 0 1 0 0,2 9-1 0 0,-3-9-25 0 0,-1 1-1 0 0,0 0 1 0 0,0-1 0 0 0,-1 1-1 0 0,0 0 1 0 0,0 0-1 0 0,0 0 1 0 0,-1 0-1 0 0,0 0 1 0 0,-1-1-1 0 0,1 1 1 0 0,-1 0-1 0 0,-1 0 1 0 0,-3 12 0 0 0,3-15 495 0 0,2-3-614 0 0,0-1 0 0 0,0 1 1 0 0,0-1-1 0 0,0 0 0 0 0,0 1 1 0 0,0-1-1 0 0,0 1 0 0 0,-1-1 0 0 0,1 0 1 0 0,0 1-1 0 0,0-1 0 0 0,0 1 1 0 0,-1-1-1 0 0,1 0 0 0 0,0 1 1 0 0,-1-1-1 0 0,1 0 0 0 0,0 0 1 0 0,-1 1-1 0 0,1-1 0 0 0,0 0 1 0 0,-1 0-1 0 0,1 1 0 0 0,0-1 1 0 0,-2 0-1 0 0,2 0 71 0 0,0 1 1 0 0,-1-1 0 0 0,1 0-1 0 0,-1 0 1 0 0,1 0-1 0 0,0 1 1 0 0,-1-1-1 0 0,1 0 1 0 0,0 0 0 0 0,-1 1-1 0 0,1-1 1 0 0,0 0-1 0 0,0 1 1 0 0,-1-1-1 0 0,1 0 1 0 0,0 1-1 0 0,0-1 1 0 0,-1 1 0 0 0,1-1-1 0 0,0 0 1 0 0,0 1-1 0 0,0-1 1 0 0,0 1-1 0 0,0-1 1 0 0,0 1 0 0 0,-5-2 173 0 0,-12-6-36 0 0,12 5-41 0 0,5-5-92 0 0,0 1-60 0 0,0-1 0 0 0,0 0 0 0 0,0 0 0 0 0,1 1 0 0 0,0-1 0 0 0,0 0 0 0 0,1 1-1 0 0,0-1 1 0 0,0 1 0 0 0,0-1 0 0 0,6-9 0 0 0,-2 7-261 0 0,0 1 0 0 0,0-1 1 0 0,1 1-1 0 0,0 1 0 0 0,0-1 0 0 0,1 1 1 0 0,11-9-1 0 0,-7 9-944 0 0,0 0 0 0 0,1 0 0 0 0,21-7 0 0 0,-27 11 722 0 0,21-7-2773 0 0,-2 1-695 0 0</inkml:trace>
</inkml:ink>
</file>

<file path=ppt/ink/ink4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54.2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1 2000 0 0,'0'0'7007'0'0,"0"5"-6743"0"0,-2 13-66 0 0,2-13 146 0 0,0-1-173 0 0,-3 15-15 0 0,3-14-24 0 0,-1-1-49 0 0,-2 11-54 0 0,2 0 0 0 0,0 0 0 0 0,0 1 0 0 0,1-1 1 0 0,4 22-1 0 0,-3-32-271 0 0,-1-4 146 0 0,1 1 0 0 0,-1-1 0 0 0,1 0 0 0 0,-1 0 0 0 0,1 0 0 0 0,0 0 0 0 0,-1 0 0 0 0,1 0-1 0 0,0 0 1 0 0,0 0 0 0 0,0 0 0 0 0,0-1 0 0 0,0 1 0 0 0,0 0 0 0 0,0 0 0 0 0,0-1 0 0 0,0 1 0 0 0,0-1-1 0 0,0 1 1 0 0,0-1 0 0 0,2 1 0 0 0,16 6-1225 0 0,-14-5 242 0 0,0-2 15 0 0,16-3-654 0 0,-16 3-1234 0 0</inkml:trace>
</inkml:ink>
</file>

<file path=ppt/ink/ink4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54.6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229 145 1844 0 0,'-2'-5'743'0'0,"-6"-14"-62"0"0,6 14-177 0 0,0 1-90 0 0,-26-26 1385 0 0,25 28-1353 0 0,-3 1-286 0 0,-16-4-25 0 0,17 4 54 0 0,-1 2-141 0 0,-42 13 88 0 0,44-12-85 0 0,1 0-6 0 0,-28 22-53 0 0,28-21 899 0 0,28-8-480 0 0,-20 3-177 0 0,-3-1-16 0 0,8-13-13 0 0,-8 13-45 0 0,0-2-20 0 0,6-12-7 0 0,-6 12 46 0 0,-1 1-103 0 0,-3-43 97 0 0,2 43-107 0 0,-4 2-64 0 0,1 1-37 0 0,0 0-1 0 0,0 0 1 0 0,0 0-1 0 0,0 1 1 0 0,0-1 0 0 0,0 1-1 0 0,0-1 1 0 0,0 1 0 0 0,0 0-1 0 0,0 0 1 0 0,0 1-1 0 0,0-1 1 0 0,0 0 0 0 0,0 1-1 0 0,0 0 1 0 0,0 0 0 0 0,0 0-1 0 0,-4 2 1 0 0,-28 24-2969 0 0,32-23 1879 0 0,1 0-815 0 0,-3 15-1354 0 0</inkml:trace>
</inkml:ink>
</file>

<file path=ppt/ink/ink4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55.1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 3408 0 0,'0'0'4791'0'0,"3"-3"-4411"0"0,7-8-92 0 0,-7 9 989 0 0,-3 7-1233 0 0,-2 18-1 0 0,2-17 59 0 0,1-1-53 0 0,6 49 75 0 0,-6-49 70 0 0,1-1-132 0 0,-1-3-49 0 0,1 0 1 0 0,-1 1 0 0 0,0-1 0 0 0,0 1 0 0 0,0-1 0 0 0,0 1-1 0 0,0-1 1 0 0,0 1 0 0 0,-1 0 0 0 0,2 2 0 0 0,3-4 17 0 0,15 1 4 0 0,-16-1 14 0 0,0-2 22 0 0,6-7 56 0 0,1 0 0 0 0,-2-1-1 0 0,1 0 1 0 0,-1-1 0 0 0,11-18-1 0 0,-17 26 8 0 0,-3 2-126 0 0,0 1 0 0 0,0-1 1 0 0,0 1-1 0 0,0-1 0 0 0,0 1 1 0 0,0-1-1 0 0,0 1 0 0 0,0-1 1 0 0,1 1-1 0 0,-1-1 0 0 0,0 1 1 0 0,0-1-1 0 0,1 1 0 0 0,-1-1 1 0 0,0 1-1 0 0,1-1 0 0 0,-1 1 1 0 0,0 0-1 0 0,1-1 0 0 0,-1 1 1 0 0,1-1-1 0 0,-1 1 0 0 0,1-1 0 0 0,0 1-1 0 0,-1 0-1 0 0,1 0 1 0 0,-1-1-1 0 0,1 1 1 0 0,-1 0-1 0 0,1-1 1 0 0,-1 1-1 0 0,0-1 1 0 0,1 1-1 0 0,-1 0 1 0 0,0-1-1 0 0,1 1 0 0 0,-1-1 1 0 0,0 1-1 0 0,0-1 1 0 0,1 1-1 0 0,-1-1 1 0 0,0 1-1 0 0,0-1 1 0 0,0 1-1 0 0,0-1 1 0 0,0 0-1 0 0,0 0 57 0 0,3-2-32 0 0,5-9-9 0 0,-6 9 58 0 0,-1 7-60 0 0,5 12 13 0 0,-5-12-35 0 0,0 2-51 0 0,0 17 13 0 0,-1-17-46 0 0,2-2-62 0 0,3 15-6 0 0,-3-14-116 0 0,-2-5 251 0 0,1 0-1 0 0,0 0 0 0 0,-1 1 1 0 0,1-1-1 0 0,-1 0 0 0 0,1 1 1 0 0,-1-1-1 0 0,1 1 0 0 0,-1-1 1 0 0,1 0-1 0 0,-1 1 0 0 0,0-1 1 0 0,1 1-1 0 0,-1-1 0 0 0,1 1 0 0 0,-1-1 1 0 0,0 1-1 0 0,0 0 0 0 0,1-1 1 0 0,-1 1-1 0 0,0-1 0 0 0,0 1 1 0 0,1 1-1 0 0,-1-1-17 0 0,0 0 0 0 0,0 0-1 0 0,1 0 1 0 0,-1 0 0 0 0,1 0 0 0 0,-1 0-1 0 0,1 0 1 0 0,-1 0 0 0 0,1 0 0 0 0,-1 0 0 0 0,1 0-1 0 0,0 0 1 0 0,0-1 0 0 0,-1 1 0 0 0,1 0 0 0 0,0 0-1 0 0,0-1 1 0 0,2 2 0 0 0,3 2-665 0 0,0 0-1 0 0,1-1 1 0 0,-1 0 0 0 0,1 0 0 0 0,0 0-1 0 0,0-1 1 0 0,0 0 0 0 0,1 0 0 0 0,13 1-1 0 0,10-2-2893 0 0</inkml:trace>
</inkml:ink>
</file>

<file path=ppt/ink/ink4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55.7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261 32 3448 0 0,'0'0'1846'0'0,"-3"-4"-1176"0"0,1 1-495 0 0,-1 0 0 0 0,0 1 1 0 0,0-1-1 0 0,0 1 0 0 0,0 0 0 0 0,0-1 0 0 0,-1 1 1 0 0,1 1-1 0 0,-8-4 0 0 0,7 4 104 0 0,-3 1-19 0 0,-55 11 310 0 0,57-9-548 0 0,0 0 0 0 0,0 0 0 0 0,1 1 0 0 0,-1-1 0 0 0,1 1 0 0 0,-1 1 0 0 0,1-1 0 0 0,0 0 0 0 0,-5 7 0 0 0,2-4-1 0 0,4-2 2 0 0,0 0-1 0 0,-1 0 0 0 0,1 0 1 0 0,1 0-1 0 0,-1 0 1 0 0,0 1-1 0 0,1-1 1 0 0,-3 10-1 0 0,3-11-15 0 0,0 2 24 0 0,2 0-9 0 0,6 46 13 0 0,-5-47-64 0 0,14 14-97 0 0,-12-14 42 0 0,1-2-23 0 0,14 7 6 0 0,-14-7 32 0 0,1-2 77 0 0,0-1-16 0 0,1 0 1 0 0,-1 0-1 0 0,0 0 1 0 0,0 0-1 0 0,-1-1 1 0 0,1 0-1 0 0,0 0 1 0 0,0 0-1 0 0,-1-1 0 0 0,1 1 1 0 0,-1-1-1 0 0,5-4 1 0 0,-6 4 26 0 0,-1-2 19 0 0,8-12-87 0 0,-8 12 237 0 0,0 1 61 0 0,12-46 586 0 0,-12 46 907 0 0,-1 8-1637 0 0,15 67 428 0 0,7 76-1 0 0,-9-54-62 0 0,9 89 69 0 0,-20-152-492 0 0,-2 0 0 0 0,-2 0 0 0 0,-7 57-1 0 0,5-65-10 0 0,3-20-33 0 0,-1 1 1 0 0,1 0 0 0 0,-1 0-1 0 0,0-1 1 0 0,0 1-1 0 0,0 0 1 0 0,0-1-1 0 0,0 1 1 0 0,-3 4 0 0 0,3-5-40 0 0,0 2 64 0 0,-1-1 1 0 0,1 1-1 0 0,-1 0 1 0 0,0-1 0 0 0,0 0-1 0 0,0 1 1 0 0,0-1 0 0 0,0 0-1 0 0,-1 0 1 0 0,1 0 0 0 0,-1-1-1 0 0,0 1 1 0 0,0 0-1 0 0,0-1 1 0 0,-4 2 0 0 0,2-2 7 0 0,1-1 1 0 0,-1 1 0 0 0,0-1 0 0 0,0-1 0 0 0,0 1 0 0 0,0-1-1 0 0,0 0 1 0 0,0 0 0 0 0,-1 0 0 0 0,1-1 0 0 0,0 0-1 0 0,1 0 1 0 0,-1 0 0 0 0,0 0 0 0 0,0-1 0 0 0,0 0-1 0 0,-5-3 1 0 0,2 1 0 0 0,1 0-1 0 0,-1-1 0 0 0,1 0 1 0 0,1-1-1 0 0,-1 0 0 0 0,1 0 0 0 0,-1 0 1 0 0,2-1-1 0 0,-1 0 0 0 0,-5-9 1 0 0,1-1-64 0 0,2 1 0 0 0,0-2 0 0 0,1 1 0 0 0,1-1 0 0 0,0 0 0 0 0,2-1 0 0 0,0 1 0 0 0,-3-34 0 0 0,7 40-203 0 0,0 0 0 0 0,1 0-1 0 0,0-1 1 0 0,1 1 0 0 0,1 0 0 0 0,0 0 0 0 0,0 0-1 0 0,1 1 1 0 0,1-1 0 0 0,0 1 0 0 0,7-13 0 0 0,1 4-1350 0 0,0 0 1 0 0,1 1 0 0 0,1 0 0 0 0,27-25 0 0 0,-19 24-3181 0 0</inkml:trace>
</inkml:ink>
</file>

<file path=ppt/ink/ink4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56.3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57 3960 0 0,'1'-5'1461'0'0,"3"-31"4023"0"0,-2 26-5707 0 0,-2 5 3807 0 0,1 9-3297 0 0,7 34 650 0 0,6 70 1 0 0,-1 4-386 0 0,2-38-109 0 0,-11-55-4739 0 0,1-1-4740 0 0</inkml:trace>
</inkml:ink>
</file>

<file path=ppt/ink/ink4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56.5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186 5 2452 0 0,'0'0'3130'0'0,"-4"-1"-2395"0"0,2 0-623 0 0,0 1-1 0 0,1-1 0 0 0,-1 1 1 0 0,0-1-1 0 0,0 1 0 0 0,0 0 1 0 0,1 0-1 0 0,-1 0 1 0 0,0 0-1 0 0,0 0 0 0 0,0 0 1 0 0,1 0-1 0 0,-1 1 0 0 0,0-1 1 0 0,0 1-1 0 0,0-1 0 0 0,1 1 1 0 0,-1 0-1 0 0,-2 1 1 0 0,-27 27 222 0 0,15-13-144 0 0,2 1-858 0 0,0 0 0 0 0,0 1 0 0 0,-20 36 0 0 0,17-25-2209 0 0,14-24-603 0 0</inkml:trace>
</inkml:ink>
</file>

<file path=ppt/ink/ink4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56.9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53 3832 0 0,'0'0'4052'0'0,"4"-1"-3335"0"0,38-7 510 0 0,1 2 0 0 0,70 0 0 0 0,-29 1-670 0 0,151-8 178 0 0,-64 3-5246 0 0,-147 6 166 0 0</inkml:trace>
</inkml:ink>
</file>

<file path=ppt/ink/ink4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47.2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1 395 1772 0 0,'0'0'10164'0'0,"3"-2"-9950"0"0,12-3 62 0 0,0 0 1 0 0,1 1 0 0 0,-1 1-1 0 0,29-3 1 0 0,-14 2-25 0 0,16-2-10 0 0,3 3 23 0 0,0-2-251 0 0,2 2 1 0 0,0 1-21 0 0,1-1 18 0 0,1 1-9 0 0,1 1 20 0 0,676-38 1391 0 0,-558 30-1283 0 0,-106 8-120 0 0,-15-1 29 0 0,0 0 8 0 0,4 1 7 0 0,4-1-38 0 0,0-1-18 0 0,292-16 332 0 0,18-1-174 0 0,743-15 46 0 0,-327-24-238 0 0,-41 3-31 0 0,-235 30 62 0 0,788-21-23 0 0,330 42-14 0 0,-821-9 43 0 0,183 62-41 0 0,-618-23 34 0 0,1207 55 105 0 0,-1264-69-54 0 0,-212-11 10 0 0,-88 0-30 0 0,-8-1 105 0 0,0 2-108 0 0,17 0 23 0 0,-17-1 470 0 0,-1 0-384 0 0,51-2 817 0 0,-54 6-945 0 0,5 13 1 0 0,-5-13 33 0 0,-2 1 104 0 0,1 14-148 0 0,0-14-26 0 0,-1 1-4 0 0,-2 101 216 0 0,0-46 0 0 0,0 28 680 0 0,2 8-366 0 0,7 98 139 0 0,26 214 265 0 0,-1-19-425 0 0,4 799 361 0 0,-16-265 1261 0 0,-6-447-1489 0 0,-9-22 1043 0 0,2-365-1380 0 0,2-7 63 0 0,-7-72-296 0 0,33 192-1051 0 0,-33-184-119 0 0,-1-15-500 0 0,-3 2-471 0 0,-6 15-328 0 0,8-20 2341 0 0,-1-1 0 0 0,1 1 0 0 0,0-1 0 0 0,0 0 0 0 0,0 1 1 0 0,0-1-1 0 0,0 0 0 0 0,0 1 0 0 0,-1-1 0 0 0,1 0 0 0 0,0 1 0 0 0,0-1 0 0 0,-1 0 1 0 0,1 0-1 0 0,0 1 0 0 0,0-1 0 0 0,-1 0 0 0 0,1 0 0 0 0,0 1 0 0 0,0-1 0 0 0,-1 0 1 0 0,1 0-1 0 0,0 0 0 0 0,-1 0 0 0 0,1 0 0 0 0,-1 1 0 0 0,1-1 0 0 0,0 0 0 0 0,-1 0 1 0 0,-56 14-8155 0 0,24-10-614 0 0</inkml:trace>
</inkml:ink>
</file>

<file path=ppt/ink/ink4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50.0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67 1572 0 0,'0'0'1580'0'0,"-2"-5"-1032"0"0,-2-13-63 0 0,3 13 945 0 0,-6-18 1282 0 0,6 19-2572 0 0,-4-7-50 0 0,3 11 430 0 0,2 25 895 0 0,0 11-1053 0 0,-1 33 248 0 0,11 90 0 0 0,-3-102-288 0 0,22 76 381 0 0,-24-117-609 0 0,-4-12-26 0 0,1 1 27 0 0,6 14 15 0 0,-5-15 5 0 0,7 18 358 0 0,-10-22-471 0 0,0 0 1 0 0,0 1 0 0 0,0-1-1 0 0,0 1 1 0 0,1-1-1 0 0,-1 1 1 0 0,0-1-1 0 0,0 0 1 0 0,0 1-1 0 0,1-1 1 0 0,-1 1-1 0 0,0-1 1 0 0,0 0-1 0 0,1 1 1 0 0,-1-1-1 0 0,0 0 1 0 0,1 0-1 0 0,-1 1 1 0 0,0-1-1 0 0,1 0 1 0 0,-1 0-1 0 0,1 1 1 0 0,-1-1-1 0 0,0 0 1 0 0,1 0-1 0 0,-1 0 1 0 0,1 1-1 0 0,0-1 7 0 0,-1 0-1 0 0,1 0 0 0 0,-1 0 0 0 0,1 0 0 0 0,-1 1 0 0 0,1-1 1 0 0,-1 0-1 0 0,1 1 0 0 0,-1-1 0 0 0,0 0 0 0 0,1 0 1 0 0,-1 1-1 0 0,1-1 0 0 0,-1 1 0 0 0,0-1 0 0 0,1 0 0 0 0,-1 1 1 0 0,0-1-1 0 0,0 1 0 0 0,1-1 0 0 0,-1 1 0 0 0,0-1 0 0 0,0 2 1 0 0,5-1 24 0 0,38 13 254 0 0,-38-13-307 0 0,1 0 10 0 0,67 4-1 0 0,0-3 0 0 0,120-11 0 0 0,-44-4 24 0 0,192-11-49 0 0,-69 9 76 0 0,167-6-90 0 0,691-16-77 0 0,-1050 33 114 0 0,246-22-11 0 0,-309 23 24 0 0,73-7 18 0 0,83-12 130 0 0,335-34 186 0 0,1065-15-175 0 0,-353 25-123 0 0,-668 23-63 0 0,-215 10 61 0 0,197-5 114 0 0,-477 16-155 0 0,550-18 237 0 0,-308 19-449 0 0,422 3 127 0 0,178 22 93 0 0,-822-21-28 0 0,-12 0 70 0 0,186 9-42 0 0,-236-10-3 0 0,82 9 14 0 0,-61-8-7 0 0,56 8-22 0 0,72 11 16 0 0,213 25 595 0 0,-135-22-367 0 0,-166-15 149 0 0,-16-5-45 0 0,-55-4 37 0 0,0-1-258 0 0,31 5 1497 0 0,-21-4-9344 0 0,-31-24-3257 0 0</inkml:trace>
</inkml:ink>
</file>

<file path=ppt/ink/ink4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58.1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663 41 3104 0 0,'-17'-7'396'0'0,"0"0"0"0"0,0 1 0 0 0,0 1 0 0 0,-1 0-1 0 0,1 1 1 0 0,-1 2 0 0 0,0-1 0 0 0,0 2 0 0 0,0 0 0 0 0,-1 2-1 0 0,1 0 1 0 0,0 0 0 0 0,0 2 0 0 0,1 0 0 0 0,-19 7 0 0 0,12-4-204 0 0,1 2 0 0 0,0 1 0 0 0,0 0 0 0 0,1 2 0 0 0,1 0 0 0 0,-1 2 1 0 0,2 0-1 0 0,0 2 0 0 0,1 0 0 0 0,-28 28 0 0 0,36-31-123 0 0,1 1-1 0 0,0 0 1 0 0,1 0-1 0 0,1 1 1 0 0,0 0 0 0 0,0 1-1 0 0,2 0 1 0 0,0 0-1 0 0,1 0 1 0 0,0 0 0 0 0,1 1-1 0 0,-2 16 1 0 0,5-24-51 0 0,1-1-1 0 0,-1 1 1 0 0,1 0 0 0 0,0-1-1 0 0,1 1 1 0 0,0-1-1 0 0,0 1 1 0 0,1-1 0 0 0,0 1-1 0 0,0-1 1 0 0,1 0 0 0 0,0 0-1 0 0,0 0 1 0 0,0 0 0 0 0,1-1-1 0 0,0 1 1 0 0,0-1 0 0 0,1 0-1 0 0,0 0 1 0 0,0 0 0 0 0,0-1-1 0 0,1 0 1 0 0,0 0 0 0 0,0 0-1 0 0,0-1 1 0 0,0 0 0 0 0,11 5-1 0 0,4 0-100 0 0,-1-1 1 0 0,2-1-1 0 0,-1-1 0 0 0,1-1 1 0 0,-1 0-1 0 0,1-2 0 0 0,1-1 0 0 0,-1-1 1 0 0,26-1-1 0 0,8-4-836 0 0,0-1 0 0 0,80-20 1 0 0,-101 16-519 0 0,-2-1 1 0 0,1-1-1 0 0,33-18 1 0 0,-33 11-2132 0 0</inkml:trace>
</inkml:ink>
</file>

<file path=ppt/ink/ink4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58.5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0 396 1208 0 0,'0'0'1644'0'0,"0"6"-972"0"0,0 16-40 0 0,0-17 2111 0 0,1 0-2433 0 0,2 12-32 0 0,-2-13 455 0 0,3-7-644 0 0,6-5-32 0 0,-1-1 0 0 0,-1-1 0 0 0,0 0 0 0 0,13-20 0 0 0,-11 11 20 0 0,-2-2 1 0 0,0 1-1 0 0,-1-1 0 0 0,-1 0 1 0 0,-1 0-1 0 0,0-1 0 0 0,-2 0 0 0 0,-1 0 1 0 0,0 0-1 0 0,-2 0 0 0 0,-1 0 1 0 0,-3-22-1 0 0,-11-37 769 0 0,14 77-361 0 0,-21 10-195 0 0,15 0-150 0 0,-4 15-42 0 0,2 1 0 0 0,0 0 0 0 0,2 0 0 0 0,0 1 0 0 0,2 0 0 0 0,0 0 0 0 0,1 0 0 0 0,0 38 0 0 0,2-51-93 0 0,1-6-3 0 0,1 0 1 0 0,-1 0 0 0 0,1 0-1 0 0,0-1 1 0 0,-1 1-1 0 0,2 0 1 0 0,-1 0-1 0 0,1 0 1 0 0,0 4-1 0 0,0-4-4 0 0,14 66-21 0 0,-13-63-64 0 0,0-1 0 0 0,1 1 0 0 0,0 0 0 0 0,0-1 0 0 0,1 0 0 0 0,-1 0 0 0 0,2 0 0 0 0,-1 0 0 0 0,0-1 0 0 0,7 6 0 0 0,-7-6-43 0 0,-2-3 71 0 0,-1 0-1 0 0,0 0 1 0 0,1-1-1 0 0,0 1 1 0 0,-1-1-1 0 0,1 1 1 0 0,0-1 0 0 0,0 0-1 0 0,0 1 1 0 0,0-1-1 0 0,0 0 1 0 0,3 1 0 0 0,1 2-132 0 0,-4-3 94 0 0,0 0 0 0 0,0 0-1 0 0,0 1 1 0 0,0-1 0 0 0,0-1 0 0 0,0 1-1 0 0,0 0 1 0 0,1 0 0 0 0,-1-1 0 0 0,0 1-1 0 0,5-1 1 0 0,0 2-299 0 0,1-1 0 0 0,-1 0 0 0 0,1 0 0 0 0,-1-1-1 0 0,1 0 1 0 0,-1 0 0 0 0,0-1 0 0 0,1 0 0 0 0,-1-1 0 0 0,1 1 0 0 0,-1-1-1 0 0,12-5 1 0 0,10-11-1024 0 0,-7 3-1000 0 0</inkml:trace>
</inkml:ink>
</file>

<file path=ppt/ink/ink4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58.9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2 127 2292 0 0,'22'-98'3376'0'0,"-21"93"-2793"0"0,0 0-110 0 0,-1 2-804 0 0,1-12 2081 0 0,-1 15-1684 0 0,0 0 0 0 0,-1 0 1 0 0,1 0-1 0 0,-1 0 0 0 0,1 0 1 0 0,-1 0-1 0 0,1 0 0 0 0,0 0 1 0 0,-1 0-1 0 0,1 0 1 0 0,-1 0-1 0 0,1 0 0 0 0,0 1 1 0 0,-1-1-1 0 0,1 0 0 0 0,-1 0 1 0 0,1 0-1 0 0,0 1 0 0 0,-1-1 1 0 0,1 0-1 0 0,0 0 1 0 0,-1 1-1 0 0,1-1 0 0 0,0 0 1 0 0,-1 1-1 0 0,1-1 0 0 0,0 0 1 0 0,0 1-1 0 0,0-1 0 0 0,-1 0 1 0 0,1 1-1 0 0,0-1 1 0 0,0 1-1 0 0,-1 0-56 0 0,0 0 0 0 0,0 0 0 0 0,0 0-1 0 0,1 0 1 0 0,-1 0 0 0 0,0 0 0 0 0,1 1 0 0 0,-1-1 0 0 0,1 0 0 0 0,-1 0 0 0 0,1 0-1 0 0,0 1 1 0 0,-1-1 0 0 0,1 0 0 0 0,0 1 0 0 0,0-1 0 0 0,0 0 0 0 0,0 3-1 0 0,0-1 23 0 0,-2 7 7 0 0,0 0 0 0 0,1 1 0 0 0,0-1 0 0 0,0 1 1 0 0,1-1-1 0 0,1 1 0 0 0,0-1 0 0 0,2 13 0 0 0,3 6-14 0 0,0-13-13 0 0,3-5-27 0 0,20 22-123 0 0,-26-30 86 0 0,2-2 14 0 0,15 6 1 0 0,-15-6-7 0 0,0-1 12 0 0,1-1 33 0 0,0 0 0 0 0,-1 0 0 0 0,1 0 1 0 0,-1-1-1 0 0,1 0 0 0 0,-1 0 0 0 0,0 0 0 0 0,0-1 0 0 0,0 1 0 0 0,0-1 1 0 0,0-1-1 0 0,0 1 0 0 0,4-5 0 0 0,6-8 198 0 0,-1-1 1 0 0,0 0-1 0 0,15-26 0 0 0,-27 39-17 0 0,0 0 4 0 0,15-36 290 0 0,-15 36-213 0 0,-2 9-228 0 0,3 12 0 0 0,-3-12 20 0 0,2 0-25 0 0,-1 0-86 0 0,0 1-1 0 0,1-1 0 0 0,-1 1 0 0 0,1-1 0 0 0,1 0 0 0 0,-1 0 0 0 0,1 0 1 0 0,0 0-1 0 0,0 0 0 0 0,0-1 0 0 0,1 1 0 0 0,-1-1 0 0 0,7 6 0 0 0,-2-4-246 0 0,1-1-1 0 0,-1 0 0 0 0,1 0 0 0 0,0-1 0 0 0,0 0 0 0 0,0 0 1 0 0,0-1-1 0 0,12 2 0 0 0,-15-4-182 0 0,0 0 0 0 0,0-1 0 0 0,0 0 1 0 0,0 0-1 0 0,0-1 0 0 0,0 1 0 0 0,0-1 1 0 0,0 0-1 0 0,0-1 0 0 0,0 0 0 0 0,6-2 0 0 0,17-9-2840 0 0</inkml:trace>
</inkml:ink>
</file>

<file path=ppt/ink/ink4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59.2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162 26 2404 0 0,'0'0'1568'0'0,"-3"-4"-958"0"0,-10-10-22 0 0,10 10 399 0 0,-1 3-567 0 0,0 0-267 0 0,-1 0 1 0 0,1 1 0 0 0,0-1-1 0 0,-1 1 1 0 0,1 0 0 0 0,-1 1 0 0 0,1-1-1 0 0,-8 2 1 0 0,7-1 90 0 0,5 1-244 0 0,0-1 1 0 0,-1 0-1 0 0,1 1 0 0 0,-1-1 1 0 0,1 0-1 0 0,-1 0 0 0 0,0 1 1 0 0,1-1-1 0 0,-1 0 0 0 0,0 0 1 0 0,0 0-1 0 0,-2 2 0 0 0,2-2 22 0 0,-2 3 229 0 0,3 2-57 0 0,-1 17-136 0 0,1-17-88 0 0,1-1-140 0 0,8 13 206 0 0,0 0 1 0 0,22 32-1 0 0,-29-46-31 0 0,20 41 103 0 0,-21-41-89 0 0,-12 17 202 0 0,7-19-152 0 0,-15 7-28 0 0,14-7-31 0 0,-1-2 10 0 0,-7 0-421 0 0,0-1 1 0 0,1 0-1 0 0,-1-1 1 0 0,1 0-1 0 0,-14-5 1 0 0,22 5-766 0 0,2-2-882 0 0,-5-18-1430 0 0</inkml:trace>
</inkml:ink>
</file>

<file path=ppt/ink/ink4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59.5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13 3388 0 0,'0'0'1914'0'0,"2"-3"-1222"0"0,-2 2-606 0 0,0 1-1 0 0,0-1 1 0 0,0 1 0 0 0,1 0 0 0 0,-1-1 0 0 0,0 1-1 0 0,0-1 1 0 0,0 1 0 0 0,0 0 0 0 0,1-1 0 0 0,-1 1-1 0 0,0 0 1 0 0,1-1 0 0 0,-1 1 0 0 0,0 0-1 0 0,0-1 1 0 0,1 1 0 0 0,-1 0 0 0 0,0 0 0 0 0,1-1-1 0 0,-1 1 1 0 0,1 0 0 0 0,-1 0 0 0 0,0 0-1 0 0,1-1 1 0 0,-1 1 0 0 0,1 0 0 0 0,-1 0 0 0 0,0 0-1 0 0,1 0 1 0 0,-1 0 0 0 0,1 0 0 0 0,5 14 1549 0 0,-6-13-1947 0 0,1 4 517 0 0,-1 2-24 0 0,-20 234 649 0 0,20-210-810 0 0,3-6 22 0 0,1 18 64 0 0,-3-34-112 0 0,6 6-26 0 0,-6-11-73 0 0,1 0 1 0 0,-1 0-1 0 0,1 0 0 0 0,0-1 0 0 0,0 1 0 0 0,0-1 0 0 0,1 1 0 0 0,-1-1 0 0 0,1 0 0 0 0,0 0 0 0 0,0 0 0 0 0,0 0 0 0 0,0-1 0 0 0,0 1 0 0 0,0-1 0 0 0,1 0 0 0 0,6 3 1 0 0,8 2-704 0 0,-13-5-252 0 0,2-2-139 0 0,0 1 802 0 0,-5-1 200 0 0,0 1 1 0 0,0-1-1 0 0,0 0 0 0 0,0 0 1 0 0,0 0-1 0 0,0 0 0 0 0,1 0 0 0 0,-1 0 1 0 0,0 0-1 0 0,0-1 0 0 0,0 1 1 0 0,0-1-1 0 0,4-1 0 0 0,17-6-3151 0 0</inkml:trace>
</inkml:ink>
</file>

<file path=ppt/ink/ink4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6:59.7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26 1368 0 0,'-4'-1'1090'0'0,"-6"-4"1712"0"0,10 1-1069 0 0,24-1-578 0 0,37 3-1811 0 0,-58 2 943 0 0,46-3-907 0 0,8 1-749 0 0,-52 1 749 0 0,1 1-54 0 0,17-2-17 0 0,-17 1 11 0 0</inkml:trace>
</inkml:ink>
</file>

<file path=ppt/ink/ink4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00.1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 60 1900 0 0,'0'0'3424'0'0,"-3"2"-3101"0"0,-15 8 962 0 0,19-6-1200 0 0,4 12-2 0 0,-4-12 51 0 0,4-3-83 0 0,13 2-30 0 0,-13-2 20 0 0,0-2-11 0 0,40-16-104 0 0,-41 15 32 0 0,1-1-25 0 0,34-27-77 0 0,-36 27 132 0 0,-3 3 13 0 0,0 0 1 0 0,0-1 0 0 0,0 1-1 0 0,1 0 1 0 0,-1-1-1 0 0,0 1 1 0 0,0 0-1 0 0,0 0 1 0 0,0-1-1 0 0,0 1 1 0 0,1 0-1 0 0,-1-1 1 0 0,0 1-1 0 0,0 0 1 0 0,0 0-1 0 0,1-1 1 0 0,-1 1-1 0 0,0 0 1 0 0,0 0-1 0 0,1-1 1 0 0,-1 1-1 0 0,0 0 1 0 0,0 0-1 0 0,1 0 1 0 0,-1 0-1 0 0,0 0 1 0 0,1-1-1 0 0,-1 1 1 0 0,1 0-1 0 0,-1 0 0 0 0,1 0 0 0 0,-1 0 0 0 0,1 0 0 0 0,-1 0 0 0 0,1-1 0 0 0,-1 1 0 0 0,1 0 0 0 0,-1 0 0 0 0,0-1 0 0 0,1 1-1 0 0,-1 0 1 0 0,0-1 0 0 0,1 1 0 0 0,-1 0 0 0 0,0-1 0 0 0,1 1 0 0 0,-1 0 0 0 0,0-1 0 0 0,0 1 0 0 0,1-1 0 0 0,-1 1 0 0 0,0 0-1 0 0,0-1 1 0 0,0 1 0 0 0,1-1 0 0 0,-1 1 0 0 0,0-1 0 0 0,0 1 0 0 0,0-1 0 0 0,0 1 0 0 0,0-1 0 0 0,0 1 0 0 0,0-1 0 0 0,0 1-1 0 0,0-1 1 0 0,-1 0 0 0 0,-1-17 57 0 0,1 13 38 0 0,-4 5 178 0 0,-3-1-142 0 0,0 1 0 0 0,1 1 0 0 0,-1-1 0 0 0,0 1 0 0 0,1 1 0 0 0,-1-1 0 0 0,1 1 0 0 0,0 0-1 0 0,-1 1 1 0 0,1 0 0 0 0,0 0 0 0 0,1 1 0 0 0,-1-1 0 0 0,0 2 0 0 0,1-1 0 0 0,-7 6 0 0 0,-2 8 190 0 0,12-14-269 0 0,0 0 83 0 0,1 11 38 0 0,1-12-159 0 0,1-1 0 0 0,-1 1 1 0 0,1-1-1 0 0,0 1 0 0 0,0-1 0 0 0,-1 1 0 0 0,2-1 1 0 0,-1 1-1 0 0,0-1 0 0 0,0 1 0 0 0,1-1 1 0 0,0 0-1 0 0,-1 1 0 0 0,1-1 0 0 0,0 1 1 0 0,0-1-1 0 0,0 0 0 0 0,2 3 0 0 0,4 4-4 0 0,-1-1 0 0 0,2 0 0 0 0,-1-1 0 0 0,1 0-1 0 0,0 0 1 0 0,0 0 0 0 0,1-1 0 0 0,0 0 0 0 0,0-1 0 0 0,1 0-1 0 0,-1 0 1 0 0,21 6 0 0 0,-21-8-103 0 0,1-1 1 0 0,-1 0-1 0 0,1 0 1 0 0,0-1-1 0 0,0 0 0 0 0,13-1 1 0 0,-14 0 7 0 0,13 2-535 0 0,3-3-15 0 0,-11-2-156 0 0,-7 2 488 0 0,0 1-372 0 0,1-1-1 0 0,-1 0 1 0 0,0-1-1 0 0,1 0 1 0 0,-1 0-1 0 0,9-4 1 0 0,3-4-2398 0 0</inkml:trace>
</inkml:ink>
</file>

<file path=ppt/ink/ink4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00.5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 1644 0 0,'3'-3'630'0'0,"15"-8"763"0"0,-13 12-1098 0 0,17 0-31 0 0,-16-1 5 0 0,-1 2-2 0 0,1-1-164 0 0,0 1 0 0 0,0 1 0 0 0,0-1 0 0 0,-1 1 0 0 0,1 0 0 0 0,-1 0 0 0 0,0 0 0 0 0,0 1 0 0 0,0 0 0 0 0,-1 0 0 0 0,1 0 0 0 0,-1 1 0 0 0,0-1 0 0 0,0 1 0 0 0,0 0 0 0 0,-1 0 0 0 0,0 0 0 0 0,0 1 0 0 0,4 8 0 0 0,-5-9 121 0 0,-1 11 36 0 0,-1-11-183 0 0,1 0 0 0 0,-1-1 0 0 0,0 1 0 0 0,-1-1 0 0 0,1 1 0 0 0,-1-1 0 0 0,0 1 0 0 0,0-1-1 0 0,-2 7 1 0 0,-17 25 733 0 0,17-32-453 0 0,3-4-335 0 0,0 1 1 0 0,-1-1 0 0 0,1 1 0 0 0,0-1-1 0 0,0 1 1 0 0,-1-1 0 0 0,1 1 0 0 0,0-1-1 0 0,-1 1 1 0 0,1-1 0 0 0,0 1 0 0 0,-1-1-1 0 0,1 1 1 0 0,-1-1 0 0 0,1 0 0 0 0,-1 1-1 0 0,1-1 1 0 0,-1 0 0 0 0,1 0 0 0 0,-1 1-1 0 0,1-1 1 0 0,-1 0 0 0 0,0 0 0 0 0,-10 9 529 0 0,11-9-496 0 0,-1 1-1 0 0,0 0 1 0 0,1-1-1 0 0,-1 1 1 0 0,1-1-1 0 0,-1 1 1 0 0,0 0-1 0 0,1-1 1 0 0,-1 0-1 0 0,0 1 1 0 0,1-1-1 0 0,-1 1 1 0 0,0-1-1 0 0,0 0 1 0 0,0 0-1 0 0,1 1 1 0 0,-1-1-1 0 0,0 0 1 0 0,0 0-1 0 0,0 0 1 0 0,1 0-1 0 0,-1 0 1 0 0,0 0-1 0 0,0 0 1 0 0,0 0-1 0 0,0 0 1 0 0,1 0-1 0 0,-2-1 1 0 0,-16-5 609 0 0,18 6-728 0 0,-4-1 384 0 0,6-6-325 0 0,0 0 1 0 0,0 1 0 0 0,1-1 0 0 0,0 1 0 0 0,0-1-1 0 0,0 1 1 0 0,1 0 0 0 0,0 1 0 0 0,7-9 0 0 0,-3 5-279 0 0,2 1 1 0 0,-1 0 0 0 0,1 0-1 0 0,1 1 1 0 0,17-10-1 0 0,71-33-5644 0 0,-77 39 4009 0 0,-16 8-1352 0 0</inkml:trace>
</inkml:ink>
</file>

<file path=ppt/ink/ink4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00.7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1 2820 0 0,'0'0'5107'0'0,"2"4"-4749"0"0,-1-1-253 0 0,0 1 0 0 0,-1 0 0 0 0,1 0 1 0 0,-1 0-1 0 0,0 1 0 0 0,0-1 0 0 0,0 0 1 0 0,-1 0-1 0 0,1 0 0 0 0,-1 0 0 0 0,0 0 1 0 0,0 0-1 0 0,0-1 0 0 0,-1 1 0 0 0,-2 5 1 0 0,0 2 25 0 0,1 0 0 0 0,-5 24 0 0 0,6-18-75 0 0,1-13 0 0 0,1 2-23 0 0,3 46-183 0 0,-3-47-82 0 0,1-5 211 0 0,-1 0 0 0 0,1 0 0 0 0,-1 0 0 0 0,1 0 0 0 0,-1 1 0 0 0,1-1 1 0 0,-1 0-1 0 0,0 0 0 0 0,1 1 0 0 0,-1-1 0 0 0,1 0 0 0 0,-1 1 0 0 0,0-1 0 0 0,1 0 0 0 0,-1 1 0 0 0,0-1 0 0 0,0 1 1 0 0,1-1-1 0 0,-1 0 0 0 0,0 1 0 0 0,0-1 0 0 0,1 1 0 0 0,-1-1 0 0 0,0 1 0 0 0,0-1 0 0 0,0 1 0 0 0,0 0-19 0 0,0-1 0 0 0,0 1 0 0 0,1-1 0 0 0,-1 1 0 0 0,0-1 0 0 0,0 1-1 0 0,0-1 1 0 0,0 1 0 0 0,1-1 0 0 0,-1 1 0 0 0,0-1 0 0 0,1 0 0 0 0,-1 1-1 0 0,0-1 1 0 0,1 0 0 0 0,-1 1 0 0 0,0-1 0 0 0,1 0 0 0 0,-1 1 0 0 0,0-1 0 0 0,1 0-1 0 0,-1 0 1 0 0,1 1 0 0 0,-1-1 0 0 0,1 0 0 0 0,0 0 0 0 0,5 1-2138 0 0,17 0-138 0 0,-17-1-1627 0 0</inkml:trace>
</inkml:ink>
</file>

<file path=ppt/ink/ink4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01.0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155 38 1692 0 0,'-5'1'649'0'0,"-46"11"1072"0"0,46-10-1533 0 0,5-2-175 0 0,-1 0 0 0 0,1 0 0 0 0,-1 0 1 0 0,0 0-1 0 0,1 1 0 0 0,-1-1 0 0 0,1 0 1 0 0,-1 0-1 0 0,1 0 0 0 0,-1 1 0 0 0,1-1 1 0 0,-1 0-1 0 0,1 1 0 0 0,-1-1 0 0 0,1 0 1 0 0,-1 1-1 0 0,1-1 0 0 0,0 0 0 0 0,-1 1 1 0 0,1-1-1 0 0,-1 1 0 0 0,1-1 0 0 0,0 1 1 0 0,-1 0-1 0 0,1 0 19 0 0,0-1 1 0 0,-1 1 0 0 0,1-1 0 0 0,0 1-1 0 0,-1-1 1 0 0,1 1 0 0 0,0-1 0 0 0,-1 1-1 0 0,1-1 1 0 0,-1 0 0 0 0,1 1 0 0 0,-1-1-1 0 0,1 0 1 0 0,-1 1 0 0 0,1-1 0 0 0,-1 0-1 0 0,1 0 1 0 0,-1 1 0 0 0,1-1-1 0 0,-1 0 1 0 0,1 0 0 0 0,-1 0 0 0 0,0 0-1 0 0,0 0 1 0 0,-1 4 71 0 0,-6 12-19 0 0,6-13 86 0 0,12 19 1166 0 0,19-24-638 0 0,-23 2-309 0 0,-6 0-375 0 0,0-1 0 0 0,0 1 0 0 0,0 0-1 0 0,0 0 1 0 0,0-1 0 0 0,0 1-1 0 0,0 0 1 0 0,1 0 0 0 0,-1-1-1 0 0,0 1 1 0 0,0 0 0 0 0,0 0 0 0 0,0 0-1 0 0,0-1 1 0 0,1 1 0 0 0,-1 0-1 0 0,0 0 1 0 0,0 0 0 0 0,0-1 0 0 0,0 1-1 0 0,1 0 1 0 0,-1 0 0 0 0,0 0-1 0 0,0 0 1 0 0,1 0 0 0 0,-1 0 0 0 0,0 0-1 0 0,0-1 1 0 0,1 1 0 0 0,-1 0-1 0 0,0 0 1 0 0,0 0 0 0 0,1 0-1 0 0,-1 0 1 0 0,1 0 21 0 0,-1 0 0 0 0,1 0-1 0 0,0 0 1 0 0,-1-1 0 0 0,1 1-1 0 0,0 0 1 0 0,-1-1 0 0 0,1 1-1 0 0,-1 0 1 0 0,1-1 0 0 0,0 1-1 0 0,-1-1 1 0 0,1 1 0 0 0,-1-1-1 0 0,1 1 1 0 0,-1-1 0 0 0,0 1-1 0 0,1-1 1 0 0,-1 1 0 0 0,1-1-1 0 0,-1 0 1 0 0,0 1 0 0 0,0-1-1 0 0,1 1 1 0 0,-1-2 0 0 0,6-16 130 0 0,-5 13 78 0 0,-3 0-162 0 0,0 2-201 0 0,0-1 1 0 0,0 1-1 0 0,0-1 0 0 0,0 1 0 0 0,0 0 0 0 0,-1 0 0 0 0,0 0 0 0 0,1 0 1 0 0,-1 0-1 0 0,0 1 0 0 0,0-1 0 0 0,-1 1 0 0 0,1 0 0 0 0,0 0 0 0 0,-1 0 1 0 0,0 0-1 0 0,1 0 0 0 0,-8-1 0 0 0,3 0-347 0 0,-21-3-2850 0 0,0 2-724 0 0</inkml:trace>
</inkml:ink>
</file>

<file path=ppt/ink/ink4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01.8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13 3536 0 0,'0'0'2687'0'0,"1"-4"-1749"0"0,7-5 1074 0 0,-14 30 1116 0 0,1-3-3249 0 0,5-13 183 0 0,0 0-16 0 0,7 50 198 0 0,-5-50-226 0 0,0 0-8 0 0,7 15 74 0 0,-6-16-98 0 0,0 0-1 0 0,10 10 1 0 0,-10-10 1 0 0,1-2 11 0 0,11 7 18 0 0,-12-7 69 0 0,3-2-96 0 0,18 0 70 0 0,-19 0 133 0 0,1-2-67 0 0,6-5 74 0 0,0 0 0 0 0,0-1 0 0 0,-1 0-1 0 0,0-1 1 0 0,0 0 0 0 0,-1-1 0 0 0,0 0 0 0 0,-1 0 0 0 0,9-13 0 0 0,-16 20-21 0 0,3-4 27 0 0,-5 7-198 0 0,0-1 1 0 0,0 1-1 0 0,0-1 1 0 0,0 1 0 0 0,0 0-1 0 0,0-1 1 0 0,1 1 0 0 0,-1-1-1 0 0,0 1 1 0 0,0 0-1 0 0,0-1 1 0 0,0 1 0 0 0,1 0-1 0 0,-1-1 1 0 0,0 1-1 0 0,1 0 1 0 0,-1-1 0 0 0,0 1-1 0 0,0 0 1 0 0,1 0 0 0 0,-1-1-1 0 0,0 1 1 0 0,1 0-1 0 0,-1 0 1 0 0,1 0 0 0 0,-1-1-1 0 0,0 1 1 0 0,1 0 0 0 0,-1 0-1 0 0,1 0 1 0 0,-1 0-1 0 0,0 0 1 0 0,1 0 0 0 0,-1 0-1 0 0,1 0 1 0 0,-1 0 0 0 0,0 0-1 0 0,2 0 1 0 0,14 10 7 0 0,-12-8-4 0 0,-3 3-66 0 0,1 13-78 0 0,-2-13-69 0 0,2 0-90 0 0,2 3-44 0 0,0-1 0 0 0,0 0 0 0 0,1 0 0 0 0,0 0 0 0 0,0-1 0 0 0,0 0 0 0 0,1 0 0 0 0,11 10 0 0 0,-9-11-490 0 0,1-1 1 0 0,-1 0-1 0 0,1 0 0 0 0,0-1 1 0 0,0 0-1 0 0,1 0 0 0 0,15 1 0 0 0,-16-2 321 0 0,25 4-4385 0 0</inkml:trace>
</inkml:ink>
</file>

<file path=ppt/ink/ink4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02.4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195 22 2548 0 0,'-2'-3'1241'0'0,"-6"-9"-166"0"0,6 9 578 0 0,-3 2-1008 0 0,-3 0-422 0 0,1 0 0 0 0,0 1 0 0 0,-1 0-1 0 0,1 0 1 0 0,0 0 0 0 0,-1 1 0 0 0,1 0 0 0 0,0 0 0 0 0,0 1-1 0 0,0 0 1 0 0,0 1 0 0 0,-9 3 0 0 0,9-2-162 0 0,1 0 1 0 0,0 1 0 0 0,0-1-1 0 0,0 1 1 0 0,1 0-1 0 0,0 1 1 0 0,0-1-1 0 0,0 1 1 0 0,0 0-1 0 0,1 1 1 0 0,0-1-1 0 0,-4 9 1 0 0,8-13-71 0 0,-1-1 1 0 0,1 0-1 0 0,-1 0 1 0 0,1 1-1 0 0,0-1 1 0 0,0 0-1 0 0,0 1 1 0 0,0-1-1 0 0,0 0 1 0 0,0 0-1 0 0,0 1 1 0 0,0-1-1 0 0,0 0 1 0 0,0 1-1 0 0,1-1 1 0 0,-1 0-1 0 0,1 3 1 0 0,1-1-34 0 0,-2-1 22 0 0,1 1 1 0 0,0-1 0 0 0,0 0-1 0 0,0 1 1 0 0,0-1 0 0 0,0 0-1 0 0,0 0 1 0 0,1 0 0 0 0,-1 0 0 0 0,1 0-1 0 0,-1 0 1 0 0,1 0 0 0 0,0 0-1 0 0,0-1 1 0 0,0 1 0 0 0,4 2-1 0 0,-5-3 18 0 0,0 0-23 0 0,0 0 1 0 0,0 0 0 0 0,1 0-1 0 0,-1 0 1 0 0,0-1-1 0 0,0 1 1 0 0,0 0-1 0 0,1-1 1 0 0,-1 1-1 0 0,0-1 1 0 0,1 1-1 0 0,-1-1 1 0 0,0 1 0 0 0,3-1-1 0 0,0 1-63 0 0,1 0-232 0 0,1 0 152 0 0,1 0 165 0 0,0-1 0 0 0,0 0 0 0 0,1 0 0 0 0,-1 0 0 0 0,0-1 0 0 0,0 0-1 0 0,0 0 1 0 0,0-1 0 0 0,0 0 0 0 0,-1 0 0 0 0,10-5 0 0 0,-3-3 468 0 0,0-1-1 0 0,0 0 1 0 0,-1-1 0 0 0,17-21-1 0 0,-26 29-238 0 0,-1-1-1 0 0,1 0 0 0 0,-1 0 0 0 0,0 1 1 0 0,0-1-1 0 0,2-8 0 0 0,-2 7-236 0 0,-1 2 884 0 0,0 10-854 0 0,9 428 136 0 0,-10-339-236 0 0,-13 105 0 0 0,-4-130 225 0 0,17-69-131 0 0,0-1 1 0 0,0 1-1 0 0,0-1 0 0 0,0 1 0 0 0,0-1 0 0 0,0 1 0 0 0,-1-1 1 0 0,1 1-1 0 0,0-1 0 0 0,0 1 0 0 0,-1-1 0 0 0,1 1 0 0 0,0-1 0 0 0,-1 1 1 0 0,1-1-1 0 0,0 0 0 0 0,-1 1 0 0 0,1-1 0 0 0,-1 0 0 0 0,1 1 1 0 0,-1-1-1 0 0,1 0 0 0 0,0 1 0 0 0,-1-1 0 0 0,1 0 0 0 0,-1 0 0 0 0,1 0 1 0 0,-1 1-1 0 0,1-1 0 0 0,-1 0 0 0 0,0 0 0 0 0,1 0 0 0 0,-1 0 1 0 0,1 0-1 0 0,-1 0 0 0 0,1 0 0 0 0,-1 0 0 0 0,1 0 0 0 0,-1 0 1 0 0,1 0-1 0 0,-1-1 0 0 0,1 1 0 0 0,-1 0 0 0 0,0-1 0 0 0,-1 1 1 0 0,1-1 0 0 0,-1 0 1 0 0,1 1-1 0 0,-1-1 0 0 0,1 0 0 0 0,0 0 0 0 0,-1 0 0 0 0,1 0 0 0 0,0 0 0 0 0,0-1 0 0 0,0 1 1 0 0,0 0-1 0 0,0 0 0 0 0,0-1 0 0 0,0 1 0 0 0,0-1 0 0 0,0 1 0 0 0,0-1 0 0 0,0-2 0 0 0,-4-17-93 0 0,0-1-1 0 0,2 1 0 0 0,0-1 0 0 0,1 0 0 0 0,2 0 1 0 0,0 0-1 0 0,1 0 0 0 0,2 0 0 0 0,0 0 0 0 0,1 0 1 0 0,1 1-1 0 0,1 0 0 0 0,1 0 0 0 0,1 0 0 0 0,13-25 1 0 0,-4 14-938 0 0,1 1 0 0 0,1 1 1 0 0,2 0-1 0 0,1 2 0 0 0,1 0 1 0 0,1 2-1 0 0,1 0 0 0 0,54-40 0 0 0,-30 30-3661 0 0</inkml:trace>
</inkml:ink>
</file>

<file path=ppt/ink/ink4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02.9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75 2760 0 0,'0'0'2755'0'0,"-4"-1"-2119"0"0,1-1-418 0 0,-13-4 1650 0 0,17 2-1401 0 0,0 0-332 0 0,0 1 0 0 0,1-1 0 0 0,-1 1 0 0 0,1 0 0 0 0,0-1 0 0 0,0 1 0 0 0,0 0 0 0 0,0 0 0 0 0,5-4 0 0 0,-4 3 67 0 0,2 2-97 0 0,42-16 185 0 0,-43 17-251 0 0,4 2-1 0 0,-3-1-45 0 0,2 0 26 0 0,-1 0 1 0 0,0 1-1 0 0,0-1 1 0 0,0 1-1 0 0,0 1 1 0 0,0-1-1 0 0,0 1 1 0 0,0 0-1 0 0,0 0 1 0 0,6 4-1 0 0,-6-3-7 0 0,-3-2-7 0 0,-1 0 1 0 0,0 0-1 0 0,0 0 1 0 0,0 0-1 0 0,1 0 0 0 0,-1 1 1 0 0,0-1-1 0 0,-1 1 1 0 0,1 0-1 0 0,0-1 0 0 0,1 3 1 0 0,2 1 5 0 0,0-1-2 0 0,-1-1-1 0 0,0 1 0 0 0,0 1 0 0 0,-1-1 1 0 0,1 0-1 0 0,-1 1 0 0 0,0 0 0 0 0,0 0 0 0 0,-1 0 1 0 0,1 0-1 0 0,-1 0 0 0 0,2 9 0 0 0,-1-7-3 0 0,-2-4-4 0 0,0 0 1 0 0,0 0 0 0 0,0-1-1 0 0,-1 1 1 0 0,1 0-1 0 0,-1 0 1 0 0,0 0 0 0 0,0 0-1 0 0,0 0 1 0 0,-1 5-1 0 0,0 7-8 0 0,-1 0-1 0 0,-1 1 1 0 0,-1-1-1 0 0,0 0 0 0 0,0-1 1 0 0,-2 1-1 0 0,0-1 1 0 0,-1 0-1 0 0,0 0 0 0 0,-1-1 1 0 0,-16 22-1 0 0,11-19 182 0 0,0-1 0 0 0,-1 0 0 0 0,0-1 1 0 0,-1-1-1 0 0,0 0 0 0 0,-1-1 0 0 0,-1 0 0 0 0,-33 16 0 0 0,46-26 539 0 0,-12-1-40 0 0,16-1-647 0 0,0-1 0 0 0,0 1 0 0 0,0 0 1 0 0,0 0-1 0 0,0 0 0 0 0,0 0 0 0 0,0 0 0 0 0,0 0 0 0 0,0 0 0 0 0,0 0 0 0 0,0-1 0 0 0,0 1 0 0 0,0 0 0 0 0,0 0 0 0 0,0 0 1 0 0,0 0-1 0 0,0 0 0 0 0,0 0 0 0 0,0 0 0 0 0,0 0 0 0 0,0 0 0 0 0,0-1 0 0 0,0 1 0 0 0,0 0 0 0 0,0 0 0 0 0,0 0 0 0 0,-1 0 0 0 0,1 0 1 0 0,0 0-1 0 0,0 0 0 0 0,0 0 0 0 0,0 0 0 0 0,9-8-116 0 0,3 3 174 0 0,127-35-1460 0 0,192-27 0 0 0,-142 32-5204 0 0,-137 25 1083 0 0</inkml:trace>
</inkml:ink>
</file>

<file path=ppt/ink/ink4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28.2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0 3548 0 0,'0'0'7718'0'0,"-2"5"-7598"0"0,0 7-109 0 0,0 1-1 0 0,1-1 0 0 0,0 1 1 0 0,1 0-1 0 0,1 0 0 0 0,0-1 1 0 0,2 14-1 0 0,1 12-891 0 0,-3-33 153 0 0,-1 1-344 0 0,1 1 596 0 0,1 3-51 0 0,-2 1-3369 0 0</inkml:trace>
</inkml:ink>
</file>

<file path=ppt/ink/ink4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28.6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0 199 1724 0 0,'12'-72'1650'0'0,"-10"66"-1582"0"0,0 0 0 0 0,0 0 0 0 0,1 1 0 0 0,0-1 0 0 0,0 1 0 0 0,0 0 0 0 0,1 0 0 0 0,-1 0 1 0 0,1 0-1 0 0,0 1 0 0 0,1-1 0 0 0,-1 1 0 0 0,8-5 0 0 0,-2 2 77 0 0,0 0 0 0 0,1 1 0 0 0,-1 1 0 0 0,21-8 0 0 0,-27 11-125 0 0,-1 1 1 0 0,1 0-1 0 0,0-1 1 0 0,0 1-1 0 0,0 1 0 0 0,-1-1 1 0 0,8 0-1 0 0,-2 1 7 0 0,-6-1-21 0 0,0 0 0 0 0,1 1-1 0 0,-1-1 1 0 0,0 1-1 0 0,0 0 1 0 0,1 0-1 0 0,-1 0 1 0 0,0 0-1 0 0,0 1 1 0 0,0-1-1 0 0,6 3 1 0 0,2 0 6 0 0,-1-1 3 0 0,0 0 0 0 0,0 1 0 0 0,0 0 0 0 0,0 1 0 0 0,0 0 0 0 0,-1 0 0 0 0,0 1 0 0 0,0 1 0 0 0,0-1 0 0 0,0 1 0 0 0,-1 1 0 0 0,0 0 0 0 0,-1 0 0 0 0,1 0 0 0 0,-1 1 0 0 0,-1 0 1 0 0,0 1-1 0 0,0-1 0 0 0,8 16 0 0 0,-5-6 34 0 0,-2 0 0 0 0,0 0 0 0 0,-1 1 1 0 0,0-1-1 0 0,-2 1 0 0 0,0 1 1 0 0,-2-1-1 0 0,0 0 0 0 0,0 21 1 0 0,-2-18 63 0 0,-4 4 12 0 0,0-14 5 0 0,3-3-64 0 0,1-6-34 0 0,-1 0 0 0 0,0 0 0 0 0,1 0-1 0 0,-1 0 1 0 0,0 0 0 0 0,-1 0 0 0 0,1 0 0 0 0,0 0-1 0 0,-3 3 1 0 0,1 0 5 0 0,-1 1 32 0 0,1 0 1 0 0,-1 0 0 0 0,-1 0-1 0 0,1-1 1 0 0,-1 1 0 0 0,0-1 0 0 0,0 0-1 0 0,-1-1 1 0 0,0 0 0 0 0,0 1-1 0 0,-9 4 1 0 0,-47 19 343 0 0,48-24-355 0 0,12-4-54 0 0,0 0 0 0 0,0 0-1 0 0,0-1 1 0 0,0 1 0 0 0,0-1-1 0 0,-1 1 1 0 0,1-1 0 0 0,0 0-1 0 0,-5 0 1 0 0,-10 1 59 0 0,0-1-54 0 0,0 0 0 0 0,0-1 1 0 0,1-1-1 0 0,-1-1 0 0 0,1 0 1 0 0,-21-8-1 0 0,35 10-127 0 0,0 0 0 0 0,0 0 0 0 0,0 0 1 0 0,1 0-1 0 0,-1 0 0 0 0,1-1 0 0 0,-1 1 0 0 0,1-1 0 0 0,-1 1 0 0 0,1-1 0 0 0,0 0 1 0 0,0 1-1 0 0,-1-1 0 0 0,1 0 0 0 0,1 0 0 0 0,-1 0 0 0 0,0 0 0 0 0,0 0 0 0 0,1 0 1 0 0,-1 0-1 0 0,1 0 0 0 0,-1-3 0 0 0,1 3 33 0 0,0-7-1972 0 0,9-12-1426 0 0</inkml:trace>
</inkml:ink>
</file>

<file path=ppt/ink/ink4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29.8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174 257 2284 0 0,'-1'-5'912'0'0,"-3"-6"-281"0"0,1-1 1 0 0,-2 1 0 0 0,1 0 0 0 0,-2 0-1 0 0,1 1 1 0 0,-9-11 0 0 0,12 18-263 0 0,2 3-355 0 0,-1 0 0 0 0,1 0 1 0 0,-1 0-1 0 0,1 0 0 0 0,0 0 0 0 0,-1 0 0 0 0,1 0 0 0 0,-1 0 0 0 0,1-1 0 0 0,0 1 0 0 0,-1 0 0 0 0,1 0 0 0 0,-1 0 0 0 0,1 0 0 0 0,0-1 0 0 0,-1 1 0 0 0,1 0 0 0 0,0 0 0 0 0,-1-1 0 0 0,1 1 0 0 0,0 0 0 0 0,0-1 0 0 0,-1 1 0 0 0,1 0 0 0 0,0-1 0 0 0,0 1 1 0 0,-1 0-1 0 0,1-1 0 0 0,0 0 0 0 0,0 0 16 0 0,-1 1 0 0 0,1-1-1 0 0,0 1 1 0 0,-1-1 0 0 0,1 1 0 0 0,-1-1 0 0 0,1 1 0 0 0,0-1 0 0 0,-1 1 0 0 0,1-1 0 0 0,-1 1 0 0 0,0-1 0 0 0,1 1 0 0 0,-1-1 0 0 0,1 1 0 0 0,-1 0 0 0 0,1 0 0 0 0,-1-1 0 0 0,0 1-1 0 0,1 0 1 0 0,-1 0 0 0 0,0 0 0 0 0,1-1 0 0 0,-1 1 0 0 0,0 0 0 0 0,1 0 0 0 0,-1 0 0 0 0,0 0 0 0 0,-1 1 0 0 0,-2-1 12 0 0,0 0 1 0 0,0 1-1 0 0,0 0 1 0 0,0 0-1 0 0,0 0 0 0 0,0 0 1 0 0,0 1-1 0 0,0 0 1 0 0,1-1-1 0 0,-1 1 1 0 0,0 1-1 0 0,1-1 1 0 0,0 0-1 0 0,-1 1 0 0 0,1 0 1 0 0,0 0-1 0 0,0 0 1 0 0,1 0-1 0 0,-4 4 1 0 0,0 5 14 0 0,0 0 0 0 0,1 0 0 0 0,-4 18 0 0 0,8-26-53 0 0,1 1 24 0 0,0 17 2 0 0,0-16-14 0 0,2-1-13 0 0,5 14-36 0 0,-6-14 39 0 0,14 10 54 0 0,-12-12-42 0 0,-1-3-16 0 0,-1 0 1 0 0,1 0 0 0 0,0 0 0 0 0,0 1 0 0 0,-1-1-1 0 0,1 0 1 0 0,0 1 0 0 0,-1 0 0 0 0,1-1-1 0 0,0 1 1 0 0,1 1 0 0 0,1-1 35 0 0,1-3-11 0 0,15-5-9 0 0,-15 6 14 0 0,-4-1-24 0 0,-1 0 1 0 0,1 1-1 0 0,0-1 1 0 0,1 0 0 0 0,-1 1-1 0 0,0-1 1 0 0,0 1 0 0 0,1 0-1 0 0,-1-1 1 0 0,0 1-1 0 0,3-1 1 0 0,-1-2 74 0 0,-1 0 12 0 0,8-14 19 0 0,-8 14 110 0 0,5-15-66 0 0,-5 16-137 0 0,-1-1 527 0 0,19 22-566 0 0,-19-15 19 0 0,0 1 0 0 0,1-1 0 0 0,-1 0-1 0 0,1 1 1 0 0,0-1 0 0 0,0 0 0 0 0,0 0 0 0 0,1 0 0 0 0,-1 0 0 0 0,4 3 0 0 0,-5-5 25 0 0,2 2 41 0 0,0 0-6 0 0,12 8-9 0 0,-11-9-13 0 0,1 0-26 0 0,12 3-11 0 0,-13-3 5 0 0,1-2-8 0 0,0-1 0 0 0,-1 1-1 0 0,1-1 1 0 0,-1 0 0 0 0,1 0 0 0 0,-1 0-1 0 0,1 0 1 0 0,-1-1 0 0 0,0 0-1 0 0,0 0 1 0 0,0 0 0 0 0,0 0 0 0 0,0 0-1 0 0,0-1 1 0 0,0 0 0 0 0,-1 0 0 0 0,1 0-1 0 0,2-4 1 0 0,28-41-122 0 0,-28 37 165 0 0,1-2-32 0 0,-1 0 1 0 0,-1 0 0 0 0,0 0-1 0 0,0-1 1 0 0,-1 1 0 0 0,-1-1-1 0 0,2-18 1 0 0,-3 18-18 0 0,-1-7-31 0 0,0-1-1 0 0,-2-23 1 0 0,0 40 135 0 0,0 2-59 0 0,1 2-30 0 0,0 1-1 0 0,0-1 1 0 0,0 1-1 0 0,0-1 1 0 0,0 1-1 0 0,0-1 1 0 0,0 1-1 0 0,-1-1 1 0 0,1 1-1 0 0,0-1 1 0 0,0 1-1 0 0,0-1 0 0 0,-1 1 1 0 0,1-1-1 0 0,0 1 1 0 0,-1 0-1 0 0,1-1 1 0 0,0 1-1 0 0,-1-1 1 0 0,1 1-1 0 0,0 0 1 0 0,-1 0-1 0 0,1-1 0 0 0,-1 1 1 0 0,1 0-1 0 0,0-1 1 0 0,-1 1-1 0 0,1 0 1 0 0,-1 0-1 0 0,1 0 1 0 0,-1 0-1 0 0,1 0 1 0 0,-1-1-1 0 0,1 1 1 0 0,-1 0-1 0 0,0 0 0 0 0,-9 18 182 0 0,0 40 98 0 0,9 1-154 0 0,0-49-100 0 0,1 1 0 0 0,1-1 0 0 0,0 1-1 0 0,0-1 1 0 0,1 0 0 0 0,0 0 0 0 0,1 0-1 0 0,0 0 1 0 0,0 0 0 0 0,1 0 0 0 0,1-1-1 0 0,10 18 1 0 0,-13-24-111 0 0,2 0-85 0 0,11 8-116 0 0,-11-8-113 0 0,1-2-124 0 0,15 2-92 0 0,-15-2-112 0 0,-1-2-115 0 0,37-11-2602 0 0,-37 10 2752 0 0,-3-3-469 0 0,3-13 707 0 0,-2 13 81 0 0,-4 0 64 0 0,1 0 286 0 0,-1 1-1 0 0,0-1 1 0 0,0 1-1 0 0,0-1 1 0 0,0 1-1 0 0,-1 0 1 0 0,0 0 0 0 0,0 0-1 0 0,0 0 1 0 0,0 0-1 0 0,-1 1 1 0 0,1-1 0 0 0,-1 1-1 0 0,0 0 1 0 0,-6-3-1 0 0,-45-18 827 0 0,33 19-298 0 0,-1 0 0 0 0,-30-2-1 0 0,53 7-517 0 0,-6-1 160 0 0,1 1 33 0 0,-16-3 75 0 0,16 3 489 0 0,0-1-392 0 0,-13-1-77 0 0,13 2 394 0 0,8-3-575 0 0,11-4-53 0 0,1-1 1 0 0,-1 2-1 0 0,1 0 0 0 0,1 1 1 0 0,29-6-1 0 0,-10 1-26 0 0,41-9-270 0 0,-50 14-2412 0 0,38-2-1 0 0,-64 12 2311 0 0,-9 40-512 0 0,8-41 714 0 0,-1 1 3 0 0,-4 14-63 0 0,5-14-86 0 0</inkml:trace>
</inkml:ink>
</file>

<file path=ppt/ink/ink4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30.2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135 82 3168 0 0,'1'-4'844'0'0,"0"0"-640"0"0,0 1 0 0 0,-1-1-1 0 0,0 1 1 0 0,1-1 0 0 0,-1 0-1 0 0,0 1 1 0 0,-1-1-1 0 0,1 1 1 0 0,-1-1 0 0 0,1 1-1 0 0,-1-1 1 0 0,0 1 0 0 0,0-1-1 0 0,-1 1 1 0 0,1 0-1 0 0,-4-5 1 0 0,3 4 153 0 0,-7 0 86 0 0,9 3-416 0 0,0 1 1 0 0,-1-1-1 0 0,1 1 1 0 0,-1-1 0 0 0,1 1-1 0 0,0 0 1 0 0,-1-1-1 0 0,1 1 1 0 0,-1 0 0 0 0,1 0-1 0 0,-1-1 1 0 0,1 1-1 0 0,-1 0 1 0 0,0 0-1 0 0,1 0 1 0 0,-1 0 0 0 0,1-1-1 0 0,-1 1 1 0 0,1 0-1 0 0,-1 0 1 0 0,1 0 0 0 0,-1 0-1 0 0,0 0 1 0 0,1 0-1 0 0,-1 1 1 0 0,1-1 0 0 0,-1 0-1 0 0,1 0 1 0 0,-1 0-1 0 0,1 0 1 0 0,-1 1 0 0 0,0-1-1 0 0,-4 2 52 0 0,-1 1-1 0 0,1-1 1 0 0,0 1-1 0 0,1 0 1 0 0,-1 0 0 0 0,0 1-1 0 0,1-1 1 0 0,0 1-1 0 0,0 0 1 0 0,0 0 0 0 0,0 0-1 0 0,1 1 1 0 0,-6 8-1 0 0,5-7-64 0 0,0 0-1 0 0,0 0 0 0 0,1 1 1 0 0,0-1-1 0 0,0 1 0 0 0,1 0 1 0 0,0 0-1 0 0,0 0 0 0 0,1 0 1 0 0,0 0-1 0 0,0 0 0 0 0,0 0 1 0 0,1 0-1 0 0,0 1 0 0 0,1-1 1 0 0,-1 0-1 0 0,1 0 0 0 0,1 0 1 0 0,2 8-1 0 0,-4-13-10 0 0,0 0 0 0 0,1-1-1 0 0,-1 1 1 0 0,1-1 0 0 0,0 0 0 0 0,0 1 0 0 0,-1-1-1 0 0,1 1 1 0 0,0-1 0 0 0,0 0 0 0 0,0 0 0 0 0,0 1-1 0 0,2 0 1 0 0,0 2 0 0 0,0 0-19 0 0,18 7 3 0 0,-16-12 31 0 0,15-2-10 0 0,-15 2-12 0 0,-5 1 3 0 0,0-1 0 0 0,0 1 0 0 0,1-1 0 0 0,-1 1 0 0 0,0-1 0 0 0,0 1 0 0 0,1 0 0 0 0,-1-1 0 0 0,0 1 0 0 0,1-1-1 0 0,-1 1 1 0 0,0 0 0 0 0,1-1 0 0 0,-1 1 0 0 0,0 0 0 0 0,1-1 0 0 0,-1 1 0 0 0,1 0 0 0 0,-1 0 0 0 0,1-1 0 0 0,-1 1 0 0 0,1 0 0 0 0,-1 0-1 0 0,1 0 1 0 0,-1 0 0 0 0,1-1 0 0 0,0 1 3 0 0,-1 0 0 0 0,1 0 0 0 0,-1 0 0 0 0,1 0 0 0 0,-1 0 0 0 0,1-1 0 0 0,-1 1 0 0 0,1 0 0 0 0,-1 0 0 0 0,1 0 0 0 0,-1-1 0 0 0,1 1 0 0 0,-1 0 0 0 0,0-1 0 0 0,1 1 0 0 0,-1 0 0 0 0,0-1 0 0 0,1 1 0 0 0,-1-1 0 0 0,0 1 0 0 0,1-1-1 0 0,-1 1 1 0 0,0 0 0 0 0,0-1 0 0 0,1 1 0 0 0,-1-2 0 0 0,0 1 11 0 0,1-1 0 0 0,-1 1-1 0 0,1-1 1 0 0,-1 1 0 0 0,1-1-1 0 0,0 1 1 0 0,-1 0-1 0 0,1-1 1 0 0,0 1 0 0 0,0 0-1 0 0,0 0 1 0 0,2-3 0 0 0,-1 3 25 0 0,1-4 162 0 0,-2 0 14 0 0,5-14 9 0 0,-5 14 235 0 0,2 0-152 0 0,-3 4-240 0 0,0 0 0 0 0,0 1 0 0 0,0-1 1 0 0,0 0-1 0 0,0 1 0 0 0,0-1 1 0 0,1 0-1 0 0,-1 1 0 0 0,0-1 0 0 0,0 1 1 0 0,1-1-1 0 0,-1 0 0 0 0,0 1 1 0 0,1-1-1 0 0,-1 1 0 0 0,1-1 1 0 0,-1 1-1 0 0,1-1 0 0 0,-1 1 0 0 0,1 0 1 0 0,-1-1-1 0 0,1 1 0 0 0,0-1 1 0 0,9 18 203 0 0,-8-11-243 0 0,1 0 1 0 0,-1 0-1 0 0,2-1 1 0 0,-1 1 0 0 0,1-1-1 0 0,-1 0 1 0 0,1 0-1 0 0,1 0 1 0 0,-1 0 0 0 0,1-1-1 0 0,0 0 1 0 0,0 0-1 0 0,0 0 1 0 0,0 0-1 0 0,1-1 1 0 0,0 0 0 0 0,-1 0-1 0 0,1-1 1 0 0,0 1-1 0 0,8 1 1 0 0,-7-1-38 0 0,-4-2-20 0 0,0 0 0 0 0,1 0 1 0 0,-1 0-1 0 0,0-1 1 0 0,0 1-1 0 0,1-1 1 0 0,-1 0-1 0 0,7 0 0 0 0,8 0-626 0 0,0-1 0 0 0,0-1 0 0 0,33-9 0 0 0,24-13-4971 0 0,-38 8-459 0 0</inkml:trace>
</inkml:ink>
</file>

<file path=ppt/ink/ink4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51.7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165 108 2932 0 0,'4'-22'1184'0'0,"-3"18"692"0"0,-1-1-1120 0 0,3-12 13 0 0,-3 12 1017 0 0,0 0-1177 0 0,0-44 6963 0 0,-48 535-4692 0 0,10 90-1119 0 0,25-337-1001 0 0,-8 88 403 0 0,-28 382 342 0 0,46-586-1500 0 0,23 230 0 0 0,57 118-110 0 0,-37-290 184 0 0,23 133 742 0 0,-56-268-798 0 0,70 624 2494 0 0,-45-285-1761 0 0,-4-226-4162 0 0,-27-155 2333 0 0,-28-15-15351 0 0,12-9 7713 0 0</inkml:trace>
</inkml:ink>
</file>

<file path=ppt/ink/ink4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54.0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27 221 2880 0 0,'0'0'4691'0'0,"-5"1"-4146"0"0,-12 4-13 0 0,12-4 2138 0 0,10-3-2472 0 0,19-9-16 0 0,1 1-1 0 0,1 1 1 0 0,41-8 0 0 0,91-10 84 0 0,-98 18-184 0 0,1267-107 1689 0 0,-1026 105-1689 0 0,489-5 166 0 0,48 23-188 0 0,512 9 64 0 0,39 22-67 0 0,-590-46-168 0 0,-98-2 31 0 0,-62 4 89 0 0,-136-2 7 0 0,-304 10 8 0 0,-177-2 6 0 0,-17 0 480 0 0,1 0-384 0 0,16-1 9 0 0,-17 1 713 0 0,0 0-832 0 0,15 1-16 0 0,-15-1 72 0 0,20 3-99 0 0,-20-2 17 0 0,-1 0-36 0 0,6 3 69 0 0,0-1 1 0 0,-1 2-1 0 0,1-1 1 0 0,10 9-1 0 0,-17-11 299 0 0,-3-1-318 0 0,1-1 0 0 0,-1 0-1 0 0,1 0 1 0 0,-1 1 0 0 0,0-1-1 0 0,1 0 1 0 0,-1 1 0 0 0,0-1 0 0 0,1 1-1 0 0,-1-1 1 0 0,0 0 0 0 0,1 1-1 0 0,-1-1 1 0 0,0 1 0 0 0,0-1 0 0 0,0 1-1 0 0,1-1 1 0 0,-1 0 0 0 0,0 1-1 0 0,0-1 1 0 0,0 1 0 0 0,0-1 0 0 0,0 1-1 0 0,0 0 1 0 0,0 0 12 0 0,0-1 1 0 0,0 1-1 0 0,0-1 1 0 0,0 0-1 0 0,0 1 0 0 0,0-1 1 0 0,1 1-1 0 0,-1-1 1 0 0,0 1-1 0 0,0-1 1 0 0,0 1-1 0 0,1-1 0 0 0,-1 1 1 0 0,0-1-1 0 0,0 0 1 0 0,1 1-1 0 0,-1-1 0 0 0,0 1 1 0 0,1-1-1 0 0,-1 0 1 0 0,1 1-1 0 0,-1-1 0 0 0,1 1 1 0 0,6 22 233 0 0,-6-19-123 0 0,3 15 5 0 0,-4-15-6 0 0,1 2-15 0 0,0 57 342 0 0,-7 248 943 0 0,11 19 498 0 0,1-153-1196 0 0,20 117-19 0 0,-8-131-313 0 0,59 683 1020 0 0,-35-478-1348 0 0,-26-183-79 0 0,8 122 199 0 0,9 178 21 0 0,0 886 1170 0 0,-31-1256-1282 0 0,-6 135-1818 0 0,4-243 1317 0 0,-1 0-1 0 0,-1-1 0 0 0,1 1 1 0 0,-1-1-1 0 0,0 1 1 0 0,0-1-1 0 0,-1 0 0 0 0,0 0 1 0 0,0 0-1 0 0,-1 0 1 0 0,-4 6-1 0 0,3-6-731 0 0,-1 0 1 0 0,0-1-1 0 0,1 0 1 0 0,-2 0-1 0 0,1 0 1 0 0,-1-1-1 0 0,1 0 0 0 0,-13 6 1 0 0,-17 5-8078 0 0</inkml:trace>
</inkml:ink>
</file>

<file path=ppt/ink/ink4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55.8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24 2564 0 0,'0'0'8495'0'0,"7"0"-8130"0"0,244-18 1752 0 0,101 13-1167 0 0,-244 5-841 0 0,715 20 1025 0 0,-601-10-1042 0 0,354 8 286 0 0,384 17-61 0 0,-422-8-435 0 0,-115-4 97 0 0,69 2 36 0 0,44-7 7 0 0,-51-12-101 0 0,-39-2 107 0 0,997 39-43 0 0,-1414-42 6 0 0,627-11-13 0 0,-605 7 39 0 0,-28 1-17 0 0,-17 1-44 0 0,1 1 42 0 0,93-7 82 0 0,-77 5-85 0 0,-17 2 3 0 0,0-1-8 0 0,58 0 32 0 0,2 4 10 0 0,79 14-1 0 0,-106-12-13 0 0,28 4 38 0 0,-24-5 22 0 0,7 2 370 0 0,85-1 0 0 0,-112-6-431 0 0,-17 0 40 0 0,0 1 139 0 0,95-4 161 0 0,21 4 1121 0 0,-117 0-941 0 0,0 0-387 0 0,10 0-3 0 0,-3 0-3034 0 0,-16-4 869 0 0,0 0 1091 0 0,0 1-1 0 0,-1-1 1 0 0,1 1 0 0 0,-1 0 0 0 0,0 0-1 0 0,0 1 1 0 0,-8-4 0 0 0,-22-7-7138 0 0</inkml:trace>
</inkml:ink>
</file>

<file path=ppt/ink/ink4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00.3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93 38 5529 0 0,'0'0'1779'0'0,"-2"-3"-270"0"0,-18-28 2807 0 0,18 28-3497 0 0,-21 8-2560 0 0,17-2 1457 0 0,3-1-206 0 0,-1 0 0 0 0,1 0 1 0 0,0 0-1 0 0,0 0 0 0 0,1 1 0 0 0,-1-1 0 0 0,0 1 1 0 0,1 0-1 0 0,0 0 0 0 0,-1 0 0 0 0,1 0 0 0 0,0 0 1 0 0,-2 6-1 0 0,4-8 156 0 0</inkml:trace>
</inkml:ink>
</file>

<file path=ppt/ink/ink4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00.5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80 0 3088 0 0,'0'0'1376'0'0,"-12"20"1105"0"0,2 3-1317 0 0,-4 3-824 0 0,3-6-632 0 0,1 4-132 0 0,-2 2-1004 0 0,1 2-1285 0 0</inkml:trace>
</inkml:ink>
</file>

<file path=ppt/ink/ink4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00.7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2480 0 0,'12'46'2368'0'0,"4"-2"-1519"0"0,-9-18-285 0 0,0-1 208 0 0,5 16-312 0 0,-2 1-388 0 0,-1-1-244 0 0,2-3-456 0 0,-4-5-705 0 0,1-4-999 0 0</inkml:trace>
</inkml:ink>
</file>

<file path=ppt/ink/ink4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00.8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3508 0 0,'0'0'2329'0'0,"21"15"395"0"0,0 1-1924 0 0,-2 4-1420 0 0,-4 1-3857 0 0</inkml:trace>
</inkml:ink>
</file>

<file path=ppt/ink/ink4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01.0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5160 0 0,'0'0'3109'0'0,"28"9"-769"0"0,2-10-2340 0 0,3-1-748 0 0,5 1-836 0 0,-3-3-12 0 0,0 4-1285 0 0</inkml:trace>
</inkml:ink>
</file>

<file path=ppt/ink/ink4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01.2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3444 0 0,'7'0'1423'0'0,"20"1"-129"0"0,-21 0-142 0 0,1-1-70 0 0,18 2-81 0 0,-18-1-163 0 0,-2 0-119 0 0,17 2-82 0 0,-16-2 372 0 0,0-1-699 0 0,17 1-249 0 0,-17-1-285 0 0,-1 0-2290 0 0,17-1 729 0 0,-16 1-1308 0 0</inkml:trace>
</inkml:ink>
</file>

<file path=ppt/ink/ink4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01.3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18 3376 0 0,'0'0'3513'0'0,"37"0"-65"0"0,-4-3-2660 0 0,-5-5-1200 0 0,-4 1-2156 0 0</inkml:trace>
</inkml:ink>
</file>

<file path=ppt/ink/ink4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01.4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94 3464 0 0,'0'0'2849'0'0,"25"-7"-317"0"0,-1-4-1192 0 0,2-9-1292 0 0,-8 6-692 0 0,-1-6-1788 0 0,-3-1-4685 0 0</inkml:trace>
</inkml:ink>
</file>

<file path=ppt/ink/ink4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01.6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82 258 4224 0 0,'-2'-35'2729'0'0,"-1"3"-981"0"0,1-1-768 0 0,-3 2-740 0 0,-5-5-468 0 0,-4 0-1340 0 0,0 15 280 0 0,-2 3-925 0 0,0 3-2371 0 0</inkml:trace>
</inkml:ink>
</file>

<file path=ppt/ink/ink4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01.8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88 1 3568 0 0,'-14'18'2157'0'0,"-7"14"-981"0"0,4 3-436 0 0,4-7-268 0 0,5-2-84 0 0,-1 3-548 0 0,4-4-2088 0 0</inkml:trace>
</inkml:ink>
</file>

<file path=ppt/ink/ink4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01.9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156 101 3616 0 0,'0'0'1280'0'0,"-25"-17"457"0"0,8 4-885 0 0,-6-1-696 0 0,-1-3-512 0 0,-8-2-1316 0 0,-2-1-3901 0 0</inkml:trace>
</inkml:ink>
</file>

<file path=ppt/ink/ink4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02.1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140 199 4436 0 0,'-26'-20'2733'0'0,"5"2"-1065"0"0,3-1-632 0 0,4-3-544 0 0,2 1-444 0 0,0-2-444 0 0,0-1-988 0 0,0-1-1068 0 0,-1-1-3689 0 0</inkml:trace>
</inkml:ink>
</file>

<file path=ppt/ink/ink4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02.2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4 477 3280 0 0,'-2'-12'697'0'0,"1"0"1"0"0,1 0-1 0 0,0 0 0 0 0,0 0 0 0 0,1 0 0 0 0,3-12 0 0 0,1 11-506 0 0,0-1 0 0 0,0 1 0 0 0,2 0 0 0 0,0 1 0 0 0,0-1 0 0 0,1 1 0 0 0,0 1 0 0 0,12-13 0 0 0,86-79-361 0 0,-82 81-197 0 0,86-84-5139 0 0,-84 82 1710 0 0</inkml:trace>
</inkml:ink>
</file>

<file path=ppt/ink/ink4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02.4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 3588 0 0,'0'0'2257'0'0,"29"-1"-325"0"0,12 9-1164 0 0,-10 5-280 0 0,6 5-484 0 0,-2 6-536 0 0,-14-6-164 0 0,-2-3-452 0 0,-2 1 124 0 0,1 2-821 0 0,-1 0-1907 0 0</inkml:trace>
</inkml:ink>
</file>

<file path=ppt/ink/ink4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02.5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70 1 3284 0 0,'4'28'2685'0'0,"-4"11"-1681"0"0,-7-10-364 0 0,-4 1-592 0 0,-3-1-856 0 0,-12 1-2145 0 0,10-14-907 0 0</inkml:trace>
</inkml:ink>
</file>

<file path=ppt/ink/ink4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02.7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76 90 3432 0 0,'0'0'2801'0'0,"-16"-23"-1301"0"0,0 0-1612 0 0,-1 4-1312 0 0,-9-6-1245 0 0</inkml:trace>
</inkml:ink>
</file>

<file path=ppt/ink/ink4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02.8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164 361 3408 0 0,'-28'-31'1116'0'0,"13"14"-280"0"0,-1-1-283 0 0,2 2 143 0 0,-11-19-504 0 0,13 14-144 0 0,0 2-108 0 0,3-4-120 0 0,-1 0-4 0 0,-2-17-464 0 0,5 0-429 0 0,5 0-299 0 0,0 3-1908 0 0</inkml:trace>
</inkml:ink>
</file>

<file path=ppt/ink/ink4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03.0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1 206 2112 0 0,'0'0'1192'0'0,"8"-31"496"0"0,3 0-751 0 0,5-2-305 0 0,3 2-528 0 0,2 3-460 0 0,3-1-1121 0 0,1 6-3315 0 0</inkml:trace>
</inkml:ink>
</file>

<file path=ppt/ink/ink4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03.1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22 3276 0 0,'0'0'1408'0'0,"49"-6"549"0"0,0-1-773 0 0,-7 2-812 0 0,-9 2-452 0 0,9 3-1496 0 0,-7 6-4925 0 0</inkml:trace>
</inkml:ink>
</file>

<file path=ppt/ink/ink4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03.3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3012 0 0,'0'0'1320'0'0,"21"9"1573"0"0,7 6-2245 0 0,-5 8-728 0 0,-9-2-848 0 0,-5 7-925 0 0,-4 13-3119 0 0</inkml:trace>
</inkml:ink>
</file>

<file path=ppt/ink/ink4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03.4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0 2384 0 0,'0'0'2380'0'0,"2"41"-455"0"0,-2-2-1121 0 0,-2-1-940 0 0,-5-10-1260 0 0,-7 1-1177 0 0</inkml:trace>
</inkml:ink>
</file>

<file path=ppt/ink/ink4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03.6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196 0 3376 0 0,'0'0'3721'0'0,"-23"8"-1945"0"0,-13-6-1852 0 0,1-4-660 0 0,-12 2-1056 0 0,-7-1-909 0 0</inkml:trace>
</inkml:ink>
</file>

<file path=ppt/ink/ink4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04.0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0 2560 0 0,'-4'11'431'0'0,"0"-1"-1"0"0,1 0 1 0 0,0 1 0 0 0,1-1-1 0 0,0 1 1 0 0,1 0-1 0 0,0 0 1 0 0,0 0-1 0 0,2 14 1 0 0,2 2-192 0 0,1-1 0 0 0,11 34 0 0 0,-11-45-49 0 0,0 2-125 0 0,2-1-50 0 0,2 1-92 0 0,6 9-622 0 0,28 36-1 0 0,-40-59 140 0 0,15 5-1606 0 0,-15-7 1581 0 0,2 1-2441 0 0</inkml:trace>
</inkml:ink>
</file>

<file path=ppt/ink/ink4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07.2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920 214 3284 0 0,'0'0'3608'0'0,"-3"-1"-3238"0"0,-36-14 1312 0 0,34 14-1378 0 0,0 0-192 0 0,-85 12 362 0 0,84-10-436 0 0,4-1-32 0 0,1 0-1 0 0,0 0 0 0 0,-1 0 0 0 0,1 1 1 0 0,-1-1-1 0 0,1 0 0 0 0,0 1 1 0 0,-1-1-1 0 0,1 1 0 0 0,0-1 1 0 0,-1 1-1 0 0,1 0 0 0 0,0-1 1 0 0,-2 3-1 0 0,-12 6 64 0 0,-12 8 21 0 0,0 0 0 0 0,2 2 0 0 0,0 1-1 0 0,-37 41 1 0 0,-22 35 424 0 0,32-38-298 0 0,3 2 1 0 0,2 2-1 0 0,-38 69 1 0 0,56-79-221 0 0,-25 46 318 0 0,-59 148 1 0 0,101-206-121 0 0,2 1 0 0 0,-8 61 0 0 0,16-86-128 0 0,-4 18 98 0 0,0 44-1 0 0,5-51-100 0 0,6 144 23 0 0,0-99-52 0 0,-2-16 6 0 0,-3-50-52 0 0,0 0-7 0 0,2 50-19 0 0,-2-51 65 0 0,1 1 0 0 0,3 19 24 0 0,-4-18-41 0 0,1-1-60 0 0,8 48 255 0 0,2 0 0 0 0,2-1 0 0 0,2 0 1 0 0,3-2-1 0 0,26 55 0 0 0,-38-96-224 0 0,0-1 23 0 0,78 105 282 0 0,-47-68-101 0 0,-11-15-157 0 0,1-1 0 0 0,1-1 0 0 0,2-2 0 0 0,0-1 0 0 0,2-1 0 0 0,1-2 0 0 0,54 30 0 0 0,-28-22-114 0 0,-12-7 7 0 0,-8-2 58 0 0,120 62-210 0 0,-120-65 81 0 0,83 27 1 0 0,-94-38 91 0 0,13 4-73 0 0,1-2-1 0 0,59 8 1 0 0,-39-14 79 0 0,34 1 49 0 0,-90-5-3 0 0,0 0-14 0 0,22 1-9 0 0,-21-1 16 0 0,0 0-9 0 0,57 0-29 0 0,-58 0 38 0 0,1 1-6 0 0,18 0 24 0 0,-18-1 0 0 0,-1 0-8 0 0,20 0 17 0 0,-20 0-10 0 0,0 0 7 0 0,20-1-1 0 0,-20 0 3 0 0,1 1-1 0 0,21-1-18 0 0,-21 1 4 0 0,1 0-6 0 0,115-9 52 0 0,-118 8-64 0 0,3 1 18 0 0,297-8-52 0 0,-300 8 64 0 0,2 0-2 0 0,92-3-4 0 0,-93 3-6 0 0,-1-1 4 0 0,16 0-10 0 0,-16 1 17 0 0,0 0 20 0 0,16-1-9 0 0,-15 0-8 0 0,-1 1 1 0 0,19-4-16 0 0,-18 3 7 0 0,-1 1 2 0 0,50-9 24 0 0,-49 9-18 0 0,-1-1-14 0 0,47-9 10 0 0,-46 9 0 0 0,-1 0-2 0 0,16-5-8 0 0,-2 0 0 0 0,0-1-1 0 0,0-1 1 0 0,0 0 0 0 0,31-21 0 0 0,-26 15 11 0 0,-24 13-10 0 0,13-6-1 0 0,0-2 1 0 0,0 1-1 0 0,-1-2 1 0 0,15-14 0 0 0,-13 12 0 0 0,1-1 15 0 0,0-1 0 0 0,23-29 0 0 0,-23 25-25 0 0,51-76-41 0 0,-4-3 151 0 0,54-114 1 0 0,-65 100-112 0 0,-31 53 84 0 0,42-155 9 0 0,-14 45 341 0 0,-17 58 145 0 0,-19 55-379 0 0,-11 50-186 0 0,2-20 39 0 0,-2 1-29 0 0,0-48 34 0 0,0 45-21 0 0,-4-4 4 0 0,2 28-25 0 0,-12-71 81 0 0,1 18 51 0 0,11 52-129 0 0,-103-360 140 0 0,92 329-150 0 0,-1 1 1 0 0,-2 1 0 0 0,-2 0 0 0 0,-1 1-1 0 0,-1 1 1 0 0,-2 1 0 0 0,-1 1 0 0 0,-1 0-1 0 0,-1 2 1 0 0,-46-40 0 0 0,-54-37 61 0 0,-143-93-1 0 0,221 171-109 0 0,-61-22-14 0 0,78 36 60 0 0,-89-30-21 0 0,56 20 14 0 0,11 7 12 0 0,-13-5 110 0 0,41 14-129 0 0,0 1 1 0 0,-42-5-1 0 0,15 4-31 0 0,38 3 46 0 0,1 1-1 0 0,-1 0 0 0 0,1 1 0 0 0,-1 0 1 0 0,-14 1-1 0 0,0 2-44 0 0,-66-1-24 0 0,33 4 69 0 0,-28 7-75 0 0,-112 29 0 0 0,195-40 30 0 0,-1 1 19 0 0,-17 3-1 0 0,16-3 1 0 0,1-1 12 0 0,-76 25-134 0 0,66-20 149 0 0,11-5 18 0 0,0 1-12 0 0,-12 4 9 0 0,12-4 12 0 0,-1 0-7 0 0,-45 23-48 0 0,-93 33-720 0 0,127-52 8 0 0,1 0 1 0 0,0 2-1 0 0,0 0 0 0 0,-20 14 0 0 0,-19 19-4973 0 0,53-40 5579 0 0,-17 15-5247 0 0</inkml:trace>
</inkml:ink>
</file>

<file path=ppt/ink/ink4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15.21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 0 5553 0 0,'4'2'2680'0'0,"-3"-2"-2525"0"0,-1 0 1 0 0,1 0-1 0 0,-1 0 0 0 0,1 0 0 0 0,-1 0 0 0 0,1 0 0 0 0,-1 1 0 0 0,1-1 0 0 0,-1 0 0 0 0,1 0 0 0 0,-1 0 0 0 0,1 1 0 0 0,-1-1 0 0 0,1 0 0 0 0,-1 0 0 0 0,0 1 0 0 0,1-1 0 0 0,-1 0 0 0 0,1 1 0 0 0,-1-1 0 0 0,0 1 0 0 0,1-1 0 0 0,-1 0 0 0 0,0 1 0 0 0,0-1 1 0 0,1 1-1 0 0,-1-1 0 0 0,0 1 0 0 0,0-1 0 0 0,0 1 0 0 0,1-1 0 0 0,-1 1 0 0 0,0-1 0 0 0,0 1 0 0 0,0-1 0 0 0,0 1 0 0 0,0-1 0 0 0,0 1 0 0 0,0-1 0 0 0,0 1 0 0 0,0-1 0 0 0,-1 2 0 0 0,-5 7-1498 0 0,3-6 90 0 0,-23 4-6276 0 0</inkml:trace>
</inkml:ink>
</file>

<file path=ppt/ink/ink4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15.35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109 149 3452 0 0,'0'0'2125'0'0,"-10"-25"879"0"0,1 4-1092 0 0,-2 0-540 0 0,-4-9-1384 0 0,-1 11-820 0 0,-5 1-1780 0 0,-5 3-5757 0 0</inkml:trace>
</inkml:ink>
</file>

<file path=ppt/ink/ink4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15.5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1 156 4436 0 0,'0'0'1769'0'0,"8"-30"547"0"0,3 7-948 0 0,-1-3-1092 0 0,1 2-508 0 0,-6-1-1136 0 0,-3-3-1100 0 0</inkml:trace>
</inkml:ink>
</file>

<file path=ppt/ink/ink4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15.67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66 4004 0 0,'0'0'1533'0'0,"23"-16"575"0"0,-2 3-656 0 0,2-1-652 0 0,-1 3-624 0 0,5 0-1924 0 0</inkml:trace>
</inkml:ink>
</file>

<file path=ppt/ink/ink4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15.82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3000 0 0,'0'0'1184'0'0,"9"39"269"0"0,0 4-1225 0 0,-4-17-368 0 0,0 0-405 0 0,-1 27-1679 0 0,-2-22-692 0 0</inkml:trace>
</inkml:ink>
</file>

<file path=ppt/ink/ink4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15.97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46 1 4208 0 0,'0'0'2501'0'0,"5"26"83"0"0,-13 0-2892 0 0,-13-5-2360 0 0,0-6-53 0 0</inkml:trace>
</inkml:ink>
</file>

<file path=ppt/ink/ink4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16.10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74 79 4020 0 0,'-19'12'6061'0'0,"-4"-22"-5489"0"0,9-16-932 0 0,2-4-2580 0 0,7 6-4373 0 0</inkml:trace>
</inkml:ink>
</file>

<file path=ppt/ink/ink4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16.25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13 321 2908 0 0,'3'-42'2993'0'0,"-3"2"-1373"0"0,0 1-848 0 0,0-3-560 0 0,-2-6-1024 0 0,-3-4-844 0 0,0 22 683 0 0,1 3-651 0 0</inkml:trace>
</inkml:ink>
</file>

<file path=ppt/ink/ink4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16.39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0 231 2520 0 0,'21'-29'2812'0'0,"2"-2"-1871"0"0,-8 13-173 0 0,-1 0-128 0 0,2 0-280 0 0,-2 0 412 0 0,11-10-612 0 0,-1 2-596 0 0,-3 1-1600 0 0,-4 5-4425 0 0</inkml:trace>
</inkml:ink>
</file>

<file path=ppt/ink/ink4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16.56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53 2932 0 0,'28'-10'2372'0'0,"1"1"-895"0"0,3-1-625 0 0,-1 0-668 0 0,-1 2-588 0 0,6 3-2233 0 0</inkml:trace>
</inkml:ink>
</file>

<file path=ppt/ink/ink4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16.69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2196 0 0,'0'0'1480'0'0,"21"16"1253"0"0,-1 0-1065 0 0,5-1-688 0 0,5-2-908 0 0,-6-1-1096 0 0,0-4-2465 0 0</inkml:trace>
</inkml:ink>
</file>

<file path=ppt/ink/ink4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16.86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2916 0 0,'27'5'3885'0'0,"8"0"-2009"0"0,-4-3-1184 0 0,-1 1-980 0 0,-6 5-2872 0 0</inkml:trace>
</inkml:ink>
</file>

<file path=ppt/ink/ink4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17.01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60 4296 0 0,'20'-12'4629'0'0,"-3"-9"-4029"0"0,-22-5-5397 0 0</inkml:trace>
</inkml:ink>
</file>

<file path=ppt/ink/ink4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17.20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194 72 3888 0 0,'0'0'1152'0'0,"-37"-18"149"0"0,2 2-1077 0 0,1 3-520 0 0,2 3-705 0 0,2 2-391 0 0,4 1-2444 0 0</inkml:trace>
</inkml:ink>
</file>

<file path=ppt/ink/ink4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17.42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1 102 2736 0 0,'0'0'3491'0'0,"4"-2"-2794"0"0,74-35 1688 0 0,12 6-3648 0 0,27 6-3511 0 0,-85 18 1542 0 0</inkml:trace>
</inkml:ink>
</file>

<file path=ppt/ink/ink4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17.54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2012 0 0,'57'5'3144'0'0,"-53"-5"-2320"0"0,3 0-172 0 0,61 3 1429 0 0,-61-3-1735 0 0,60 3 499 0 0,-62-2-760 0 0,1-1-104 0 0,18 1-189 0 0,-18-1-294 0 0,0 1-423 0 0,0 1 491 0 0,14 0-3093 0 0</inkml:trace>
</inkml:ink>
</file>

<file path=ppt/ink/ink4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17.71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2780 0 0,'0'0'1612'0'0,"26"27"549"0"0,-1 1-1181 0 0,-4 0-940 0 0,-7-5-1564 0 0,-7 0-1085 0 0</inkml:trace>
</inkml:ink>
</file>

<file path=ppt/ink/ink4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17.88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3472 0 0,'17'24'2061'0'0,"4"4"-573"0"0,-5-3-300 0 0,3 6-224 0 0,0 0-208 0 0,-1 0-228 0 0,-3-5-256 0 0,-1 0-264 0 0,0 2-232 0 0,-3 2-192 0 0,-1-1-188 0 0,-3 0-404 0 0,-3 3-400 0 0,-4-1 320 0 0,-2 1-873 0 0,0 1-2027 0 0</inkml:trace>
</inkml:ink>
</file>

<file path=ppt/ink/ink4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18.01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4376 0 0,'16'23'1425'0'0,"-2"0"-425"0"0,2 0-204 0 0,-4 0-180 0 0,0-2-116 0 0,0 2-176 0 0,1 15-560 0 0,-20-4-1776 0 0,-18 4-4737 0 0</inkml:trace>
</inkml:ink>
</file>

<file path=ppt/ink/ink4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18.18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44 58 6721 0 0,'0'0'4724'0'0,"-16"-23"-3356"0"0,4 3-2792 0 0,-4 6-4448 0 0</inkml:trace>
</inkml:ink>
</file>

<file path=ppt/ink/ink4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18.32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121 136 5412 0 0,'-19'-15'1765'0'0,"1"-1"-793"0"0,3 0-220 0 0,-10-12-1028 0 0,3-3-1744 0 0,1 1-4545 0 0</inkml:trace>
</inkml:ink>
</file>

<file path=ppt/ink/ink4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18.51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1 458 3660 0 0,'7'-26'1784'0'0,"5"-2"-479"0"0,-2 1-261 0 0,3-3-228 0 0,2-3-544 0 0,3-1 272 0 0,1 0-104 0 0,-2 1-232 0 0,3-1-216 0 0,-1 3-208 0 0,-4-1-204 0 0,1 6-148 0 0,0 2-440 0 0,-2-1-228 0 0,0 4-909 0 0,0 1-2287 0 0</inkml:trace>
</inkml:ink>
</file>

<file path=ppt/ink/ink4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18.65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3336 0 0,'0'0'1272'0'0,"38"0"501"0"0,8 0-613 0 0,8 0-168 0 0,-2 1-292 0 0,-1 4-372 0 0,-6 0-444 0 0,-7 7-1288 0 0,-10 1-2053 0 0</inkml:trace>
</inkml:ink>
</file>

<file path=ppt/ink/ink4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18.82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62 1 3776 0 0,'2'6'1258'0'0,"36"111"3810"0"0,-36-112-4790 0 0,-2 6-467 0 0,0 0 1 0 0,-1 1 0 0 0,-1-1-1 0 0,0 0 1 0 0,0 0 0 0 0,-1 0 0 0 0,-1 0-1 0 0,1 0 1 0 0,-11 19 0 0 0,1-9-1549 0 0,0-1 0 0 0,-17 19 0 0 0,14-20-1509 0 0</inkml:trace>
</inkml:ink>
</file>

<file path=ppt/ink/ink4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18.95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322 29 3532 0 0,'-72'45'3387'0'0,"69"-43"-2811"0"0,-2-1-47 0 0,-14 2-93 0 0,15-2-56 0 0,-2-2-80 0 0,-11-2-548 0 0,0-1 0 0 0,1 0 0 0 0,-1-1 1 0 0,1-1-1 0 0,-24-13 0 0 0,34 17-100 0 0,-53-24-3149 0 0,34 16-271 0 0</inkml:trace>
</inkml:ink>
</file>

<file path=ppt/ink/ink4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19.13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102 280 3976 0 0,'-21'-35'3089'0'0,"7"3"-1241"0"0,4 2-844 0 0,1-1-860 0 0,2 2-260 0 0,-2 1-468 0 0,-1-2-612 0 0,1 1-772 0 0,-3-7-701 0 0</inkml:trace>
</inkml:ink>
</file>

<file path=ppt/ink/ink4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19.27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77 2744 0 0,'33'-23'2132'0'0,"2"4"-1676"0"0,-2 1-1080 0 0,-4 1-1404 0 0</inkml:trace>
</inkml:ink>
</file>

<file path=ppt/ink/ink4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19.41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2308 0 0,'0'0'316'0'0,"18"15"-544"0"0,-1 8-2128 0 0</inkml:trace>
</inkml:ink>
</file>

<file path=ppt/ink/ink4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19.57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112 1 2792 0 0,'0'0'1164'0'0,"9"26"769"0"0,-9 4-1125 0 0,-9-1-688 0 0,-14 12-488 0 0,9-18-24 0 0,-2 1-261 0 0,-3-1-227 0 0,-2 7-568 0 0,2-7-1588 0 0</inkml:trace>
</inkml:ink>
</file>

<file path=ppt/ink/ink4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22.77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1107 97 2608 0 0,'0'0'3159'0'0,"-1"-4"-2513"0"0,0-1-379 0 0,-1 1-1 0 0,0 0 0 0 0,0-1 0 0 0,0 1 1 0 0,0 0-1 0 0,-1 0 0 0 0,-3-5 0 0 0,3 6 138 0 0,2 2-355 0 0,0 0 1 0 0,0 0 0 0 0,0 1 0 0 0,0-1-1 0 0,0 0 1 0 0,-1 0 0 0 0,1 0-1 0 0,0 1 1 0 0,0-1 0 0 0,0 1-1 0 0,-1-1 1 0 0,-1 0 0 0 0,1 1 41 0 0,-2-3 226 0 0,0 2-19 0 0,-14-6-47 0 0,14 6-42 0 0,-2-1-20 0 0,-16-3-6 0 0,17 3 39 0 0,-2 2-95 0 0,-61-3 235 0 0,40 5-256 0 0,-1 1 0 0 0,1 1-1 0 0,0 1 1 0 0,0 2 0 0 0,-44 16 0 0 0,25-8 102 0 0,-23 9-66 0 0,18-5 20 0 0,26-8-103 0 0,-1 0 1 0 0,2 2 0 0 0,0 1 0 0 0,0 1 0 0 0,1 2 0 0 0,1 0 0 0 0,1 1 0 0 0,0 1-1 0 0,2 1 1 0 0,-36 44 0 0 0,-24 61 59 0 0,70-107-123 0 0,-14 23 23 0 0,1 2 0 0 0,-17 49 0 0 0,35-80-13 0 0,-13 36-16 0 0,17-44 60 0 0,-11 32-127 0 0,6-22 84 0 0,5-10-28 0 0,-1 1 58 0 0,-4 14 20 0 0,5-14-18 0 0,-1 1 1 0 0,-9 45 93 0 0,10-46-92 0 0,0 1-10 0 0,-1 17 27 0 0,1-17 19 0 0,1 0-22 0 0,-1 18-8 0 0,1-18-17 0 0,0 0-7 0 0,3 20-10 0 0,-3-19 57 0 0,1 0-1 0 0,23 140 374 0 0,-20-133-469 0 0,68 243-54 0 0,-58-218 82 0 0,1 0-1 0 0,39 71 0 0 0,-23-51 61 0 0,-24-48-54 0 0,68 125 56 0 0,12-8 221 0 0,54 86-21 0 0,-87-115-261 0 0,-43-78-42 0 0,80 137 74 0 0,-71-128-53 0 0,1-1 0 0 0,2-1 1 0 0,39 39-1 0 0,-18-26 25 0 0,15 6-96 0 0,-18-16 144 0 0,13 7-281 0 0,-13-11 85 0 0,1-1-1 0 0,1-3 0 0 0,69 28 0 0 0,143 25-711 0 0,-183-57 371 0 0,3 0 260 0 0,102 15 1 0 0,-47-24-190 0 0,-112-8 270 0 0,0-1 0 0 0,31 0-1 0 0,-36-2 103 0 0,88 5-251 0 0,-4-2 136 0 0,8-4-323 0 0,-37-4 209 0 0,-18 3 7 0 0,1 0 52 0 0,1-2-20 0 0,-5 0 59 0 0,-3 0 76 0 0,47-8 20 0 0,-2-2 227 0 0,114-30 772 0 0,-117 25-504 0 0,-82 19-380 0 0,3 0-8 0 0,17-4 14 0 0,-18 4 4 0 0,0 0 22 0 0,164-45 559 0 0,-104 29-284 0 0,-48 14-310 0 0,-1-2 0 0 0,1 0 1 0 0,-1-1-1 0 0,0-1 0 0 0,-1 0 0 0 0,0-1 0 0 0,0-1 1 0 0,25-18-1 0 0,-18 9-28 0 0,0 0 0 0 0,-1-1 0 0 0,33-38 0 0 0,-47 47 51 0 0,-1-1 1 0 0,0 0-1 0 0,-1 0 0 0 0,0 0 1 0 0,-1-1-1 0 0,6-20 0 0 0,-3 4 252 0 0,-1 1-1 0 0,-1-1 1 0 0,-2 0-1 0 0,-1 0 1 0 0,-1 0-1 0 0,-3-49 1 0 0,-2 38-228 0 0,-1 0 1 0 0,-2 0-1 0 0,-12-42 1 0 0,-16-17 439 0 0,-31-70-400 0 0,-19-54 12 0 0,55 135-115 0 0,-4 2 0 0 0,-75-139 1 0 0,11 30 202 0 0,-1-3-162 0 0,64 144-138 0 0,-60-76 1 0 0,45 65 162 0 0,-16-11-28 0 0,15 24 18 0 0,24 30-84 0 0,-1 1 1 0 0,0 0-1 0 0,-51-25 0 0 0,2 1 204 0 0,16 8-259 0 0,-68-31-1 0 0,112 60 58 0 0,-77-30 2 0 0,-58-2 45 0 0,101 27-91 0 0,-22-3 53 0 0,24 4 209 0 0,-83-5-352 0 0,38 7 106 0 0,27 1 56 0 0,-52-8-103 0 0,-95-7 52 0 0,165 19 29 0 0,45 4-6 0 0,-56 6 19 0 0,14-1-6 0 0,-5-1 3 0 0,35-1-12 0 0,-35 9 11 0 0,-24 6-86 0 0,-13 3 149 0 0,66-16-66 0 0,3-1-16 0 0,-1 1 0 0 0,-28 12 0 0 0,16-5 106 0 0,-34 19 0 0 0,61-29-158 0 0,0 1 2 0 0,-14 9 26 0 0,14-9 6 0 0,0 0 12 0 0,-14 13-1308 0 0,-25 31-1 0 0,-13 11-6735 0 0,34-38 1625 0 0</inkml:trace>
</inkml:ink>
</file>

<file path=ppt/ink/ink4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23.91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91 69 2792 0 0,'0'0'4545'0'0,"2"-3"-3493"0"0,-1 3-832 0 0,0-1 0 0 0,-1 1 0 0 0,1-1 0 0 0,-1 0 0 0 0,1 0 0 0 0,-1 1-1 0 0,1-1 1 0 0,-1 0 0 0 0,1 0 0 0 0,-1 1 0 0 0,0-1 0 0 0,0 0 0 0 0,1 0-1 0 0,-1 0 1 0 0,0 0 0 0 0,0 0 0 0 0,0 1 0 0 0,0-1 0 0 0,0 0-1 0 0,0 0 1 0 0,0 0 0 0 0,0 0 0 0 0,0 0 0 0 0,-1-1 0 0 0,-3-7-504 0 0,2 6 1529 0 0,-3 5-1027 0 0,-16 3-41 0 0,15-4-13 0 0,-1 6 28 0 0,-8 3 55 0 0,2 6-190 0 0,10-13 7 0 0,1 1-11 0 0,-17 37 110 0 0,17-37-34 0 0,3 2-174 0 0,0 21 195 0 0,-1-26-142 0 0,1 0-1 0 0,-1 0 0 0 0,1 0 1 0 0,-1 0-1 0 0,1-1 1 0 0,-1 1-1 0 0,1 0 0 0 0,-1 0 1 0 0,1-1-1 0 0,0 1 1 0 0,-1 0-1 0 0,1-1 1 0 0,0 1-1 0 0,0 0 0 0 0,-1-1 1 0 0,1 1-1 0 0,0-1 1 0 0,0 1-1 0 0,0-1 0 0 0,0 0 1 0 0,0 1-1 0 0,0-1 1 0 0,-1 0-1 0 0,1 0 1 0 0,0 1-1 0 0,0-1 0 0 0,0 0 1 0 0,0 0-1 0 0,2 0 1 0 0,19 0 67 0 0,-16 0 99 0 0,-1-1-62 0 0,0-1 0 0 0,-1 0-1 0 0,1 0 1 0 0,-1 0 0 0 0,0 0-1 0 0,1-1 1 0 0,4-4 0 0 0,-6 4-37 0 0,0 1-22 0 0,0-1 0 0 0,0 0 0 0 0,0 0 0 0 0,0 0 0 0 0,-1 0 0 0 0,0 0 0 0 0,1-1 0 0 0,1-4 0 0 0,-1 2 30 0 0,0 3 36 0 0,2-19-6 0 0,-3 17-99 0 0,-1-1 21 0 0,0-6 29 0 0,-1 9-59 0 0,0 0 1 0 0,1 0-1 0 0,-1 0 0 0 0,0 0 1 0 0,0 0-1 0 0,-1 0 0 0 0,1 0 1 0 0,-1 0-1 0 0,1 0 0 0 0,-1 0 0 0 0,0 0 1 0 0,0 0-1 0 0,-3-5 0 0 0,1 5-61 0 0,2 3 57 0 0,-1-1 1 0 0,1 0 0 0 0,0-1-1 0 0,0 1 1 0 0,-1 0 0 0 0,1 0-1 0 0,0 0 1 0 0,0-1-1 0 0,0 1 1 0 0,-1-3 0 0 0,-4 6 0 0 0,-2 0-7 0 0,0 0 0 0 0,0 1 1 0 0,0 1-1 0 0,-8 4 0 0 0,12-6-7 0 0,1 2 40 0 0,-28 37-47 0 0,29-37 2 0 0,0 1 0 0 0,-4 11 8 0 0,5-12 57 0 0,1 1 83 0 0,0 14-118 0 0,0-14-69 0 0,0-5-41 0 0,0 0 96 0 0,1 1 0 0 0,-1-1 0 0 0,0 0 0 0 0,1 0 0 0 0,-1 0 0 0 0,0 0 0 0 0,0 0 0 0 0,1 0 0 0 0,-1 0 0 0 0,0 1 0 0 0,0-1 0 0 0,1 0 0 0 0,-1 0 0 0 0,0 0 0 0 0,0 0 0 0 0,0 1 0 0 0,1-1 0 0 0,-1 0 0 0 0,0 0 0 0 0,0 1 0 0 0,0-1 0 0 0,0 0 0 0 0,0 0 0 0 0,1 1 0 0 0,-1-1 0 0 0,0 0 0 0 0,0 0 0 0 0,0 1 0 0 0,0-1 0 0 0,0 0 0 0 0,0 1 0 0 0,0-1 0 0 0,0 0 0 0 0,0 1-1 0 0,0-1 8 0 0,0 1-1 0 0,0-1 1 0 0,0 1-1 0 0,0 0 1 0 0,0-1-1 0 0,1 1 1 0 0,-1-1-1 0 0,0 1 1 0 0,0-1-1 0 0,1 1 1 0 0,-1-1-1 0 0,0 1 0 0 0,0-1 1 0 0,1 1-1 0 0,-1-1 1 0 0,1 1-1 0 0,-1-1 1 0 0,0 0-1 0 0,1 1 1 0 0,-1-1-1 0 0,1 0 1 0 0,-1 1-1 0 0,1-1 0 0 0,-1 0 1 0 0,1 0-1 0 0,-1 1 1 0 0,1-1-1 0 0,-1 0 1 0 0,1 0-1 0 0,-1 0 1 0 0,1 0-1 0 0,0 1 1 0 0,0-1-1 0 0,20 2 6 0 0,-16-2-27 0 0,-4-1 16 0 0,0 0 0 0 0,0 0 0 0 0,1 1 1 0 0,-1-1-1 0 0,0 0 0 0 0,0 0 0 0 0,1 1 1 0 0,-1-1-1 0 0,0 1 0 0 0,1-1 0 0 0,-1 1 0 0 0,2-1 1 0 0,-2 1-2 0 0,3-2-5 0 0,-4 1 5 0 0,0 1 1 0 0,0 0 0 0 0,0-1 0 0 0,0 1-1 0 0,1-1 1 0 0,-1 1 0 0 0,0-1 0 0 0,0 1-1 0 0,0 0 1 0 0,1-1 0 0 0,-1 1-1 0 0,0-1 1 0 0,0 1 0 0 0,1 0 0 0 0,-1-1-1 0 0,0 1 1 0 0,1 0 0 0 0,-1 0 0 0 0,1-1-1 0 0,-1 1 1 0 0,0 0 0 0 0,1 0-1 0 0,-1 0 1 0 0,1-1 0 0 0,-1 1 0 0 0,1 0-1 0 0,0-1-1 0 0,0 1-1 0 0,0-1 1 0 0,0 1-1 0 0,0-1 0 0 0,0 1 1 0 0,0-1-1 0 0,0 0 0 0 0,0 0 1 0 0,0 1-1 0 0,0-1 1 0 0,0 0-1 0 0,-1 0 0 0 0,1 0 1 0 0,1-2-1 0 0,12-38 126 0 0,-13 37-62 0 0,-2-1-27 0 0,-5-12-14 0 0,5 13 9 0 0,-24 1-62 0 0,20 2 25 0 0,1 3-106 0 0,-18 8-373 0 0,21-9-35 0 0,1-1 483 0 0,0 1 0 0 0,0-1 0 0 0,-1 0 0 0 0,1 1 0 0 0,0-1-1 0 0,-1 1 1 0 0,1-1 0 0 0,0 0 0 0 0,-1 1 0 0 0,1-1 0 0 0,0 0 0 0 0,-1 0 0 0 0,1 1 0 0 0,-1-1 0 0 0,1 0-1 0 0,-1 0 1 0 0,1 0 0 0 0,-1 1 0 0 0,1-1 0 0 0,0 0 0 0 0,-1 0 0 0 0,1 0 0 0 0,-2 0 0 0 0,2 0-21 0 0,-1 0-1 0 0,1 0 1 0 0,-1 0 0 0 0,1 0 0 0 0,-1 1 0 0 0,1-1 0 0 0,-1 0 0 0 0,1 0 0 0 0,-1 0 0 0 0,1 0-1 0 0,0 1 1 0 0,-1-1 0 0 0,1 0 0 0 0,-1 1 0 0 0,1-1 0 0 0,0 0 0 0 0,-1 1 0 0 0,1-1 0 0 0,0 0-1 0 0,-1 1 1 0 0,1-1 0 0 0,0 0 0 0 0,0 1 0 0 0,-1-1 0 0 0,1 2 0 0 0,-14 6-5788 0 0,7-7 1782 0 0</inkml:trace>
</inkml:ink>
</file>

<file path=ppt/ink/ink4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24.3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173 41 3260 0 0,'0'0'2365'0'0,"-1"-4"-1412"0"0,-6-14 487 0 0,7 17-1230 0 0,0 0 1 0 0,-1 0-1 0 0,1 0 0 0 0,-1 0 0 0 0,0 0 0 0 0,1 0 0 0 0,-1 0 0 0 0,0 0 1 0 0,1 0-1 0 0,-1 0 0 0 0,0 0 0 0 0,0 1 0 0 0,0-1 0 0 0,0 0 1 0 0,0 0-1 0 0,0 1 0 0 0,0-1 0 0 0,0 1 0 0 0,0-1 0 0 0,0 1 0 0 0,0-1 1 0 0,-1 1-1 0 0,-1-1 0 0 0,-19 2 77 0 0,17 0 215 0 0,0 1-234 0 0,-2 3-123 0 0,-1 0 0 0 0,1 1 1 0 0,0-1-1 0 0,1 1 1 0 0,-1 1-1 0 0,1-1 1 0 0,0 1-1 0 0,1 0 0 0 0,0 1 1 0 0,-5 7-1 0 0,4-3 22 0 0,0 0 0 0 0,0 1-1 0 0,1 0 1 0 0,1 0 0 0 0,-5 19-1 0 0,8-28-20 0 0,1 2 24 0 0,0 19-10 0 0,0-18-8 0 0,2-2-31 0 0,-1 0-101 0 0,1 0-1 0 0,-1 0 1 0 0,1 0 0 0 0,0 0 0 0 0,0 0-1 0 0,1 0 1 0 0,0-1 0 0 0,0 1-1 0 0,0-1 1 0 0,0 0 0 0 0,0 0 0 0 0,1 0-1 0 0,0 0 1 0 0,0-1 0 0 0,0 0-1 0 0,0 1 1 0 0,0-1 0 0 0,1-1 0 0 0,0 1-1 0 0,-1-1 1 0 0,1 0 0 0 0,0 0-1 0 0,0 0 1 0 0,0 0 0 0 0,7 0 0 0 0,0 1-181 0 0,1-1 1 0 0,-1 0-1 0 0,1-1 1 0 0,0 0-1 0 0,20-2 1 0 0,-20-1-824 0 0,0-1 0 0 0,-1 0-1 0 0,1 0 1 0 0,17-8 0 0 0,-23 8-245 0 0,-1-1 0 0 0,0 0 0 0 0,1 0 0 0 0,-1 0 0 0 0,7-7 0 0 0</inkml:trace>
</inkml:ink>
</file>

<file path=ppt/ink/ink4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24.61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3736 0 0,'0'0'8814'0'0,"2"4"-8168"0"0,9 18 108 0 0,-1 1 0 0 0,-1 0 1 0 0,7 33-1 0 0,-7-25-2331 0 0,16 39 1 0 0,-23-66 228 0 0,7 15-4223 0 0</inkml:trace>
</inkml:ink>
</file>

<file path=ppt/ink/ink4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25.99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28 184 2696 0 0,'2'-3'1631'0'0,"9"-9"-217"0"0,-9 9-252 0 0,0 0-83 0 0,7-9-44 0 0,-7 9-8 0 0,0-1-52 0 0,23-35 2443 0 0,-23 35-2780 0 0,0-1-96 0 0,5-12-74 0 0,-5 13 273 0 0,-1-1-445 0 0,5-14-42 0 0,-5 15 340 0 0,0-1-504 0 0,0 4-56 0 0,-1-1-13 0 0,1 1-1 0 0,-1-1 1 0 0,1 1 0 0 0,-1-1 0 0 0,0 1-1 0 0,0-1 1 0 0,1 1 0 0 0,-1-1 0 0 0,0 1-1 0 0,0-1 1 0 0,0 1 0 0 0,-1-3 0 0 0,-3 5-28 0 0,-12 5 64 0 0,11-5-45 0 0,3 2 0 0 0,-10 6-44 0 0,9-6 25 0 0,0 1 0 0 0,0-1 0 0 0,1 0 0 0 0,-1 1 0 0 0,1 0-1 0 0,0-1 1 0 0,0 1 0 0 0,0 0 0 0 0,-2 5 0 0 0,3-5-3 0 0,-1 0 55 0 0,1 1-27 0 0,-2-1-12 0 0,1 4 0 0 0,7 26 15 0 0,-4-30 2 0 0,0-2-20 0 0,0 0 1 0 0,0-1-1 0 0,1 1 0 0 0,-1 0 0 0 0,1-1 0 0 0,-1 1 0 0 0,1-1 0 0 0,-1 0 1 0 0,1 0-1 0 0,0 1 0 0 0,0-1 0 0 0,0 0 0 0 0,0 0 0 0 0,0-1 0 0 0,-1 1 0 0 0,1 0 1 0 0,1-1-1 0 0,-1 1 0 0 0,2 0 0 0 0,-3-1-2 0 0,4 1 49 0 0,0-3-44 0 0,37-14-60 0 0,-39 14 60 0 0,0-1 15 0 0,19-31-5 0 0,-20 30-26 0 0,-3-1-1 0 0,-1-16 7 0 0,1 16 42 0 0,-1 1-4 0 0,-23-27-74 0 0,22 29 66 0 0,-2 0 0 0 0,-14-3-18 0 0,14 3-34 0 0,3 3 14 0 0,0 0 0 0 0,0 0-1 0 0,0 0 1 0 0,1-1 0 0 0,-1 1-1 0 0,0-1 1 0 0,0 0 0 0 0,0 1-1 0 0,-3-1 1 0 0,1 1 83 0 0,-1 2-22 0 0,-41 40 144 0 0,44-40-147 0 0,0 2 57 0 0,1-2-87 0 0,-1 0-17 0 0,0 1 0 0 0,0-1 0 0 0,1 1 0 0 0,-1 0 0 0 0,1-1 0 0 0,0 1 1 0 0,0 0-1 0 0,0 0 0 0 0,1 0 0 0 0,-1-1 0 0 0,1 1 0 0 0,1 6 0 0 0,6 22-20 0 0,-2-26 11 0 0,-3 2 66 0 0,2-6-92 0 0,-2-2 39 0 0,-1 0 1 0 0,1 1-1 0 0,-1-1 0 0 0,1 0 0 0 0,-1 1 0 0 0,1 0 0 0 0,-1-1 0 0 0,1 1 0 0 0,-1 0 0 0 0,0 0 0 0 0,2 1 2 0 0,2-3-101 0 0,16-4 128 0 0,-15 4 5 0 0,-2-1-26 0 0,6-7 10 0 0,1 0 0 0 0,-2 0 1 0 0,12-14-1 0 0,-19 20-7 0 0,-1 1-15 0 0,0 0 0 0 0,0 0 0 0 0,-1 1 0 0 0,1-1 0 0 0,0 0 0 0 0,-1 0-1 0 0,0 0 1 0 0,1 0 0 0 0,-1-3 0 0 0,1 0 10 0 0,-1-19 1 0 0,0 19 14 0 0,-1 1-2 0 0,-7-15-1 0 0,4 19-28 0 0,1-1 5 0 0,0 1-1 0 0,1 0 0 0 0,-1 0 0 0 0,0 1 0 0 0,0-1 0 0 0,1 1 0 0 0,-1-1 0 0 0,0 1 0 0 0,1 0 1 0 0,-1 0-1 0 0,1 0 0 0 0,-1 0 0 0 0,1 0 0 0 0,-3 2 0 0 0,1 0 16 0 0,-8 17 54 0 0,10-17-71 0 0,1 0 1 0 0,0 0-1 0 0,0 0 0 0 0,0 1 1 0 0,0-1-1 0 0,1 0 0 0 0,-1 0 0 0 0,1 1 1 0 0,0-1-1 0 0,0 6 0 0 0,1-1 66 0 0,-1-7-64 0 0,1 1 1 0 0,-1-1 0 0 0,1 0 0 0 0,0 1-1 0 0,0-1 1 0 0,0 0 0 0 0,0 0 0 0 0,0 0-1 0 0,0 0 1 0 0,0 1 0 0 0,2 0 0 0 0,-2-2-1 0 0,1 4-13 0 0,4-4-3 0 0,17 2-10 0 0,-17-1-6 0 0,0-3 32 0 0,-1 1 2 0 0,2-1 24 0 0,0 1-1 0 0,0-1 1 0 0,0-1 0 0 0,0 1 0 0 0,-1-1 0 0 0,1-1-1 0 0,-1 1 1 0 0,0-1 0 0 0,0 0 0 0 0,0 0-1 0 0,0-1 1 0 0,-1 0 0 0 0,0 0 0 0 0,5-6-1 0 0,12-24 122 0 0,-20 31-115 0 0,-1-1-15 0 0,4-15-1 0 0,-4 16 4 0 0,-8-24-98 0 0,6 27 51 0 0,1 0 0 0 0,0 1 0 0 0,-1-1-1 0 0,1 0 1 0 0,-1 1 0 0 0,1-1 0 0 0,-1 1 0 0 0,1-1 0 0 0,-1 1 0 0 0,0-1 0 0 0,1 1 0 0 0,-1-1 0 0 0,1 1 0 0 0,-1 0 0 0 0,0-1-1 0 0,0 1 1 0 0,1 0 0 0 0,-1-1 0 0 0,0 1 0 0 0,0 0 0 0 0,1 0 0 0 0,-1 0 0 0 0,0 0 0 0 0,0 0 0 0 0,1 0 0 0 0,-1 0-1 0 0,0 0 1 0 0,0 0 0 0 0,1 0 0 0 0,-1 0 0 0 0,0 0 0 0 0,0 1 0 0 0,-1-1 0 0 0,-18 4-596 0 0,15-3-8 0 0,1 2-136 0 0,-2 2 151 0 0,0 0-1 0 0,1-1 1 0 0,0 1-1 0 0,0 1 1 0 0,-5 7 0 0 0,-10 21-6711 0 0</inkml:trace>
</inkml:ink>
</file>

<file path=ppt/ink/ink4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26.37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165 0 3984 0 0,'0'0'2461'0'0,"-6"0"-1508"0"0,-20 2-158 0 0,20-2-89 0 0,1 1-52 0 0,-3 3-357 0 0,0 0 0 0 0,1 0 0 0 0,-1 0 0 0 0,1 1 0 0 0,0 0 0 0 0,0 0 0 0 0,0 1 0 0 0,1 0 0 0 0,0 0 0 0 0,0 0 0 0 0,1 1 0 0 0,0 0 0 0 0,0 0 0 0 0,0 0-1 0 0,1 1 1 0 0,0 0 0 0 0,1-1 0 0 0,-5 16 0 0 0,6-19-3 0 0,2 2-16 0 0,-3 18-54 0 0,3-18-60 0 0,1 0-33 0 0,0-1-100 0 0,0 1 0 0 0,1 0-1 0 0,0-1 1 0 0,0 0 0 0 0,0 1 0 0 0,0-1 0 0 0,1 0-1 0 0,0 0 1 0 0,0 0 0 0 0,1-1 0 0 0,-1 1-1 0 0,1-1 1 0 0,5 6 0 0 0,-2-5-254 0 0,0 1 0 0 0,1-1 0 0 0,-1-1 0 0 0,1 0 0 0 0,0 0 0 0 0,0 0 1 0 0,1-1-1 0 0,11 3 0 0 0,-9-3-1034 0 0,0-2 0 0 0,1 1 1 0 0,-1-2-1 0 0,19 0 0 0 0,-11-1-1828 0 0</inkml:trace>
</inkml:ink>
</file>

<file path=ppt/ink/ink4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27.01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171 0 3488 0 0,'0'0'3051'0'0,"-3"3"-2333"0"0,-7 11-86 0 0,7-11 1028 0 0,0-1-1189 0 0,-10 8-49 0 0,10-7 1593 0 0,-14 6-143 0 0,27-23-1791 0 0,-8 10 91 0 0,1 2-107 0 0,0 0-56 0 0,0 1 0 0 0,0-1-1 0 0,0 1 1 0 0,0-1-1 0 0,0 1 1 0 0,0 0-1 0 0,0 0 1 0 0,0 0 0 0 0,0 1-1 0 0,1-1 1 0 0,-1 1-1 0 0,0-1 1 0 0,1 1 0 0 0,-1 0-1 0 0,0 1 1 0 0,6 0-1 0 0,-5 0 0 0 0,-1 2 32 0 0,1 1-33 0 0,-1-1-1 0 0,1 1 0 0 0,-1 0 0 0 0,0 0 1 0 0,0 0-1 0 0,-1 1 0 0 0,1-1 0 0 0,-1 0 1 0 0,0 1-1 0 0,0 0 0 0 0,-1-1 0 0 0,1 1 0 0 0,-1 0 1 0 0,1 10-1 0 0,-1-7 70 0 0,0-2-62 0 0,0 0 1 0 0,-1 0-1 0 0,0 0 1 0 0,0 0-1 0 0,-1 0 0 0 0,0 0 1 0 0,-3 11-1 0 0,3-12-3 0 0,0 2 4 0 0,1-4-13 0 0,0-1 1 0 0,-1 0 0 0 0,1 0 0 0 0,-1 0 0 0 0,1 0 0 0 0,-1 1 0 0 0,0-1 0 0 0,1 0 0 0 0,-1 0 0 0 0,-2 3 0 0 0,-6 10 16 0 0,-28 43 11 0 0,7-21 2 0 0,12-24 10 0 0,-47 32 127 0 0,61-43-140 0 0,0-1-11 0 0,1-1-23 0 0,0 1 0 0 0,1-1-1 0 0,-1 0 1 0 0,0 0 0 0 0,1 0 0 0 0,-1 0 0 0 0,0 0 0 0 0,1-1 0 0 0,-1 1 0 0 0,0-1 0 0 0,1 1-1 0 0,-1-1 1 0 0,1 0 0 0 0,-3-2 0 0 0,1 1-8 0 0,2-1-5 0 0,-4-12 11 0 0,5 11 3 0 0,1 0 0 0 0,-1 0-1 0 0,1 0 1 0 0,0 0 0 0 0,0 0 0 0 0,0 0 0 0 0,0 0-1 0 0,1-1 1 0 0,-1 1 0 0 0,1 0 0 0 0,3-7-1 0 0,-3 8 1 0 0,0-2-6 0 0,9-14-15 0 0,-8 15 16 0 0,1 2 7 0 0,35-16 200 0 0,-34 17-98 0 0,3 2-2 0 0,12 2 61 0 0,0 1-1 0 0,0 1 1 0 0,32 13 0 0 0,11 10 27 0 0,-13-6-136 0 0,40 6-904 0 0,-84-27 190 0 0,2-1-262 0 0,22 0-398 0 0,-22 0-532 0 0,-1-2-140 0 0,15-3-1294 0 0</inkml:trace>
</inkml:ink>
</file>

<file path=ppt/ink/ink4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29.61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259 4 2452 0 0,'-5'-1'1186'0'0,"-3"-1"-858"0"0,-1 2 0 0 0,0-1 0 0 0,0 1 0 0 0,0 0 0 0 0,0 1 0 0 0,1 0 0 0 0,-1 1 0 0 0,0-1 0 0 0,1 2 0 0 0,-1-1 0 0 0,1 1-1 0 0,0 0 1 0 0,0 1 0 0 0,0 0 0 0 0,0 0 0 0 0,1 1 0 0 0,-1 0 0 0 0,1 0 0 0 0,-8 8 0 0 0,8-5-127 0 0,0-1 1 0 0,1 1-1 0 0,0 0 0 0 0,0 1 1 0 0,0-1-1 0 0,1 1 1 0 0,1 0-1 0 0,0 1 0 0 0,-5 12 1 0 0,4-5 32 0 0,0 1 0 0 0,2 0 0 0 0,-3 34 0 0 0,5-45-202 0 0,1-1 0 0 0,0 1 0 0 0,0 0 0 0 0,0-1 0 0 0,1 1 0 0 0,0 0 0 0 0,1-1 0 0 0,0 1 0 0 0,2 6 0 0 0,0 0 41 0 0,-1-2-36 0 0,1-1 1 0 0,0 1-1 0 0,1-1 1 0 0,0 0-1 0 0,1-1 0 0 0,-1 1 1 0 0,2-1-1 0 0,-1 0 1 0 0,2-1-1 0 0,-1 0 1 0 0,1 0-1 0 0,0 0 0 0 0,0-1 1 0 0,12 8-1 0 0,-18-14-37 0 0,0 0-1 0 0,0 1 0 0 0,0-1 0 0 0,0 0 0 0 0,0 0 1 0 0,0 0-1 0 0,1 0 0 0 0,-1 0 0 0 0,0-1 0 0 0,1 1 1 0 0,-1-1-1 0 0,4 1 0 0 0,1 0-11 0 0,1 1-105 0 0,1-1 0 0 0,-1 0 0 0 0,0 0 1 0 0,0 0-1 0 0,1-1 0 0 0,-1-1 0 0 0,13-1 0 0 0,-14 1 23 0 0,1 1-107 0 0,0-1 1 0 0,0 0-1 0 0,-1-1 1 0 0,1 0-1 0 0,-1 0 0 0 0,8-3 1 0 0,9-4-605 0 0,-12 5-369 0 0,0-1 0 0 0,-1 0 0 0 0,0-1 0 0 0,18-11-1 0 0,-8 2-3755 0 0</inkml:trace>
</inkml:ink>
</file>

<file path=ppt/ink/ink4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30.4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1 474 3564 0 0,'0'0'3513'0'0,"0"5"-3103"0"0,0-4-217 0 0,0-1-1 0 0,0 1 1 0 0,0 0-1 0 0,0 0 0 0 0,0 0 1 0 0,0 0-1 0 0,0 0 0 0 0,0 0 1 0 0,0 0-1 0 0,1 0 1 0 0,-1-1-1 0 0,0 1 0 0 0,0 0 1 0 0,1 0-1 0 0,-1 0 1 0 0,1 0-1 0 0,-1-1 0 0 0,2 2 1 0 0,5-14 700 0 0,10-49-1443 0 0,-15 50 896 0 0,11-55-222 0 0,-4-1 0 0 0,2-113 0 0 0,-16 126-27 0 0,2 38-71 0 0,3 11-39 0 0,-1 0-88 0 0,2 4 103 0 0,-1 1-1 0 0,0-1 1 0 0,0 0 0 0 0,0 0-1 0 0,0 0 1 0 0,0 0-1 0 0,0 1 1 0 0,0-1 0 0 0,0 0-1 0 0,0 0 1 0 0,0 0-1 0 0,0 1 1 0 0,-1-1 0 0 0,1 0-1 0 0,0 0 1 0 0,0 1 0 0 0,-1-1-1 0 0,1 0 1 0 0,-1 0-1 0 0,1 1 1 0 0,-1-1 0 0 0,0-1-1 0 0,-6 20 171 0 0,-2 38-24 0 0,8-11-91 0 0,2 0-1 0 0,2 0 0 0 0,9 51 1 0 0,-7-72-21 0 0,0 1 1 0 0,2-1-1 0 0,0 0 1 0 0,2-1 0 0 0,1 0-1 0 0,24 42 1 0 0,-30-59-102 0 0,1 0 0 0 0,-1 0 0 0 0,1 0 0 0 0,1-1 0 0 0,6 7 0 0 0,-9-10-15 0 0,-1 0-1 0 0,1-1 1 0 0,-1 1 0 0 0,1 0-1 0 0,0-1 1 0 0,-1 0 0 0 0,1 1-1 0 0,0-1 1 0 0,0 0-1 0 0,0-1 1 0 0,0 1 0 0 0,0 0-1 0 0,0-1 1 0 0,0 0-1 0 0,0 0 1 0 0,3 0 0 0 0,1-1-65 0 0,-1 0 0 0 0,0-1 1 0 0,1 0-1 0 0,-1 0 1 0 0,0 0-1 0 0,0-1 0 0 0,0 0 1 0 0,-1 0-1 0 0,1 0 0 0 0,-1-1 1 0 0,1 0-1 0 0,-1 0 0 0 0,0-1 1 0 0,-1 1-1 0 0,1-1 0 0 0,6-8 1 0 0,-2-2-216 0 0,-1-1-1 0 0,0 0 1 0 0,-1 0 0 0 0,-1-1 0 0 0,6-23-1 0 0,0 2 295 0 0,-5 8 294 0 0,-6 25-80 0 0,-1 0-13 0 0,0-15-2 0 0,0 15 325 0 0,-1 4-426 0 0,0-1 0 0 0,0 0-1 0 0,0 0 1 0 0,1 0-1 0 0,-1 1 1 0 0,1-1 0 0 0,-1 0-1 0 0,1 0 1 0 0,0-3-1 0 0,-1 0 975 0 0,-1 7-978 0 0,0-1-1 0 0,1 0 0 0 0,-1 1 0 0 0,1-1 0 0 0,0 1 0 0 0,-1 0 0 0 0,1-1 0 0 0,0 1 0 0 0,-1 2 0 0 0,-1 0 108 0 0,3-2-106 0 0,-1 19 88 0 0,1 0 0 0 0,1-1 0 0 0,1 1 0 0 0,0-1 0 0 0,2 1-1 0 0,11 37 1 0 0,-14-55-113 0 0,1-1-1 0 0,0 1 1 0 0,0 0-1 0 0,-1 0 1 0 0,2-1 0 0 0,-1 1-1 0 0,0-1 1 0 0,0 0-1 0 0,1 1 1 0 0,0-1-1 0 0,-1 0 1 0 0,5 2-1 0 0,-5-3-7 0 0,2 2-5 0 0,2-3-8 0 0,-2 0 9 0 0,-2 1 4 0 0,-1-1 1 0 0,1 0-1 0 0,0 1 0 0 0,-1-1 0 0 0,1 0 0 0 0,-1 0 1 0 0,1 0-1 0 0,-1-1 0 0 0,1 1 0 0 0,0 0 0 0 0,-1 0 1 0 0,1-1-1 0 0,-1 1 0 0 0,1-1 0 0 0,-1 0 0 0 0,3 0 1 0 0,2-3 8 0 0,1 1 1 0 0,-1-1-1 0 0,0-1 1 0 0,0 1-1 0 0,-1-1 1 0 0,1 0-1 0 0,-1 0 1 0 0,0 0 0 0 0,0-1-1 0 0,-1 0 1 0 0,1 0-1 0 0,-1 0 1 0 0,-1 0-1 0 0,6-13 1 0 0,13-27 335 0 0,-20 42-166 0 0,0-1-16 0 0,3-15-23 0 0,-3 15 73 0 0,4-13 706 0 0,-10 35-819 0 0,4-12-21 0 0,0 0-16 0 0,1 15-49 0 0,2 0 1 0 0,0-1 0 0 0,9 30-1 0 0,-10-45-73 0 0,0 0 0 0 0,0 1 0 0 0,0-1 0 0 0,1 0 0 0 0,-1 0 0 0 0,1-1 0 0 0,0 1 0 0 0,5 4 0 0 0,-3-3-112 0 0,-3-3-1 0 0,1 1-1 0 0,0-1 0 0 0,0-1 1 0 0,0 1-1 0 0,0 0 0 0 0,0-1 0 0 0,0 0 1 0 0,0 1-1 0 0,0-1 0 0 0,0 0 1 0 0,1-1-1 0 0,-1 1 0 0 0,0 0 0 0 0,5-1 1 0 0,-5 0 183 0 0,0 1-314 0 0,1-1 0 0 0,-1 0 0 0 0,1 0 0 0 0,-1-1-1 0 0,1 1 1 0 0,-1-1 0 0 0,1 0 0 0 0,-1 1 0 0 0,1-2 0 0 0,-1 1 0 0 0,0 0 0 0 0,0-1 0 0 0,1 1 0 0 0,-1-1 0 0 0,3-2 0 0 0,-3 2-195 0 0,2-1-3178 0 0</inkml:trace>
</inkml:ink>
</file>

<file path=ppt/ink/ink4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30.85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144 45 2312 0 0,'0'0'1228'0'0,"-2"-5"-182"0"0,-3-13-202 0 0,3 13 385 0 0,-12-9-360 0 0,11 12 421 0 0,1 2-1255 0 0,0 1 0 0 0,0-1 0 0 0,1 1 0 0 0,-1-1 0 0 0,0 1 1 0 0,0-1-1 0 0,1 0 0 0 0,-1 0 0 0 0,0 0 0 0 0,0 0 0 0 0,-3-1 0 0 0,5 1-3 0 0,-5 1 359 0 0,5-1-383 0 0,0 1 0 0 0,0-1 0 0 0,0 0 0 0 0,0 1 0 0 0,0-1 1 0 0,0 0-1 0 0,0 1 0 0 0,0-1 0 0 0,0 1 0 0 0,-1-1 0 0 0,1 0 0 0 0,0 1 1 0 0,0-1-1 0 0,0 0 0 0 0,0 1 0 0 0,-1-1 0 0 0,1 0 0 0 0,0 1 1 0 0,0-1-1 0 0,-1 0 0 0 0,1 0 0 0 0,0 1 0 0 0,0-1 0 0 0,-1 0 1 0 0,1 0-1 0 0,0 0 0 0 0,-1 1 0 0 0,0-1 5 0 0,0 1 0 0 0,1-1 0 0 0,-1 1 0 0 0,0-1 0 0 0,1 1 0 0 0,-1-1 0 0 0,1 1 0 0 0,-1 0 0 0 0,1-1 0 0 0,-1 1 0 0 0,1 0 0 0 0,-1-1 0 0 0,1 1 0 0 0,0 0 0 0 0,-1-1 0 0 0,1 1 0 0 0,0 0 0 0 0,0 0 0 0 0,-1 0 0 0 0,1 1 0 0 0,-3 41 212 0 0,3-38-187 0 0,2 0-24 0 0,0 5-3 0 0,0 0-1 0 0,1-1 0 0 0,0 0 0 0 0,1 1 1 0 0,0-1-1 0 0,0 0 0 0 0,1-1 1 0 0,11 16-1 0 0,10 11-38 0 0,-23-31 25 0 0,1 6 9 0 0,-3-10-3 0 0,-1 1 0 0 0,1-1 0 0 0,-1 0-1 0 0,1 1 1 0 0,-1-1 0 0 0,1 1 0 0 0,-1-1 0 0 0,0 1-1 0 0,1 0 1 0 0,-1-1 0 0 0,0 1 0 0 0,1-1-1 0 0,-1 1 1 0 0,0 0 0 0 0,0-1 0 0 0,0 1 0 0 0,0-1-1 0 0,1 1 1 0 0,-1 0 0 0 0,0-1 0 0 0,0 1 0 0 0,0 0-1 0 0,0-1 1 0 0,-1 1 0 0 0,1 0 0 0 0,0 0 0 0 0,-1 19 45 0 0,1-15 4 0 0,-1-5-49 0 0,0 0 0 0 0,1 0 0 0 0,-1 0 0 0 0,1 0 0 0 0,-1 0 0 0 0,1 0-1 0 0,-1 1 1 0 0,1-1 0 0 0,-1 0 0 0 0,1 0 0 0 0,-1 0 0 0 0,1 1 0 0 0,-1-1 0 0 0,1 0-1 0 0,0 1 1 0 0,-1-1 0 0 0,1 0 0 0 0,-1 1 0 0 0,1-1 0 0 0,0 0 0 0 0,-1 2 0 0 0,-13 8 127 0 0,-34 4 139 0 0,42-13-226 0 0,0 0-7 0 0,-16 1-2 0 0,17-2-28 0 0,0-1-50 0 0,-13-3-80 0 0,13 3-94 0 0,3-4-587 0 0,-6-12 72 0 0,7 16 650 0 0,1 0 0 0 0,0 0 0 0 0,-1 0 0 0 0,1 0 0 0 0,0 0 0 0 0,0 0 0 0 0,0 0 0 0 0,0 0 0 0 0,0 1 0 0 0,0-1 0 0 0,0 0 0 0 0,0 0 0 0 0,0 0 0 0 0,1 0 0 0 0,-1 0 0 0 0,0 0 0 0 0,0 0 0 0 0,1 0 0 0 0,-1 0 0 0 0,1 0 0 0 0,-1 1 0 0 0,1-1 0 0 0,0-1 0 0 0,-1 1-139 0 0,12-27-2415 0 0,-7 21 1842 0 0,9-15-2861 0 0</inkml:trace>
</inkml:ink>
</file>

<file path=ppt/ink/ink4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31.15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85 2744 0 0,'25'-40'4277'0'0,"-22"36"-3537"0"0,17-34 2477 0 0,-18 35-2300 0 0,-2 4-908 0 0,0-1 0 0 0,0 0 1 0 0,0 1-1 0 0,0-1 0 0 0,0 0 0 0 0,0 1 0 0 0,0-1 1 0 0,0 0-1 0 0,0 1 0 0 0,0-1 0 0 0,1 0 0 0 0,-1 1 1 0 0,0-1-1 0 0,0 0 0 0 0,0 0 0 0 0,0 1 0 0 0,0-1 1 0 0,1 0-1 0 0,-1 1 0 0 0,0-1 0 0 0,0 0 0 0 0,0 0 1 0 0,1 1-1 0 0,-1-1 0 0 0,0 0 0 0 0,0 0 0 0 0,1 0 1 0 0,0 1-1 0 0,-1-1 13 0 0,1 1 0 0 0,0-1 0 0 0,-1 1 1 0 0,1-1-1 0 0,-1 1 0 0 0,1 0 0 0 0,-1-1 0 0 0,1 1 1 0 0,-1-1-1 0 0,1 1 0 0 0,-1 0 0 0 0,1 0 0 0 0,-1-1 1 0 0,0 1-1 0 0,1 0 0 0 0,-1 0 0 0 0,0-1 0 0 0,0 1 1 0 0,0 0-1 0 0,0 0 0 0 0,0 0 0 0 0,0-1 0 0 0,0 2 1 0 0,22 218 825 0 0,-15-170-791 0 0,42 104-588 0 0,-47-151 186 0 0,9 10-269 0 0,14-24-11456 0 0</inkml:trace>
</inkml:ink>
</file>

<file path=ppt/ink/ink4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31.32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 73 3144 0 0,'0'0'1136'0'0,"-3"-3"-95"0"0,2 2-824 0 0,-14-9 2958 0 0,17 7-2894 0 0,0 1-253 0 0,0 0 0 0 0,0 0 0 0 0,0 0 0 0 0,0 1 0 0 0,0-1 0 0 0,0 0 0 0 0,1 1 0 0 0,-1-1 0 0 0,0 1 0 0 0,1 0 0 0 0,-1 0 0 0 0,1 0 0 0 0,-1 0 0 0 0,1 0 0 0 0,0 1 0 0 0,-1-1 0 0 0,1 1 0 0 0,0 0 0 0 0,2-1 0 0 0,40-4-41 0 0,45-8-1335 0 0,-12 1-2959 0 0,-69 11 461 0 0</inkml:trace>
</inkml:ink>
</file>

<file path=ppt/ink/ink4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31.74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37 113 2208 0 0,'0'0'1444'0'0,"-3"3"-900"0"0,3-3-305 0 0,-9 10-341 0 0,0-6 2872 0 0,11 0-2498 0 0,3 19 344 0 0,1-22-506 0 0,16 1-25 0 0,-16-1-17 0 0,-1-3-11 0 0,2 1-33 0 0,1-1-9 0 0,-1 1 1 0 0,1-1 0 0 0,-1 0-1 0 0,1 0 1 0 0,-1-1 0 0 0,0 0-1 0 0,0 0 1 0 0,0-1-1 0 0,-1 0 1 0 0,1 0 0 0 0,-1-1-1 0 0,0 0 1 0 0,0 0 0 0 0,-1 0-1 0 0,8-9 1 0 0,-5 2-10 0 0,-6 10-7 0 0,-1 1 0 0 0,0-1-1 0 0,0 0 1 0 0,0 1 0 0 0,0-1-1 0 0,0 0 1 0 0,-1 0-1 0 0,1 0 1 0 0,0 1 0 0 0,-1-1-1 0 0,1 0 1 0 0,-1 0 0 0 0,0 0-1 0 0,0-4 1 0 0,-7-14 15 0 0,5 15 43 0 0,2 5-53 0 0,0 0-1 0 0,-1 0 1 0 0,1 0-1 0 0,0 0 1 0 0,-1 0-1 0 0,1 0 1 0 0,0 0-1 0 0,-1 0 1 0 0,1 0 0 0 0,0 0-1 0 0,0 0 1 0 0,-1-1-1 0 0,1 1 1 0 0,0 0-1 0 0,-1 0 1 0 0,1 0-1 0 0,0-1 1 0 0,0 1-1 0 0,-1 0 1 0 0,1 0-1 0 0,0-1 1 0 0,0 1 0 0 0,0 0-1 0 0,-1-1 1 0 0,1 1-1 0 0,0 0 1 0 0,0 0-1 0 0,0-1 1 0 0,0 1-1 0 0,0-1 1 0 0,-1 0 13 0 0,1 0 0 0 0,0 1 0 0 0,-1-1 0 0 0,1 0 0 0 0,-1 0 0 0 0,1 1 0 0 0,-1-1 0 0 0,1 0 0 0 0,-1 1 0 0 0,1-1 0 0 0,-1 1 0 0 0,0-1 0 0 0,1 0 0 0 0,-1 1 0 0 0,0-1 0 0 0,1 1 0 0 0,-1 0 0 0 0,0-1 0 0 0,0 1 0 0 0,1 0 0 0 0,-2-1 0 0 0,-16-4 192 0 0,14 3 14 0 0,-2 3 21 0 0,0-1-150 0 0,0 1 0 0 0,-1 1 0 0 0,1-1 0 0 0,0 1 0 0 0,-1 0 0 0 0,1 0 0 0 0,0 1 0 0 0,1 0 0 0 0,-1 0 0 0 0,0 0 0 0 0,1 0 0 0 0,-7 6 0 0 0,-23 39 329 0 0,26-31-185 0 0,1 7-44 0 0,7-19-116 0 0,-1 3-37 0 0,0 1 0 0 0,1-1 0 0 0,0 0 0 0 0,0 1 1 0 0,1-1-1 0 0,0 1 0 0 0,0-1 0 0 0,1 1 0 0 0,0-1 0 0 0,1 1 0 0 0,0-1 0 0 0,0 0 0 0 0,1 0 0 0 0,0 0 1 0 0,0 0-1 0 0,1 0 0 0 0,0-1 0 0 0,0 1 0 0 0,1-1 0 0 0,0 0 0 0 0,7 8 0 0 0,1-5-145 0 0,1 0-1 0 0,1-1 1 0 0,16 8 0 0 0,-26-15-228 0 0,2-2-214 0 0,-2 0 442 0 0,1 0-126 0 0,-1 0 0 0 0,0 0-1 0 0,1 0 1 0 0,-1-1-1 0 0,0 0 1 0 0,1 0-1 0 0,-1 0 1 0 0,0 0-1 0 0,0-1 1 0 0,8-4-1 0 0,37-31-4686 0 0,-45 33 947 0 0</inkml:trace>
</inkml:ink>
</file>

<file path=ppt/ink/ink4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32.08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39 2220 0 0,'14'-22'4183'0'0,"-9"22"-3936"0"0,-3-1-141 0 0,0 1-44 0 0,-1 0 1 0 0,1-1 0 0 0,-1 1-1 0 0,1 0 1 0 0,-1-1 0 0 0,1 1-1 0 0,-1 0 1 0 0,1 0-1 0 0,-1 0 1 0 0,1 1 0 0 0,-1-1-1 0 0,3 1 1 0 0,1 1 25 0 0,-2 1 0 0 0,1 0 1 0 0,0 0-1 0 0,0 0 0 0 0,-1 0 0 0 0,0 0 1 0 0,0 1-1 0 0,0 0 0 0 0,0-1 0 0 0,0 1 1 0 0,-1 0-1 0 0,4 7 0 0 0,-1 1 109 0 0,0 1 0 0 0,6 22 0 0 0,-9-31-58 0 0,0 25 106 0 0,-1-23-136 0 0,-1-1 24 0 0,-10 42 1027 0 0,8-42 841 0 0,-16-21-1594 0 0,20 10-322 0 0,1-5-51 0 0,1 0 0 0 0,0 0 1 0 0,1 1-1 0 0,0 0 0 0 0,1 0 0 0 0,7-11 0 0 0,-2 10-420 0 0,0-1-1 0 0,0 2 1 0 0,1-1-1 0 0,1 2 1 0 0,14-10-1 0 0,-13 11-2155 0 0,1 0-1 0 0,29-11 0 0 0,-20 11-1296 0 0</inkml:trace>
</inkml:ink>
</file>

<file path=ppt/ink/ink4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32.33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 1 2976 0 0,'0'0'8449'0'0,"-1"4"-8090"0"0,-3 15-53 0 0,4-15-41 0 0,-2 1-69 0 0,-2 14 4 0 0,3-15-10 0 0,-1 3-23 0 0,-4 19-32 0 0,5-20-35 0 0,1 1-46 0 0,4 55 138 0 0,-3-55-138 0 0,0-3-54 0 0,1 0-1 0 0,-1 1 1 0 0,1-1 0 0 0,0 0 0 0 0,0 0 0 0 0,0 0 0 0 0,0 0 0 0 0,1 0 0 0 0,5 6 0 0 0,-5-7-196 0 0,10 1-905 0 0,-12-3 1005 0 0,0-1 0 0 0,0 1 1 0 0,0-1-1 0 0,0 1 0 0 0,0-1 1 0 0,0 0-1 0 0,0 1 0 0 0,0-1 1 0 0,0 0-1 0 0,0 0 0 0 0,0 0 1 0 0,0 0-1 0 0,0 0 0 0 0,0 0 1 0 0,0 0-1 0 0,1 0 0 0 0,-1 0 1 0 0,0-1-1 0 0,0 1 0 0 0,0 0 1 0 0,0-1-1 0 0,1 0 0 0 0,4 1-308 0 0,-4-1 257 0 0,-1 1-1 0 0,1 0 1 0 0,0 0 0 0 0,0 0 0 0 0,0-1 0 0 0,0 1 0 0 0,0-1 0 0 0,-1 0 0 0 0,1 0-1 0 0,0 1 1 0 0,-1-1 0 0 0,1 0 0 0 0,0 0 0 0 0,-1 0 0 0 0,1-1 0 0 0,1 0 0 0 0,15-14-2508 0 0</inkml:trace>
</inkml:ink>
</file>

<file path=ppt/ink/ink4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32.72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225 86 3228 0 0,'-9'-6'949'0'0,"-1"-1"0"0"0,0 2 0 0 0,0-1 0 0 0,-19-6 0 0 0,24 10-203 0 0,-1 3-398 0 0,-2-1-192 0 0,1 2-1 0 0,0-1 1 0 0,0 1-1 0 0,-12 4 1 0 0,15-4-57 0 0,3-2-85 0 0,0 1 0 0 0,0-1 0 0 0,0 1-1 0 0,0 0 1 0 0,0 0 0 0 0,0 0 0 0 0,0 0 0 0 0,0 0-1 0 0,0 0 1 0 0,0 0 0 0 0,0 0 0 0 0,1 0 0 0 0,-1 0-1 0 0,0 0 1 0 0,1 0 0 0 0,-1 0 0 0 0,1 1 0 0 0,-1 1-1 0 0,-5 15 57 0 0,5-14-20 0 0,4 0 8 0 0,-2-1-52 0 0,0-1-1 0 0,1 0 1 0 0,0 0-1 0 0,-1 1 1 0 0,1-2 0 0 0,0 1-1 0 0,0 0 1 0 0,0 0-1 0 0,0 0 1 0 0,1-1-1 0 0,-1 1 1 0 0,0-1-1 0 0,1 0 1 0 0,-1 0-1 0 0,1 0 1 0 0,-1 0 0 0 0,1 0-1 0 0,-1 0 1 0 0,1-1-1 0 0,0 1 1 0 0,-1-1-1 0 0,1 0 1 0 0,0 1-1 0 0,2-2 1 0 0,1 1 65 0 0,-3-2 50 0 0,20-30 813 0 0,-21 28-376 0 0,-2-2-328 0 0,-6-48 433 0 0,5 49-561 0 0,-13-15 116 0 0,10 18-160 0 0,2 0-60 0 0,-1 0-1 0 0,0 1 1 0 0,1-1 0 0 0,-1 1 0 0 0,0 0-1 0 0,0 0 1 0 0,0 0 0 0 0,0 0 0 0 0,0 0-1 0 0,0 1 1 0 0,0-1 0 0 0,0 1-1 0 0,0 0 1 0 0,0 0 0 0 0,-1 0 0 0 0,1 0-1 0 0,0 1 1 0 0,0-1 0 0 0,0 1 0 0 0,0 0-1 0 0,0-1 1 0 0,0 1 0 0 0,0 1 0 0 0,-3 1-1 0 0,1-1-131 0 0,1 0 0 0 0,0 1 0 0 0,0-1 0 0 0,0 1 0 0 0,1 0-1 0 0,-1 0 1 0 0,1 0 0 0 0,-1 0 0 0 0,1 1 0 0 0,0 0 0 0 0,0-1 0 0 0,1 1-1 0 0,-1 0 1 0 0,1 0 0 0 0,0 0 0 0 0,0 1 0 0 0,0-1 0 0 0,0 1 0 0 0,1-1 0 0 0,0 1-1 0 0,-1 6 1 0 0,1-7-212 0 0,1 0 0 0 0,0 0 0 0 0,0 0 1 0 0,1 0-1 0 0,-1 0 0 0 0,1 0 0 0 0,0 0 0 0 0,0 0 0 0 0,0 0 0 0 0,1 0 0 0 0,3 7 0 0 0,-4-8 28 0 0,5 7-1891 0 0,11 13-1543 0 0</inkml:trace>
</inkml:ink>
</file>

<file path=ppt/ink/ink4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33.72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83 3728 0 0,'3'-2'727'0'0,"18"-7"6360"0"0,-19 10-7028 0 0,-1 1-1 0 0,1 0 1 0 0,-1-1 0 0 0,0 1-1 0 0,0 0 1 0 0,0 0-1 0 0,0 0 1 0 0,0 0-1 0 0,0 0 1 0 0,1 3-1 0 0,-2 32 308 0 0,-1-15-264 0 0,1-1-1 0 0,2 1 1 0 0,3 24 0 0 0,-4-42-78 0 0,-1-3-22 0 0,0 1-1 0 0,0 0 1 0 0,1-1-1 0 0,-1 1 1 0 0,0-1-1 0 0,1 1 1 0 0,-1-1-1 0 0,1 1 1 0 0,0-1-1 0 0,-1 1 1 0 0,3 1-1 0 0,0 5 8 0 0,-1-7-8 0 0,-1 1 0 0 0,1 0 0 0 0,-1-1 0 0 0,1 1 0 0 0,0-1 0 0 0,-1 0 0 0 0,1 1 0 0 0,0-1 0 0 0,0 0 0 0 0,2 1 0 0 0,2-3-8 0 0,1-1-8 0 0,-1 0-1 0 0,1 0 1 0 0,-1-1 0 0 0,0 0 0 0 0,0 0-1 0 0,0 0 1 0 0,0-1 0 0 0,-1 0 0 0 0,1 0 0 0 0,-1 0-1 0 0,0-1 1 0 0,7-7 0 0 0,66-79 172 0 0,-75 88-123 0 0,-3 2-22 0 0,1 1 1 0 0,-1-1 0 0 0,1 0-1 0 0,0 0 1 0 0,-1 0 0 0 0,1 0 0 0 0,0 0-1 0 0,0 1 1 0 0,0-1 0 0 0,-1 0 0 0 0,1 1-1 0 0,0-1 1 0 0,0 0 0 0 0,0 1 0 0 0,0-1-1 0 0,0 1 1 0 0,0 0 0 0 0,2-1 0 0 0,4 18 0 0 0,-5-12 22 0 0,-1 0-48 0 0,1 3-109 0 0,0 0-1 0 0,0 0 1 0 0,1-1-1 0 0,0 1 1 0 0,0 0 0 0 0,1-1-1 0 0,0 0 1 0 0,9 13-1 0 0,32 18-909 0 0,-39-35 808 0 0,0 1 1 0 0,1-1-1 0 0,-1 0 1 0 0,1 0 0 0 0,-1-1-1 0 0,1 0 1 0 0,0 0-1 0 0,11 1 1 0 0,-11-2 106 0 0,2 1-128 0 0,-1-1 1 0 0,1 0-1 0 0,0-1 0 0 0,0 0 1 0 0,0 0-1 0 0,0-1 0 0 0,0 0 1 0 0,11-4-1 0 0,-9 3 180 0 0,1 0-6 0 0,0-1 0 0 0,0 0 0 0 0,-1 0 0 0 0,0-2 0 0 0,1 1 0 0 0,-1-1 0 0 0,-1-1 0 0 0,1 0 0 0 0,-1-1 0 0 0,17-14 0 0 0,-14 10 351 0 0,-1-1 1 0 0,-1-1 0 0 0,0 0 0 0 0,-1-1 0 0 0,0 0 0 0 0,10-22 0 0 0,-18 35-215 0 0,-1-1 1 0 0,0 1-1 0 0,-1-1 0 0 0,1 0 0 0 0,0 0 1 0 0,0 0-1 0 0,-1 1 0 0 0,1-1 0 0 0,-1 0 1 0 0,0 0-1 0 0,1 0 0 0 0,-1-2 0 0 0,0-2 96 0 0,1 1 311 0 0,-1-1-31 0 0,-12-42 585 0 0,10 45-728 0 0,-2-1-23 0 0,-15-9-28 0 0,14 10-10 0 0,-1 2 0 0 0,2 0-212 0 0,1-1 31 0 0,0 1 1 0 0,-1 1-1 0 0,1-1 0 0 0,-1 0 1 0 0,1 1-1 0 0,-1 0 1 0 0,0 0-1 0 0,1 0 1 0 0,-1 0-1 0 0,1 0 1 0 0,-1 1-1 0 0,1 0 1 0 0,-1 0-1 0 0,1 0 1 0 0,-4 1-1 0 0,-41 30 551 0 0,46-31-590 0 0,0 0 0 0 0,0 1 1 0 0,0-1-1 0 0,0 1 1 0 0,0 0-1 0 0,1 0 1 0 0,-1-1-1 0 0,1 1 1 0 0,-1 0-1 0 0,1 1 0 0 0,0-1 1 0 0,-2 2-1 0 0,-4 13 117 0 0,-18 43 15 0 0,22-51-120 0 0,1 0-1 0 0,0 0 0 0 0,1 0 0 0 0,-1 13 1 0 0,1-18-23 0 0,1 1-14 0 0,2 0 16 0 0,3 17-7 0 0,-3-17-25 0 0,0-2 43 0 0,-1-2-23 0 0,0 0 1 0 0,0 0-1 0 0,1 0 0 0 0,-1 0 0 0 0,0 0 1 0 0,0 0-1 0 0,1 0 0 0 0,-1 0 0 0 0,0 0 1 0 0,1-1-1 0 0,-1 1 0 0 0,1-1 1 0 0,-1 1-1 0 0,1-1 0 0 0,-1 0 0 0 0,1 1 1 0 0,-1-1-1 0 0,1 0 0 0 0,-1 0 0 0 0,1 0 1 0 0,-1 0-1 0 0,1 0 0 0 0,-1 0 1 0 0,1-1-1 0 0,-1 1 0 0 0,1 0 0 0 0,-1-1 1 0 0,1 1-1 0 0,-1-1 0 0 0,1 0 0 0 0,-1 1 1 0 0,3-3-1 0 0,6-5-8 0 0,0 0-1 0 0,-1 0 1 0 0,0-1-1 0 0,0 0 1 0 0,-1-1-1 0 0,14-20 1 0 0,-20 27 10 0 0,29-55 21 0 0,-27 49-22 0 0,-2 5 61 0 0,7 22-54 0 0,-8-17-4 0 0,-1-1 0 0 0,1 1-1 0 0,-1 0 1 0 0,0 0-1 0 0,1-1 1 0 0,-1 1 0 0 0,0 0-1 0 0,1 0 1 0 0,-1 0-1 0 0,0 0 1 0 0,0-1 0 0 0,0 1-1 0 0,0 0 1 0 0,0 0-1 0 0,0 0 1 0 0,0 0 0 0 0,0 0-1 0 0,0 0 1 0 0,0-1-1 0 0,-1 3 1 0 0,-2 19 22 0 0,25 235 543 0 0,-2-66-132 0 0,-17-149-222 0 0,-3 1-1 0 0,-6 57 0 0 0,5-90-171 0 0,-1-1-1 0 0,-1 0 0 0 0,0 0 0 0 0,0 0 0 0 0,-6 11 0 0 0,9-20-38 0 0,-5 7 37 0 0,-7 4-26 0 0,3-8-14 0 0,5-2 0 0 0,2 0 2 0 0,1-1 0 0 0,-1 1 0 0 0,0-1 0 0 0,1 0 0 0 0,-1 1 0 0 0,0-1-1 0 0,1 0 1 0 0,-1 0 0 0 0,0 0 0 0 0,1 0 0 0 0,-1-1 0 0 0,0 1 0 0 0,1 0-1 0 0,-1-1 1 0 0,1 1 0 0 0,-1-1 0 0 0,-2-1 0 0 0,-10-5 5 0 0,0-1 1 0 0,0-1-1 0 0,0 0 1 0 0,2-1-1 0 0,-1 0 0 0 0,1-1 1 0 0,1 0-1 0 0,0-1 1 0 0,0 0-1 0 0,1-1 1 0 0,1 0-1 0 0,0-1 0 0 0,-10-20 1 0 0,17 29-10 0 0,0-1-1 0 0,0 1 1 0 0,1-1 0 0 0,-1 1 0 0 0,1-1-1 0 0,0 0 1 0 0,1 1 0 0 0,-1-1 0 0 0,2-7-1 0 0,-1 8-5 0 0,0 0-61 0 0,1-1 0 0 0,0 1 0 0 0,0-1 0 0 0,1 1-1 0 0,0 0 1 0 0,0-1 0 0 0,0 1 0 0 0,0 0 0 0 0,1 0 0 0 0,5-7 0 0 0,0 0-498 0 0,1 1 0 0 0,18-19 0 0 0,75-65-7189 0 0,-73 69 1725 0 0</inkml:trace>
</inkml:ink>
</file>

<file path=ppt/ink/ink4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8:34.32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215 61 3176 0 0,'0'0'2822'0'0,"-3"-2"-1880"0"0,2 1-732 0 0,0 0 1 0 0,0 1-1 0 0,0-1 0 0 0,0 0 0 0 0,0 0 1 0 0,0 0-1 0 0,0 0 0 0 0,0 0 1 0 0,1-1-1 0 0,-1 1 0 0 0,0 0 0 0 0,1 0 1 0 0,-1 0-1 0 0,1-1 0 0 0,0 1 1 0 0,-1 0-1 0 0,1 0 0 0 0,0-1 0 0 0,-1 1 1 0 0,1 0-1 0 0,0-1 0 0 0,0 1 1 0 0,0 0-1 0 0,1-1 0 0 0,-1-1 0 0 0,0-7-710 0 0,19 2 877 0 0,-15 6-241 0 0,8 1-23 0 0,-11-1-71 0 0,6-1-26 0 0,46 3 77 0 0,-42-1-93 0 0,36 11-9 0 0,-38-10-27 0 0,-2 2-10 0 0,26 17 43 0 0,-26-13 17 0 0,1 8-4 0 0,-6-10 2 0 0,-3 1-40 0 0,-2 1 30 0 0,1 0-1 0 0,-1 0 0 0 0,0 0 1 0 0,0-1-1 0 0,-1 1 0 0 0,1-1 1 0 0,-1 0-1 0 0,-1 0 0 0 0,1 0 1 0 0,-1-1-1 0 0,1 1 0 0 0,-1-1 1 0 0,-7 4-1 0 0,9-6 22 0 0,2 0-21 0 0,-1 0 0 0 0,1-1 0 0 0,0 1 0 0 0,-1-1 0 0 0,1 1 0 0 0,-1-1 0 0 0,1 0 0 0 0,-1 1 0 0 0,-3 1 0 0 0,2 0 85 0 0,-5 6 174 0 0,8-8-243 0 0,0-1 0 0 0,0 1 0 0 0,0-1 0 0 0,0 1 0 0 0,-1-1 0 0 0,1 1 0 0 0,0-1 0 0 0,0 0 0 0 0,-1 1 0 0 0,1-1 0 0 0,0 1-1 0 0,-1-1 1 0 0,1 0 0 0 0,0 1 0 0 0,-1-1 0 0 0,1 0 0 0 0,-1 1 0 0 0,1-1 0 0 0,0 0 0 0 0,-1 0 0 0 0,1 0 0 0 0,-1 1 0 0 0,0-1 0 0 0,7 7 289 0 0,-6-6-297 0 0,0 0 0 0 0,0 0 0 0 0,1 0-1 0 0,-1 0 1 0 0,1 0 0 0 0,-1 0 0 0 0,1 0 0 0 0,-1 0 0 0 0,1-1 0 0 0,-1 1 0 0 0,1 0 0 0 0,0 0 0 0 0,0-1 0 0 0,-1 1 0 0 0,2 1 0 0 0,75 38 581 0 0,20 13-305 0 0,-93-51-253 0 0,0 1-1 0 0,0 0 1 0 0,0 0-1 0 0,-1 0 1 0 0,1 1 0 0 0,-1-1-1 0 0,0 1 1 0 0,4 5-1 0 0,-5-6 49 0 0,-1 1-4 0 0,2 13 11 0 0,-2-13-14 0 0,-4 0-10 0 0,-3 2-37 0 0,0-1 0 0 0,0 1-1 0 0,0-1 1 0 0,-1-1 0 0 0,-7 6-1 0 0,2-5-6 0 0,-1-1 0 0 0,1 0-1 0 0,-1 0 1 0 0,1-1 0 0 0,-1-1-1 0 0,-19 2 1 0 0,-3-2 28 0 0,-35-4 0 0 0,47 1-108 0 0,0-1 0 0 0,0-2-1 0 0,0 0 1 0 0,-39-13 0 0 0,51 13-445 0 0,-1-1 0 0 0,1-1 1 0 0,-1 0-1 0 0,-11-9 1 0 0,16 10-492 0 0,0-1 0 0 0,0 0 1 0 0,0 0-1 0 0,1-1 0 0 0,0 0 1 0 0,-8-11-1 0 0,1-5-5023 0 0</inkml:trace>
</inkml:ink>
</file>

<file path=ppt/ink/ink4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25.1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4192 0 0,'0'0'3717'0'0,"1"5"-2964"0"0,2 17 262 0 0,11 35 0 0 0,2 7-567 0 0,-2 19-2136 0 0,-13-78 783 0 0,-2 0-1243 0 0,-1 16 997 0 0,1-16-776 0 0</inkml:trace>
</inkml:ink>
</file>

<file path=ppt/ink/ink4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25.4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3 240 1756 0 0,'-1'-6'963'0'0,"0"-53"1235"0"0,2 53-2062 0 0,0-1 0 0 0,1 1 0 0 0,-1 0 0 0 0,2 0 0 0 0,-1 0 0 0 0,1 0 0 0 0,0 0-1 0 0,0 0 1 0 0,0 1 0 0 0,1-1 0 0 0,0 1 0 0 0,0 0 0 0 0,0 0 0 0 0,11-8 0 0 0,-5 4 52 0 0,1 1-1 0 0,0 0 1 0 0,1 0 0 0 0,-1 2 0 0 0,22-10 0 0 0,-18 10-115 0 0,0 1 0 0 0,0 1 1 0 0,0 1-1 0 0,0 0 0 0 0,1 1 0 0 0,-1 0 1 0 0,1 1-1 0 0,0 1 0 0 0,-1 1 0 0 0,1 0 1 0 0,-1 1-1 0 0,0 0 0 0 0,1 2 0 0 0,-1-1 1 0 0,27 12-1 0 0,-30-10-59 0 0,0 1 0 0 0,0 0-1 0 0,-1 1 1 0 0,0 0 0 0 0,0 0 0 0 0,-1 1 0 0 0,0 1 0 0 0,0 0 0 0 0,-1 0 0 0 0,0 1 0 0 0,-1 0 0 0 0,0 0-1 0 0,0 1 1 0 0,-1 0 0 0 0,-1 0 0 0 0,0 1 0 0 0,0 0 0 0 0,6 21 0 0 0,-7 0 102 0 0,-5-24-83 0 0,1-3-12 0 0,-1-1 1 0 0,0 1-1 0 0,0-1 1 0 0,0 1-1 0 0,-1-1 1 0 0,0 1 0 0 0,0-1-1 0 0,0 1 1 0 0,-1-1-1 0 0,-2 7 1 0 0,-1 1 11 0 0,1-2 33 0 0,0-1 0 0 0,-1 1 0 0 0,-1-1 0 0 0,0 0 0 0 0,0 0 0 0 0,-1 0 0 0 0,0-1 0 0 0,-1 0 0 0 0,0-1-1 0 0,0 1 1 0 0,-1-2 0 0 0,0 1 0 0 0,-1-1 0 0 0,1 0 0 0 0,-1-1 0 0 0,-15 7 0 0 0,10-7-25 0 0,0 1 0 0 0,-1-2 0 0 0,0 0 0 0 0,0-1 0 0 0,0 0 0 0 0,0-2 0 0 0,0 0 0 0 0,-1 0 0 0 0,1-2 0 0 0,-1 0 0 0 0,-18-3 0 0 0,24 2-67 0 0,0 0 1 0 0,0-1-1 0 0,1-1 0 0 0,-1 0 0 0 0,0 0 1 0 0,1-1-1 0 0,0 0 0 0 0,0-1 1 0 0,0 0-1 0 0,0-1 0 0 0,1 0 0 0 0,0-1 1 0 0,0 1-1 0 0,1-2 0 0 0,0 1 0 0 0,0-1 1 0 0,1 0-1 0 0,0-1 0 0 0,0 0 1 0 0,1 0-1 0 0,0 0 0 0 0,0-1 0 0 0,-5-14 1 0 0,10 21-30 0 0,0 1 0 0 0,0-1 0 0 0,0 0 0 0 0,1 1 1 0 0,-1-1-1 0 0,1 0 0 0 0,-1 0 0 0 0,1 1 0 0 0,0-1 1 0 0,1-5-1 0 0,-1 0-102 0 0,0 1-46 0 0,1 0 0 0 0,-1 0-1 0 0,1 0 1 0 0,0 0 0 0 0,1 0-1 0 0,-1 1 1 0 0,1-1 0 0 0,1 0 0 0 0,-1 1-1 0 0,1-1 1 0 0,7-10 0 0 0,-2 5-614 0 0,0-1 0 0 0,1 1 0 0 0,1 1 0 0 0,11-11 0 0 0,7-3-2793 0 0</inkml:trace>
</inkml:ink>
</file>

<file path=ppt/ink/ink4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26.5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233 290 2300 0 0,'0'0'1141'0'0,"1"-4"-137"0"0,2-12-99 0 0,-2 11-116 0 0,-1 1-109 0 0,-1 1-511 0 0,1-1 1 0 0,-1 1-1 0 0,0-1 0 0 0,0 1 0 0 0,0 0 0 0 0,0-1 0 0 0,-1 1 0 0 0,1 0 0 0 0,-1 0 0 0 0,1 0 0 0 0,-1 0 1 0 0,-3-3-1 0 0,0 1 27 0 0,0 1 1 0 0,0 0-1 0 0,0 0 1 0 0,-1 0-1 0 0,-11-5 1 0 0,13 7 69 0 0,-2 1-39 0 0,-17-4-36 0 0,17 4-27 0 0,-1 2-21 0 0,2-1-106 0 0,-1 1 0 0 0,0 0 1 0 0,1 0-1 0 0,-1 1 1 0 0,1-1-1 0 0,-1 1 0 0 0,1 0 1 0 0,0 1-1 0 0,-1-1 1 0 0,1 1-1 0 0,1 0 0 0 0,-1 1 1 0 0,0-1-1 0 0,1 1 1 0 0,-1 0-1 0 0,1 0 0 0 0,0 0 1 0 0,1 0-1 0 0,-1 1 0 0 0,1 0 1 0 0,0-1-1 0 0,0 1 1 0 0,0 0-1 0 0,1 1 0 0 0,-3 5 1 0 0,2-3-26 0 0,1 0 1 0 0,0 1 0 0 0,0-1-1 0 0,0 0 1 0 0,1 1 0 0 0,1-1-1 0 0,0 0 1 0 0,0 1 0 0 0,1 8-1 0 0,-1-11-12 0 0,8 18 2 0 0,5 6-15 0 0,-8-22 16 0 0,4 0 77 0 0,27 15-166 0 0,-31-21 84 0 0,1-3-2 0 0,-2 1 3 0 0,0 0 0 0 0,0 0 1 0 0,-1-1-1 0 0,1 0 1 0 0,0 1-1 0 0,0-1 1 0 0,-1 0-1 0 0,1-1 1 0 0,-1 1-1 0 0,1-1 0 0 0,-1 1 1 0 0,0-1-1 0 0,6-4 1 0 0,-2-1 32 0 0,0 0 1 0 0,-1-1-1 0 0,0 0 1 0 0,0 0-1 0 0,-1 0 1 0 0,0 0-1 0 0,0-1 1 0 0,3-10-1 0 0,-7 15 18 0 0,0-1-9 0 0,2-2-26 0 0,3-38 152 0 0,-5 40-124 0 0,0 10-28 0 0,3 12-18 0 0,-2-5 6 0 0,1 0-1 0 0,0 0 0 0 0,1-1 0 0 0,1 0 0 0 0,11 21 0 0 0,-12-24-1 0 0,10 11 23 0 0,26 6-72 0 0,-39-25 48 0 0,1 1 0 0 0,-1 0 0 0 0,1 0 0 0 0,-1-1 1 0 0,1 1-1 0 0,-1 0 0 0 0,1-1 0 0 0,0 0 0 0 0,-1 1 0 0 0,1-1 0 0 0,0 0 1 0 0,-1 0-1 0 0,1 0 0 0 0,2 0 0 0 0,1 0 1 0 0,0 0 3 0 0,1-1-20 0 0,1-1 12 0 0,-5 2 3 0 0,0 0 1 0 0,1-1-1 0 0,-1 0 1 0 0,0 1-1 0 0,0-1 1 0 0,1 0-1 0 0,-1 0 1 0 0,0 0-1 0 0,0 0 1 0 0,3-3-1 0 0,27-18 2 0 0,-26 15 8 0 0,-2 1-2 0 0,2-2-1 0 0,0 0 1 0 0,0 0-1 0 0,-1 0 0 0 0,0-1 1 0 0,0 0-1 0 0,-1 0 0 0 0,0 0 1 0 0,0 0-1 0 0,3-20 1 0 0,-2 3-1 0 0,-1 0 0 0 0,0-26 0 0 0,-3 34-7 0 0,-1 16 1 0 0,1-34-10 0 0,-6 9 50 0 0,0-16-62 0 0,-7-8-20 0 0,11 47 36 0 0,-1 0 16 0 0,-5-11-24 0 0,6 11-4 0 0,-20 17 117 0 0,17-11-87 0 0,3 4 6 0 0,-2 57 86 0 0,6-40-99 0 0,0 1 0 0 0,2-1 0 0 0,1 0-1 0 0,0 0 1 0 0,19 41 0 0 0,-18-50 5 0 0,0 0-1 0 0,1 0 1 0 0,0 0-1 0 0,1-1 1 0 0,0 0 0 0 0,2-1-1 0 0,-1 0 1 0 0,20 16-1 0 0,-29-27-22 0 0,0 0 0 0 0,1 0 0 0 0,-1 1 0 0 0,0-1 0 0 0,1-1 0 0 0,-1 1 0 0 0,1 0 0 0 0,-1 0 0 0 0,1 0 0 0 0,0-1 1 0 0,3 1-1 0 0,0 1-44 0 0,-1 0-219 0 0,2-2-116 0 0,-3 0 470 0 0,1 0-314 0 0,0 1 0 0 0,0-1 0 0 0,1 0 0 0 0,-1 0 0 0 0,0 0 0 0 0,0-1 0 0 0,1 0 0 0 0,-1 1 1 0 0,0-2-1 0 0,0 1 0 0 0,0 0 0 0 0,0-1 0 0 0,0 0 0 0 0,4-2 0 0 0,18-24-3061 0 0,-24 25 1236 0 0</inkml:trace>
</inkml:ink>
</file>

<file path=ppt/ink/ink4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26.7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81 86 1152 0 0,'-59'15'1188'0'0,"55"-14"-892"0"0,0 1 19 0 0,-9 6 1680 0 0,29-7-1412 0 0,32-6-329 0 0,149-45-11 0 0,-71 6-3457 0 0,-89 31 442 0 0</inkml:trace>
</inkml:ink>
</file>

<file path=ppt/ink/ink4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27.2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105 71 3196 0 0,'0'0'1116'0'0,"1"-5"-117"0"0,4-15-198 0 0,-4 15 362 0 0,-2 1-686 0 0,-5-12-58 0 0,4 12 331 0 0,-1 1-461 0 0,-11-8-71 0 0,10 8 244 0 0,-1 4-312 0 0,2 0-127 0 0,0-1 0 0 0,1 1-1 0 0,-1-1 1 0 0,0 1-1 0 0,0 0 1 0 0,1 0 0 0 0,-1 1-1 0 0,1-1 1 0 0,-1 0 0 0 0,1 1-1 0 0,-1-1 1 0 0,1 1 0 0 0,0 0-1 0 0,0 0 1 0 0,0 0 0 0 0,0 0-1 0 0,0 0 1 0 0,0 1-1 0 0,0-1 1 0 0,1 0 0 0 0,-1 1-1 0 0,1-1 1 0 0,0 1 0 0 0,-2 3-1 0 0,-17 74 202 0 0,19-75-194 0 0,1 2-33 0 0,2 9 23 0 0,0 1 0 0 0,1-1 0 0 0,4 16 0 0 0,-5-28-19 0 0,-2-3 0 0 0,1 0-1 0 0,-1 0 0 0 0,1 0 0 0 0,-1 0 0 0 0,1 0 0 0 0,-1 0 1 0 0,1 0-1 0 0,0 0 0 0 0,-1 0 0 0 0,1 0 0 0 0,0-1 1 0 0,0 1-1 0 0,0 0 0 0 0,-1 0 0 0 0,1-1 0 0 0,0 1 1 0 0,0-1-1 0 0,0 1 0 0 0,0-1 0 0 0,0 1 0 0 0,0-1 0 0 0,1 1 1 0 0,22 6 13 0 0,-7-15 5 0 0,-15 6-12 0 0,2 0 10 0 0,-4 2-14 0 0,0-1 0 0 0,0 1 0 0 0,1-1 0 0 0,-1 1 0 0 0,0-1 0 0 0,1 1 0 0 0,-1-1 0 0 0,0 1 0 0 0,1-1 0 0 0,-1 1 0 0 0,1 0 0 0 0,-1-1 0 0 0,1 1 0 0 0,-1 0 0 0 0,0-1 0 0 0,1 1 0 0 0,-1 0 0 0 0,1 0 0 0 0,0 0 0 0 0,-1-1 0 0 0,1 1 0 0 0,-1 0 0 0 0,1 0 0 0 0,0 0 0 0 0,0 0 2 0 0,-1 0 1 0 0,1 0 0 0 0,-1 0 0 0 0,1 0-1 0 0,-1-1 1 0 0,1 1 0 0 0,-1 0 0 0 0,1 0-1 0 0,-1 0 1 0 0,1 0 0 0 0,-1-1 0 0 0,0 1-1 0 0,1 0 1 0 0,-1 0 0 0 0,1-1 0 0 0,-1 1-1 0 0,0 0 1 0 0,1-1 0 0 0,-1 1 0 0 0,0-1-1 0 0,1 1 1 0 0,-1 0 0 0 0,0-1 0 0 0,1 1-1 0 0,-1-1 1 0 0,0 1 0 0 0,0-1 0 0 0,0 0 1 0 0,0 1 1 0 0,0-1-1 0 0,0 1 1 0 0,1-1-1 0 0,-1 0 1 0 0,0 1-1 0 0,0-1 0 0 0,0 1 1 0 0,0-1-1 0 0,1 1 1 0 0,-1-1-1 0 0,0 1 1 0 0,0 0-1 0 0,1-1 1 0 0,-1 1-1 0 0,0-1 1 0 0,1 1-1 0 0,-1-1 1 0 0,0 1-1 0 0,1 0 1 0 0,-1-1-1 0 0,1 1 0 0 0,-1 0 1 0 0,1-1-1 0 0,11-14 293 0 0,-12 15-286 0 0,8-21 487 0 0,-2 14-146 0 0,-1 18 84 0 0,-5-10-438 0 0,1 0 1 0 0,-1 0-1 0 0,0 0 0 0 0,1 1 0 0 0,-1-1 0 0 0,1 0 0 0 0,-1 0 1 0 0,1 0-1 0 0,-1 0 0 0 0,1 0 0 0 0,0-1 0 0 0,-1 1 0 0 0,1 0 1 0 0,0 0-1 0 0,0 0 0 0 0,0-1 0 0 0,0 1 0 0 0,0 0 0 0 0,-1-1 1 0 0,3 2-1 0 0,-1-1 2 0 0,1 2-46 0 0,1 0-1 0 0,-1-1 0 0 0,1 1 1 0 0,0-1-1 0 0,0 0 0 0 0,0 0 1 0 0,0 0-1 0 0,0 0 0 0 0,0-1 1 0 0,1 1-1 0 0,-1-1 1 0 0,6 0-1 0 0,41 2-1794 0 0,-45-3 1496 0 0,-3 0 6 0 0,-1 1 0 0 0,1-1 1 0 0,0-1-1 0 0,-1 1 0 0 0,1 0 1 0 0,0-1-1 0 0,-1 1 0 0 0,1-1 1 0 0,-1 0-1 0 0,4-1 0 0 0,1-1-866 0 0,0 1-4175 0 0</inkml:trace>
</inkml:ink>
</file>

<file path=ppt/ink/ink4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07:41:53.8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 2960,'0'0'880,"23"-10"-1708</inkml:trace>
</inkml:ink>
</file>

<file path=ppt/ink/ink4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14.7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508 652 4788 0 0,'-3'-3'1488'0'0,"-6"-4"-944"0"0,0 0 0 0 0,-1 0 0 0 0,1 1 0 0 0,-1 0 0 0 0,0 1 0 0 0,-1 1 0 0 0,1-1 0 0 0,-1 1 0 0 0,-18-3 0 0 0,0 1 406 0 0,-2 1 1 0 0,-33-1-1 0 0,52 5-843 0 0,0 1-1 0 0,0 0 1 0 0,0 1 0 0 0,0 0-1 0 0,0 1 1 0 0,0 0-1 0 0,1 1 1 0 0,-1 0 0 0 0,0 1-1 0 0,1 0 1 0 0,0 1-1 0 0,0 1 1 0 0,1-1-1 0 0,-1 2 1 0 0,1-1 0 0 0,0 1-1 0 0,1 1 1 0 0,0 0-1 0 0,-13 14 1 0 0,21-21-99 0 0,0 0 1 0 0,0 0-1 0 0,-1 1 1 0 0,1-1-1 0 0,0 1 1 0 0,0-1-1 0 0,0 1 1 0 0,1-1-1 0 0,-1 1 1 0 0,0-1-1 0 0,1 1 1 0 0,-1 0-1 0 0,0-1 1 0 0,1 3-1 0 0,-5 15 56 0 0,-6 20-94 0 0,11-31 4 0 0,1-2 5 0 0,-1-2-30 0 0,0 0 0 0 0,0 1 0 0 0,1-1 0 0 0,-1 0 0 0 0,1 0 0 0 0,0 0 0 0 0,0 0 0 0 0,0 0 0 0 0,1 0 0 0 0,0 0 0 0 0,0 0 0 0 0,0-1 1 0 0,0 1-1 0 0,0-1 0 0 0,0 1 0 0 0,1-1 0 0 0,0 0 0 0 0,0 0 0 0 0,0 0 0 0 0,0 0 0 0 0,0-1 0 0 0,0 1 0 0 0,5 2 0 0 0,-4-3-230 0 0,3-2 20 0 0,2 0 162 0 0,0-1 0 0 0,0 0 0 0 0,-1 0 0 0 0,1-1 0 0 0,0-1 0 0 0,-1 1 0 0 0,1-1 0 0 0,-1-1-1 0 0,0 0 1 0 0,0 0 0 0 0,11-7 0 0 0,-3-1 10 0 0,-1 0-1 0 0,-1-1 1 0 0,0-1-1 0 0,-1 0 1 0 0,-1 0-1 0 0,0-2 1 0 0,-1 1-1 0 0,17-31 1 0 0,-18 23 45 0 0,0 0 0 0 0,-1 0-1 0 0,-1-1 1 0 0,-2 0 0 0 0,0 0 0 0 0,3-31 0 0 0,-6 14 118 0 0,-2 0 1 0 0,-1-1-1 0 0,-3 1 0 0 0,-1 1 1 0 0,-1-1-1 0 0,-3 0 1 0 0,-1 1-1 0 0,-19-49 1 0 0,26 86-43 0 0,-1-3 88 0 0,-1-1 1 0 0,1 0-1 0 0,0 0 1 0 0,-3-11-1 0 0,6 18-112 0 0,0 0-1 0 0,0 0 1 0 0,0 0-1 0 0,0 1 1 0 0,0-1-1 0 0,0 0 0 0 0,0 0 1 0 0,0 1-1 0 0,-1-1 1 0 0,1 0-1 0 0,0 0 1 0 0,0 0-1 0 0,0 1 1 0 0,0-1-1 0 0,0 0 0 0 0,0 0 1 0 0,-1 0-1 0 0,1 0 1 0 0,0 0-1 0 0,0 1 1 0 0,0-1-1 0 0,-1 0 1 0 0,1 0-1 0 0,0 0 0 0 0,0 0 1 0 0,0 0-1 0 0,-1 0 1 0 0,1 0-1 0 0,0 0 1 0 0,0 0-1 0 0,-1 0 1 0 0,1 1-1 0 0,0-1 0 0 0,0 0 1 0 0,0 0-1 0 0,-1-1 1 0 0,1 1-1 0 0,0 0 1 0 0,-1 0-1 0 0,1 0 1 0 0,-1 0 0 0 0,0 0 1 0 0,1 0-1 0 0,-1 1 0 0 0,0-1 0 0 0,1 0 1 0 0,-1 0-1 0 0,0 0 0 0 0,1 0 0 0 0,-1 1 0 0 0,1-1 1 0 0,-1 0-1 0 0,0 1 0 0 0,1-1 0 0 0,-1 0 0 0 0,1 1 1 0 0,-1-1-1 0 0,1 1 0 0 0,-1-1 0 0 0,1 1 0 0 0,-1-1 1 0 0,1 1-1 0 0,0-1 0 0 0,-1 1 0 0 0,1 0 0 0 0,0-1 1 0 0,-1 1-1 0 0,1-1 0 0 0,0 1 0 0 0,0 0 0 0 0,0-1 1 0 0,0 1-1 0 0,-1 1 0 0 0,-5 31 72 0 0,2 1 0 0 0,1 1 0 0 0,1-1 0 0 0,2 0 0 0 0,1 0 0 0 0,9 47 0 0 0,-2-32-80 0 0,3-1 0 0 0,1 0 0 0 0,3-1 0 0 0,20 45 0 0 0,-24-68-331 0 0,1 0 0 0 0,25 38 0 0 0,-31-53 52 0 0,1-1-1 0 0,-1 0 1 0 0,2 0-1 0 0,-1-1 1 0 0,1 0-1 0 0,0 0 1 0 0,0 0-1 0 0,1-2 1 0 0,0 1-1 0 0,15 7 1 0 0,-17-9 78 0 0,-5-3 103 0 0,0 1-1 0 0,1-1 1 0 0,-1 0-1 0 0,1 0 1 0 0,-1 0-1 0 0,1 0 1 0 0,-1 0-1 0 0,1-1 1 0 0,0 1-1 0 0,4 0 1 0 0,0 1-149 0 0,-5-1 136 0 0,0-1 0 0 0,0 1 1 0 0,1 0-1 0 0,-1-1 0 0 0,0 0 1 0 0,1 1-1 0 0,-1-1 1 0 0,0 0-1 0 0,1 0 0 0 0,-1 0 1 0 0,0-1-1 0 0,4 0 0 0 0,7-1-590 0 0,1 0 0 0 0,-1-1 0 0 0,0-1 0 0 0,0 0-1 0 0,-1 0 1 0 0,13-7 0 0 0,-2-2-2500 0 0</inkml:trace>
</inkml:ink>
</file>

<file path=ppt/ink/ink4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15.3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194 424 3316 0 0,'3'-8'409'0'0,"0"1"-1"0"0,-1-1 0 0 0,0 0 0 0 0,0 0 0 0 0,-1 0 1 0 0,0 0-1 0 0,0-15 0 0 0,-2 19-249 0 0,0 0 0 0 0,1 0-1 0 0,-1 0 1 0 0,-1 0 0 0 0,1 0 0 0 0,-1 1 0 0 0,1-1 0 0 0,-1 0-1 0 0,0 1 1 0 0,0-1 0 0 0,-1 1 0 0 0,1 0 0 0 0,-1 0-1 0 0,1 0 1 0 0,-1 0 0 0 0,0 0 0 0 0,0 1 0 0 0,-6-5 0 0 0,-30-14 1205 0 0,35 19-992 0 0,-2 3-28 0 0,3-1-299 0 0,-1 0 19 0 0,1 0 1 0 0,0 1-1 0 0,-1-1 0 0 0,1 1 0 0 0,0 0 1 0 0,-1-1-1 0 0,1 2 0 0 0,0-1 0 0 0,0 0 1 0 0,0 1-1 0 0,0-1 0 0 0,0 1 0 0 0,0 0 0 0 0,0 0 1 0 0,1 0-1 0 0,-6 5 0 0 0,-27 45 282 0 0,29-41-276 0 0,5-10-66 0 0,0 1 0 0 0,0-1 0 0 0,0 1 0 0 0,0 0-1 0 0,1-1 1 0 0,-1 1 0 0 0,1 0 0 0 0,-1 0-1 0 0,1 0 1 0 0,-1-1 0 0 0,1 4 0 0 0,-2 8 62 0 0,1-6-113 0 0,-1 0-1 0 0,2-1 1 0 0,-1 1-1 0 0,1 0 1 0 0,0 0 0 0 0,0 0-1 0 0,1-1 1 0 0,0 1-1 0 0,0 0 1 0 0,0 0-1 0 0,1-1 1 0 0,0 1-1 0 0,1-1 1 0 0,-1 0 0 0 0,1 1-1 0 0,0-1 1 0 0,1 0-1 0 0,5 7 1 0 0,-7-11-21 0 0,0-1 0 0 0,0 1 0 0 0,0 0-1 0 0,1-1 1 0 0,-1 0 0 0 0,0 1 0 0 0,1-1 0 0 0,-1 0 0 0 0,1 0 0 0 0,-1 0 0 0 0,1-1 0 0 0,0 1 0 0 0,-1 0-1 0 0,1-1 1 0 0,0 0 0 0 0,-1 0 0 0 0,5 0 0 0 0,-4 0 101 0 0,3 1-185 0 0,0-3 49 0 0,0 0 139 0 0,1 1 0 0 0,-1-1 1 0 0,0-1-1 0 0,0 1 0 0 0,0-1 1 0 0,0 0-1 0 0,0-1 0 0 0,-1 1 1 0 0,0-1-1 0 0,1 0 1 0 0,-1-1-1 0 0,-1 1 0 0 0,1-1 1 0 0,-1 0-1 0 0,0 0 0 0 0,0 0 1 0 0,0 0-1 0 0,-1-1 0 0 0,1 0 1 0 0,-1 0-1 0 0,-1 0 0 0 0,4-10 1 0 0,3-27 990 0 0,-8 39 921 0 0,-3 8-1842 0 0,0 1-77 0 0,0-1 0 0 0,1 0 0 0 0,0 1 0 0 0,0-1-1 0 0,0 1 1 0 0,0-1 0 0 0,1 1 0 0 0,0-1 0 0 0,0 7-1 0 0,0-5-16 0 0,1-5-19 0 0,-1 1 0 0 0,0 0 0 0 0,0-1-1 0 0,1 1 1 0 0,-1 0 0 0 0,1-1-1 0 0,-1 1 1 0 0,1-1 0 0 0,0 1-1 0 0,0-1 1 0 0,1 3 0 0 0,1 0-24 0 0,-1 2-128 0 0,1-3-39 0 0,-1 0 109 0 0,0-1 0 0 0,1 0 0 0 0,-1 0-1 0 0,1 0 1 0 0,-1 0 0 0 0,1 0 0 0 0,0 0 0 0 0,-1-1 0 0 0,1 1-1 0 0,0-1 1 0 0,0 0 0 0 0,0 0 0 0 0,0 0 0 0 0,0 0 0 0 0,5 0-1 0 0,-4-1 34 0 0,1 0-1 0 0,-1-1 0 0 0,1 1 0 0 0,-1-1 1 0 0,0-1-1 0 0,1 1 0 0 0,-1 0 0 0 0,0-1 1 0 0,8-4-1 0 0,-5 1 41 0 0,-1 0 0 0 0,1-1 0 0 0,-1 1 0 0 0,0-1 1 0 0,-1-1-1 0 0,1 1 0 0 0,-1-1 0 0 0,0 0 0 0 0,-1 0 0 0 0,0 0 1 0 0,6-14-1 0 0,-4 4 124 0 0,0-1 0 0 0,-1 1 0 0 0,-1-1 0 0 0,0 0-1 0 0,-1-1 1 0 0,-2 1 0 0 0,1-29 0 0 0,-17-123 2282 0 0,13 150-1888 0 0,1 15-195 0 0,0 1-67 0 0,-2-13-67 0 0,2 12 642 0 0,2 11-673 0 0,6 54 100 0 0,-1-16-446 0 0,1 0 1 0 0,3 0-1 0 0,2-1 1 0 0,1-1-1 0 0,2 0 1 0 0,21 40 0 0 0,-31-74-279 0 0,-1 0 1 0 0,2 0-1 0 0,-1-1 1 0 0,8 7-1 0 0,-11-11 309 0 0,1 0-636 0 0,7 4-241 0 0,-10-7 921 0 0,1 1 1 0 0,-1-1 0 0 0,1 1 0 0 0,-1-1-1 0 0,0 1 1 0 0,1-1 0 0 0,-1 1-1 0 0,1-1 1 0 0,0 0 0 0 0,-1 1 0 0 0,1-1-1 0 0,-1 0 1 0 0,1 1 0 0 0,-1-1-1 0 0,1 0 1 0 0,0 0 0 0 0,-1 0 0 0 0,1 1-1 0 0,0-1 1 0 0,-1 0 0 0 0,1 0-1 0 0,0 0 1 0 0,-1 0 0 0 0,1 0 0 0 0,0 0-1 0 0,-1 0 1 0 0,1-1 0 0 0,1 1-1 0 0,22-3-2518 0 0,-21 0 437 0 0,10-12-1536 0 0</inkml:trace>
</inkml:ink>
</file>

<file path=ppt/ink/ink4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15.5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157 71 4064 0 0,'-5'0'197'0'0,"-8"-2"967"0"0,-1 1 1 0 0,1 0 0 0 0,-1 1-1 0 0,-23 4 1 0 0,-8 8 416 0 0,41-11-876 0 0,1 1-446 0 0,-6 5-231 0 0,10-4-115 0 0,21-3-311 0 0,34-10-410 0 0,158-58-6047 0 0,-207 65 6431 0 0,30-11-3621 0 0</inkml:trace>
</inkml:ink>
</file>

<file path=ppt/ink/ink4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16.0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104 280 3040 0 0,'37'-60'3331'0'0,"-32"50"-2626"0"0,-3 8-633 0 0,-1 0-1 0 0,0 0 1 0 0,0 0-1 0 0,-1 0 1 0 0,1 0-1 0 0,0 0 1 0 0,-1 0-1 0 0,1-1 1 0 0,-1 1-1 0 0,1-3 1 0 0,1-12 751 0 0,-1 6-460 0 0,0-1 1 0 0,-1 0-1 0 0,-1 0 0 0 0,1 1 0 0 0,-2-1 1 0 0,0 0-1 0 0,0 1 0 0 0,-1 0 0 0 0,-5-14 0 0 0,7 24-314 0 0,1-1 0 0 0,-1 1 0 0 0,1-1 0 0 0,-1 1 0 0 0,0-1 0 0 0,0 1 0 0 0,1 0 0 0 0,-1-1 0 0 0,0 1 0 0 0,0 0 0 0 0,-1 0 0 0 0,1 0 0 0 0,-1-2 0 0 0,-2 0 77 0 0,1 0 244 0 0,2 3-323 0 0,-1-1 0 0 0,1 1 0 0 0,-1 0 0 0 0,1-1-1 0 0,-1 1 1 0 0,1-1 0 0 0,-1 1 0 0 0,1-1 0 0 0,-1 1 0 0 0,1-1 0 0 0,-2-2 0 0 0,-1 1 52 0 0,-1 0 202 0 0,0 4-19 0 0,-1 1-239 0 0,1-1 0 0 0,0 1 0 0 0,-1 0 0 0 0,1 0 0 0 0,0 1 0 0 0,0 0 0 0 0,1 0 0 0 0,-1 0 0 0 0,1 0 0 0 0,0 1 0 0 0,0 0 0 0 0,1 0 0 0 0,-1 0 0 0 0,1 0 0 0 0,0 0 0 0 0,0 0 0 0 0,1 1 0 0 0,-1 0 0 0 0,1-1 0 0 0,1 1 1 0 0,-1 0-1 0 0,1 0 0 0 0,0 0 0 0 0,0 0 0 0 0,1 0 0 0 0,0 12 0 0 0,14 62-445 0 0,-13-76 191 0 0,2 0-15 0 0,8 12 43 0 0,-9-11 27 0 0,2-4-72 0 0,-1 0 226 0 0,0 0 1 0 0,0 0 0 0 0,0-1 0 0 0,0 1-1 0 0,1-1 1 0 0,-1 0 0 0 0,0 0 0 0 0,0 0-1 0 0,0 0 1 0 0,0 0 0 0 0,0-1 0 0 0,0 1-1 0 0,0-1 1 0 0,0 0 0 0 0,0 0 0 0 0,0 0-1 0 0,0 0 1 0 0,-1-1 0 0 0,1 1 0 0 0,0-1-1 0 0,-1 1 1 0 0,5-5 0 0 0,38-36 1254 0 0,-42 39-672 0 0,15-11 301 0 0,-12 14-838 0 0,55 2-809 0 0,-48-2 102 0 0,0 0 0 0 0,1-1 0 0 0,-1-1 1 0 0,0 0-1 0 0,0-1 0 0 0,25-8 0 0 0,-32 9 382 0 0,55-19-5222 0 0,-31 10-500 0 0</inkml:trace>
</inkml:ink>
</file>

<file path=ppt/ink/ink4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33.0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51 3988 0 0,'0'0'1496'0'0,"0"-5"-229"0"0,0 3-1580 0 0,1-35 7232 0 0,-1 36-6837 0 0,0 1 0 0 0,0 0 0 0 0,0 0 0 0 0,0 0 0 0 0,0 0 0 0 0,0-1 0 0 0,0 1 0 0 0,0 0 0 0 0,0 0 0 0 0,0 0 0 0 0,0 0 0 0 0,0-1 0 0 0,0 1 0 0 0,0 0 0 0 0,0 0 0 0 0,0 0 0 0 0,0-1 0 0 0,0 1 0 0 0,0 0 0 0 0,0 0 0 0 0,0 0 0 0 0,0 0 0 0 0,0-1 0 0 0,0 1 0 0 0,0 0 0 0 0,0 0 0 0 0,0 0 0 0 0,1 0 0 0 0,-1-1 0 0 0,0 1 0 0 0,0 0 0 0 0,0 0 0 0 0,0 0 0 0 0,0 0 0 0 0,1 0 0 0 0,-1 0 0 0 0,0 0 0 0 0,0-1 0 0 0,0 1 0 0 0,0 0 0 0 0,1 0 0 0 0,-1 0 0 0 0,0 0 0 0 0,0 0 0 0 0,0 0 0 0 0,0 0 0 0 0,1 0 0 0 0,-1 0 0 0 0,0 0 0 0 0,9 24-47 0 0,1 39 282 0 0,-3 0 0 0 0,-2 105-1 0 0,-1-44-313 0 0,-4-119-128 0 0,2 8-151 0 0,0-5-428 0 0,-2 2-5728 0 0,4-13 2409 0 0,19-14-2822 0 0</inkml:trace>
</inkml:ink>
</file>

<file path=ppt/ink/ink4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34.0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20 128 4712 0 0,'-2'-4'1647'0'0,"-12"-38"2443"0"0,12 37-2791 0 0,2 4-1225 0 0,-1-1 0 0 0,1 0-1 0 0,0 0 1 0 0,-1 0 0 0 0,1 1-1 0 0,0-1 1 0 0,0 0-1 0 0,0 0 1 0 0,1 0 0 0 0,-1 1-1 0 0,0-1 1 0 0,2-3 0 0 0,-1 1 71 0 0,-1-2 277 0 0,9-14 216 0 0,-8 16-388 0 0,3 1-70 0 0,10-8-112 0 0,-11 8 169 0 0,4 3-144 0 0,-3 0-78 0 0,-1 0-6 0 0,1 0 0 0 0,0 0-1 0 0,0 0 1 0 0,-1 1 0 0 0,1-1 0 0 0,0 1 0 0 0,0 0 0 0 0,-1 0 0 0 0,1 0-1 0 0,-1 1 1 0 0,1-1 0 0 0,-1 1 0 0 0,0 0 0 0 0,5 3 0 0 0,-3-2-6 0 0,0 1 0 0 0,0 1 0 0 0,0-1 1 0 0,-1 1-1 0 0,0 0 0 0 0,1 0 0 0 0,-2 0 1 0 0,1 0-1 0 0,-1 1 0 0 0,0-1 0 0 0,0 1 0 0 0,0 0 1 0 0,-1 0-1 0 0,0 0 0 0 0,0 0 0 0 0,0 1 1 0 0,-1-1-1 0 0,1 8 0 0 0,-1-7-1 0 0,-1 0 0 0 0,0 0 0 0 0,0 0 0 0 0,0 0 0 0 0,-1 0-1 0 0,0 0 1 0 0,0-1 0 0 0,-5 14 0 0 0,4-13-2 0 0,0 2 27 0 0,-4 14 10 0 0,-4-3 63 0 0,-29 57 356 0 0,37-73-314 0 0,0-1 6 0 0,1-3-120 0 0,1 1 0 0 0,-1-1 0 0 0,1 1 0 0 0,0-1 0 0 0,-1 1 0 0 0,1-1 0 0 0,-1 1 0 0 0,1-1 0 0 0,0 1 0 0 0,0-1 0 0 0,-1 1 0 0 0,1-1 0 0 0,0 1 0 0 0,0 0 0 0 0,0-1 0 0 0,-1 1 0 0 0,1-1 0 0 0,0 1 0 0 0,0 0 0 0 0,0-1 0 0 0,0 1 0 0 0,0-1 0 0 0,0 1 0 0 0,0 0 0 0 0,1-1 0 0 0,-1 1 0 0 0,0-1 0 0 0,0 1 0 0 0,0 0 0 0 0,1 0 0 0 0,0-1-19 0 0,0 1-1 0 0,0-1 0 0 0,0 1 1 0 0,0-1-1 0 0,0 1 1 0 0,0-1-1 0 0,0 0 0 0 0,0 0 1 0 0,0 0-1 0 0,0 1 1 0 0,0-1-1 0 0,0 0 0 0 0,0 0 1 0 0,1-1-1 0 0,0 1 1 0 0,48-11-115 0 0,88-32-143 0 0,194-63-3657 0 0,-238 68-2784 0 0,-67 25 803 0 0</inkml:trace>
</inkml:ink>
</file>

<file path=ppt/ink/ink4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07:42:44.6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0 488 5008,'0'0'1837,"2"-4"-308,-2 2-1556,14-28 6130,-14 29-5885,1 0-1,0 0 1,0 0 0,0 0 0,0 0-1,0 0 1,0 1 0,0-1 0,0 0 0,0 1-1,0-1 1,0 1 0,1-1 0,-1 1-1,2-1 1,15 3-631,-3 6 576,0 0-1,-1 1 1,0 1 0,0 0 0,-1 1-1,0 0 1,-1 1 0,12 15 0,4 7 746,44 68 0,-70-98-602,22 30 1751,-21-31-659,1-6-1201,4-4-135,1-1 1,-1 0-1,-1-1 1,0 0 0,10-14-1,12-16-52,30-30-1265,3 2 0,3 4 0,3 2 0,2 3 0,94-58 0,93-27-8315,-170 102 1544</inkml:trace>
</inkml:ink>
</file>

<file path=ppt/ink/ink4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18.4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53 147 2200 0 0,'-10'-23'1421'0'0,"-17"-52"4031"0"0,25 71-4158 0 0,-8-33 1909 0 0,7 30-799 0 0,8 32-1788 0 0,239 1035 2489 0 0,-123-440-1417 0 0,-75-300-359 0 0,9 516 0 0 0,-47-546-571 0 0,14 0 0 0 0,69 341 1 0 0,4-95-612 0 0,-56-216-488 0 0,-31-265 167 0 0,-2-18-1518 0 0,-1-3-4962 0 0,10-176-4781 0 0,-11 93 5308 0 0</inkml:trace>
</inkml:ink>
</file>

<file path=ppt/ink/ink4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19.8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41 484 3464 0 0,'0'0'1481'0'0,"-4"-1"-254"0"0,-13-3-264 0 0,12 3 1324 0 0,2-1-1709 0 0,2 2-492 0 0,0 0-1 0 0,1-1 0 0 0,-1 1 1 0 0,0-1-1 0 0,0 1 0 0 0,1 0 1 0 0,-1-1-1 0 0,1 1 0 0 0,-1-1 1 0 0,0 0-1 0 0,1 1 0 0 0,-1-1 1 0 0,1 0-1 0 0,-1 1 0 0 0,1-1 1 0 0,0 0-1 0 0,-1 1 0 0 0,1-1 1 0 0,-1-1-1 0 0,2 1-55 0 0,-1 0 0 0 0,0 0-1 0 0,1 1 1 0 0,-1-1 0 0 0,1 0-1 0 0,-1 0 1 0 0,1 0 0 0 0,0 0-1 0 0,-1 1 1 0 0,1-1 0 0 0,0 0 0 0 0,-1 1-1 0 0,1-1 1 0 0,0 0 0 0 0,0 1-1 0 0,0-1 1 0 0,-1 1 0 0 0,1 0 0 0 0,0-1-1 0 0,0 1 1 0 0,0-1 0 0 0,0 1-1 0 0,0 0 1 0 0,0 0 0 0 0,0 0-1 0 0,0-1 1 0 0,0 1 0 0 0,1 0-1 0 0,88-18 552 0 0,116-9-1 0 0,-100 15-286 0 0,1204-125 1146 0 0,-900 100-1362 0 0,260-16-48 0 0,9 41 35 0 0,43-2-12 0 0,-671 11-68 0 0,228-16 51 0 0,-208 11 136 0 0,132-34 1 0 0,-83 9-24 0 0,-116 31-77 0 0,1 1 10 0 0,0 0 0 0 0,0 0 0 0 0,0-1 0 0 0,0 0 0 0 0,-1 0 1 0 0,1 0-1 0 0,4-3 0 0 0,-5 2 114 0 0,0 1 0 0 0,0 0 0 0 0,1 0 0 0 0,-1 1 0 0 0,0-1 1 0 0,8-1-1 0 0,1 7 26 0 0,1-1 213 0 0,-11 1-276 0 0,0 0 0 0 0,0 1 1 0 0,0-1-1 0 0,-1 1 0 0 0,1 0 0 0 0,2 9 0 0 0,18 39 108 0 0,-3 2 0 0 0,-2 0 0 0 0,-3 1-1 0 0,16 113 1 0 0,-4 232 1284 0 0,-21-251-765 0 0,26 289 1487 0 0,90 447 1 0 0,56 522-1679 0 0,-173-1334-1398 0 0,3 97-2483 0 0,-8-139 1261 0 0,-2 0 1 0 0,-1-1 0 0 0,-10 43 0 0 0,10-62 417 0 0,0 0 0 0 0,-2 0 0 0 0,1 0 0 0 0,-10 17 0 0 0,-8 3-7022 0 0</inkml:trace>
</inkml:ink>
</file>

<file path=ppt/ink/ink4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20.6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77 1201 2864 0 0,'-24'-2'1313'0'0,"20"1"-227"0"0,-22 1 515 0 0,20 0-320 0 0,3 1-701 0 0,-11 10 959 0 0,17-5-657 0 0,17 0-607 0 0,60 1 518 0 0,0-3 0 0 0,132-10 0 0 0,-87 0-441 0 0,844-47 1145 0 0,-179 6-818 0 0,-191 24-281 0 0,839-49-402 0 0,-1428 71 5 0 0,249-23-200 0 0,-194 15 122 0 0,120-34 0 0 0,-173 39 105 0 0,0 0 1 0 0,-1-1-1 0 0,18-10 0 0 0,-25 12 21 0 0,-1 0 30 0 0,-2 2-56 0 0,0-1 0 0 0,1 0-1 0 0,-1 0 1 0 0,0 1 0 0 0,0-1 0 0 0,0 0 0 0 0,0 0 0 0 0,0 0 0 0 0,-1 0-1 0 0,1 0 1 0 0,0 0 0 0 0,-1 0 0 0 0,0-1 0 0 0,1 1 0 0 0,-1 0 0 0 0,0 0-1 0 0,0-3 1 0 0,-1 0 55 0 0,1 4-73 0 0,0 0 1 0 0,-1 0-1 0 0,1-1 0 0 0,-1 1 0 0 0,0 0 0 0 0,1 0 0 0 0,-1 0 0 0 0,0-1 0 0 0,0 1 1 0 0,1 0-1 0 0,-1 0 0 0 0,-2-1 0 0 0,2 1 5 0 0,-2-3 63 0 0,2 4-61 0 0,-1-1 1 0 0,1 1 0 0 0,0-1 0 0 0,-1 0 0 0 0,1 1 0 0 0,0-1-1 0 0,-1 0 1 0 0,1 0 0 0 0,0 0 0 0 0,0 0 0 0 0,0 0 0 0 0,-1 0-1 0 0,0-2 1 0 0,1 2 29 0 0,0 0-1 0 0,1 0 0 0 0,-1 0 1 0 0,0 0-1 0 0,0 1 0 0 0,0-1 1 0 0,0 0-1 0 0,0 0 0 0 0,0 1 1 0 0,0-1-1 0 0,0 1 1 0 0,0-1-1 0 0,0 1 0 0 0,0-1 1 0 0,-2 1-1 0 0,2-1-26 0 0,0 0 0 0 0,0 1 0 0 0,0-1 1 0 0,1 0-1 0 0,-1 1 0 0 0,0-1 0 0 0,0 0 0 0 0,1 0 0 0 0,-1 0 1 0 0,1 0-1 0 0,-1 1 0 0 0,0-1 0 0 0,1 0 0 0 0,0 0 0 0 0,-1 0 1 0 0,1 0-1 0 0,0 0 0 0 0,-1 0 0 0 0,1 0 0 0 0,0-1 0 0 0,0 1 0 0 0,0 0 1 0 0,0-2-1 0 0,-2-17 108 0 0,2-38-28 0 0,2 0-1 0 0,12-74 1 0 0,3-49-707 0 0,-17 148 26 0 0,0 1 0 0 0,-2-1 0 0 0,-10-48 0 0 0,10 70-40 0 0,0 1 1 0 0,-2 0-1 0 0,1 0 0 0 0,-1 0 0 0 0,0 0 1 0 0,-1 0-1 0 0,-1 1 0 0 0,1 0 1 0 0,-1 0-1 0 0,-1 0 0 0 0,1 1 1 0 0,-1 0-1 0 0,-1 0 0 0 0,-13-11 1 0 0,-18-6-5856 0 0</inkml:trace>
</inkml:ink>
</file>

<file path=ppt/ink/ink4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22.0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431 334 3376 0 0,'-4'-2'1286'0'0,"-5"-3"-744"0"0,0 0-1 0 0,0 0 1 0 0,-1 1-1 0 0,0 0 1 0 0,1 1-1 0 0,-1 0 1 0 0,-1 1-1 0 0,1 0 1 0 0,0 1-1 0 0,0 0 1 0 0,-21 0-1 0 0,26 2-445 0 0,1-1 0 0 0,-1 1 0 0 0,0 0 0 0 0,1 1-1 0 0,-1-1 1 0 0,1 1 0 0 0,-1 0 0 0 0,1 0 0 0 0,0 0 0 0 0,-8 5-1 0 0,8-4-52 0 0,-6 3 92 0 0,1 0-1 0 0,0 1 1 0 0,0 1-1 0 0,0-1 1 0 0,1 1 0 0 0,0 1-1 0 0,-12 16 1 0 0,4-2 244 0 0,-23 45-1 0 0,22-32-203 0 0,2 2-1 0 0,2 0 0 0 0,1 1 0 0 0,2 0 1 0 0,2 1-1 0 0,1 0 0 0 0,3 0 1 0 0,0 1-1 0 0,3-1 0 0 0,2 1 1 0 0,8 64-1 0 0,-3-72-88 0 0,0 0 0 0 0,2 0-1 0 0,2-1 1 0 0,0 0 0 0 0,3-1 0 0 0,23 45 0 0 0,-26-58-53 0 0,2 0 1 0 0,0-1-1 0 0,1 0 1 0 0,0-1-1 0 0,2-1 0 0 0,0 0 1 0 0,0-1-1 0 0,1-1 1 0 0,1 0-1 0 0,0-1 0 0 0,28 14 1 0 0,-16-12 23 0 0,1-2 1 0 0,0-1-1 0 0,0-1 0 0 0,1-2 1 0 0,1-1-1 0 0,-1-2 0 0 0,1-1 1 0 0,0-1-1 0 0,0-2 0 0 0,0-1 1 0 0,-1-1-1 0 0,39-7 0 0 0,-40 3-1 0 0,-1-2 0 0 0,0 0 0 0 0,0-2 0 0 0,-1-2 0 0 0,0 0 0 0 0,-1-2 0 0 0,51-31 0 0 0,-33 13-36 0 0,-2-1 0 0 0,-1-3 1 0 0,-1-1-1 0 0,-3-2 0 0 0,-1-1 0 0 0,-1-2 1 0 0,-3-2-1 0 0,41-66 0 0 0,-62 86-11 0 0,-1 0-1 0 0,-1-1 0 0 0,-2 0 0 0 0,0-1 0 0 0,-1 0 1 0 0,-1 0-1 0 0,-2 0 0 0 0,2-38 0 0 0,-5 30-6 0 0,-1 1-1 0 0,-2-1 1 0 0,-2 1-1 0 0,-1 0 1 0 0,-1 0-1 0 0,-14-41 1 0 0,9 39-6 0 0,-2 1-1 0 0,-2 0 1 0 0,0 1-1 0 0,-2 1 1 0 0,-2 0-1 0 0,-1 1 1 0 0,-1 2-1 0 0,-1 0 1 0 0,-2 1-1 0 0,0 1 1 0 0,-2 1-1 0 0,-1 2 1 0 0,-34-24-1 0 0,41 34 4 0 0,-1 2 0 0 0,0 0 0 0 0,-1 1 0 0 0,0 1 0 0 0,0 0 0 0 0,-1 2 0 0 0,0 1 0 0 0,-1 1 0 0 0,1 1 0 0 0,-1 1-1 0 0,0 1 1 0 0,1 1 0 0 0,-1 1 0 0 0,0 2 0 0 0,0 0 0 0 0,0 1 0 0 0,1 1 0 0 0,-30 10 0 0 0,6-1-184 0 0,1 2 0 0 0,-58 28 1 0 0,81-32-78 0 0,0 1 0 0 0,1 2 0 0 0,1 0 0 0 0,0 1 0 0 0,1 1 0 0 0,-19 20 0 0 0,30-26-150 0 0,1 0 0 0 0,0 0 0 0 0,1 1 1 0 0,1 0-1 0 0,-1 1 0 0 0,2-1 0 0 0,0 1 0 0 0,-7 20 0 0 0,7-14-1805 0 0,1 0 0 0 0,-4 35 0 0 0,8-21-3559 0 0</inkml:trace>
</inkml:ink>
</file>

<file path=ppt/ink/ink4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22.6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53 4124 0 0,'0'0'8309'0'0,"1"4"-7919"0"0,3 15-64 0 0,-2-14 170 0 0,0-1-304 0 0,6 13-43 0 0,-6-12-26 0 0,1-3-30 0 0,32 20 117 0 0,-31-20-84 0 0,2-2-11 0 0,17-1 19 0 0,-17 0 40 0 0,-4-1-100 0 0,1 0-5 0 0,-1-1-1 0 0,1 1 0 0 0,-1 0 1 0 0,0 0-1 0 0,0-1 0 0 0,0 0 1 0 0,0 1-1 0 0,-1-1 0 0 0,1 0 1 0 0,-1 0-1 0 0,0 0 1 0 0,1 0-1 0 0,-1 0 0 0 0,0 0 1 0 0,-1 0-1 0 0,1 0 0 0 0,-1 0 1 0 0,1 0-1 0 0,-1 0 0 0 0,0-6 1 0 0,-1-10 28 0 0,0 14-7 0 0,0 1-10 0 0,-2-12-30 0 0,2 12 48 0 0,-1 0-86 0 0,2 4-16 0 0,0-1 0 0 0,0 0 0 0 0,0 1 0 0 0,-1-1 0 0 0,1 0-1 0 0,0 1 1 0 0,-1-1 0 0 0,1 1 0 0 0,0-1 0 0 0,-1 1 0 0 0,1-1 0 0 0,-1 1 0 0 0,1-1-1 0 0,-1 1 1 0 0,1-1 0 0 0,-1 1 0 0 0,1-1 0 0 0,-1 1 0 0 0,1 0 0 0 0,-1-1-1 0 0,0 1 1 0 0,1 0 0 0 0,-1-1 0 0 0,0 1 0 0 0,1 0 0 0 0,-1 0 0 0 0,0 0 0 0 0,1 0-1 0 0,-1 0 1 0 0,0 0 0 0 0,1 0 0 0 0,-1 0 0 0 0,0 0 0 0 0,1 0 0 0 0,-1 0 0 0 0,0 0-1 0 0,1 0 1 0 0,-1 0 0 0 0,0 1 0 0 0,1-1 0 0 0,-1 0 0 0 0,0 0 0 0 0,1 1-1 0 0,-1-1 1 0 0,1 1 0 0 0,-1-1 0 0 0,1 0 0 0 0,-1 1 0 0 0,1-1 0 0 0,-1 1 0 0 0,-3 2-242 0 0,0 0-131 0 0,-10 11-121 0 0,11-10-114 0 0,1 0-111 0 0,-17 36-3422 0 0,17-37 2349 0 0</inkml:trace>
</inkml:ink>
</file>

<file path=ppt/ink/ink4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22.8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41 4456 0 0,'0'0'6277'0'0,"-14"-16"-5185"0"0,8-9-12877 0 0</inkml:trace>
</inkml:ink>
</file>

<file path=ppt/ink/ink4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23.0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91 3648 0 0,'0'0'2953'0'0,"-2"-28"27"0"0,-2-5-2836 0 0,8 4-2272 0 0</inkml:trace>
</inkml:ink>
</file>

<file path=ppt/ink/ink4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23.1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60 3636 0 0,'21'-13'5305'0'0,"1"-4"-2373"0"0,-1 3-2324 0 0,5 2-2392 0 0,8 9-8873 0 0</inkml:trace>
</inkml:ink>
</file>

<file path=ppt/ink/ink4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23.3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4268 0 0,'0'0'2449'0'0,"19"22"-29"0"0,2 1-1692 0 0,1-2-1052 0 0,-9-3-1888 0 0,-5 6-5077 0 0</inkml:trace>
</inkml:ink>
</file>

<file path=ppt/ink/ink4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23.4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94 0 4516 0 0,'0'0'1545'0'0,"-8"26"1191"0"0,-5-3-2032 0 0,-6 0-1384 0 0,-2-5-1924 0 0,-12 4-3573 0 0</inkml:trace>
</inkml:ink>
</file>

<file path=ppt/ink/ink4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23.6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91 45 4864 0 0,'-29'1'5629'0'0,"11"-15"-5549"0"0,-6-6-3360 0 0,4 8-3973 0 0</inkml:trace>
</inkml:ink>
</file>

<file path=ppt/ink/ink4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23.7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6 322 3228 0 0,'-5'-31'3513'0'0,"5"-6"-1645"0"0,2-4-1116 0 0,-1 11-144 0 0,3-20-820 0 0,1 22-320 0 0,-1-2-740 0 0,-3 2 20 0 0,4-19-5409 0 0</inkml:trace>
</inkml:ink>
</file>

<file path=ppt/ink/ink4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23.9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1 231 4080 0 0,'10'-36'3117'0'0,"2"3"-1057"0"0,1-1-776 0 0,2 1-832 0 0,1 4-572 0 0,9 4-788 0 0,4 2-1556 0 0,4 5-765 0 0</inkml:trace>
</inkml:ink>
</file>

<file path=ppt/ink/ink4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24.0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31 3040 0 0,'23'-8'5993'0'0,"-1"-5"-2957"0"0,1 3-2992 0 0,-4 31-2212 0 0,-10 9-2116 0 0</inkml:trace>
</inkml:ink>
</file>

<file path=ppt/ink/ink4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24.2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1 3188 0 0,'5'32'5209'0'0,"-1"-2"-2837"0"0,-2 1-2560 0 0,-15-2-2752 0 0,-4-4-4661 0 0</inkml:trace>
</inkml:ink>
</file>

<file path=ppt/ink/ink4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24.3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65 79 4640 0 0,'0'0'2433'0'0,"-16"-23"-1461"0"0,-1 0-1272 0 0,1 7-1548 0 0,0-1-4009 0 0</inkml:trace>
</inkml:ink>
</file>

<file path=ppt/ink/ink4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24.4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45 3092 0 0,'0'0'1244'0'0,"3"-28"-192"0"0,15 12-6400 0 0</inkml:trace>
</inkml:ink>
</file>

<file path=ppt/ink/ink4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25.8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30 237 3244 0 0,'-5'0'1428'0'0,"-20"1"6122"0"0,28-3-7215 0 0,1-1-264 0 0,1 1-1 0 0,-1 0 0 0 0,1 0 1 0 0,0 0-1 0 0,0 0 1 0 0,-1 1-1 0 0,1-1 1 0 0,0 1-1 0 0,0 0 0 0 0,10 0 1 0 0,136-20 316 0 0,279-50 637 0 0,-390 63-1610 0 0,0-1 0 0 0,-1-2-1 0 0,51-22 1 0 0,-86 31-3 0 0,0-1-56 0 0,12-5-53 0 0,-12 6-113 0 0,-3-1-1369 0 0,0 3 2140 0 0,-1-1 1 0 0,0 1 0 0 0,0 0-1 0 0,0 0 1 0 0,1 0 0 0 0,-1-1 0 0 0,0 1-1 0 0,0 0 1 0 0,0 0 0 0 0,1 0-1 0 0,-1 0 1 0 0,0-1 0 0 0,0 1 0 0 0,1 0-1 0 0,-1 0 1 0 0,0 0 0 0 0,1 0-1 0 0,-1 0 1 0 0,0 0 0 0 0,0 0 0 0 0,1 0-1 0 0,-1 0 1 0 0,1 0 25 0 0,-1 0 1 0 0,1 0-1 0 0,-1 0 0 0 0,1 0 1 0 0,-1-1-1 0 0,1 1 1 0 0,-1 0-1 0 0,0 0 0 0 0,1 0 1 0 0,-1 0-1 0 0,1-1 0 0 0,-1 1 1 0 0,0 0-1 0 0,1 0 1 0 0,-1-1-1 0 0,0 1 0 0 0,1 0 1 0 0,-1-1-1 0 0,0 1 0 0 0,1 0 1 0 0,-1-1-1 0 0,0 1 1 0 0,0 0-1 0 0,1-1 0 0 0,-1 1 1 0 0,0-1-1 0 0,0 1 0 0 0,0-1 1 0 0,0 1-1 0 0,1 0 1 0 0,-1-1-1 0 0,0 1 0 0 0,0-1 1 0 0,0 1-1 0 0,0-1 0 0 0,0 1 1 0 0,0-1-1 0 0,-2-24 4847 0 0,6 23-4758 0 0,-1 1-60 0 0,0 0-1 0 0,1 1 1 0 0,-1-1-1 0 0,0 1 1 0 0,0 0-1 0 0,0-1 1 0 0,1 1-1 0 0,-1 0 1 0 0,0 1 0 0 0,0-1-1 0 0,6 2 1 0 0,-4-1 254 0 0,-2 2-63 0 0,-1-2-135 0 0,0 1 0 0 0,-1 0 0 0 0,1-1 0 0 0,-1 1 0 0 0,1 0-1 0 0,-1 0 1 0 0,0 0 0 0 0,1 0 0 0 0,-1 0 0 0 0,0 0 0 0 0,0 0 0 0 0,-1 1 0 0 0,1-1 0 0 0,0 0-1 0 0,-1 0 1 0 0,1 1 0 0 0,-1 2 0 0 0,1 1 70 0 0,-3-1 4 0 0,-22 66-113 0 0,22-65-388 0 0,1-2-135 0 0,-1 52-7388 0 0</inkml:trace>
</inkml:ink>
</file>

<file path=ppt/ink/ink4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26.2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212 69 3320 0 0,'2'-4'1350'0'0,"3"-14"-180"0"0,-3 14 1965 0 0,-2-1-2570 0 0,0-20 581 0 0,0 25-1117 0 0,-1-1 0 0 0,1 0 1 0 0,0 0-1 0 0,-1 1 1 0 0,1-1-1 0 0,-1 0 1 0 0,1 1-1 0 0,-1-1 0 0 0,1 0 1 0 0,-1 1-1 0 0,1-1 1 0 0,-1 1-1 0 0,1-1 0 0 0,-1 1 1 0 0,0-1-1 0 0,1 1 1 0 0,-1-1-1 0 0,0 1 0 0 0,0 0 1 0 0,1-1-1 0 0,-1 1 1 0 0,0 0-1 0 0,0 0 0 0 0,1 0 1 0 0,-1-1-1 0 0,0 1 1 0 0,0 0-1 0 0,0 0 1 0 0,1 0-1 0 0,-1 0 0 0 0,0 0 1 0 0,-1 1-1 0 0,-18-1 383 0 0,16 2-336 0 0,0-1-1 0 0,-1 0 1 0 0,1 1-1 0 0,1 0 0 0 0,-1 0 1 0 0,0 0-1 0 0,0 0 0 0 0,1 0 1 0 0,-1 1-1 0 0,1 0 1 0 0,-5 4-1 0 0,-31 36 499 0 0,27-28-324 0 0,0 0 0 0 0,2 1-1 0 0,0 0 1 0 0,0 1-1 0 0,2 0 1 0 0,-12 33 0 0 0,18-44-193 0 0,1 1 0 0 0,-1-1 1 0 0,1 1-1 0 0,0 0 0 0 0,1 0 1 0 0,0 9-1 0 0,0-9-6 0 0,0-3-16 0 0,1 1-1 0 0,0 0 1 0 0,0-1-1 0 0,0 1 0 0 0,1-1 1 0 0,-1 0-1 0 0,1 1 0 0 0,4 6 1 0 0,-2-4 4 0 0,-2-3-28 0 0,0-1 0 0 0,0 0-1 0 0,0 0 1 0 0,1 0 0 0 0,-1 0 0 0 0,1-1 0 0 0,0 1-1 0 0,0 0 1 0 0,0-1 0 0 0,0 0 0 0 0,6 3-1 0 0,-6-3-11 0 0,1 1-26 0 0,1-1 0 0 0,-1 0 0 0 0,1 0 0 0 0,-1 0 0 0 0,1 0 0 0 0,0-1 0 0 0,0 0 0 0 0,8 1 0 0 0,-8-1-47 0 0,0 0-303 0 0,2-1-166 0 0,-2 0 423 0 0,9 0-498 0 0,-1 0 0 0 0,1-1 1 0 0,21-5-1 0 0,-27 4-127 0 0,0-1-1 0 0,0 1 0 0 0,0-1 1 0 0,-1-1-1 0 0,1 0 0 0 0,7-5 1 0 0,2-2-1885 0 0</inkml:trace>
</inkml:ink>
</file>

<file path=ppt/ink/ink4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26.7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32 4620 0 0,'0'0'1610'0'0,"0"-6"-133"0"0,0-19 8972 0 0,0 29-10159 0 0,1 32-8 0 0,1-1 0 0 0,2-1 0 0 0,1 1 0 0 0,10 34 0 0 0,1-12-470 0 0,-15-53-72 0 0,7 14-412 0 0,-6-14 513 0 0,0 1-493 0 0,1-2-1564 0 0,6 10 1279 0 0</inkml:trace>
</inkml:ink>
</file>

<file path=ppt/ink/ink4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28.5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327 509 3740 0 0,'0'0'2176'0'0,"-1"-5"-459"0"0,-3-12-341 0 0,4 13-151 0 0,-2-1-159 0 0,-2-12-125 0 0,3 12-79 0 0,-1 1-66 0 0,-20-37 1485 0 0,19 37-1855 0 0,-10-12 221 0 0,11 13-408 0 0,-2 1-59 0 0,-11-3-8 0 0,11 3-23 0 0,-2 4-32 0 0,1-3-91 0 0,3 1-21 0 0,0 0 0 0 0,0 0 0 0 0,1 0 0 0 0,-1 0 0 0 0,0 0 0 0 0,0 1 0 0 0,1-1 1 0 0,-1 1-1 0 0,0-1 0 0 0,1 1 0 0 0,-1-1 0 0 0,0 1 0 0 0,1 0 0 0 0,-1 0 0 0 0,1 0 0 0 0,-3 2 0 0 0,-15 10 18 0 0,1 1 0 0 0,0 1 0 0 0,2 0-1 0 0,0 2 1 0 0,0 0 0 0 0,2 0-1 0 0,0 1 1 0 0,1 1 0 0 0,0 0 0 0 0,2 1-1 0 0,1 1 1 0 0,-12 31 0 0 0,15-22-95 0 0,6-25 14 0 0,2 1 0 0 0,1 17-32 0 0,-1-17-56 0 0,13 13-24 0 0,-11-16 85 0 0,10 1-99 0 0,-13-3 174 0 0,1-1 1 0 0,0 0-1 0 0,0 1 1 0 0,0-1 0 0 0,0 1-1 0 0,0-1 1 0 0,0 0-1 0 0,-1 0 1 0 0,1 0 0 0 0,0 1-1 0 0,0-1 1 0 0,0 0-1 0 0,0 0 1 0 0,0 0-1 0 0,0 0 1 0 0,0-1 0 0 0,0 1-1 0 0,0 0 1 0 0,0 0-1 0 0,0 0 1 0 0,1-1 0 0 0,7-1-39 0 0,0-1 1 0 0,0 0 0 0 0,-1 0 0 0 0,1-1 0 0 0,-1 0-1 0 0,1-1 1 0 0,-1 0 0 0 0,0 0 0 0 0,-1 0 0 0 0,1-1-1 0 0,6-7 1 0 0,-2 1 7 0 0,-2-1 1 0 0,1 0-1 0 0,-2 0 0 0 0,0-1 0 0 0,14-27 0 0 0,-8 6 34 0 0,-1-1 1 0 0,-3 0-1 0 0,0 0 0 0 0,10-74 0 0 0,-14 34 129 0 0,-1-84 1 0 0,-8 130-90 0 0,-2 7 2 0 0,3 3-6 0 0,1 16-15 0 0,-1 0 14 0 0,1 3-28 0 0,0 1 0 0 0,0 0 0 0 0,0-1-1 0 0,0 1 1 0 0,0 0 0 0 0,0-1 0 0 0,0 1 0 0 0,0 0-1 0 0,0-1 1 0 0,0 1 0 0 0,0-1 0 0 0,0 1 0 0 0,0 0 0 0 0,-1-1-1 0 0,1 1 1 0 0,0 0 0 0 0,0-1 0 0 0,0 1 0 0 0,0 0-1 0 0,-1 0 1 0 0,1-1 0 0 0,0 1 0 0 0,0 0 0 0 0,0-1-1 0 0,-1 1 1 0 0,1 0 0 0 0,0 0 0 0 0,-1 0 0 0 0,1-1-1 0 0,0 1 1 0 0,-1 0 0 0 0,1 0 0 0 0,0 0 0 0 0,-1 0-1 0 0,1 0 1 0 0,0-1 0 0 0,-1 1 0 0 0,1 0 0 0 0,0 0-1 0 0,-1 0 1 0 0,1 0 0 0 0,0 0 0 0 0,-1 0 0 0 0,1 0 0 0 0,0 0-1 0 0,-1 0 1 0 0,0 1 0 0 0,-12 18 51 0 0,6-2-33 0 0,0 0 0 0 0,1 1 1 0 0,0-1-1 0 0,1 1 0 0 0,-3 32 1 0 0,-1 91-51 0 0,8-104-69 0 0,2 1 1 0 0,1-1 0 0 0,2 0 0 0 0,2 1 0 0 0,16 55-1 0 0,-18-79-84 0 0,1-1 0 0 0,1 0 0 0 0,0 0 0 0 0,1-1 0 0 0,0 0 0 0 0,1 0 0 0 0,15 17 0 0 0,-16-22-62 0 0,0 0 0 0 0,1 0 0 0 0,-1-1 0 0 0,2 0 0 0 0,-1-1-1 0 0,0 1 1 0 0,1-2 0 0 0,0 1 0 0 0,0-1 0 0 0,0-1 0 0 0,19 6-1 0 0,-17-8 62 0 0,-1 1 0 0 0,1-1 0 0 0,0-1 0 0 0,0 1 0 0 0,-1-2 0 0 0,1 0 0 0 0,0 0 0 0 0,-1-1 0 0 0,1 0 0 0 0,-1-1 0 0 0,0 0 0 0 0,0 0-1 0 0,10-6 1 0 0,-7 3 97 0 0,0-1 0 0 0,0-1 0 0 0,-1 0-1 0 0,0 0 1 0 0,-1-1 0 0 0,0 0-1 0 0,0-1 1 0 0,14-19 0 0 0,-18 20 164 0 0,-1 0 1 0 0,0 0-1 0 0,-1-1 0 0 0,0 0 1 0 0,-1 0-1 0 0,0-1 1 0 0,0 1-1 0 0,-1-1 0 0 0,0 1 1 0 0,-1-1-1 0 0,0 0 1 0 0,-1 0-1 0 0,-1 0 0 0 0,0-20 1 0 0,0 27-6 0 0,-1 0 0 0 0,0 0 0 0 0,1 0 0 0 0,-1-1 0 0 0,-1 1 0 0 0,1 0 0 0 0,-1 1 1 0 0,1-1-1 0 0,-1 0 0 0 0,0 0 0 0 0,0 1 0 0 0,-5-6 0 0 0,5 7-22 0 0,1 0 1 0 0,-1 1-1 0 0,1 0 0 0 0,-1-1 1 0 0,0 1-1 0 0,0 0 0 0 0,0 0 1 0 0,0 0-1 0 0,1 0 0 0 0,-1 0 0 0 0,-1 0 1 0 0,1 0-1 0 0,0 1 0 0 0,0-1 1 0 0,0 1-1 0 0,0-1 0 0 0,0 1 1 0 0,0 0-1 0 0,-1 0 0 0 0,1 0 1 0 0,-4 1-1 0 0,3-1-35 0 0,-8 3 284 0 0,-3 5-117 0 0,0 2 1 0 0,0-1-1 0 0,0 1 1 0 0,2 1 0 0 0,-20 20-1 0 0,25-23-121 0 0,0 1-1 0 0,0 0 1 0 0,1 0-1 0 0,0 1 1 0 0,0-1-1 0 0,1 1 1 0 0,0 1 0 0 0,1-1-1 0 0,-6 20 1 0 0,10-26-67 0 0,4 17-84 0 0,-3-17 71 0 0,0-4 11 0 0,0 1 0 0 0,1-1 0 0 0,-1 1 0 0 0,0-1-1 0 0,1 1 1 0 0,-1 0 0 0 0,0-1 0 0 0,0 1 0 0 0,0 0 0 0 0,1 0 0 0 0,-1 0 0 0 0,1 2 0 0 0,0-2-7 0 0,1 2-29 0 0,3-3 15 0 0,-2 0 21 0 0,1 0 0 0 0,0 0 0 0 0,0 0 0 0 0,-1 0 0 0 0,1-1-1 0 0,0 1 1 0 0,-1-1 0 0 0,1 0 0 0 0,-1-1-1 0 0,8-2 1 0 0,-6 2-3 0 0,0 0 0 0 0,-1-1 0 0 0,1 0 0 0 0,-1 0 0 0 0,1 0 0 0 0,-1 0 0 0 0,-1-1 0 0 0,1 0 0 0 0,0 0 0 0 0,7-8 0 0 0,-7 5 48 0 0,0 2 20 0 0,-1 1 0 0 0,0-2 0 0 0,0 1 0 0 0,7-12 0 0 0,-6 8 44 0 0,-2 6 53 0 0,-3 2-144 0 0,0 0-1 0 0,0 1 1 0 0,0-1-1 0 0,0 1 1 0 0,0-1-1 0 0,0 1 1 0 0,0-1-1 0 0,1 1 1 0 0,-1-1 0 0 0,0 1-1 0 0,0-1 1 0 0,1 1-1 0 0,-1-1 1 0 0,0 1-1 0 0,1-1 1 0 0,-1 1 0 0 0,0 0-1 0 0,1-1 1 0 0,-1 1-1 0 0,1-1 1 0 0,-1 1-1 0 0,0 0 1 0 0,2-1 0 0 0,-2 1-3 0 0,1 0 1 0 0,-1-1 0 0 0,1 1-1 0 0,-1 0 1 0 0,0-1 0 0 0,1 1 0 0 0,-1-1-1 0 0,1 1 1 0 0,-1 0 0 0 0,0-1-1 0 0,1 1 1 0 0,-1-1 0 0 0,0 1 0 0 0,0-1-1 0 0,1 1 1 0 0,-1-1 0 0 0,0 1-1 0 0,0-1 1 0 0,0 1 0 0 0,0-1 0 0 0,1 1-1 0 0,-1-1 1 0 0,0 0 999 0 0,2 5-889 0 0,6 12-21 0 0,-6-12-13 0 0,-1 3 53 0 0,2 6-133 0 0,1-1-1 0 0,0 1 1 0 0,1-1 0 0 0,0 1-1 0 0,1-2 1 0 0,14 22 0 0 0,-18-30-27 0 0,1 0-1 0 0,0 0 1 0 0,0 0 0 0 0,1 0 0 0 0,-1-1 0 0 0,1 1 0 0 0,-1-1 0 0 0,1 0-1 0 0,0 0 1 0 0,-1-1 0 0 0,1 1 0 0 0,6 1 0 0 0,-4-2 8 0 0,1 0 0 0 0,-1-1 0 0 0,1 0 0 0 0,0 0 0 0 0,-1 0 0 0 0,1-1-1 0 0,0 1 1 0 0,-1-2 0 0 0,0 1 0 0 0,1-1 0 0 0,-1 0 0 0 0,0 0 0 0 0,1-1 0 0 0,-1 0 0 0 0,-1 0 0 0 0,1 0 0 0 0,0-1 0 0 0,-1 0 0 0 0,7-6 0 0 0,-1 1 7 0 0,-1-1 0 0 0,0 0 0 0 0,0-1 0 0 0,-1 0 0 0 0,-1 0 0 0 0,0-1 0 0 0,0 0 0 0 0,7-16 0 0 0,-6 9 100 0 0,-1-1-1 0 0,-1 0 1 0 0,0 0-1 0 0,-1-1 1 0 0,-2 0-1 0 0,0 0 1 0 0,-1 0-1 0 0,-1-1 1 0 0,-1 1-1 0 0,-1-1 1 0 0,-1 1-1 0 0,-6-39 0 0 0,0 33 37 0 0,5 22-21 0 0,-17-11 62 0 0,18 18-147 0 0,0-1-1 0 0,-1 1 1 0 0,1-1 0 0 0,0 1-1 0 0,-1-1 1 0 0,0 0-1 0 0,1 0 1 0 0,-1 0 0 0 0,-2 2-1 0 0,2-2-9 0 0,1 0 0 0 0,0 0 0 0 0,0 1 0 0 0,0-1 0 0 0,0 1-1 0 0,0-1 1 0 0,0 0 0 0 0,0 1 0 0 0,0 0 0 0 0,0-1 0 0 0,1 1 0 0 0,-1-1 0 0 0,1 1-1 0 0,-1 0 1 0 0,1 0 0 0 0,-1 1 0 0 0,0 5 12 0 0,-6 11-1 0 0,2 0 1 0 0,1 0 0 0 0,0 1-1 0 0,1 0 1 0 0,1 0 0 0 0,1-1-1 0 0,1 1 1 0 0,1 0-1 0 0,6 36 1 0 0,-4-40-310 0 0,0-1 1 0 0,1 0-1 0 0,1 0 0 0 0,1 0 0 0 0,0-1 0 0 0,1 1 1 0 0,0-1-1 0 0,1-1 0 0 0,0 0 0 0 0,2 0 0 0 0,-1 0 1 0 0,17 16-1 0 0,-22-26-205 0 0,0 1 0 0 0,0-1 0 0 0,1 0 1 0 0,-1 0-1 0 0,1 0 0 0 0,-1-1 0 0 0,1 1 0 0 0,0-1 1 0 0,0 0-1 0 0,0 0 0 0 0,9 1 0 0 0,-8-4-2300 0 0,23-4-1998 0 0</inkml:trace>
</inkml:ink>
</file>

<file path=ppt/ink/ink4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28.7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151 158 3504 0 0,'-15'-8'1170'0'0,"-1"1"0"0"0,0 1 0 0 0,-21-7 0 0 0,32 12-544 0 0,-2 1-104 0 0,-18-4-98 0 0,18 3 221 0 0,2 1-406 0 0,-13-1 394 0 0,23-1-406 0 0,38-6-395 0 0,-10 2 95 0 0,145-48-951 0 0,-70 8-5809 0 0</inkml:trace>
</inkml:ink>
</file>

<file path=ppt/ink/ink4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29.1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146 163 3112 0 0,'8'-20'1529'0'0,"0"1"-1"0"0,8-39 1 0 0,-15 53-912 0 0,-1 3-548 0 0,1 0-1 0 0,-1 1 0 0 0,0-1 0 0 0,0 0 0 0 0,0 0 0 0 0,0 0 0 0 0,0 0 0 0 0,0 0 0 0 0,0 0 0 0 0,-1 1 1 0 0,1-1-1 0 0,-2-3 0 0 0,1 2 57 0 0,1-3 273 0 0,-1 6-378 0 0,1-1 0 0 0,0 1 0 0 0,0-1 0 0 0,0 1 0 0 0,0-1 0 0 0,0 1 0 0 0,-1-1 1 0 0,1 1-1 0 0,0-1 0 0 0,0 1 0 0 0,-1-1 0 0 0,1 1 0 0 0,0-1 0 0 0,-1 1 0 0 0,1 0 1 0 0,-1-1-1 0 0,1 1 0 0 0,0-1 0 0 0,-1 1 0 0 0,1 0 0 0 0,-1 0 0 0 0,1-1 0 0 0,-1 1 1 0 0,1 0-1 0 0,-1 0 0 0 0,0-1-6 0 0,1 1 0 0 0,-1 0 0 0 0,1 0 0 0 0,-1 0 0 0 0,1-1 0 0 0,-1 1 0 0 0,1 0 0 0 0,0 0 0 0 0,-1-1 0 0 0,1 1 0 0 0,-1 0 0 0 0,1-1 1 0 0,0 1-1 0 0,-1-1 0 0 0,1 1 0 0 0,0 0 0 0 0,0-1 0 0 0,-1 1 0 0 0,1-1 0 0 0,0 1 0 0 0,0-1 0 0 0,0 1 0 0 0,-1-1 0 0 0,1 1 0 0 0,0-1 0 0 0,0 1 0 0 0,0-1 0 0 0,-4 0 248 0 0,1 0-208 0 0,0 0 1 0 0,0 1 0 0 0,1 0-1 0 0,-1-1 1 0 0,0 1 0 0 0,0 0 0 0 0,0 0-1 0 0,0 1 1 0 0,0-1 0 0 0,0 0-1 0 0,0 1 1 0 0,1 0 0 0 0,-1 0 0 0 0,0 0-1 0 0,0 0 1 0 0,1 0 0 0 0,-1 0-1 0 0,1 1 1 0 0,-1-1 0 0 0,-2 4-1 0 0,-39 36 399 0 0,43-41-441 0 0,-1 2 2 0 0,1-1 0 0 0,-1 1 0 0 0,0 0 0 0 0,1-1 0 0 0,-1 1-1 0 0,1 0 1 0 0,-1 0 0 0 0,1 0 0 0 0,0 0 0 0 0,0 0 0 0 0,0 0 0 0 0,-1 4-1 0 0,-4 11 225 0 0,-15 67-562 0 0,20-80 159 0 0,2 2 6 0 0,2 17 20 0 0,-2-17 42 0 0,0-6 95 0 0,-1 0 0 0 0,0 0-1 0 0,1 1 1 0 0,-1-1 0 0 0,0 0-1 0 0,1 0 1 0 0,-1 1 0 0 0,0-1-1 0 0,0 0 1 0 0,1 0 0 0 0,-1 1-1 0 0,0-1 1 0 0,0 0 0 0 0,1 1 0 0 0,-1-1-1 0 0,0 0 1 0 0,0 1 0 0 0,0-1-1 0 0,0 0 1 0 0,0 1 0 0 0,1-1-1 0 0,-1 1 1 0 0,0-1 0 0 0,0 0 0 0 0,0 1-1 0 0,0 0 1 0 0,0-1-5 0 0,0 1 0 0 0,0-1 0 0 0,0 1 0 0 0,0-1 0 0 0,0 1 0 0 0,0-1 0 0 0,0 1 0 0 0,1-1 0 0 0,-1 1 0 0 0,0-1 0 0 0,0 1 0 0 0,1-1 0 0 0,-1 1 0 0 0,0-1 0 0 0,1 1 0 0 0,-1-1-1 0 0,0 0 1 0 0,1 1 0 0 0,-1-1 0 0 0,0 0 0 0 0,1 1 0 0 0,-1-1 0 0 0,1 0 0 0 0,-1 1 0 0 0,1-1 0 0 0,-1 0 0 0 0,1 0 0 0 0,-1 0 0 0 0,1 0 0 0 0,0 1 0 0 0,3 0-7 0 0,-1 0-1 0 0,1-1 1 0 0,-1 1 0 0 0,1-1-1 0 0,-1 0 1 0 0,1 0-1 0 0,-1 0 1 0 0,1 0 0 0 0,-1 0-1 0 0,1-1 1 0 0,-1 0-1 0 0,1 0 1 0 0,-1 0 0 0 0,1 0-1 0 0,4-2 1 0 0,6-4 177 0 0,0-1 0 0 0,17-12 1 0 0,-22 14-139 0 0,35-24 314 0 0,-13 8 360 0 0,1 1-1 0 0,49-24 1 0 0,-77 44-600 0 0,-2 1-89 0 0,0 0 0 0 0,0-1-1 0 0,0 1 1 0 0,0 0 0 0 0,0-1 0 0 0,-1 1-1 0 0,1-1 1 0 0,0 0 0 0 0,0 0 0 0 0,2-1-1 0 0,1 1-32 0 0,0 1-428 0 0,16 0-83 0 0,-16 0-324 0 0,0 0-2383 0 0,15 2-292 0 0</inkml:trace>
</inkml:ink>
</file>

<file path=ppt/ink/ink4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31.4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403 43 2540 0 0,'-5'-4'1302'0'0,"0"0"-949"0"0,4 2-242 0 0,0 0 0 0 0,-1 1 0 0 0,0 0-1 0 0,1-1 1 0 0,-1 1 0 0 0,0 0-1 0 0,0 0 1 0 0,0 0 0 0 0,0 0-1 0 0,0 0 1 0 0,0 0 0 0 0,0 0-1 0 0,-3 0 1 0 0,-61-15 1917 0 0,56 15-1768 0 0,1 0 0 0 0,0 1 0 0 0,-1 0 0 0 0,1 1 0 0 0,0 0 0 0 0,-1 1 1 0 0,1 0-1 0 0,-16 5 0 0 0,3 1 506 0 0,-41 22 0 0 0,54-25-609 0 0,0 1 0 0 0,0 0 1 0 0,1 0-1 0 0,0 0 0 0 0,0 1 1 0 0,0 0-1 0 0,1 1 1 0 0,0 0-1 0 0,0 0 0 0 0,1 0 1 0 0,0 1-1 0 0,1 0 0 0 0,-6 12 1 0 0,10-20-140 0 0,1 1 0 0 0,-1-1 0 0 0,0 0 1 0 0,1 1-1 0 0,-1-1 0 0 0,1 1 0 0 0,-1-1 1 0 0,1 1-1 0 0,0-1 0 0 0,0 1 0 0 0,0-1 1 0 0,0 1-1 0 0,0-1 0 0 0,0 1 0 0 0,0 0 0 0 0,0 1 1 0 0,1 2 30 0 0,-1-4-35 0 0,0 1-1 0 0,0 0 1 0 0,0-1-1 0 0,0 1 1 0 0,0 0 0 0 0,0 0-1 0 0,0-1 1 0 0,1 1 0 0 0,-1-1-1 0 0,1 1 1 0 0,-1 0-1 0 0,1-1 1 0 0,-1 1 0 0 0,1-1-1 0 0,1 3 1 0 0,1 0 22 0 0,-3-2-28 0 0,1 0 0 0 0,0 0 0 0 0,-1 0 0 0 0,1 0 0 0 0,0 0 1 0 0,0 0-1 0 0,0-1 0 0 0,1 1 0 0 0,-1 0 0 0 0,0-1 0 0 0,1 1 0 0 0,-1 0 0 0 0,1-1 0 0 0,-1 0 0 0 0,3 2 0 0 0,2 2 10 0 0,1 2-18 0 0,1-1-1 0 0,-1 0 1 0 0,1 0 0 0 0,0-1-1 0 0,0 0 1 0 0,1 0-1 0 0,-1-1 1 0 0,12 4 0 0 0,11 2-96 0 0,35 7 0 0 0,0 0-81 0 0,-54-14 128 0 0,-1 0 1 0 0,0 1 0 0 0,0 1 0 0 0,0 0 0 0 0,-1 0 0 0 0,0 1-1 0 0,0 0 1 0 0,0 0 0 0 0,0 1 0 0 0,16 17 0 0 0,-24-22 43 0 0,-1 0 1 0 0,1 0 0 0 0,-1 0 0 0 0,0 0-1 0 0,0 0 1 0 0,1 0 0 0 0,-1 1 0 0 0,-1-1 0 0 0,2 4-1 0 0,0 0-5 0 0,-1-4 5 0 0,0-1 1 0 0,0 1-1 0 0,-1-1 0 0 0,1 1 0 0 0,0 0 1 0 0,-1-1-1 0 0,0 1 0 0 0,1-1 1 0 0,-1 1-1 0 0,0 0 0 0 0,0-1 0 0 0,0 1 1 0 0,0 0-1 0 0,0 0 0 0 0,0-1 1 0 0,-1 3-1 0 0,0 1 1 0 0,1 1 37 0 0,0 0 1 0 0,-1-1-1 0 0,0 1 1 0 0,0 0-1 0 0,0 0 0 0 0,-1-1 1 0 0,0 1-1 0 0,0-1 1 0 0,0 1-1 0 0,-1-1 1 0 0,0 0-1 0 0,0 0 0 0 0,-6 8 1 0 0,0-2 137 0 0,-1 0 0 0 0,0 0 0 0 0,-1-1 0 0 0,-11 9 0 0 0,-1-2 313 0 0,0-1 0 0 0,-44 24-1 0 0,52-33-332 0 0,0-1-1 0 0,0 0 1 0 0,0-1 0 0 0,-1-1 0 0 0,0 0-1 0 0,-20 1 1 0 0,31-4-60 0 0,-1-3-45 0 0,2 2-43 0 0,1-1-27 0 0,0 1 0 0 0,-1-1 0 0 0,1 0 1 0 0,0 0-1 0 0,0 0 0 0 0,0 0 0 0 0,0-1 0 0 0,0 1 0 0 0,0-1 1 0 0,0 1-1 0 0,0-1 0 0 0,1 0 0 0 0,-1 0 0 0 0,1-1 0 0 0,-5-3 1 0 0,3-1-109 0 0,0 0 1 0 0,0 0-1 0 0,0-1 1 0 0,1 1-1 0 0,0-1 1 0 0,1 0 0 0 0,-1 0-1 0 0,2 0 1 0 0,-1 0-1 0 0,1 0 1 0 0,0 0 0 0 0,1 0-1 0 0,0 0 1 0 0,0-1-1 0 0,1 1 1 0 0,0 0-1 0 0,2-10 1 0 0,-2 15 92 0 0,0 0-1 0 0,0-1 1 0 0,0 1-1 0 0,0 0 1 0 0,0 0-1 0 0,1 0 1 0 0,0 0 0 0 0,-1 0-1 0 0,1 0 1 0 0,0 0-1 0 0,1 1 1 0 0,-1-1-1 0 0,5-3 1 0 0,-5 3 52 0 0,1 0-71 0 0,19-4 48 0 0,-18 6 60 0 0,1 2 68 0 0,2 1-98 0 0,0 0 1 0 0,0 1 0 0 0,-1 0-1 0 0,1 0 1 0 0,-1 1 0 0 0,0 0 0 0 0,0 0-1 0 0,0 0 1 0 0,-1 1 0 0 0,10 10-1 0 0,9 11-527 0 0,21 31 0 0 0,-33-41-84 0 0,-1-3-824 0 0,1-1 0 0 0,16 14 1 0 0,-24-23-118 0 0,2-3-1105 0 0,26 4-1885 0 0</inkml:trace>
</inkml:ink>
</file>

<file path=ppt/ink/ink4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31.7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41 3360 0 0,'1'-3'1524'0'0,"18"-35"8545"0"0,-20 43-9786 0 0,-6 13-79 0 0,5-13-17 0 0,1 1-41 0 0,0 7-398 0 0,0 0-1 0 0,0 0 1 0 0,1 1 0 0 0,1-1 0 0 0,0 0 0 0 0,1 0 0 0 0,1 0 0 0 0,0-1-1 0 0,0 1 1 0 0,9 19 0 0 0,-10-28-482 0 0,-2-3 636 0 0,1 0 0 0 0,-1 1-1 0 0,1-1 1 0 0,0 0 0 0 0,-1 0-1 0 0,1 1 1 0 0,0-1 0 0 0,0 0-1 0 0,0 0 1 0 0,0 0 0 0 0,0 0-1 0 0,1 1 1 0 0,1 1-149 0 0,0 1-619 0 0,19 0-2059 0 0,-18-4 1915 0 0,0-1-63 0 0,10-7-704 0 0,-11 6-1272 0 0</inkml:trace>
</inkml:ink>
</file>

<file path=ppt/ink/ink4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32.0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182 72 2560 0 0,'-3'-5'309'0'0,"0"-1"0"0"0,0 1 0 0 0,-1 0 0 0 0,1 1-1 0 0,-1-1 1 0 0,0 0 0 0 0,0 1 0 0 0,-1 0 0 0 0,1 0-1 0 0,-1 1 1 0 0,0-1 0 0 0,0 1 0 0 0,0 0 0 0 0,-1 0 0 0 0,-7-3-1 0 0,9 4 223 0 0,-2 2-20 0 0,0-1-298 0 0,0 1 0 0 0,1 0 0 0 0,-1 0 0 0 0,0 1 0 0 0,0 0 0 0 0,0 0 0 0 0,1 0 0 0 0,-1 1 0 0 0,0 0 0 0 0,1 0 0 0 0,-10 5 0 0 0,11-5-30 0 0,2 2-30 0 0,-7 10-25 0 0,6-10 58 0 0,4 0-169 0 0,0 20-93 0 0,3-22-18 0 0,33 21-278 0 0,-32-21 262 0 0,1-1 10 0 0,55-5 32 0 0,-55 2 60 0 0,-1 1 115 0 0,16-7 20 0 0,-16 6-11 0 0,-1-1-9 0 0,10-8-12 0 0,-11 9 77 0 0,-1-2-82 0 0,-2 3-85 0 0,1 0-1 0 0,-1-1 0 0 0,1 1 0 0 0,-1 0 1 0 0,0-1-1 0 0,1 1 0 0 0,-1 0 0 0 0,0-1 1 0 0,0 1-1 0 0,0-1 0 0 0,0 1 0 0 0,0 0 1 0 0,0-1-1 0 0,-1 1 0 0 0,1 0 0 0 0,0-1 1 0 0,-1 1-1 0 0,1 0 0 0 0,-1-1 0 0 0,1 1 1 0 0,-1 0-1 0 0,0 0 0 0 0,0-2 0 0 0,-1 0-33 0 0,-4 4-586 0 0,5-1 534 0 0,-1 0 24 0 0,1 0 1 0 0,-1 0 0 0 0,0 0 0 0 0,0 0-1 0 0,1 0 1 0 0,-1 0 0 0 0,0 1 0 0 0,0-1 0 0 0,1 0-1 0 0,-1 1 1 0 0,0 0 0 0 0,-2 0 0 0 0,-3 18-3981 0 0,6-15 1699 0 0</inkml:trace>
</inkml:ink>
</file>

<file path=ppt/ink/ink4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32.7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29 3328 0 0,'0'0'4550'0'0,"4"1"-3681"0"0,5 5-29 0 0,0 0-1 0 0,0 0 1 0 0,0 1-1 0 0,13 13 1 0 0,-19-16-582 0 0,-1 1-22 0 0,9 12-29 0 0,-9-13-22 0 0,0 1-15 0 0,5 14 4 0 0,-5-15 25 0 0,-2-2-168 0 0,0-1 1 0 0,0 1-1 0 0,0 0 1 0 0,0-1-1 0 0,0 1 1 0 0,0-1-1 0 0,1 1 1 0 0,-1-1-1 0 0,1 1 1 0 0,-1-1-1 0 0,2 4 1 0 0,-2-5 5 0 0,1 4 381 0 0,-1 1-210 0 0,3 41 1345 0 0,-2-41-1206 0 0,0-9-362 0 0,11-21-215 0 0,1-6-138 0 0,28-47 1 0 0,-39 75 293 0 0,-1 3 71 0 0,-1 0 0 0 0,1 0 0 0 0,-1 0 0 0 0,1 0 0 0 0,-1 0 0 0 0,1 0 0 0 0,-1 0 0 0 0,1 0 0 0 0,-1-1 0 0 0,0 1 0 0 0,1 0 0 0 0,-1 0 0 0 0,1-1 0 0 0,-1 1 0 0 0,0 0 0 0 0,1-1 0 0 0,-1 1 0 0 0,0 0 0 0 0,1-1 0 0 0,-1 1 0 0 0,0 0 0 0 0,1-1 0 0 0,-1 1 0 0 0,0-1 0 0 0,0 1 0 0 0,1-1 0 0 0,-1 0-6 0 0,1 0 0 0 0,-1 0 0 0 0,1 0 0 0 0,0 0 0 0 0,0 0-1 0 0,0 0 1 0 0,-1 0 0 0 0,1 0 0 0 0,0 0 0 0 0,0 1 0 0 0,0-1 0 0 0,0 0 0 0 0,0 1 0 0 0,2-2 0 0 0,1 1 5 0 0,0 0-1 0 0,-1 0 1 0 0,1 1-1 0 0,0-1 0 0 0,0 1 1 0 0,0 0-1 0 0,0 0 1 0 0,0 0-1 0 0,6 1 1 0 0,-4 0-12 0 0,-5 1 11 0 0,0 0-1 0 0,0-1 1 0 0,0 0 0 0 0,0 1-1 0 0,1-1 1 0 0,-1 0 0 0 0,0 0 0 0 0,1 1-1 0 0,3 0 1 0 0,-2 2-2 0 0,0-1 0 0 0,0 0-1 0 0,-1 1 1 0 0,1-1 0 0 0,-1 1 0 0 0,0 0 0 0 0,0 0-1 0 0,0 0 1 0 0,2 4 0 0 0,-3-5 12 0 0,1 2-11 0 0,-1 0 2 0 0,5 15 10 0 0,-4-15 28 0 0,-1-1-6 0 0,-1-4-6 0 0,0 1 0 0 0,0-1 0 0 0,0 0-1 0 0,0 1 1 0 0,0-1 0 0 0,0 1 0 0 0,0-1-1 0 0,0 0 1 0 0,0 1 0 0 0,1-1 0 0 0,-1 0-1 0 0,0 1 1 0 0,0-1 0 0 0,0 0 0 0 0,1 1-1 0 0,-1-1 1 0 0,0 0 0 0 0,0 1 0 0 0,1-1-1 0 0,-1 0 1 0 0,0 0 0 0 0,1 1 0 0 0,-1-1-1 0 0,0 0 1 0 0,1 0 0 0 0,-1 0 0 0 0,0 0-1 0 0,1 1 1 0 0,-1-1 0 0 0,0 0 0 0 0,1 0-1 0 0,9-10 149 0 0,12-39-537 0 0,-7 15 341 0 0,13-6-52 0 0,-23 34 81 0 0,-3 2 22 0 0,3 2 25 0 0,14-8 45 0 0,-15 8 75 0 0,3 3-69 0 0,-3-1-102 0 0,-1 0 21 0 0,0 1-1 0 0,0-1 0 0 0,1 1 1 0 0,-1 0-1 0 0,0-1 0 0 0,0 2 1 0 0,0-1-1 0 0,0 0 0 0 0,0 0 0 0 0,0 1 1 0 0,0 0-1 0 0,0-1 0 0 0,-1 1 1 0 0,1 0-1 0 0,4 5 0 0 0,2 5-4 0 0,-1 0 0 0 0,0 0 0 0 0,-1 1 0 0 0,10 23 0 0 0,9 19-1033 0 0,-19-42 479 0 0,-5-10-134 0 0,1 1-105 0 0,8 11-131 0 0,-8-11-169 0 0,2-3 28 0 0,14 4-108 0 0,-15-4-171 0 0,1-3-203 0 0,12-4-1067 0 0</inkml:trace>
</inkml:ink>
</file>

<file path=ppt/ink/ink4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32.9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76 3320 0 0,'1'-4'1406'0'0,"10"-38"3076"0"0,-11 37-2631 0 0,9-19 3650 0 0,8 32-5048 0 0,-15-7-384 0 0,-1 0-54 0 0,0 0 0 0 0,0 0 0 0 0,0-1 0 0 0,0 1 0 0 0,0 0 0 0 0,-1 0 0 0 0,1 0 0 0 0,0 0 0 0 0,-1 0 0 0 0,1 0 0 0 0,0 0 1 0 0,-1 0-1 0 0,1 0 0 0 0,-1 0 0 0 0,0 0 0 0 0,1 1 0 0 0,-1-1 0 0 0,0 0 0 0 0,0 0 0 0 0,1 3 0 0 0,-1-4 23 0 0,53 144-308 0 0,-31-86-1786 0 0,-21-54 1375 0 0,1 0-44 0 0,7 11-32 0 0,-7-11-28 0 0,22-3-3360 0 0,-19-1 2727 0 0,-2-3-1006 0 0,12-17-1711 0 0</inkml:trace>
</inkml:ink>
</file>

<file path=ppt/ink/ink4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33.2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151 91 3308 0 0,'-8'-8'940'0'0,"-1"0"0"0"0,0 0 0 0 0,0 1 0 0 0,-14-7 0 0 0,18 11-43 0 0,-1 3-514 0 0,0-1-235 0 0,-1 1 0 0 0,0 1 0 0 0,0-1 0 0 0,0 1 0 0 0,-7 2 0 0 0,11-2-28 0 0,3 0-114 0 0,0-1 0 0 0,-1 0 0 0 0,1 1 0 0 0,0-1 0 0 0,0 1 0 0 0,0-1-1 0 0,0 0 1 0 0,-1 1 0 0 0,1-1 0 0 0,0 1 0 0 0,0-1 0 0 0,-1 0 0 0 0,1 1 0 0 0,0-1-1 0 0,-1 0 1 0 0,1 0 0 0 0,0 1 0 0 0,-1-1 0 0 0,1 0 0 0 0,0 0 0 0 0,-1 1 0 0 0,1-1-1 0 0,0 0 1 0 0,-1 0 0 0 0,0 0 0 0 0,-13 12 29 0 0,13-9-173 0 0,0 0-1 0 0,-1 1 1 0 0,1-1 0 0 0,0 1 0 0 0,0-1 0 0 0,1 0 0 0 0,-1 1 0 0 0,1 0 0 0 0,0 6 0 0 0,0-5-234 0 0,5-4-276 0 0,13 4 440 0 0,-13-3 82 0 0,0-3 98 0 0,1 0 176 0 0,1-1-1 0 0,-1 0 0 0 0,1-1 0 0 0,-1 1 1 0 0,0-1-1 0 0,0 0 0 0 0,0-1 0 0 0,0 1 1 0 0,-1-1-1 0 0,1 0 0 0 0,-1-1 0 0 0,6-6 1 0 0,-8 8 382 0 0,-3 2-469 0 0,0-1-1 0 0,0 1 0 0 0,1-1 0 0 0,-1 1 1 0 0,1-1-1 0 0,-1 1 0 0 0,1-1 1 0 0,-1 1-1 0 0,1 0 0 0 0,0-1 1 0 0,0 1-1 0 0,1-2 0 0 0,0 0 70 0 0,0-2 252 0 0,-3 1-56 0 0,-1-13-44 0 0,1 12-63 0 0,1 5-212 0 0,0 0 0 0 0,-1 0-1 0 0,1 0 1 0 0,0 0 0 0 0,-1 0-1 0 0,1 0 1 0 0,0 0 0 0 0,0 0-1 0 0,-1 0 1 0 0,1-1 0 0 0,0 1-1 0 0,-1 0 1 0 0,1 0 0 0 0,0 0 0 0 0,0-1-1 0 0,-1 1 1 0 0,1 0 0 0 0,0 0-1 0 0,0 0 1 0 0,-1-1 0 0 0,1 1-1 0 0,0 0 1 0 0,0 0 0 0 0,0-1-1 0 0,0 1 1 0 0,-1 0 0 0 0,1-1 0 0 0,0 1-1 0 0,0 0 1 0 0,0-1 0 0 0,0 1-1 0 0,0-1 1 0 0,0 1-2 0 0,0-1-1 0 0,-1 1 1 0 0,1-1 0 0 0,0 1-1 0 0,0-1 1 0 0,-1 1 0 0 0,1-1-1 0 0,0 1 1 0 0,0 0 0 0 0,-1-1-1 0 0,1 1 1 0 0,0-1 0 0 0,-1 1-1 0 0,1 0 1 0 0,-1-1 0 0 0,1 1-1 0 0,-1 0 1 0 0,1-1 0 0 0,-1 1-1 0 0,1 0 1 0 0,0 0 0 0 0,-1-1-1 0 0,1 1 1 0 0,-1 0 0 0 0,0 0-1 0 0,1 0 1 0 0,-1 0 0 0 0,1 0-1 0 0,-1 0 1 0 0,1 0 0 0 0,-1 0-1 0 0,1 0 1 0 0,-1 0 0 0 0,1 0-1 0 0,-2 0 1 0 0,-20 1-210 0 0,20 0 100 0 0,0 0-1 0 0,0-1 0 0 0,1 1 1 0 0,-1 0-1 0 0,0 0 1 0 0,0 1-1 0 0,0-1 0 0 0,1 0 1 0 0,-1 0-1 0 0,1 1 1 0 0,-1-1-1 0 0,1 1 0 0 0,-1 0 1 0 0,1-1-1 0 0,0 1 1 0 0,0 0-1 0 0,0 0 0 0 0,0 0 1 0 0,0 0-1 0 0,0-1 1 0 0,-1 5-1 0 0,2-5 74 0 0,-6 10-1703 0 0,2-1 1221 0 0,3 4-2745 0 0,0 10-1311 0 0</inkml:trace>
</inkml:ink>
</file>

<file path=ppt/ink/ink4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34.1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68 465 3212 0 0,'0'0'7560'0'0,"-1"-6"-7089"0"0,-3-15-88 0 0,3 15-67 0 0,1 0-40 0 0,0-23 256 0 0,4-37 0 0 0,3-43-109 0 0,-8 57-323 0 0,-1 16-67 0 0,-3 0 0 0 0,-9-36 1 0 0,13 68-35 0 0,-1 0-6 0 0,-8-10-13 0 0,8 10 80 0 0,-1 6-5 0 0,0 1-42 0 0,0-1 1 0 0,0 1-1 0 0,1 0 0 0 0,0-1 1 0 0,-1 1-1 0 0,1 0 0 0 0,0 1 1 0 0,0-1-1 0 0,1 0 0 0 0,-1 1 1 0 0,1-1-1 0 0,-1 1 1 0 0,1-1-1 0 0,0 1 0 0 0,1-1 1 0 0,-1 1-1 0 0,0 0 0 0 0,1-1 1 0 0,0 1-1 0 0,0 4 0 0 0,0 15-29 0 0,0 0-1 0 0,6 30 1 0 0,-3-28-287 0 0,2-1 1 0 0,1 1 0 0 0,1-1 0 0 0,15 35-1 0 0,-15-45-140 0 0,0 0 0 0 0,0 0 0 0 0,1-1 0 0 0,1 0 0 0 0,0-1 0 0 0,1 0 0 0 0,0 0 0 0 0,14 12-1 0 0,-19-20 166 0 0,0-1-1 0 0,0 0 0 0 0,0 0 0 0 0,1-1 1 0 0,-1 1-1 0 0,1-1 0 0 0,-1 0 0 0 0,1 0 1 0 0,5 0-1 0 0,-6-1 255 0 0,0-1 0 0 0,-1 0 1 0 0,1 0-1 0 0,-1-1 0 0 0,1 1 0 0 0,-1-1 1 0 0,1 0-1 0 0,-1 0 0 0 0,1 0 0 0 0,-1-1 1 0 0,8-3-1 0 0,-2 0 204 0 0,0 0 0 0 0,-1-1 0 0 0,15-11 0 0 0,-10 5 103 0 0,-1-2 0 0 0,0 0 1 0 0,-1-1-1 0 0,0 0 1 0 0,-1-1-1 0 0,-1 0 0 0 0,-1 0 1 0 0,0-1-1 0 0,-1-1 1 0 0,-1 1-1 0 0,0-1 0 0 0,-2-1 1 0 0,5-23-1 0 0,-9 37-172 0 0,0-1 0 0 0,-1 1 0 0 0,0 0 0 0 0,0-1 0 0 0,0 1 0 0 0,-1-1 0 0 0,0 1 0 0 0,-2-8 0 0 0,2 5 96 0 0,-7-10 424 0 0,6 15-537 0 0,0-1 175 0 0,-15-10 581 0 0,12 15-703 0 0,0 1-108 0 0,0 0-1 0 0,0 1 1 0 0,0-1-1 0 0,0 1 1 0 0,0 0 0 0 0,1 0-1 0 0,-1 1 1 0 0,1-1-1 0 0,0 1 1 0 0,0 0-1 0 0,0 0 1 0 0,-4 7-1 0 0,0 1 3 0 0,1 0 0 0 0,1 0 0 0 0,0 0 0 0 0,1 1-1 0 0,-7 22 1 0 0,-13 64-753 0 0,24-93 424 0 0,1 0-3 0 0,0 22-406 0 0,0-26 654 0 0,1-1 0 0 0,-1 1 0 0 0,1-1 0 0 0,-1 1 0 0 0,1-1 0 0 0,0 0 1 0 0,0 1-1 0 0,0-1 0 0 0,0 0 0 0 0,-1 0 0 0 0,1 0 0 0 0,3 2 0 0 0,-3-1-44 0 0,2 2-235 0 0,-2-4 157 0 0,0 0 157 0 0,1 0 1 0 0,-1 0-1 0 0,1 0 1 0 0,-1 1-1 0 0,0-1 1 0 0,1 0-1 0 0,-1 1 1 0 0,0-1-1 0 0,1 1 0 0 0,-1 0 1 0 0,3 1-1 0 0,-3-1-5 0 0,4 0-7 0 0,-1-2 41 0 0,2-2 156 0 0,-1 1 0 0 0,1-1-1 0 0,-1 0 1 0 0,0 0-1 0 0,0-1 1 0 0,0 0 0 0 0,0 0-1 0 0,-1 0 1 0 0,1 0 0 0 0,6-9-1 0 0,29-42 2656 0 0,-38 52-2069 0 0,5-3-558 0 0,-7 6-198 0 0,0-1 1 0 0,0 1 0 0 0,0 0 0 0 0,1-1 0 0 0,-1 1-1 0 0,0-1 1 0 0,0 1 0 0 0,1 0 0 0 0,-1-1 0 0 0,0 1-1 0 0,1 0 1 0 0,-1-1 0 0 0,0 1 0 0 0,1 0 0 0 0,-1 0-1 0 0,0-1 1 0 0,1 1 0 0 0,-1 0 0 0 0,0 0 0 0 0,1-1-1 0 0,-1 1 1 0 0,1 0 0 0 0,-1 0 0 0 0,1 0 0 0 0,-1 0-1 0 0,0 0 1 0 0,1 0 0 0 0,-1 0 0 0 0,1 0 0 0 0,-1 0-1 0 0,1 0 1 0 0,-1 0 0 0 0,1 0 0 0 0,-1 0 0 0 0,0 0-1 0 0,1 0 1 0 0,-1 0 0 0 0,1 1 0 0 0,14 10 220 0 0,-11-9-187 0 0,-3 0-49 0 0,-1 0 0 0 0,1 0 0 0 0,0-1 0 0 0,0 1 0 0 0,-1-1 0 0 0,1 1-1 0 0,1 0 1 0 0,-1-1 0 0 0,0 0 0 0 0,0 1 0 0 0,0-1 0 0 0,3 2 0 0 0,-3-2-12 0 0,17 24-1433 0 0,0-2 0 0 0,1-1 0 0 0,34 31-1 0 0,-49-50 255 0 0,-3-3 1006 0 0,0 1 0 0 0,1-1 0 0 0,-1 0 0 0 0,0 1 0 0 0,1-1 0 0 0,-1 1 0 0 0,0 0 0 0 0,0-1 0 0 0,1 1 0 0 0,-1 0 0 0 0,0 0 0 0 0,2 1 0 0 0,-1 0-304 0 0,2 0-2154 0 0</inkml:trace>
</inkml:ink>
</file>

<file path=ppt/ink/ink4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34.5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0 239 2252 0 0,'0'-10'363'0'0,"1"0"0"0"0,0 0 0 0 0,0 0 0 0 0,1 0 0 0 0,0 0 0 0 0,1 0 0 0 0,0 1 0 0 0,0-1 1 0 0,1 1-1 0 0,1 0 0 0 0,5-10 0 0 0,-8 16-109 0 0,2 0-11 0 0,12-8 14 0 0,-12 9 251 0 0,3 2-359 0 0,-4-1-134 0 0,0 1 38 0 0,0 0 1 0 0,0 0-1 0 0,0 0 0 0 0,-1 0 0 0 0,1 0 0 0 0,0 1 1 0 0,0-1-1 0 0,0 1 0 0 0,0 0 0 0 0,-1 0 0 0 0,1 0 1 0 0,0 0-1 0 0,-1 0 0 0 0,1 0 0 0 0,-1 1 0 0 0,0-1 1 0 0,3 3-1 0 0,0 0 92 0 0,-1 1 1 0 0,1 0 0 0 0,-1 0-1 0 0,0 0 1 0 0,-1 0 0 0 0,1 1-1 0 0,-1 0 1 0 0,0-1 0 0 0,-1 1-1 0 0,1 0 1 0 0,-1 0 0 0 0,3 13-1 0 0,-4-15 176 0 0,-1 2 51 0 0,1 17 37 0 0,-1-18 27 0 0,0 1 25 0 0,-4 14 1 0 0,3-15 556 0 0,-1 0-505 0 0,0-3-276 0 0,1-1-80 0 0,1 0 1 0 0,-1 0 0 0 0,0 0-1 0 0,0 1 1 0 0,1-1-1 0 0,-1 0 1 0 0,0 0 0 0 0,1 1-1 0 0,-1-1 1 0 0,1 0-1 0 0,0 0 1 0 0,-1 3 0 0 0,1-4-152 0 0,0-1 0 0 0,0 1 1 0 0,0 0-1 0 0,0-1 1 0 0,0 1-1 0 0,-1 0 0 0 0,1-1 1 0 0,0 1-1 0 0,0 0 1 0 0,0-1-1 0 0,0 1 0 0 0,-1 0 1 0 0,1-1-1 0 0,0 1 1 0 0,0 0-1 0 0,-1-1 1 0 0,1 1-1 0 0,0 0 0 0 0,-1 0 1 0 0,1 0-1 0 0,0-1 1 0 0,0 1-1 0 0,-1 0 0 0 0,1 0 1 0 0,0 0-1 0 0,-1 0 1 0 0,0-1-1 0 0,1 1 0 0 0,-1 0 0 0 0,1 0 0 0 0,-1 0 1 0 0,1-1-1 0 0,-1 1 0 0 0,1 0 0 0 0,0 0 0 0 0,-1-1 1 0 0,1 1-1 0 0,-1 0 0 0 0,1-1 0 0 0,0 1 0 0 0,-1 0 0 0 0,1-1 1 0 0,0 1-1 0 0,-1-1 0 0 0,1 1 0 0 0,0 0 0 0 0,0-1 0 0 0,-1 1 1 0 0,1-1-1 0 0,0 1 0 0 0,0-1 0 0 0,0 1 0 0 0,0-1 0 0 0,0 1 1 0 0,0-1-1 0 0,0 1 0 0 0,0-1 0 0 0,0 1 0 0 0,0-1 0 0 0,0 1 1 0 0,0-1-1 0 0,0 1 0 0 0,0-1 0 0 0,0 1 0 0 0,0-1 0 0 0,1 0 1 0 0,18-59-173 0 0,-12 44-576 0 0,1 1-1 0 0,1 0 1 0 0,0 0 0 0 0,1 1-1 0 0,0 0 1 0 0,1 1-1 0 0,1 0 1 0 0,0 1-1 0 0,1 0 1 0 0,21-15 0 0 0,1 6-4461 0 0,-15 7 1194 0 0</inkml:trace>
</inkml:ink>
</file>

<file path=ppt/ink/ink4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34.6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3784 0 0,'0'0'4645'0'0,"6"0"-3603"0"0,14 1-42 0 0,-14 0 662 0 0,-5 3-986 0 0,2 15-132 0 0,-2-15-11 0 0,0 3 27 0 0,1 17-301 0 0,2-1-1 0 0,8 27 1 0 0,-7-32-932 0 0,1-1 0 0 0,1 0 1 0 0,11 20-1 0 0,-16-32-24 0 0,1-1-1 0 0,0 0 0 0 0,0 0 1 0 0,0 0-1 0 0,1-1 0 0 0,-1 1 1 0 0,1-1-1 0 0,6 5 0 0 0,-7-6-168 0 0</inkml:trace>
</inkml:ink>
</file>

<file path=ppt/ink/ink4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34.8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 27 3112 0 0,'-20'-17'4433'0'0,"0"7"-1773"0"0</inkml:trace>
</inkml:ink>
</file>

<file path=ppt/ink/ink4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35.1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18 3772 0 0,'0'-1'481'0'0,"0"0"0"0"0,1 0 1 0 0,-1-1-1 0 0,1 1 0 0 0,-1 0 0 0 0,1 0 0 0 0,-1 0 0 0 0,1 0 0 0 0,0 0 0 0 0,-1 0 0 0 0,1 0 0 0 0,0 0 0 0 0,0 1 0 0 0,0-1 0 0 0,0 0 0 0 0,0 0 1 0 0,1 0-1 0 0,5 7 4150 0 0,0 14-5351 0 0,13 70 2049 0 0,41 153-1453 0 0,-6-98-3672 0 0,-45-124 1075 0 0,1-1 0 0 0,21 29 0 0 0,-18-31-2828 0 0</inkml:trace>
</inkml:ink>
</file>

<file path=ppt/ink/ink4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35.7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24 207 2848 0 0,'-2'-5'1292'0'0,"0"0"-1091"0"0,-13-36 2093 0 0,14 38-2152 0 0,0-1 0 0 0,0 1 1 0 0,0-1-1 0 0,1 0 0 0 0,0 0 0 0 0,-1 1 0 0 0,1-1 1 0 0,1 0-1 0 0,-1 0 0 0 0,0 0 0 0 0,2-3 0 0 0,0 1-77 0 0,1 0-1 0 0,0 0 1 0 0,0 1-1 0 0,1-1 1 0 0,-1 1-1 0 0,1 0 1 0 0,0 0-1 0 0,1 1 1 0 0,-1-1-1 0 0,1 1 1 0 0,0 0-1 0 0,0 0 1 0 0,0 1-1 0 0,0-1 1 0 0,1 1-1 0 0,-1 0 1 0 0,1 0-1 0 0,0 1 1 0 0,0 0-1 0 0,0 0 0 0 0,0 0 1 0 0,0 1-1 0 0,11-1 1 0 0,3-1 158 0 0,-16 2-47 0 0,3 1 88 0 0,0 1-162 0 0,1-1 1 0 0,-1 1 0 0 0,0 0-1 0 0,0 1 1 0 0,0 0-1 0 0,0 0 1 0 0,0 1 0 0 0,-1-1-1 0 0,1 1 1 0 0,-1 1 0 0 0,1-1-1 0 0,-1 1 1 0 0,0 0-1 0 0,7 7 1 0 0,-3 1 18 0 0,0 0-1 0 0,-1 0 1 0 0,0 0 0 0 0,7 17-1 0 0,-13-25-75 0 0,-3-2-30 0 0,1 0 0 0 0,0 0 0 0 0,0 0 0 0 0,1 0 0 0 0,-1 0 0 0 0,0-1 0 0 0,1 1 0 0 0,-1 0 1 0 0,1-1-1 0 0,-1 1 0 0 0,1-1 0 0 0,0 1 0 0 0,0-1 0 0 0,-1 0 0 0 0,1 0 0 0 0,0 0 1 0 0,3 1-1 0 0,-5-2-19 0 0,4 2 152 0 0,0-4-33 0 0,1-1 8 0 0,0 0-1 0 0,0-1 1 0 0,0 0 0 0 0,0 0 0 0 0,0 0-1 0 0,-1-1 1 0 0,0 1 0 0 0,0-1 0 0 0,6-10-1 0 0,29-55 1670 0 0,-37 66-1419 0 0,1-1-26 0 0,6-14-78 0 0,-7 15 257 0 0,0 1-394 0 0,-1 2-124 0 0,-1 1 0 0 0,0-1 0 0 0,0 1 0 0 0,1-1 0 0 0,-1 1 0 0 0,0-1 1 0 0,1 1-1 0 0,-1 0 0 0 0,0-1 0 0 0,1 1 0 0 0,-1-1 0 0 0,1 1 0 0 0,-1 0 0 0 0,0-1 1 0 0,1 1-1 0 0,-1 0 0 0 0,1 0 0 0 0,-1-1 0 0 0,1 1 0 0 0,-1 0 0 0 0,1 0 0 0 0,0 0 1 0 0,-1 0-1 0 0,1-1 0 0 0,0 2-2 0 0,0 1-1 0 0,0-1 1 0 0,-1 0 0 0 0,1 0-1 0 0,0 1 1 0 0,-1-1 0 0 0,1 0-1 0 0,-1 0 1 0 0,0 1 0 0 0,1-1-1 0 0,-1 1 1 0 0,0-1 0 0 0,0 0-1 0 0,0 1 1 0 0,0-1 0 0 0,0 1-1 0 0,0 1 1 0 0,5 57 37 0 0,3 0 1 0 0,26 97-1 0 0,51 120-34 0 0,-41-141-79 0 0,-38-117 80 0 0,-1-5 9 0 0,0 0 1 0 0,-1 0 0 0 0,-1 1-1 0 0,0-1 1 0 0,-1 1 0 0 0,-1-1-1 0 0,0 20 1 0 0,-1-29 302 0 0,-6-7-116 0 0,1 2-141 0 0,3 0-47 0 0,0 0 1 0 0,1 0-1 0 0,-1 0 1 0 0,0 0 0 0 0,1-1-1 0 0,-1 1 1 0 0,1-1 0 0 0,-1 1-1 0 0,0-1 1 0 0,1 0 0 0 0,-1 1-1 0 0,1-1 1 0 0,0 0 0 0 0,-1 0-1 0 0,1 0 1 0 0,0 0-1 0 0,-1 0 1 0 0,0-2 0 0 0,-16-12 19 0 0,2-2 1 0 0,0 0 0 0 0,0 0-1 0 0,2-2 1 0 0,0 0 0 0 0,1 0-1 0 0,1-1 1 0 0,1-1 0 0 0,-14-38-1 0 0,21 47-277 0 0,0 0 0 0 0,1-1-1 0 0,0 1 1 0 0,2-1 0 0 0,-1 1 0 0 0,1-1 0 0 0,1 0-1 0 0,2-21 1 0 0,-1 25-175 0 0,1-1 0 0 0,1 1 0 0 0,-1 0 0 0 0,1 0 0 0 0,1 0 0 0 0,0 1 0 0 0,0-1 0 0 0,1 1 0 0 0,0 0 0 0 0,0 0 0 0 0,1 0-1 0 0,11-12 1 0 0,-7 10-1049 0 0,0 1 1 0 0,1-1-1 0 0,15-8 0 0 0,6-3-4920 0 0</inkml:trace>
</inkml:ink>
</file>

<file path=ppt/ink/ink4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37.5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1 171 4436 0 0,'0'0'3377'0'0,"0"-5"-2181"0"0,4-11-202 0 0,-3 12 2405 0 0,1 7-2707 0 0,5 10-387 0 0,-1-1 0 0 0,0 2 0 0 0,-1-1 1 0 0,-1 0-1 0 0,0 1 0 0 0,0 0 0 0 0,-2 0 0 0 0,2 17 1 0 0,0-4-49 0 0,16 55 0 0 0,15-6 293 0 0,-32-72-474 0 0,2-3-44 0 0,14 3-3 0 0,-10-6-16 0 0,-3-3-12 0 0,0 1 0 0 0,0-1 0 0 0,0-1 0 0 0,0 1 0 0 0,-1-1 1 0 0,0 0-1 0 0,7-9 0 0 0,31-60 2 0 0,-39 66-3 0 0,21-40 196 0 0,-23 45-195 0 0,0 0-67 0 0,0 2 47 0 0,-1 1 10 0 0,0 0 0 0 0,0 0 0 0 0,0 0 0 0 0,0-1 0 0 0,0 1 0 0 0,-1 0 0 0 0,1 0 0 0 0,0-1 0 0 0,-1 1 0 0 0,1 0 0 0 0,-1-1 0 0 0,1-2 0 0 0,5 6-4 0 0,16 3 6 0 0,-17-3-3 0 0,-2 3 15 0 0,22 46-57 0 0,-5-12 16 0 0,-17-35 40 0 0,1 4-1 0 0,-4-8 0 0 0,1 1 0 0 0,-1-1 0 0 0,0 1 0 0 0,0-1 0 0 0,0 1 1 0 0,0-1-1 0 0,0 1 0 0 0,1-1 0 0 0,-1 1 0 0 0,0-1 0 0 0,0 0 1 0 0,1 1-1 0 0,-1-1 0 0 0,0 1 0 0 0,1-1 0 0 0,-1 0 0 0 0,0 1 1 0 0,1-1-1 0 0,-1 0 0 0 0,0 0 0 0 0,1 1 0 0 0,-1-1 0 0 0,1 0 1 0 0,-1 0-1 0 0,1 1 0 0 0,-1-1 0 0 0,1 0 0 0 0,-1 0 0 0 0,1 0 1 0 0,-1 0-1 0 0,1 0 0 0 0,-1 0 0 0 0,1 0 0 0 0,-1 0 1 0 0,1 0-1 0 0,20-1 6 0 0,-18 0 3 0 0,0-1 0 0 0,-1 0 0 0 0,1 0 0 0 0,0 1 0 0 0,-1-2 0 0 0,0 1 0 0 0,1 0 0 0 0,-1 0 0 0 0,0-1 0 0 0,0 1 1 0 0,0-1-1 0 0,-1 1 0 0 0,3-5 0 0 0,52-72 968 0 0,-53 76-746 0 0,0-1-20 0 0,-1 0-163 0 0,0 0-1 0 0,0 1 0 0 0,0-1 0 0 0,1 1 0 0 0,0 0 0 0 0,0 0 0 0 0,0 0 0 0 0,0 0 0 0 0,0 1 0 0 0,4-3 0 0 0,-2 6-50 0 0,-1 0 0 0 0,0 1-1 0 0,0 0 1 0 0,0 0 0 0 0,0 0 0 0 0,0 0 0 0 0,0 1-1 0 0,0-1 1 0 0,-1 1 0 0 0,1 0 0 0 0,-1 0-1 0 0,0 0 1 0 0,0 1 0 0 0,4 5 0 0 0,0-1-95 0 0,38 38-767 0 0,-7-9-903 0 0,-31-31 1276 0 0,34 29-1939 0 0,-37-32 1874 0 0,-1 0-1 0 0,1-1 0 0 0,0 0 0 0 0,0 0 0 0 0,0 0 0 0 0,0 0 0 0 0,0-1 0 0 0,0 0 0 0 0,0 1 0 0 0,1-1 0 0 0,5 0 0 0 0,20-4-913 0 0,-24 3 1039 0 0,-2-3 145 0 0,0 0 277 0 0,0 0 0 0 0,0 0 1 0 0,0-1-1 0 0,-1 1 0 0 0,0-1 1 0 0,0 0-1 0 0,0 0 1 0 0,0 0-1 0 0,-1 0 0 0 0,1-1 1 0 0,-1 1-1 0 0,0-1 0 0 0,0 1 1 0 0,1-7-1 0 0,9-46 664 0 0,-7-8 858 0 0,-4 60-1129 0 0,-1 0-4 0 0,1-16-48 0 0,-1 16 527 0 0,0 0-537 0 0,-1-16 103 0 0,1 16 1206 0 0,-21 10-1081 0 0,17-4-325 0 0,1 2-31 0 0,-3 3-111 0 0,0 1 0 0 0,0-1 0 0 0,0 1-1 0 0,1 0 1 0 0,0 1 0 0 0,1-1 0 0 0,-1 1-1 0 0,1 0 1 0 0,1 0 0 0 0,0 0 0 0 0,-4 15 0 0 0,6-19-32 0 0,0 1-5 0 0,-1 16-14 0 0,1-16-10 0 0,2 0-8 0 0,3 12-9 0 0,-4-13-13 0 0,14 14 32 0 0,-12-14 87 0 0,4-5-24 0 0,21 0 177 0 0,-25 0-247 0 0,-1 0 0 0 0,1-1 0 0 0,-1 1 0 0 0,1 0-1 0 0,-1-1 1 0 0,0 1 0 0 0,0-1 0 0 0,0 1 0 0 0,2-3-1 0 0,0 0 172 0 0,-2-1-89 0 0,4-17-13 0 0,-4 17-22 0 0,-2-1-23 0 0,-3-31 85 0 0,2 30-185 0 0,1 1 0 0 0,0 0 1 0 0,1-1-1 0 0,-1 1 0 0 0,1 0 0 0 0,1-1 1 0 0,-1 1-1 0 0,1 0 0 0 0,0-1 0 0 0,3-6 1 0 0,-3 10-67 0 0,1-1 1 0 0,0 1 0 0 0,0-1 0 0 0,0 1 0 0 0,0 0-1 0 0,1 0 1 0 0,0 0 0 0 0,-1 0 0 0 0,1 1-1 0 0,0-1 1 0 0,0 1 0 0 0,5-4 0 0 0,-5 5 76 0 0,1-3-45 0 0,0 0 0 0 0,1 0 0 0 0,0 1 0 0 0,0-1 1 0 0,0 1-1 0 0,0 1 0 0 0,0-1 0 0 0,1 1 0 0 0,-1 0 0 0 0,1 0 0 0 0,0 0 0 0 0,-1 1 1 0 0,1 0-1 0 0,0 0 0 0 0,0 1 0 0 0,0-1 0 0 0,0 1 0 0 0,0 1 0 0 0,0-1 0 0 0,-1 1 1 0 0,1 0-1 0 0,0 0 0 0 0,0 1 0 0 0,-1-1 0 0 0,1 1 0 0 0,9 5 0 0 0,-12-4 118 0 0,1-1 0 0 0,-1 1 0 0 0,0 0 0 0 0,0 0 0 0 0,0 0 0 0 0,0 0 0 0 0,0 0 0 0 0,-1 1 0 0 0,0-1 0 0 0,0 1 0 0 0,0 0 0 0 0,0 0 0 0 0,0 0 0 0 0,-1 0 0 0 0,1 0 0 0 0,-1 0 0 0 0,0 0 0 0 0,0 0 0 0 0,-1 0 0 0 0,1 1 1 0 0,-1-1-1 0 0,0 6 0 0 0,0-6 3 0 0,0 2 332 0 0,0 0-238 0 0,-1 17 16 0 0,0-18 868 0 0,0-1-654 0 0,-3 13-31 0 0,2-13 597 0 0,2-8-992 0 0,-1-4-75 0 0,1 0-1 0 0,0 1 0 0 0,0-1 0 0 0,1 1 1 0 0,0-1-1 0 0,1 1 0 0 0,0-1 0 0 0,0 1 1 0 0,0 0-1 0 0,5-10 0 0 0,2-3-232 0 0,1-1 0 0 0,15-22 0 0 0,-17 29 234 0 0,-5 11 132 0 0,21-18-138 0 0,-21 18 100 0 0,16-2 159 0 0,-16 3-83 0 0,1 1 173 0 0,0 3-110 0 0,23 31 210 0 0,-25-29-255 0 0,0 1 10 0 0,4 13-4 0 0,-5-13-4 0 0,1-1-27 0 0,5 11-4 0 0,-5-11-17 0 0,3 2-17 0 0,-5-5 10 0 0,1 0 1 0 0,-1 0 0 0 0,0-1-1 0 0,1 1 1 0 0,-1 0 0 0 0,0 0-1 0 0,1 0 1 0 0,-1-1 0 0 0,1 1-1 0 0,0 0 1 0 0,-1-1 0 0 0,1 1-1 0 0,0 0 1 0 0,-1-1-1 0 0,1 1 1 0 0,0-1 0 0 0,1 2-1 0 0,1-1-37 0 0,1 0-1 0 0,0 0 0 0 0,-1 0 1 0 0,1 0-1 0 0,0 0 0 0 0,0-1 1 0 0,0 1-1 0 0,0-1 0 0 0,4-1 1 0 0,-4 1-8 0 0,2-3 26 0 0,0 0 23 0 0,1-1 1 0 0,-1 0-1 0 0,0 0 0 0 0,0 0 0 0 0,0-1 0 0 0,-1 1 0 0 0,1-2 0 0 0,-1 1 0 0 0,0 0 0 0 0,-1-1 0 0 0,0 0 0 0 0,0 0 0 0 0,0-1 0 0 0,0 1 1 0 0,-1-1-1 0 0,0 1 0 0 0,2-8 0 0 0,-4 9 121 0 0,0 0 101 0 0,0-16-106 0 0,-1 16 95 0 0,-1 1-52 0 0,-5-20 593 0 0,2 25-533 0 0,-20 2 265 0 0,21 1-316 0 0,-10 12-33 0 0,10-12 16 0 0,1 1-27 0 0,-6 15 75 0 0,6-15 5 0 0,2 0 23 0 0,0-2-184 0 0,0 0-1 0 0,0 0 1 0 0,1 0 0 0 0,-1 0-1 0 0,1 0 1 0 0,0-1-1 0 0,0 1 1 0 0,0 0-1 0 0,0 0 1 0 0,0 0-1 0 0,1-1 1 0 0,-1 1-1 0 0,1 0 1 0 0,0-1 0 0 0,-1 0-1 0 0,1 1 1 0 0,0-1-1 0 0,1 0 1 0 0,-1 0-1 0 0,4 3 1 0 0,4 2 38 0 0,1-1 0 0 0,1 0 0 0 0,22 8 0 0 0,-32-13-72 0 0,0 0-1 0 0,0 0 0 0 0,0 0 0 0 0,0 0 0 0 0,0 0 0 0 0,1 0 0 0 0,-1 0 0 0 0,0-1 0 0 0,1 0 0 0 0,-1 1 0 0 0,0-1 0 0 0,1 0 0 0 0,3 0 0 0 0,13-1-67 0 0,4 1-460 0 0,-1-2 0 0 0,0-1 0 0 0,0 0 0 0 0,35-12 0 0 0,-39 10-1388 0 0,0-2 0 0 0,0 0 0 0 0,23-15 0 0 0,-19 8-3759 0 0</inkml:trace>
</inkml:ink>
</file>

<file path=ppt/ink/ink4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45.9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165 487 3680 0 0,'-8'-17'1200'0'0,"0"0"0"0"0,-1 1-1 0 0,-1 1 1 0 0,0 0 0 0 0,-21-23-1 0 0,28 34-695 0 0,-6-2 143 0 0,9 5-611 0 0,0 1 1 0 0,-1-1-1 0 0,1 1 0 0 0,0-1 1 0 0,0 1-1 0 0,-1 0 1 0 0,1-1-1 0 0,0 1 0 0 0,-1-1 1 0 0,1 1-1 0 0,-1 0 0 0 0,1-1 1 0 0,0 1-1 0 0,-1 0 1 0 0,1 0-1 0 0,-1-1 0 0 0,1 1 1 0 0,-1 0-1 0 0,1 0 0 0 0,-1 0 1 0 0,1 0-1 0 0,-1-1 1 0 0,1 1-1 0 0,-1 0 0 0 0,1 0 1 0 0,-1 0-1 0 0,1 0 1 0 0,-1 0-1 0 0,1 0 0 0 0,-1 0 1 0 0,0 1-1 0 0,1-1 0 0 0,-1 0 1 0 0,1 0-1 0 0,-1 0 1 0 0,-2 1-12 0 0,1 0 18 0 0,0 0 0 0 0,0-1 0 0 0,0 1 0 0 0,0 0 0 0 0,0 0 0 0 0,0 0 0 0 0,0 1 0 0 0,1-1 0 0 0,-1 0 0 0 0,0 1 0 0 0,1-1 0 0 0,-1 1 0 0 0,1-1 0 0 0,-1 1 0 0 0,1 0 0 0 0,0-1 1 0 0,0 1-1 0 0,0 0 0 0 0,0 0 0 0 0,0 0 0 0 0,-1 3 0 0 0,-15 57 341 0 0,15-51-345 0 0,0 0 0 0 0,1 0 0 0 0,1 0 1 0 0,0 0-1 0 0,2 15 0 0 0,-1-17-36 0 0,-1 14 51 0 0,3-4-36 0 0,1-5 4 0 0,-2-8-37 0 0,-1 1 0 0 0,1-1 0 0 0,0 0 0 0 0,1 0 0 0 0,0 0 0 0 0,0 0-1 0 0,0 0 1 0 0,0 0 0 0 0,9 9 0 0 0,-9-12-40 0 0,-2-3 44 0 0,1 1 0 0 0,-1-1 0 0 0,0 0 1 0 0,1 0-1 0 0,-1 1 0 0 0,1-1 0 0 0,-1 1 1 0 0,0 0-1 0 0,0-1 0 0 0,1 1 0 0 0,-1 0 0 0 0,1 1 1 0 0,2 0-15 0 0,0 0-34 0 0,1-4 21 0 0,3-2 23 0 0,0-1-1 0 0,-1 0 1 0 0,0 0-1 0 0,0 0 1 0 0,0-1-1 0 0,0 0 1 0 0,-1 0-1 0 0,0 0 1 0 0,0-1-1 0 0,-1 0 1 0 0,1-1-1 0 0,-2 1 1 0 0,1-1-1 0 0,-1 0 1 0 0,0 0-1 0 0,-1 0 1 0 0,3-10-1 0 0,5-17-118 0 0,-1 1 1 0 0,10-71-1 0 0,-13 24-15 0 0,-3-122 0 0 0,-5 132 367 0 0,1 66-176 0 0,-1 1-17 0 0,-3-8 151 0 0,0 14-18 0 0,-3 29 98 0 0,-1 40-31 0 0,8-49-202 0 0,0 0 0 0 0,2 0 0 0 0,0 0-1 0 0,2 0 1 0 0,0-1 0 0 0,2 1 0 0 0,0-1 0 0 0,1 0 0 0 0,1-1 0 0 0,1 0 0 0 0,1 0 0 0 0,1-1 0 0 0,19 27 0 0 0,-27-41-50 0 0,0-1-1 0 0,1 1 1 0 0,0-1 0 0 0,0 0 0 0 0,0 0-1 0 0,0 0 1 0 0,1 0 0 0 0,0-1-1 0 0,-1 1 1 0 0,1-1 0 0 0,0 0-1 0 0,1-1 1 0 0,-1 1 0 0 0,0-1-1 0 0,1 0 1 0 0,-1-1 0 0 0,1 1 0 0 0,0-1-1 0 0,7 1 1 0 0,7-9-56 0 0,-16 5-37 0 0,-1-1 104 0 0,9-10 31 0 0,-8 5-7 0 0,3-10-5 0 0,-1-9 35 0 0,-5 23-8 0 0,0-1-44 0 0,2-7 386 0 0,-2 27-42 0 0,-1-12-391 0 0,0 2 152 0 0,2 2-5 0 0,-2 4-2 0 0,4 10 108 0 0,19 41-87 0 0,-11-38-619 0 0,23 32-1 0 0,-32-52-15 0 0,2-1-95 0 0,13 6-73 0 0,-13-6-74 0 0,0-3-62 0 0,1-1 247 0 0,-1 1 1 0 0,0-2 0 0 0,0 1-1 0 0,1 0 1 0 0,-1-1 0 0 0,0 0-1 0 0,0 0 1 0 0,0-1 0 0 0,-1 1-1 0 0,1-1 1 0 0,5-4 0 0 0</inkml:trace>
</inkml:ink>
</file>

<file path=ppt/ink/ink4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46.0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81 12 2520 0 0,'-27'-10'3621'0'0,"-2"9"-2137"0"0,8 12-1084 0 0,17 19-1624 0 0,20-11-2321 0 0</inkml:trace>
</inkml:ink>
</file>

<file path=ppt/ink/ink4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46.4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173 1 3612 0 0,'0'0'2429'0'0,"-7"-1"-1529"0"0,-52 7 1856 0 0,53-5-2245 0 0,2 1-364 0 0,0 0 0 0 0,0-1 0 0 0,0 2 1 0 0,0-1-1 0 0,0 0 0 0 0,0 1 1 0 0,1 0-1 0 0,-7 6 0 0 0,7-6 70 0 0,2 1-45 0 0,-1 4-174 0 0,1 1 0 0 0,0-1-1 0 0,1 0 1 0 0,0 0 0 0 0,0 0-1 0 0,0 0 1 0 0,1 0 0 0 0,0 0-1 0 0,1 0 1 0 0,0 0-1 0 0,0 0 1 0 0,1 0 0 0 0,0-1-1 0 0,0 1 1 0 0,1-1 0 0 0,0 0-1 0 0,0 0 1 0 0,1 0 0 0 0,-1 0-1 0 0,2-1 1 0 0,8 9-1 0 0,53 61-576 0 0,-64-72 569 0 0,-2 0 6 0 0,6 14 3 0 0,-5-14 16 0 0,-3 0 20 0 0,0 2 24 0 0,-1 1 0 0 0,0-1 0 0 0,0 0 1 0 0,0 0-1 0 0,-5 6 0 0 0,5-8 44 0 0,-3-1-21 0 0,-1 2-56 0 0,0-1 0 0 0,0 0 0 0 0,-1 0 0 0 0,0-1 0 0 0,1 1 0 0 0,-2-1 0 0 0,1-1 0 0 0,-15 4 0 0 0,-36-3-526 0 0,53-3 118 0 0,5-1 360 0 0,0 1 0 0 0,0 0 0 0 0,-1 0-1 0 0,1-1 1 0 0,0 1 0 0 0,0 0 0 0 0,0 0 0 0 0,0-1 0 0 0,0 1 0 0 0,0 0 0 0 0,-1 0 0 0 0,1-1 0 0 0,0 1 0 0 0,0 0 0 0 0,0 0 0 0 0,-1 0 0 0 0,1 0 0 0 0,0-1 0 0 0,0 1 0 0 0,-1 0-1 0 0,1 0 1 0 0,0 0 0 0 0,0 0 0 0 0,-1 0 0 0 0,1 0 0 0 0,0 0 0 0 0,0 0 0 0 0,-1 0 0 0 0,1-1 0 0 0,0 1 0 0 0,0 0 0 0 0,-1 0 0 0 0,1 0 0 0 0,0 1 0 0 0,-1-1 0 0 0,1 0-87 0 0,-1 0 1 0 0,0 0 0 0 0,1-1 0 0 0,-1 1-1 0 0,1 0 1 0 0,-1 0 0 0 0,0 0 0 0 0,1 0-1 0 0,-1 0 1 0 0,1-1 0 0 0,-1 1 0 0 0,0 0-1 0 0,1-1 1 0 0,-1 1 0 0 0,1 0 0 0 0,-1-1-1 0 0,1 1 1 0 0,-1-1 0 0 0,1 1 0 0 0,0-1-1 0 0,-1 1 1 0 0,1-1 0 0 0,0 1 0 0 0,-1-1-1 0 0,1 1 1 0 0,0-1 0 0 0,-1 1 0 0 0,1-1-1 0 0,0 0 1 0 0,0 0 0 0 0,-5-18-2484 0 0</inkml:trace>
</inkml:ink>
</file>

<file path=ppt/ink/ink4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46.7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37 4432 0 0,'31'-36'7947'0'0,"-26"37"-7440"0"0,14 4-72 0 0,-15-3-58 0 0,-2 5-47 0 0,6 64 403 0 0,-1 34-284 0 0,-5-51-538 0 0,2-1 0 0 0,3 0 1 0 0,24 98-1 0 0,-29-145-192 0 0,0 1-1 0 0,1-2 1 0 0,-1 1 0 0 0,1 0 0 0 0,1 0 0 0 0,-1-1 0 0 0,1 0 0 0 0,7 9 0 0 0,11-1-3452 0 0,-4-7 2409 0 0,-13-5 10 0 0</inkml:trace>
</inkml:ink>
</file>

<file path=ppt/ink/ink4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46.9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 85 2540 0 0,'-5'-2'1399'0'0,"-12"-5"-232"0"0,12 5 573 0 0,1 0-1027 0 0,4 2-632 0 0,-1 0-1 0 0,0 0 1 0 0,1-1 0 0 0,-1 1 0 0 0,1 0 0 0 0,-1 0-1 0 0,0-1 1 0 0,1 1 0 0 0,-1 0 0 0 0,1-1 0 0 0,-1 1 0 0 0,1-1-1 0 0,-1 1 1 0 0,1-1 0 0 0,0 1 0 0 0,-1-1 0 0 0,1 1 0 0 0,-1-1-1 0 0,1 1 1 0 0,0-1 0 0 0,-1 1 0 0 0,1-1 0 0 0,0 0 0 0 0,0 1-1 0 0,0-1 1 0 0,-1 0 0 0 0,2 0-83 0 0,0 0 0 0 0,0-1 0 0 0,0 1 1 0 0,0 0-1 0 0,0 1 0 0 0,1-1 0 0 0,-1 0 0 0 0,0 0 0 0 0,0 0 0 0 0,1 1 1 0 0,-1-1-1 0 0,0 0 0 0 0,1 1 0 0 0,-1 0 0 0 0,1-1 0 0 0,-1 1 0 0 0,0 0 1 0 0,1 0-1 0 0,-1-1 0 0 0,1 1 0 0 0,1 0 0 0 0,189-38-6070 0 0,-158 30 2484 0 0</inkml:trace>
</inkml:ink>
</file>

<file path=ppt/ink/ink4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47.5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196 148 2512 0 0,'3'-5'529'0'0,"-1"0"0"0"0,0-1 0 0 0,0 1 0 0 0,-1 0 0 0 0,0-1 0 0 0,0 1 0 0 0,0-1 1 0 0,0-9-1 0 0,-1 10-360 0 0,0 1 1 0 0,-1 0 0 0 0,1-1-1 0 0,-1 1 1 0 0,0 0 0 0 0,0 0-1 0 0,-1-1 1 0 0,0 1 0 0 0,1 0-1 0 0,-1 0 1 0 0,0 1 0 0 0,-1-1-1 0 0,1 0 1 0 0,-1 1 0 0 0,1-1 0 0 0,-7-5-1 0 0,6 7 121 0 0,-2 0-13 0 0,-13-7-2 0 0,13 7-3 0 0,0 2-5 0 0,0 1-169 0 0,-1 1-1 0 0,1-1 1 0 0,-1 1 0 0 0,1 0 0 0 0,-1 0-1 0 0,1 1 1 0 0,0-1 0 0 0,0 1-1 0 0,0 0 1 0 0,1 1 0 0 0,-5 3-1 0 0,3-1-58 0 0,0 0 0 0 0,0 1-1 0 0,1-1 1 0 0,0 1-1 0 0,0 1 1 0 0,1-1-1 0 0,0 0 1 0 0,0 1 0 0 0,-3 8-1 0 0,-16 73 129 0 0,23-84-155 0 0,0 1 2 0 0,3 18-8 0 0,-3-18 5 0 0,2-2-4 0 0,8 13-3 0 0,-8-13-11 0 0,-2-4 6 0 0,1 0 1 0 0,-1 0 0 0 0,0 0-1 0 0,1 0 1 0 0,-1 0 0 0 0,1 0-1 0 0,-1 0 1 0 0,0 0 0 0 0,1 0-1 0 0,-1 0 1 0 0,0 0 0 0 0,1 1-1 0 0,-1-1 1 0 0,0 0 0 0 0,0 0-1 0 0,1 0 1 0 0,-1 1 0 0 0,0-1-1 0 0,1 0 1 0 0,-1 0 0 0 0,0 1-1 0 0,0-1 1 0 0,0 0 0 0 0,1 0-1 0 0,-1 1 1 0 0,0-1 0 0 0,0 0-1 0 0,0 1 1 0 0,1-1-1 0 0,-1 1 3 0 0,0-1 0 0 0,0 1-1 0 0,1-1 1 0 0,-1 1-1 0 0,0-1 1 0 0,1 1 0 0 0,-1-1-1 0 0,0 0 1 0 0,1 1-1 0 0,-1-1 1 0 0,1 1-1 0 0,-1-1 1 0 0,1 0 0 0 0,-1 0-1 0 0,1 1 1 0 0,-1-1-1 0 0,1 0 1 0 0,-1 0-1 0 0,1 1 1 0 0,-1-1 0 0 0,1 0-1 0 0,-1 0 1 0 0,1 0-1 0 0,-1 0 1 0 0,1 0 0 0 0,-1 0-1 0 0,1 0 1 0 0,0 0-1 0 0,-1 0 1 0 0,1 0-1 0 0,-1 0 1 0 0,2-1 0 0 0,25-4 1 0 0,-23 3 51 0 0,1 0 0 0 0,0-1-1 0 0,-1 1 1 0 0,0-1 0 0 0,1 0 0 0 0,-1 0 0 0 0,0 0-1 0 0,-1-1 1 0 0,1 0 0 0 0,4-5 0 0 0,29-46 950 0 0,-21 29-699 0 0,-14 23 9 0 0,10-15 200 0 0,-10 15-194 0 0,1 1-205 0 0,-1 1-96 0 0,-1 0 0 0 0,1 1 1 0 0,0-1-1 0 0,-1 1 0 0 0,1-1 1 0 0,0 1-1 0 0,-1 0 0 0 0,1-1 1 0 0,0 1-1 0 0,-1 0 1 0 0,1 0-1 0 0,0 0 0 0 0,0 0 1 0 0,-1 1-1 0 0,1-1 0 0 0,0 0 1 0 0,-1 1-1 0 0,1-1 0 0 0,0 1 1 0 0,2 1-1 0 0,0 0 29 0 0,0 1-28 0 0,73 87-3502 0 0,-74-87 2593 0 0,1 0-50 0 0,0-2 36 0 0,0 1-1 0 0,0-1 0 0 0,-1 0 0 0 0,1 0 0 0 0,0 0 1 0 0,1 0-1 0 0,3 0 0 0 0,4-1 168 0 0,-6 0-2942 0 0</inkml:trace>
</inkml:ink>
</file>

<file path=ppt/ink/ink4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47.9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0 241 3712 0 0,'20'-47'1693'0'0,"-16"35"-1175"0"0,1-1-1 0 0,1 1 0 0 0,0 0 0 0 0,0 0 1 0 0,11-14-1 0 0,-15 24-229 0 0,2-1-28 0 0,-1 1-139 0 0,0 0 0 0 0,0 0 0 0 0,1 0 0 0 0,-1 0 0 0 0,0 1 0 0 0,1 0 0 0 0,0-1 0 0 0,-1 1-1 0 0,6 0 1 0 0,-5 0 99 0 0,-1 4-110 0 0,-1 2-61 0 0,1-1 1 0 0,-1 1-1 0 0,-1 0 0 0 0,1 0 1 0 0,-1 0-1 0 0,2 9 1 0 0,-2-9-2 0 0,-1-1-3 0 0,-12 77 1476 0 0,12-82-1514 0 0,-1-1-1 0 0,1 1 0 0 0,0 0 0 0 0,-1-1 0 0 0,1 1 0 0 0,-1 0 0 0 0,1-1 0 0 0,-1 1 0 0 0,0 0 0 0 0,1 0 1 0 0,-1 0-1 0 0,-2-2 0 0 0,2 0 4 0 0,-2-1 4 0 0,5-2-5 0 0,1-7-18 0 0,-1 2-1 0 0,0 0 0 0 0,0 1 1 0 0,1 0-1 0 0,1-1 0 0 0,0 1 0 0 0,0 0 0 0 0,1 1 0 0 0,0-1 1 0 0,1 1-1 0 0,0 0 0 0 0,0 0 0 0 0,1 1 0 0 0,15-16 0 0 0,16 1-44 0 0,-35 22 52 0 0,3 0-16 0 0,-1 1 17 0 0,-1 0-1 0 0,1 0 1 0 0,-1 0-1 0 0,1 0 0 0 0,-1 1 1 0 0,1 0-1 0 0,-1 0 1 0 0,1 0-1 0 0,-1 0 0 0 0,0 1 1 0 0,0 0-1 0 0,0 0 1 0 0,0 0-1 0 0,0 0 0 0 0,0 0 1 0 0,7 7-1 0 0,-5-4 4 0 0,9 9-14 0 0,7 38 51 0 0,-16-31-72 0 0,-4-17-44 0 0,-2 2 62 0 0,6 47-634 0 0,-5-48 305 0 0,3 5-769 0 0,-2-1-378 0 0</inkml:trace>
</inkml:ink>
</file>

<file path=ppt/ink/ink4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48.2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138 33 3200 0 0,'0'0'1238'0'0,"-1"-4"-176"0"0,0 2-892 0 0,0 1 1 0 0,0-1-1 0 0,1 0 1 0 0,-1 1-1 0 0,0-1 1 0 0,0 0-1 0 0,-1 1 1 0 0,1-1-1 0 0,0 1 1 0 0,0 0-1 0 0,-1-1 1 0 0,1 1-1 0 0,-1 0 1 0 0,1 0-1 0 0,-1 0 1 0 0,0 0-1 0 0,1 0 1 0 0,-1 0-1 0 0,0 0 1 0 0,1 1 0 0 0,-1-1-1 0 0,-3 0 1 0 0,3 2-100 0 0,0-1 0 0 0,0 1 1 0 0,-1 0-1 0 0,1 0 1 0 0,0 0-1 0 0,0 0 1 0 0,0 0-1 0 0,0 0 1 0 0,0 1-1 0 0,0-1 1 0 0,0 1-1 0 0,0-1 0 0 0,0 1 1 0 0,-1 2-1 0 0,-27 36 494 0 0,2 17-317 0 0,22-41-197 0 0,2 1-23 0 0,3-4 23 0 0,0-6-38 0 0,0 0-1 0 0,1 0 1 0 0,0 0-1 0 0,1 0 1 0 0,0 1-1 0 0,0-1 0 0 0,0 0 1 0 0,5 11-1 0 0,-5-14-111 0 0,1-1 0 0 0,-1 1 0 0 0,1-1 0 0 0,0 0 0 0 0,1 0 0 0 0,-1 0 0 0 0,0 0 0 0 0,1 0 0 0 0,0 0 0 0 0,0 0 0 0 0,0-1 0 0 0,0 0-1 0 0,0 0 1 0 0,0 1 0 0 0,0-2 0 0 0,1 1 0 0 0,-1 0 0 0 0,1-1 0 0 0,-1 1 0 0 0,1-1 0 0 0,5 1 0 0 0,1 0-360 0 0,0-1 0 0 0,0 1 1 0 0,0-2-1 0 0,0 1 0 0 0,0-1 0 0 0,-1-1 1 0 0,1 0-1 0 0,0 0 0 0 0,0-1 0 0 0,0-1 1 0 0,-1 1-1 0 0,1-1 0 0 0,-1-1 0 0 0,0 0 1 0 0,15-9-1 0 0,-18 10-1530 0 0</inkml:trace>
</inkml:ink>
</file>

<file path=ppt/ink/ink4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48.6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15 145 3736 0 0,'0'0'800'0'0,"2"-4"-26"0"0,1-5-475 0 0,8-11 3331 0 0,-6 19-2319 0 0,1 11-1773 0 0,-5-6 492 0 0,1 0-344 0 0,-1-4 297 0 0,-1 2-55 0 0,1 0 0 0 0,0-1 0 0 0,0 1 0 0 0,0-1 0 0 0,0 1-1 0 0,1-1 1 0 0,-1 1 0 0 0,0-1 0 0 0,1 0 0 0 0,-1 0 0 0 0,0 1 0 0 0,1-1 0 0 0,0 0 0 0 0,-1 0 0 0 0,1-1 0 0 0,0 1 0 0 0,-1 0 0 0 0,1 0 0 0 0,0-1 0 0 0,0 1 0 0 0,-1-1 0 0 0,1 0 0 0 0,0 1-1 0 0,0-1 1 0 0,3 0 0 0 0,35-22-390 0 0,-37 19 390 0 0,-3 3 68 0 0,0-1 1 0 0,0 1-1 0 0,0-1 1 0 0,0 1 0 0 0,0-1-1 0 0,0 1 1 0 0,0-1-1 0 0,0 1 1 0 0,1-1 0 0 0,-1 1-1 0 0,0-1 1 0 0,0 1-1 0 0,0 0 1 0 0,0-1-1 0 0,1 1 1 0 0,-1-1 0 0 0,0 1-1 0 0,1 0 1 0 0,-1-1-1 0 0,0 1 1 0 0,1 0 0 0 0,-1-1-1 0 0,0 1 1 0 0,1 0-1 0 0,-1-1 1 0 0,0 1 0 0 0,2 0-1 0 0,-1-1 0 0 0,-1 1 0 0 0,1-1 1 0 0,0 0-1 0 0,0 1 0 0 0,0-1 0 0 0,-1 0 1 0 0,1 0-1 0 0,0 1 0 0 0,-1-1 0 0 0,1 0 0 0 0,-1 0 1 0 0,1 0-1 0 0,-1 0 0 0 0,1 0 0 0 0,-1 0 0 0 0,1 0 1 0 0,-1 0-1 0 0,0 0 0 0 0,0 0 0 0 0,1-1 0 0 0,3-18 16 0 0,-2 14 56 0 0,-3 0-27 0 0,0-2 30 0 0,0 0 0 0 0,0 0 0 0 0,-1 0 0 0 0,-4-12 0 0 0,4 16 73 0 0,1 3-121 0 0,1 1-1 0 0,-1-1 0 0 0,1 0 1 0 0,-1 0-1 0 0,1 1 1 0 0,-1-1-1 0 0,0 0 0 0 0,1 1 1 0 0,-1-1-1 0 0,0 0 0 0 0,1 1 1 0 0,-1-1-1 0 0,0 1 0 0 0,0-1 1 0 0,0 1-1 0 0,1 0 0 0 0,-1-1 1 0 0,0 1-1 0 0,0 0 0 0 0,0 0 1 0 0,0-1-1 0 0,0 1 1 0 0,0 0-1 0 0,0 0 0 0 0,0 0 1 0 0,1 0-1 0 0,-1 0 0 0 0,-1 0 1 0 0,-19 0 197 0 0,18 1-162 0 0,0 0-1 0 0,0 0 1 0 0,1 0-1 0 0,-1 0 0 0 0,0 0 1 0 0,1 1-1 0 0,-1-1 1 0 0,1 1-1 0 0,-1-1 1 0 0,1 1-1 0 0,-1 0 1 0 0,1 0-1 0 0,0 0 1 0 0,-3 4-1 0 0,4-5-39 0 0,-4 4 112 0 0,0 0 1 0 0,0 0-1 0 0,1 1 0 0 0,-1 0 1 0 0,1-1-1 0 0,0 1 0 0 0,-5 12 0 0 0,8-14-96 0 0,-1-1 52 0 0,1-1-59 0 0,-1 0 1 0 0,1 0-1 0 0,0 0 0 0 0,0 0 0 0 0,0 0 1 0 0,1 0-1 0 0,-1 0 0 0 0,1 0 0 0 0,-1 0 1 0 0,1 0-1 0 0,-1 1 0 0 0,1-1 0 0 0,0 3 1 0 0,0 9 214 0 0,7 48 236 0 0,-6-56-428 0 0,0-4-41 0 0,-1 1 1 0 0,0-1-1 0 0,1 0 0 0 0,0 0 1 0 0,-1 0-1 0 0,1 0 1 0 0,0 0-1 0 0,0 0 0 0 0,0 0 1 0 0,0 0-1 0 0,1 0 1 0 0,-1 0-1 0 0,0-1 0 0 0,1 1 1 0 0,2 2-1 0 0,2 2 39 0 0,-2 0-36 0 0,-3-5-15 0 0,0 1 1 0 0,0 0-1 0 0,0-1 0 0 0,1 1 1 0 0,-1-1-1 0 0,0 1 0 0 0,1-1 1 0 0,0 1-1 0 0,-1-1 0 0 0,1 0 0 0 0,0 0 1 0 0,-1 0-1 0 0,5 1 0 0 0,-2 1-13 0 0,0 0-101 0 0,0-1 1 0 0,1 1 0 0 0,-1-1-1 0 0,1 0 1 0 0,-1 0-1 0 0,1-1 1 0 0,0 1-1 0 0,-1-1 1 0 0,1 0 0 0 0,0 0-1 0 0,0-1 1 0 0,8 0-1 0 0,5-1-721 0 0,0 0-1 0 0,0-2 1 0 0,-1 0 0 0 0,1-1-1 0 0,-1-1 1 0 0,0 0-1 0 0,17-9 1 0 0,-7 0-2943 0 0</inkml:trace>
</inkml:ink>
</file>

<file path=ppt/ink/ink4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49.1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 4740 0 0,'3'-2'1451'0'0,"-3"1"-1222"0"0,1 0-1 0 0,-1 1 0 0 0,1-1 1 0 0,0 1-1 0 0,-1-1 0 0 0,1 1 1 0 0,0-1-1 0 0,0 1 0 0 0,0-1 1 0 0,-1 1-1 0 0,1 0 0 0 0,0-1 1 0 0,0 1-1 0 0,0 0 0 0 0,0 0 1 0 0,-1 0-1 0 0,1 0 0 0 0,0 0 1 0 0,0-1-1 0 0,0 2 0 0 0,0-1 1 0 0,0 0-1 0 0,0 0 0 0 0,-1 0 1 0 0,2 1-1 0 0,7 3-480 0 0,-6-1 628 0 0,-2 3-64 0 0,4 32 90 0 0,-2-12-476 0 0,1-1 0 0 0,1 1 0 0 0,1-1 0 0 0,11 27 0 0 0,-13-44-330 0 0,0 1-1 0 0,0-1 1 0 0,1-1 0 0 0,1 1-1 0 0,-1-1 1 0 0,10 10 0 0 0,-11-14-587 0 0,1-3-197 0 0,-1 2 750 0 0,-2-2 260 0 0,-1 1 0 0 0,1-1 1 0 0,-1 0-1 0 0,1 1 0 0 0,-1-1 0 0 0,1 0 0 0 0,-1 0 0 0 0,1 0 0 0 0,-1 0 1 0 0,1 0-1 0 0,-1 0 0 0 0,1 0 0 0 0,-1 0 0 0 0,1-1 0 0 0,-1 1 0 0 0,1-1 1 0 0,0 0-1 0 0,22-7-3730 0 0</inkml:trace>
</inkml:ink>
</file>

<file path=ppt/ink/ink4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49.5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210 53 2732 0 0,'-12'-6'839'0'0,"0"0"1"0"0,-1 1-1 0 0,-24-7 0 0 0,32 11-448 0 0,-2 2-48 0 0,3 0-305 0 0,-5-1 139 0 0,0 2 0 0 0,0-1 1 0 0,-15 6-1 0 0,21-6-136 0 0,-1 1 0 0 0,0-1 0 0 0,1 1 0 0 0,-1 0 0 0 0,1 0 0 0 0,0 0 0 0 0,0 1 1 0 0,0-1-1 0 0,0 1 0 0 0,0 0 0 0 0,0-1 0 0 0,1 1 0 0 0,-1 1 0 0 0,-3 5 0 0 0,-11 36 123 0 0,15-40-15 0 0,3 1-467 0 0,2 16 177 0 0,-2-17 40 0 0,1-4 11 0 0,0 0 79 0 0,-1 0 0 0 0,1 0 0 0 0,-1 0 0 0 0,0 0 0 0 0,1 0 0 0 0,-1 0 0 0 0,0 0 0 0 0,1 1 0 0 0,-1-1 0 0 0,1 2 0 0 0,1 0-58 0 0,3-3 81 0 0,1-1 118 0 0,0 1 0 0 0,-1-1 1 0 0,1-1-1 0 0,-1 1 0 0 0,0-1 0 0 0,1 0 1 0 0,-1 0-1 0 0,0-1 0 0 0,0 0 1 0 0,0 0-1 0 0,8-7 0 0 0,-4 2 138 0 0,-1-1 0 0 0,0 0 0 0 0,-1 0 0 0 0,0-1 0 0 0,-1 0 0 0 0,1-1 0 0 0,6-13 0 0 0,-13 20-81 0 0,0-1 16 0 0,-1 0-135 0 0,0 1-1 0 0,0-1 1 0 0,0 0 0 0 0,-1 1 0 0 0,0-1-1 0 0,0 1 1 0 0,-2-8 0 0 0,1 8-78 0 0,-3 5-21 0 0,1 1 19 0 0,0-1 1 0 0,0 1-1 0 0,1 0 0 0 0,-1 0 1 0 0,0 0-1 0 0,0 0 0 0 0,1 0 0 0 0,0 1 1 0 0,-1 0-1 0 0,1 0 0 0 0,0 0 1 0 0,0 0-1 0 0,-4 7 0 0 0,4-7-264 0 0,2 3-82 0 0,0-2 124 0 0,0 1 1 0 0,1-1-1 0 0,-1 1 0 0 0,1 0 1 0 0,0-1-1 0 0,0 1 1 0 0,2 8-1 0 0,-2-11-88 0 0,1 0 0 0 0,-1 0 0 0 0,1 0 0 0 0,0 0 0 0 0,0 0 0 0 0,0 0 0 0 0,0 0 0 0 0,0 0 0 0 0,1 0 0 0 0,-1-1 0 0 0,0 1 0 0 0,1 0 0 0 0,0-1 0 0 0,-1 1 0 0 0,4 1 0 0 0,20 14-4088 0 0</inkml:trace>
</inkml:ink>
</file>

<file path=ppt/ink/ink4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49.8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323 10 3608 0 0,'0'0'2371'0'0,"-4"-2"-1430"0"0,-12-4-126 0 0,12 4-82 0 0,-2 3-58 0 0,-2-1-466 0 0,0 1-1 0 0,1 0 1 0 0,-1 0 0 0 0,1 1-1 0 0,-1 0 1 0 0,1 1 0 0 0,-1 0-1 0 0,1 0 1 0 0,0 0 0 0 0,0 1-1 0 0,1 0 1 0 0,-1 0 0 0 0,1 1-1 0 0,0-1 1 0 0,-9 10 0 0 0,14-13-180 0 0,0 0 0 0 0,0 0 1 0 0,0 0-1 0 0,0 1 0 0 0,0-1 0 0 0,0 0 1 0 0,1 0-1 0 0,-1 0 0 0 0,0 1 0 0 0,1-1 1 0 0,-1 0-1 0 0,1 1 0 0 0,0-1 0 0 0,-1 0 1 0 0,1 2-1 0 0,-1 2 60 0 0,-1-1 48 0 0,3 3-67 0 0,0 1-97 0 0,1-1 1 0 0,0 1-1 0 0,0 0 1 0 0,1 0-1 0 0,0-1 0 0 0,0 0 1 0 0,1 1-1 0 0,0-1 1 0 0,0-1-1 0 0,0 1 1 0 0,1-1-1 0 0,10 11 1 0 0,14 7-631 0 0,35 23 1 0 0,-36-27 129 0 0,25 22 0 0 0,-49-39 462 0 0,-2 15 120 0 0,1-10 71 0 0,-8-5-25 0 0,-55 19 272 0 0,25-16-475 0 0,-1-1 0 0 0,0-1 1 0 0,-1-2-1 0 0,-60-5 1 0 0,57-3-1847 0 0,31 3 1325 0 0,-4-1-2318 0 0,-12-9-2123 0 0</inkml:trace>
</inkml:ink>
</file>

<file path=ppt/ink/ink4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51.0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1 104 2692 0 0,'0'-4'185'0'0,"0"-9"804"0"0,1 1 1 0 0,0-1 0 0 0,1 0-1 0 0,0 1 1 0 0,6-20 0 0 0,-6 28 387 0 0,2 6-751 0 0,-1 1-494 0 0,1 0 0 0 0,-1 1 0 0 0,1-1-1 0 0,-1 1 1 0 0,0 0 0 0 0,-1 0 0 0 0,1 0 0 0 0,-1 0-1 0 0,0 0 1 0 0,1 0 0 0 0,1 9 0 0 0,19 59 426 0 0,-4 0 0 0 0,13 99 0 0 0,23 85-216 0 0,-42-216-799 0 0,1-1 1 0 0,2-1-1 0 0,2 0 0 0 0,43 67 0 0 0,-46-90-468 0 0,-12-13 801 0 0,0 0-216 0 0,2-3-621 0 0,16-5 745 0 0,-16 5 53 0 0,-5 0 153 0 0,0 1-1 0 0,0-1 1 0 0,0 0 0 0 0,0 1 0 0 0,0-1 0 0 0,0 0-1 0 0,1 1 1 0 0,-1-1 0 0 0,0 0 0 0 0,0 1-1 0 0,0-1 1 0 0,1 0 0 0 0,-1 1 0 0 0,0-1-1 0 0,1 0 1 0 0,-1 1 0 0 0,0-1 0 0 0,1 1 0 0 0,-1-1-1 0 0,1 0 1 0 0,0 0-4 0 0,0 0 0 0 0,0 0 0 0 0,-1 0 0 0 0,1 0 0 0 0,0 0 0 0 0,-1 0 0 0 0,1 0 0 0 0,-1 0 1 0 0,1-1-1 0 0,-1 1 0 0 0,0 0 0 0 0,1 0 0 0 0,-1 0 0 0 0,0-1 0 0 0,0-1 0 0 0,2-16-95 0 0,-1 0 0 0 0,-1 1 0 0 0,-4-37 1 0 0,2 37 123 0 0,-3-11 325 0 0,4 25-206 0 0,0-2 5 0 0,-7-39 654 0 0,7 42-52 0 0,1 4-739 0 0,0 0 0 0 0,1 0 0 0 0,-1 0 0 0 0,1 0 0 0 0,-1 0 0 0 0,1 0 1 0 0,0 0-1 0 0,0 0 0 0 0,-1 0 0 0 0,1 0 0 0 0,0 0 0 0 0,0-1 0 0 0,0 1 1 0 0,0 0-1 0 0,0 0 0 0 0,0-1 0 0 0,0 1 0 0 0,0-1 0 0 0,2 2 0 0 0,18-2-28 0 0,-16 0 17 0 0,0-3-28 0 0,2 0 30 0 0,-1 0 0 0 0,0 0 0 0 0,0 0 0 0 0,-1-1 1 0 0,1 0-1 0 0,-1-1 0 0 0,0 1 0 0 0,0-1 0 0 0,0 0 0 0 0,0 0 1 0 0,-1 0-1 0 0,0-1 0 0 0,0 1 0 0 0,-1-1 0 0 0,1 0 1 0 0,-1 0-1 0 0,2-7 0 0 0,-4 8 56 0 0,-1-1 3 0 0,0-18 29 0 0,0 18 23 0 0,-1 2 3 0 0,-15-37 363 0 0,14 37 260 0 0,-2 5-340 0 0,0 0-343 0 0,3 0 11 0 0,-1-1 0 0 0,0 0 0 0 0,1 1 0 0 0,-1-1 0 0 0,1 1 1 0 0,-1 0-1 0 0,0 0 0 0 0,1 0 0 0 0,0-1 0 0 0,-1 1 0 0 0,1 1 0 0 0,-1-1 0 0 0,1 0 0 0 0,0 0 0 0 0,0 0 0 0 0,0 1 1 0 0,0-1-1 0 0,0 0 0 0 0,0 1 0 0 0,0-1 0 0 0,0 1 0 0 0,0 0 0 0 0,1-1 0 0 0,-1 1 0 0 0,0 3 0 0 0,-15 52 826 0 0,15-48-837 0 0,0 0 1 0 0,0 0-1 0 0,1 0 1 0 0,0 0-1 0 0,1 0 0 0 0,0 0 1 0 0,1 0-1 0 0,0-1 1 0 0,0 1-1 0 0,0 0 1 0 0,1-1-1 0 0,1 1 1 0 0,0-1-1 0 0,0 0 1 0 0,0 0-1 0 0,8 9 0 0 0,-6-11-182 0 0,0 0 0 0 0,1-1 0 0 0,0 0 0 0 0,0 0 0 0 0,1 0 0 0 0,-1-1 0 0 0,1 0-1 0 0,0-1 1 0 0,0 1 0 0 0,0-2 0 0 0,0 1 0 0 0,1-1 0 0 0,-1 0 0 0 0,1-1 0 0 0,-1 0-1 0 0,12 0 1 0 0,-1-1-229 0 0,0 0-1 0 0,-1-1 1 0 0,1-2-1 0 0,-1 1 1 0 0,0-2-1 0 0,32-10 1 0 0,-39 9 195 0 0,1 0-1 0 0,-1-1 1 0 0,0 0-1 0 0,0 0 1 0 0,-1-1-1 0 0,0-1 1 0 0,0 0-1 0 0,-1 0 1 0 0,0-1-1 0 0,0 0 1 0 0,-1 0-1 0 0,0-1 1 0 0,-1 0-1 0 0,0 0 1 0 0,0-1-1 0 0,-1 0 1 0 0,-1 0-1 0 0,0-1 1 0 0,0 1-1 0 0,-1-1 1 0 0,-1 0-1 0 0,0-1 1 0 0,1-11-1 0 0,-2-6 187 0 0,-5 9 116 0 0,1 5 139 0 0,-1 0-1 0 0,0 0 0 0 0,-2 0 0 0 0,-7-20 0 0 0,10 32 1356 0 0,-1 7-1417 0 0,-10 10-29 0 0,10-9-27 0 0,2 2 15 0 0,1 35-55 0 0,3 1-1 0 0,1-1 1 0 0,16 70-1 0 0,-18-98-108 0 0,4 40-11 0 0,-6-48 21 0 0,0 1-3 0 0,-16 41 31 0 0,13-43-24 0 0,-1-1-23 0 0,2-2-46 0 0,1 0 5 0 0,0 0 0 0 0,0 0 0 0 0,0 0 0 0 0,0 0 1 0 0,-1 0-1 0 0,1-1 0 0 0,0 1 0 0 0,0-1 0 0 0,-1 1 0 0 0,1-1 0 0 0,0 1 0 0 0,-3 0 0 0 0,3-2-48 0 0,0 0 0 0 0,0 0 1 0 0,1 1-1 0 0,-1-1 0 0 0,0 0 0 0 0,1 0 0 0 0,-1 0 0 0 0,0 0 0 0 0,1 0 0 0 0,-1 0 0 0 0,1 0 0 0 0,0 0 0 0 0,-1 0 0 0 0,1 0 0 0 0,0 0 0 0 0,0 0 1 0 0,-1 0-1 0 0,1 0 0 0 0,0 0 0 0 0,0-2 0 0 0,12-12-2289 0 0,27-26 0 0 0,-17 20-1467 0 0</inkml:trace>
</inkml:ink>
</file>

<file path=ppt/ink/ink4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51.3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163 17 3552 0 0,'0'0'1354'0'0,"2"-3"-238"0"0,0-10 1537 0 0,-11 12 1199 0 0,-5 2-4096 0 0,12 3 579 0 0,1 2-246 0 0,-1 1 1 0 0,1-1-1 0 0,1 0 1 0 0,-1 0-1 0 0,1 0 0 0 0,0 1 1 0 0,0-1-1 0 0,1 0 1 0 0,0 0-1 0 0,0 0 0 0 0,0 0 1 0 0,1 0-1 0 0,0 0 1 0 0,0 0-1 0 0,1 0 1 0 0,5 10-1 0 0,3 4 2 0 0,2 0 1 0 0,0-1-1 0 0,24 28 0 0 0,-32-41-69 0 0,20 22 49 0 0,26 40 0 0 0,-40-43-107 0 0,-10-18 32 0 0,0-6-1 0 0,-1 0-1 0 0,1 0 0 0 0,-1 0 0 0 0,1 1 0 0 0,-1-1 1 0 0,0 0-1 0 0,0 1 0 0 0,1-1 0 0 0,-1 0 0 0 0,0 1 1 0 0,0-1-1 0 0,0 0 0 0 0,0 0 0 0 0,-1 1 0 0 0,1-1 1 0 0,0 0-1 0 0,-1 3 0 0 0,0-1-25 0 0,-3 8-130 0 0,-2-4 5 0 0,0 1-1 0 0,-1-1 0 0 0,1 0 1 0 0,-2-1-1 0 0,1 0 0 0 0,-1 0 1 0 0,0 0-1 0 0,0-1 0 0 0,0 0 1 0 0,-1-1-1 0 0,1 1 1 0 0,-1-2-1 0 0,-11 4 0 0 0,-19 5-3151 0 0,-75 11-1 0 0,64-15-2172 0 0</inkml:trace>
</inkml:ink>
</file>

<file path=ppt/ink/ink4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52.6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0 498 2560 0 0,'0'0'1535'0'0,"1"-5"-322"0"0,0 0-802 0 0,0-4-50 0 0,0 0 3918 0 0,16 17-3353 0 0,-13-5-773 0 0,-1 0 0 0 0,0 1 0 0 0,0-1 0 0 0,0 1 0 0 0,0 0 0 0 0,0-1 0 0 0,-1 1 0 0 0,1 1 0 0 0,2 7-1 0 0,-2-6-97 0 0,15 25 422 0 0,-2 0-1 0 0,21 54 1 0 0,-5-7 638 0 0,-30-74-868 0 0,0 0 13 0 0,7 13 80 0 0,-8-16-323 0 0,-1 0-1 0 0,1-1 0 0 0,-1 1 0 0 0,1 0 0 0 0,0 0 1 0 0,-1-1-1 0 0,1 1 0 0 0,0 0 0 0 0,-1-1 0 0 0,1 1 0 0 0,0-1 1 0 0,0 1-1 0 0,0-1 0 0 0,-1 0 0 0 0,1 1 0 0 0,0-1 1 0 0,0 0-1 0 0,0 1 0 0 0,0-1 0 0 0,0 0 0 0 0,0 0 1 0 0,0 0-1 0 0,0 0 0 0 0,0 0 0 0 0,-1 0 0 0 0,1 0 1 0 0,0 0-1 0 0,0 0 0 0 0,0 0 0 0 0,0 0 0 0 0,1-1 1 0 0,29-18 76 0 0,-2-1-1 0 0,0-1 1 0 0,25-25 0 0 0,25-19-123 0 0,47-31-377 0 0,327-224-4010 0 0,-174 161-2240 0 0,-195 116 1057 0 0</inkml:trace>
</inkml:ink>
</file>

<file path=ppt/ink/ink4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1:56.1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27 4644 0 0,'0'0'2719'0'0,"-1"-4"-1686"0"0,-3-18 7494 0 0,11 40-7886 0 0,66 211 1554 0 0,-55-162-1705 0 0,124 523 2754 0 0,-45-167-1544 0 0,1 31-1017 0 0,-13-54-453 0 0,91 514 399 0 0,-71-329-246 0 0,14 77 148 0 0,-37-173-153 0 0,-55-312-402 0 0,-20-144-192 0 0,-6-28-6 0 0,0 1-83 0 0,0 13-1217 0 0,-8-35-3593 0 0,-4-24-419 0 0,5 16 5250 0 0,-28-127-8095 0 0,22 84 1993 0 0</inkml:trace>
</inkml:ink>
</file>

<file path=ppt/ink/ink4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1:58.2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1 674 2664 0 0,'0'0'9345'0'0,"5"1"-8690"0"0,58-1 1251 0 0,106-12-497 0 0,944-129-243 0 0,-653 54-1110 0 0,44-7-36 0 0,-108 17-71 0 0,164-25 134 0 0,-247 69 87 0 0,470 11 1 0 0,299-17 352 0 0,-1015 33-562 0 0,226-14-139 0 0,-266 15 171 0 0,-22 4 6 0 0,0 1 3 0 0,75-17 12 0 0,-75 16-5 0 0,-1 0-6 0 0,69-15-29 0 0,-68 15 72 0 0,1 1 62 0 0,19 0-98 0 0,-19 0-58 0 0,0 0-64 0 0,17 0 124 0 0,-17 0 98 0 0,-1 0-80 0 0,48 2 1463 0 0,-48-2-1108 0 0,-1 1-319 0 0,35 17 435 0 0,-35-16-405 0 0,-1 1 20 0 0,28 28 522 0 0,-28-27-457 0 0,-1 1 11 0 0,3 5-91 0 0,0 0 1 0 0,-1 0-1 0 0,-1 1 0 0 0,1-1 1 0 0,1 16-1 0 0,4 32 135 0 0,-7-47-173 0 0,0 12 9 0 0,-1 4 81 0 0,0 19 93 0 0,1 6 18 0 0,3 140 1029 0 0,6 180 377 0 0,27 0-1081 0 0,99 330-388 0 0,-88-466-23 0 0,-4 15 266 0 0,23 501 0 0 0,-44-356 343 0 0,150 770 0 0 0,-131-938-832 0 0,-22-115-4168 0 0,-20-108 2638 0 0,-2-1-387 0 0,-5 15-476 0 0,6-19 2339 0 0,0 1 1 0 0,0-1-1 0 0,0 0 1 0 0,-1 0-1 0 0,1 1 0 0 0,0-1 1 0 0,0 0-1 0 0,0 1 1 0 0,0-1-1 0 0,0 0 1 0 0,0 0-1 0 0,-1 1 0 0 0,1-1 1 0 0,0 0-1 0 0,0 0 1 0 0,-1 1-1 0 0,1-1 1 0 0,0 0-1 0 0,0 0 0 0 0,0 0 1 0 0,-1 1-1 0 0,1-1 1 0 0,0 0-1 0 0,-1 0 1 0 0,1 0-1 0 0,0 0 1 0 0,0 0-1 0 0,-1 0 0 0 0,0 0 1 0 0,-4 3-916 0 0,-4 2-99 0 0,-11-2-4763 0 0,-26 3-2644 0 0</inkml:trace>
</inkml:ink>
</file>

<file path=ppt/ink/ink4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1:59.4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44 607 3032 0 0,'0'0'1116'0'0,"-4"-2"-182"0"0,4 2-935 0 0,-7-4 888 0 0,0 0-1 0 0,0 0 1 0 0,0-1 0 0 0,-5-5 1777 0 0,19-9-1793 0 0,-5 15-280 0 0,3 3-358 0 0,26-3 196 0 0,0 2-1 0 0,0 2 1 0 0,57 5-1 0 0,6 0-28 0 0,113-9 545 0 0,221-34-1 0 0,-109 5-722 0 0,193-9-126 0 0,271-21 24 0 0,-463 41-267 0 0,775-44 158 0 0,-158-16 98 0 0,-829 66 102 0 0,206-60-1 0 0,-309 75-199 0 0,28-10 163 0 0,0 1-1 0 0,0 2 0 0 0,1 1 0 0 0,62-3 1 0 0,-35 10 402 0 0,63 3 987 0 0,41-3 322 0 0,-160 0-1717 0 0,2 0-17 0 0,14-2-184 0 0,35-1 608 0 0,-26 3-3325 0 0,-30 0 2538 0 0,1-1-1 0 0,0 1 0 0 0,-1-1 0 0 0,1 0 1 0 0,-1 1-1 0 0,1-1 0 0 0,0 0 0 0 0,-1 1 1 0 0,0-1-1 0 0,1 0 0 0 0,-1 0 0 0 0,1 1 1 0 0,-1-1-1 0 0,0 0 0 0 0,0 0 0 0 0,1 0 1 0 0,-1 1-1 0 0,0-1 0 0 0,0 0 0 0 0,0 0 1 0 0,0 0-1 0 0,0 0 0 0 0,0 0 1 0 0,0 1-1 0 0,-1-3 0 0 0,-51-27-7132 0 0,16 14-574 0 0</inkml:trace>
</inkml:ink>
</file>

<file path=ppt/ink/ink4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03.2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695 343 2680 0 0,'-15'-2'698'0'0,"-1"1"1"0"0,1 1-1 0 0,0 0 0 0 0,-1 1 0 0 0,1 1 1 0 0,0 0-1 0 0,-18 6 0 0 0,-3 2-165 0 0,1 1 0 0 0,0 1 1 0 0,1 2-1 0 0,1 2 0 0 0,-47 29 0 0 0,62-33-382 0 0,1 1-1 0 0,1 1 0 0 0,0 0 1 0 0,1 1-1 0 0,0 1 1 0 0,1 1-1 0 0,1 0 1 0 0,1 0-1 0 0,0 1 1 0 0,-11 24-1 0 0,10-11 45 0 0,1 0 1 0 0,1 0-1 0 0,2 1 0 0 0,1 0 0 0 0,-7 64 0 0 0,-12 252 1060 0 0,11-117-397 0 0,-4 203 24 0 0,22-367-686 0 0,24 155-74 0 0,-4-90-245 0 0,4 13 220 0 0,47 149 1 0 0,-56-237-40 0 0,4-2 1 0 0,1 0 0 0 0,3-1 0 0 0,2-2 0 0 0,2 0 0 0 0,3-2-1 0 0,63 76 1 0 0,-28-48-94 0 0,152 134 0 0 0,-170-172-3 0 0,3-1 1 0 0,1-3 0 0 0,113 57-1 0 0,-91-61 3 0 0,2-2 1 0 0,121 29-1 0 0,232 36-65 0 0,-248-63 37 0 0,275 13-1 0 0,-58-9-71 0 0,-349-32 127 0 0,72 3 10 0 0,130-7 42 0 0,-198 0-45 0 0,265-9-3 0 0,-269 4 39 0 0,0-2 0 0 0,-1-3-1 0 0,0-1 1 0 0,65-26 0 0 0,-1-11 33 0 0,-3-5-1 0 0,192-126 1 0 0,-262 151-44 0 0,0-2 1 0 0,-3-2-1 0 0,68-73 1 0 0,77-130 414 0 0,-147 183-283 0 0,48-93-1 0 0,-56 88-135 0 0,-4-1 1 0 0,-1-1-1 0 0,20-92 0 0 0,-25 65 88 0 0,10-134 1 0 0,-23 116-41 0 0,-4-1-1 0 0,-20-149 1 0 0,0 116 268 0 0,-54-195 1 0 0,24 121-171 0 0,10 34-51 0 0,36 164-117 0 0,-2-3-8 0 0,-2-4 6 0 0,-8-17-7 0 0,2 8-5 0 0,2 8 6 0 0,-1 2-3 0 0,-41-58-1 0 0,-160-180-31 0 0,158 199 25 0 0,-2 4 0 0 0,-74-54 0 0 0,36 38 37 0 0,-2 6-1 0 0,-150-75 0 0 0,182 109-90 0 0,-1 3 0 0 0,-1 3 0 0 0,-1 3 0 0 0,-2 3 1 0 0,-84-12-1 0 0,-208 5-483 0 0,-1 29 240 0 0,97 0-33 0 0,-230 6-328 0 0,263-4 321 0 0,-88 15 263 0 0,305-18 109 0 0,-72 7 3 0 0,-147 33-30 0 0,95-14 42 0 0,94-20-28 0 0,-70 6 46 0 0,56-6-119 0 0,55-7 174 0 0,0 0-91 0 0,-35 8-24 0 0,36-7 6 0 0,-8 4-14 0 0,1 0 17 0 0,1 0 0 0 0,0 0 0 0 0,1 1 0 0 0,-1 0 0 0 0,1 1 0 0 0,1 1 1 0 0,-1-1-1 0 0,1 1 0 0 0,1 1 0 0 0,-12 15 0 0 0,6-4 49 0 0,1 1 0 0 0,1 0 1 0 0,1 1-1 0 0,1 0 0 0 0,1 1 0 0 0,-12 46 0 0 0,16-42 1 0 0,4-4-7 0 0,-2 40-93 0 0,4-51-693 0 0,0 0 1 0 0,0 1-1 0 0,5 16 1 0 0,0 0-7289 0 0,-2-4 1417 0 0</inkml:trace>
</inkml:ink>
</file>

<file path=ppt/ink/ink4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03.5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5853 0 0,'20'8'1772'0'0,"-16"-6"-750"0"0,1 0-667 0 0,16 7-760 0 0,-2-2-1245 0 0,-15-5 1159 0 0,-8-23-3721 0 0,3 17 2008 0 0</inkml:trace>
</inkml:ink>
</file>

<file path=ppt/ink/ink4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03.6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0 243 3800 0 0,'0'0'2437'0'0,"14"-39"707"0"0,0 3-1316 0 0,5 3-1396 0 0,9-2-508 0 0,-10 19-168 0 0,3 1-192 0 0,3 1-188 0 0,0 1-524 0 0,3-2-316 0 0,4 2-997 0 0,6 0-2687 0 0</inkml:trace>
</inkml:ink>
</file>

<file path=ppt/ink/ink4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03.8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58 4792 0 0,'7'-2'1707'0'0,"63"-17"1536"0"0,-29 8-3376 0 0,65-8 0 0 0,-69 15-2033 0 0,0 2 0 0 0,70 4 0 0 0,-65 3-772 0 0</inkml:trace>
</inkml:ink>
</file>

<file path=ppt/ink/ink4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03.9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3176 0 0,'49'5'2172'0'0,"-2"0"-559"0"0,-2 2-369 0 0,-5 1-392 0 0,-3 3-352 0 0,-7 4-472 0 0,-3 8-544 0 0,-6 7-1528 0 0,-5 7-981 0 0,-9-11-935 0 0</inkml:trace>
</inkml:ink>
</file>

<file path=ppt/ink/ink4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04.1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4544 0 0,'19'31'1557'0'0,"0"2"-465"0"0,0-2-296 0 0,1 3-252 0 0,-1-1-232 0 0,-3 1-140 0 0,1-1-96 0 0,-6-5-156 0 0,1 0-276 0 0,-4-2-508 0 0,-1 16-2493 0 0</inkml:trace>
</inkml:ink>
</file>

<file path=ppt/ink/ink4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04.2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5096 0 0,'10'43'1705'0'0,"-3"-19"-565"0"0,2 2-472 0 0,-2 2-368 0 0,0 2-304 0 0,-2 1-284 0 0,-1 5-512 0 0,-4-3-424 0 0,-6 1-917 0 0,-6 7-2271 0 0</inkml:trace>
</inkml:ink>
</file>

<file path=ppt/ink/ink4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04.4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217 1 5801 0 0,'-28'6'1272'0'0,"-3"3"-768"0"0,-1-1-820 0 0,-9 5-804 0 0,0-2-881 0 0,-2 1-2099 0 0</inkml:trace>
</inkml:ink>
</file>

<file path=ppt/ink/ink4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04.5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240 82 5236 0 0,'-35'-7'2437'0'0,"0"1"-665"0"0,4-4-928 0 0,-1 0-784 0 0,6 0-708 0 0,-3-3-932 0 0,2 2-1012 0 0,3-4-2897 0 0</inkml:trace>
</inkml:ink>
</file>

<file path=ppt/ink/ink4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04.7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1 545 4028 0 0,'24'-39'1076'0'0,"1"-4"-395"0"0,-1 2-317 0 0,2 0-292 0 0,1-1-284 0 0,-1 1-292 0 0,0 0-233 0 0,0 0 405 0 0,6 2 144 0 0,-6 1-208 0 0,-2 2-24 0 0,-1 5-40 0 0,0 2-16 0 0,-4 6-340 0 0,0 3-824 0 0</inkml:trace>
</inkml:ink>
</file>

<file path=ppt/ink/ink4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04.9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2608 0 0,'23'20'1556'0'0,"-2"0"-420"0"0,3 4-195 0 0,-1 4-241 0 0,-2 3-260 0 0,-2 0-32 0 0,-2 5-180 0 0,1 2-536 0 0,-4 1 220 0 0,-5 4-320 0 0,-1-1-572 0 0,-1 4-9 0 0,-3 2-707 0 0,-6 1-1812 0 0</inkml:trace>
</inkml:ink>
</file>

<file path=ppt/ink/ink4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05.0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 1 6633 0 0,'0'0'4692'0'0,"-18"24"-7064"0"0,1-8-1481 0 0</inkml:trace>
</inkml:ink>
</file>

<file path=ppt/ink/ink4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05.2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205 79 5577 0 0,'-30'-6'1604'0'0,"2"-2"-816"0"0,0-2-680 0 0,0 0-904 0 0,-1-3-332 0 0,1 0-881 0 0,-5-5-2095 0 0</inkml:trace>
</inkml:ink>
</file>

<file path=ppt/ink/ink4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05.3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33 394 2732 0 0,'-1'-8'303'0'0,"-3"-9"-153"0"0,1 1 0 0 0,0-1 1 0 0,2 0-1 0 0,0 0 0 0 0,1-20 0 0 0,4 11 285 0 0,-2-1 0 0 0,-2 0-1 0 0,-3-43 1 0 0,-11-9-3466 0 0,5 44 427 0 0</inkml:trace>
</inkml:ink>
</file>

<file path=ppt/ink/ink4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05.5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1 364 2552 0 0,'12'-37'1136'0'0,"5"1"-388"0"0,1 1-204 0 0,4 1-144 0 0,3 1-243 0 0,3 0-141 0 0,1 4-157 0 0,5 1-159 0 0,-1 0-192 0 0,0 4-240 0 0,-2-1-524 0 0,4 4-1336 0 0</inkml:trace>
</inkml:ink>
</file>

<file path=ppt/ink/ink4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05.7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 4436 0 0,'40'-1'1709'0'0,"0"1"-453"0"0,-2 0-256 0 0,-1 3-212 0 0,1 2-232 0 0,-3 1-540 0 0,7 2 16 0 0,-10 2-200 0 0,6 3-168 0 0,-3 4-236 0 0,-7-3-264 0 0,-2 0-284 0 0,-2 0 84 0 0,1 4-837 0 0,-4 0-1939 0 0</inkml:trace>
</inkml:ink>
</file>

<file path=ppt/ink/ink4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05.9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222 0 3668 0 0,'9'43'1244'0'0,"0"3"-319"0"0,-4 3-361 0 0,0 2-184 0 0,-1 3-160 0 0,-6 3-64 0 0,-3 2-52 0 0,-2 0-12 0 0,-6 13-72 0 0,0-4-144 0 0,-7 0-180 0 0,-1-1-148 0 0,-3-4-232 0 0,-4 3-129 0 0,-2-7-19 0 0,1-2 184 0 0,-4-3-492 0 0,5-10-1196 0 0</inkml:trace>
</inkml:ink>
</file>

<file path=ppt/ink/ink4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06.0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680 36 3488 0 0,'-10'6'583'0'0,"3"-1"-190"0"0,0-1 1 0 0,1 0 0 0 0,-1-1 0 0 0,-1 1-1 0 0,-13 3 1 0 0,-49 7 612 0 0,38-13-737 0 0,0-1-1 0 0,1-1 1 0 0,-47-9-1 0 0,-131-25 369 0 0,76 4-6305 0 0,105 24 2226 0 0</inkml:trace>
</inkml:ink>
</file>

<file path=ppt/ink/ink4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06.2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56 4124 0 0,'0'0'1617'0'0,"-9"-24"663"0"0,9-7-2844 0 0</inkml:trace>
</inkml:ink>
</file>

<file path=ppt/ink/ink4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07.2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58 155 2532 0 0,'4'-25'1474'0'0,"-3"20"1697"0"0,-2 0-2717 0 0,-2-14-84 0 0,2 14 804 0 0,-2 3-964 0 0,2 1-189 0 0,0 1 1 0 0,0-1-1 0 0,0 1 1 0 0,0-1-1 0 0,0 1 1 0 0,0-1-1 0 0,0 1 1 0 0,0 0-1 0 0,0-1 1 0 0,0 1-1 0 0,0 0 1 0 0,0 0-1 0 0,0 0 1 0 0,0 0-1 0 0,0 0 1 0 0,0 0-1 0 0,0 0 1 0 0,0 0-1 0 0,0 1 1 0 0,0-1-1 0 0,0 0 1 0 0,0 1-1 0 0,0-1 1 0 0,0 0-1 0 0,0 1 1 0 0,0-1-1 0 0,0 1 1 0 0,0 0-1 0 0,0-1 1 0 0,0 1-1 0 0,0 0 1 0 0,-3 2 147 0 0,6 23-241 0 0,-2-21 47 0 0,1-5-21 0 0,-1 0 44 0 0,0 0-1 0 0,1 0 1 0 0,-1 0 0 0 0,0 0 0 0 0,0 0 0 0 0,1 0-1 0 0,-1 0 1 0 0,0 0 0 0 0,1 1 0 0 0,-1-1 0 0 0,0 0-1 0 0,1 0 1 0 0,-1 0 0 0 0,0 0 0 0 0,0 1 0 0 0,1-1-1 0 0,-1 0 1 0 0,0 0 0 0 0,0 0 0 0 0,0 1 0 0 0,1-1 0 0 0,-1 0-1 0 0,0 0 1 0 0,0 1 0 0 0,0-1 0 0 0,0 0 0 0 0,1 1-1 0 0,-1-1 1 0 0,0 0 0 0 0,0 1 0 0 0,0-1 0 0 0,0 1-2 0 0,0 0 0 0 0,1-1 0 0 0,-1 1 0 0 0,0-1 0 0 0,0 1 0 0 0,1-1 1 0 0,-1 1-1 0 0,0-1 0 0 0,1 1 0 0 0,-1-1 0 0 0,1 1 0 0 0,-1-1 0 0 0,1 1 0 0 0,-1-1 0 0 0,1 0 1 0 0,-1 1-1 0 0,1-1 0 0 0,-1 0 0 0 0,1 1 0 0 0,-1-1 0 0 0,1 0 0 0 0,-1 0 0 0 0,1 0 1 0 0,0 1-1 0 0,-1-1 0 0 0,1 0 0 0 0,-1 0 0 0 0,2 0 0 0 0,17 2 36 0 0,-14-1-26 0 0,-1-2-8 0 0,1-2 4 0 0,1 1 1 0 0,-1 0 0 0 0,0-1 0 0 0,0 0 0 0 0,6-5 0 0 0,-7 5 55 0 0,-2-1-11 0 0,1-1-14 0 0,-1 1 0 0 0,0-1 1 0 0,0 0-1 0 0,-1 0 0 0 0,0-1 1 0 0,1-6-1 0 0,-1 7 90 0 0,-2 0 14 0 0,-4-16-16 0 0,4 16-5 0 0,-2 1-8 0 0,-7-12-40 0 0,7 12-99 0 0,2 3 42 0 0,-1 1 0 0 0,1-1 0 0 0,0 1 1 0 0,-1-1-1 0 0,1 1 0 0 0,0-1 0 0 0,0 0 0 0 0,-1 0 0 0 0,1 0 0 0 0,0 1 0 0 0,0-1 1 0 0,-2-2-1 0 0,2 1 11 0 0,-3 0 156 0 0,-1 1-114 0 0,-16-1-50 0 0,16 2-108 0 0,1 2 127 0 0,-12 5-10 0 0,11-5 45 0 0,5 0-56 0 0,-1-1 1 0 0,0 1-1 0 0,0 0 0 0 0,-1-1 0 0 0,1 1 0 0 0,0-1 0 0 0,0 0 0 0 0,-1 1 0 0 0,1-1 0 0 0,-4 2 0 0 0,2 0 86 0 0,-3 17-57 0 0,5-17-77 0 0,5 28 138 0 0,-4-29-108 0 0,1-1-1 0 0,0 1 1 0 0,-1-1 0 0 0,1 0 0 0 0,0 0-1 0 0,0 1 1 0 0,0-1 0 0 0,0 0 0 0 0,0 0 0 0 0,0 0-1 0 0,3 2 1 0 0,-4-3 0 0 0,2 3-47 0 0,2-1 5 0 0,11 7 1 0 0,-11-7-4 0 0,2-1-22 0 0,0-1 97 0 0,-1 1 0 0 0,1-1-1 0 0,0-1 1 0 0,0 1 0 0 0,0-1 0 0 0,-1 0 0 0 0,1-1-1 0 0,0 1 1 0 0,-1-1 0 0 0,1 0 0 0 0,9-5-1 0 0,-12 4 186 0 0,-8-21-156 0 0,3 19 0 0 0,-2 3-23 0 0,-12-7-12 0 0,12 7 32 0 0,-2 2-9 0 0,-16 1-7 0 0,17-1-8 0 0,1 2 3 0 0,-14 6 8 0 0,14-6 1 0 0,3-1-32 0 0,0 0-1 0 0,0 1 0 0 0,-1-1 1 0 0,1 0-1 0 0,0 0 0 0 0,0 0 1 0 0,-1 0-1 0 0,1 0 0 0 0,0 0 1 0 0,-1 0-1 0 0,1 0 0 0 0,-3 0 1 0 0,4 0 1 0 0,-4 2 34 0 0,3-3-36 0 0,0 1 1 0 0,0 0-1 0 0,1-1 1 0 0,-1 1-1 0 0,0 0 1 0 0,0-1-1 0 0,1 1 0 0 0,-1 0 1 0 0,0 0-1 0 0,1 0 1 0 0,-1 0-1 0 0,1 0 1 0 0,-1 0-1 0 0,1 0 1 0 0,0 0-1 0 0,-1 0 1 0 0,1 0-1 0 0,0 0 0 0 0,-1 0 1 0 0,1 0-1 0 0,0 0 1 0 0,0 0-1 0 0,0 1 1 0 0,-2 18 21 0 0,2-15 97 0 0,4-3-90 0 0,-2-2-10 0 0,0 1 0 0 0,0-1 0 0 0,1 1 0 0 0,-1-1 0 0 0,0 0 0 0 0,1 0 0 0 0,-1 0 0 0 0,0 0 0 0 0,1 0 0 0 0,-1 0 0 0 0,0-1 0 0 0,0 1 0 0 0,1-1 0 0 0,3-1 0 0 0,-3 1 150 0 0,1-2-107 0 0,8-7-23 0 0,-8 8 19 0 0,-6-2-762 0 0,-7-13 16 0 0,5 20-251 0 0,-14 9 372 0 0,14-9-120 0 0,3-2 557 0 0,1 0 0 0 0,-1 1 0 0 0,1-1 0 0 0,-1 0 0 0 0,0 1 0 0 0,0-1 0 0 0,0 0-1 0 0,0 0 1 0 0,0 0 0 0 0,0 0 0 0 0,0 0 0 0 0,-1 2 0 0 0,1-3-94 0 0,-2 4-990 0 0,3 0-2072 0 0,-1 20-216 0 0</inkml:trace>
</inkml:ink>
</file>

<file path=ppt/ink/ink4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07.5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125 76 3140 0 0,'2'-3'1512'0'0,"22"-33"2153"0"0,-22 32-1927 0 0,-3-1-1439 0 0,-1-17-27 0 0,1 17 487 0 0,-3 5-695 0 0,0 0 0 0 0,0 0-1 0 0,-1 1 1 0 0,1 0 0 0 0,0 0 0 0 0,0 0 0 0 0,0 0 0 0 0,0 1-1 0 0,0 0 1 0 0,0 0 0 0 0,0 0 0 0 0,0 0 0 0 0,1 0-1 0 0,-1 1 1 0 0,1-1 0 0 0,0 1 0 0 0,0 0 0 0 0,0 0 0 0 0,0 1-1 0 0,-4 5 1 0 0,-32 42 380 0 0,39-50-441 0 0,-2 0 16 0 0,0 1 1 0 0,1 0-1 0 0,-1 0 0 0 0,1 0 0 0 0,0 0 1 0 0,0 0-1 0 0,0 0 0 0 0,0 0 1 0 0,0 1-1 0 0,0-1 0 0 0,0 0 0 0 0,0 3 1 0 0,-3 13 151 0 0,2-5-83 0 0,0-1 1 0 0,0 1-1 0 0,1 0 1 0 0,0 0-1 0 0,2-1 0 0 0,-1 1 1 0 0,4 18-1 0 0,-3-27-72 0 0,1-1 0 0 0,-1 1 0 0 0,1-1 1 0 0,0 1-1 0 0,0-1 0 0 0,0 0 0 0 0,0 0 0 0 0,1 0 0 0 0,-1 0 0 0 0,1 0 0 0 0,0-1 0 0 0,5 5 0 0 0,-5-4-8 0 0,4 3 11 0 0,-5-4-16 0 0,0-1 0 0 0,-1 1-1 0 0,1-1 1 0 0,0 0 0 0 0,0 1 0 0 0,0-1-1 0 0,0 0 1 0 0,0 0 0 0 0,1 0-1 0 0,-1 0 1 0 0,0-1 0 0 0,0 1 0 0 0,1-1-1 0 0,-1 1 1 0 0,3-1 0 0 0,59 8-332 0 0,-51-8-18 0 0,0 0 0 0 0,0-1 0 0 0,23-5-1 0 0,-28 5 201 0 0,7-2-1432 0 0,0-1 1 0 0,0-1-1 0 0,-1 0 1 0 0,20-10-1 0 0</inkml:trace>
</inkml:ink>
</file>

<file path=ppt/ink/ink4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07.7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2800 0 0,'0'0'8792'0'0,"3"2"-8159"0"0,-2 0-547 0 0,0-1 0 0 0,0 0 0 0 0,0 0 0 0 0,0 1 0 0 0,0-1 0 0 0,1 0 0 0 0,-1 0 0 0 0,0 0 0 0 0,1 0 0 0 0,-1-1 0 0 0,2 2 0 0 0,-3 4 314 0 0,-9 233 15 0 0,22-75-8836 0 0,-8-135 2810 0 0</inkml:trace>
</inkml:ink>
</file>

<file path=ppt/ink/ink4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10.3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317 613 3816 0 0,'-2'-6'1691'0'0,"-1"-2"-1277"0"0,0 0 1 0 0,-1 1 0 0 0,0-1 0 0 0,0 1 0 0 0,-1 0 0 0 0,0 0 0 0 0,0 0 0 0 0,-1 0 0 0 0,1 1 0 0 0,-1 0 0 0 0,-1 0 0 0 0,1 1 0 0 0,-15-10 0 0 0,16 12-203 0 0,0 0 1 0 0,0 1 0 0 0,0-1-1 0 0,-1 1 1 0 0,1 0-1 0 0,0 0 1 0 0,-1 1 0 0 0,-6-1-1 0 0,5 0-8 0 0,3 2-139 0 0,1-1 0 0 0,-1 1 0 0 0,1 0 0 0 0,0 1 0 0 0,-1-1 0 0 0,1 0 0 0 0,-1 1 0 0 0,1 0 0 0 0,-1 0 0 0 0,1 0 0 0 0,0 0 1 0 0,0 0-1 0 0,-1 1 0 0 0,1 0 0 0 0,-4 2 0 0 0,4-2-36 0 0,-3 2 11 0 0,0 0 1 0 0,1 0-1 0 0,-1 0 0 0 0,1 1 0 0 0,0 0 0 0 0,0 0 0 0 0,1 0 0 0 0,-1 1 0 0 0,1 0 0 0 0,0 0 1 0 0,-4 9-1 0 0,0 1 5 0 0,1 0-1 0 0,1 0 1 0 0,-5 20 0 0 0,8-27-28 0 0,1 0-6 0 0,-1 1 0 0 0,1 0 0 0 0,1-1 0 0 0,0 1 0 0 0,0 10 0 0 0,1-11-71 0 0,0 0 0 0 0,1 0 0 0 0,0 0 0 0 0,0 0 0 0 0,1 0 0 0 0,0-1 0 0 0,0 1 0 0 0,1-1 0 0 0,0 1 0 0 0,9 15 0 0 0,-9-21-125 0 0,-2-3 167 0 0,1 0-1 0 0,-1 0 1 0 0,1 1 0 0 0,0-1 0 0 0,-1 1-1 0 0,1-1 1 0 0,-1 1 0 0 0,1 0-1 0 0,-1-1 1 0 0,0 1 0 0 0,1 0 0 0 0,1 1-1 0 0,0 1-20 0 0,2-1-77 0 0,1-4 18 0 0,0 1 75 0 0,-4 1 20 0 0,0 0-1 0 0,-1 0 0 0 0,1 0 0 0 0,0-1 1 0 0,0 1-1 0 0,0-1 0 0 0,-1 1 0 0 0,1-1 1 0 0,0 0-1 0 0,-1 0 0 0 0,1 0 0 0 0,0 0 1 0 0,-1 0-1 0 0,0 0 0 0 0,1 0 0 0 0,1-2 1 0 0,9-8 8 0 0,-1 0 1 0 0,0-1 0 0 0,-1 0-1 0 0,-1-1 1 0 0,1 0-1 0 0,-2 0 1 0 0,0-1 0 0 0,-1 0-1 0 0,0 0 1 0 0,-1-1 0 0 0,-1 0-1 0 0,5-21 1 0 0,7-37 271 0 0,-3 0 1 0 0,-3-2-1 0 0,-4 1 1 0 0,-3-1-1 0 0,-11-148 1 0 0,7 210-288 0 0,-5-23 479 0 0,5 36-464 0 0,0 0-1 0 0,0 0 1 0 0,0 0 0 0 0,0 0-1 0 0,0-1 1 0 0,0 1 0 0 0,0 0-1 0 0,0 0 1 0 0,0 0 0 0 0,0 0-1 0 0,0 0 1 0 0,0-1-1 0 0,0 1 1 0 0,0 0 0 0 0,-1 0-1 0 0,1 0 1 0 0,0 0 0 0 0,0 0-1 0 0,0 0 1 0 0,0-1 0 0 0,0 1-1 0 0,-1 0 1 0 0,1 0 0 0 0,0 0-1 0 0,0 0 1 0 0,0 0 0 0 0,0 0-1 0 0,0 0 1 0 0,-1 0-1 0 0,1 0 1 0 0,0 0 0 0 0,0 0-1 0 0,0 0 1 0 0,0 0 0 0 0,-1 0-1 0 0,1 0 1 0 0,0 0 0 0 0,0 0-1 0 0,0 0 1 0 0,0 0 0 0 0,-1 0-1 0 0,1 0 1 0 0,0 0-1 0 0,0 0 1 0 0,0 0 0 0 0,0 0-1 0 0,-1 0 1 0 0,1 0 0 0 0,0 1-1 0 0,0-1 1 0 0,-12 19 45 0 0,8-4-41 0 0,0 0 0 0 0,0 0 0 0 0,2 1 0 0 0,0-1 0 0 0,1 0 0 0 0,0 1 0 0 0,2 21 0 0 0,0-10-3 0 0,-1 27-69 0 0,3 1 0 0 0,13 75-1 0 0,-11-107-227 0 0,0 0 0 0 0,2 0 0 0 0,0 0-1 0 0,2-1 1 0 0,0 0 0 0 0,1-1 0 0 0,2 0 0 0 0,15 21 0 0 0,-22-35-49 0 0,1 0 0 0 0,0-1 1 0 0,0 0-1 0 0,1-1 0 0 0,0 1 0 0 0,0-1 1 0 0,0 0-1 0 0,0-1 0 0 0,1 0 1 0 0,0 0-1 0 0,0 0 0 0 0,0-1 1 0 0,0-1-1 0 0,1 1 0 0 0,-1-1 1 0 0,1-1-1 0 0,-1 1 0 0 0,17-1 1 0 0,-20 0 176 0 0,1-1 1 0 0,0 0 0 0 0,0-1-1 0 0,0 1 1 0 0,-1-1 0 0 0,1 0 0 0 0,0-1-1 0 0,-1 1 1 0 0,1-1 0 0 0,7-4-1 0 0,-5 3-46 0 0,0-1 330 0 0,0 0-1 0 0,0-1 0 0 0,-1 1 0 0 0,1-2 0 0 0,-1 1 0 0 0,0-1 0 0 0,0 0 0 0 0,-1 0 0 0 0,0-1 0 0 0,0 0 0 0 0,0 0 0 0 0,-1 0 0 0 0,0-1 1 0 0,-1 0-1 0 0,0 0 0 0 0,0 0 0 0 0,0 0 0 0 0,-1-1 0 0 0,0 1 0 0 0,2-16 0 0 0,-4 22-57 0 0,0-1 0 0 0,-1 1 0 0 0,1-1 0 0 0,-1 1-1 0 0,0 0 1 0 0,1-1 0 0 0,-1 1 0 0 0,0-1 0 0 0,-1 1 0 0 0,1-1 0 0 0,0 1 0 0 0,-2-5-1 0 0,-3-11 503 0 0,4 11-365 0 0,-2-1-1 0 0,1 1 1 0 0,-1-1-1 0 0,0 1 1 0 0,0 0-1 0 0,-1 0 1 0 0,0 1-1 0 0,0-1 1 0 0,-1 1 0 0 0,0-1-1 0 0,0 2 1 0 0,0-1-1 0 0,-9-6 1 0 0,11 9 120 0 0,-11 1 78 0 0,13 2-362 0 0,-1-1 0 0 0,0 1 1 0 0,0-1-1 0 0,1 1 0 0 0,-1 0 0 0 0,0 0 1 0 0,0 0-1 0 0,0 0 0 0 0,1 0 1 0 0,-1 0-1 0 0,0 1 0 0 0,0-1 0 0 0,0 0 1 0 0,1 1-1 0 0,-1 0 0 0 0,0-1 1 0 0,1 1-1 0 0,-1 0 0 0 0,1 0 0 0 0,-1 0 1 0 0,1 0-1 0 0,-1 0 0 0 0,-2 2 1 0 0,-2 5-6 0 0,-1 0 0 0 0,1 0 1 0 0,0 1-1 0 0,1 0 1 0 0,-1 0-1 0 0,2 0 1 0 0,0 0-1 0 0,0 1 1 0 0,0 0-1 0 0,1 0 0 0 0,1 0 1 0 0,0 0-1 0 0,0 0 1 0 0,1 0-1 0 0,0 1 1 0 0,1-1-1 0 0,0 0 1 0 0,1 11-1 0 0,0-12-110 0 0,1 0 1 0 0,0 0-1 0 0,0 0 0 0 0,0 0 1 0 0,1 0-1 0 0,1-1 1 0 0,-1 1-1 0 0,1-1 0 0 0,1 0 1 0 0,7 11-1 0 0,-9-15-80 0 0,2-2 8 0 0,15 4-4 0 0,-15-4-5 0 0,1-3 23 0 0,0 0 102 0 0,0-1 1 0 0,0 0-1 0 0,0 0 0 0 0,-1 0 1 0 0,1-1-1 0 0,0 1 0 0 0,-1-1 0 0 0,0-1 1 0 0,0 1-1 0 0,0-1 0 0 0,0 0 0 0 0,8-8 1 0 0,25-51 261 0 0,-37 60-106 0 0,1-1 10 0 0,3-13 4 0 0,-3 13 1133 0 0,-3 9-1187 0 0,-3 13-29 0 0,4-13-21 0 0,0 1-12 0 0,1 3-41 0 0,0 0 1 0 0,0-1-1 0 0,1 1 0 0 0,0-1 0 0 0,1 1 0 0 0,0-1 1 0 0,0 0-1 0 0,1 0 0 0 0,5 8 0 0 0,-7-13-94 0 0,2 0-18 0 0,0-2 91 0 0,-1 1 0 0 0,1-1-1 0 0,-1 1 1 0 0,1-1 0 0 0,-1 0-1 0 0,1-1 1 0 0,0 1 0 0 0,0-1-1 0 0,-1 1 1 0 0,1-1 0 0 0,0 0-1 0 0,0 0 1 0 0,-1-1-1 0 0,7 0 1 0 0,-5-1 20 0 0,0 0-1 0 0,0 0 0 0 0,0 0 1 0 0,0 0-1 0 0,0-1 1 0 0,-1 0-1 0 0,1 0 1 0 0,-1 0-1 0 0,0-1 0 0 0,6-5 1 0 0,2-3 6 0 0,-2-1 0 0 0,1 1 1 0 0,-2-2-1 0 0,1 1 0 0 0,-2-1 1 0 0,0-1-1 0 0,11-28 0 0 0,-9 14 414 0 0,-1-1 1 0 0,-2-1-1 0 0,6-52 0 0 0,-10 63-149 0 0,-3 15 10 0 0,1 0 70 0 0,0-13-205 0 0,-1 13 754 0 0,-1 6-858 0 0,0 0-1 0 0,0-1 1 0 0,0 1-1 0 0,1 0 0 0 0,-1 0 1 0 0,0 0-1 0 0,0 0 0 0 0,1 0 1 0 0,-1 0-1 0 0,0 0 0 0 0,1 0 1 0 0,-1 0-1 0 0,1 0 0 0 0,-1 0 1 0 0,1 0-1 0 0,0 0 0 0 0,-1 0 1 0 0,1 0-1 0 0,0 0 1 0 0,0 1-1 0 0,0-1 0 0 0,0 0 1 0 0,0 2-1 0 0,-2 19 80 0 0,2 9-347 0 0,0 0 0 0 0,2-1 1 0 0,2 1-1 0 0,0-1 1 0 0,2 0-1 0 0,1 0 1 0 0,2-1-1 0 0,20 47 1 0 0,-15-51-1144 0 0,-12-21 639 0 0,-2-4 720 0 0,1 0-1 0 0,-1 0 0 0 0,1 0 0 0 0,-1 0 0 0 0,0 1 1 0 0,1-1-1 0 0,-1 0 0 0 0,1 0 0 0 0,-1 0 0 0 0,0 1 1 0 0,1-1-1 0 0,-1 0 0 0 0,0 1 0 0 0,0-1 1 0 0,1 0-1 0 0,-1 1 0 0 0,0-1 0 0 0,0 1 0 0 0,1-1 1 0 0,-1 0-1 0 0,0 1 0 0 0,0-1 0 0 0,0 1 0 0 0,0-1 1 0 0,1 0-1 0 0,-1 2 0 0 0,3 5-1573 0 0</inkml:trace>
</inkml:ink>
</file>

<file path=ppt/ink/ink4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10.5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129 169 3392 0 0,'-23'-3'1590'0'0,"19"3"-282"0"0,-3 0-279 0 0,-56 5 1865 0 0,57-4-2432 0 0,2 0-39 0 0,-13 4-116 0 0,12-4 448 0 0,23-9-893 0 0,160-69-614 0 0,-89 39-978 0 0,6-4-3942 0 0,-66 28 1844 0 0</inkml:trace>
</inkml:ink>
</file>

<file path=ppt/ink/ink4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10.6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1 284 0 0,'-3'32'-52'0'0</inkml:trace>
</inkml:ink>
</file>

<file path=ppt/ink/ink4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2:11.0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115 90 2420 0 0,'10'-20'1536'0'0,"-8"16"-242"0"0,-1-2-272 0 0,-1 1-650 0 0,1 0 1 0 0,-1 0-1 0 0,0 0 1 0 0,0 1-1 0 0,-1-1 1 0 0,1 0-1 0 0,-3-7 1 0 0,1 8 813 0 0,-2 2-662 0 0,0 0-375 0 0,-15-4 558 0 0,16 7-639 0 0,0-1 0 0 0,0 1 0 0 0,0-1 0 0 0,1 1 0 0 0,-1 0 0 0 0,0 0 0 0 0,1 0-1 0 0,-1 1 1 0 0,1-1 0 0 0,-1 1 0 0 0,1-1 0 0 0,0 1 0 0 0,-1 0 0 0 0,1 0 0 0 0,0 0-1 0 0,0 0 1 0 0,0 0 0 0 0,-2 4 0 0 0,-22 37 203 0 0,25-39-245 0 0,-4 10-108 0 0,1 0 1 0 0,1 0-1 0 0,0 0 0 0 0,1 1 0 0 0,0-1 1 0 0,1 1-1 0 0,2 18 0 0 0,-1-27-195 0 0,2-2 75 0 0,-2-2 174 0 0,1-1 0 0 0,0 1-1 0 0,0-1 1 0 0,0 1 0 0 0,0-1-1 0 0,0 0 1 0 0,0 1-1 0 0,0-1 1 0 0,0 0 0 0 0,0 0-1 0 0,0 0 1 0 0,1 0 0 0 0,-1 0-1 0 0,1 0 1 0 0,-1 0-1 0 0,1 0 1 0 0,-1 0 0 0 0,1-1-1 0 0,-1 1 1 0 0,1-1-1 0 0,-1 1 1 0 0,3 0 0 0 0,1 0-83 0 0,0-3 20 0 0,7-4 92 0 0,0 0 0 0 0,0-1 0 0 0,0-1 0 0 0,-1 0 0 0 0,11-10 0 0 0,-19 15 101 0 0,14-10 109 0 0,-13 10 39 0 0,-1 1-133 0 0,15-9 926 0 0,-14 13-852 0 0,12 8-35 0 0,-12-7-36 0 0,0-1-11 0 0,2 1-247 0 0,0 1 0 0 0,0-1-1 0 0,1-1 1 0 0,-1 1 0 0 0,1-1 0 0 0,-1 0-1 0 0,1-1 1 0 0,0 1 0 0 0,0-1 0 0 0,0-1-1 0 0,0 1 1 0 0,-1-1 0 0 0,1 0 0 0 0,0-1-1 0 0,10-1 1 0 0,2-2-908 0 0,-1-1 0 0 0,0-1 0 0 0,0 0 0 0 0,0-1 0 0 0,-1-1 0 0 0,20-12 0 0 0,-14 2-3103 0 0</inkml:trace>
</inkml:ink>
</file>

<file path=ppt/ink/ink4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13.3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661 321 3384 0 0,'-3'-18'677'0'0,"0"1"0"0"0,-1-1 0 0 0,-1 1-1 0 0,0 0 1 0 0,-1 0 0 0 0,-1 0 0 0 0,-1 1-1 0 0,-19-30 1 0 0,20 34-393 0 0,-2 1 1 0 0,0 0-1 0 0,0 0 0 0 0,-1 1 1 0 0,0 0-1 0 0,0 1 0 0 0,-1 0 0 0 0,-1 1 1 0 0,1 0-1 0 0,-1 1 0 0 0,-21-10 1 0 0,0 8 617 0 0,24 7-728 0 0,7 1-118 0 0,0 0 0 0 0,-1 1 0 0 0,1-1 0 0 0,0 1 1 0 0,0-1-1 0 0,-1 1 0 0 0,1 0 0 0 0,0 0 1 0 0,-1 0-1 0 0,1 0 0 0 0,0 1 0 0 0,-1-1 0 0 0,-1 1 1 0 0,-3 0 80 0 0,1 0-64 0 0,0-1 0 0 0,0 1 0 0 0,0 0 0 0 0,0 0 0 0 0,1 1 0 0 0,-1 0 1 0 0,0 0-1 0 0,1 0 0 0 0,-1 0 0 0 0,-5 5 0 0 0,2-2 49 0 0,-1 1-61 0 0,0 1 1 0 0,0 0-1 0 0,1 1 1 0 0,0 0-1 0 0,0 1 1 0 0,1 0-1 0 0,0 0 1 0 0,0 1 0 0 0,1 0-1 0 0,0 0 1 0 0,1 1-1 0 0,1 0 1 0 0,-6 13-1 0 0,9-21-54 0 0,1 0-1 0 0,0 0 0 0 0,0 0 1 0 0,0 0-1 0 0,0 0 0 0 0,1 0 1 0 0,-1 1-1 0 0,1 4 1 0 0,-1 0-7 0 0,0-1-27 0 0,0-1-1 0 0,1 1 1 0 0,0-1 0 0 0,0 1-1 0 0,0-1 1 0 0,1 1-1 0 0,0-1 1 0 0,0 1 0 0 0,1-1-1 0 0,-1 0 1 0 0,1 1-1 0 0,1-1 1 0 0,-1 0-1 0 0,1 0 1 0 0,0-1 0 0 0,1 1-1 0 0,0 0 1 0 0,-1-1-1 0 0,7 6 1 0 0,1 1-137 0 0,1 0-1 0 0,0-1 1 0 0,1-1 0 0 0,0 0-1 0 0,1-1 1 0 0,15 8-1 0 0,13 4-388 0 0,62 21-1 0 0,-70-30 357 0 0,-1 2 1 0 0,0 0-1 0 0,40 27 0 0 0,-69-38 150 0 0,1 1 1 0 0,-1-1-1 0 0,-1 1 0 0 0,1 0 0 0 0,-1 1 0 0 0,1-1 1 0 0,-1 1-1 0 0,0-1 0 0 0,-1 1 0 0 0,4 8 0 0 0,-5-12 47 0 0,0 1 0 0 0,-1-1 0 0 0,1 0 0 0 0,-1 1 0 0 0,1-1-1 0 0,-1 1 1 0 0,0-1 0 0 0,1 1 0 0 0,-1-1 0 0 0,0 1-1 0 0,0-1 1 0 0,0 1 0 0 0,0-1 0 0 0,0 1 0 0 0,0-1-1 0 0,-1 1 1 0 0,1 1 0 0 0,-1 1 7 0 0,0 3 15 0 0,0 0 1 0 0,0-1 0 0 0,0 1-1 0 0,-1-1 1 0 0,0 0-1 0 0,0 1 1 0 0,0-1-1 0 0,-1 0 1 0 0,0 0 0 0 0,0-1-1 0 0,-1 1 1 0 0,-4 5-1 0 0,-3 4 142 0 0,-1-1-1 0 0,-26 23 0 0 0,17-19-1 0 0,-2-1 0 0 0,0 0 0 0 0,-1-2 1 0 0,0-1-1 0 0,-1-1 0 0 0,-1-1 0 0 0,0-1 0 0 0,-1-2 0 0 0,0 0 0 0 0,-34 5 0 0 0,44-11-109 0 0,14-2-48 0 0,0 0-1 0 0,0-1 0 0 0,0 0 0 0 0,-1 1 1 0 0,1-1-1 0 0,0 0 0 0 0,0-1 1 0 0,0 1-1 0 0,-5-2 0 0 0,-4 1 24 0 0,0-2-45 0 0,-1 1 0 0 0,1-2 1 0 0,0 1-1 0 0,0-2 0 0 0,0 1 0 0 0,1-2 0 0 0,-18-10 0 0 0,22 12-9 0 0,0-1-1 0 0,1 0 1 0 0,0 0 0 0 0,0 0-1 0 0,0-1 1 0 0,1 1-1 0 0,0-2 1 0 0,0 1 0 0 0,0 0-1 0 0,1-1 1 0 0,0 0-1 0 0,0 0 1 0 0,1 0 0 0 0,-1-1-1 0 0,-2-10 1 0 0,5 13 17 0 0,0 0 0 0 0,0 0 0 0 0,0 0 0 0 0,0 0 0 0 0,1 0 0 0 0,0 0 0 0 0,0 0 0 0 0,0 0 0 0 0,1 0 1 0 0,0 0-1 0 0,-1 0 0 0 0,2 0 0 0 0,-1 0 0 0 0,1 0 0 0 0,0 0 0 0 0,0 0 0 0 0,0 1 0 0 0,3-6 0 0 0,-3 9-4 0 0,-1 0-1 0 0,0 0 1 0 0,1 0-1 0 0,-1 0 1 0 0,1 0-1 0 0,-1 0 1 0 0,1 0-1 0 0,0 1 1 0 0,-1-1-1 0 0,1 1 1 0 0,0-1-1 0 0,-1 1 1 0 0,1-1-1 0 0,0 1 1 0 0,-1 0-1 0 0,1 0 1 0 0,0 0-1 0 0,2 0 1 0 0,24 4-165 0 0,-27-4 190 0 0,4 1-54 0 0,-1-1 0 0 0,1 1-1 0 0,-1 1 1 0 0,1-1 0 0 0,-1 1-1 0 0,1-1 1 0 0,-1 1 0 0 0,0 0 0 0 0,6 4-1 0 0,6 3-129 0 0,15 9-580 0 0,-1 1 0 0 0,41 35 0 0 0,0-1-2437 0 0,-47-42 974 0 0,-20-9 38 0 0</inkml:trace>
</inkml:ink>
</file>

<file path=ppt/ink/ink4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07:43:13.6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39 4388,'3'-4'1742,"8"-13"-51,-11 16-1309,1 0 0,0-1 0,-1 1-1,1 0 1,0 0 0,0 0 0,0 0-1,0 0 1,0 0 0,0 0 0,0 0 0,0 0-1,0 0 1,0 1 0,0-1 0,2 0-1,0 6-309,0-1 0,-1 1 0,0 1 0,0-1 0,0 0 1,0 0-1,-1 1 0,1 8 0,6 60-280,-7-56-888,1 0-1,7 31 1,-8-45-579,0-2 1245,0-1 1,0 1 0,0-1 0,0 1-1,0-1 1,0 0 0,0 0 0,1 1-1,-1-1 1,3 2 0</inkml:trace>
</inkml:ink>
</file>

<file path=ppt/ink/ink4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07:43:14.0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135 68 3280,'-4'-2'2018,"-1"-1"-1418,-1 0-1,0 0 0,0 1 0,0 0 1,-1 0-1,1 1 0,0 0 0,-1 0 0,1 0 1,-8 1-1,8 0-275,2 2-260,1-1 0,-1 1-1,1 0 1,0 0-1,0 0 1,0 1-1,0-1 1,0 1 0,0 0-1,0 0 1,-3 5-1,3-5-51,2 1-65,0 0-72,0 1 0,0 0-1,0-1 1,1 1 0,0-1 0,0 9 0,0-3-129,0-9 245,0-1 0,0 1 0,1-1 0,-1 1 0,0-1 0,0 0 0,0 1 0,1-1 0,-1 1 0,0-1 0,1 0 0,-1 1 0,0-1 0,1 0 0,-1 1 0,0-1 0,1 0 0,-1 1 0,1-1 0,-1 0 0,1 0 0,-1 1 0,0-1 0,1 0 0,-1 0 0,2 0 0,-2 0-7,1 0-1,-1 0 1,1 1-1,-1-1 1,1 0-1,-1 0 1,0 0-1,1 1 1,-1-1-1,1 0 1,-1 0-1,0 1 1,1-1 0,-1 0-1,1 1 1,-1-1-1,0 0 1,0 1-1,1-1 1,-1 1-1,0-1 1,0 1-1,1-1 1,-1 0-1,0 1 1,0 0-1,6 0-116,16 2 39,-17-2 39,1-3 44,-1 1 76,-1-1 1,1 1-1,0-1 0,0-1 0,-1 1 1,1-1-1,-1 1 0,0-1 1,0-1-1,0 1 0,0 0 0,-1-1 1,4-4-1,2-7 189,-6 11 1,2-18 142,-3 17-330,-1-1 105,-1 1-37,-2-14-41,1 14-42,-1 1-32,-6-13-48,6 13-88,-2 2-122,1 1 74,0-1 0,0 1 0,0 0 0,0 0 1,0 0-1,0 1 0,0-1 0,0 1 0,0 0 1,-1-1-1,-4 2 0,3-1-543,5 1 665,0-1-1,0 1 1,0-1 0,0 0 0,0 1 0,0-1 0,0 1 0,0-1 0,-1 0 0,1 1 0,0-1 0,0 0 0,0 1 0,-1-1 0,1 0-1,0 1 1,0-1 0,-1 0 0,1 1 0,0-1 0,0 0 0,-1 0 0,1 1 0,-1-1 0,1 0 0,0 0 0,-1 0 0,1 1 0,-1-1-132,0 1 0,0-1 0,0 1 0,0-1 0,1 1 0,-1 0 0,0-1 1,0 1-1,1 0 0,-1 0 0,0-1 0,1 1 0,-1 0 0,1 0 0,-1 0 1,1 0-1,-1 1 0,-5 14-1956</inkml:trace>
</inkml:ink>
</file>

<file path=ppt/ink/ink4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14.6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35 3128 0 0,'0'0'4781'0'0,"5"0"-4291"0"0,15-1-104 0 0,-15 1 361 0 0,-2 3-424 0 0,3 8-63 0 0,0-1 1 0 0,0 2-1 0 0,-1-1 1 0 0,5 17-1 0 0,-8-23-220 0 0,-2-5-29 0 0,1 1 0 0 0,-1-1 0 0 0,1 1 1 0 0,-1-1-1 0 0,0 1 0 0 0,1 0 0 0 0,-1-1 0 0 0,0 1 0 0 0,1 0 0 0 0,-1-1 0 0 0,0 1 1 0 0,0 0-1 0 0,0-1 0 0 0,0 1 0 0 0,0 0 0 0 0,0-1 0 0 0,0 1 0 0 0,0 0 0 0 0,0-1 1 0 0,0 1-1 0 0,0 0 0 0 0,0 0 0 0 0,1 15 244 0 0,2 6 167 0 0,-2-18-10 0 0,-1 0-221 0 0,3 14-7 0 0,-3-14 1473 0 0,1-10-1649 0 0,-1 5-8 0 0,0-7-28 0 0,1 1 1 0 0,0-1 0 0 0,0 0 0 0 0,1 0-1 0 0,0 1 1 0 0,1-1 0 0 0,-1 1-1 0 0,1 0 1 0 0,1 0 0 0 0,-1 0 0 0 0,1 0-1 0 0,1 0 1 0 0,4-6 0 0 0,-2 7-16 0 0,0 1-1 0 0,0-1 1 0 0,0 2 0 0 0,0-1-1 0 0,1 1 1 0 0,11-5 0 0 0,-14 7 13 0 0,1 3 8 0 0,-2-1 16 0 0,0 0-1 0 0,0 1 1 0 0,1 0 0 0 0,-1 0 0 0 0,0 0 0 0 0,0 0 0 0 0,0 1 0 0 0,0-1 0 0 0,0 1 0 0 0,0 0 0 0 0,-1 1 0 0 0,1-1 0 0 0,-1 0 0 0 0,1 1 0 0 0,-1 0 0 0 0,0 0 0 0 0,0 0-1 0 0,0 0 1 0 0,0 0 0 0 0,3 7 0 0 0,4 5-1 0 0,-8-11-20 0 0,0 1 19 0 0,5 15 31 0 0,-5-15 53 0 0,-1 21 205 0 0,-1-21-76 0 0,0 0-94 0 0,-1 18 21 0 0,1-17 394 0 0,-1-2-350 0 0,-4 8 684 0 0,3-27-403 0 0,1 14-511 0 0,1-4 156 0 0,1-1-24 0 0,1-6-106 0 0,0 0 0 0 0,0 0 0 0 0,2 1 0 0 0,-1-1 0 0 0,1 1 0 0 0,1 0 0 0 0,0 0 0 0 0,9-14 0 0 0,-7 15 24 0 0,-4 5-5 0 0,0 0 0 0 0,1 1 0 0 0,0 0-1 0 0,-1 0 1 0 0,1 0 0 0 0,1 0 0 0 0,-1 0 0 0 0,0 1-1 0 0,7-3 1 0 0,-7 2 12 0 0,-3 3-3 0 0,1 0-1 0 0,-1 0 1 0 0,0 0-1 0 0,0 0 1 0 0,1 0-1 0 0,-1 0 0 0 0,1 0 1 0 0,-1 1-1 0 0,1-1 1 0 0,-1 0-1 0 0,1 1 1 0 0,-1-1-1 0 0,1 1 0 0 0,0-1 1 0 0,2 1-1 0 0,8-2 14 0 0,12 0 33 0 0,5 6-44 0 0,-21-2-38 0 0,-1 0 0 0 0,0 1 0 0 0,0-1 0 0 0,0 1 0 0 0,0 1 0 0 0,-1-1 0 0 0,1 1 0 0 0,-1 0 0 0 0,0 1 0 0 0,0 0 0 0 0,-1 0 0 0 0,1 0 0 0 0,-1 0 1 0 0,0 1-1 0 0,0 0 0 0 0,-1 0 0 0 0,0 0 0 0 0,0 1 0 0 0,0-1 0 0 0,-1 1 0 0 0,0 0 0 0 0,0 0 0 0 0,-1 0 0 0 0,3 12 0 0 0,13 71-1974 0 0,-17-85 1426 0 0,0 1-70 0 0,1 17-40 0 0,-1-17-102 0 0,6 12-5454 0 0</inkml:trace>
</inkml:ink>
</file>

<file path=ppt/ink/ink4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14.8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32 3544 0 0,'3'-11'601'0'0,"0"0"353"0"0,-2 1 7482 0 0,-1 11-8423 0 0,0-1 0 0 0,0 0-1 0 0,0 1 1 0 0,0-1-1 0 0,0 0 1 0 0,0 0 0 0 0,0 1-1 0 0,1-1 1 0 0,-1 0 0 0 0,0 1-1 0 0,0-1 1 0 0,0 0-1 0 0,0 0 1 0 0,1 0 0 0 0,-1 1-1 0 0,0-1 1 0 0,0 0 0 0 0,1 0-1 0 0,-1 0 1 0 0,0 0 0 0 0,0 1-1 0 0,1-1 1 0 0,-1 0-1 0 0,0 0 1 0 0,1 0 0 0 0,-1 0-1 0 0,0 0 1 0 0,0 0 0 0 0,1 0-1 0 0,-1 0 1 0 0,0 0 0 0 0,1 0-1 0 0,-1 0 1 0 0,1 0 0 0 0,0 0 1 0 0,-1 1-1 0 0,1-1 1 0 0,0 0-1 0 0,-1 0 0 0 0,1 0 1 0 0,0 0-1 0 0,-1 1 1 0 0,1-1-1 0 0,0 0 0 0 0,-1 1 1 0 0,1-1-1 0 0,-1 1 1 0 0,1-1-1 0 0,-1 0 1 0 0,1 1-1 0 0,-1-1 0 0 0,1 1 1 0 0,-1-1-1 0 0,1 1 1 0 0,-1 0-1 0 0,0-1 1 0 0,1 1-1 0 0,-1-1 0 0 0,0 1 1 0 0,1 1-1 0 0,11 46 227 0 0,-4-17-1302 0 0,0 0 0 0 0,2 0 0 0 0,18 37 0 0 0,-26-64 43 0 0,19 16-4106 0 0</inkml:trace>
</inkml:ink>
</file>

<file path=ppt/ink/ink4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15.2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111 41 2560 0 0,'-3'-3'1528'0'0,"-7"-8"-270"0"0,7 9 546 0 0,-1 0-1184 0 0,1 2-454 0 0,-1-1-1 0 0,1 1 1 0 0,0-1 0 0 0,-1 1-1 0 0,1 0 1 0 0,0 1-1 0 0,-1-1 1 0 0,1 0 0 0 0,0 1-1 0 0,-1 0 1 0 0,1 0-1 0 0,0 0 1 0 0,0 0 0 0 0,0 0-1 0 0,0 1 1 0 0,0-1 0 0 0,0 1-1 0 0,0 0 1 0 0,-3 2-1 0 0,2 0-55 0 0,2-1-44 0 0,-14 37-608 0 0,15-36 372 0 0,10 17-318 0 0,15-26 862 0 0,-19 4 210 0 0,-5 0-565 0 0,0 1 1 0 0,0 0-1 0 0,0-1 1 0 0,0 1-1 0 0,1-1 0 0 0,-1 1 1 0 0,0-1-1 0 0,0 1 1 0 0,0-1-1 0 0,0 1 1 0 0,1-1-1 0 0,-1 1 1 0 0,0 0-1 0 0,0-1 1 0 0,1 1-1 0 0,-1-1 1 0 0,0 1-1 0 0,0 0 0 0 0,1-1 1 0 0,-1 1-1 0 0,1 0 1 0 0,-1-1-1 0 0,0 1 1 0 0,1 0-1 0 0,-1 0 1 0 0,1 0-1 0 0,0-1 1 0 0,0 1 49 0 0,0-1 0 0 0,0 0 0 0 0,-1 1 0 0 0,1-1 0 0 0,0 0 0 0 0,0 0 1 0 0,0 1-1 0 0,0-1 0 0 0,-1 0 0 0 0,1 0 0 0 0,0 0 0 0 0,-1 0 0 0 0,1 0 1 0 0,-1 0-1 0 0,1 0 0 0 0,-1 0 0 0 0,1-1 0 0 0,11-42 1737 0 0,-11 40-1178 0 0,-2-1-422 0 0,-1-15-35 0 0,1 15 10 0 0,-2 7-2213 0 0,2-1 1931 0 0,0 0 1 0 0,-1-1-1 0 0,1 1 0 0 0,0 0 0 0 0,-1-1 1 0 0,1 1-1 0 0,-1-1 0 0 0,1 0 0 0 0,-1 1 0 0 0,-2-1 1 0 0,0 0-152 0 0,4 0 225 0 0,0 0 1 0 0,0 0-1 0 0,-1 0 0 0 0,1 0 0 0 0,0 1 0 0 0,0-1 1 0 0,-1 0-1 0 0,1 0 0 0 0,0 0 0 0 0,0 0 0 0 0,-1 0 1 0 0,1 0-1 0 0,0 0 0 0 0,0 0 0 0 0,0 1 0 0 0,-1-1 1 0 0,1 0-1 0 0,0 0 0 0 0,0 0 0 0 0,0 0 0 0 0,0 1 1 0 0,-1-1-1 0 0,1 0 0 0 0,0 0 0 0 0,0 1 0 0 0,0-1 1 0 0,0 0-1 0 0,0 0 0 0 0,0 0 0 0 0,0 1 0 0 0,0-1 1 0 0,0 0-1 0 0,0 0 0 0 0,-1 1 0 0 0,1-1 0 0 0,-1 7-651 0 0,0-2-102 0 0,-1 0 1 0 0,2 1-1 0 0,-1-1 1 0 0,0 1-1 0 0,1-1 1 0 0,0 0-1 0 0,1 8 1 0 0,4 19-3707 0 0</inkml:trace>
</inkml:ink>
</file>

<file path=ppt/ink/ink4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16.0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0 506 3088 0 0,'0'0'1581'0'0,"3"-2"-258"0"0,0-1-930 0 0,0 0-1 0 0,0 0 1 0 0,0 0-1 0 0,-1-1 1 0 0,1 1 0 0 0,-1-1-1 0 0,0 1 1 0 0,0-1 0 0 0,0 0-1 0 0,2-6 1 0 0,8-47 1589 0 0,-11 53-1867 0 0,3-21 338 0 0,14-93 1133 0 0,-16 45-1158 0 0,-9-83-1 0 0,6 151-394 0 0,1 0-14 0 0,-4-11 126 0 0,-3 29 471 0 0,5 0-467 0 0,-1-1 0 0 0,2 0 0 0 0,-1 17 0 0 0,2 8-217 0 0,2 1 1 0 0,9 50-1 0 0,-8-74-255 0 0,0 0 0 0 0,0 0 1 0 0,2-1-1 0 0,0 1 0 0 0,0-1 0 0 0,1 0 0 0 0,1 0 0 0 0,0-1 0 0 0,17 22 0 0 0,-15-24-655 0 0,-8-8 861 0 0,0 0 0 0 0,1 0 0 0 0,0-1 0 0 0,-1 1 0 0 0,1-1 0 0 0,0 0 1 0 0,0 1-1 0 0,0-1 0 0 0,0 0 0 0 0,0 0 0 0 0,0 0 0 0 0,0 0 0 0 0,4 1 0 0 0,-1 1-212 0 0,1-1-1 0 0,-1 0 1 0 0,1 0-1 0 0,-1-1 1 0 0,1 1-1 0 0,0-1 1 0 0,0 0-1 0 0,-1-1 1 0 0,1 0-1 0 0,0 0 1 0 0,0 0-1 0 0,0 0 1 0 0,0-1-1 0 0,10-2 1 0 0,-8-2 346 0 0,0 0-1 0 0,-1 0 1 0 0,1 0-1 0 0,-1-1 1 0 0,0 0 0 0 0,-1-1-1 0 0,1 1 1 0 0,-1-1 0 0 0,0-1-1 0 0,-1 1 1 0 0,0-1 0 0 0,0 0-1 0 0,6-15 1 0 0,-5 11 517 0 0,-1-1 0 0 0,-1 0-1 0 0,0 0 1 0 0,-1-1 0 0 0,0 1 0 0 0,-1-1-1 0 0,0 0 1 0 0,-1-27 0 0 0,-2 36 171 0 0,1-1-20 0 0,-3-18-45 0 0,3 18-83 0 0,-2 2-100 0 0,-3-12-13 0 0,3 12 736 0 0,-2 2-982 0 0,1 2-137 0 0,-14-7 323 0 0,14 11-283 0 0,-9 13-43 0 0,9-13-16 0 0,2 2-18 0 0,-11 48 3 0 0,11-49-117 0 0,1 2-39 0 0,0 3-73 0 0,0 0 0 0 0,1 0 0 0 0,0 0 0 0 0,0-1 0 0 0,1 1 0 0 0,1 0 0 0 0,0-1 0 0 0,0 0 0 0 0,6 12 0 0 0,-7-18-142 0 0,-2-3 324 0 0,1 1 0 0 0,-1-1 0 0 0,1 0 0 0 0,-1 1 0 0 0,1-1 0 0 0,-1 0 0 0 0,1 1 0 0 0,-1-1 0 0 0,1 1 0 0 0,-1-1 0 0 0,0 1 0 0 0,1-1 0 0 0,-1 1 0 0 0,1-1 0 0 0,-1 1 0 0 0,0-1 0 0 0,0 1 0 0 0,1-1 0 0 0,-1 1 0 0 0,0-1 0 0 0,0 2 0 0 0,0-1-2 0 0,1-1 0 0 0,-1 1 0 0 0,0 0 0 0 0,1 0 0 0 0,-1-1 0 0 0,0 1 0 0 0,1 0-1 0 0,-1-1 1 0 0,0 1 0 0 0,1-1 0 0 0,-1 1 0 0 0,1 0 0 0 0,-1-1 0 0 0,1 1 0 0 0,0-1 0 0 0,-1 0-1 0 0,1 1 1 0 0,0-1 0 0 0,-1 1 0 0 0,1-1 0 0 0,0 0 0 0 0,-1 1 0 0 0,1-1 0 0 0,0 0 0 0 0,1 0-1 0 0,1 1 0 0 0,0 0 0 0 0,1 0 0 0 0,-1-1-1 0 0,1 0 1 0 0,-1 0 0 0 0,0 0 0 0 0,1 0-1 0 0,-1 0 1 0 0,1-1 0 0 0,4-1-1 0 0,-4 1 98 0 0,0-3 45 0 0,1-3 125 0 0,0 0-1 0 0,0 0 1 0 0,0-1 0 0 0,-1 0-1 0 0,-1 0 1 0 0,1 0-1 0 0,-1 0 1 0 0,0 0 0 0 0,-1-1-1 0 0,0 1 1 0 0,-1-1 0 0 0,2-14-1 0 0,-3 19 2943 0 0,1 8-3149 0 0,5 15-323 0 0,0-1-1 0 0,1-1 1 0 0,1 1-1 0 0,11 17 1 0 0,-6-15-2021 0 0,23 29 0 0 0,-21-35 652 0 0,2 6-5068 0 0</inkml:trace>
</inkml:ink>
</file>

<file path=ppt/ink/ink4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16.3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1 295 2392 0 0,'0'-7'1210'0'0,"1"-6"-577"0"0,0 0 1 0 0,1 0-1 0 0,0 0 1 0 0,1 0-1 0 0,1 1 1 0 0,7-20-1 0 0,-9 29-542 0 0,0 1 0 0 0,0-1 1 0 0,1 0-1 0 0,-1 0 0 0 0,1 1 0 0 0,-1 0 0 0 0,1-1 0 0 0,0 1 0 0 0,3-2 1 0 0,0 0 64 0 0,-3 2 132 0 0,3 1 19 0 0,17-3-8 0 0,-17 3-24 0 0,-1 2-37 0 0,0 0-152 0 0,0 0 0 0 0,0 0 1 0 0,0 0-1 0 0,0 1 0 0 0,0 0 0 0 0,-1 0 1 0 0,1 1-1 0 0,-1-1 0 0 0,1 1 0 0 0,-1 0 1 0 0,0 0-1 0 0,0 0 0 0 0,0 0 0 0 0,-1 1 1 0 0,1 0-1 0 0,-1 0 0 0 0,0 0 0 0 0,0 0 1 0 0,0 0-1 0 0,-1 1 0 0 0,1-1 0 0 0,2 8 0 0 0,-4-8 212 0 0,2 24 387 0 0,-2-22-304 0 0,-3-1 21 0 0,-3 16-1 0 0,3-16-7 0 0,0 0-10 0 0,0-2-273 0 0,1-2-67 0 0,0 0 1 0 0,0 0-1 0 0,1 0 1 0 0,-1 0 0 0 0,0 1-1 0 0,1-1 1 0 0,-1 0-1 0 0,1 1 1 0 0,-1-1 0 0 0,1 0-1 0 0,-1 1 1 0 0,1 1 312 0 0,-3 0-75 0 0,-11 11 607 0 0,13-14-876 0 0,0-1 1 0 0,0 1-1 0 0,0 0 0 0 0,0-1 0 0 0,0 1 1 0 0,1-1-1 0 0,-1 1 0 0 0,0-1 1 0 0,0 1-1 0 0,1-1 0 0 0,-1 1 0 0 0,0-1 1 0 0,1 1-1 0 0,-1-1 0 0 0,0 0 1 0 0,1 0-1 0 0,-1 1 0 0 0,1-1 0 0 0,0 0 1 0 0,-1 0-1 0 0,1 0 0 0 0,-1 1 1 0 0,1-1-1 0 0,0 0 0 0 0,0 0 1 0 0,-1 0-1 0 0,1 0 0 0 0,0 0 0 0 0,0 0 1 0 0,0-1-1 0 0,-1-20 73 0 0,1 22-87 0 0,0-9 1 0 0,1-1-1 0 0,0 1 1 0 0,1-1-1 0 0,0 1 1 0 0,4-11-1 0 0,-4 13-20 0 0,2-6-226 0 0,1 1-1 0 0,0-1 1 0 0,1 1-1 0 0,0 0 1 0 0,1 0-1 0 0,0 1 1 0 0,1 0-1 0 0,0 0 1 0 0,1 1-1 0 0,0 0 1 0 0,12-9-1 0 0,-16 15-160 0 0,1-1 0 0 0,0 1 1 0 0,0 0-1 0 0,0 1 0 0 0,0 0 0 0 0,1 0 0 0 0,-1 0 1 0 0,11-2-1 0 0,-11 3 145 0 0,42-13-3325 0 0,-19 8-226 0 0,-8 1 73 0 0</inkml:trace>
</inkml:ink>
</file>

<file path=ppt/ink/ink4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16.5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4692 0 0,'0'0'1051'0'0,"4"1"-65"0"0,18 4 5055 0 0,-21 1-5552 0 0,3 19 531 0 0,-4-19-787 0 0,0 21-103 0 0,2 1 0 0 0,5 30 0 0 0,-5-48-510 0 0,0 0 0 0 0,0 0 0 0 0,1-1 0 0 0,0 1 0 0 0,1-1 0 0 0,0 0 0 0 0,1 0 0 0 0,0 0 0 0 0,11 15 0 0 0,-13-21-438 0 0,-3-3 761 0 0,1 0-1 0 0,-1 0 0 0 0,1 0 1 0 0,-1 1-1 0 0,1-1 1 0 0,-1 0-1 0 0,1 0 0 0 0,-1 0 1 0 0,1 0-1 0 0,-1 1 0 0 0,1-1 1 0 0,-1 0-1 0 0,1 1 1 0 0,-1-1-1 0 0,0 0 0 0 0,1 1 1 0 0,-1-1-1 0 0,1 0 0 0 0,-1 1 1 0 0,0-1-1 0 0,1 1 1 0 0,-1-1-1 0 0,0 1 0 0 0,8 6-859 0 0,3-7-3511 0 0,16-7 912 0 0</inkml:trace>
</inkml:ink>
</file>

<file path=ppt/ink/ink4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16.8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110 21 4264 0 0,'-4'-3'1325'0'0,"-13"-7"-277"0"0,12 8 608 0 0,0 1-963 0 0,-16-2-74 0 0,16 2 762 0 0,-1 2-1020 0 0,-37 12 786 0 0,39-11 812 0 0,5-2-1929 0 0,-1 0 1 0 0,1 0 0 0 0,-1 0-1 0 0,0-1 1 0 0,1 1 0 0 0,-1 0-1 0 0,0 0 1 0 0,1-1 0 0 0,-1 1 0 0 0,0 0-1 0 0,0-1 1 0 0,1 1 0 0 0,-1 0-1 0 0,0-1 1 0 0,0 1 0 0 0,1 0-1 0 0,-1-1 1 0 0,0 1 0 0 0,0-1-1 0 0,0 1 1 0 0,0 0 0 0 0,0-1 0 0 0,0 1-1 0 0,0-1 1 0 0,1 0 0 0 0,1-6-2389 0 0</inkml:trace>
</inkml:ink>
</file>

<file path=ppt/ink/ink4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17.2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0 417 4224 0 0,'0'0'7056'0'0,"0"6"-5915"0"0,7 39 4044 0 0,-5-42-5006 0 0,2-4-162 0 0,2-2-28 0 0,0 0 0 0 0,-1 0 0 0 0,1 0 0 0 0,-1-1 0 0 0,0 0 0 0 0,1 0 0 0 0,-2 0 0 0 0,1-1 0 0 0,0 1 0 0 0,-1-1 0 0 0,7-11 0 0 0,-4 6-4 0 0,-1-1 0 0 0,-1 0-1 0 0,0-1 1 0 0,0 1 0 0 0,4-21 0 0 0,-2-1 122 0 0,-2 1 0 0 0,-2-1 0 0 0,0-50 0 0 0,-4 48 242 0 0,-2 10 87 0 0,-8-54 1500 0 0,11 74-543 0 0,-3 9-1193 0 0,1-2-178 0 0,0 0 1 0 0,0 1-1 0 0,1-1 0 0 0,-1 1 0 0 0,1 0 0 0 0,0-1 0 0 0,0 1 0 0 0,0 0 0 0 0,0 0 0 0 0,0 0 0 0 0,0 0 1 0 0,1 0-1 0 0,0 0 0 0 0,-1 0 0 0 0,1 0 0 0 0,0 0 0 0 0,1 0 0 0 0,-1 0 0 0 0,0 0 0 0 0,2 4 0 0 0,5 47-144 0 0,3 1 0 0 0,22 68 0 0 0,46 109-6184 0 0,-51-169-3078 0 0</inkml:trace>
</inkml:ink>
</file>

<file path=ppt/ink/ink4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17.9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11 135 4948 0 0,'-9'-23'1449'0'0,"8"18"1476"0"0,1-1-2234 0 0,2-17-130 0 0,-1 18-127 0 0,2 1-143 0 0,3-1-114 0 0,1-1-1 0 0,-1 1 1 0 0,1 1 0 0 0,0-1-1 0 0,0 1 1 0 0,1 0 0 0 0,10-4-1 0 0,27-5 35 0 0,-40 12-119 0 0,1 0 46 0 0,58-3 1043 0 0,-62 5-1126 0 0,0 1-1 0 0,0-1 1 0 0,0 1-1 0 0,0 0 1 0 0,0 0-1 0 0,0 0 1 0 0,-1 0-1 0 0,1 0 1 0 0,-1 0-1 0 0,1 0 1 0 0,-1 0-1 0 0,0 1 1 0 0,1-1 0 0 0,0 5-1 0 0,-1-4 32 0 0,5 22 83 0 0,-5-20-103 0 0,1 0-12 0 0,2 3-68 0 0,-1 0 0 0 0,1 0-1 0 0,0-1 1 0 0,0 1-1 0 0,11 12 1 0 0,-13-17-14 0 0,1 0 1 0 0,-1 0-1 0 0,1-1 1 0 0,0 1-1 0 0,0-1 1 0 0,0 0 0 0 0,0 0-1 0 0,0 0 1 0 0,0-1-1 0 0,0 1 1 0 0,1-1-1 0 0,-1 1 1 0 0,1-1 0 0 0,-1 0-1 0 0,1 0 1 0 0,-1-1-1 0 0,1 1 1 0 0,4-1-1 0 0,1 0 55 0 0,0 0-1 0 0,0-1 0 0 0,0 0 0 0 0,0-1 1 0 0,-1 0-1 0 0,1-1 0 0 0,0 1 1 0 0,-1-2-1 0 0,0 1 0 0 0,0-1 0 0 0,0 0 1 0 0,0-1-1 0 0,0 0 0 0 0,9-9 0 0 0,-15 13 0 0 0,0 0-1 0 0,0 0 1 0 0,0-1-1 0 0,-1 1 1 0 0,1-1-1 0 0,0 1 0 0 0,-1-1 1 0 0,0 0-1 0 0,1 0 1 0 0,-1 1-1 0 0,0-1 0 0 0,0 0 1 0 0,1-3-1 0 0,7-13 348 0 0,-5 9 64 0 0,0 0 0 0 0,0 0 0 0 0,-1 0 0 0 0,0-1 0 0 0,0 1 0 0 0,1-14 0 0 0,-4 23-434 0 0,0 1 1 0 0,0 0-1 0 0,0-1 0 0 0,0 1 1 0 0,0-1-1 0 0,0 1 0 0 0,0 0 0 0 0,0-1 1 0 0,0 1-1 0 0,-1 0 0 0 0,1-1 1 0 0,0 1-1 0 0,0-1 0 0 0,-1 1 0 0 0,1-1 1 0 0,0 1-1 0 0,-1 0 0 0 0,1-1 1 0 0,0 1-1 0 0,-1-1 0 0 0,1 1 0 0 0,-1-1 1 0 0,0 1-1 0 0,0 0-1 0 0,0 0 0 0 0,0-1 0 0 0,1 1 0 0 0,-1 0 0 0 0,0 0 1 0 0,1 0-1 0 0,-1 0 0 0 0,1 0 0 0 0,-1 0 0 0 0,1 0 0 0 0,0 0 0 0 0,-1 0 0 0 0,1 0 0 0 0,0 0 0 0 0,0 0 0 0 0,-1 0 1 0 0,1 0-1 0 0,0 0 0 0 0,0 0 0 0 0,0 0 0 0 0,0 1 0 0 0,0-1 0 0 0,1 0 0 0 0,-1 0 0 0 0,1 1 0 0 0,14 121 72 0 0,56 218-1 0 0,-18-108-24 0 0,-51-225-49 0 0,1 5 49 0 0,0-1-1 0 0,-1 0 1 0 0,-1 1 0 0 0,0-1 0 0 0,-1 1-1 0 0,0-1 1 0 0,-3 17 0 0 0,1-20 72 0 0,-1 1 1 0 0,0-1-1 0 0,-7 13 1 0 0,8-18 61 0 0,-3-3 35 0 0,-15 3-76 0 0,10-5-34 0 0,1-5-153 0 0,-1 0 1 0 0,2-1-1 0 0,-1 0 0 0 0,0 0 1 0 0,1-1-1 0 0,1 0 1 0 0,-1-1-1 0 0,1 1 1 0 0,1-1-1 0 0,0-1 1 0 0,0 1-1 0 0,1-1 1 0 0,0 0-1 0 0,0 0 1 0 0,1-1-1 0 0,1 1 1 0 0,0-1-1 0 0,0 0 1 0 0,1 0-1 0 0,-1-16 1 0 0,1 9-505 0 0,1 0 0 0 0,1 0-1 0 0,0 0 1 0 0,2 0 0 0 0,0 0 0 0 0,1 1 0 0 0,0-1 0 0 0,2 0 0 0 0,0 1 0 0 0,1 0 0 0 0,1 0 0 0 0,11-21 0 0 0,-5 16-1262 0 0,2 1 1 0 0,0 0-1 0 0,19-20 0 0 0,-3 9-3790 0 0</inkml:trace>
</inkml:ink>
</file>

<file path=ppt/ink/ink4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18.9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33 5324 0 0,'-1'-6'1563'0'0,"0"-21"6833"0"0,1 35-7838 0 0,-1 39 298 0 0,39 210 388 0 0,-7-70-1173 0 0,-24-145-1313 0 0,2-1 0 0 0,17 48 0 0 0,-24-84 201 0 0,4 5-251 0 0,-1-5-325 0 0</inkml:trace>
</inkml:ink>
</file>

<file path=ppt/ink/ink4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19.6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0 284 2532 0 0,'2'-5'1402'0'0,"10"-44"6776"0"0,-8 49-8093 0 0,0 1 0 0 0,0 0 0 0 0,0 0 0 0 0,0 0 0 0 0,0 0 0 0 0,-1 1 0 0 0,1-1 0 0 0,-1 1 0 0 0,1 0 0 0 0,5 5 0 0 0,-5-5-47 0 0,1 0-184 0 0,2 0 5 0 0,0 0-1 0 0,0 0 0 0 0,0-1 0 0 0,0 0 1 0 0,9-1-1 0 0,-11 0-18 0 0,0-2 18 0 0,13-8 15 0 0,-13 7 18 0 0,-1 0 28 0 0,2-5 44 0 0,0 0 0 0 0,0 0 0 0 0,-1 0 1 0 0,0 0-1 0 0,7-18 0 0 0,-11 22 25 0 0,0-3 25 0 0,-1-52 84 0 0,-1 54-12 0 0,1 0 39 0 0,-4-17 11 0 0,3 17 310 0 0,-1 1-123 0 0,1 4-257 0 0,1-1-1 0 0,-1 0 1 0 0,1 0-1 0 0,-1 1 1 0 0,1-1-1 0 0,-1 0 1 0 0,0 1-1 0 0,0-1 1 0 0,1 1-1 0 0,-1-1 1 0 0,0 1-1 0 0,0-1 1 0 0,1 1-1 0 0,-1 0 0 0 0,0-1 1 0 0,0 1-1 0 0,0 0 1 0 0,0-1-1 0 0,-1 1 1 0 0,1 0-20 0 0,0 1 1 0 0,0-1-1 0 0,-1 1 1 0 0,1-1-1 0 0,0 1 1 0 0,0-1-1 0 0,0 1 1 0 0,0 0-1 0 0,0-1 1 0 0,0 1-1 0 0,1 0 1 0 0,-1 0-1 0 0,0 0 0 0 0,0 0 1 0 0,0 0-1 0 0,1 0 1 0 0,-1 0-1 0 0,0 0 1 0 0,1 0-1 0 0,-1 0 1 0 0,1 0-1 0 0,0 0 1 0 0,-1 0-1 0 0,1 2 1 0 0,-22 53 948 0 0,17-44-644 0 0,-1 11-99 0 0,5-3-92 0 0,0-11-199 0 0,1 1 1 0 0,0-1-1 0 0,0 0 0 0 0,1 0 1 0 0,0 0-1 0 0,0 1 0 0 0,1-1 0 0 0,0 0 1 0 0,1-1-1 0 0,0 1 0 0 0,6 11 1 0 0,-7-17-124 0 0,0-1 0 0 0,0 1 0 0 0,1-1 1 0 0,-1 1-1 0 0,1-1 0 0 0,0 0 0 0 0,-1 0 0 0 0,1 0 1 0 0,0 0-1 0 0,0-1 0 0 0,0 1 0 0 0,1-1 0 0 0,-1 0 1 0 0,6 2-1 0 0,-6-2 74 0 0,2 1-211 0 0,1-1 0 0 0,0 0 0 0 0,-1 0 0 0 0,1 0 0 0 0,0-1 0 0 0,0 0 0 0 0,0 0 0 0 0,-1 0 0 0 0,12-3 0 0 0,-12 2 140 0 0,4 0-182 0 0,0 0 1 0 0,-1-1-1 0 0,1-1 0 0 0,-1 0 0 0 0,1 0 0 0 0,-1 0 1 0 0,0-1-1 0 0,0 0 0 0 0,-1-1 0 0 0,12-8 0 0 0,-16 11 246 0 0,5-4-152 0 0,-1 0 1 0 0,0-1-1 0 0,0 0 1 0 0,-1 0-1 0 0,1-1 1 0 0,-1 0-1 0 0,-1 0 0 0 0,7-13 1 0 0,0-2 124 0 0,14-41 0 0 0,-8-7 1598 0 0,-17 66-896 0 0,-1 0-78 0 0,-3-43 2143 0 0,2 44-979 0 0,1 4-1657 0 0,0 0 1 0 0,0 1-1 0 0,0-1 1 0 0,0 0-1 0 0,0 1 1 0 0,0-1-1 0 0,0 0 1 0 0,0 0-1 0 0,0 1 1 0 0,0-1-1 0 0,-1 0 1 0 0,1 1-1 0 0,0-1 1 0 0,0 0-1 0 0,0 0 1 0 0,0 1-1 0 0,-1-1 1 0 0,1 0-1 0 0,0 0 1 0 0,0 0-1 0 0,0 1 1 0 0,-1-1-1 0 0,1 0 1 0 0,0 0-1 0 0,0 0 1 0 0,-1 0-1 0 0,1 0 1 0 0,0 1-1 0 0,0-1 1 0 0,-1 0-1 0 0,0 0 1 0 0,1 0 2 0 0,-1 0 0 0 0,1 0-1 0 0,0 1 1 0 0,-1-1 0 0 0,1 0 0 0 0,-1 0 0 0 0,1 1-1 0 0,-1-1 1 0 0,1 0 0 0 0,0 1 0 0 0,-1-1 0 0 0,1 0-1 0 0,0 1 1 0 0,-1-1 0 0 0,1 0 0 0 0,0 1 0 0 0,-1-1-1 0 0,1 1 1 0 0,0-1 0 0 0,0 1 0 0 0,0-1 0 0 0,0 1-1 0 0,-1-1 1 0 0,1 1 0 0 0,0-1 0 0 0,0 1 0 0 0,0-1-1 0 0,0 1 1 0 0,0-1 0 0 0,0 1 0 0 0,0-1 0 0 0,0 1 0 0 0,0-1-1 0 0,0 1 1 0 0,0-1 0 0 0,1 1 0 0 0,1 11 14 0 0,0-1 1 0 0,1 0-1 0 0,0 0 1 0 0,1 0-1 0 0,0 0 1 0 0,8 14-1 0 0,19 20-39 0 0,1 0 0 0 0,49 51-1 0 0,-68-75 268 0 0,-11-18-52 0 0,0 1 34 0 0,2 12 16 0 0,-3-12 15 0 0,-11 18 408 0 0,10-22-668 0 0,-1-1 0 0 0,1 1 1 0 0,-1 0-1 0 0,1 0 1 0 0,-1 0-1 0 0,1 0 1 0 0,-1 0-1 0 0,1 0 1 0 0,-1 1-1 0 0,1-1 0 0 0,-1 0 1 0 0,1 0-1 0 0,-1 0 1 0 0,1 0-1 0 0,-1 0 1 0 0,1 1-1 0 0,0-1 1 0 0,-1 0-1 0 0,1 0 0 0 0,-1 1 1 0 0,1-1-1 0 0,0 0 1 0 0,-1 1-1 0 0,1-1 1 0 0,0 0-1 0 0,-1 1 0 0 0,1-1 1 0 0,-1 1-1 0 0,1 0 1 0 0,-1 0-1 0 0,0 0 1 0 0,0 0-1 0 0,1 0 1 0 0,-1-1-1 0 0,0 1 0 0 0,0 0 1 0 0,0 0-1 0 0,0-1 1 0 0,0 1-1 0 0,0-1 1 0 0,0 1-1 0 0,0-1 0 0 0,0 1 1 0 0,0-1-1 0 0,-1 0 1 0 0,1 0-1 0 0,0 1 1 0 0,-2-1-1 0 0,-23 3-74 0 0,20-2-139 0 0,0-2-111 0 0,2-1 189 0 0,-18-2-680 0 0,7-14-1466 0 0,17 13 1021 0 0,-2 4 1207 0 0,2-5-558 0 0,0 0 0 0 0,1 0 0 0 0,0 0-1 0 0,0 1 1 0 0,0-1 0 0 0,5-5-1 0 0,9-9-4018 0 0</inkml:trace>
</inkml:ink>
</file>

<file path=ppt/ink/ink4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19.9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351 1 4624 0 0,'0'0'8955'0'0,"-4"1"-8223"0"0,-13 3-74 0 0,12-3-91 0 0,3 3-86 0 0,-6 11-84 0 0,6-11-56 0 0,2 3-68 0 0,0 4-196 0 0,1 0 0 0 0,0 0 1 0 0,0 0-1 0 0,1 0 0 0 0,1 0 0 0 0,0 0 0 0 0,1 0 0 0 0,6 14 0 0 0,8 12 9 0 0,26 38 0 0 0,-38-64-81 0 0,26 46 20 0 0,-30-53-54 0 0,0 1 0 0 0,-1-1-1 0 0,0 0 1 0 0,0 1 0 0 0,0-1-1 0 0,0 1 1 0 0,-1-1 0 0 0,1 1-1 0 0,-1-1 1 0 0,0 1 0 0 0,-1 6-1 0 0,-5-1-224 0 0,-2-2-4 0 0,-1 0-1 0 0,0 0 1 0 0,0-1-1 0 0,0-1 0 0 0,-1 1 1 0 0,0-1-1 0 0,-1-1 1 0 0,1 0-1 0 0,-1-1 1 0 0,0 0-1 0 0,0 0 0 0 0,0-1 1 0 0,-14 2-1 0 0,-25 2-3057 0 0,-88 4 0 0 0,111-10 1975 0 0,-44 1-4344 0 0</inkml:trace>
</inkml:ink>
</file>

<file path=ppt/ink/ink4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22.6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239 560 3832 0 0,'-3'-4'1328'0'0,"-4"-3"-380"0"0,0 0 1 0 0,-1 1-1 0 0,0 0 0 0 0,0 0 1 0 0,-11-6-1 0 0,14 10-275 0 0,-1 1 22 0 0,-60 0 1812 0 0,63 2-2400 0 0,-1 0 1 0 0,0 0 0 0 0,0 0 0 0 0,0 1-1 0 0,1 0 1 0 0,-1-1 0 0 0,0 1 0 0 0,1 1-1 0 0,0-1 1 0 0,-1 0 0 0 0,1 1-1 0 0,-3 3 1 0 0,0-1 30 0 0,2-1-84 0 0,1 0-1 0 0,-1 0 1 0 0,1 0 0 0 0,0 1 0 0 0,0-1-1 0 0,0 1 1 0 0,1 0 0 0 0,-1 0 0 0 0,1 0-1 0 0,1 0 1 0 0,-3 8 0 0 0,3-9-12 0 0,-4 8 62 0 0,4-10-97 0 0,0 0 0 0 0,1 0 0 0 0,-1 0 0 0 0,0 0 0 0 0,1 0 0 0 0,0 0 0 0 0,-1 0 0 0 0,1 0 0 0 0,0 0 0 0 0,0 0 0 0 0,0 3 0 0 0,0 10-5 0 0,1 23 140 0 0,9 21-149 0 0,-7-51-16 0 0,-1-3-77 0 0,-1 1-1 0 0,1-1 0 0 0,0 0 1 0 0,0 0-1 0 0,1 0 0 0 0,0 0 1 0 0,-1-1-1 0 0,2 1 0 0 0,-1-1 1 0 0,0 0-1 0 0,1 0 1 0 0,0 0-1 0 0,0 0 0 0 0,0 0 1 0 0,0-1-1 0 0,1 0 0 0 0,-1 0 1 0 0,8 4-1 0 0,-8-6-167 0 0,1 0 10 0 0,-1-1 229 0 0,-1 1-14 0 0,0-1 0 0 0,-1 0 0 0 0,1 0-1 0 0,0 0 1 0 0,0 0 0 0 0,0 0 0 0 0,0-1 0 0 0,0 1 0 0 0,0-1-1 0 0,0 0 1 0 0,-1 1 0 0 0,1-2 0 0 0,0 1 0 0 0,-1 0-1 0 0,1 0 1 0 0,0-1 0 0 0,2-1 0 0 0,5-7-39 0 0,0-1 0 0 0,-1 0 0 0 0,0 0 0 0 0,0-1 0 0 0,-1 0 0 0 0,-1-1 0 0 0,0 0 0 0 0,-1 0 0 0 0,0 0 0 0 0,-1 0 0 0 0,-1-1 1 0 0,0 0-1 0 0,4-27 0 0 0,1-21-80 0 0,1-117-1 0 0,-10 168 166 0 0,0-50 336 0 0,-2 0 1 0 0,-2 0-1 0 0,-4 0 0 0 0,-15-62 0 0 0,22 118-265 0 0,0 4-36 0 0,1 0 1 0 0,-1 0 0 0 0,1 0 0 0 0,-1 0 0 0 0,0-1-1 0 0,1 1 1 0 0,-1 0 0 0 0,0 0 0 0 0,0 0 0 0 0,1 1-1 0 0,-1-1 1 0 0,0 0 0 0 0,0 0 0 0 0,-2-1 0 0 0,1 10-27 0 0,-1-1 1 0 0,1 1 0 0 0,1-1 0 0 0,-1 1 0 0 0,1 0 0 0 0,0-1-1 0 0,1 12 1 0 0,5 62 54 0 0,-1-36-48 0 0,0 17 85 0 0,3-1 1 0 0,17 68 0 0 0,-13-88-178 0 0,0-1 0 0 0,3-1 0 0 0,1 0 1 0 0,23 40-1 0 0,-35-73 14 0 0,0 1 0 0 0,0-1 1 0 0,1 0-1 0 0,0 0 1 0 0,0 0-1 0 0,1-1 0 0 0,-1 0 1 0 0,1 0-1 0 0,0 0 0 0 0,1 0 1 0 0,-1-1-1 0 0,1 1 0 0 0,0-2 1 0 0,0 1-1 0 0,0-1 1 0 0,12 5-1 0 0,-13-6 0 0 0,1-3-43 0 0,20-1 8 0 0,-25 2 88 0 0,0 0-1 0 0,1 0 0 0 0,-1 0 0 0 0,1-1 1 0 0,-1 1-1 0 0,1 0 0 0 0,-1-1 0 0 0,0 1 1 0 0,1-1-1 0 0,-1 1 0 0 0,0-1 0 0 0,1 0 1 0 0,-1 1-1 0 0,0-1 0 0 0,0 0 0 0 0,0 0 1 0 0,0 0-1 0 0,0 0 0 0 0,2-2 1 0 0,-1 1-17 0 0,3-2 11 0 0,0 0 0 0 0,-1 0 0 0 0,1 0 0 0 0,-1-1 0 0 0,0 1 0 0 0,0-1 0 0 0,-1 0 0 0 0,1 0-1 0 0,4-10 1 0 0,-6 11 16 0 0,7-10 28 0 0,-1-3-8 0 0,-3 0 61 0 0,8-35 285 0 0,-13 47-183 0 0,1 0 8 0 0,3-16-22 0 0,-3 16 121 0 0,0 1-168 0 0,2-12 31 0 0,-2 12 693 0 0,2 5-803 0 0,-1 0 0 0 0,1 0 0 0 0,0 0-1 0 0,-1 1 1 0 0,1 0 0 0 0,-1-1 0 0 0,1 1-1 0 0,-1 0 1 0 0,0 0 0 0 0,0 0 0 0 0,0 1 0 0 0,0-1-1 0 0,0 0 1 0 0,0 1 0 0 0,-1-1 0 0 0,1 1 0 0 0,-1 0-1 0 0,1 2 1 0 0,11 15 62 0 0,22 31-44 0 0,-31-45-262 0 0,0 0 1 0 0,1 0-1 0 0,-1-1 0 0 0,1 1 1 0 0,0-1-1 0 0,1 0 1 0 0,0 0-1 0 0,-1-1 0 0 0,1 0 1 0 0,1 0-1 0 0,-1 0 1 0 0,0-1-1 0 0,1 0 0 0 0,0 0 1 0 0,11 3-1 0 0,-12-7 17 0 0,0-1-617 0 0,1 1 1 0 0,-1-1-1 0 0,0 0 1 0 0,0-1 0 0 0,8-3-1 0 0,-11 3-474 0 0,0-1-91 0 0,6-13-961 0 0</inkml:trace>
</inkml:ink>
</file>

<file path=ppt/ink/ink4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22.9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138 64 2164 0 0,'-4'-2'1356'0'0,"-38"-13"2005"0"0,37 14-2448 0 0,-49 7 816 0 0,49-5-1400 0 0,-1 5-109 0 0,5-6-207 0 0,0 0 0 0 0,0 1 1 0 0,0-1-1 0 0,0 1 0 0 0,0-1 1 0 0,1 1-1 0 0,-1-1 0 0 0,0 1 1 0 0,0-1-1 0 0,1 1 0 0 0,-1 0 1 0 0,0-1-1 0 0,1 1 0 0 0,-1 0 1 0 0,0 1-1 0 0,-6 11-36 0 0,5-10 335 0 0,6-1-233 0 0,12 2 8 0 0,-11-3 25 0 0,-3-4 0 0 0,26-29 340 0 0,-25 28-330 0 0,-1-1 6 0 0,6-12 2 0 0,-6 13 91 0 0,-1-1-114 0 0,5-12 27 0 0,-4 12 178 0 0,6 26-6058 0 0,-6-17 4532 0 0,3-2-857 0 0,22 7-1428 0 0</inkml:trace>
</inkml:ink>
</file>

<file path=ppt/ink/ink4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23.3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62 1 4164 0 0,'0'0'7726'0'0,"-5"0"-7286"0"0,-21 3 599 0 0,24-2-996 0 0,0 0 1 0 0,1 0 0 0 0,-1 0 0 0 0,1 0-1 0 0,-1 0 1 0 0,1 1 0 0 0,0-1 0 0 0,-1 1-1 0 0,1-1 1 0 0,-2 3 0 0 0,0-1 128 0 0,-1 7 26 0 0,3-10-187 0 0,1 1 0 0 0,0-1-1 0 0,-1 1 1 0 0,1 0-1 0 0,-1-1 1 0 0,1 1-1 0 0,-1 0 1 0 0,1-1 0 0 0,0 1-1 0 0,0 0 1 0 0,-1-1-1 0 0,1 1 1 0 0,0 0-1 0 0,0-1 1 0 0,0 1 0 0 0,0 0-1 0 0,0 0 1 0 0,0-1-1 0 0,0 1 1 0 0,0 0-1 0 0,0 0 1 0 0,0-1 0 0 0,0 1-1 0 0,0 0 1 0 0,0 3-11 0 0,0-1-16 0 0,0 0 1 0 0,1 0-1 0 0,-1 0 0 0 0,0 0 0 0 0,1 0 0 0 0,0 0 0 0 0,0 0 1 0 0,0 0-1 0 0,0 0 0 0 0,0 0 0 0 0,0-1 0 0 0,1 1 0 0 0,-1 0 1 0 0,1-1-1 0 0,2 4 0 0 0,1-1-67 0 0,3 5-97 0 0,0-1 0 0 0,0 0 0 0 0,1-1 0 0 0,18 14 0 0 0,78 49-300 0 0,-102-69 549 0 0,-2 0-38 0 0,1 0 1 0 0,-1-1-1 0 0,0 1 1 0 0,1-1 0 0 0,-1 1-1 0 0,1-1 1 0 0,-1 0-1 0 0,1 1 1 0 0,3 1-1 0 0,-2 0 749 0 0,-3 2-529 0 0,0 20 239 0 0,-4-22-303 0 0,-3 2-134 0 0,-10 6 147 0 0,-37 5 61 0 0,31-11-321 0 0,18-5-125 0 0,0 0-162 0 0,-16 0-126 0 0,16 0-114 0 0,-14-9-889 0 0,15 7 639 0 0,4-3-1293 0 0,9-47-3048 0 0,-7 47 1116 0 0</inkml:trace>
</inkml:ink>
</file>

<file path=ppt/ink/ink4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23.5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44 4184 0 0,'0'0'1807'0'0,"2"-4"-251"0"0,2-4-1221 0 0,9-20 5944 0 0,-11 24-4264 0 0,-4 9-1707 0 0,-2 12-165 0 0,0 0 1 0 0,1 0-1 0 0,1 0 0 0 0,1 0 0 0 0,0 1 1 0 0,1-1-1 0 0,2 19 0 0 0,1-18-300 0 0,0 1 0 0 0,1-1 0 0 0,1 0 0 0 0,1 0 0 0 0,1 0 0 0 0,17 32 1 0 0,-18-41-407 0 0,0 0 0 0 0,1-1 0 0 0,0 1 0 0 0,1-2 0 0 0,16 14 0 0 0,-22-20 488 0 0,18 12-1639 0 0,-15-11 1320 0 0,-1 0-975 0 0,0 0-334 0 0,15 4-1186 0 0</inkml:trace>
</inkml:ink>
</file>

<file path=ppt/ink/ink4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23.7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18 131 3524 0 0,'0'0'1334'0'0,"-3"-3"-219"0"0,-12-10 1553 0 0,18 9-2304 0 0,-3 4-363 0 0,1-3 29 0 0,1 0-1 0 0,0 0 0 0 0,-1 0 1 0 0,1 1-1 0 0,0-1 1 0 0,1 1-1 0 0,-1 0 0 0 0,0-1 1 0 0,1 1-1 0 0,-1 0 1 0 0,1 0-1 0 0,0 1 0 0 0,-1-1 1 0 0,1 0-1 0 0,0 1 1 0 0,0 0-1 0 0,5-2 1 0 0,120-38-1703 0 0,-35 18-2615 0 0,-63 16 753 0 0</inkml:trace>
</inkml:ink>
</file>

<file path=ppt/ink/ink4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24.3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104 125 2760 0 0,'2'-5'482'0'0,"1"-1"0"0"0,-1 1 0 0 0,0-1 0 0 0,0 0 0 0 0,0 0 0 0 0,-1 0 0 0 0,0 0 0 0 0,0 0 0 0 0,0 0 0 0 0,-1 0 0 0 0,0 0 0 0 0,-1-8-1 0 0,0 8-30 0 0,0 3-306 0 0,0 1 0 0 0,0-1 0 0 0,-1 1-1 0 0,1-1 1 0 0,-1 1 0 0 0,0 0 0 0 0,0-1 0 0 0,0 1 0 0 0,0 0 0 0 0,0 0 0 0 0,0 0 0 0 0,-5-2 0 0 0,5 2 694 0 0,-5 2-606 0 0,-17 4-31 0 0,22-3-168 0 0,-1 0 1 0 0,1 0 0 0 0,0 0-1 0 0,0 1 1 0 0,0-1-1 0 0,0 1 1 0 0,0-1 0 0 0,0 1-1 0 0,0 0 1 0 0,0 0-1 0 0,1 0 1 0 0,-1 0 0 0 0,1 0-1 0 0,-1 0 1 0 0,1 0-1 0 0,0 1 1 0 0,-1 3 0 0 0,-3 3-2 0 0,1 0 1 0 0,1 1 0 0 0,-1 0 0 0 0,2 0 0 0 0,-1 0 0 0 0,-1 20 0 0 0,4-25-120 0 0,0 2-48 0 0,1 20-18 0 0,-1-20-1 0 0,1-1-68 0 0,3 17-37 0 0,-3-18 10 0 0,9 15-125 0 0,-8-17 220 0 0,1 0-67 0 0,-1-3 221 0 0,-1 1 0 0 0,0 0 1 0 0,1 0-1 0 0,-1-1 0 0 0,1 1 0 0 0,-1-1 1 0 0,1 1-1 0 0,-1-1 0 0 0,1 0 1 0 0,-1 0-1 0 0,1 1 0 0 0,-1-1 0 0 0,1 0 1 0 0,0 0-1 0 0,-1-1 0 0 0,1 1 0 0 0,-1 0 1 0 0,1 0-1 0 0,-1-1 0 0 0,1 1 1 0 0,-1-1-1 0 0,1 1 0 0 0,1-2 0 0 0,1 0 87 0 0,0-2 48 0 0,6-9 244 0 0,-1 0 0 0 0,10-19 1 0 0,-17 29-15 0 0,-1-3 48 0 0,6-14 16 0 0,-5 14-8 0 0,4-13 312 0 0,-5 16 6 0 0,2-2-519 0 0,-3 4-207 0 0,0 1 0 0 0,0-1 0 0 0,0 1 0 0 0,0-1-1 0 0,0 1 1 0 0,0-1 0 0 0,1 1 0 0 0,-1-1 0 0 0,0 1 0 0 0,0-1-1 0 0,1 1 1 0 0,-1-1 0 0 0,0 1 0 0 0,0-1 0 0 0,1 1 0 0 0,-1-1 0 0 0,1 1-1 0 0,-1 0 1 0 0,0-1 0 0 0,1 1 0 0 0,-1 0 0 0 0,1-1 0 0 0,-1 1-1 0 0,1 0 1 0 0,-1 0 0 0 0,1-1 0 0 0,-1 1 0 0 0,1 0 0 0 0,-1 0-1 0 0,1 0 1 0 0,-1 0 0 0 0,1-1 0 0 0,0 1 0 0 0,9 8-62 0 0,-1-1 1 0 0,0 1-1 0 0,0 1 1 0 0,13 15 0 0 0,-2-2-1829 0 0,36 29 1 0 0,-52-48 1092 0 0,-3-3 666 0 0,1 1-1 0 0,-1-1 1 0 0,1 0 0 0 0,-1 1 0 0 0,1-1 0 0 0,-1 1 0 0 0,1-1-1 0 0,-1 1 1 0 0,0 0 0 0 0,1 0 0 0 0,-1-1 0 0 0,2 3 0 0 0,0-1-186 0 0,2 0-854 0 0,0-2-2419 0 0,14 2 1605 0 0,-14-2-1377 0 0</inkml:trace>
</inkml:ink>
</file>

<file path=ppt/ink/ink4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24.8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1 122 2016 0 0,'0'-6'972'0'0,"2"-16"-110"0"0,-1 17-90 0 0,0 0-90 0 0,15-42 1496 0 0,-14 43-1169 0 0,-1 4-987 0 0,-1 0 0 0 0,0 0-1 0 0,1 0 1 0 0,-1 0 0 0 0,0 0 0 0 0,1 0-1 0 0,-1 0 1 0 0,0-1 0 0 0,1 1-1 0 0,-1 0 1 0 0,0 0 0 0 0,1 0-1 0 0,-1-1 1 0 0,0 1 0 0 0,0 0-1 0 0,1-1 1 0 0,-1 1 0 0 0,0 0-1 0 0,0 0 1 0 0,1-1 0 0 0,-1 1-1 0 0,0 0 1 0 0,0-1 0 0 0,0 1-1 0 0,0 0 1 0 0,1-1 0 0 0,-1 1-1 0 0,0 0 1 0 0,0-1 0 0 0,0 0-1 0 0,0 1 49 0 0,0-1 0 0 0,0 1-1 0 0,0-1 1 0 0,0 1-1 0 0,1-1 1 0 0,-1 1 0 0 0,0-1-1 0 0,0 1 1 0 0,1-1-1 0 0,-1 1 1 0 0,0-1 0 0 0,0 1-1 0 0,1-1 1 0 0,-1 1-1 0 0,0 0 1 0 0,1-1 0 0 0,-1 1-1 0 0,1-1 1 0 0,-1 1-1 0 0,1 0 1 0 0,-1 0-1 0 0,1-1 1 0 0,-1 1 0 0 0,1 0-1 0 0,-1 0 1 0 0,1 0-1 0 0,-1-1 1 0 0,1 1 0 0 0,-1 0-1 0 0,1 0 1 0 0,-1 0-1 0 0,1 0 1 0 0,-1 0 0 0 0,1 0-1 0 0,-1 0 1 0 0,2 0-1 0 0,19 2 237 0 0,-16-1-44 0 0,7 17 241 0 0,-10-15-110 0 0,-1 2-186 0 0,5 16-47 0 0,-4-16-6 0 0,-2 2-20 0 0,0 18 10 0 0,0-19 40 0 0,-1 0 92 0 0,-6 46 124 0 0,6-48-261 0 0,-1 1-16 0 0,-5 13 22 0 0,6-13 192 0 0,-11 13 69 0 0,10-15-47 0 0,-2-4-296 0 0,3 1-63 0 0,0-1-5 0 0,0 1 0 0 0,0 0-1 0 0,-1-1 1 0 0,1 1-1 0 0,0-1 1 0 0,0 1 0 0 0,0-1-1 0 0,0 0 1 0 0,-1 1-1 0 0,1-1 1 0 0,0 0 0 0 0,0 0-1 0 0,1 0 1 0 0,-1 0-1 0 0,0 0 1 0 0,0 0 0 0 0,0 0-1 0 0,0 0 1 0 0,1 0-1 0 0,-1 0 1 0 0,1 0 0 0 0,-1 0-1 0 0,1-1 1 0 0,-1 1-1 0 0,1 0 1 0 0,0 0-1 0 0,-1-1 1 0 0,1 1 0 0 0,0 0-1 0 0,0-1 1 0 0,0 1-1 0 0,0 0 1 0 0,0 0 0 0 0,0-1-1 0 0,1-1 1 0 0,0-8-115 0 0,0 0 1 0 0,1 0 0 0 0,0 1-1 0 0,0-1 1 0 0,1 1 0 0 0,1 0-1 0 0,0 0 1 0 0,0 0 0 0 0,1 0-1 0 0,0 1 1 0 0,8-11 0 0 0,-9 16 105 0 0,-1 0 1 0 0,1 0-1 0 0,0 0 1 0 0,1 1-1 0 0,-1-1 1 0 0,1 1-1 0 0,-1 0 1 0 0,1 1-1 0 0,0-1 1 0 0,0 1-1 0 0,0 0 1 0 0,1 0-1 0 0,-1 0 1 0 0,0 1-1 0 0,1 0 1 0 0,-1 0-1 0 0,1 0 1 0 0,9 1-1 0 0,-12 0 47 0 0,0 0-1 0 0,-1 1 1 0 0,1-1-1 0 0,0 0 1 0 0,-1 1 0 0 0,1 0-1 0 0,-1 0 1 0 0,1 0-1 0 0,-1 0 1 0 0,0 0-1 0 0,1 0 1 0 0,-1 1 0 0 0,0-1-1 0 0,0 1 1 0 0,0-1-1 0 0,4 5 1 0 0,-5-5-20 0 0,4 5 20 0 0,-1-1 1 0 0,0 1-1 0 0,0-1 0 0 0,0 1 1 0 0,-1 0-1 0 0,0 1 1 0 0,0-1-1 0 0,-1 1 1 0 0,1-1-1 0 0,-2 1 0 0 0,1-1 1 0 0,-1 1-1 0 0,1 10 1 0 0,6 38-572 0 0,-8-50 107 0 0,1 2-106 0 0,3 19-87 0 0,-3-20-70 0 0,0-1-65 0 0,5 13-66 0 0,-5-13-157 0 0,17 7-2176 0 0</inkml:trace>
</inkml:ink>
</file>

<file path=ppt/ink/ink4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25.4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98 68 3288 0 0,'0'0'1513'0'0,"-1"-4"-241"0"0,-1-1-842 0 0,0-3-55 0 0,2 0 2988 0 0,-6 9-2731 0 0,0 0-448 0 0,-17 4 672 0 0,17 0-731 0 0,1 0 1 0 0,0 0-1 0 0,0 1 0 0 0,1-1 0 0 0,0 1 1 0 0,0 0-1 0 0,0 1 0 0 0,1-1 0 0 0,-1 1 1 0 0,2-1-1 0 0,-1 1 0 0 0,1 0 0 0 0,0 0 1 0 0,0 0-1 0 0,-1 14 0 0 0,4-14-186 0 0,-1 0-1 0 0,1-1 1 0 0,0 1-1 0 0,1 0 1 0 0,-1-1 0 0 0,1 1-1 0 0,1-1 1 0 0,-1 1-1 0 0,1-1 1 0 0,0 0-1 0 0,1 0 1 0 0,-1 0-1 0 0,1-1 1 0 0,0 1-1 0 0,1-1 1 0 0,-1 0-1 0 0,1 0 1 0 0,0-1 0 0 0,0 1-1 0 0,1-1 1 0 0,5 4-1 0 0,-6-6-83 0 0,-1 0-1 0 0,1 1 1 0 0,-1-2-1 0 0,1 1 1 0 0,0 0 0 0 0,0-1-1 0 0,0 0 1 0 0,7 1-1 0 0,-4-1-78 0 0,-2-1 31 0 0,-1 1-1 0 0,1-1 1 0 0,-1-1 0 0 0,1 1-1 0 0,-1-1 1 0 0,1 0-1 0 0,-1 0 1 0 0,0 0-1 0 0,1-1 1 0 0,5-3-1 0 0,-7 4 107 0 0,-1 0 13 0 0,-1 1 0 0 0,0-1 0 0 0,0 1-1 0 0,0-1 1 0 0,1 0 0 0 0,-1 0 0 0 0,0 0-1 0 0,0 0 1 0 0,0 0 0 0 0,0-1 0 0 0,-1 1-1 0 0,4-3 1 0 0,13-11-703 0 0,-4 3 737 0 0,-1 0 0 0 0,0 0 1 0 0,-1-1-1 0 0,0-1 1 0 0,-1 0-1 0 0,15-27 0 0 0,-24 38 467 0 0,0 0 285 0 0,8-10 2832 0 0,-10 14-3608 0 0,0 1 0 0 0,1-1-1 0 0,-1 0 1 0 0,0 0 0 0 0,1 0-1 0 0,-1 0 1 0 0,1 1 0 0 0,-1-1-1 0 0,1 0 1 0 0,-1 0 0 0 0,1 0-1 0 0,0 0 1 0 0,0 0 0 0 0,0 0-1 0 0,-1 0 1 0 0,1-1-1 0 0,0 1 1 0 0,0 0 0 0 0,0 0-1 0 0,0-1 1 0 0,0 1 0 0 0,0-1-1 0 0,1 1 1 0 0,-1-1 0 0 0,0 1-1 0 0,0-1 1 0 0,0 1 0 0 0,0-1-1 0 0,1 0 1 0 0,-1 0 0 0 0,0 0-1 0 0,0 0 1 0 0,1 0 0 0 0,-1 0-1 0 0,0 0 1 0 0,0 0 0 0 0,0 0-1 0 0,2-1 1 0 0,2-1-63 0 0,1-1 0 0 0,-2 1 0 0 0,1-1 0 0 0,0 0 0 0 0,5-6 0 0 0,-7 7 37 0 0,-1-2-17 0 0,7-13 40 0 0,-6 13 31 0 0,-2 0 20 0 0,5-12-10 0 0,-4 12 18 0 0,-3-2 64 0 0,-12-48 425 0 0,11 50-291 0 0,2 4-181 0 0,-1 0 0 0 0,1 0 0 0 0,0 0 0 0 0,-1 0 0 0 0,1-1 1 0 0,0 1-1 0 0,0 0 0 0 0,-1 0 0 0 0,1 0 0 0 0,0 0 0 0 0,0 0 0 0 0,-1 0 0 0 0,1-1 0 0 0,0 1 0 0 0,0 0 0 0 0,-1 0 0 0 0,1 0 0 0 0,0-1 0 0 0,0 1 0 0 0,0 0 1 0 0,0 0-1 0 0,-1-1 0 0 0,1 1 0 0 0,0 0 0 0 0,0 0 0 0 0,0-1 0 0 0,0 1 0 0 0,0 0 0 0 0,0 0 0 0 0,0-1 0 0 0,0 1 0 0 0,0-1 0 0 0,-1 1 31 0 0,1-1-1 0 0,0 1 1 0 0,0-1-1 0 0,0 1 1 0 0,0-1-1 0 0,0 1 1 0 0,-1-1-1 0 0,1 1 1 0 0,0-1-1 0 0,0 1 1 0 0,-1-1-1 0 0,1 1 1 0 0,0 0-1 0 0,-1-1 1 0 0,1 1-1 0 0,-1-1 1 0 0,1 1-1 0 0,0 0 1 0 0,-1-1-1 0 0,1 1 1 0 0,-1 0 0 0 0,1 0-1 0 0,-1 0 1 0 0,1-1-1 0 0,-1 1 1 0 0,1 0-1 0 0,-1 0 1 0 0,1 0-1 0 0,-1 0 1 0 0,1 0-1 0 0,-2 0 1 0 0,0-1 63 0 0,-1 1 1 0 0,0-1 0 0 0,1 1 0 0 0,-1 0 0 0 0,1 0 0 0 0,-1 1-1 0 0,0-1 1 0 0,1 0 0 0 0,-1 1 0 0 0,1 0 0 0 0,-1-1-1 0 0,1 1 1 0 0,-1 0 0 0 0,1 0 0 0 0,0 1 0 0 0,-1-1 0 0 0,1 0-1 0 0,0 1 1 0 0,0-1 0 0 0,0 1 0 0 0,0 0 0 0 0,0-1-1 0 0,0 1 1 0 0,1 0 0 0 0,-1 0 0 0 0,1 1 0 0 0,-3 3 0 0 0,0 2 12 0 0,2-1 1 0 0,-1 1 0 0 0,1 0-1 0 0,0 0 1 0 0,0 0 0 0 0,1 0 0 0 0,0 0-1 0 0,1 1 1 0 0,-1-1 0 0 0,2 0 0 0 0,-1 0-1 0 0,1 0 1 0 0,0 1 0 0 0,1-1 0 0 0,0 0-1 0 0,0 0 1 0 0,1-1 0 0 0,0 1 0 0 0,0-1-1 0 0,1 1 1 0 0,5 7 0 0 0,-4-8-184 0 0,0 0 0 0 0,1 0 1 0 0,0 0-1 0 0,0-1 0 0 0,1 0 0 0 0,-1 0 1 0 0,1-1-1 0 0,1 0 0 0 0,-1 0 0 0 0,1 0 1 0 0,0-1-1 0 0,0 0 0 0 0,0-1 0 0 0,0 0 1 0 0,1 0-1 0 0,-1-1 0 0 0,1 0 1 0 0,11 2-1 0 0,-6-3-751 0 0,1 0 1 0 0,-1-1-1 0 0,0 0 0 0 0,1-1 1 0 0,-1-1-1 0 0,0 0 1 0 0,0-1-1 0 0,0-1 0 0 0,0 0 1 0 0,25-11-1 0 0,-7-1-4505 0 0</inkml:trace>
</inkml:ink>
</file>

<file path=ppt/ink/ink4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26.0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 4912 0 0,'0'0'8032'0'0,"1"-4"-7019"0"0,4-10 585 0 0,-4 14-1498 0 0,0 0 1 0 0,-1 0 0 0 0,1 0 0 0 0,-1 0 0 0 0,1 0 0 0 0,0 1-1 0 0,-1-1 1 0 0,1 0 0 0 0,-1 0 0 0 0,1 1 0 0 0,-1-1 0 0 0,1 0 0 0 0,-1 1-1 0 0,1-1 1 0 0,-1 0 0 0 0,1 1 0 0 0,-1-1 0 0 0,0 1 0 0 0,1-1 0 0 0,-1 1-1 0 0,1-1 1 0 0,-1 1 0 0 0,1 0 0 0 0,1 2 218 0 0,1 2-76 0 0,21 45 145 0 0,-11-22-1893 0 0,22 37 0 0 0,-33-62 591 0 0,1 0 66 0 0,10 9-9 0 0,-10-9-21 0 0,3-3-2503 0 0,16 1 1767 0 0,-17-1-1103 0 0</inkml:trace>
</inkml:ink>
</file>

<file path=ppt/ink/ink4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26.4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142 29 3444 0 0,'0'0'1523'0'0,"-6"1"-309"0"0,-4 2-744 0 0,1 0 1 0 0,0 0-1 0 0,0 1 0 0 0,0 0 0 0 0,1 0 0 0 0,-1 1 0 0 0,1 1 1 0 0,0-1-1 0 0,-12 12 0 0 0,9-6-245 0 0,8-9-44 0 0,0 2-34 0 0,-16 36 115 0 0,18-36-264 0 0,8 19-520 0 0,-3-21 356 0 0,13 7 40 0 0,-13-7 33 0 0,2-3-62 0 0,3 0 197 0 0,-1-1 0 0 0,0 0 0 0 0,0 0 0 0 0,0 0 0 0 0,-1-1 0 0 0,1-1 0 0 0,-1 1 0 0 0,1-1 0 0 0,6-5 0 0 0,-4 0 192 0 0,-1 0 0 0 0,0 0-1 0 0,0-1 1 0 0,-1 0 0 0 0,-1 0 0 0 0,12-21 0 0 0,-17 27 64 0 0,-1 0-4 0 0,6-15-33 0 0,-5 15 288 0 0,-2-1-427 0 0,-1-14-30 0 0,0 15 56 0 0,-4 5-369 0 0,-17 3-24 0 0,16-3-79 0 0,3 3-77 0 0,0 1 7 0 0,0 0 1 0 0,0 0 0 0 0,1 0-1 0 0,0 0 1 0 0,0 0-1 0 0,0 1 1 0 0,0-1-1 0 0,1 1 1 0 0,0 0 0 0 0,-1 8-1 0 0,2-8-924 0 0,3-1-50 0 0,7 15-931 0 0,-7-15-1612 0 0</inkml:trace>
</inkml:ink>
</file>

<file path=ppt/ink/ink4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26.7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102 1 4248 0 0,'0'0'5883'0'0,"-5"0"-5114"0"0,-13 3-103 0 0,13-3-75 0 0,1 2-91 0 0,-14 6-94 0 0,14-6-74 0 0,0 1-38 0 0,-27 27 244 0 0,29-27-417 0 0,1 2-21 0 0,1 0-122 0 0,-1-1 0 0 0,1 1-1 0 0,0 0 1 0 0,0 0 0 0 0,0 0 0 0 0,1 0-1 0 0,-1 0 1 0 0,1-1 0 0 0,1 1 0 0 0,-1 0-1 0 0,1-1 1 0 0,-1 1 0 0 0,1-1 0 0 0,3 5-1 0 0,2 1-128 0 0,-1-1 0 0 0,1 0-1 0 0,1 0 1 0 0,-1 0 0 0 0,19 13 0 0 0,89 61-659 0 0,-112-80 860 0 0,10 14 218 0 0,-10-13 462 0 0,-5 1-508 0 0,-3 17-24 0 0,-1-14-45 0 0,5-8-149 0 0,-8 5 59 0 0,0 0 0 0 0,-1-1 0 0 0,1-1 0 0 0,-19 5 0 0 0,-73 15-1171 0 0,96-23 467 0 0,-1 1-196 0 0,0 0 405 0 0,-4 0 6 0 0,-1 0-5681 0 0</inkml:trace>
</inkml:ink>
</file>

<file path=ppt/ink/ink4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27.5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3128 0 0,'0'0'8349'0'0,"-1"6"-7633"0"0,1 60 1031 0 0,10 33-533 0 0,-5-57-817 0 0,12 56-1 0 0,8-14-232 0 0,-24-80-88 0 0,20 6-283 0 0,-17-12 119 0 0,1-2 53 0 0,0-1 0 0 0,0 1 0 0 0,0-1 0 0 0,-1 0-1 0 0,1 0 1 0 0,-1-1 0 0 0,0 1 0 0 0,-1-1 0 0 0,5-9 0 0 0,26-63 31 0 0,-24 53 140 0 0,-8 20-23 0 0,-1 0-12 0 0,0 2-93 0 0,0-2 28 0 0,0 1 0 0 0,1-1 0 0 0,-1 1 0 0 0,1 0 0 0 0,0-1 0 0 0,0 1 0 0 0,0 0 0 0 0,4-4 0 0 0,-3 10-16 0 0,11 8 1 0 0,-10-7-26 0 0,-1 0-23 0 0,25 30-14 0 0,-26-30 48 0 0,2 1 4 0 0,11 11 44 0 0,-11-11 97 0 0,-4-4-151 0 0,1 0 1 0 0,-1 0 0 0 0,0 0 0 0 0,1 0 0 0 0,-1 0 0 0 0,1 0 0 0 0,-1 0-1 0 0,1 0 1 0 0,-1 0 0 0 0,0 0 0 0 0,1 1 0 0 0,-1-1 0 0 0,1 0 0 0 0,-1 0 0 0 0,0 0-1 0 0,1 1 1 0 0,-1-1 0 0 0,0 0 0 0 0,1 1 0 0 0,-1-1 0 0 0,0 0 0 0 0,0 0 0 0 0,1 1-1 0 0,-1-1 1 0 0,0 1 0 0 0,0-1 0 0 0,1 0 0 0 0,-1 1 0 0 0,0 0 0 0 0,1-1-6 0 0,-1 1 1 0 0,0 0 0 0 0,1 0 0 0 0,0 0 0 0 0,-1-1-1 0 0,1 1 1 0 0,-1 0 0 0 0,1-1 0 0 0,0 1-1 0 0,-1 0 1 0 0,1-1 0 0 0,0 1 0 0 0,0-1 0 0 0,0 1-1 0 0,-1-1 1 0 0,1 0 0 0 0,0 1 0 0 0,0-1-1 0 0,0 0 1 0 0,0 0 0 0 0,1 1 0 0 0,18 3 33 0 0,-15-3 122 0 0,-1-2-159 0 0,4-2 28 0 0,0-1 1 0 0,0-1 0 0 0,-1 1-1 0 0,1-1 1 0 0,-1 0-1 0 0,0-1 1 0 0,-1 0-1 0 0,1 0 1 0 0,-1 0-1 0 0,0-1 1 0 0,-1 0 0 0 0,6-9-1 0 0,3-2 165 0 0,-11 14 19 0 0,0 1-21 0 0,27-26 828 0 0,-26 27-651 0 0,-1 4-236 0 0,5 3-81 0 0,36 41 138 0 0,-39-41-172 0 0,5 6-28 0 0,117 120-3762 0 0,-123-128 3296 0 0,-1 0-1 0 0,1 0 1 0 0,0 0 0 0 0,0-1 0 0 0,0 1-1 0 0,0-1 1 0 0,0 0 0 0 0,1 0-1 0 0,8 2 1 0 0,-4-4-788 0 0,0 0-1 0 0,0-1 1 0 0,0 0 0 0 0,15-5-1 0 0,-19 5-2744 0 0</inkml:trace>
</inkml:ink>
</file>

<file path=ppt/ink/ink4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3:28.4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133 123 2392 0 0,'0'0'1128'0'0,"-1"-5"-214"0"0,-2-16-160 0 0,2 16 849 0 0,-2 3-1161 0 0,2 1-373 0 0,0 0-1 0 0,0 1 1 0 0,0-1-1 0 0,-1 0 0 0 0,1 1 1 0 0,0-1-1 0 0,-1 0 1 0 0,1 1-1 0 0,0 0 1 0 0,-1-1-1 0 0,1 1 0 0 0,0 0 1 0 0,-1 0-1 0 0,1-1 1 0 0,-1 1-1 0 0,1 0 0 0 0,-1 1 1 0 0,1-1-1 0 0,0 0 1 0 0,-1 0-1 0 0,1 1 1 0 0,-1-1-1 0 0,1 0 0 0 0,0 1 1 0 0,0-1-1 0 0,-1 1 1 0 0,1 0-1 0 0,0-1 0 0 0,0 1 1 0 0,-1 0-1 0 0,1 0 1 0 0,0 0-1 0 0,-1 1 1 0 0,-7 7 140 0 0,0 0 0 0 0,1 1 0 0 0,0-1 0 0 0,1 2 0 0 0,0-1 0 0 0,1 1 0 0 0,0 0 1 0 0,-6 17-1 0 0,10-24-111 0 0,1 2-10 0 0,-2 15-26 0 0,2-15-39 0 0,1-1-30 0 0,3 13-35 0 0,-3-13-14 0 0,0-5 53 0 0,1 0 0 0 0,-1 0 0 0 0,0 0 0 0 0,1 0-1 0 0,-1 0 1 0 0,0 0 0 0 0,0 0 0 0 0,1 0-1 0 0,-1 0 1 0 0,0 1 0 0 0,0-1 0 0 0,1 0 0 0 0,-1 0-1 0 0,0 0 1 0 0,0 0 0 0 0,0 1 0 0 0,1-1 0 0 0,-1 0-1 0 0,0 0 1 0 0,0 0 0 0 0,0 1 0 0 0,0-1-1 0 0,1 0 1 0 0,-1 0 0 0 0,0 1 0 0 0,0-1 0 0 0,0 0-1 0 0,0 0 1 0 0,0 1 0 0 0,0-1 0 0 0,0 0 0 0 0,0 0-1 0 0,0 1 1 0 0,1 0-10 0 0,-1-1 0 0 0,0 1 0 0 0,0 0 0 0 0,1 0 0 0 0,-1-1 0 0 0,0 1 0 0 0,1 0 0 0 0,-1-1 0 0 0,1 1 0 0 0,-1 0 0 0 0,0-1 0 0 0,1 1-1 0 0,0-1 1 0 0,-1 1 0 0 0,1-1 0 0 0,-1 1 0 0 0,1-1 0 0 0,0 1 0 0 0,-1-1 0 0 0,1 0 0 0 0,0 1 0 0 0,1-1 0 0 0,16 7-40 0 0,-13-5 73 0 0,0-4 70 0 0,15-2 63 0 0,-15 3 68 0 0,-2-1 62 0 0,21-25 1309 0 0,-22 23-869 0 0,-1-1-452 0 0,-2-3-192 0 0,0 0-1 0 0,0 0 0 0 0,-1 1 1 0 0,0-1-1 0 0,0 0 0 0 0,-1 1 1 0 0,0 0-1 0 0,0 0 0 0 0,-1 0 1 0 0,0 0-1 0 0,-5-7 0 0 0,7 11-144 0 0,-1-1-83 0 0,2 2 87 0 0,0 1 27 0 0,0 0-1 0 0,0 0 1 0 0,0 0 0 0 0,0 0 0 0 0,1 0 0 0 0,-1 0-1 0 0,0 0 1 0 0,0-1 0 0 0,1 1 0 0 0,-1 0-1 0 0,1 0 1 0 0,-1-3 0 0 0,0 0-666 0 0,0 3 634 0 0,1-1 0 0 0,0 1-1 0 0,-1-1 1 0 0,1 1 0 0 0,0 0-1 0 0,0-1 1 0 0,0 1 0 0 0,0-1-1 0 0,0 1 1 0 0,0 0 0 0 0,1-1 0 0 0,-1 1-1 0 0,0-1 1 0 0,1 1 0 0 0,-1 0-1 0 0,1 0 1 0 0,-1-1 0 0 0,1 1-1 0 0,0 0 1 0 0,-1 0 0 0 0,1-1-1 0 0,0 1 1 0 0,0 0 0 0 0,0 0-1 0 0,2-2 1 0 0,0 0-257 0 0,3 2 27 0 0,4-2 171 0 0,0 2-1 0 0,-1-1 1 0 0,1 1-1 0 0,1 0 0 0 0,-1 1 1 0 0,0 1-1 0 0,0-1 1 0 0,10 3-1 0 0,42 19-115 0 0,-46-15 175 0 0,-14-7 64 0 0,-1 1 0 0 0,1 0 0 0 0,0 0 0 0 0,-1 0 0 0 0,1 0 0 0 0,0 0 0 0 0,-1 0 0 0 0,1 0 0 0 0,-1 0-1 0 0,3 3 1 0 0,4 4-15 0 0,3 3 84 0 0,-1 1 1 0 0,-1-1 0 0 0,0 2 0 0 0,0-1-1 0 0,-1 1 1 0 0,7 16 0 0 0,-13-24 266 0 0,-1 0 98 0 0,0 2 127 0 0,0 1 0 0 0,-1-1 0 0 0,0 1 0 0 0,-1 11 0 0 0,0-14 1434 0 0,-3-6-1810 0 0,-14-3-32 0 0,14 4 9 0 0,5-7-177 0 0,1-7-382 0 0,1 0-1 0 0,1 0 1 0 0,0 1-1 0 0,0-1 1 0 0,2 1-1 0 0,0 0 1 0 0,0 0 0 0 0,1 1-1 0 0,1-1 1 0 0,0 2-1 0 0,1-1 1 0 0,0 1-1 0 0,0 0 1 0 0,1 1-1 0 0,19-15 1 0 0,-25 22 172 0 0,0 1-1 0 0,0 0 1 0 0,0 0 0 0 0,0 0 0 0 0,0 1-1 0 0,0-1 1 0 0,0 1 0 0 0,9-1 0 0 0,-10 1 294 0 0,2 0-146 0 0,-2 2 165 0 0,0 1-1 0 0,0-1 0 0 0,0 1 0 0 0,0 0 1 0 0,0 0-1 0 0,0 0 0 0 0,0 1 0 0 0,-1-1 1 0 0,0 0-1 0 0,1 1 0 0 0,-1 0 0 0 0,0 0 1 0 0,0-1-1 0 0,0 1 0 0 0,-1 0 0 0 0,1 1 1 0 0,-1-1-1 0 0,1 0 0 0 0,1 7 0 0 0,-2-6 93 0 0,0 1-36 0 0,5 16-22 0 0,-4-16-22 0 0,-1 0-17 0 0,6 14-7 0 0,-5-15-12 0 0,0 0 22 0 0,6 11-54 0 0,-6-13-60 0 0,-1-1 1 0 0,1 1-1 0 0,0-1 1 0 0,-1 0-1 0 0,1 1 1 0 0,0-1-1 0 0,0 0 1 0 0,0 0-1 0 0,0 0 1 0 0,-1 0-1 0 0,1-1 1 0 0,1 1 0 0 0,-1 0-1 0 0,0-1 1 0 0,0 0-1 0 0,0 1 1 0 0,0-1-1 0 0,0 0 1 0 0,0 0-1 0 0,0 0 1 0 0,1 0-1 0 0,2-1 1 0 0,-4 1 53 0 0,3-1-71 0 0,0 1-1 0 0,-1-1 1 0 0,1 0-1 0 0,0 0 1 0 0,-1-1 0 0 0,1 1-1 0 0,-1-1 1 0 0,1 1-1 0 0,-1-1 1 0 0,0 0-1 0 0,0 0 1 0 0,6-5-1 0 0,-7 5 41 0 0,9-5-24 0 0,5-6 19 0 0,-6 1 53 0 0,28-38 313 0 0,-21 22-1 0 0,-15 23-179 0 0,-1 0 6 0 0,4-15-15 0 0,-4 14-9 0 0,-1 6-149 0 0,0 0 0 0 0,-1 0 0 0 0,1 0 0 0 0,0 0 0 0 0,0 0 0 0 0,-1 0 0 0 0,1-1 0 0 0,0 1 0 0 0,0 0 0 0 0,-1 0 0 0 0,1 0 0 0 0,0 0 0 0 0,0-1 0 0 0,0 1 0 0 0,-1 0 0 0 0,1 0 0 0 0,0-1 0 0 0,0 1 0 0 0,0 0 0 0 0,0 0 0 0 0,0-1 0 0 0,-1 1 0 0 0,1 0 0 0 0,0 0 0 0 0,0-1 0 0 0,0 1 0 0 0,0 0 0 0 0,0-1 0 0 0,0 1 0 0 0,0 0 0 0 0,0 0 0 0 0,0-1 0 0 0,0 1 0 0 0,0-1 5 0 0,0 0 1 0 0,0 1 0 0 0,0-1-1 0 0,0 0 1 0 0,0 0 0 0 0,0 1 0 0 0,-1-1-1 0 0,1 0 1 0 0,0 1 0 0 0,0-1-1 0 0,-1 0 1 0 0,1 1 0 0 0,0-1 0 0 0,-1 1-1 0 0,1-1 1 0 0,-1 0 0 0 0,1 1-1 0 0,-1-1 1 0 0,1 1 0 0 0,-1-1-1 0 0,1 1 1 0 0,-1 0 0 0 0,1-1 0 0 0,-1 1-1 0 0,0-1 1 0 0,-16-6 9 0 0,13 5 153 0 0,-2 3 49 0 0,3-1-195 0 0,-1 1 35 0 0,0-1 1 0 0,0 1-1 0 0,0 0 0 0 0,0 0 1 0 0,0 0-1 0 0,1 0 0 0 0,-1 0 1 0 0,0 1-1 0 0,1 0 0 0 0,-1 0 1 0 0,1 0-1 0 0,0 0 0 0 0,0 0 1 0 0,-5 5-1 0 0,7-6-63 0 0,-26 38 837 0 0,25-36-752 0 0,0 1 1 0 0,0 0 0 0 0,0 0-1 0 0,1 0 1 0 0,-1-1 0 0 0,1 2-1 0 0,0-1 1 0 0,0 0 0 0 0,1 0-1 0 0,-1 0 1 0 0,1 0 0 0 0,0 6-1 0 0,2-1-35 0 0,0 0-1 0 0,0-1 1 0 0,1 1-1 0 0,0-1 1 0 0,0 1-1 0 0,1-1 1 0 0,0 0-1 0 0,1-1 0 0 0,0 1 1 0 0,0-1-1 0 0,0 0 1 0 0,1 0-1 0 0,0 0 1 0 0,0-1-1 0 0,1 0 1 0 0,0 0-1 0 0,0-1 1 0 0,0 1-1 0 0,1-2 1 0 0,0 1-1 0 0,14 6 0 0 0,42 6-274 0 0,-61-16 170 0 0,1 0-1 0 0,0-1 1 0 0,-1 1-1 0 0,1-1 1 0 0,-1 1-1 0 0,1-1 1 0 0,0-1-1 0 0,-1 1 1 0 0,1 0-1 0 0,3-1 1 0 0,6-2-110 0 0,5 2-469 0 0,-1-1 0 0 0,1-1 0 0 0,-1-1 0 0 0,0-1 0 0 0,26-10 0 0 0,-22 6-2130 0 0,34-21 1 0 0,-23 10-2551 0 0</inkml:trace>
</inkml:ink>
</file>

<file path=ppt/ink/ink4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08.3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198 192 4084 0 0,'18'-22'3228'0'0,"-2"-2"0"0"0,23-42 0 0 0,-27 43-2190 0 0,-9 19-521 0 0,-1 0-60 0 0,-1 1-280 0 0,0 0-1 0 0,0 0 1 0 0,0 0 0 0 0,-1 1 0 0 0,1-1-1 0 0,-1 0 1 0 0,1 0 0 0 0,-1-1-1 0 0,0 1 1 0 0,0 0 0 0 0,-1 0-1 0 0,0-5 1 0 0,0 4 78 0 0,-3 5-47 0 0,-6 3-150 0 0,0-1 0 0 0,0 2 0 0 0,0 0 0 0 0,1 0-1 0 0,-1 1 1 0 0,1 0 0 0 0,1 0 0 0 0,-1 1 0 0 0,1 0-1 0 0,0 0 1 0 0,1 1 0 0 0,0 0 0 0 0,0 1-1 0 0,1 0 1 0 0,0 0 0 0 0,0 0 0 0 0,1 0 0 0 0,-7 18-1 0 0,11-23-56 0 0,0 1-10 0 0,-1 16-1 0 0,1-16-7 0 0,2 0-44 0 0,4 16-1 0 0,-4-16-1 0 0,0-5-18 0 0,1 1 68 0 0,-1 0 0 0 0,0-1 0 0 0,0 1-1 0 0,1 0 1 0 0,-1 0 0 0 0,0-1 0 0 0,0 1 0 0 0,0 0 0 0 0,0 0 0 0 0,0 0 0 0 0,1 2-1 0 0,-2-3-4 0 0,3 3-73 0 0,-1-4-8 0 0,0 0 88 0 0,-1 1-1 0 0,1-1 1 0 0,0 1 0 0 0,0 0-1 0 0,0-1 1 0 0,-1 1 0 0 0,1 0 0 0 0,0 0-1 0 0,0 0 1 0 0,3 1 0 0 0,-5-1 1 0 0,5-1-50 0 0,0-1 13 0 0,2-1 37 0 0,0-1 0 0 0,0 0 0 0 0,0-1 1 0 0,-1 0-1 0 0,0 0 0 0 0,0 0 0 0 0,0-1 0 0 0,0 1 0 0 0,-1-1 0 0 0,7-11 0 0 0,-10 14 2 0 0,-1-3-9 0 0,1-17-11 0 0,-1 18-24 0 0,-3 0-66 0 0,0 0 132 0 0,0 1 0 0 0,0 0 0 0 0,-1-1 0 0 0,1 1 0 0 0,-6-6 0 0 0,7 8-1 0 0,-1 0 1 0 0,1 1 0 0 0,-1-1-1 0 0,0 1 1 0 0,1-1-1 0 0,-1 1 1 0 0,0 0 0 0 0,0 0-1 0 0,0 0 1 0 0,0 0-1 0 0,0 0 1 0 0,0 0-1 0 0,0 0 1 0 0,0 1 0 0 0,0-1-1 0 0,0 1 1 0 0,-1-1-1 0 0,1 1 1 0 0,0 0 0 0 0,0 0-1 0 0,-4 0 1 0 0,-2 1 2 0 0,0 0 0 0 0,0 1 1 0 0,0 0-1 0 0,0 0 0 0 0,0 1 1 0 0,0 0-1 0 0,1 1 0 0 0,-1-1 0 0 0,1 1 1 0 0,-12 9-1 0 0,4 3 14 0 0,-24 33 1 0 0,37-45-35 0 0,0 2-20 0 0,-4 16-1 0 0,5-17-18 0 0,2-1-41 0 0,-1-1 36 0 0,1 0 1 0 0,0 0 0 0 0,0 0-1 0 0,1 0 1 0 0,-1-1 0 0 0,0 1-1 0 0,1 0 1 0 0,0-1 0 0 0,-1 1-1 0 0,1-1 1 0 0,4 4 0 0 0,-3-3-123 0 0,2-3-12 0 0,0 1 161 0 0,0 0 0 0 0,0-1 0 0 0,0 0 0 0 0,0 0 0 0 0,-1 0 1 0 0,1-1-1 0 0,0 0 0 0 0,0 0 0 0 0,0 0 0 0 0,0 0 0 0 0,-1-1 0 0 0,1 0 0 0 0,-1 0 0 0 0,1 0 0 0 0,-1 0 0 0 0,0-1 0 0 0,0 0 0 0 0,0 0 0 0 0,6-5 0 0 0,5-9 144 0 0,-12 15-45 0 0,2-12 19 0 0,-4 14-85 0 0,-1-1 0 0 0,1 1 0 0 0,-1-1 0 0 0,1 0 1 0 0,-1 1-1 0 0,1-1 0 0 0,-1 0 0 0 0,0 1 0 0 0,1-1 0 0 0,-1 0 0 0 0,0 1 0 0 0,0-1 0 0 0,0 0 0 0 0,1 0 0 0 0,-1 0 0 0 0,0 1 0 0 0,0-1 0 0 0,0 0 0 0 0,0 0 1 0 0,0 1-1 0 0,0-1 0 0 0,-1 0 0 0 0,1 0 0 0 0,0 1 0 0 0,0-1 0 0 0,-1-1 0 0 0,-1-3 46 0 0,0 1 1 0 0,0 0-1 0 0,-1-1 0 0 0,1 1 0 0 0,-1 0 1 0 0,0 0-1 0 0,-6-6 0 0 0,5 7 62 0 0,-2 2-8 0 0,-61-2 256 0 0,60 4-350 0 0,1 0-1 0 0,0 0 1 0 0,0 1 0 0 0,0 0-1 0 0,0 0 1 0 0,0 1 0 0 0,0 0-1 0 0,0 0 1 0 0,1 0 0 0 0,0 0-1 0 0,-6 5 1 0 0,8-5-26 0 0,1 0 3 0 0,1-2 3 0 0,0 1 0 0 0,0-1-1 0 0,0 1 1 0 0,0 0-1 0 0,1-1 1 0 0,-1 1 0 0 0,1 0-1 0 0,-1-1 1 0 0,1 1-1 0 0,0 0 1 0 0,-1-1 0 0 0,1 1-1 0 0,0 0 1 0 0,0 0 0 0 0,0-1-1 0 0,1 1 1 0 0,-1 0-1 0 0,0-1 1 0 0,1 1 0 0 0,-1 0-1 0 0,1 1 1 0 0,1 2-12 0 0,7-1-7 0 0,-8-3 18 0 0,-1 0 0 0 0,1-1-1 0 0,-1 1 1 0 0,1-1-1 0 0,-1 1 1 0 0,1-1 0 0 0,-1 0-1 0 0,1 1 1 0 0,-1-1-1 0 0,1 1 1 0 0,0-1 0 0 0,-1 0-1 0 0,1 0 1 0 0,0 1-1 0 0,-1-1 1 0 0,1 0 0 0 0,0 0-1 0 0,0 0 1 0 0,-1 0-1 0 0,1 0 1 0 0,0 1 0 0 0,-1-2-1 0 0,1 1 1 0 0,1 0-1 0 0,18 0-42 0 0,-18 1-68 0 0,-1-1 0 0 0,0 0 0 0 0,0 0 0 0 0,0 0 1 0 0,0 0-1 0 0,0 0 0 0 0,0 0 0 0 0,0-1 0 0 0,1 1 1 0 0,-1 0-1 0 0,0 0 0 0 0,0-1 0 0 0,0 1 0 0 0,0-1 1 0 0,0 1-1 0 0,0-1 0 0 0,0 1 0 0 0,0-1 0 0 0,-1 0 1 0 0,1 1-1 0 0,0-1 0 0 0,1-1 0 0 0,-3-2-509 0 0,-1 1 0 0 0,0-1 0 0 0,0 1 0 0 0,0 0 0 0 0,0-1 0 0 0,0 1 0 0 0,-1 0 0 0 0,1 1 0 0 0,-1-1 0 0 0,0 0 0 0 0,0 1 0 0 0,0-1 0 0 0,-6-2 0 0 0,6 2-81 0 0,-19-13-6384 0 0</inkml:trace>
</inkml:ink>
</file>

<file path=ppt/ink/ink4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10.6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81 58 2592 0 0,'-2'-3'1448'0'0,"-8"-12"5140"0"0,7 13-6193 0 0,-9-7-39 0 0,9 7 953 0 0,7 4-1248 0 0,1-1 17 0 0,1 1 0 0 0,0-1 1 0 0,-1 0-1 0 0,1 0 1 0 0,10-1-1 0 0,-12 0 280 0 0,14-13 88 0 0,-9-5-324 0 0,-8 15-46 0 0,-6 4-60 0 0,-17 2-7 0 0,21-3-10 0 0,0 0 0 0 0,1 0 0 0 0,-1 0 0 0 0,0 0 0 0 0,1 1 0 0 0,-1-1 0 0 0,0 0 0 0 0,1 0 0 0 0,-1 1 0 0 0,0-1 0 0 0,1 0 0 0 0,-1 1 0 0 0,1-1 0 0 0,-1 0 0 0 0,1 1 0 0 0,-1-1 0 0 0,1 1 0 0 0,-1-1 0 0 0,1 1 0 0 0,-1-1 0 0 0,1 1 0 0 0,0 0 0 0 0,-1-1 0 0 0,1 1 0 0 0,0 0 0 0 0,-1-1 0 0 0,1 1 0 0 0,0-1 0 0 0,0 1 0 0 0,0 1 0 0 0,0-2 1 0 0,0 1-1 0 0,-1-1 1 0 0,1 0 0 0 0,0 1-1 0 0,0-1 1 0 0,0 0 0 0 0,0 1 0 0 0,0-1-1 0 0,0 0 1 0 0,0 1 0 0 0,0-1-1 0 0,-1 0 1 0 0,1 0 0 0 0,0 1-1 0 0,0-1 1 0 0,0 0 0 0 0,-1 0-1 0 0,1 1 1 0 0,0-1 0 0 0,0 0-1 0 0,-1 0 1 0 0,1 1 0 0 0,0-1-1 0 0,0 0 1 0 0,-1 0 0 0 0,1 0-1 0 0,0 0 1 0 0,-1 0 0 0 0,1 1 0 0 0,0-1-1 0 0,-1 0 1 0 0,1 0 0 0 0,0 0-1 0 0,-1 0 1 0 0,-1 4-15 0 0,-11 39-151 0 0,12-39 94 0 0,1 1-60 0 0,2 16 108 0 0,-2-16-4 0 0,2-3-156 0 0,12 10-93 0 0,-10-12-416 0 0,13-4 506 0 0,-12 4 5 0 0,-3-4-247 0 0,7-12 374 0 0,-6 13 85 0 0,-3-2-30 0 0,0-15-16 0 0,0 15 6 0 0,-7-1 9 0 0,7 5 1 0 0,-1 0 0 0 0,1 0-1 0 0,-1 0 1 0 0,1 0 0 0 0,-1 0-1 0 0,1 0 1 0 0,-1 0 0 0 0,0 0-1 0 0,0 0 1 0 0,1 0 0 0 0,-1 1-1 0 0,0-1 1 0 0,0 0 0 0 0,-1 0-1 0 0,0 0 0 0 0,0 1 0 0 0,1-1 1 0 0,-1 1-1 0 0,0-1 0 0 0,1 0 0 0 0,-1 0 0 0 0,1 0 0 0 0,-1 0 0 0 0,1 0 0 0 0,-2-2 7 0 0,-1 4 56 0 0,-2 2-67 0 0,1-1 0 0 0,-1 1 0 0 0,1 0 0 0 0,0 1 0 0 0,0-1 0 0 0,1 1 0 0 0,-1 0 0 0 0,1 0-1 0 0,-7 9 1 0 0,8-9 9 0 0,1 0-10 0 0,-6 15-12 0 0,6-15-13 0 0,1 1 2 0 0,-1 15-7 0 0,1-15 20 0 0,2 0-31 0 0,1 16 14 0 0,-1-16-93 0 0,10-3-443 0 0,-10-1 549 0 0,0-1-1 0 0,0 0 1 0 0,1 1-1 0 0,-1-1 1 0 0,0 0-1 0 0,0 0 1 0 0,0 1-1 0 0,0-1 1 0 0,1 0-1 0 0,-1 0 1 0 0,0 0-1 0 0,0 0 1 0 0,0-1-1 0 0,1 1 1 0 0,-1 0-1 0 0,0 0 1 0 0,0-1-1 0 0,0 1 1 0 0,0-1-1 0 0,0 1 1 0 0,0-1-1 0 0,0 1 1 0 0,0-1-1 0 0,0 0 1 0 0,0 0-1 0 0,0 1 0 0 0,0-1 1 0 0,0 0-1 0 0,0 0 1 0 0,-1 0-1 0 0,2-1 1 0 0,7-10 48 0 0,-6 9 165 0 0,-3-2-75 0 0,4-16-61 0 0,-3 16 46 0 0,-2-3-36 0 0,0 0 1 0 0,0 1-1 0 0,-1-1 0 0 0,-5-13 0 0 0,7 19-55 0 0,-2-3 56 0 0,0 1-13 0 0,-6-12 35 0 0,6 11-28 0 0,0 2-14 0 0,-23-22 319 0 0,22 22-5 0 0,1 7-264 0 0,-8 9-14 0 0,8-10 296 0 0,1 2-255 0 0,-1 15-7 0 0,2-16 146 0 0,1 1-196 0 0,3 12-25 0 0,-3-12 0 0 0,10 16 101 0 0,-10-20-139 0 0,-1 1 0 0 0,1 0 1 0 0,0-1-1 0 0,0 0 1 0 0,-1 1-1 0 0,1-1 1 0 0,0 1-1 0 0,1-1 0 0 0,-1 0 1 0 0,0 0-1 0 0,0 0 1 0 0,2 1-1 0 0,-2-1 4 0 0,10 13 69 0 0,0-1 1 0 0,1 0-1 0 0,1-1 0 0 0,14 11 1 0 0,25 22 111 0 0,93 79 763 0 0,24 12 682 0 0,-68-56-724 0 0,50 25-376 0 0,-83-64-432 0 0,-30-12-167 0 0,-33-26 37 0 0,11 5 32 0 0,35 24 147 0 0,-26-15-23 0 0,45 22 0 0 0,-33-20-46 0 0,-10-5-75 0 0,0-1 1 0 0,33 10 0 0 0,-4-2-13 0 0,2 5 38 0 0,7 1 11 0 0,-19-10 48 0 0,10 7-51 0 0,-20-7 118 0 0,-1 2 0 0 0,-1 1 0 0 0,-1 2 0 0 0,36 30 0 0 0,-21-18 116 0 0,66 36-1 0 0,-62-39 105 0 0,133 85 490 0 0,-182-114-860 0 0,1 1-2 0 0,37 26 358 0 0,-37-26-149 0 0,-1 0 50 0 0,10 10 55 0 0,-10-10 68 0 0,0 1-86 0 0,7 13-23 0 0,-7-13-10 0 0,0 0 6 0 0,21 35 857 0 0,-21-35-679 0 0,3 8-123 0 0,4-1 996 0 0,-4-3-9 0 0,7 11-3564 0 0,-24-25-1981 0 0,9 5 3970 0 0,1 0 1 0 0,0-1-1 0 0,-1 1 0 0 0,1 0 1 0 0,0-1-1 0 0,0 1 1 0 0,0-1-1 0 0,0 1 1 0 0,0-1-1 0 0,0 0 0 0 0,1 1 1 0 0,-1-1-1 0 0,0 0 1 0 0,0-1-1 0 0,-2-5-593 0 0,-16-42-7596 0 0,12 23-708 0 0</inkml:trace>
</inkml:ink>
</file>

<file path=ppt/ink/ink4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11.9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393 90 3748 0 0,'-1'-5'1595'0'0,"-1"-17"-267"0"0,1 17 774 0 0,1-1-1176 0 0,-8-41 3497 0 0,7 42-2814 0 0,0 6-1578 0 0,0-1 0 0 0,0 1 0 0 0,0-1 1 0 0,0 1-1 0 0,0-1 0 0 0,0 1 0 0 0,0 0 1 0 0,1-1-1 0 0,-1 1 0 0 0,0 0 0 0 0,0 0 0 0 0,0 0 1 0 0,1-1-1 0 0,-1 1 0 0 0,0 0 0 0 0,1 0 0 0 0,-1 0 1 0 0,1 0-1 0 0,-1 0 0 0 0,1 0 0 0 0,-1 2 1 0 0,-5 15 128 0 0,5-14-56 0 0,1 1-108 0 0,-1 15 2 0 0,0-15 23 0 0,4-2-16 0 0,10 13 10 0 0,15-17 26 0 0,-23 1 1 0 0,-1-2-21 0 0,10-6 14 0 0,-11 6 136 0 0,-1-2-114 0 0,-2 2-48 0 0,1 0 1 0 0,0 0-1 0 0,-1 0 1 0 0,0 0-1 0 0,1-1 1 0 0,-1 1-1 0 0,0 0 1 0 0,0-1-1 0 0,0 1 1 0 0,0 0-1 0 0,-1 0 1 0 0,1-1-1 0 0,-1 1 1 0 0,0-3-1 0 0,-1 1-3 0 0,-3 3 4 0 0,2 0 1 0 0,-1 0-1 0 0,0 1 0 0 0,0-1 0 0 0,0 1 1 0 0,0 0-1 0 0,0 0 0 0 0,1 0 1 0 0,-1 1-1 0 0,0 0 0 0 0,0-1 1 0 0,0 1-1 0 0,1 0 0 0 0,-1 1 1 0 0,0-1-1 0 0,-5 4 0 0 0,0 0 11 0 0,0 1-1 0 0,0 0 0 0 0,0 1 1 0 0,1 0-1 0 0,-14 14 1 0 0,-32 49 17 0 0,51-66-102 0 0,2-2 61 0 0,0-1 1 0 0,0 1-1 0 0,0-1 0 0 0,1 1 0 0 0,-1 0 1 0 0,0 0-1 0 0,0-1 0 0 0,1 1 0 0 0,0 0 0 0 0,-1 3 1 0 0,-1-1-17 0 0,4 1-336 0 0,-1-2 275 0 0,6 14-548 0 0,-1-18 413 0 0,0 1 162 0 0,0-1-1 0 0,0 0 0 0 0,0 0 0 0 0,-1-1 0 0 0,1 0 0 0 0,0 0 0 0 0,-1 0 0 0 0,1-1 0 0 0,-1 0 0 0 0,0 0 1 0 0,0 0-1 0 0,7-6 0 0 0,24-35-40 0 0,-5-8 205 0 0,-29 48 5 0 0,-2 3-103 0 0,0 0 1 0 0,1-1-1 0 0,-1 1 0 0 0,0 0 0 0 0,1 0 0 0 0,-1-1 1 0 0,1 1-1 0 0,0 0 0 0 0,-1 0 0 0 0,1-1 1 0 0,0 1-1 0 0,1-1 0 0 0,0-1 12 0 0,0-1 363 0 0,-3 7-345 0 0,-46 131 601 0 0,-38 174-1 0 0,40-134-70 0 0,-42 115 1379 0 0,-18 73 1189 0 0,100-339-2533 0 0,1 0-1 0 0,-1 39 1 0 0,1-11-134 0 0,3-47-264 0 0,0 1-78 0 0,-1 13 48 0 0,1-13 746 0 0,1 0-606 0 0,-1-3-2131 0 0,1 1 3302 0 0,-1 2 1116 0 0,0-1-5064 0 0</inkml:trace>
</inkml:ink>
</file>

<file path=ppt/ink/ink4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12.4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66 2732 0 0,'3'-3'1028'0'0,"8"-11"3885"0"0,-11 10-4550 0 0,-11-37 2615 0 0,10 37-2625 0 0</inkml:trace>
</inkml:ink>
</file>

<file path=ppt/ink/ink4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13.4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49 391 5549 0 0,'-49'-19'10606'0'0,"50"25"-10320"0"0,4 18-71 0 0,-4-22-190 0 0,0 1 1 0 0,1 0 0 0 0,-1-1 0 0 0,1 1 0 0 0,-1-1-1 0 0,1 1 1 0 0,0-1 0 0 0,0 0 0 0 0,0 1 0 0 0,0-1-1 0 0,0 0 1 0 0,0-1 0 0 0,1 1 0 0 0,-1 0 0 0 0,1-1-1 0 0,2 2 1 0 0,-4-2-24 0 0,40 23-9 0 0,-35-21-34 0 0,-2-1-137 0 0,1-1-17 0 0,47 2-791 0 0,-46-4 807 0 0,-2-2-10 0 0,15-9 45 0 0,-14 9 38 0 0,-3-1-9 0 0,9-10 40 0 0,-9 11 31 0 0,-1-1 24 0 0,4-13 25 0 0,-4 13 67 0 0,-2-1-2 0 0,-2-14 26 0 0,2 14 20 0 0,1 5-115 0 0,-1 0-1 0 0,1 0 1 0 0,-1-1-1 0 0,1 1 1 0 0,0 0 0 0 0,-1 0-1 0 0,1 0 1 0 0,0 0 0 0 0,-1-1-1 0 0,1 1 1 0 0,0 0-1 0 0,-1 0 1 0 0,1 0 0 0 0,0-1-1 0 0,0 1 1 0 0,-1 0-1 0 0,1-1 1 0 0,0 1 0 0 0,0 0-1 0 0,0 0 1 0 0,-1-1-1 0 0,1 1 1 0 0,0 0 0 0 0,0-1-1 0 0,0 1 1 0 0,0-1 0 0 0,0 1-1 0 0,-1 0 1 0 0,1-1-1 0 0,0 0 1 0 0,0 1 2 0 0,0-1 0 0 0,0 1 0 0 0,0-1 0 0 0,0 1 1 0 0,0-1-1 0 0,-1 1 0 0 0,1-1 0 0 0,0 1 0 0 0,0-1 0 0 0,-1 1 0 0 0,1-1 0 0 0,0 1 0 0 0,-1-1 1 0 0,1 1-1 0 0,-1 0 0 0 0,1-1 0 0 0,0 1 0 0 0,-1 0 0 0 0,1-1 0 0 0,-1 1 0 0 0,1 0 0 0 0,-1-1 1 0 0,1 1-1 0 0,-1 0 0 0 0,1 0 0 0 0,-1 0 0 0 0,1-1 0 0 0,-1 1 0 0 0,1 0 0 0 0,-1 0 0 0 0,1 0 1 0 0,-1 0-1 0 0,0 0 0 0 0,1 0 0 0 0,-1 0 0 0 0,0 0 0 0 0,-27 2 42 0 0,27-2-42 0 0,-1 1 0 0 0,1 0-1 0 0,-1 0 1 0 0,1 0 0 0 0,-1 0-1 0 0,1 1 1 0 0,0-1 0 0 0,-1 0-1 0 0,1 0 1 0 0,0 1 0 0 0,-1 1-1 0 0,-2 0 10 0 0,-3 13-121 0 0,6-13 86 0 0,-1 1-3 0 0,9 19-1184 0 0,3-19 778 0 0,-10-3 377 0 0,1-1 0 0 0,-1 1 0 0 0,0-1 0 0 0,1 1 0 0 0,-1-1 0 0 0,1 0 1 0 0,-1 1-1 0 0,1-1 0 0 0,-1 0 0 0 0,1 0 0 0 0,-1 1 0 0 0,1-1 0 0 0,-1 0 0 0 0,1 0 1 0 0,0 0-1 0 0,-1 0 0 0 0,1 0 0 0 0,-1 1 0 0 0,1-1 0 0 0,-1 0 0 0 0,1 0 1 0 0,0 0-1 0 0,-1-1 0 0 0,1 1 0 0 0,-1 0 0 0 0,1 0 0 0 0,0 0 0 0 0,-1 0 0 0 0,1-1 1 0 0,0 1-1 0 0,12-7 90 0 0,-13 6-18 0 0,0 0 1 0 0,0 1-1 0 0,0-1 1 0 0,0 0-1 0 0,-1 1 1 0 0,1-1-1 0 0,0 0 1 0 0,0 1-1 0 0,-1-1 1 0 0,1 0-1 0 0,-1 1 1 0 0,1-1-1 0 0,0 1 1 0 0,-1-1-1 0 0,1 1 1 0 0,-1-1-1 0 0,1 1 1 0 0,-1-1-1 0 0,1 1 1 0 0,-1 0-1 0 0,0-1 1 0 0,0 1-1 0 0,-2-3 420 0 0,-2 1-160 0 0,-8 0 235 0 0,-1 1 0 0 0,1 0-1 0 0,-27 1 1 0 0,36 1-199 0 0,9 1-247 0 0,49 6 88 0 0,106-18-102 0 0,417-100 479 0 0,-9-41 1825 0 0,-126 31-751 0 0,-354 99-1328 0 0,-83 20-171 0 0,-1 1-41 0 0,11-3-948 0 0,-32 7-307 0 0,11-3-227 0 0,0-1-434 0 0,-1 1 1045 0 0,-3-1-251 0 0,-7 1-4361 0 0,-11-1-2541 0 0</inkml:trace>
</inkml:ink>
</file>

<file path=ppt/ink/ink4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14.9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3304 5 3916 0 0,'0'0'6079'0'0,"-4"-1"-5676"0"0,-14-2-74 0 0,14 2 209 0 0,0 3-292 0 0,-89 51 1185 0 0,-107 79 0 0 0,0 8-1318 0 0,-158 120-74 0 0,237-166-65 0 0,-4-6 1 0 0,-235 123 0 0 0,-258 80 649 0 0,526-253-393 0 0,-660 302 720 0 0,716-320-844 0 0,0 1-1 0 0,2 2 1 0 0,0 1-1 0 0,2 2 1 0 0,0 1-1 0 0,-30 34 1 0 0,56-53-84 0 0,-25 34-31 0 0,8-6 6 0 0,20-32 22 0 0,1-1-24 0 0,-6 13-4 0 0,6-12-33 0 0,-7 13-772 0 0,8-13 222 0 0,-2-26-9694 0 0</inkml:trace>
</inkml:ink>
</file>

<file path=ppt/ink/ink4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15.1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123 1 2748 0 0,'0'0'1200'0'0,"-4"2"-232"0"0,-3 1-692 0 0,1 1 1 0 0,-1-1 0 0 0,1 2-1 0 0,0-1 1 0 0,0 1 0 0 0,1 0-1 0 0,-1 0 1 0 0,1 0 0 0 0,0 1-1 0 0,0-1 1 0 0,1 1 0 0 0,0 1-1 0 0,-7 11 1 0 0,-15 47 980 0 0,22-51-917 0 0,3-12-311 0 0,0 0 0 0 0,0 0 1 0 0,0 0-1 0 0,1 1 0 0 0,-1-1 1 0 0,1 0-1 0 0,0 0 0 0 0,0 1 1 0 0,-1-1-1 0 0,2 4 0 0 0,-1 12 303 0 0,0-5-199 0 0,0-1-1 0 0,2 1 1 0 0,-1-1 0 0 0,1 0 0 0 0,5 14 0 0 0,-5-19-60 0 0,0-1-1 0 0,1 0 0 0 0,0 0 1 0 0,0 0-1 0 0,0 0 1 0 0,1-1-1 0 0,0 0 1 0 0,0 1-1 0 0,0-1 0 0 0,9 7 1 0 0,-9-9-44 0 0,0-1 1 0 0,0 0-1 0 0,-1-1 0 0 0,1 1 1 0 0,0 0-1 0 0,1-1 1 0 0,-1 0-1 0 0,0 0 0 0 0,0-1 1 0 0,0 1-1 0 0,1-1 1 0 0,-1 0-1 0 0,5 0 0 0 0,-5 0-31 0 0,19 0-42 0 0,1 0 1 0 0,0-2-1 0 0,-1-1 1 0 0,1-1-1 0 0,-1-1 1 0 0,40-14-1 0 0,-5 3-851 0 0,10-8-3373 0 0,-64 22 1494 0 0</inkml:trace>
</inkml:ink>
</file>

<file path=ppt/ink/ink4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07:44:19.9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48 4684,'-18'-32'6180,"13"24"-5985,2 4 848,2 0-124,7 16 2913,20 35-1465,50 99-2455,-68-129 36,51 114-994,-28-51-3018,-23-58 423</inkml:trace>
</inkml:ink>
</file>

<file path=ppt/ink/ink4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07:44:20.3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62 274 4020,'-5'-6'657,"-28"-44"3168,11-3-2387,21 48-1057,1-2-24,0 3-308,0 0 24,0-1 1,1 1-1,-1 0 1,1 0-1,0 0 1,0 0-1,0 0 0,0 1 1,1-1-1,-1 0 1,1 0-1,0 1 0,0-1 1,0 1-1,5-5 1,1-1 25,2 1 0,-1 1 0,1-1 0,0 1 0,1 1 0,-1 0 0,1 1 0,0 0 0,1 0 0,-1 1 0,1 1 0,0 0 0,0 0 0,0 1 0,0 1 0,1 0 0,19 2 0,-16-1-55,1 2 1,0 0-1,-1 1 1,0 1-1,1 0 0,-1 2 1,-1-1-1,1 2 1,-1 0-1,0 1 0,18 13 1,-23-14-33,0 1 1,0 1-1,-1-1 0,0 2 1,-1-1-1,0 1 0,-1 0 1,0 1-1,0 0 0,-1 0 1,0 0-1,-1 1 1,0 0-1,-1 0 0,2 14 1,-3-13 56,-2 1 0,0 0 1,0-1-1,-2 1 1,1 0-1,-2-1 0,0 1 1,0-1-1,-2 1 1,1-1-1,-2 0 0,1 0 1,-2-1-1,0 1 0,0-1 1,-1-1-1,-1 1 1,0-1-1,0 0 0,-13 11 1,6-6-92,-2 0 0,0-1 1,-1-1-1,0-1 0,-1 0 0,0-2 1,-1 0-1,0-1 0,-1-1 0,0-1 1,-29 7-1,14-10-632,27-4 498,6-1 80,1 1 0,-1-1 1,1 0-1,-1 0 0,0 0 1,1 0-1,-1 0 0,1-1 1,-1 1-1,1-1 0,-1 1 1,-4-3-1,0 1-131,4 1 93,0 1 1,1-1-1,-1 1 1,0-1-1,0 0 1,0 0-1,1 0 1,-1 0-1,0-1 1,-3-1-1,-1-2-157,5 4 111,0 1 1,-1-1-1,1 0 0,0-1 1,0 1-1,0 0 1,0-1-1,0 1 0,0-1 1,-3-3-1,0 0-276,4 4 232,-1 0 0,1 0-1,0 0 1,-1 0 0,1 0-1,0-1 1,0 1 0,0 0-1,0-1 1,0 1 0,0-1-1,0 1 1,1-1 0,-1 1-1,0-1 1,1 1 0,-1-3-1,0-1-837</inkml:trace>
</inkml:ink>
</file>

<file path=ppt/ink/ink4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07:44:21.3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47 260 3624,'-10'-16'1502,"8"13"-201,-1-2-182,-21-36 2470,21 38-2217,-2-11 1833,16 28-2484,15 27-588,104 247 910,-118-261-938,-11-23-177,9 17 287,-9-21-217,0 0-1,-1 0 1,1 0 0,-1 0 0,1 0-1,-1 0 1,1-1 0,-1 1-1,0 0 1,1 0 0,-1 0 0,1-1-1,-1 1 1,1 0 0,-1-1-1,0 1 1,1 0 0,-1-1 0,1 1-1,-1 0 1,0-1 0,1 0 0,-1 1-1,1-1 0,-1 1 1,0 0-1,0-1 0,1 1 1,-1-1-1,1 1 0,-1 0 1,0 0-1,1-1 0,-1 1 1,1 0-1,-1 0 0,1-1 1,-1 1-1,1 0 1,-1 0-1,1 0 0,-1 0 1,1 0-1,-1-1 0,1 1 1,1-6-68,16-56-149,-8 20 126,13-38-152,-3 29 94,-18 47 97,5-13-5,-5 14 48,0-2-21,1 3-34,10-9 67,-10 8 7,1 5 9,4 5-11,1-1 0,-2 1 0,1 1 0,-1-1 0,12 17 0,-8-9-8,0 0 1,1-1-1,0-1 1,1 0-1,17 13 1,-27-24-14,1 0-3,-1-1 15,0 0 0,-1 0 1,1 0-1,0 0 1,0 0-1,0 0 0,0-1 1,0 0-1,0 1 1,0-1-1,0 0 0,1 0 1,-1-1-1,0 1 1,0-1-1,0 0 0,-1 1 1,1-1-1,5-2 1,-3 0 23,-1 0-1,1 0 1,0 0 0,-1-1 0,1 1 0,-1-1 0,0 0 0,0-1 0,-1 1 0,1 0 0,-1-1 0,0 0 0,0 0 0,-1 0 0,1 0 0,-1 0 0,0-1 0,-1 1 0,1-1 0,-1 1 0,0-1 0,0 1 0,-1-11 0,-1-4-15,-2 1 0,-1-1 0,0 1 0,-1 0 0,-2 0 0,1 1 1,-2 0-1,-1 0 0,0 0 0,-1 1 0,-1 1 0,0 0 0,-1 0 0,-21-20 0,29 33-53,-1-1 0,0 1-1,0 0 1,0 0 0,-1 1 0,1-1-1,-1 1 1,-8-2 0,12 4 16,-2-1-56,1 1-1,-1-1 1,1 1-1,0 0 1,-1 0-1,1 1 1,0-1-1,-1 1 1,1-1 0,0 1-1,-1 0 1,1 0-1,0 1 1,0-1-1,0 1 1,-4 2-1,5-3 24,-6 3-450,6-3 441,0 0-1,0 0 0,0 0 1,0 0-1,0 0 1,0 0-1,1 1 0,-1-1 1,0 1-1,1-1 0,-1 1 1,1 0-1,0-1 0,0 1 1,-2 2-1,0 1-339,-2-1 137,4-2 165,-1-1 0,1 0 1,-1 1-1,1 0 0,0-1 0,0 1 1,0 0-1,0-1 0,0 1 0,0 0 0,0 0 1,0 0-1,1 0 0,-1 2 0,-14 63-5997,14-60 1000</inkml:trace>
</inkml:ink>
</file>

<file path=ppt/ink/ink4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07:44:21.8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128 82 4128,'0'-4'1346,"-9"-38"1969,8 38-2290,0 2-925,1 1 0,-1-1-1,0 1 1,1-1 0,-1 1-1,0-1 1,0 1 0,0 0-1,0-1 1,0 1 0,-1 0-1,-1-2 1,2 2 59,-2-3 404,0 2-59,0 1-398,1 0 0,0 1 0,-1-1 0,1 0 0,-1 1 0,1 0 0,-1-1 0,1 1 0,-1 0 0,0 0 0,1 1 0,-1-1 0,1 0 0,-1 1 0,-3 1 0,5-2-92,0 1 0,0-1 1,0 0-1,1 1 0,-1-1 0,0 1 0,0-1 1,0 1-1,0 0 0,1-1 0,-1 1 1,0 0-1,1 0 0,-1-1 0,0 1 0,1 0 1,-1 0-1,1 0 0,-1 0 0,1 0 0,0 0 1,-1 0-1,1 1 0,-1-1 26,-5 12 28,1 0 0,0 0 1,1 1-1,0-1 0,1 1 1,1 0-1,-2 23 0,2 2-6,2 0 0,1 0-1,2-1 1,16 74-1,-15-94-62,3 0-17,0-4 20,-1-3 5,1 1 0,0-1 1,1-1-1,11 13 0,-16-20 14,1-1 9,15 6 19,-14-5 90,-1-3-102,1 0 0,-1 0 0,0-1 0,1 1-1,-1-1 1,1 0 0,-1 0 0,0-1-1,0 1 1,1-1 0,-1 0 0,0 0 0,-1 0-1,1-1 1,0 1 0,-1-1 0,1 0-1,4-5 1,1-3 42,1 0 0,-1-1 0,-1 0 0,0-1 0,-1 0 0,0 0 0,-1 0 1,8-27-1,-8 23 11,-5 13-18,1-1-64,3-14 93,-3 15 310,3-1-196,-4 4-200,-1 1 0,0-1 1,0 1-1,0 0 0,0-1 0,1 1 0,-1-1 0,0 1 0,0 0 0,1-1 1,-1 1-1,0 0 0,1 0 0,-1-1 0,0 1 0,1 0 0,-1 0 0,0-1 0,1 1 1,-1 0-1,0 0 0,1 0 0,-1 0 0,1-1 0,-1 1 0,1 0 0,-1 0 1,0 0-1,1 0 0,-1 0 0,1 0 0,-1 0 0,1 0 0,-1 0 0,0 1 0,1-1 1,-1 0-1,1 0 0,-1 0 0,1 1 0,13 14 60,-1 0 1,0 1-1,-1 1 1,-1 0-1,13 26 0,28 41-155,0-16-1087,-48-64 692,-1 0-116,10 10-124,-10-11-141,21-8-6970,-19 4 5189</inkml:trace>
</inkml:ink>
</file>

<file path=ppt/ink/ink4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07:44:22.1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30 292 5036,'-5'0'1915,"-19"-2"4099,25-2-5432,3-15-83,2 11-62,85-48 147,163-75 0,-129 70-4766,-99 51-1295</inkml:trace>
</inkml:ink>
</file>

<file path=ppt/ink/ink4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06.5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527 0 2640 0 0,'-88'30'4199'0'0,"72"-24"-3854"0"0,0 1 0 0 0,0 0 1 0 0,1 1-1 0 0,0 1 0 0 0,1 0 0 0 0,0 1 1 0 0,0 0-1 0 0,1 1 0 0 0,-16 18 1 0 0,-7 19-15 0 0,0 7 211 0 0,3 3 0 0 0,2 1-1 0 0,2 1 1 0 0,-21 67 0 0 0,41-99-288 0 0,3 1-63 0 0,3-20-149 0 0,-6 28 176 0 0,3 9 47 0 0,0 2 0 0 0,-15 204 1113 0 0,20-228-1216 0 0,3 42 1 0 0,-2-63-160 0 0,6 60 152 0 0,-2-18-48 0 0,-2-28-44 0 0,8 66 307 0 0,21 87 0 0 0,-19-118-324 0 0,3 0 0 0 0,2-1-1 0 0,2-1 1 0 0,2-1 0 0 0,34 57-1 0 0,-21-45-38 0 0,-22-38 15 0 0,1-1 0 0 0,1-1 0 0 0,1 0 0 0 0,25 27 1 0 0,-17-24-6 0 0,43 38 0 0 0,-27-30 8 0 0,2-2 0 0 0,57 33 0 0 0,91 33-14 0 0,-146-75 12 0 0,28 11 22 0 0,1-3 1 0 0,104 28-1 0 0,157 13 2 0 0,-297-64-34 0 0,18 4 35 0 0,-1-3-1 0 0,83 1 1 0 0,-49-9-48 0 0,150-23 1 0 0,-182 14 63 0 0,1-2 0 0 0,-2-3 0 0 0,102-42 0 0 0,-86 25-61 0 0,-1-2 0 0 0,-2-4 0 0 0,-2-2 0 0 0,112-92 0 0 0,-143 100 92 0 0,-3-1-1 0 0,0-2 0 0 0,46-70 0 0 0,-41 46-15 0 0,56-120-1 0 0,-80 146-85 0 0,-1 0-1 0 0,-1-1 0 0 0,-2 0 0 0 0,-2 0 0 0 0,-1-1 1 0 0,1-39-1 0 0,-13-205 104 0 0,4 248-77 0 0,-1 0 1 0 0,-1 1-1 0 0,-2-1 0 0 0,-1 1 1 0 0,-2 1-1 0 0,0-1 1 0 0,-2 2-1 0 0,-19-33 0 0 0,11 25-22 0 0,-1 1 0 0 0,-2 1-1 0 0,-2 1 1 0 0,-1 2 0 0 0,-1 0-1 0 0,-2 1 1 0 0,-1 2 0 0 0,-1 1-1 0 0,-1 2 1 0 0,-1 1 0 0 0,-62-33-1 0 0,-347-154-92 0 0,375 182 94 0 0,-2 4-1 0 0,-1 2 0 0 0,-106-19 1 0 0,101 28-18 0 0,14 7 33 0 0,-162-21 30 0 0,167 21-87 0 0,22 3 71 0 0,-206-23-106 0 0,234 27 65 0 0,-1 0-11 0 0,-36 0 2 0 0,-6-1-8 0 0,45 1 27 0 0,-13 3-15 0 0,-314 28 73 0 0,327-30-76 0 0,-2 0-33 0 0,-50 8 5 0 0,51-8 82 0 0,0 0-72 0 0,-14 1-91 0 0,14-1 302 0 0,0 0-148 0 0,-14 3-18 0 0,15-3-10 0 0,-1 1 15 0 0,-38 16 33 0 0,38-17-36 0 0,1 1 99 0 0,-37 16-751 0 0,38-16 227 0 0</inkml:trace>
</inkml:ink>
</file>

<file path=ppt/ink/ink4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0.3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98 73 2724 0 0,'0'0'5457'0'0,"-3"-2"-4881"0"0,1 1-415 0 0,1 0 0 0 0,-1 0 0 0 0,0 0 0 0 0,0 0 1 0 0,0 0-1 0 0,1 1 0 0 0,-1-1 0 0 0,0 1 0 0 0,0-1 0 0 0,0 1 1 0 0,0 0-1 0 0,0-1 0 0 0,0 1 0 0 0,0 0 0 0 0,0 1 0 0 0,0-1 1 0 0,0 0-1 0 0,0 0 0 0 0,0 1 0 0 0,0-1 0 0 0,0 1 0 0 0,0 0 1 0 0,1 0-1 0 0,-4 1 0 0 0,-1 3 9 0 0,0 1 0 0 0,0 0 1 0 0,0 1-1 0 0,0-1 0 0 0,-7 13 0 0 0,11-15-6 0 0,3 0-190 0 0,1 14 51 0 0,-1-14 94 0 0,27-1-153 0 0,-23-3 63 0 0,-1-2 0 0 0,12-5 11 0 0,-12 5-4 0 0,1-1-29 0 0,11-8 2 0 0,-12 8 1 0 0,-1 0 9 0 0,11-13 8 0 0,-10 13 19 0 0,-2-1 6 0 0,6-12-32 0 0,-6 13-69 0 0,-1-2 75 0 0,2-12 18 0 0,-2 12 7 0 0,-1 1-17 0 0,-3-15-15 0 0,3 15-4 0 0,-1 2-16 0 0,0 0 0 0 0,0 1 0 0 0,0-1 0 0 0,0 1 0 0 0,0 0 0 0 0,0-1 1 0 0,-1 1-1 0 0,1 0 0 0 0,0 0 0 0 0,-1 0 0 0 0,1 0 0 0 0,-1 0 0 0 0,1 0 1 0 0,-1 0-1 0 0,1 0 0 0 0,-1 0 0 0 0,0 1 0 0 0,1-1 0 0 0,-1 1 0 0 0,0-1 1 0 0,0 1-1 0 0,1 0 0 0 0,-1 0 0 0 0,0-1 0 0 0,0 1 0 0 0,-2 1 0 0 0,1 0-2 0 0,-1 1-1 0 0,1 0 0 0 0,0 0 0 0 0,0 1 0 0 0,0-1 0 0 0,0 0 1 0 0,0 1-1 0 0,0 0 0 0 0,-3 5 0 0 0,6-8 6 0 0,-3 3 76 0 0,-3 16-29 0 0,4-15-50 0 0,0 1-21 0 0,2-1 62 0 0,3 13-20 0 0,-3-12 71 0 0,1-5-89 0 0,-1 0 0 0 0,0 0 0 0 0,1 0-1 0 0,-1 0 1 0 0,0 0 0 0 0,1 1 0 0 0,-1-1 0 0 0,0 0 0 0 0,1 0 0 0 0,-1 0 0 0 0,0 1-1 0 0,1-1 1 0 0,-1 0 0 0 0,0 0 0 0 0,0 1 0 0 0,1-1 0 0 0,-1 0 0 0 0,0 0 0 0 0,0 1-1 0 0,1-1 1 0 0,-1 0 0 0 0,0 1 0 0 0,0-1 0 0 0,0 0 0 0 0,0 1 0 0 0,0-1 0 0 0,0 1-1 0 0,1-1 1 0 0,-1 0 0 0 0,0 1 0 0 0,0 0 0 0 0,0-1-1 0 0,0 1 1 0 0,0 0 0 0 0,0-1-1 0 0,0 1 1 0 0,0 0-1 0 0,1-1 1 0 0,-1 1 0 0 0,0-1-1 0 0,1 1 1 0 0,-1 0-1 0 0,0-1 1 0 0,1 1 0 0 0,-1-1-1 0 0,1 1 1 0 0,-1-1-1 0 0,1 1 1 0 0,-1-1-1 0 0,1 1 1 0 0,-1-1 0 0 0,1 0-1 0 0,-1 1 1 0 0,1-1-1 0 0,0 0 1 0 0,-1 1 0 0 0,1-1-1 0 0,0 0 1 0 0,-1 0-1 0 0,2 1 1 0 0,3 0 7 0 0,0 0 0 0 0,0 0 0 0 0,1-1-1 0 0,-1 1 1 0 0,0-1 0 0 0,1 0 0 0 0,8-2 0 0 0,-9 1-41 0 0,-1-1-18 0 0,3-1 92 0 0,-1-1 1 0 0,1-1-1 0 0,-1 1 1 0 0,0-1 0 0 0,-1 0-1 0 0,10-11 1 0 0,-13 13 128 0 0,-1-1-117 0 0,4-14-95 0 0,-4 14 133 0 0,-2-1-86 0 0,-1-12 70 0 0,1 13-46 0 0,-2 2-38 0 0,1 0 18 0 0,-1 1-1 0 0,0 0 1 0 0,1 1 0 0 0,-1-1 0 0 0,1 0 0 0 0,-1 1 0 0 0,0 0 0 0 0,1-1-1 0 0,-1 1 1 0 0,0 0 0 0 0,0 0 0 0 0,-4 1 0 0 0,2 0-13 0 0,-14 7-23 0 0,15-6-6 0 0,1 0-1779 0 0,-8 5 1298 0 0</inkml:trace>
</inkml:ink>
</file>

<file path=ppt/ink/ink4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0.7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153 0 2540 0 0,'0'0'1168'0'0,"-6"1"-132"0"0,-17 1-140 0 0,17-2-203 0 0,1 2-83 0 0,-2 1-360 0 0,0 0-1 0 0,0 0 1 0 0,0 1-1 0 0,1 0 0 0 0,0 0 1 0 0,0 0-1 0 0,0 1 1 0 0,0 0-1 0 0,-7 8 1 0 0,7-4-47 0 0,1 0 1 0 0,0 0-1 0 0,0 0 1 0 0,1 1-1 0 0,0 0 1 0 0,1 0 0 0 0,0 0-1 0 0,-2 19 1 0 0,4-23-12 0 0,2 0-25 0 0,-1 2-144 0 0,0 1 60 0 0,1 1 0 0 0,0-1 1 0 0,5 15-1 0 0,-5-21-63 0 0,0 1 0 0 0,0-1 0 0 0,1 1 0 0 0,-1-1 0 0 0,1 1 0 0 0,0-1 1 0 0,0 0-1 0 0,0 0 0 0 0,1 0 0 0 0,-1 0 0 0 0,1 0 0 0 0,0-1 0 0 0,0 1 0 0 0,-1-1 0 0 0,5 3 0 0 0,0-1-204 0 0,1 0 0 0 0,0 0 0 0 0,0 0-1 0 0,0-1 1 0 0,1 0 0 0 0,-1-1-1 0 0,1 0 1 0 0,-1 0 0 0 0,1-1-1 0 0,0 0 1 0 0,0-1 0 0 0,-1 1 0 0 0,15-3-1 0 0,-14 2-189 0 0,30-6-1799 0 0,26-15-1288 0 0,-41 11-217 0 0</inkml:trace>
</inkml:ink>
</file>

<file path=ppt/ink/ink4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0.9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1 2560 0 0,'0'0'6301'0'0,"-1"3"-5810"0"0,-6 40 753 0 0,7-38-1094 0 0,1 2-26 0 0,3 22-331 0 0,2-1-1 0 0,11 32 0 0 0,9 3-5238 0 0,-23-57 685 0 0</inkml:trace>
</inkml:ink>
</file>

<file path=ppt/ink/ink4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3.5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0 5144 0 0,'0'0'3052'0'0,"-2"4"-1947"0"0,-22 24 1620 0 0,20-25-2855 0 0</inkml:trace>
</inkml:ink>
</file>

<file path=ppt/ink/ink4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3.7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114 71 3048 0 0,'0'0'1248'0'0,"-15"-16"1073"0"0,-5-1-1425 0 0,-6 4-852 0 0,-7 0-1408 0 0,14 2-1301 0 0</inkml:trace>
</inkml:ink>
</file>

<file path=ppt/ink/ink4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3.8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92 97 1944 0 0,'0'0'792'0'0,"-16"-16"348"0"0,-2-2-512 0 0,1 0-612 0 0,-2-2-1012 0 0,-2-5-2488 0 0</inkml:trace>
</inkml:ink>
</file>

<file path=ppt/ink/ink4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4.0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1 136 2724 0 0,'5'-26'1956'0'0,"-3"-10"-1400"0"0,-4-2-800 0 0,0 3-1300 0 0</inkml:trace>
</inkml:ink>
</file>

<file path=ppt/ink/ink4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4.1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47 1236 0 0,'0'0'788'0'0,"30"-12"148"0"0,-2 1-736 0 0,-3-1-772 0 0,1 1-592 0 0</inkml:trace>
</inkml:ink>
</file>

<file path=ppt/ink/ink4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4.3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1336 0 0,'5'2'952'0'0,"161"55"2493"0"0,-97-25-4691 0 0,-3 3-1 0 0,103 71 1 0 0,-140-86-708 0 0</inkml:trace>
</inkml:ink>
</file>

<file path=ppt/ink/ink4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4.5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1172 0 0,'38'59'2472'0'0,"-28"-39"-2071"0"0,-1 0 0 0 0,-1 1 0 0 0,-1 0 1 0 0,-1 0-1 0 0,5 29 0 0 0,-8-36-349 0 0,-1-2-211 0 0,0 1 1 0 0,-1-1 0 0 0,0 1 0 0 0,-3 23 0 0 0,2-25-67 0 0,-2 24-909 0 0,-3-7-583 0 0,-1 16-479 0 0</inkml:trace>
</inkml:ink>
</file>

<file path=ppt/ink/ink4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4.6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137 0 2196 0 0,'0'0'1208'0'0,"-32"10"-548"0"0,3-5-592 0 0,-8-3-960 0 0,-1-4-2308 0 0</inkml:trace>
</inkml:ink>
</file>

<file path=ppt/ink/ink4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4.7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81 1772 0 0,'0'0'2268'0'0,"-19"-20"-1564"0"0,11-4-944 0 0,9-12-2140 0 0</inkml:trace>
</inkml:ink>
</file>

<file path=ppt/ink/ink4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4.9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58 2000 0 0,'10'-20'792'0'0,"9"-1"-948"0"0,-1 5-1308 0 0</inkml:trace>
</inkml:ink>
</file>

<file path=ppt/ink/ink4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5.0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1 944 0 0,'0'0'480'0'0,"24"14"-376"0"0,-3 8-500 0 0,-5 5-696 0 0</inkml:trace>
</inkml:ink>
</file>

<file path=ppt/ink/ink4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5.2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1272 0 0,'0'0'696'0'0,"9"25"300"0"0,-1 9-912 0 0,-4 1-1616 0 0</inkml:trace>
</inkml:ink>
</file>

<file path=ppt/ink/ink4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5.3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245 1 1616 0 0,'0'0'908'0'0,"-24"19"296"0"0,-8 1-488 0 0,-6-4-572 0 0,-2 1-240 0 0,15-9-152 0 0,-15 5-824 0 0,-5-3-292 0 0</inkml:trace>
</inkml:ink>
</file>

<file path=ppt/ink/ink4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5.5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193 1 1232 0 0,'-32'1'1392'0'0,"-8"1"-608"0"0,2 1-504 0 0,1 0-516 0 0,-8 1-1376 0 0</inkml:trace>
</inkml:ink>
</file>

<file path=ppt/ink/ink4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5.6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124 39 2292 0 0,'0'0'892'0'0,"-33"-5"1080"0"0,-2-4-1780 0 0,4-4-1228 0 0,7 1-812 0 0</inkml:trace>
</inkml:ink>
</file>

<file path=ppt/ink/ink4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5.8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213 215 2192 0 0,'-20'-18'2016'0'0,"-3"-2"-844"0"0,0 2-423 0 0,-5-1-281 0 0,4-2-140 0 0,1 3-320 0 0,0-7-544 0 0,-1-9-1073 0 0,12 14 85 0 0,0-1-1700 0 0</inkml:trace>
</inkml:ink>
</file>

<file path=ppt/ink/ink4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5.9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79 228 2144 0 0,'-18'-33'1244'0'0,"5"-3"-548"0"0,-3-8-624 0 0,7 18-368 0 0,0-2-288 0 0,2-1-492 0 0,0-2-1084 0 0</inkml:trace>
</inkml:ink>
</file>

<file path=ppt/ink/ink4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6.1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1 268 1516 0 0,'0'0'964'0'0,"1"-31"744"0"0,1-3-1068 0 0,5-4-384 0 0,-2 9-284 0 0,6-10-592 0 0,3-7-620 0 0,-7 20 196 0 0,0 1-1068 0 0</inkml:trace>
</inkml:ink>
</file>

<file path=ppt/ink/ink4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6.3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320 38 1096 0 0,'0'0'914'0'0,"-1"-4"-661"0"0,-5-18 128 0 0,1 20-276 0 0,-13-5 20 0 0,13 5-34 0 0,-1 3-65 0 0,-4 0 3 0 0,0 2-1 0 0,0-1 1 0 0,0 2 0 0 0,1-1-1 0 0,-1 1 1 0 0,1 1 0 0 0,0-1-1 0 0,0 2 1 0 0,-10 7 0 0 0,5-2-5 0 0,0 1 0 0 0,1 0 1 0 0,1 0-1 0 0,0 2 0 0 0,-11 15 1 0 0,12-13-29 0 0,1 1 0 0 0,0 1 0 0 0,2-1 1 0 0,0 2-1 0 0,0-1 0 0 0,2 1 1 0 0,-8 38-1 0 0,10-30-346 0 0,0 0-1 0 0,2 0 1 0 0,1 0 0 0 0,2 1-1 0 0,4 36 1 0 0,2-23-902 0 0</inkml:trace>
</inkml:ink>
</file>

<file path=ppt/ink/ink4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6.5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 1 1664 0 0,'-9'31'1024'0'0,"-2"0"-376"0"0,3-3-296 0 0,1 3-224 0 0,19-5-196 0 0,9-10-364 0 0,14-1-996 0 0</inkml:trace>
</inkml:ink>
</file>

<file path=ppt/ink/ink4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6.6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 2452 0 0,'52'-2'1320'0'0,"-5"2"-1192"0"0,0-3-1804 0 0</inkml:trace>
</inkml:ink>
</file>

<file path=ppt/ink/ink4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6.7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31 668 0 0,'28'-14'476'0'0,"-5"4"-688"0"0,2 3-680 0 0</inkml:trace>
</inkml:ink>
</file>

<file path=ppt/ink/ink4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6.9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1716 0 0,'21'10'3985'0'0</inkml:trace>
</inkml:ink>
</file>

<file path=ppt/ink/ink4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09.1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1159 63 1692 0 0,'-15'-9'1652'0'0,"-1"1"1"0"0,-30-11-1 0 0,22 12-806 0 0,0 1 0 0 0,-39-5 0 0 0,46 9-423 0 0,-1 1 0 0 0,-19 1 1 0 0,28 1-343 0 0,-13-1 415 0 0,-41 7 0 0 0,55-6-449 0 0,-16 3 251 0 0,-39 11-1 0 0,59-13-275 0 0,-16 3 110 0 0,-1 0-32 0 0,1 1 0 0 0,-1 1 0 0 0,1 1-1 0 0,0 0 1 0 0,1 2 0 0 0,0 0-1 0 0,-17 13 1 0 0,4-1-9 0 0,-28 27 244 0 0,16-8-194 0 0,10-8 128 0 0,-4 11 66 0 0,16-19-12 0 0,4-5-68 0 0,1 0-1 0 0,1 1 0 0 0,-22 39 0 0 0,-58 123 1905 0 0,96-181-2145 0 0,-12 21 565 0 0,-13 40 1 0 0,-9 59 85 0 0,27-73-478 0 0,-2 12-66 0 0,6-8 29 0 0,-2 12 2 0 0,5 69 258 0 0,1-96-277 0 0,2 1 0 0 0,2-1-1 0 0,14 58 1 0 0,-14-79-102 0 0,0-3-18 0 0,3 3 15 0 0,21 36 39 0 0,-8-23 14 0 0,1 0 0 0 0,2-1 0 0 0,38 35 1 0 0,-26-33-79 0 0,7 10 51 0 0,-28-26-52 0 0,-6-8-8 0 0,30 19-27 0 0,26 15 50 0 0,2-4 0 0 0,1-2-1 0 0,1-3 1 0 0,2-4 0 0 0,77 21 0 0 0,23-5 0 0 0,185 24 1 0 0,-216-49 16 0 0,270 4 0 0 0,-320-26-11 0 0,0-4-1 0 0,0-3 1 0 0,-1-4 0 0 0,97-30 0 0 0,-94 18-46 0 0,143-63 0 0 0,-204 74 28 0 0,0-1 0 0 0,-1-2 1 0 0,-1-1-1 0 0,-1-1 0 0 0,-1-1 1 0 0,0-2-1 0 0,45-50 0 0 0,-47 43-38 0 0,-2 0 0 0 0,-2-2-1 0 0,0 0 1 0 0,21-49 0 0 0,-31 56 14 0 0,-1 0 1 0 0,-2-1-1 0 0,0 0 1 0 0,-2-1-1 0 0,-1 1 1 0 0,-1-1-1 0 0,0-30 1 0 0,-3 4 3 0 0,-2 0-1 0 0,-3 0 1 0 0,-2 0 0 0 0,-15-59 0 0 0,11 75-5 0 0,-1 1 0 0 0,-2 0 0 0 0,-1 0 0 0 0,-2 2 0 0 0,-2 0 0 0 0,-33-49 0 0 0,16 35-2 0 0,-2 2-1 0 0,-3 2 1 0 0,-1 1 0 0 0,-2 3 0 0 0,-1 1 0 0 0,-93-61 0 0 0,86 70 30 0 0,-2 2 1 0 0,0 3-1 0 0,-63-21 1 0 0,-166-34-102 0 0,219 68 50 0 0,-59-17 32 0 0,-127-15-23 0 0,234 43 41 0 0,-173-16 1 0 0,50 8-31 0 0,133 9 13 0 0,-2 0 10 0 0,-134 7 4 0 0,100-2-10 0 0,0 2 0 0 0,0 2 0 0 0,1 1 0 0 0,-52 21 0 0 0,47-14 22 0 0,41-16-28 0 0,0 1-57 0 0,-36 17-2631 0 0,-10 3-8723 0 0</inkml:trace>
</inkml:ink>
</file>

<file path=ppt/ink/ink4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2.1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70 33 2744 0 0,'0'0'5001'0'0,"1"-4"-4129"0"0,4-12-139 0 0,-4 12 2124 0 0,-24-4-1978 0 0,20 10-725 0 0,-11 9-45 0 0,10-8-28 0 0,2 1-6 0 0,-6 9 13 0 0,2 0 0 0 0,-10 26 0 0 0,15-34-29 0 0,1-1-40 0 0,1 16 7 0 0,0-15 23 0 0,1-2-24 0 0,7 10 3 0 0,-6-9 8 0 0,1-3-29 0 0,15 6-30 0 0,-14-6 114 0 0,0-2-34 0 0,17-4 17 0 0,-16 3 70 0 0,-2 0 41 0 0,11-7 41 0 0,-11 7 25 0 0,-1-1 24 0 0,25-35 608 0 0,-26 33-570 0 0,-2 0-131 0 0,0-18-32 0 0,0 17-26 0 0,-9-15 207 0 0,6 18-244 0 0,1-1-59 0 0,-2 0-33 0 0,-28-8 340 0 0,31 11-332 0 0,0 1-1 0 0,0 0 1 0 0,-1-1 0 0 0,1 1-1 0 0,0 0 1 0 0,-1 0-1 0 0,1-1 1 0 0,0 1-1 0 0,0 0 1 0 0,-1 0-1 0 0,1 1 1 0 0,0-1 0 0 0,-1 0-1 0 0,1 0 1 0 0,0 1-1 0 0,0-1 1 0 0,-1 0-1 0 0,-1 2 1 0 0,0-1 6 0 0,-2 0 19 0 0,4 0-22 0 0,-1 1 0 0 0,1-1 0 0 0,0 0 1 0 0,-1 0-1 0 0,1 0 0 0 0,-1 1 0 0 0,1-2 0 0 0,-1 1 0 0 0,1 0 0 0 0,-1 0 0 0 0,-2 0 0 0 0,3-1 2 0 0,0 1 0 0 0,0-1-1 0 0,0 0 1 0 0,0 1 0 0 0,0-1 0 0 0,0 1 0 0 0,0-1 0 0 0,0 1-1 0 0,0 0 1 0 0,0-1 0 0 0,0 1 0 0 0,0 0 0 0 0,0 0 0 0 0,1 0-1 0 0,-1 0 1 0 0,0 0 0 0 0,0-1 0 0 0,1 1 0 0 0,-2 2 11 0 0,1 1-57 0 0,1-1 41 0 0,-1-1-1 0 0,1 1 1 0 0,-1 0-1 0 0,1 0 1 0 0,0 0 0 0 0,0 0-1 0 0,0 0 1 0 0,1 0-1 0 0,-1-1 1 0 0,1 1 0 0 0,-1 0-1 0 0,1 0 1 0 0,0 0-1 0 0,0-1 1 0 0,0 1 0 0 0,1 0-1 0 0,-1-1 1 0 0,1 1-1 0 0,2 3 1 0 0,-2-4-207 0 0,7-7-3169 0 0,-8 5 3262 0 0,-1 0 1 0 0,1 0 0 0 0,-1 0 0 0 0,1 0 0 0 0,-1 0-1 0 0,1 0 1 0 0,-1 0 0 0 0,1 0 0 0 0,-1-1-1 0 0,0 1 1 0 0,1 0 0 0 0,-1 0 0 0 0,1-1 0 0 0,-1 1-1 0 0,1 0 1 0 0,-1 0 0 0 0,0-1 0 0 0,1 1-1 0 0,-1 0 1 0 0,0-1 0 0 0,1 1 0 0 0,-1-1 0 0 0,0 1-1 0 0,0 0 1 0 0,1-1 0 0 0,-1 1 0 0 0,0-1-1 0 0,0 1 1 0 0,0-1 0 0 0,1 1 0 0 0,-1-1 0 0 0,0 0-1 0 0,1-4-511 0 0,1-2-145 0 0,2-4-3053 0 0,3-8-1783 0 0</inkml:trace>
</inkml:ink>
</file>

<file path=ppt/ink/ink4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2.5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217 17 3404 0 0,'-51'-15'4065'0'0,"45"14"-3297"0"0,0 1-43 0 0,0-1-521 0 0,1 2-1 0 0,-1-1 1 0 0,1 1-1 0 0,0-1 1 0 0,-1 1-1 0 0,1 1 1 0 0,0-1-1 0 0,0 1 1 0 0,0 0-1 0 0,0 0 1 0 0,0 0-1 0 0,0 1 1 0 0,1 0-1 0 0,-1 0 1 0 0,-4 4-1 0 0,-28 40 851 0 0,26-32-712 0 0,9-13-317 0 0,1 0 1 0 0,0 0-1 0 0,0 0 0 0 0,0 0 0 0 0,0 0 0 0 0,0 0 0 0 0,0 0 1 0 0,1 0-1 0 0,-1 1 0 0 0,1-1 0 0 0,-1 3 0 0 0,0-2 29 0 0,-1 4-24 0 0,0 0 0 0 0,1 0 1 0 0,0 0-1 0 0,0 0 0 0 0,1 0 1 0 0,-1 1-1 0 0,2-1 0 0 0,-1 0 0 0 0,1 1 1 0 0,0-1-1 0 0,0 0 0 0 0,1 0 0 0 0,0 0 1 0 0,0 0-1 0 0,1 0 0 0 0,0-1 1 0 0,0 1-1 0 0,1-1 0 0 0,4 7 0 0 0,-5-9-161 0 0,0-1-1 0 0,1 1 1 0 0,-1-1-1 0 0,1 0 1 0 0,0 0-1 0 0,-1-1 0 0 0,2 1 1 0 0,-1-1-1 0 0,0 0 1 0 0,9 4-1 0 0,-7-4-59 0 0,11 6-649 0 0,2-2 324 0 0,-8-3-49 0 0,46 8-1992 0 0,-52-11 1625 0 0,2 0-32 0 0,1 1 588 0 0,25-5-2909 0 0,-2-2 423 0 0</inkml:trace>
</inkml:ink>
</file>

<file path=ppt/ink/ink4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2.7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73 2252 0 0,'0'0'421'0'0,"1"-4"2"0"0,5-11-83 0 0,-5 11 1271 0 0,1 0-1102 0 0,2-11-118 0 0,-3 11 728 0 0,2 1-915 0 0,-1 0-152 0 0,1 1 0 0 0,-1 0 0 0 0,0 0 0 0 0,1 0 0 0 0,-1 0 0 0 0,1 1 0 0 0,0-1 0 0 0,0 1 0 0 0,0-1 0 0 0,0 1 0 0 0,4-1 0 0 0,-2 1 16 0 0,-1 2 0 0 0,1 1-26 0 0,-1 1 0 0 0,1-1 0 0 0,-1 1 0 0 0,1 0 0 0 0,5 6-1 0 0,-7-6 44 0 0,-1 1 10 0 0,-1 1-46 0 0,1 0-1 0 0,-1 0 0 0 0,0 0 0 0 0,0 0 0 0 0,0 0 1 0 0,-1 0-1 0 0,0 0 0 0 0,0 0 0 0 0,0 0 0 0 0,-1 0 0 0 0,0 0 1 0 0,0 1-1 0 0,0-2 0 0 0,0 1 0 0 0,-1 0 0 0 0,0 0 1 0 0,0 0-1 0 0,-3 5 0 0 0,4-6 116 0 0,-2 1-19 0 0,-5 16 19 0 0,6-16 195 0 0,1 0-167 0 0,-2 13 14 0 0,2-13-11 0 0,4-3-38 0 0,-1 0-132 0 0,0 0 0 0 0,1 0 0 0 0,0-1 0 0 0,-1 1 0 0 0,1-1 0 0 0,0 0 0 0 0,-1 0 0 0 0,1 0 0 0 0,0 0 0 0 0,0 0 0 0 0,0 0 0 0 0,6 0 0 0 0,40-2-45 0 0,-38 0 28 0 0,43-3-522 0 0,1-3-1 0 0,54-14 0 0 0,32-17-4705 0 0,-94 24 752 0 0</inkml:trace>
</inkml:ink>
</file>

<file path=ppt/ink/ink4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7.4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15 3824 0 0,'0'0'3709'0'0,"27"5"-1541"0"0,-50-24-6032 0 0</inkml:trace>
</inkml:ink>
</file>

<file path=ppt/ink/ink4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7.5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58 1672 0 0,'-8'-26'84'0'0,"1"-5"-936"0"0</inkml:trace>
</inkml:ink>
</file>

<file path=ppt/ink/ink4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7.7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0 210 2168 0 0,'0'0'1092'0'0,"11"-29"440"0"0,-1-1-527 0 0,4 2-493 0 0,0 2-248 0 0,0 2-404 0 0,5-1-1073 0 0,8-4-1031 0 0,-10 11-692 0 0</inkml:trace>
</inkml:ink>
</file>

<file path=ppt/ink/ink4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7.8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71 1716 0 0,'30'-8'816'0'0,"1"-1"-220"0"0,-1 1-152 0 0,0 2-152 0 0,1-1-56 0 0,-3 1-236 0 0,3 1-236 0 0,-1-2-244 0 0,0 2-60 0 0,1 0-372 0 0,-1 0-980 0 0</inkml:trace>
</inkml:ink>
</file>

<file path=ppt/ink/ink4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8.2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262 0 1408 0 0,'-9'39'860'0'0,"-3"1"-268"0"0,0-3-172 0 0,-4 1-148 0 0,1-1-48 0 0,-5-1-52 0 0,-1 0-32 0 0,-1 0-120 0 0,-1-1 80 0 0,0 1-120 0 0,1-3-324 0 0,-1-4-240 0 0,2 0-484 0 0,-2-2-1084 0 0</inkml:trace>
</inkml:ink>
</file>

<file path=ppt/ink/ink4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8.3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248 1 1960 0 0,'-44'5'1544'0'0,"2"1"-648"0"0,-1 4-304 0 0,3-2-564 0 0,3-6-1208 0 0,-5 1-2620 0 0</inkml:trace>
</inkml:ink>
</file>

<file path=ppt/ink/ink4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8.5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273 194 3168 0 0,'-30'-3'1180'0'0,"2"-2"417"0"0,-17-7-649 0 0,3-1-252 0 0,5-6-528 0 0,18 7 52 0 0,-11-12-324 0 0,8-4-600 0 0,6-6-992 0 0,13-9-3737 0 0</inkml:trace>
</inkml:ink>
</file>

<file path=ppt/ink/ink4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8.7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36 1528 0 0,'41'-14'1280'0'0,"3"4"-856"0"0,-14 5-144 0 0,13 0-624 0 0,-1 3-1024 0 0</inkml:trace>
</inkml:ink>
</file>

<file path=ppt/ink/ink4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8.8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1008 0 0,'12'20'2384'0'0,"-10"9"-2472"0"0,-6 1-1536 0 0</inkml:trace>
</inkml:ink>
</file>

<file path=ppt/ink/ink4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9.0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690 120 1352 0 0,'-28'10'202'0'0,"-1"-1"0"0"0,1-1-1 0 0,-1-1 1 0 0,-1-2 0 0 0,1 0-1 0 0,-1-3 1 0 0,0 0 0 0 0,1-2 0 0 0,-1-1-1 0 0,0-1 1 0 0,1-2 0 0 0,-44-11-1 0 0,48 8-59 0 0,0-1 0 0 0,1-2-1 0 0,0 0 1 0 0,-28-18-1 0 0,22 10-1333 0 0,-29-25 0 0 0,32 21-1066 0 0</inkml:trace>
</inkml:ink>
</file>

<file path=ppt/ink/ink4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9.2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86 768 0 0,'0'0'292'0'0,"10"-31"-256"0"0,8 8-356 0 0,10-8-416 0 0</inkml:trace>
</inkml:ink>
</file>

<file path=ppt/ink/ink4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9.4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 1888 0 0,'0'0'1205'0'0,"6"0"-204"0"0,0 0-806 0 0,59-1 2727 0 0,-19 7-5899 0 0,-41-4 2212 0 0</inkml:trace>
</inkml:ink>
</file>

<file path=ppt/ink/ink4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9.7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48 319 2808 0 0,'-14'-18'2124'0'0,"-5"-16"-939"0"0,8-4-405 0 0,8 4-364 0 0,8-4-240 0 0,9-1-108 0 0,-4 18-80 0 0,4 1-280 0 0,0 2-344 0 0,4-3-384 0 0,1 1-813 0 0,2 2-1891 0 0</inkml:trace>
</inkml:ink>
</file>

<file path=ppt/ink/ink4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19.9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48 3128 0 0,'0'0'2645'0'0,"7"-23"-1093"0"0,3-1-5353 0 0</inkml:trace>
</inkml:ink>
</file>

<file path=ppt/ink/ink4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20.0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 2084 0 0,'0'0'2396'0'0,"32"-5"-4596"0"0</inkml:trace>
</inkml:ink>
</file>

<file path=ppt/ink/ink4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20.2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2256 0 0,'0'0'944'0'0,"26"5"-684"0"0,-3 3-3680 0 0</inkml:trace>
</inkml:ink>
</file>

<file path=ppt/ink/ink4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20.4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0 2708 0 0,'0'0'1852'0'0,"11"23"53"0"0,-10 11-1701 0 0,-6 9-668 0 0,-2-5-997 0 0,-3 6-3243 0 0</inkml:trace>
</inkml:ink>
</file>

<file path=ppt/ink/ink4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20.5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105 1 2328 0 0,'0'0'888'0'0,"-19"24"312"0"0,1-1-372 0 0,1-5-291 0 0,-6 3-862 0 0,-5-8-5091 0 0</inkml:trace>
</inkml:ink>
</file>

<file path=ppt/ink/ink4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20.7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1 102 3056 0 0,'0'0'888'0'0,"14"-18"300"0"0,-2 0-475 0 0,13-7-1170 0 0,-5 7-1119 0 0,8-5-2196 0 0</inkml:trace>
</inkml:ink>
</file>

<file path=ppt/ink/ink4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20.8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 1 2820 0 0,'0'0'1988'0'0,"17"21"-823"0"0,-13 8-673 0 0,-8 1-556 0 0,-12 16-96 0 0,4-20-384 0 0,-2-3-385 0 0,-3 1-587 0 0,-4 4-1696 0 0</inkml:trace>
</inkml:ink>
</file>

<file path=ppt/ink/ink4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21.0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42 28 2028 0 0,'0'0'1816'0'0,"-31"-3"-175"0"0,21-22-3098 0 0</inkml:trace>
</inkml:ink>
</file>

<file path=ppt/ink/ink4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21.2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370 3 2668 0 0,'0'0'1092'0'0,"-5"-1"-232"0"0,-15 0-169 0 0,16 1-171 0 0,-2 1-127 0 0,-160 31-395 0 0,37-6-3016 0 0,122-25 2427 0 0,2-1-360 0 0,-23 0-671 0 0</inkml:trace>
</inkml:ink>
</file>

<file path=ppt/ink/ink4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37:21.3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1196 0 0,'0'0'1992'0'0,"18"16"-2336"0"0</inkml:trace>
</inkml:ink>
</file>

<file path=ppt/ink/ink4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25.0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13 216 4072 0 0,'-3'2'1280'0'0,"2"-2"-1076"0"0,1 0 0 0 0,-1 0 0 0 0,1 1 0 0 0,-1-1 0 0 0,1 0 0 0 0,0 0 0 0 0,-1 0 0 0 0,1 1-1 0 0,-1-1 1 0 0,1 0 0 0 0,0 0 0 0 0,-1 1 0 0 0,1-1 0 0 0,0 0 0 0 0,-1 1 0 0 0,1-1-1 0 0,0 0 1 0 0,0 1 0 0 0,-1-1 0 0 0,1 0 0 0 0,0 1 0 0 0,0-1 0 0 0,-1 1 0 0 0,1-1-1 0 0,0 1 1 0 0,0-1 0 0 0,0 1 0 0 0,0-1 0 0 0,0 1 0 0 0,6 3 3332 0 0,1-2-4820 0 0,-7-1 1150 0 0,4 0 290 0 0,3 0 76 0 0,64 5 459 0 0,115-5 1 0 0,81-20-430 0 0,-199 14-275 0 0,1102-106 1024 0 0,-1109 103-830 0 0,164-13-24 0 0,-178 18-127 0 0,0 1-10 0 0,36-1 3 0 0,175-2 118 0 0,-208 6-125 0 0,-42-2-6 0 0,15-1 54 0 0,41-3 50 0 0,-16 0 92 0 0,6 1-6 0 0,-49 4-158 0 0,2-1 3 0 0,18-1-12 0 0,-18 2-6 0 0,-1-1-1 0 0,61 0-10 0 0,-52 1 31 0 0,40 0-107 0 0,-40-2 313 0 0,-7 1-1884 0 0,0 1-3451 0 0,-10-5 3456 0 0,1 2 1051 0 0,-2-9 71 0 0,-6 2-3164 0 0,-7-3-1415 0 0</inkml:trace>
</inkml:ink>
</file>

<file path=ppt/ink/ink4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25.3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194 11 2512 0 0,'-4'-2'878'0'0,"-17"-6"7579"0"0,22 12-8019 0 0,0 15-168 0 0,-1-14-59 0 0,2-4-177 0 0,-1 0 0 0 0,1 0 0 0 0,0 0 1 0 0,-1 0-1 0 0,0 0 0 0 0,1 1 0 0 0,-1-1 0 0 0,0 0 1 0 0,1 1-1 0 0,1 2 0 0 0,0-1 122 0 0,1 1 46 0 0,61 39 487 0 0,-61-41-568 0 0,1 0 36 0 0,40 13 889 0 0,-41-14-104 0 0,1 0-862 0 0,17 5 196 0 0,-25-1-307 0 0,-2 4-163 0 0,-1-1-1 0 0,0 0 0 0 0,0 0 0 0 0,-1 0 1 0 0,0-1-1 0 0,-1 0 0 0 0,1 0 1 0 0,-18 11-1 0 0,-78 44-3443 0 0,3-15-1823 0 0,37-22-428 0 0</inkml:trace>
</inkml:ink>
</file>

<file path=ppt/ink/ink4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26.0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308 0 3896 0 0,'0'0'3511'0'0,"-4"2"-2925"0"0,-2 1-300 0 0,-1 1-1 0 0,1 0 1 0 0,0 0-1 0 0,0 1 0 0 0,1 0 1 0 0,-1 0-1 0 0,-6 9 0 0 0,-39 50 867 0 0,18-20-649 0 0,-110 127 623 0 0,140-167-1086 0 0,0-1 7 0 0,-10 12-8 0 0,10-12-13 0 0,4-7-1362 0 0,6-11 1310 0 0,-5 11-9 0 0,9 7-9 0 0,-1 0 0 0 0,0 0 0 0 0,0 1 0 0 0,0 0 0 0 0,0 1-1 0 0,14 10 1 0 0,9 2-231 0 0,6 1-1161 0 0,1-2-1 0 0,1-1 1 0 0,1-2-1 0 0,52 9 1 0 0,-45-14-2570 0 0</inkml:trace>
</inkml:ink>
</file>

<file path=ppt/ink/ink4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26.5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6761 0 0,'0'0'8806'0'0,"2"4"-8342"0"0,15 28-32 0 0,-1 2-1 0 0,-1-1 1 0 0,12 44-1 0 0,-10-27-306 0 0,-2-4-351 0 0,11 68 0 0 0,-21-93-188 0 0,-1 13-793 0 0,-4-29 349 0 0,0 1-135 0 0,-1 18-144 0 0,1-18-312 0 0,-2-2-510 0 0,-5 11-1507 0 0</inkml:trace>
</inkml:ink>
</file>

<file path=ppt/ink/ink4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26.9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8 254 2552 0 0,'-2'-7'271'0'0,"0"-1"-1"0"0,1 1 0 0 0,0-1 1 0 0,0 1-1 0 0,1-1 1 0 0,-1 1-1 0 0,2-1 0 0 0,-1 0 1 0 0,1 1-1 0 0,0-1 1 0 0,1 1-1 0 0,0-1 0 0 0,0 1 1 0 0,0 0-1 0 0,1 0 1 0 0,0 0-1 0 0,1 0 0 0 0,0 0 1 0 0,0 1-1 0 0,0 0 1 0 0,0 0-1 0 0,8-7 0 0 0,-3 4-93 0 0,1 1 0 0 0,0 1-1 0 0,0-1 1 0 0,1 2-1 0 0,0 0 1 0 0,0 0-1 0 0,1 1 1 0 0,-1 0-1 0 0,1 1 1 0 0,0 0-1 0 0,22-3 1 0 0,-17 4-87 0 0,-1 1 0 0 0,1 0-1 0 0,0 1 1 0 0,0 1 0 0 0,0 1 0 0 0,0 1-1 0 0,0 0 1 0 0,20 5 0 0 0,-28-4-52 0 0,-1 0-1 0 0,0 0 1 0 0,1 0 0 0 0,10 8 0 0 0,-16-10-26 0 0,0 1-1 0 0,0 1 1 0 0,0-1-1 0 0,0 0 1 0 0,-1 1 0 0 0,1-1-1 0 0,-1 1 1 0 0,0 0-1 0 0,1 0 1 0 0,-1 0 0 0 0,0 0-1 0 0,-1 0 1 0 0,1 0-1 0 0,0 0 1 0 0,0 5-1 0 0,1-1 8 0 0,-2-5-11 0 0,0 1-1 0 0,0-1 1 0 0,0 0-1 0 0,0 1 1 0 0,-1-1 0 0 0,1 1-1 0 0,-1-1 1 0 0,0 1 0 0 0,1-1-1 0 0,-1 1 1 0 0,-1 3-1 0 0,0 12 35 0 0,-1 0 0 0 0,0-1 0 0 0,-1 1 0 0 0,-1-1-1 0 0,-1 0 1 0 0,-1 0 0 0 0,0 0 0 0 0,-1-1 0 0 0,0 0-1 0 0,-18 27 1 0 0,9-19 155 0 0,-1-1 0 0 0,-1-1 0 0 0,0-1 0 0 0,-2-1 0 0 0,0 0 0 0 0,-29 20 0 0 0,39-33-153 0 0,0-1 0 0 0,-22 10 0 0 0,28-14-64 0 0,0 0-144 0 0,-1-2-119 0 0,-15 1-110 0 0,15-1-85 0 0,5 0 451 0 0,0 0 0 0 0,0 0-1 0 0,0-1 1 0 0,0 1 0 0 0,0 0 0 0 0,0-1-1 0 0,0 1 1 0 0,0 0 0 0 0,0-1 0 0 0,0 1 0 0 0,0 0-1 0 0,0 0 1 0 0,-1-1 0 0 0,1 1 0 0 0,0 0-1 0 0,0 0 1 0 0,0-1 0 0 0,0 1 0 0 0,-1 0-1 0 0,1 0 1 0 0,0-1 0 0 0,0 1 0 0 0,0 0-1 0 0,-1 0 1 0 0,1 0 0 0 0,0 0 0 0 0,-1-1-1 0 0,1 1 1 0 0,0 0 0 0 0,0 0 0 0 0,-1 0-1 0 0,1 0 1 0 0,0 0 0 0 0,-1 0 0 0 0,1 0-33 0 0,-1-1 1 0 0,0 1-1 0 0,1 0 1 0 0,-1 0-1 0 0,1-1 1 0 0,-1 1-1 0 0,1 0 1 0 0,-1-1-1 0 0,1 1 1 0 0,-1 0-1 0 0,1-1 1 0 0,0 1-1 0 0,-1-1 1 0 0,1 1-1 0 0,-1-1 1 0 0,1 1-1 0 0,0-1 1 0 0,-1 1-1 0 0,1-1 1 0 0,0 1-1 0 0,0-1 1 0 0,0 0-1 0 0,-1 1 1 0 0,1-1-1 0 0,0 1 0 0 0,0-1 1 0 0,0 0-1 0 0,0 1 1 0 0,0-1-1 0 0,0 1 1 0 0,0-1-1 0 0,0 0 1 0 0,0 1-1 0 0,1-2 1 0 0,-3-5-277 0 0,2 5 177 0 0,-1-1 1 0 0,1 1-1 0 0,0-1 0 0 0,0 1 0 0 0,0-1 1 0 0,0 1-1 0 0,0-1 0 0 0,1 1 1 0 0,-1 0-1 0 0,1-1 0 0 0,-1 1 1 0 0,3-5-1 0 0,-3 5 64 0 0,4-10-768 0 0,0-1-1 0 0,1 1 0 0 0,8-15 0 0 0,4-2-2926 0 0</inkml:trace>
</inkml:ink>
</file>

<file path=ppt/ink/ink4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27.2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49 4084 0 0,'-1'-4'1911'0'0,"-3"-18"4312"0"0,6 0-4664 0 0,-1 22-1514 0 0,-1 0 0 0 0,0 0 1 0 0,0 0-1 0 0,1 0 0 0 0,-1 0 1 0 0,0 0-1 0 0,1 0 0 0 0,-1 0 0 0 0,0 0 1 0 0,0 0-1 0 0,1 0 0 0 0,-1 0 1 0 0,0 0-1 0 0,0 1 0 0 0,0-1 0 0 0,1 0 1 0 0,-1 0-1 0 0,0 0 0 0 0,0 0 1 0 0,0 1-1 0 0,1-1 0 0 0,-1 0 1 0 0,0 0-1 0 0,0 1 0 0 0,0-1 0 0 0,0 0 1 0 0,0 0-1 0 0,0 0 0 0 0,1 1 1 0 0,-1-1-1 0 0,0 0 0 0 0,0 1 0 0 0,0-1 1 0 0,0 0-1 0 0,0 0 0 0 0,0 1 1 0 0,0-1-1 0 0,14 44 1319 0 0,-13-40-1582 0 0,22 92-398 0 0,18 162 1 0 0,-40-253-173 0 0,2 24-1212 0 0,-3-23 713 0 0,1-2-2010 0 0,4 15 357 0 0</inkml:trace>
</inkml:ink>
</file>

<file path=ppt/ink/ink4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27.8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29 318 3168 0 0,'-5'-16'1137'0'0,"-1"0"130"0"0,1-1-1 0 0,-6-30 0 0 0,10 39-1019 0 0,1-1 0 0 0,0 0 0 0 0,0 0-1 0 0,1 0 1 0 0,0 0 0 0 0,0 1 0 0 0,1-1 0 0 0,4-11 0 0 0,-4 14-173 0 0,0-1-8 0 0,0 0 0 0 0,0 1-1 0 0,1-1 1 0 0,0 1 0 0 0,0 0 0 0 0,1-1-1 0 0,0 2 1 0 0,0-1 0 0 0,0 0 0 0 0,1 1-1 0 0,5-6 1 0 0,2 2 6 0 0,1 1-1 0 0,0 0 1 0 0,0 1-1 0 0,15-6 1 0 0,-23 11-37 0 0,2 3-24 0 0,-4-1-12 0 0,0 0 5 0 0,0 0-1 0 0,0 0 1 0 0,0 1-1 0 0,0-1 1 0 0,0 1-1 0 0,0-1 0 0 0,0 1 1 0 0,0 0-1 0 0,0 0 1 0 0,0 1-1 0 0,0-1 1 0 0,-1 1-1 0 0,1-1 1 0 0,-1 1-1 0 0,1 0 1 0 0,4 4-1 0 0,-3-2 24 0 0,0 0 0 0 0,-1 1-1 0 0,1 0 1 0 0,-1 0 0 0 0,0 0 0 0 0,0 0-1 0 0,-1 0 1 0 0,0 0 0 0 0,0 1 0 0 0,0 0-1 0 0,0-1 1 0 0,-1 1 0 0 0,0 0 0 0 0,1 11-1 0 0,-1-13 61 0 0,-2 2 0 0 0,-13 81 448 0 0,13-82-427 0 0,-10 16 407 0 0,10-17-402 0 0,-5 11-18 0 0,5-11 132 0 0,6-5-429 0 0,27-4-19 0 0,-21 2 197 0 0,0 1 1 0 0,0 0 0 0 0,0 1-1 0 0,0 0 1 0 0,1 1-1 0 0,-1 0 1 0 0,0 0 0 0 0,1 2-1 0 0,16 3 1 0 0,-23-4 27 0 0,0 0 1 0 0,0 1-1 0 0,0 0 1 0 0,0 0-1 0 0,0 0 1 0 0,0 0-1 0 0,0 1 1 0 0,-1 0-1 0 0,1 0 1 0 0,-1 0-1 0 0,0 1 1 0 0,0-1-1 0 0,0 1 0 0 0,-1 0 1 0 0,1 0-1 0 0,4 7 1 0 0,-6-8 28 0 0,-3 3-8 0 0,1 0 0 0 0,-1 0 0 0 0,1 0 0 0 0,-2 0 0 0 0,1 0 0 0 0,-1-1 0 0 0,0 1 0 0 0,0 0 0 0 0,0-1 0 0 0,-1 1 0 0 0,0-1 1 0 0,0 0-1 0 0,0 0 0 0 0,0 0 0 0 0,-9 8 0 0 0,-36 29 175 0 0,37-35-256 0 0,0 0 0 0 0,-1 0 0 0 0,0-1 0 0 0,0-1 0 0 0,0 0 0 0 0,-1-1 0 0 0,0 0 0 0 0,1-1 0 0 0,-20 3 0 0 0,26-6-425 0 0,-2 0-120 0 0,1-1 38 0 0,1 0 0 0 0,-1 0 0 0 0,0-1 0 0 0,0 1 0 0 0,0-2-1 0 0,1 1 1 0 0,-1-1 0 0 0,1 0 0 0 0,-10-6 0 0 0,12 6-1861 0 0</inkml:trace>
</inkml:ink>
</file>

<file path=ppt/ink/ink4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28.4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255 111 3092 0 0,'0'-5'1484'0'0,"-2"-6"-522"0"0,0 0 1 0 0,0 0 0 0 0,-5-12-1 0 0,5 17-232 0 0,1 5-642 0 0,1-1 0 0 0,-1 1 0 0 0,0-1 0 0 0,1 1 0 0 0,-1-1 0 0 0,0 1 0 0 0,0-1 0 0 0,0 1 0 0 0,0 0 0 0 0,0-1 0 0 0,0 1 0 0 0,-3-2 0 0 0,3 2 70 0 0,-2-4 382 0 0,1 5-476 0 0,1-1 0 0 0,-1 0 0 0 0,1 1 0 0 0,-1-1 0 0 0,1 0-1 0 0,-1 0 1 0 0,1 0 0 0 0,0 0 0 0 0,-1 0 0 0 0,1-1 0 0 0,0 1-1 0 0,-2-2 1 0 0,3 2 30 0 0,-4-2 540 0 0,-3 4-340 0 0,-21 1-21 0 0,27-2-262 0 0,1 0-1 0 0,-1 0 0 0 0,0 0 1 0 0,1 0-1 0 0,-1 0 1 0 0,1 0-1 0 0,-1 0 1 0 0,1 0-1 0 0,-1 1 0 0 0,1-1 1 0 0,-1 0-1 0 0,0 0 1 0 0,1 1-1 0 0,-1-1 1 0 0,1 0-1 0 0,0 0 0 0 0,-1 1 1 0 0,1-1-1 0 0,-1 1 1 0 0,1-1-1 0 0,-1 1 1 0 0,-12 13 105 0 0,0 1 0 0 0,1 0 0 0 0,0 0 0 0 0,2 1 0 0 0,0 1 0 0 0,1 0 0 0 0,0 0 0 0 0,1 1 0 0 0,-8 29 0 0 0,5-9-2 0 0,2 1 1 0 0,2 0 0 0 0,-4 66-1 0 0,11-90-115 0 0,0-1 1 0 0,1 1-1 0 0,1-1 0 0 0,0 0 0 0 0,1 1 0 0 0,1-1 0 0 0,0-1 0 0 0,1 1 0 0 0,1 0 0 0 0,12 22 0 0 0,-15-32-32 0 0,0 0 0 0 0,0 0 0 0 0,0 0 0 0 0,0 0 0 0 0,1-1 0 0 0,0 1 0 0 0,-1-1 0 0 0,1 0 0 0 0,8 4 0 0 0,-6-3 1 0 0,-3-2-3 0 0,1 0 0 0 0,-1-1 0 0 0,1 1 0 0 0,-1-1 0 0 0,1 0 0 0 0,0 0 0 0 0,-1 0 0 0 0,1-1 0 0 0,0 1 0 0 0,0-1 0 0 0,0 0 1 0 0,-1 0-1 0 0,5-1 0 0 0,-4 1 76 0 0,6-2-57 0 0,-4 1 24 0 0,-1-1 0 0 0,0 0 0 0 0,0-1 0 0 0,0 1 1 0 0,0-1-1 0 0,0 0 0 0 0,0 0 0 0 0,-1-1 0 0 0,1 1 1 0 0,-1-1-1 0 0,0 0 0 0 0,4-6 0 0 0,-2 3 2 0 0,-2 3 29 0 0,1-1 0 0 0,-1-1-1 0 0,0 1 1 0 0,0 0 0 0 0,-1-1 0 0 0,1 0-1 0 0,4-12 1 0 0,-6 12-17 0 0,24-49 319 0 0,-24 51-222 0 0,-1 0-66 0 0,0 0 0 0 0,0 0 0 0 0,0 0 1 0 0,1 0-1 0 0,0 0 0 0 0,0 0 0 0 0,3-3 1 0 0,-3 2-10 0 0,0 2 290 0 0,-2 8-196 0 0,2 52 347 0 0,-1-21-313 0 0,7 53 1 0 0,-6-76-314 0 0,1 0 1 0 0,1-1-1 0 0,0 1 1 0 0,0-1-1 0 0,1 0 0 0 0,12 20 1 0 0,-16-30-46 0 0,1 0 1 0 0,0 0 0 0 0,0 0-1 0 0,1 0 1 0 0,-1 0 0 0 0,0-1-1 0 0,0 1 1 0 0,1-1 0 0 0,-1 0-1 0 0,1 1 1 0 0,0-1-1 0 0,-1 0 1 0 0,1-1 0 0 0,4 2-1 0 0,-4-1 61 0 0,1 0-932 0 0,1-1-245 0 0,16-3-247 0 0,-16 3-93 0 0,11-18-5693 0 0</inkml:trace>
</inkml:ink>
</file>

<file path=ppt/ink/ink4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28.6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39 175 3836 0 0,'-5'-1'1275'0'0,"-1"-2"-1226"0"0,3 2 643 0 0,0 0 1 0 0,0 0-1 0 0,1-1 0 0 0,-1 1 0 0 0,1-1 0 0 0,-1 1 1 0 0,1-1-1 0 0,-3-2 0 0 0,5 4-602 0 0,0 0-1 0 0,0 0 1 0 0,0-1-1 0 0,-1 1 1 0 0,1 0-1 0 0,0-1 0 0 0,0 1 1 0 0,0 0-1 0 0,0-1 1 0 0,0 1-1 0 0,0 0 1 0 0,0-1-1 0 0,-1 1 1 0 0,1 0-1 0 0,0 0 1 0 0,0-1-1 0 0,0 1 1 0 0,0 0-1 0 0,1-1 1 0 0,-1 1-1 0 0,0 0 1 0 0,0-1-1 0 0,0 1 1 0 0,0 0-1 0 0,0-1 1 0 0,0 1-1 0 0,0 0 1 0 0,1-1-1 0 0,-1 1 1 0 0,0 0-1 0 0,0-1 1 0 0,20-10-157 0 0,268-110 645 0 0,-267 112-1409 0 0,-12 4-6858 0 0</inkml:trace>
</inkml:ink>
</file>

<file path=ppt/ink/ink4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30T10:33:43.4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5288 0 0,'0'0'6345'0'0,"37"0"-8325"0"0</inkml:trace>
</inkml:ink>
</file>

<file path=ppt/ink/ink4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5:09.1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1297 33 3280 0 0,'0'0'922'0'0,"-4"-2"-136"0"0,-3-1-316 0 0,0-1 0 0 0,0 2 0 0 0,0-1 0 0 0,-1 1 0 0 0,0 0 0 0 0,1 1 0 0 0,-1-1 0 0 0,0 2 0 0 0,-13-1 0 0 0,-67 6 1000 0 0,58 0-1328 0 0,0 1 1 0 0,0 1-1 0 0,1 1 1 0 0,0 2-1 0 0,1 1 1 0 0,0 1-1 0 0,-39 24 1 0 0,-13 15-45 0 0,-76 63 0 0 0,67-47-140 0 0,51-38 90 0 0,2 3 1 0 0,1 1-1 0 0,2 1 0 0 0,-37 48 1 0 0,26-20 96 0 0,1 2 0 0 0,4 1-1 0 0,-53 121 1 0 0,74-139-75 0 0,1 1 0 0 0,3 0-1 0 0,1 1 1 0 0,3 1 0 0 0,2 0-1 0 0,2 0 1 0 0,1 53 0 0 0,6-42-47 0 0,3 1 0 0 0,2-1 0 0 0,3 0 0 0 0,3-1 0 0 0,25 79 0 0 0,5-19 16 0 0,24 83-17 0 0,-35-93-7 0 0,-9-28 35 0 0,5-2 1 0 0,59 129 0 0 0,41 16 52 0 0,-77-139-104 0 0,-22-41 35 0 0,-14-27-6 0 0,-7-7-22 0 0,0 0 0 0 0,2-1 0 0 0,-1 0 0 0 0,1-1 0 0 0,1 1 0 0 0,-1-2 0 0 0,2 1 0 0 0,-1-1 0 0 0,17 9 0 0 0,44 22 101 0 0,94 37 0 0 0,-84-52-184 0 0,-64-19 74 0 0,0 0 0 0 0,1-1 0 0 0,25 2 0 0 0,-27-3 1 0 0,45 7-17 0 0,11 1-56 0 0,-24-4 58 0 0,77 2-77 0 0,-91-7-130 0 0,46-1-1 0 0,-20-5-24 0 0,-10 0-43 0 0,10-2 102 0 0,1 3-68 0 0,-56 2 278 0 0,1 1-3 0 0,125-9 88 0 0,139-12-6 0 0,-103-6-191 0 0,-42 2 21 0 0,-81 14 39 0 0,-6 1 95 0 0,-1-1 0 0 0,-1-3 1 0 0,-1-1-1 0 0,1-1 0 0 0,-2-2 1 0 0,60-42-1 0 0,-62 37-154 0 0,51-51 0 0 0,-69 60 89 0 0,0-2 0 0 0,-2 0-1 0 0,0 0 1 0 0,-1-1 0 0 0,0 0 0 0 0,8-20 0 0 0,7-23-58 0 0,-4 12-14 0 0,-4 3 212 0 0,-2-2-1 0 0,15-69 0 0 0,10-51-253 0 0,-22 96 181 0 0,26-129 353 0 0,9-92-175 0 0,-44 242-26 0 0,-2 0 0 0 0,-2-1 0 0 0,-1-77 0 0 0,-7 52-179 0 0,0 10-1 0 0,0 18 18 0 0,-23-208-9 0 0,17 197 247 0 0,-19-66-1 0 0,5 32-191 0 0,14 60-90 0 0,-1-1 0 0 0,-2 1 0 0 0,-22-45 0 0 0,23 58-36 0 0,0 0 0 0 0,-2 1 0 0 0,0 0 0 0 0,-2 1-1 0 0,0 0 1 0 0,-29-28 0 0 0,-29-12 75 0 0,-144-87-1 0 0,199 134-69 0 0,-52-24 45 0 0,44 23-43 0 0,-1 1-1 0 0,-45-12 1 0 0,-8-2 63 0 0,16 5-45 0 0,51 16-7 0 0,-18-7-20 0 0,-40-14-32 0 0,37 13 41 0 0,-26-6-5 0 0,23 12 48 0 0,-48-1-1 0 0,-5 2-153 0 0,29 3 178 0 0,54 1-62 0 0,-1 1 10 0 0,-67 0 5 0 0,26 1 28 0 0,-6 3-15 0 0,41-4-15 0 0,-59 3-10 0 0,4-4-3 0 0,30 2 16 0 0,32 0-13 0 0,0-1 7 0 0,-60 1 24 0 0,-38 1-10 0 0,98-2 6 0 0,0 0-11 0 0,-54 2 30 0 0,54-2-18 0 0,1 0 52 0 0,-49 4 203 0 0,49-4-229 0 0,-1 0 11 0 0,-19 0-5 0 0,19 0-5 0 0,0 1-39 0 0,-61 2 31 0 0,39-2-34 0 0,23-1-18 0 0,-1 1-37 0 0,-172 45-5967 0 0,130-32 2250 0 0,0-1-2634 0 0</inkml:trace>
</inkml:ink>
</file>

<file path=ppt/ink/ink4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5:24.4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61 45 3792 0 0,'0'0'6346'0'0,"0"-5"-5378"0"0,0-20 4724 0 0,-2 29-5690 0 0,1-2-4 0 0,0 0 1 0 0,0 1-1 0 0,1-1 1 0 0,-1 0 0 0 0,1 1-1 0 0,-1-1 1 0 0,1 1 0 0 0,0-1-1 0 0,-1 1 1 0 0,1-1-1 0 0,1 1 1 0 0,-1-1 0 0 0,0 1-1 0 0,1-1 1 0 0,0 4 22 0 0,-1-6-20 0 0,0 0 0 0 0,1 0 0 0 0,-1 0 1 0 0,0 0-1 0 0,1 0 0 0 0,-1 0 0 0 0,0 1 0 0 0,0-1 1 0 0,1 0-1 0 0,-1 0 0 0 0,0 0 0 0 0,0 0 1 0 0,1 1-1 0 0,-1-1 0 0 0,0 0 0 0 0,0 0 1 0 0,0 0-1 0 0,1 1 0 0 0,-1-1 0 0 0,0 0 1 0 0,0 0-1 0 0,0 1 0 0 0,0-1 0 0 0,0 0 1 0 0,1 0-1 0 0,-1 1 0 0 0,0-1 0 0 0,0 0 1 0 0,0 1-1 0 0,0-1 0 0 0,0 1 0 0 0,0-1-1 0 0,0 0-1 0 0,0 1 0 0 0,0-1 1 0 0,0 1-1 0 0,0-1 0 0 0,1 1 1 0 0,-1-1-1 0 0,0 0 0 0 0,0 1 1 0 0,0-1-1 0 0,1 1 0 0 0,-1-1 1 0 0,0 0-1 0 0,1 1 0 0 0,-1-1 1 0 0,0 0-1 0 0,0 1 0 0 0,1-1 1 0 0,-1 0-1 0 0,1 0 0 0 0,-1 1 1 0 0,0-1-1 0 0,1 0 0 0 0,-1 0 1 0 0,1 0-1 0 0,-1 1 0 0 0,0-1 1 0 0,1 0-1 0 0,-1 0 0 0 0,1 0 1 0 0,-1 0-1 0 0,1 0 0 0 0,-1 0 1 0 0,0 0-1 0 0,1 0 1 0 0,-1 0-1 0 0,1 0 0 0 0,0 0 1 0 0,19-2 53 0 0,-15 1 77 0 0,-5 0-129 0 0,1-1 0 0 0,-1 1 0 0 0,1-1 0 0 0,0 1 1 0 0,-1 0-1 0 0,1 0 0 0 0,0-1 0 0 0,0 1 0 0 0,0 0 0 0 0,0 0 1 0 0,0 0-1 0 0,2-1 0 0 0,-2 1 0 0 0,1-2 341 0 0,-1-2-351 0 0,0-16-3 0 0,-1 16 4 0 0,-9-17 110 0 0,7 23-92 0 0,-1-1-1 0 0,1 1 0 0 0,-1 0 1 0 0,1 0-1 0 0,-1 0 1 0 0,1 0-1 0 0,0 0 1 0 0,-1 0-1 0 0,1 1 0 0 0,0-1 1 0 0,0 1-1 0 0,0 0 1 0 0,0-1-1 0 0,0 1 0 0 0,0 0 1 0 0,1 0-1 0 0,-4 4 1 0 0,0 20-238 0 0,9-27 230 0 0,11-4 32 0 0,-11 3 38 0 0,-4-3-61 0 0,0-14 0 0 0,0 14 67 0 0,-28 8-187 0 0,27-3 109 0 0,1 0 1 0 0,-1 0-1 0 0,1 1 1 0 0,0-1-1 0 0,-1 0 0 0 0,1 0 1 0 0,-1 0-1 0 0,1 1 0 0 0,-1-1 1 0 0,1 0-1 0 0,0 1 1 0 0,-1-1-1 0 0,1 0 0 0 0,0 1 1 0 0,-1-1-1 0 0,1 1 1 0 0,0-1-1 0 0,0 0 0 0 0,-1 1 1 0 0,1-1-1 0 0,0 1 1 0 0,0-1-1 0 0,0 1 0 0 0,-1-1 1 0 0,1 1-1 0 0,0 0 1 0 0,0-1-3 0 0,0 1 1 0 0,0-1 0 0 0,0 1 0 0 0,0-1-1 0 0,-1 1 1 0 0,1-1 0 0 0,0 1 0 0 0,0-1-1 0 0,0 0 1 0 0,-1 1 0 0 0,1-1-1 0 0,0 1 1 0 0,-1-1 0 0 0,1 0 0 0 0,0 1-1 0 0,-1-1 1 0 0,1 0 0 0 0,0 1 0 0 0,-1-1-1 0 0,1 0 1 0 0,-1 0 0 0 0,1 1 0 0 0,0-1-1 0 0,-1 0 1 0 0,1 0 0 0 0,-2 1 0 0 0,0 3-17 0 0,-6 12 10 0 0,-1 9 30 0 0,7-21 174 0 0,7-6-349 0 0,11-4 134 0 0,-12 4 14 0 0,-6-21-50 0 0,2 18 39 0 0,-2 7-112 0 0,0-1 130 0 0,0 1 0 0 0,0 0 1 0 0,0 0-1 0 0,0 0 0 0 0,0 0 1 0 0,1 1-1 0 0,-1-1 0 0 0,1 0 0 0 0,-1 1 1 0 0,1-1-1 0 0,0 1 0 0 0,-2 3 1 0 0,2-2 25 0 0,2 0-85 0 0,1 15 51 0 0,-2-14 739 0 0,-1-2-863 0 0,-3 4 129 0 0,4-4 43 0 0,7-10 168 0 0,-5 4-206 0 0,-4 7-149 0 0,-5 11 131 0 0,6-11 2399 0 0,-7 7-1214 0 0,5-7-3032 0 0</inkml:trace>
</inkml:ink>
</file>

<file path=ppt/ink/ink4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07:46:35.2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1790 2650 15374,'22'223'0,"-213"-339"0,382 232 0,-2003-2988 0</inkml:trace>
</inkml:ink>
</file>

<file path=ppt/ink/ink4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6:38.8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219 97 3676 0 0,'11'-19'1355'0'0,"-8"16"513"0"0,-2-2-1221 0 0,4-12-86 0 0,-4 12 794 0 0,-7-6-908 0 0,-10-17 875 0 0,13 25-595 0 0,-2 2-530 0 0,-14-2-16 0 0,14 2 86 0 0,-1 2-139 0 0,-16 3-9 0 0,16-3-16 0 0,1 2-7 0 0,-4 2-11 0 0,0 0 1 0 0,0 1 0 0 0,0 0 0 0 0,0 0 0 0 0,-12 13 0 0 0,11-8 9 0 0,1 0-1 0 0,1 1 1 0 0,-1 0 0 0 0,-6 15-1 0 0,-2 18 66 0 0,15-41-94 0 0,1 2-27 0 0,-8 51 67 0 0,9-51-48 0 0,1-2-60 0 0,-1-3 5 0 0,0 0-1 0 0,0 0 0 0 0,0 0-1 0 0,0 0 1 0 0,0 0 0 0 0,1 0 0 0 0,-1 0 0 0 0,0 0-1 0 0,1 0 1 0 0,-1 0 0 0 0,0 0 0 0 0,1 0 0 0 0,-1 0-1 0 0,1 0 1 0 0,0 0 0 0 0,-1 0 0 0 0,1 0 0 0 0,0 0-1 0 0,-1 0 1 0 0,1-1 0 0 0,0 1 0 0 0,1 0 0 0 0,12 7 2 0 0,-11-6 6 0 0,2-3-16 0 0,2 0 7 0 0,0 0-1 0 0,0-1 1 0 0,-1 1-1 0 0,1-2 1 0 0,-1 1-1 0 0,1-1 1 0 0,-1 0-1 0 0,0 0 1 0 0,0-1-1 0 0,8-6 1 0 0,28-35 9 0 0,-40 42-26 0 0,0-2 12 0 0,6-14-22 0 0,-6 14-16 0 0,-1 0-21 0 0,5-16 65 0 0,-4 16 15 0 0,-2 0-15 0 0,4-12 22 0 0,-3 12 40 0 0,0 1-40 0 0,5-18 136 0 0,-5 27-99 0 0,16 63 466 0 0,-16-64-383 0 0,2 0-89 0 0,29 29 178 0 0,-29-31-246 0 0,2-1 18 0 0,15 1-23 0 0,-15-1 31 0 0,2-2 80 0 0,4-1-529 0 0,1-1 1 0 0,-1 0 0 0 0,0 0-1 0 0,0-1 1 0 0,0-1 0 0 0,-1 0-1 0 0,16-9 1 0 0,22-30-6266 0 0</inkml:trace>
</inkml:ink>
</file>

<file path=ppt/ink/ink4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07:46:44.3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0 697 12904,'5589'-619'0,"-5799"542"0,420 154 0,-398 44 0</inkml:trace>
</inkml:ink>
</file>

<file path=ppt/ink/ink4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44.0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 68 3712 0 0,'-1'-4'1368'0'0,"-12"-40"3248"0"0,12 40-2432 0 0,-1 0-1747 0 0,-8-8 462 0 0,3 14 488 0 0,2 17-503 0 0,1 51-136 0 0,4 29 332 0 0,25 183 1 0 0,-5-103-541 0 0,23 796 3165 0 0,3 36-1210 0 0,24-116-1281 0 0,-55-664-940 0 0,78 867 880 0 0,-64-943-794 0 0,-4-33-3206 0 0,-16-39-7568 0 0,-19-63-4424 0 0</inkml:trace>
</inkml:ink>
</file>

<file path=ppt/ink/ink4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45.9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0 122 3708 0 0,'0'0'8434'0'0,"3"-2"-8190"0"0,6-3-146 0 0,0 2 0 0 0,-1-1 0 0 0,1 1-1 0 0,1 1 1 0 0,-1 0 0 0 0,0 0-1 0 0,1 1 1 0 0,-1 0 0 0 0,15 0-1 0 0,-10 0-41 0 0,64-6 20 0 0,143-3 117 0 0,-117 8-204 0 0,-50 0 182 0 0,0 1-248 0 0,-2 0 8 0 0,-1-2 2 0 0,1 1 78 0 0,0-1-14 0 0,3-2-1 0 0,-4 0-4 0 0,7 0 33 0 0,268-20 573 0 0,-89 9-90 0 0,233 8-309 0 0,-275 10-185 0 0,1405 42 287 0 0,-184-1-40 0 0,-872-38-181 0 0,783 5 123 0 0,-379-18-203 0 0,314 2 59 0 0,-496 6 66 0 0,-2-33 47 0 0,172-12 182 0 0,-873 42-350 0 0,0 0 380 0 0,-57 3-117 0 0,0-1-108 0 0,48-1 1445 0 0,-49 1-1086 0 0</inkml:trace>
</inkml:ink>
</file>

<file path=ppt/ink/ink4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51.2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101 22 3084 0 0,'0'0'2710'0'0,"-5"-1"-2116"0"0,-43-7 1516 0 0,43 7 373 0 0,1 0-2222 0 0,-9-3 350 0 0,-10-2 3609 0 0,20 9-2982 0 0,12 7-2125 0 0,-6-7 901 0 0,1-2-34 0 0,21 10 38 0 0,-9-4-2 0 0,1 0 0 0 0,32 7-1 0 0,21 1-50 0 0,-13-4 32 0 0,112 5 1 0 0,-102-12-13 0 0,1001 21 173 0 0,-918-25-407 0 0,60-2-154 0 0,927 5 668 0 0,-603 12-207 0 0,197 11-122 0 0,-379-5 109 0 0,336 25 18 0 0,241-5-59 0 0,-157-39-24 0 0,-397-4-34 0 0,269-1 124 0 0,883 13-165 0 0,1 70-53 0 0,-917-49-1009 0 0,-583-30 234 0 0,1-4-312 0 0,-27 3 1092 0 0,16-5-749 0 0,15-8-4851 0 0</inkml:trace>
</inkml:ink>
</file>

<file path=ppt/ink/ink4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53.0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271 1 1472 0 0,'0'0'2580'0'0,"-3"1"-2024"0"0,1 0-314 0 0,0 1 0 0 0,0-1 0 0 0,0 1 0 0 0,0-1 0 0 0,0 1 0 0 0,0 0 0 0 0,0 0 0 0 0,1 0-1 0 0,-1 0 1 0 0,1 0 0 0 0,-1 0 0 0 0,1 0 0 0 0,0 0 0 0 0,-1 3 0 0 0,0 0 166 0 0,1-1-40 0 0,-11 54 670 0 0,3 0-1 0 0,2 1 0 0 0,3 0 0 0 0,7 115 0 0 0,17 166 591 0 0,-11-39-903 0 0,2 44-117 0 0,-10-275-400 0 0,-16 126 1 0 0,14-183-154 0 0,-65 682 693 0 0,61-547-607 0 0,22 208 0 0 0,11 494 304 0 0,-21-453-398 0 0,54 190 313 0 0,-41-445-344 0 0,-7-43 45 0 0,72 399 75 0 0,-53-384-78 0 0,-31-109-40 0 0,1-1-10 0 0,11 38 69 0 0,-12-37 68 0 0,1-1-122 0 0,-1-1-12 0 0,-1 0-1 0 0,1 1 1 0 0,-1-1 0 0 0,1 0 0 0 0,-1 1 0 0 0,0-1-1 0 0,0 1 1 0 0,-1-1 0 0 0,1 0 0 0 0,-2 7 0 0 0,1-9-33 0 0,1 0 1 0 0,-1 0 0 0 0,1 0-1 0 0,-1-1 1 0 0,0 1 0 0 0,1 0-1 0 0,-1 0 1 0 0,0-1-1 0 0,1 1 1 0 0,-1 0 0 0 0,0-1-1 0 0,0 1 1 0 0,0-1 0 0 0,0 1-1 0 0,1-1 1 0 0,-1 0 0 0 0,0 1-1 0 0,0-1 1 0 0,0 0 0 0 0,0 1-1 0 0,0-1 1 0 0,0 0 0 0 0,-2 0-1 0 0,0 1-82 0 0,0 1-1 0 0,0-1 1 0 0,0 0-1 0 0,0-1 1 0 0,0 1-1 0 0,0 0 1 0 0,0-1-1 0 0,0 0 0 0 0,-1 0 1 0 0,1 0-1 0 0,-4 0 1 0 0,-7-1-245 0 0,-52 5-3487 0 0,0-4 1 0 0,-90-11-1 0 0,75 2-2676 0 0</inkml:trace>
</inkml:ink>
</file>

<file path=ppt/ink/ink4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5:14.2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95 37 5116 0 0,'0'0'5186'0'0,"-4"-2"-4120"0"0,3 1-890 0 0,-1 0-1 0 0,0 1 1 0 0,0-1 0 0 0,0 0 0 0 0,0 0 0 0 0,0 1 0 0 0,0 0 0 0 0,0-1 0 0 0,0 1 0 0 0,0 0-1 0 0,0 0 1 0 0,0 0 0 0 0,0 0 0 0 0,0 0 0 0 0,0 0 0 0 0,0 1 0 0 0,0-1 0 0 0,0 1-1 0 0,0-1 1 0 0,0 1 0 0 0,0 0 0 0 0,0-1 0 0 0,0 1 0 0 0,-2 2 0 0 0,-9 12 50 0 0,10-12 111 0 0,1 1-209 0 0,-4 11-8 0 0,5-11 120 0 0,2 1-201 0 0,-1-4-33 0 0,0 1-3 0 0,0 0 0 0 0,-1-1 1 0 0,2 1-1 0 0,-1 0 0 0 0,0-1 0 0 0,0 1 0 0 0,0-1 0 0 0,1 1 0 0 0,-1 0 0 0 0,1-1 0 0 0,-1 1 0 0 0,2 1 27 0 0,1 0-35 0 0,-1-1 0 0 0,1 0 0 0 0,0 0 0 0 0,0 0 0 0 0,0-1 0 0 0,0 1 0 0 0,0-1 1 0 0,0 1-1 0 0,1-1 0 0 0,-1 0 0 0 0,0 0 0 0 0,5 0 0 0 0,-3 0-38 0 0,1-2 10 0 0,16-4 83 0 0,-17 4-20 0 0,-1-1-17 0 0,13-8-13 0 0,-16 9-1 0 0,0 1 0 0 0,0-1 0 0 0,0 0 0 0 0,0 1 0 0 0,0-1 0 0 0,0 0 0 0 0,0 0 0 0 0,0 0 0 0 0,0 0 0 0 0,0 0 0 0 0,-1 0 0 0 0,1 0 0 0 0,0 0 1 0 0,-1 0-1 0 0,1 0 0 0 0,0-2 0 0 0,1 0 5 0 0,0-1 13 0 0,5-19 25 0 0,-12-3-26 0 0,3 21 21 0 0,-9-13-4 0 0,8 15 36 0 0,-1 1-42 0 0,4 2-27 0 0,-2-1 8 0 0,0 0 1 0 0,0 0-1 0 0,0 0 1 0 0,0 0 0 0 0,0 0-1 0 0,-1 0 1 0 0,1 1-1 0 0,0-1 1 0 0,-1 1 0 0 0,1 0-1 0 0,0 0 1 0 0,-1-1 0 0 0,1 2-1 0 0,0-1 1 0 0,-1 0-1 0 0,1 0 1 0 0,0 1 0 0 0,-1-1-1 0 0,1 1 1 0 0,0 0-1 0 0,0 0 1 0 0,-4 1 0 0 0,-28 34 33 0 0,31-32-70 0 0,2 1 20 0 0,-10 41-54 0 0,11-41 3 0 0,0-5-2 0 0,1 0 59 0 0,-1 0 0 0 0,0 0 0 0 0,0 0 1 0 0,1 0-1 0 0,-1 0 0 0 0,0 0 0 0 0,0 0 0 0 0,1 1 0 0 0,-1-1 0 0 0,0 0 0 0 0,0 0 0 0 0,0 0 0 0 0,0 0 0 0 0,1 1 0 0 0,-1-1 0 0 0,0 0 0 0 0,0 0 0 0 0,0 0 1 0 0,0 1-1 0 0,0-1 0 0 0,0 0 0 0 0,1 0 0 0 0,-1 1 0 0 0,0-1 0 0 0,0 0 0 0 0,0 0 0 0 0,0 1 0 0 0,0-1 0 0 0,0 0 0 0 0,0 0 0 0 0,0 1 0 0 0,0-1 0 0 0,0 1 0 0 0,0-1-4 0 0,0 1 0 0 0,0-1 0 0 0,0 1 0 0 0,0-1-1 0 0,0 1 1 0 0,0-1 0 0 0,0 1 0 0 0,0-1 0 0 0,0 1-1 0 0,0-1 1 0 0,1 1 0 0 0,-1-1 0 0 0,0 1 0 0 0,0-1 0 0 0,1 1-1 0 0,-1-1 1 0 0,0 0 0 0 0,1 1 0 0 0,-1-1 0 0 0,0 0-1 0 0,1 1 1 0 0,-1-1 0 0 0,0 0 0 0 0,1 1 0 0 0,-1-1-1 0 0,1 0 1 0 0,-1 1 0 0 0,1-1 0 0 0,-1 0 0 0 0,1 0-1 0 0,-1 0 1 0 0,1 0 0 0 0,-1 1 0 0 0,2-1 0 0 0,17 2-4 0 0,-14-2 30 0 0,0-1 6 0 0,0-1-21 0 0,0 0-1 0 0,0 0 0 0 0,-1-1 1 0 0,1 0-1 0 0,6-4 0 0 0,-9 5 28 0 0,6-18 48 0 0,-7 17-77 0 0,-4-19-12 0 0,2 17 101 0 0,-14-14 34 0 0,10 18-69 0 0,-20-3 75 0 0,24 4-134 0 0,-1 1 0 0 0,1-1 0 0 0,-1 0 0 0 0,1 1 0 0 0,-1 0 0 0 0,1-1 1 0 0,0 1-1 0 0,-1 0 0 0 0,1 0 0 0 0,0-1 0 0 0,0 1 0 0 0,-3 2 0 0 0,2-1 8 0 0,-2 1 34 0 0,1 0-24 0 0,-10 10 6 0 0,12-12-21 0 0,0 0 1 0 0,0 0-1 0 0,0 0 1 0 0,0 0-1 0 0,0 0 1 0 0,0 1-1 0 0,0-1 1 0 0,0 0-1 0 0,1 0 1 0 0,-1 1-1 0 0,0-1 1 0 0,1 1-1 0 0,-1 1 1 0 0,0 2 0 0 0,-2-1-8 0 0,2 0-9 0 0,-2 37-211 0 0,4-37 207 0 0,-1-4-15 0 0,1 0 32 0 0,-1 0 0 0 0,0 0 0 0 0,0 0-1 0 0,1 0 1 0 0,-1 0 0 0 0,0 0 0 0 0,0 0 0 0 0,1 0-1 0 0,-1 0 1 0 0,0 1 0 0 0,1-1 0 0 0,-1 0 0 0 0,0 0-1 0 0,0 0 1 0 0,0 0 0 0 0,1 0 0 0 0,-1 1-1 0 0,0-1 1 0 0,0 0 0 0 0,0 0 0 0 0,1 0 0 0 0,-1 1-1 0 0,0-1 1 0 0,0 0 0 0 0,0 0 0 0 0,0 1-1 0 0,0-1 1 0 0,1 0 0 0 0,-1 0 0 0 0,0 1 0 0 0,0-1-1 0 0,0 0 1 0 0,0 1 0 0 0,0 0-3 0 0,0-1-1 0 0,0 1 1 0 0,1-1 0 0 0,-1 1 0 0 0,0-1-1 0 0,0 1 1 0 0,1-1 0 0 0,-1 1 0 0 0,0-1-1 0 0,1 1 1 0 0,-1-1 0 0 0,0 1 0 0 0,1-1-1 0 0,-1 0 1 0 0,1 1 0 0 0,-1-1-1 0 0,0 1 1 0 0,1-1 0 0 0,-1 0 0 0 0,1 0-1 0 0,0 1 1 0 0,-1-1 0 0 0,1 0 0 0 0,-1 0-1 0 0,1 0 1 0 0,-1 1 0 0 0,1-1 0 0 0,-1 0-1 0 0,1 0 1 0 0,0 0 0 0 0,0 0 0 0 0,21 2-15 0 0,-16-1 36 0 0,-1-4-4 0 0,15-5 12 0 0,-15 5 23 0 0,-5 3-45 0 0,0 0-1 0 0,0-1 1 0 0,0 1 0 0 0,0-1 0 0 0,0 1-1 0 0,0 0 1 0 0,0-1 0 0 0,1 1 0 0 0,-1 0-1 0 0,0-1 1 0 0,0 1 0 0 0,1 0-1 0 0,-1-1 1 0 0,0 1 0 0 0,0 0 0 0 0,1 0-1 0 0,-1-1 1 0 0,0 1 0 0 0,1 0 0 0 0,-1 0-1 0 0,0-1 1 0 0,1 1 0 0 0,-1 0 0 0 0,0 0-1 0 0,1 0 1 0 0,-1 0 0 0 0,1-1 0 0 0,0 1 1 0 0,0 0-1 0 0,0-1 1 0 0,0 1 0 0 0,0-1 0 0 0,-1 1 0 0 0,1-1 0 0 0,0 1 0 0 0,0-1 0 0 0,0 0 0 0 0,-1 1 0 0 0,1-1 0 0 0,0 0 0 0 0,-1 0 0 0 0,1 1 0 0 0,-1-1 0 0 0,1-1 0 0 0,11-36 236 0 0,-11 33-115 0 0,-3 2-69 0 0,1 2-50 0 0,1 0-1 0 0,-1 0 1 0 0,0 0-1 0 0,1 0 0 0 0,-1 0 1 0 0,0 0-1 0 0,0 0 1 0 0,0 0-1 0 0,0 0 1 0 0,0 1-1 0 0,0-1 0 0 0,0 0 1 0 0,0 0-1 0 0,0 1 1 0 0,0-1-1 0 0,0 1 1 0 0,0-1-1 0 0,0 1 1 0 0,0 0-1 0 0,-1-1 0 0 0,1 1 1 0 0,0 0-1 0 0,0 0 1 0 0,0 0-1 0 0,-1 0 1 0 0,1 0-1 0 0,0 0 0 0 0,0 0 1 0 0,-1 0-1 0 0,1 0 1 0 0,0 0-1 0 0,0 1 1 0 0,0-1-1 0 0,0 1 0 0 0,-1-1 1 0 0,1 1-1 0 0,0-1 1 0 0,0 1-1 0 0,-2 1 1 0 0,-11 10-8 0 0,11-9 35 0 0,1 1 45 0 0,-6 12-98 0 0,6-12-20 0 0,6 22-11 0 0,-3-20 76 0 0,15 9-70 0 0,-13-12 7 0 0,1-2-4 0 0,14 3 54 0 0,-14-3-12 0 0,2-1-27 0 0,14-1-34 0 0,-14 0 82 0 0,-2 0 5 0 0,12-6 23 0 0,-12 6 62 0 0,-2-2-30 0 0,8-8-1 0 0,-8 8 147 0 0,-3-1-197 0 0,-4-14 6 0 0,4 14 23 0 0,1 4-51 0 0,-1 0 1 0 0,1 0 0 0 0,0 0 0 0 0,-1 0 0 0 0,1 0 0 0 0,-1 0-1 0 0,1 0 1 0 0,0 0 0 0 0,-1 0 0 0 0,1 0 0 0 0,-1 0-1 0 0,1-1 1 0 0,0 1 0 0 0,-1 0 0 0 0,1 0 0 0 0,0 0-1 0 0,-1-1 1 0 0,1 1 0 0 0,0 0 0 0 0,0 0 0 0 0,-1-1 0 0 0,1 1-1 0 0,0 0 1 0 0,-1 0 0 0 0,1-1 0 0 0,0 1 0 0 0,0-1-1 0 0,-1 0-32 0 0,1 1-1 0 0,-1-1 0 0 0,1 1 0 0 0,-1-1 0 0 0,1 0 0 0 0,-1 1 1 0 0,1-1-1 0 0,-1 1 0 0 0,0-1 0 0 0,1 1 0 0 0,-1 0 0 0 0,0-1 1 0 0,1 1-1 0 0,-1 0 0 0 0,0-1 0 0 0,1 1 0 0 0,-1 0 0 0 0,0 0 0 0 0,0 0 1 0 0,1 0-1 0 0,-1-1 0 0 0,0 1 0 0 0,0 0 0 0 0,-18-2-403 0 0,14 2-256 0 0</inkml:trace>
</inkml:ink>
</file>

<file path=ppt/ink/ink4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5:01.9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20 5056 0 0,'0'0'2361'0'0,"14"-19"3255"0"0</inkml:trace>
</inkml:ink>
</file>

<file path=ppt/ink/ink4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5:02.1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81 87 3908 0 0,'0'0'1192'0'0,"-16"-26"-47"0"0,0 8-1233 0 0,-5-3-1377 0 0,-7 0-3187 0 0</inkml:trace>
</inkml:ink>
</file>

<file path=ppt/ink/ink4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5:02.4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175 0 2476 0 0,'-14'17'645'0'0,"0"0"-1"0"0,2 0 0 0 0,0 1 1 0 0,2 1-1 0 0,-10 21 1 0 0,0 11-837 0 0,3-1 1 0 0,1 2 0 0 0,3 0 0 0 0,3 1 0 0 0,-5 55 0 0 0,14-73-26 0 0,4-6 118 0 0,3 12 657 0 0,2 0 0 0 0,2-1 0 0 0,1 0 0 0 0,29 66-1 0 0,-7-31 590 0 0,-32-71-1036 0 0,2 1-123 0 0,5 13-178 0 0,-6-13-226 0 0,-1 0-220 0 0,4 13-223 0 0,-4-13-191 0 0,-1 0-1730 0 0,3 21-164 0 0</inkml:trace>
</inkml:ink>
</file>

<file path=ppt/ink/ink4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5:02.5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1728 0 0,'2'5'1096'0'0,"5"12"489"0"0,-5-11-1367 0 0,0 0 0 0 0,0-1 0 0 0,0 1 1 0 0,1-1-1 0 0,0 1 0 0 0,0-1 0 0 0,1 0 0 0 0,-1 0 0 0 0,1 0 0 0 0,0-1 0 0 0,0 1 0 0 0,1-1 0 0 0,-1 0 0 0 0,1 0 1 0 0,0-1-1 0 0,0 1 0 0 0,9 3 0 0 0,-4-2-647 0 0,2 0 1 0 0,-1-2 0 0 0,0 1 0 0 0,1-1-1 0 0,0-1 1 0 0,-1 0 0 0 0,21 0-1 0 0,-22-2-1367 0 0,18 0-1276 0 0</inkml:trace>
</inkml:ink>
</file>

<file path=ppt/ink/ink4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5:02.7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96 4368 0 0,'23'-12'2725'0'0,"10"-6"-729"0"0,-5 2-744 0 0,-5 3-860 0 0,0-4-776 0 0,-6-2-2928 0 0</inkml:trace>
</inkml:ink>
</file>

<file path=ppt/ink/ink4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5:02.9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84 4596 0 0,'3'-26'3549'0'0,"-1"-4"-3709"0"0,-9 2-3685 0 0</inkml:trace>
</inkml:ink>
</file>

<file path=ppt/ink/ink4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5:03.0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83 2 4248 0 0,'0'0'1649'0'0,"-24"7"2767"0"0,-6-4-4272 0 0,2-14-3640 0 0</inkml:trace>
</inkml:ink>
</file>

<file path=ppt/ink/ink4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5:03.2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1 239 4192 0 0,'0'0'1425'0'0,"12"-31"459"0"0,5-5-1212 0 0,-4 16-168 0 0,-1-1-220 0 0,0 1-164 0 0,0-1-284 0 0,0 0-244 0 0,8-15-1580 0 0,-5 3-817 0 0</inkml:trace>
</inkml:ink>
</file>

<file path=ppt/ink/ink4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5:03.5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28 469 2420 0 0,'0'0'1592'0'0,"-14"-23"1257"0"0,4-8-2337 0 0,6 4-644 0 0,4-7-1020 0 0,0-12-1469 0 0</inkml:trace>
  <inkml:trace contextRef="#ctx0" brushRef="#br0" timeOffset="1">278 46 3328 0 0,'33'-8'2245'0'0,"7"0"-817"0"0,6 0-816 0 0,-6 0-136 0 0,0 3-548 0 0,-3 2-788 0 0,-2-1-1009 0 0,-4 3-3379 0 0</inkml:trace>
</inkml:ink>
</file>

<file path=ppt/ink/ink4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5:03.6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 3228 0 0,'0'0'2921'0'0,"30"1"-1165"0"0,0-4-1000 0 0,12 3-992 0 0,-4 5-2364 0 0,-8 2-3185 0 0</inkml:trace>
</inkml:ink>
</file>

<file path=ppt/ink/ink4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5:03.8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2780 0 0,'19'16'1372'0'0,"-1"1"-268"0"0,-1-3-215 0 0,-1 3 247 0 0,13 14-368 0 0,-4 0-392 0 0,-4 3-216 0 0,-5 10-700 0 0,-8-19-20 0 0,-3-1-180 0 0,2 3-192 0 0,4 20-1573 0 0</inkml:trace>
</inkml:ink>
</file>

<file path=ppt/ink/ink4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5:03.9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2548 0 0,'0'0'1148'0'0,"7"41"733"0"0,0-3-809 0 0,2 1-360 0 0,1-1-400 0 0,-6-4-160 0 0,-1 2-1548 0 0,-8 2-1377 0 0</inkml:trace>
</inkml:ink>
</file>

<file path=ppt/ink/ink4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5:04.1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1 3512 0 0,'0'0'1376'0'0,"-4"28"1381"0"0,4 13-1337 0 0,2-5-1336 0 0,-2 6-432 0 0,-4-11-296 0 0,-4 0-1536 0 0,-5 2-3757 0 0</inkml:trace>
</inkml:ink>
</file>

<file path=ppt/ink/ink4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5:04.2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182 0 3020 0 0,'-65'167'6672'0'0,"44"-109"-6066"0"0,19-54-768 0 0,0 1 1 0 0,0-1-1 0 0,-1 1 1 0 0,1-1 0 0 0,-1 0-1 0 0,0 0 1 0 0,-1 0 0 0 0,1 0-1 0 0,-6 4 1 0 0,-25 16-4431 0 0,5-8 540 0 0</inkml:trace>
</inkml:ink>
</file>

<file path=ppt/ink/ink4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5:04.3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363 0 2880 0 0,'-38'13'3009'0'0,"5"-3"-1205"0"0,-4-2-656 0 0,1-1-304 0 0,-3-4-364 0 0,-6-3-552 0 0,1-1-872 0 0,-3-4-1472 0 0,3-2-4277 0 0</inkml:trace>
</inkml:ink>
</file>

<file path=ppt/ink/ink4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5:04.5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121 109 3764 0 0,'0'0'1516'0'0,"-26"-18"317"0"0,1 0-1221 0 0,2-4-772 0 0,1-1-1476 0 0,-3-4-913 0 0</inkml:trace>
</inkml:ink>
</file>

<file path=ppt/ink/ink4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5:04.6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5 399 4288 0 0,'-2'-12'729'0'0,"1"-1"0"0"0,0 0-1 0 0,1 0 1 0 0,2-21-1 0 0,0 18-698 0 0,1 1 0 0 0,1 0 0 0 0,1 0-1 0 0,0 1 1 0 0,0-1 0 0 0,10-15-1 0 0,-2 5-463 0 0,1 1-1 0 0,30-39 1 0 0,-28 45-1412 0 0,30-28 0 0 0,-26 28-1258 0 0</inkml:trace>
</inkml:ink>
</file>

<file path=ppt/ink/ink4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5:04.8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1336 0 0,'26'16'1592'0'0,"-2"1"-1052"0"0,-3 4-808 0 0,-2 5-1104 0 0</inkml:trace>
</inkml:ink>
</file>

<file path=ppt/ink/ink4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5:04.9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55 6 3904 0 0,'0'0'3445'0'0,"-7"26"-2253"0"0,-24-31-3224 0 0,15-21-1569 0 0</inkml:trace>
</inkml:ink>
</file>

<file path=ppt/ink/ink4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5:05.1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168 191 2632 0 0,'0'0'952'0'0,"-21"-33"596"0"0,0 0-603 0 0,-1 2-633 0 0,-4 2-244 0 0,-2 4-848 0 0,8 9-149 0 0,-9-7-3779 0 0</inkml:trace>
</inkml:ink>
</file>

<file path=ppt/ink/ink4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5:05.2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102 128 3740 0 0,'0'0'1316'0'0,"-25"-17"553"0"0,3 1-745 0 0,1-4-696 0 0,3-1-584 0 0,9-3-1216 0 0,2-6-1617 0 0</inkml:trace>
</inkml:ink>
</file>

<file path=ppt/ink/ink4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5:05.4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1 136 3860 0 0,'0'0'1364'0'0,"14"-25"453"0"0,0 1-665 0 0,2-1-976 0 0,1 4-460 0 0,0 1-1036 0 0,1-1-1593 0 0</inkml:trace>
</inkml:ink>
</file>

<file path=ppt/ink/ink4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5:05.5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95 3244 0 0,'0'0'980'0'0,"35"-14"393"0"0,1-3-653 0 0,8-1-640 0 0,-6 2-472 0 0,-1 1-777 0 0,0 1-915 0 0</inkml:trace>
</inkml:ink>
</file>

<file path=ppt/ink/ink4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5:05.8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2404 0 0,'0'0'932'0'0,"5"3"-188"0"0,12 9-630 0 0,0 1 0 0 0,-1 1 0 0 0,0 1 0 0 0,-1 0 0 0 0,-1 1 0 0 0,0 1 0 0 0,-1 0 1 0 0,-1 1-1 0 0,10 19 0 0 0,-4-3-470 0 0,-1 0 0 0 0,-2 2 0 0 0,-1 0 0 0 0,11 48 0 0 0,-15-35 694 0 0,-1 0 0 0 0,-3 1 0 0 0,-1 64 0 0 0,-18 150 1153 0 0,3-181-1292 0 0,8-69-243 0 0,0 1-100 0 0,0 1 1 0 0,-1-1-1 0 0,-1 1 0 0 0,-1-1 0 0 0,-10 24 1 0 0,13-35-112 0 0,-9 12-2466 0 0,-6 0 160 0 0</inkml:trace>
</inkml:ink>
</file>

<file path=ppt/ink/ink4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5:06.0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86 4280 0 0,'0'0'4245'0'0,"0"-29"-4133"0"0,12 11-796 0 0,9-4-2009 0 0,-3 6-2527 0 0</inkml:trace>
</inkml:ink>
</file>

<file path=ppt/ink/ink4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5:06.1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80 3256 0 0,'0'0'1528'0'0,"13"-22"2389"0"0,-5-4-3873 0 0,-4-5-8749 0 0</inkml:trace>
</inkml:ink>
</file>

<file path=ppt/ink/ink4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5:16.1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265 35 3904 0 0,'0'0'1636'0'0,"-3"-3"-304"0"0,-5-2-154 0 0,-1 0 0 0 0,0 0-1 0 0,0 1 1 0 0,0 1 0 0 0,-11-4 0 0 0,14 6-778 0 0,1 2-47 0 0,-11 4 8 0 0,1 1 0 0 0,-23 12 0 0 0,34-15-383 0 0,1-1 66 0 0,2 0-34 0 0,0 0 0 0 0,0-1 0 0 0,0 1 0 0 0,1 0 0 0 0,-1 0 0 0 0,0 0 0 0 0,1-1 0 0 0,-1 1 0 0 0,1 0 0 0 0,0 0 0 0 0,-1 0 0 0 0,1 0 0 0 0,0 0 0 0 0,0 0 0 0 0,0 0 0 0 0,1 0 0 0 0,-1 0 0 0 0,0 0 0 0 0,1 2 0 0 0,1 1 1 0 0,17 5-27 0 0,-16-8 5 0 0,1-1 2 0 0,13 3 9 0 0,-13-3-4 0 0,2-1-8 0 0,18-1 29 0 0,-18 1 148 0 0,-2-3-87 0 0,13-9 312 0 0,-18 7-298 0 0,-1-1-31 0 0,0 0 0 0 0,-1 0 1 0 0,0 0-1 0 0,-6-10 1 0 0,7 13 80 0 0,-3 0 1 0 0,1-1-114 0 0,0 1 0 0 0,-1 0 0 0 0,1 0 0 0 0,-1 0 0 0 0,0 0 0 0 0,0 1-1 0 0,0 0 1 0 0,0 0 0 0 0,0 0 0 0 0,-1 1 0 0 0,1-1 0 0 0,0 1 0 0 0,-1 0 0 0 0,1 1 0 0 0,-1 0 0 0 0,1 0-1 0 0,-1 0 1 0 0,1 0 0 0 0,-1 1 0 0 0,1 0 0 0 0,-1 0 0 0 0,1 0 0 0 0,-6 3 0 0 0,7-3-7 0 0,1 2 0 0 0,0-2-31 0 0,1 1 0 0 0,0 0 0 0 0,0-1 0 0 0,0 1 0 0 0,0 0 0 0 0,0 0 0 0 0,0 0 1 0 0,1 1-1 0 0,-1-1 0 0 0,1 0 0 0 0,0 1 0 0 0,-1-1 0 0 0,1 1 0 0 0,-1 3 0 0 0,4-2-53 0 0,0 0 17 0 0,0 0 0 0 0,1 0 0 0 0,-1 1 0 0 0,1-2 0 0 0,0 1 0 0 0,6 6 0 0 0,-5-7 3 0 0,1-2-21 0 0,16 2 51 0 0,-16-2 39 0 0,20-5-4 0 0,-20 3 66 0 0,-1-1-8 0 0,-4 2-28 0 0,1-1-11 0 0,0 0 0 0 0,1 0 0 0 0,-1 0 0 0 0,0 1 0 0 0,0-1 0 0 0,1 0 0 0 0,-1 1 0 0 0,0-1 0 0 0,1 1 0 0 0,-1 0 1 0 0,1-1-1 0 0,1 1 0 0 0,-3-4 36 0 0,2-14-57 0 0,-1 14 363 0 0,-7 4-356 0 0,-1 0 0 0 0,1 1 0 0 0,0 0-1 0 0,0 1 1 0 0,0-1 0 0 0,-1 1 0 0 0,1 0 0 0 0,1 1 0 0 0,-1-1-1 0 0,0 1 1 0 0,1 0 0 0 0,-1 1 0 0 0,1-1 0 0 0,0 1 0 0 0,-6 6-1 0 0,7-7-8 0 0,1 0-4 0 0,-11 12 3 0 0,10-12 11 0 0,4-2-25 0 0,-1 1 0 0 0,1-1-1 0 0,-1 0 1 0 0,1 0 0 0 0,-1 1 0 0 0,0-1 0 0 0,1 0-1 0 0,-1 0 1 0 0,0 0 0 0 0,0 0 0 0 0,0 0-1 0 0,-1 2 1 0 0,0-2 5 0 0,0 2 70 0 0,3 2-233 0 0,4 12 146 0 0,-4-12 22 0 0,1-5-20 0 0,0 0 0 0 0,0 0 0 0 0,0 0 0 0 0,-1 0 0 0 0,1 0 0 0 0,0 1 0 0 0,0-1 0 0 0,-1 1 0 0 0,1 0 0 0 0,0-1 0 0 0,1 2 0 0 0,2-1-30 0 0,0-1 12 0 0,72-18-2 0 0,-73 17 39 0 0,-4 0-10 0 0,1 1 0 0 0,-1 0 0 0 0,1 0 0 0 0,-1 0 0 0 0,1 0 0 0 0,0 0-1 0 0,-1 0 1 0 0,1-1 0 0 0,-1 1 0 0 0,1 0 0 0 0,-1-1 0 0 0,1 1 0 0 0,-1 0 0 0 0,1-1 0 0 0,-1 1 0 0 0,1 0 0 0 0,-1-1 0 0 0,0 1-1 0 0,1-1 1 0 0,-1 1 0 0 0,0-1 0 0 0,1 1 0 0 0,-1-1 0 0 0,0 1 0 0 0,1-1 0 0 0,-1 0 0 0 0,0 0 1 0 0,0 1-1 0 0,1-1 1 0 0,-1 1-1 0 0,0-1 0 0 0,1 1 1 0 0,-1-1-1 0 0,0 1 1 0 0,1 0-1 0 0,-1-1 0 0 0,1 1 1 0 0,-1-1-1 0 0,1 1 1 0 0,-1 0-1 0 0,1-1 1 0 0,-1 1-1 0 0,1 0 0 0 0,-1 0 1 0 0,1-1-1 0 0,-1 1 1 0 0,1 0-1 0 0,-1 0 1 0 0,1 0-1 0 0,0 0 0 0 0,0 0 1 0 0,0-1 9 0 0,0 1 0 0 0,0-1 0 0 0,0 1 0 0 0,0 0 0 0 0,0-1 1 0 0,0 0-1 0 0,-1 1 0 0 0,1-1 0 0 0,0 1 0 0 0,0-1 0 0 0,0 0 0 0 0,-1 0 0 0 0,1 0 1 0 0,0 1-1 0 0,-1-1 0 0 0,1 0 0 0 0,-1 0 0 0 0,1 0 0 0 0,-1 0 0 0 0,1 0 0 0 0,-1 0 1 0 0,0 0-1 0 0,1-1 0 0 0,4-16 110 0 0,-4 14-42 0 0,-4 0-52 0 0,-6-9 30 0 0,7 10 20 0 0,-4 2-57 0 0,-7 0-11 0 0,0 0 1 0 0,0 1-1 0 0,0 0 1 0 0,-23 5-1 0 0,32-4 110 0 0,-15 14-371 0 0,20-11 168 0 0,4 11-23 0 0,-4-11 4 0 0,3-2-12 0 0,15 4 184 0 0,-14-4-119 0 0,-4-3-12 0 0,1 1 54 0 0,-1-1-1 0 0,1 1 1 0 0,-1 0-1 0 0,1 0 1 0 0,-1 0-1 0 0,1 0 1 0 0,0 0-1 0 0,-1 0 1 0 0,1 0-1 0 0,-1 0 1 0 0,3 1-1 0 0,0 0-3 0 0,1-1 64 0 0,0-1 22 0 0,-1 0 116 0 0,-1 0-1 0 0,1-1 0 0 0,-1 1 0 0 0,0 0 0 0 0,1-1 0 0 0,-1 0 0 0 0,0 0 0 0 0,0 0 0 0 0,0 0 0 0 0,0 0 1 0 0,0-1-1 0 0,-1 1 0 0 0,1-1 0 0 0,-1 0 0 0 0,3-3 0 0 0,-3 2 2185 0 0</inkml:trace>
</inkml:ink>
</file>

<file path=ppt/ink/ink4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5:18.9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314 424 2800 0 0,'-3'-5'1579'0'0,"-1"-2"-1073"0"0,0 1 1 0 0,-1-1-1 0 0,0 1 1 0 0,-1 0-1 0 0,1 0 0 0 0,-1 1 1 0 0,0-1-1 0 0,-1 1 0 0 0,-12-7 1 0 0,10 7-12 0 0,0 0 1 0 0,-1 1-1 0 0,0 0 1 0 0,0 1-1 0 0,-13-3 1 0 0,18 5-324 0 0,0 1 1 0 0,0-1 0 0 0,0 1-1 0 0,0 0 1 0 0,0 1-1 0 0,0-1 1 0 0,0 1-1 0 0,0 0 1 0 0,0 0-1 0 0,0 0 1 0 0,0 1 0 0 0,1 0-1 0 0,-1 0 1 0 0,1 0-1 0 0,-8 5 1 0 0,-36 31 491 0 0,46-37-648 0 0,0 1 0 0 0,1-1 1 0 0,-1 0-1 0 0,1 1 0 0 0,0-1 0 0 0,-1 0 1 0 0,1 1-1 0 0,0 0 0 0 0,0-1 0 0 0,0 1 1 0 0,0 0-1 0 0,0 0 0 0 0,0-1 0 0 0,-1 5 1 0 0,-3 8 117 0 0,3-8-117 0 0,-1 0 1 0 0,1 0 0 0 0,0 0-1 0 0,1 0 1 0 0,-1 1-1 0 0,1-1 1 0 0,0 0-1 0 0,1 1 1 0 0,-1-1 0 0 0,1 1-1 0 0,1-1 1 0 0,-1 0-1 0 0,1 1 1 0 0,0-1-1 0 0,1 0 1 0 0,-1 1 0 0 0,1-1-1 0 0,0 0 1 0 0,1 0-1 0 0,0 0 1 0 0,4 7 0 0 0,-1-5-156 0 0,-1-1-1 0 0,1 0 1 0 0,0-1 0 0 0,1 1 0 0 0,12 9 0 0 0,-14-13 24 0 0,1-4-98 0 0,-1 0 200 0 0,-2 1-1 0 0,1-1-1 0 0,0 0 1 0 0,0 1-1 0 0,-1-1 1 0 0,1-1-1 0 0,0 1 1 0 0,-1 0-1 0 0,1-1 1 0 0,-1 0-1 0 0,1 0 0 0 0,-1 0 1 0 0,0 0-1 0 0,0 0 1 0 0,0-1-1 0 0,3-3 1 0 0,8-11-17 0 0,0-2 1 0 0,0 0-1 0 0,-2 0 1 0 0,-1-1-1 0 0,0-1 1 0 0,-2 0-1 0 0,0 0 1 0 0,-1-1-1 0 0,9-43 1 0 0,-2-12 294 0 0,6-118 0 0 0,-20 160-125 0 0,-1 30-53 0 0,0-1-11 0 0,1-17-25 0 0,0 17 246 0 0,-2 13-252 0 0,0 26-42 0 0,1 0-1 0 0,2 0 0 0 0,10 59 1 0 0,-1-33-353 0 0,27 77 1 0 0,-30-116-88 0 0,1-1 1 0 0,1 0-1 0 0,16 24 1 0 0,-18-31 34 0 0,-5-8 169 0 0,1 0 0 0 0,-1 0 0 0 0,1-1 0 0 0,0 1 0 0 0,0-1 0 0 0,1 0 0 0 0,-1 0 0 0 0,1-1 0 0 0,-1 1 0 0 0,10 3 0 0 0,-11-5 115 0 0,5 1-255 0 0,-1 0-1 0 0,1-1 1 0 0,0 1 0 0 0,-1-2 0 0 0,1 1 0 0 0,0-1 0 0 0,-1 0 0 0 0,1-1 0 0 0,0 0 0 0 0,0 0-1 0 0,-1-1 1 0 0,12-3 0 0 0,-1-2 498 0 0,0 0 0 0 0,0-1-1 0 0,0-1 1 0 0,-1 0 0 0 0,-1-2 0 0 0,0 0-1 0 0,0 0 1 0 0,-1-2 0 0 0,27-28 0 0 0,-37 35 91 0 0,0-1 1 0 0,0 0 0 0 0,-1-1-1 0 0,0 1 1 0 0,0-1 0 0 0,-1 0-1 0 0,0 0 1 0 0,0 0 0 0 0,1-11 0 0 0,-3 14 119 0 0,-2-2-6 0 0,0-1-91 0 0,-1-1 1 0 0,0 0-1 0 0,0 1 0 0 0,-1 0 0 0 0,0-1 0 0 0,-9-13 0 0 0,10 19 108 0 0,-2 0-15 0 0,-12-5-31 0 0,12 6-24 0 0,-1 2-3 0 0,1 1-189 0 0,0 1 1 0 0,-1-1 0 0 0,1 1 0 0 0,0-1-1 0 0,0 1 1 0 0,0 0 0 0 0,0 1 0 0 0,1-1-1 0 0,-1 1 1 0 0,0-1 0 0 0,1 1 0 0 0,0 0-1 0 0,-5 6 1 0 0,2-1 1 0 0,0 0 1 0 0,1 1-1 0 0,0-1 0 0 0,0 1 0 0 0,1 0 0 0 0,0 0 1 0 0,-3 11-1 0 0,-6 32 32 0 0,12-47-77 0 0,1 1 2 0 0,0 18-39 0 0,0-18-86 0 0,1-1 51 0 0,5 13-19 0 0,-4-13-69 0 0,-2-5 114 0 0,0 0 0 0 0,1 0 0 0 0,-1 0 0 0 0,0 0 0 0 0,1 0 0 0 0,-1 0 0 0 0,0 0 0 0 0,1 0 0 0 0,-1 0 0 0 0,0 0 0 0 0,0 0 0 0 0,1 0 0 0 0,-1 0 0 0 0,0 1 0 0 0,1-1 0 0 0,-1 0 0 0 0,0 0 0 0 0,0 0 0 0 0,1 0 0 0 0,-1 1 0 0 0,0-1 0 0 0,0 0 0 0 0,1 0 0 0 0,-1 1 0 0 0,0-1 0 0 0,0 0 0 0 0,0 0 0 0 0,0 1 0 0 0,1-1 0 0 0,-1 0 0 0 0,0 1 0 0 0,0-1 0 0 0,0 0 0 0 0,0 1 0 0 0,0-1-8 0 0,1 1 0 0 0,-1 0 0 0 0,0-1 0 0 0,0 1 0 0 0,1-1 0 0 0,-1 1-1 0 0,0-1 1 0 0,1 1 0 0 0,-1-1 0 0 0,1 1 0 0 0,-1-1 0 0 0,1 1 0 0 0,-1-1 0 0 0,1 1 0 0 0,-1-1 0 0 0,1 0-1 0 0,-1 1 1 0 0,1-1 0 0 0,-1 0 0 0 0,1 0 0 0 0,0 1 0 0 0,-1-1 0 0 0,1 0 0 0 0,-1 0 0 0 0,1 0-1 0 0,0 0 1 0 0,-1 0 0 0 0,1 0 0 0 0,0 0 0 0 0,0 0 0 0 0,49-8-187 0 0,-46 6 202 0 0,0 0 17 0 0,13-9 21 0 0,-13 8 15 0 0,-4 1-44 0 0,1 1 0 0 0,0-1 0 0 0,-1 1 1 0 0,1-1-1 0 0,0 1 0 0 0,0 0 0 0 0,0-1 0 0 0,0 1 1 0 0,0 0-1 0 0,1 0 0 0 0,-1 0 0 0 0,2-2 1 0 0,-3 3 6 0 0,3-4 269 0 0,0 0-146 0 0,6-11 13 0 0,-7 11 1203 0 0,-1 10-1354 0 0,0 2-32 0 0,0-1 0 0 0,0 1 0 0 0,1 0 0 0 0,0-1 1 0 0,1 1-1 0 0,0-1 0 0 0,0 0 0 0 0,0 0 0 0 0,1 0 1 0 0,0 0-1 0 0,0-1 0 0 0,1 1 0 0 0,-1-1 1 0 0,12 10-1 0 0,-14-13-161 0 0,3-2-50 0 0,-2 1 165 0 0,1 0 0 0 0,-1-1 0 0 0,1 0 0 0 0,-1 0-1 0 0,1 0 1 0 0,0 0 0 0 0,-1-1 0 0 0,1 0 0 0 0,-1 1-1 0 0,1-1 1 0 0,0 0 0 0 0,0-1 0 0 0,-1 1 0 0 0,1-1-1 0 0,-1 1 1 0 0,8-3 0 0 0,0-5 25 0 0,0 1 1 0 0,0-2-1 0 0,0 1 0 0 0,-1-2 1 0 0,0 1-1 0 0,-1-1 0 0 0,0-1 1 0 0,-1 1-1 0 0,0-2 1 0 0,0 1-1 0 0,10-24 0 0 0,-5 7 70 0 0,-2 0-1 0 0,0 0 1 0 0,-2-1-1 0 0,6-39 1 0 0,-12 56 78 0 0,-1-11-2 0 0,-2 1 131 0 0,-3-40 342 0 0,2 57-381 0 0,0-1 27 0 0,-2-17 19 0 0,2 18 246 0 0,-2 2-246 0 0,3 2-200 0 0,-1 0-1 0 0,0 1 0 0 0,0-1 1 0 0,1 0-1 0 0,-1 1 0 0 0,0-1 0 0 0,0 0 1 0 0,0 1-1 0 0,1-1 0 0 0,-1 1 0 0 0,0-1 1 0 0,0 1-1 0 0,0 0 0 0 0,0-1 0 0 0,-1 1 1 0 0,0 0-14 0 0,1 0 1 0 0,0 1 0 0 0,0-1 0 0 0,1 1 0 0 0,-1-1-1 0 0,0 1 1 0 0,0-1 0 0 0,0 1 0 0 0,0-1-1 0 0,0 1 1 0 0,0 0 0 0 0,1 0 0 0 0,-1-1 0 0 0,0 1-1 0 0,1 0 1 0 0,-1 0 0 0 0,0 0 0 0 0,1 0-1 0 0,-1 0 1 0 0,1 0 0 0 0,-1-1 0 0 0,1 1-1 0 0,-1 2 1 0 0,-6 16 87 0 0,1 0 0 0 0,0 0 0 0 0,1 0 0 0 0,1 1-1 0 0,1-1 1 0 0,1 1 0 0 0,0 34 0 0 0,3-16-75 0 0,1 1 0 0 0,15 73 1 0 0,-12-89-206 0 0,2-3-35 0 0,-2-10-9 0 0,-2-4-87 0 0,0-1 0 0 0,1 1-1 0 0,-1-1 1 0 0,1 0 0 0 0,1 0 0 0 0,-1-1-1 0 0,1 1 1 0 0,-1-1 0 0 0,12 8-1 0 0,-12-11-643 0 0,2 0-125 0 0,20 0-207 0 0,-20-1-253 0 0,-1-2-235 0 0,16-8-1173 0 0</inkml:trace>
</inkml:ink>
</file>

<file path=ppt/ink/ink4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5:19.1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48 60 3652 0 0,'0'0'1292'0'0,"-5"-1"-232"0"0,-13-2-225 0 0,13 2 1135 0 0,0 0-1448 0 0,-9-3 590 0 0,14-1-441 0 0,26-5-267 0 0,34-2-616 0 0,48 2-1728 0 0,-22 2-3528 0 0,-52 4 1610 0 0</inkml:trace>
</inkml:ink>
</file>

<file path=ppt/ink/ink4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5:19.6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187 143 4172 0 0,'13'-42'3297'0'0,"-12"38"-2530"0"0,-2-2-48 0 0,-1-8 30 0 0,-1 0-1 0 0,-1 0 1 0 0,-5-13 0 0 0,7 24-219 0 0,-2 0-29 0 0,4 2-432 0 0,-1 0-5 0 0,0 0 0 0 0,-1-1-1 0 0,1 1 1 0 0,0 0 0 0 0,0 0 0 0 0,-1 0-1 0 0,1 0 1 0 0,0 0 0 0 0,-1 0 0 0 0,1 0 0 0 0,-4-1 355 0 0,-2 2-96 0 0,-19 1-34 0 0,24-1-272 0 0,1 0 0 0 0,0 0-1 0 0,0 0 1 0 0,-1 0 0 0 0,1 0-1 0 0,0 1 1 0 0,0-1 0 0 0,0 0-1 0 0,0 1 1 0 0,-1-1-1 0 0,1 1 1 0 0,0-1 0 0 0,0 1-1 0 0,0-1 1 0 0,0 1 0 0 0,0 0-1 0 0,0-1 1 0 0,0 1 0 0 0,0 0-1 0 0,-1 1 1 0 0,0 1 37 0 0,-4 1 3 0 0,0 0-1 0 0,0 1 0 0 0,1 0 0 0 0,0 0 1 0 0,0 0-1 0 0,0 1 0 0 0,-4 6 0 0 0,5-7-36 0 0,-2 3 6 0 0,1 1-1 0 0,0-1 0 0 0,0 1 0 0 0,0 0 0 0 0,2 0 0 0 0,-1 1 0 0 0,1-1 0 0 0,0 1 0 0 0,1 0 1 0 0,0-1-1 0 0,-1 16 0 0 0,3-20-21 0 0,0 1-18 0 0,0 19-16 0 0,0-19-10 0 0,2-1-42 0 0,0 0 2 0 0,1 0 0 0 0,-1 0 0 0 0,1 0 0 0 0,1 0 0 0 0,5 7 0 0 0,-6-10-32 0 0,2-1-110 0 0,16 4 183 0 0,-16-4 17 0 0,-3-2 25 0 0,-1 0 0 0 0,0 0 0 0 0,0 0 0 0 0,1 0 0 0 0,-1 1 0 0 0,0-1 0 0 0,1 1 0 0 0,-1-1 0 0 0,1 1 0 0 0,-1-1 0 0 0,4 0 0 0 0,-1 0 12 0 0,0-1 58 0 0,1-1 42 0 0,47-46 862 0 0,-49 46-788 0 0,-1-1 67 0 0,1 0-31 0 0,-1 0 1 0 0,1 0-1 0 0,0 1 0 0 0,0-1 1 0 0,0 0-1 0 0,0 1 0 0 0,6-5 1 0 0,-9 8-222 0 0,1 0 0 0 0,-1 1 1 0 0,1-1-1 0 0,-1 0 0 0 0,1 0 1 0 0,-1 0-1 0 0,1 0 0 0 0,-1 1 1 0 0,0-1-1 0 0,1 0 0 0 0,-1 1 1 0 0,0-1-1 0 0,1 0 0 0 0,-1 0 0 0 0,0 1 1 0 0,1-1-1 0 0,-1 1 0 0 0,0-1 1 0 0,0 0-1 0 0,1 1 0 0 0,-1-1 1 0 0,0 1-1 0 0,0-1 0 0 0,0 1 1 0 0,1-1-1 0 0,-1 1 0 0 0,0 0 0 0 0,0-1 1 0 0,0 1-1 0 0,0-1 0 0 0,0 0 0 0 0,1 1 0 0 0,-1-1 0 0 0,0 1 0 0 0,0-1 1 0 0,0 1-1 0 0,1-1 0 0 0,-1 0 0 0 0,0 1 0 0 0,1-1 0 0 0,-1 0 1 0 0,0 1-1 0 0,1-1 0 0 0,-1 0 0 0 0,0 0 0 0 0,1 1 0 0 0,-1-1 0 0 0,1 0 1 0 0,-1 0-1 0 0,0 1 0 0 0,1-1 0 0 0,-1 0 0 0 0,1 0 0 0 0,3 4 52 0 0,-2-2-54 0 0,2 3 11 0 0,1 0-1 0 0,-1 0 1 0 0,1-1 0 0 0,0 0-1 0 0,0 0 1 0 0,0 0-1 0 0,0-1 1 0 0,1 0 0 0 0,-1 0-1 0 0,9 3 1 0 0,-6-3-240 0 0,1-2 0 0 0,0 1-1 0 0,0-1 1 0 0,0 0 0 0 0,0-1 0 0 0,0 0 0 0 0,0 0-1 0 0,0-1 1 0 0,9-2 0 0 0,19-10-3148 0 0,0-11-3283 0 0,-14 5 192 0 0</inkml:trace>
</inkml:ink>
</file>

<file path=ppt/ink/ink4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53.9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1 7017 0 0,'0'0'8172'0'0,"-8"21"-16748"0"0</inkml:trace>
</inkml:ink>
</file>

<file path=ppt/ink/ink4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54.0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1 4060 0 0,'0'0'1837'0'0,"-1"39"399"0"0,4-13-1080 0 0,4 2-1016 0 0,0 0-748 0 0,2-5-1520 0 0,-2 0-4525 0 0</inkml:trace>
</inkml:ink>
</file>

<file path=ppt/ink/ink4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54.2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2660 0 0,'0'0'1384'0'0,"7"30"409"0"0,0-7-2153 0 0,3 1-5077 0 0</inkml:trace>
</inkml:ink>
</file>

<file path=ppt/ink/ink4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54.3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3308 0 0,'0'0'1508'0'0,"9"27"513"0"0,3 1-561 0 0,-1 0-600 0 0,-1-2-816 0 0,-1-1-748 0 0,-2-2-1628 0 0</inkml:trace>
</inkml:ink>
</file>

<file path=ppt/ink/ink4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54.5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4252 0 0,'0'0'2405'0'0,"23"15"867"0"0,1-4-1592 0 0,7-4-1428 0 0,4-4-708 0 0,5 0-1220 0 0,-1-1-1052 0 0,-4 3-4233 0 0</inkml:trace>
</inkml:ink>
</file>

<file path=ppt/ink/ink4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54.6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4380 0 0,'35'10'3705'0'0,"-7"-7"-2097"0"0,17-3-1832 0 0,-10-3-1884 0 0,0-2-5213 0 0</inkml:trace>
</inkml:ink>
</file>

<file path=ppt/ink/ink4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54.8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1 125 4652 0 0,'28'-7'5869'0'0,"3"-6"-4341"0"0,-1 0-1392 0 0,-9 2-344 0 0,0-1-448 0 0,0-1-80 0 0,5 0-584 0 0,-7-2-176 0 0,2 2-993 0 0,-2-1-2751 0 0</inkml:trace>
</inkml:ink>
</file>

<file path=ppt/ink/ink4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54.9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1 182 5104 0 0,'0'0'2429'0'0,"0"-32"759"0"0,2 2-2324 0 0,3-4-1124 0 0,4-7-1840 0 0,-6-3-1877 0 0</inkml:trace>
</inkml:ink>
</file>

<file path=ppt/ink/ink4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55.1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72 1 5533 0 0,'-30'14'3356'0'0,"9"-4"-3096"0"0,0 0-4561 0 0</inkml:trace>
</inkml:ink>
</file>

<file path=ppt/ink/ink4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55.2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91 173 5857 0 0,'-16'-24'1220'0'0,"1"-1"-804"0"0,-3-7-1120 0 0,6 4-332 0 0,0-2-857 0 0,-6-4-1927 0 0</inkml:trace>
</inkml:ink>
</file>

<file path=ppt/ink/ink4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55.4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0 125 6033 0 0,'0'0'2036'0'0,"21"-28"-536"0"0,7 0-1860 0 0,-14 10-1148 0 0,16-13-1805 0 0,-14 11-1035 0 0</inkml:trace>
</inkml:ink>
</file>

<file path=ppt/ink/ink4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55.5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1 160 3264 0 0,'23'-17'1732'0'0,"1"1"-507"0"0,0 1-513 0 0,-1 1-332 0 0,0-1-448 0 0,0-2-444 0 0,-1 3-300 0 0,-1-4-149 0 0,0 1-631 0 0,-2 1-1736 0 0</inkml:trace>
</inkml:ink>
</file>

<file path=ppt/ink/ink4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55.8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3028 0 0,'15'41'973'0'0,"-3"1"1"0"0,-1 0-1 0 0,-2 0 0 0 0,-2 1 0 0 0,1 54 0 0 0,-7-40-1023 0 0,-2 1 0 0 0,-3-1 0 0 0,-17 83 0 0 0,18-126-557 0 0,2-6-126 0 0,0 0 1 0 0,-1 0-1 0 0,-1 1 1 0 0,0-1-1 0 0,-4 10 0 0 0,-8 12-2891 0 0</inkml:trace>
</inkml:ink>
</file>

<file path=ppt/ink/ink4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56.1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467 0 3044 0 0,'-40'29'3859'0'0,"36"-27"-3290"0"0,-6 5 101 0 0,0 3 264 0 0,-24 12-1225 0 0,30-20-141 0 0,-16 10-1291 0 0,15-10 1152 0 0,-15 5 72 0 0,15-5 131 0 0,0 0 105 0 0,-48 13 773 0 0,48-14-132 0 0,1 0 18 0 0,-14 2 18 0 0,14-2 506 0 0,-2-1-465 0 0,-16-1-1 0 0,17 0 476 0 0,0 0-502 0 0,-5-2-289 0 0,0 0 0 0 0,0-1 0 0 0,1 0 0 0 0,0 0 0 0 0,-17-12 0 0 0,-60-44-6177 0 0,59 39 1468 0 0</inkml:trace>
</inkml:ink>
</file>

<file path=ppt/ink/ink4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56.2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8 135 5140 0 0,'0'0'2381'0'0,"-7"-27"1663"0"0,7-10-3800 0 0,10 12-952 0 0,2 2-1512 0 0,-1 0-1605 0 0</inkml:trace>
</inkml:ink>
</file>

<file path=ppt/ink/ink4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56.4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275 172 3408 0 0,'0'0'1132'0'0,"-34"-20"233"0"0,-2 1-1033 0 0,-4-3-380 0 0,19 11 8 0 0,-14-9 208 0 0,0-1-264 0 0,5-2-496 0 0,4 2-849 0 0,9 6 97 0 0</inkml:trace>
</inkml:ink>
</file>

<file path=ppt/ink/ink4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56.5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29 138 4376 0 0,'-18'-22'2997'0'0,"8"3"-2045"0"0,17-12-1236 0 0,9 11-800 0 0,8-4-761 0 0,7 2-3227 0 0</inkml:trace>
</inkml:ink>
</file>

<file path=ppt/ink/ink4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56.7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78 4872 0 0,'28'-7'1605'0'0,"-2"-1"-389"0"0,2 1-300 0 0,0-1-624 0 0,0 2 8 0 0,-1-3-376 0 0,0 3-652 0 0,15-7-1400 0 0,-2 0-4101 0 0</inkml:trace>
</inkml:ink>
</file>

<file path=ppt/ink/ink4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56.9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5388 0 0,'55'18'3483'0'0,"72"26"-2394"0"0,-120-42-1271 0 0,-1 2-1 0 0,1-1 1 0 0,-1 1 0 0 0,0 0 0 0 0,0 0 0 0 0,0 0 0 0 0,-1 1 0 0 0,6 6 0 0 0,-6-7 91 0 0,0 2-228 0 0,1 0 0 0 0,-1 0 0 0 0,0 0 0 0 0,-1 0 0 0 0,0 1 1 0 0,0 0-1 0 0,4 7 0 0 0,-5-7 97 0 0,-1-5 55 0 0,-1 0 1 0 0,0 0-1 0 0,1 0 1 0 0,-1 0-1 0 0,0 0 1 0 0,-1 0 0 0 0,1 1-1 0 0,0-1 1 0 0,0 0-1 0 0,-1 0 1 0 0,1 5-1 0 0,0 0-456 0 0,1-1-2173 0 0</inkml:trace>
</inkml:ink>
</file>

<file path=ppt/ink/ink4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57.0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2448 0 0,'15'23'1032'0'0,"3"1"-244"0"0,3 4-428 0 0,0 2 232 0 0,-6-8-75 0 0,1 1-81 0 0,-2 2-80 0 0,-2-1-100 0 0,-1 3-44 0 0,-4-1-168 0 0,0 2-260 0 0,-4-1-444 0 0,-5 29-1993 0 0,-3-25-819 0 0</inkml:trace>
</inkml:ink>
</file>

<file path=ppt/ink/ink4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57.1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1 3640 0 0,'-3'34'3641'0'0,"3"-3"-1521"0"0,1-3-1508 0 0,3 10-1216 0 0,-8-3-2020 0 0,-8-10-297 0 0</inkml:trace>
</inkml:ink>
</file>

<file path=ppt/ink/ink4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57.3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252 98 2356 0 0,'-30'2'2932'0'0,"-14"-7"-2275"0"0,16-1-737 0 0,-3-8-501 0 0,-2-2-779 0 0,0-5 256 0 0,-2-4-136 0 0,17 12-300 0 0</inkml:trace>
</inkml:ink>
</file>

<file path=ppt/ink/ink4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57.4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66 4472 0 0,'0'0'1393'0'0,"21"-15"87"0"0,-2 4-1228 0 0,6-1-996 0 0,-1-2-1121 0 0,1 0-3083 0 0</inkml:trace>
</inkml:ink>
</file>

<file path=ppt/ink/ink4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57.6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4432 0 0,'19'15'2689'0'0,"4"0"-1633"0"0,-2-1-1064 0 0,2 3-1544 0 0,-6-3-1301 0 0</inkml:trace>
</inkml:ink>
</file>

<file path=ppt/ink/ink4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57.7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3500 0 0,'0'0'3329'0'0,"10"26"-493"0"0,4-4-1944 0 0,0-3-1044 0 0,-3 4-2712 0 0</inkml:trace>
</inkml:ink>
</file>

<file path=ppt/ink/ink4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4:57.9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20 7101 0 0,'0'0'5496'0'0,"12"-20"-5908"0"0</inkml:trace>
</inkml:ink>
</file>

<file path=ppt/ink/ink4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6:04.9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875 3399 3104 0 0,'0'0'10352'0'0,"0"-4"-10205"0"0,-1 0-100 0 0,1 1 0 0 0,-1-1 0 0 0,0 1 0 0 0,0-1 0 0 0,0 1-1 0 0,0-1 1 0 0,-1 1 0 0 0,1 0 0 0 0,-3-5 0 0 0,1 5 42 0 0,2 2-93 0 0,0-1 1 0 0,0 1-1 0 0,0-1 1 0 0,0 0 0 0 0,0 1-1 0 0,0 0 1 0 0,-1-1-1 0 0,1 1 1 0 0,0 0 0 0 0,-4-2-1 0 0,2-1 16 0 0,0 1 16 0 0,-10-11 45 0 0,0 1-1 0 0,0 1 0 0 0,-1 0 0 0 0,-22-13 1 0 0,32 22 128 0 0,2 3-195 0 0,1-1-1 0 0,-1 0 1 0 0,0 0-1 0 0,1 0 1 0 0,-1 0-1 0 0,1 0 1 0 0,-1-1-1 0 0,1 1 1 0 0,-1 0-1 0 0,1-1 1 0 0,-2-2-1 0 0,3 4 0 0 0,-4-3 5 0 0,0 0 8 0 0,-44-37 272 0 0,-71-78 0 0 0,34 32 76 0 0,67 70-208 0 0,0-1 0 0 0,2-1-1 0 0,0 0 1 0 0,1-2 0 0 0,1 1 0 0 0,0-2-1 0 0,-16-34 1 0 0,-5-23-129 0 0,34 75-24 0 0,0-2 2 0 0,1 0 0 0 0,-1 0 1 0 0,0 0-1 0 0,0 0 0 0 0,0 0 0 0 0,-1 0 0 0 0,0 0 1 0 0,-4-7-1 0 0,-16-41 104 0 0,-22-60 214 0 0,43 110-305 0 0,-1-2 16 0 0,-5-15 19 0 0,5 15-22 0 0,1 0-13 0 0,-21-63 106 0 0,21 64 8 0 0,-1-2-124 0 0,-5-18-46 0 0,5 18 18 0 0,0-2 50 0 0,-1 1 0 0 0,2-1 0 0 0,-1-1 0 0 0,1 1 0 0 0,-1-13 0 0 0,2 15-79 0 0,-1 0-12 0 0,0 0 19 0 0,-9-54-64 0 0,9 54 96 0 0,0 0-10 0 0,-9-46 100 0 0,-4-91-1 0 0,11 60-168 0 0,-2-65-77 0 0,5 41 228 0 0,-1 12-54 0 0,2 89-6 0 0,-2-1-10 0 0,1-5-7 0 0,-7-72-55 0 0,1 51 76 0 0,-1 0 0 0 0,-19-53 0 0 0,-7-26 10 0 0,32 107 7 0 0,0-1-8 0 0,-9-44 22 0 0,9 46-13 0 0,0-2-6 0 0,-2-17 6 0 0,2 18-2 0 0,1-1-12 0 0,-1-17-4 0 0,-1-11-42 0 0,2 28 36 0 0,1-1 4 0 0,0 0 1 0 0,0 0 0 0 0,0-1 0 0 0,-1 1 0 0 0,0 0-1 0 0,-1-11 1 0 0,1 15-11 0 0,9-93-28 0 0,11-26 42 0 0,-17 107-10 0 0,-2 9-10 0 0,1-5 6 0 0,0 0 0 0 0,0 0 0 0 0,1 0 0 0 0,1 0 0 0 0,5-12-1 0 0,1-4-25 0 0,-6 14 30 0 0,1 0 0 0 0,1 1 0 0 0,0 0 0 0 0,0 0 0 0 0,16-20 0 0 0,-7 7 13 0 0,33-40 20 0 0,-45 61-62 0 0,0 0 2 0 0,8-12 21 0 0,-8 12 32 0 0,0 0-17 0 0,32-37-176 0 0,-29 34 163 0 0,1 1-1 0 0,17-15 17 0 0,9-5 22 0 0,71-42 1 0 0,-63 42-93 0 0,5 2 56 0 0,-38 20 7 0 0,111-52-161 0 0,-115 54 155 0 0,1 0 25 0 0,55-21 46 0 0,-41 17-67 0 0,-14 4 7 0 0,0 1 7 0 0,78-21-18 0 0,0 3 1 0 0,124-10-1 0 0,-200 28 1 0 0,1 0 14 0 0,21-2 0 0 0,25-1-14 0 0,175-4 96 0 0,-170 4 25 0 0,37 0-48 0 0,-91 4-74 0 0,2 0-47 0 0,20 0 26 0 0,-21 0 38 0 0,1 0-59 0 0,18 0-9 0 0,-18 0-4 0 0,-1 0 14 0 0,58 4-77 0 0,190 20 242 0 0,-183-17-237 0 0,-11-5 10 0 0,-35-1 121 0 0,1 1 1 0 0,29 5-1 0 0,26 4 165 0 0,60 2 298 0 0,148 10-228 0 0,-185-12-284 0 0,-79-7 14 0 0,-18-4 26 0 0,-1 1 7 0 0,18 2 57 0 0,81 11-6 0 0,119 32 0 0 0,-205-42 41 0 0,-1 1 1 0 0,0 0-1 0 0,0 2 1 0 0,0 0-1 0 0,-1 0 1 0 0,0 2-1 0 0,-1 0 1 0 0,0 1-1 0 0,0 1 1 0 0,-1 0-1 0 0,0 1 0 0 0,18 19 1 0 0,84 107 367 0 0,-91-110-260 0 0,-2 1-1 0 0,-1 2 0 0 0,-1 1 1 0 0,32 60-1 0 0,-31-32-158 0 0,-2 0-1 0 0,-3 1 0 0 0,-2 1 0 0 0,11 94 0 0 0,-12-39-7 0 0,8 22-4 0 0,-17-108-24 0 0,9 44-44 0 0,-13-61 38 0 0,1 7-10 0 0,-1 5 60 0 0,4 33-41 0 0,-6-54-26 0 0,-2 65-3 0 0,0-15-13 0 0,1-8 42 0 0,-2-1-4 0 0,-2 2-12 0 0,1-1-19 0 0,-16 67-630 0 0,-6-2-1 0 0,-4-1 0 0 0,-87 206 0 0 0,-34 35-225 0 0,140-330 657 0 0,-1-1-1 0 0,-22 29 0 0 0,26-39 187 0 0,-119 156-689 0 0,50-80 534 0 0,34-46 206 0 0,14-16 46 0 0,-2-2-1 0 0,-1-1 1 0 0,-1-1-1 0 0,0-2 1 0 0,-43 18 0 0 0,-68 21-84 0 0,-28 10 36 0 0,127-53-32 0 0,30-10 8 0 0,-9 4 5 0 0,-1-1 1 0 0,-41 8-1 0 0,-5-4 8 0 0,-1-4-1 0 0,0-2 0 0 0,-74-5 0 0 0,119-1-11 0 0,-30-2-31 0 0,-65-3 27 0 0,16 0 56 0 0,51 2-50 0 0,0-3 0 0 0,-58-13-1 0 0,107 18-9 0 0,4 1 8 0 0,0 0 0 0 0,1 0 0 0 0,-1 0-1 0 0,0 0 1 0 0,1 0 0 0 0,-1 0 0 0 0,0 0 0 0 0,1 0 0 0 0,-1-1 0 0 0,0 1 0 0 0,-2-2-1 0 0,-1 1 19 0 0,0 0 104 0 0,-1 0-112 0 0,-16-1-44 0 0,16 2 6 0 0,1-1-19 0 0,-19-1 29 0 0,19 1 4 0 0,-1 1 1 0 0,-16-1 1 0 0,16 1 0 0 0,1-1-23 0 0,-58-5-29 0 0,3-3 174 0 0,54 8-133 0 0,1 1 8 0 0,-81-4 94 0 0,79 3-54 0 0,2 1-30 0 0,-17-2-8 0 0,16 1 22 0 0,1 0 3 0 0,-73-19 22 0 0,72 18-55 0 0,0 1 4 0 0,-98-30-803 0 0,-2-13-3669 0 0,63 19-1468 0 0,23 12-563 0 0</inkml:trace>
</inkml:ink>
</file>

<file path=ppt/ink/ink4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6:06.6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68 67 3284 0 0,'0'0'4057'0'0,"-2"-4"-3269"0"0,-13-22 4496 0 0,11 18-5582 0 0,3 5 1510 0 0,-4 3-1185 0 0,-18 5-22 0 0,22-5-2 0 0,0 1 1 0 0,0 0 0 0 0,0 0-1 0 0,0-1 1 0 0,0 1-1 0 0,0 0 1 0 0,1 0 0 0 0,-1 0-1 0 0,0 0 1 0 0,1 0 0 0 0,-1 0-1 0 0,1 0 1 0 0,-1 0-1 0 0,1 1 1 0 0,-1-1 0 0 0,1 0-1 0 0,0 0 1 0 0,-1 0 0 0 0,1 2-1 0 0,-4 15 28 0 0,3-13-28 0 0,2-1-65 0 0,5 16 288 0 0,-1-19-259 0 0,15 0 16 0 0,-15-1 15 0 0,-1-2 3 0 0,12-6-4 0 0,-12 6 120 0 0,3-5-22 0 0,6-3 241 0 0,1-28 300 0 0,-13 33-260 0 0,-3-6-416 0 0,2 11 47 0 0,0-1 1 0 0,0 0-1 0 0,0 1 0 0 0,0-1 1 0 0,0 1-1 0 0,0-1 0 0 0,0 1 1 0 0,0-1-1 0 0,0 1 0 0 0,0-1 1 0 0,0 1-1 0 0,-1-1 0 0 0,1 1 1 0 0,0-1-1 0 0,0 1 0 0 0,0-1 1 0 0,-1 1-1 0 0,1-1 0 0 0,0 1 1 0 0,-1-1-1 0 0,1 1 0 0 0,0-1 1 0 0,-1 1-1 0 0,1 0 0 0 0,0-1 1 0 0,-1 1-1 0 0,1 0 0 0 0,-1-1 1 0 0,1 1-1 0 0,-1 0 0 0 0,1 0 0 0 0,-2-1 1 0 0,1 0-8 0 0,0 1 1 0 0,-1 0 0 0 0,1-1-1 0 0,0 1 1 0 0,-1 0-1 0 0,1-1 1 0 0,-1 1-1 0 0,1 0 1 0 0,-1 0 0 0 0,1 0-1 0 0,0 0 1 0 0,-1 1-1 0 0,1-1 1 0 0,-1 0 0 0 0,1 1-1 0 0,0-1 1 0 0,-1 1-1 0 0,1-1 1 0 0,0 1 0 0 0,-1-1-1 0 0,1 1 1 0 0,0 0-1 0 0,-2 1 1 0 0,-1 1-13 0 0,4-3 12 0 0,-1 0-1 0 0,1 1 1 0 0,0-1 0 0 0,-1 0 0 0 0,1 0 0 0 0,-1 1 0 0 0,1-1-1 0 0,0 0 1 0 0,-1 1 0 0 0,1-1 0 0 0,0 1 0 0 0,-1-1-1 0 0,1 0 1 0 0,0 1 0 0 0,0-1 0 0 0,-1 1 0 0 0,1-1 0 0 0,0 1-1 0 0,0-1 1 0 0,0 1 0 0 0,0-1 0 0 0,0 0 0 0 0,-1 1 0 0 0,1-1-1 0 0,0 2 1 0 0,0-2 0 0 0,0 1-1 0 0,0-1 1 0 0,0 1-1 0 0,0-1 1 0 0,0 1-1 0 0,0-1 1 0 0,0 0-1 0 0,0 1 1 0 0,-1-1 0 0 0,1 1-1 0 0,0-1 1 0 0,0 1-1 0 0,-1-1 1 0 0,1 1-1 0 0,0-1 1 0 0,-1 0-1 0 0,1 1 1 0 0,0-1-1 0 0,-1 0 1 0 0,1 1-1 0 0,0-1 1 0 0,-1 0 0 0 0,1 0-1 0 0,-1 1 1 0 0,0-1-1 0 0,-7 23-9 0 0,8-18 13 0 0,3 13-9 0 0,-3-13-18 0 0,0-5-19 0 0,0 1 41 0 0,0 0-1 0 0,0-1 1 0 0,1 1-1 0 0,-1-1 1 0 0,0 1-1 0 0,0-1 0 0 0,0 1 1 0 0,1-1-1 0 0,-1 1 1 0 0,0-1-1 0 0,0 0 1 0 0,1 1-1 0 0,-1-1 1 0 0,0 1-1 0 0,1-1 1 0 0,-1 0-1 0 0,1 1 0 0 0,-1-1 1 0 0,0 0-1 0 0,1 1 1 0 0,-1-1-1 0 0,1 0 1 0 0,-1 1-1 0 0,1-1 1 0 0,-1 0-1 0 0,1 0 1 0 0,-1 0-1 0 0,1 0 1 0 0,-1 1-1 0 0,1-1 0 0 0,-1 0 1 0 0,1 0-1 0 0,-1 0 1 0 0,1 0-1 0 0,1 0 1 0 0,20-3-104 0 0,-17 2 114 0 0,-2-1-31 0 0,-2 2 28 0 0,1-1 6 0 0,0-1 0 0 0,0 1 0 0 0,0-1 1 0 0,0 1-1 0 0,0-1 0 0 0,0 1 1 0 0,0-1-1 0 0,-1 0 0 0 0,1 0 1 0 0,0 0-1 0 0,-1 0 0 0 0,0 0 1 0 0,1 0-1 0 0,0-5 31 0 0,-1 3-30 0 0,1-15 18 0 0,-1 15 132 0 0,-2-1-117 0 0,-1-14-20 0 0,1 15 48 0 0,-3 5-51 0 0,-19 6-6 0 0,10 14 198 0 0,12-17-248 0 0,-3 11-18 0 0,2-11-46 0 0,8 7 292 0 0,-1-1-2714 0 0,6-21 223 0 0</inkml:trace>
</inkml:ink>
</file>

<file path=ppt/ink/ink4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6:50.6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2702 7 3792 0 0,'0'0'5185'0'0,"-4"-1"-4845"0"0,3 0-310 0 0,0 0 0 0 0,0 1 0 0 0,0-1 0 0 0,0 1 0 0 0,0-1 0 0 0,-1 1 0 0 0,1 0 0 0 0,0-1 1 0 0,0 1-1 0 0,-1 0 0 0 0,1 0 0 0 0,0 0 0 0 0,0 0 0 0 0,-1 0 0 0 0,1 0 0 0 0,0 0 0 0 0,0 0 0 0 0,-1 1 0 0 0,1-1 0 0 0,0 0 1 0 0,0 1-1 0 0,-1-1 0 0 0,1 1 0 0 0,0-1 0 0 0,0 1 0 0 0,0 0 0 0 0,0-1 0 0 0,0 1 0 0 0,0 0 0 0 0,0 0 0 0 0,0 0 0 0 0,0 0 0 0 0,0 0 1 0 0,0 1-1 0 0,-269 273 804 0 0,85-82-991 0 0,29-32-262 0 0,-30 74 598 0 0,152-183 124 0 0,3 1 0 0 0,2 1 1 0 0,-35 91-1 0 0,36-60 188 0 0,-22 112-1 0 0,27-101-241 0 0,-45 195 203 0 0,-32 123 348 0 0,-29-10-274 0 0,49-215-416 0 0,-8-4 1 0 0,-201 309-1 0 0,-113 34-43 0 0,141-199 20 0 0,223-277-82 0 0,-39 71-1 0 0,65-102-3 0 0,2 0 0 0 0,0 1-1 0 0,1 0 1 0 0,2 1 0 0 0,0-1-1 0 0,-6 37 1 0 0,12-48 11 0 0,0 0 0 0 0,1-1 0 0 0,0 1 1 0 0,1 0-1 0 0,0-1 0 0 0,1 1 0 0 0,0 0 0 0 0,0-1 1 0 0,1 0-1 0 0,1 1 0 0 0,-1-1 0 0 0,9 13 0 0 0,-7-12 60 0 0,1-1-1 0 0,1-1 0 0 0,0 1 0 0 0,0-1 0 0 0,1-1 0 0 0,0 1 0 0 0,0-1 0 0 0,1 0 1 0 0,0-1-1 0 0,1 0 0 0 0,19 11 0 0 0,-13-12 54 0 0,-13-4-24 0 0,2-1-11 0 0,14 5-15 0 0,-15-5 9 0 0,1 0-36 0 0,14 2-40 0 0,-15-2-80 0 0,-21-6-13457 0 0,12 4 13232 0 0,1 0-2835 0 0</inkml:trace>
</inkml:ink>
</file>

<file path=ppt/ink/ink4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6:51.1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74 8 3016 0 0,'0'0'3822'0'0,"4"-1"-2859"0"0,18-6 5057 0 0,-21 12-5873 0 0,7 42 244 0 0,-8-42-310 0 0,1-3-76 0 0,-1-1 0 0 0,1 0 0 0 0,0 1 0 0 0,0-1 0 0 0,-1 1 0 0 0,1-1 0 0 0,-1 0 1 0 0,1 1-1 0 0,-1-1 0 0 0,0 1 0 0 0,0 0 0 0 0,1 2 0 0 0,-1-1 5 0 0,1 2 19 0 0,2-2-3 0 0,8 12 2 0 0,-9-12-11 0 0,2 0-8 0 0,34 20 30 0 0,-34-21-57 0 0,-4-2-46 0 0,0 1 64 0 0,0-1-1 0 0,0 0 1 0 0,0 0-1 0 0,0 1 0 0 0,1-1 1 0 0,-1 0-1 0 0,0 0 1 0 0,0 1-1 0 0,0-1 1 0 0,1 0-1 0 0,-1 0 1 0 0,0 0-1 0 0,0 0 1 0 0,1 1-1 0 0,-1-1 1 0 0,0 0-1 0 0,1 0 1 0 0,-1 0-1 0 0,0 0 1 0 0,0 0-1 0 0,1 0 0 0 0,-1 0 1 0 0,0 0-1 0 0,1 0 1 0 0,-1 0-1 0 0,0 0 1 0 0,1 0-1 0 0,-1 0 1 0 0,0 0-1 0 0,1 0 1 0 0,0 0 10 0 0,-1 0-1 0 0,1 0 1 0 0,-1 0 0 0 0,1 0 0 0 0,-1 0 0 0 0,1 0-1 0 0,-1 0 1 0 0,1 0 0 0 0,-1 0 0 0 0,1 1 0 0 0,-1-1-1 0 0,1 0 1 0 0,-1 0 0 0 0,1 0 0 0 0,-1 1 0 0 0,1-1-1 0 0,-1 0 1 0 0,1 0 0 0 0,-1 1 0 0 0,1-1 0 0 0,-1 0-1 0 0,0 1 1 0 0,1-1 0 0 0,-1 1 0 0 0,0-1 0 0 0,1 1-1 0 0,-1-1 1 0 0,0 0 0 0 0,0 1 0 0 0,1-1 0 0 0,-1 1-1 0 0,0-1 1 0 0,0 1 0 0 0,1 0 0 0 0,0 18 64 0 0,-5-11 26 0 0,-55 48-32 0 0,-32 33-1620 0 0,82-78 363 0 0,-1 1 1 0 0,1 0 0 0 0,-9 17-1 0 0,16-24-2054 0 0</inkml:trace>
</inkml:ink>
</file>

<file path=ppt/ink/ink4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6:52.4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238 177 3872 0 0,'1'-3'251'0'0,"3"-5"470"0"0,1-1-1 0 0,-2 1 1 0 0,1-1 0 0 0,-1 0 0 0 0,2-12-1 0 0,-4 18-558 0 0,-1-1 0 0 0,0 1-1 0 0,0 0 1 0 0,0-1 0 0 0,0 1-1 0 0,-1-1 1 0 0,1 1 0 0 0,-1 0-1 0 0,0 0 1 0 0,0-1 0 0 0,0 1-1 0 0,-1 0 1 0 0,1 0-1 0 0,-1 0 1 0 0,1 0 0 0 0,-1 0-1 0 0,0 0 1 0 0,0 1 0 0 0,-4-4-1 0 0,-3-2 366 0 0,-2 0-1 0 0,1 0 1 0 0,-20-10-1 0 0,26 16-223 0 0,-3 2-6 0 0,0 1-208 0 0,0-1-1 0 0,1 1 1 0 0,-1 0-1 0 0,0 1 1 0 0,1 0-1 0 0,-1 0 1 0 0,1 0 0 0 0,-1 1-1 0 0,1-1 1 0 0,0 2-1 0 0,0-1 1 0 0,0 1 0 0 0,-6 4-1 0 0,-27 43 71 0 0,28-34-95 0 0,9-14-59 0 0,1-1 1 0 0,0 0-1 0 0,0 0 1 0 0,0 1-1 0 0,0-1 0 0 0,0 1 1 0 0,0-1-1 0 0,0 1 0 0 0,0 4 1 0 0,-1 2 22 0 0,-1 3-10 0 0,0 0 0 0 0,1-1 1 0 0,1 1-1 0 0,0 0 0 0 0,0 0 0 0 0,1 0 1 0 0,1 0-1 0 0,0 0 0 0 0,0 0 0 0 0,1-1 1 0 0,1 1-1 0 0,5 15 0 0 0,-7-25-15 0 0,1 1 0 0 0,0 0 0 0 0,-1 0-1 0 0,1 0 1 0 0,0-1 0 0 0,0 1 0 0 0,1-1 0 0 0,-1 0-1 0 0,0 1 1 0 0,1-1 0 0 0,0 0 0 0 0,4 2 0 0 0,-4-2-2 0 0,-2-1-1 0 0,0 0-1 0 0,1 0 1 0 0,-1 0-1 0 0,0-1 1 0 0,0 1-1 0 0,1-1 1 0 0,-1 1-1 0 0,0-1 1 0 0,1 1-1 0 0,-1-1 1 0 0,0 0-1 0 0,1 1 1 0 0,-1-1-1 0 0,3 0 1 0 0,1 0-2 0 0,-1 1-12 0 0,2-2 16 0 0,0 0-1 0 0,0-1 0 0 0,0 1-1 0 0,0-1 1 0 0,-1-1-1 0 0,1 1 1 0 0,0-1-1 0 0,-1 0 1 0 0,0 0-1 0 0,0-1 1 0 0,0 1-1 0 0,0-1 1 0 0,7-8-1 0 0,23-37 38 0 0,-25 34 10 0 0,-2-1-24 0 0,-3 0 41 0 0,34-113 144 0 0,-38 125-87 0 0,0 10-274 0 0,4 25 49 0 0,-2-2 22 0 0,11 35 1 0 0,0-19 80 0 0,-11-37 0 0 0,6 8 3 0 0,-4-9-149 0 0,1 1-1 0 0,0-1 1 0 0,0-1 0 0 0,0 1 0 0 0,1-1 0 0 0,8 7-1 0 0,-10-11-379 0 0,1-1-64 0 0,2 0 123 0 0,0-1-1 0 0,0 1 1 0 0,0-1 0 0 0,0-1 0 0 0,0 0 0 0 0,0 0 0 0 0,0 0 0 0 0,-1-1 0 0 0,1 0 0 0 0,12-6 0 0 0,28-21-3844 0 0,-30 14-345 0 0</inkml:trace>
</inkml:ink>
</file>

<file path=ppt/ink/ink4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6:53.0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 62 3360 0 0,'0'0'1675'0'0,"-5"0"-259"0"0,-16-2-322 0 0,16 2 2667 0 0,0 0-3157 0 0,-16 0-32 0 0,15 0 2019 0 0,10 2-2317 0 0,5 0-171 0 0,-1 0 0 0 0,1 0 0 0 0,-1 0 0 0 0,1-1-1 0 0,13 0 1 0 0,55 2 34 0 0,0-4 0 0 0,80-12 0 0 0,45-24-4194 0 0,-197 36 3278 0 0,0-1 1 0 0,0 1-1 0 0,0-1 0 0 0,0 0 1 0 0,-1-1-1 0 0,1 1 1 0 0,-1-1-1 0 0,6-4 1 0 0,-9 6 522 0 0</inkml:trace>
</inkml:ink>
</file>

<file path=ppt/ink/ink4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6:53.4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 1 2900 0 0,'0'0'4365'0'0,"-5"1"-3747"0"0,-15 3-3 0 0,15-3 1413 0 0,3 2-1696 0 0,1-1-271 0 0,0 0 0 0 0,0 0 0 0 0,0 1-1 0 0,1-1 1 0 0,-1 0 0 0 0,1 0 0 0 0,-1 0 0 0 0,1 0-1 0 0,0 1 1 0 0,0-1 0 0 0,0 0 0 0 0,0 0 0 0 0,0 0-1 0 0,1 1 1 0 0,-1-1 0 0 0,1 0 0 0 0,0 2-1 0 0,0 1 8 0 0,2-2 2 0 0,37 23 127 0 0,-36-24-189 0 0,3 0 3 0 0,17 3-48 0 0,-18-4-106 0 0,0 0 128 0 0,15-1 316 0 0,1-1-1 0 0,23-3 1 0 0,-54 8-163 0 0,-1 1-1 0 0,2 0 0 0 0,-1 1 1 0 0,1 0-1 0 0,-1 0 0 0 0,2 1 1 0 0,-1 0-1 0 0,1 0 0 0 0,0 1 1 0 0,0 0-1 0 0,1 0 0 0 0,-5 9 1 0 0,7-11-99 0 0,1 0 0 0 0,0 0 0 0 0,1 0 0 0 0,-1 0 1 0 0,1 1-1 0 0,0-1 0 0 0,-1 9 0 0 0,2-7-16 0 0,0-5-93 0 0,1 0 0 0 0,0 1 1 0 0,0-1-1 0 0,0 0 1 0 0,0 0-1 0 0,1 1 0 0 0,-1-1 1 0 0,1 0-1 0 0,0 0 0 0 0,0 1 1 0 0,0-1-1 0 0,0 0 1 0 0,1 0-1 0 0,-1 0 0 0 0,1 0 1 0 0,1 2-1 0 0,-1-2-13 0 0,-1-2 1 0 0,0 1 0 0 0,-1-1 1 0 0,1 1-1 0 0,0-1 0 0 0,0 1 0 0 0,0-1 0 0 0,1 0 1 0 0,-1 1-1 0 0,0-1 0 0 0,0 0 0 0 0,1 0 1 0 0,-1 0-1 0 0,0 0 0 0 0,1 0 0 0 0,-1 0 0 0 0,4 1 1 0 0,-1 0-224 0 0,-2-1 149 0 0,-1 0-1 0 0,1 1 1 0 0,-1-1 0 0 0,1 0-1 0 0,0 0 1 0 0,-1 0 0 0 0,1 0-1 0 0,0-1 1 0 0,0 1 0 0 0,-1 0-1 0 0,1-1 1 0 0,0 1 0 0 0,0-1-1 0 0,0 0 1 0 0,2 0-1 0 0,2 1-495 0 0,8 1-2662 0 0,25 0-2351 0 0</inkml:trace>
</inkml:ink>
</file>

<file path=ppt/ink/ink4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6:54.5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23 3872 0 0,'0'0'2839'0'0,"0"-5"-1815"0"0,5-12 357 0 0,0 34 1441 0 0,0 37 108 0 0,-5-51-3592 0 0,1 10 765 0 0,0 0 0 0 0,1 1 1 0 0,0-1-1 0 0,1 0 0 0 0,1-1 0 0 0,0 1 0 0 0,1 0 1 0 0,0-1-1 0 0,8 14 0 0 0,-11-22-36 0 0,3-2-13 0 0,14 4 2 0 0,-15-4 34 0 0,1-4-53 0 0,3-2 3 0 0,0-1-1 0 0,0 0 1 0 0,-1 0-1 0 0,0-1 1 0 0,0 0-1 0 0,0 0 1 0 0,-1-1 0 0 0,6-7-1 0 0,-10 12-23 0 0,1-2-11 0 0,10-11-6 0 0,-10 11 12 0 0,1 1-14 0 0,10-9-2 0 0,-11 9-5 0 0,2 1-11 0 0,14-4 14 0 0,-15 4 13 0 0,1 3 6 0 0,15 5 74 0 0,-15-5-138 0 0,-1 2-30 0 0,55 67-62 0 0,-56-66 152 0 0,-2-4-9 0 0,-1 0-1 0 0,0 0 1 0 0,1 0 0 0 0,-1 0 0 0 0,0 0 0 0 0,1 0 0 0 0,-1 1 0 0 0,0-1-1 0 0,1 0 1 0 0,-1 0 0 0 0,0 0 0 0 0,1 0 0 0 0,-1 1 0 0 0,0-1-1 0 0,0 0 1 0 0,1 0 0 0 0,-1 1 0 0 0,0-1 0 0 0,0 0 0 0 0,1 0 0 0 0,-1 1-1 0 0,0-1 1 0 0,0 0 0 0 0,0 1 0 0 0,0-1 0 0 0,1 0 0 0 0,-1 1-1 0 0,12 11-7 0 0,3-4 5 0 0,-11-6-12 0 0,1-4 2 0 0,14-4 0 0 0,-14 4 24 0 0,-1-1 80 0 0,11-10 166 0 0,-1-1-1 0 0,15-18 0 0 0,-1 0 28 0 0,-25 29-220 0 0,-2 2-58 0 0,0-1 1 0 0,-1 1 0 0 0,2 0-1 0 0,-1-1 1 0 0,0 1-1 0 0,0 0 1 0 0,0-1-1 0 0,0 1 1 0 0,1 0-1 0 0,-1 0 1 0 0,1 0 0 0 0,-1 0-1 0 0,1 0 1 0 0,2-1-1 0 0,11-3-11 0 0,-11 3 14 0 0,0 5 10 0 0,3 5-101 0 0,0 0 0 0 0,0 0 0 0 0,-1 1-1 0 0,0 0 1 0 0,-1 0 0 0 0,0 0 0 0 0,0 1 0 0 0,4 13 0 0 0,-4-10-705 0 0,1 0-1 0 0,0-1 1 0 0,1 0-1 0 0,0 0 1 0 0,17 20-1 0 0,-22-30 415 0 0,0 0-1 0 0,0-1 1 0 0,0 1 0 0 0,0-1 0 0 0,1 0-1 0 0,-1 1 1 0 0,0-1 0 0 0,1 0 0 0 0,-1-1-1 0 0,1 1 1 0 0,-1 0 0 0 0,1-1-1 0 0,0 1 1 0 0,-1-1 0 0 0,1 0 0 0 0,4 0-1 0 0,-4 0-159 0 0</inkml:trace>
</inkml:ink>
</file>

<file path=ppt/ink/ink4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6:55.0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184 90 2772 0 0,'2'-4'1723'0'0,"6"-14"-324"0"0,-5 14 528 0 0,-4-1-1149 0 0,-3-15-140 0 0,3 15-164 0 0,0 4-384 0 0,-1 0 0 0 0,0 0 0 0 0,1 0 0 0 0,-1 0 0 0 0,1 0 0 0 0,-1-1 0 0 0,1 1 0 0 0,0 0 0 0 0,0-1 0 0 0,-2-2 0 0 0,-1 1 293 0 0,0 1-53 0 0,-12-7-35 0 0,12 7 269 0 0,-2 1-322 0 0,-17 0-21 0 0,17 1-22 0 0,1 2-10 0 0,0 0-145 0 0,-1 0 0 0 0,0 1 0 0 0,1 0 0 0 0,0 0 0 0 0,-1 0 0 0 0,1 1 0 0 0,1 0-1 0 0,-1 0 1 0 0,0 0 0 0 0,1 1 0 0 0,-4 4 0 0 0,1 0-45 0 0,3-4 5 0 0,0 0-1 0 0,1 1 1 0 0,-1-1-1 0 0,1 1 1 0 0,1-1-1 0 0,-1 1 1 0 0,1 0-1 0 0,0 0 1 0 0,0 0 0 0 0,1 1-1 0 0,0-1 1 0 0,0 0-1 0 0,0 1 1 0 0,1 7-1 0 0,-1-13-4 0 0,1 1-1 0 0,0-1 0 0 0,0 1 1 0 0,0 0-1 0 0,0-1 0 0 0,0 1 1 0 0,0-1-1 0 0,0 1 0 0 0,0 0 1 0 0,1-1-1 0 0,-1 1 1 0 0,1-1-1 0 0,-1 1 0 0 0,1-1 1 0 0,1 3-1 0 0,0 1-4 0 0,0 0 0 0 0,1-1 14 0 0,8 14-71 0 0,-8-14-4 0 0,2-2-3 0 0,2 0 28 0 0,1 0 1 0 0,0 0-1 0 0,0 0 0 0 0,13-1 1 0 0,-15-1 29 0 0,-2-2 19 0 0,5-3 64 0 0,0-2 1 0 0,-1 1-1 0 0,0-1 1 0 0,13-15-1 0 0,-19 19 17 0 0,0-2-3 0 0,5-16 18 0 0,-5 16 8 0 0,-2 0 19 0 0,8-47 1797 0 0,-5 55-1869 0 0,0 0-40 0 0,-2-2-11 0 0,0 0-1 0 0,0 0 1 0 0,-1 0-1 0 0,1 0 1 0 0,0 0 0 0 0,0 0-1 0 0,-1 0 1 0 0,1 0-1 0 0,0 1 1 0 0,-1-1 0 0 0,1 0-1 0 0,-1 0 1 0 0,0 1 0 0 0,1 1-1 0 0,3 12-197 0 0,1 0-1 0 0,0 0 0 0 0,1 0 1 0 0,0 0-1 0 0,16 23 1 0 0,-20-34-17 0 0,0-1-463 0 0,2 1-84 0 0,28 25-3459 0 0,-29-27 2578 0 0</inkml:trace>
</inkml:ink>
</file>

<file path=ppt/ink/ink4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6:55.7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76 2688 0 0,'2'-4'1363'0'0,"12"-37"2942"0"0,-12 37-3509 0 0,-2 3-775 0 0,0 1 0 0 0,0-1 1 0 0,0 1-1 0 0,1-1 1 0 0,-1 1-1 0 0,0-1 1 0 0,0 1-1 0 0,0 0 1 0 0,1-1-1 0 0,-1 1 0 0 0,0-1 1 0 0,1 1-1 0 0,-1 0 1 0 0,0-1-1 0 0,1 1 1 0 0,-1 0-1 0 0,1-1 1 0 0,-1 1-1 0 0,0 0 0 0 0,1 0 1 0 0,-1 0-1 0 0,1-1 1 0 0,-1 1-1 0 0,1 0 1 0 0,-1 0-1 0 0,1 0 1 0 0,0 0-6 0 0,-1-1 1 0 0,1 1-1 0 0,-1 0 0 0 0,1 0 1 0 0,-1 0-1 0 0,1 0 1 0 0,-1-1-1 0 0,1 1 1 0 0,-1 0-1 0 0,0 0 1 0 0,1-1-1 0 0,-1 1 1 0 0,1 0-1 0 0,-1-1 0 0 0,0 1 1 0 0,1 0-1 0 0,-1-1 1 0 0,0 1-1 0 0,0 0 1 0 0,1-1-1 0 0,-1 1 1 0 0,0-1-1 0 0,0 1 1 0 0,1-1-1 0 0,-1 1 0 0 0,0-1 1 0 0,4-1 204 0 0,12-3-54 0 0,-12 3-70 0 0,3 2-52 0 0,20 0 44 0 0,-20 0-5 0 0,-2 2-30 0 0,16 6-14 0 0,-16-6-10 0 0,-1 1-13 0 0,23 32-8 0 0,-25-32-25 0 0,-1 2 14 0 0,-1 3 55 0 0,0 0 0 0 0,0 0 1 0 0,-1 1-1 0 0,0-1 1 0 0,-1 0-1 0 0,0 0 0 0 0,0 0 1 0 0,-1-1-1 0 0,1 1 1 0 0,-8 13-1 0 0,8-18 43 0 0,1-2-81 0 0,-1 0 0 0 0,1 0 0 0 0,0 0 0 0 0,0 0 0 0 0,0 1 0 0 0,0-1 0 0 0,0 0 0 0 0,0 0-1 0 0,1 0 1 0 0,-1 1 0 0 0,0-1 0 0 0,0 3 0 0 0,-1-1 14 0 0,-1 1 19 0 0,3-3-50 0 0,-1-1 1 0 0,0 1 0 0 0,1-1-1 0 0,-1 1 1 0 0,1 0 0 0 0,-1 0-1 0 0,1-1 1 0 0,-1 1-1 0 0,1 0 1 0 0,-1 0 0 0 0,1 0-1 0 0,0 0 1 0 0,-1-1 0 0 0,1 1-1 0 0,0 0 1 0 0,0 0 0 0 0,0 0-1 0 0,-1 0 1 0 0,1 1-1 0 0,24-20-105 0 0,-1-1 0 0 0,20-22 0 0 0,-11 3 138 0 0,-29 34 51 0 0,0 0 45 0 0,-2 3-98 0 0,0 0-13 0 0,1 0 0 0 0,-1 0 0 0 0,0-1 0 0 0,0 1 0 0 0,0 0 0 0 0,0 0 0 0 0,0-1 0 0 0,0 1 0 0 0,0-1 0 0 0,0 1 0 0 0,-1-1 0 0 0,2-2 100 0 0,0 1-24 0 0,2-10 600 0 0,-17 19-343 0 0,9-4-241 0 0,2 3-55 0 0,-11 45 80 0 0,13-44-107 0 0,0 0-4 0 0,1-2-25 0 0,0 3 15 0 0,0 0 0 0 0,0 0 0 0 0,1 0 0 0 0,4 10 0 0 0,-5-14-19 0 0,1 0 1 0 0,-1 0-1 0 0,0-1 0 0 0,1 1 0 0 0,0-1 0 0 0,0 1 0 0 0,0-1 1 0 0,0 0-1 0 0,0 1 0 0 0,0-1 0 0 0,1 0 0 0 0,-1-1 0 0 0,0 1 1 0 0,1 0-1 0 0,0-1 0 0 0,-1 1 0 0 0,6 1 0 0 0,-1-1-40 0 0,1 0 0 0 0,-1 0-1 0 0,1-1 1 0 0,-1 0 0 0 0,1 0-1 0 0,0-1 1 0 0,-1 0 0 0 0,1-1-1 0 0,0 1 1 0 0,-1-1 0 0 0,1-1-1 0 0,-1 1 1 0 0,11-5 0 0 0,-14 5 54 0 0,0-1 0 0 0,-1 0 0 0 0,1 0 0 0 0,-1 0 0 0 0,1-1 0 0 0,-1 1 0 0 0,0-1 0 0 0,6-5 0 0 0,-3 2 20 0 0,-3 3 32 0 0,0-1 21 0 0,8-11 27 0 0,-8 11 143 0 0,-1 1-168 0 0,7-13 62 0 0,-7 12 1438 0 0,13 24-1404 0 0,-13-14-163 0 0,-1-1 0 0 0,1 1-1 0 0,0-1 1 0 0,1 1-1 0 0,5 8 1 0 0,-3-4-9 0 0,17 34-254 0 0,-20-40 2 0 0,2-1-90 0 0,22 17-1866 0 0,-24-19 1962 0 0,-1 0-1 0 0,1 0 1 0 0,0-1 0 0 0,0 1-1 0 0,-1-1 1 0 0,1 1-1 0 0,0-1 1 0 0,0 0 0 0 0,0 0-1 0 0,0 0 1 0 0,-1 0 0 0 0,1 0-1 0 0,0 0 1 0 0,0 0 0 0 0,0 0-1 0 0,0-1 1 0 0,-1 1-1 0 0,1-1 1 0 0,0 0 0 0 0,-1 1-1 0 0,1-1 1 0 0,2-1 0 0 0,13-9-2347 0 0</inkml:trace>
</inkml:ink>
</file>

<file path=ppt/ink/ink4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6:56.0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133 31 2512 0 0,'0'0'1034'0'0,"-5"-1"-142"0"0,-15-4-132 0 0,16 3-89 0 0,-2 3-110 0 0,-16 1-67 0 0,16-1-79 0 0,1 0-52 0 0,-41 19 584 0 0,41-17-779 0 0,5-2-149 0 0,0 1 0 0 0,-1-1 1 0 0,1 0-1 0 0,-1 0 0 0 0,0 0 0 0 0,1 1 0 0 0,-1-1 1 0 0,0 0-1 0 0,0 0 0 0 0,0 0 0 0 0,0 0 1 0 0,-1 1-1 0 0,1-2 10 0 0,-1 4 203 0 0,3 1-191 0 0,5 16-7 0 0,-5-16 32 0 0,1-5-60 0 0,-1 0-1 0 0,1 0 1 0 0,-1 1-1 0 0,1-1 1 0 0,-1 1 0 0 0,1-1-1 0 0,-1 1 1 0 0,1-1 0 0 0,-1 1-1 0 0,0 0 1 0 0,3 1 0 0 0,0 0 13 0 0,0 0 73 0 0,2-3-56 0 0,16-2 58 0 0,-17 2 80 0 0,-1-1 48 0 0,13-7 34 0 0,-13 7 36 0 0,-2-1-8 0 0,17-37 476 0 0,-18 36-660 0 0,-2-1-20 0 0,-3-12-26 0 0,2 13-80 0 0,2 4 21 0 0,0 0 1 0 0,0 0 0 0 0,-1 0 0 0 0,1 0-1 0 0,0 0 1 0 0,0-1 0 0 0,0 1 0 0 0,-1 0-1 0 0,1 0 1 0 0,0 0 0 0 0,0 0-1 0 0,-1 0 1 0 0,1 0 0 0 0,0 0 0 0 0,0 0-1 0 0,0-1 1 0 0,-1 1 0 0 0,1 0-1 0 0,0 0 1 0 0,0 0 0 0 0,0-1 0 0 0,0 1-1 0 0,-1 0 1 0 0,1 0 0 0 0,0 0 0 0 0,0-1-1 0 0,0 1 1 0 0,0 0 0 0 0,0 0-1 0 0,0-1 1 0 0,0 1 0 0 0,0 0 0 0 0,-1 0-1 0 0,1 0 1 0 0,0-1 0 0 0,0 0-82 0 0,0 1 1 0 0,0-1-1 0 0,0 1 0 0 0,0-1 1 0 0,0 0-1 0 0,-1 1 0 0 0,1-1 1 0 0,0 1-1 0 0,-1-1 1 0 0,1 1-1 0 0,0-1 0 0 0,-1 1 1 0 0,1 0-1 0 0,0-1 1 0 0,-1 1-1 0 0,1-1 0 0 0,-1 1 1 0 0,1 0-1 0 0,-1-1 1 0 0,1 1-1 0 0,-1 0 0 0 0,1 0 1 0 0,-1-1-1 0 0,1 1 0 0 0,-1 0 1 0 0,1 0-1 0 0,-1 0 1 0 0,1 0-1 0 0,-1 0 0 0 0,0 0 1 0 0,0-1-1 0 0,-4 1-426 0 0,-7 0-39 0 0,1-4-2726 0 0</inkml:trace>
</inkml:ink>
</file>

<file path=ppt/ink/ink4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6:57.1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32 3700 0 0,'0'0'5287'0'0,"1"-4"-4570"0"0,5-8 398 0 0,-5 12-1043 0 0,-1 0 0 0 0,1 0 0 0 0,-1 0 1 0 0,0 0-1 0 0,1 1 0 0 0,-1-1 0 0 0,1 0 1 0 0,-1 1-1 0 0,1-1 0 0 0,-1 0 0 0 0,0 1 1 0 0,1-1-1 0 0,-1 0 0 0 0,0 1 0 0 0,1-1 1 0 0,-1 1-1 0 0,0-1 0 0 0,1 0 0 0 0,-1 1 1 0 0,0-1-1 0 0,0 1 0 0 0,0-1 0 0 0,1 1 1 0 0,-1-1-1 0 0,0 1 0 0 0,2 3 92 0 0,-1 0-62 0 0,21 58 362 0 0,-21-58-437 0 0,0 2-46 0 0,4 17 0 0 0,-2 38 1300 0 0,-8-62-1169 0 0,-13-3-25 0 0,13 2-23 0 0,5 2-60 0 0,0-1 0 0 0,0 1 0 0 0,0-1 0 0 0,0 1 0 0 0,0-1 0 0 0,-1 1 0 0 0,1-1 0 0 0,0 1 1 0 0,0 0-1 0 0,0-1 0 0 0,0 1 0 0 0,-1-1 0 0 0,1 1 0 0 0,0-1 0 0 0,-1 1 0 0 0,1-1 0 0 0,0 1 0 0 0,-1 0 0 0 0,1-1 0 0 0,0 1 0 0 0,-1 0 0 0 0,1-1 0 0 0,-1 1 0 0 0,0-1 9 0 0,1 1 0 0 0,-1-1 0 0 0,0 1-1 0 0,1-1 1 0 0,-1 0 0 0 0,0 1-1 0 0,1-1 1 0 0,-1 0 0 0 0,1 0 0 0 0,0 1-1 0 0,-1-1 1 0 0,1 0 0 0 0,-1 0 0 0 0,1 0-1 0 0,0 1 1 0 0,0-1 0 0 0,-1 0 0 0 0,1 0-1 0 0,0 0 1 0 0,0-1 0 0 0,-1-2-4 0 0,1 0 1 0 0,0 0-1 0 0,-1-1 1 0 0,1 1-1 0 0,1 0 1 0 0,-1 0-1 0 0,1 0 1 0 0,-1 0 0 0 0,1 0-1 0 0,0 0 1 0 0,0 0-1 0 0,1 1 1 0 0,-1-1-1 0 0,1 0 1 0 0,0 1-1 0 0,0-1 1 0 0,0 1-1 0 0,1-1 1 0 0,4-4-1 0 0,1 1-29 0 0,0 1 0 0 0,0 1 0 0 0,1-1 0 0 0,0 1 0 0 0,0 1 0 0 0,0 0 0 0 0,0 0-1 0 0,1 0 1 0 0,-1 1 0 0 0,1 1 0 0 0,0 0 0 0 0,0 0 0 0 0,0 1 0 0 0,0 0 0 0 0,20 1-1 0 0,-19 1-55 0 0,-1 0-1 0 0,1 0 0 0 0,0 1 0 0 0,12 4 0 0 0,-18-5 47 0 0,-1 1 0 0 0,1 0 0 0 0,-1 0-1 0 0,0 1 1 0 0,0-1 0 0 0,0 1 0 0 0,0 0 0 0 0,0 0 0 0 0,0 0-1 0 0,5 7 1 0 0,-6-7-16 0 0,-1 1 2 0 0,6 12-16 0 0,-6-12 36 0 0,-2 1 10 0 0,-2 16 19 0 0,2-16 44 0 0,-2-1-20 0 0,1-3 27 0 0,0 1 0 0 0,0-1 0 0 0,0 1 0 0 0,0-1 0 0 0,-1 1 0 0 0,1-1 1 0 0,0 0-1 0 0,-1 0 0 0 0,1 0 0 0 0,-1 0 0 0 0,1 0 0 0 0,-1 0 0 0 0,1 0 0 0 0,-1 0 0 0 0,-2 0 0 0 0,-7 4 142 0 0,10-7-167 0 0,-1 1 0 0 0,1-1 0 0 0,-1 0 0 0 0,1 0-1 0 0,0 0 1 0 0,0 0 0 0 0,0 0 0 0 0,0 0 0 0 0,0 0-1 0 0,0 0 1 0 0,1-1 0 0 0,-1 1 0 0 0,1 0 0 0 0,-1 0-1 0 0,1-1 1 0 0,0 1 0 0 0,0-5 0 0 0,0 6-57 0 0,0-3 76 0 0,1-2-5 0 0,1 2-41 0 0,-1-1-1 0 0,1 0 0 0 0,0 0 1 0 0,0 0-1 0 0,0 1 0 0 0,0-1 1 0 0,1 1-1 0 0,0 0 0 0 0,0 0 1 0 0,0 0-1 0 0,0 0 0 0 0,1 0 1 0 0,-1 1-1 0 0,1 0 0 0 0,0-1 1 0 0,0 1-1 0 0,1 1 0 0 0,-1-1 1 0 0,0 0-1 0 0,1 1 0 0 0,0 0 1 0 0,-1 0-1 0 0,1 1 0 0 0,0-1 1 0 0,0 1-1 0 0,9-1 0 0 0,48-2 127 0 0,-59 4-137 0 0,0-1 0 0 0,0 1 0 0 0,0 0 1 0 0,0 0-1 0 0,0 0 1 0 0,0 1-1 0 0,0-1 0 0 0,0 1 1 0 0,4 1-1 0 0,16 5-75 0 0,-15-6 64 0 0,-5-1 7 0 0,-1 1 1 0 0,1-1 0 0 0,0 1 0 0 0,0-1 0 0 0,-1 1 0 0 0,1 0 0 0 0,-1 0 0 0 0,1 0 0 0 0,-1 1 0 0 0,5 2 0 0 0,-1-1-24 0 0,1 1 0 0 0,-1 0 0 0 0,0 1-1 0 0,0-1 1 0 0,0 1 0 0 0,-1 0 0 0 0,1 1 0 0 0,6 8 0 0 0,-10-11 13 0 0,0 0-1 0 0,-1 1 1 0 0,1-1 0 0 0,-1 0 0 0 0,0 0-1 0 0,0 1 1 0 0,0-1 0 0 0,0 0 0 0 0,-1 1-1 0 0,1-1 1 0 0,-1 1 0 0 0,0-1 0 0 0,0 1 0 0 0,0-1-1 0 0,0 1 1 0 0,-1-1 0 0 0,1 1 0 0 0,-1-1-1 0 0,0 1 1 0 0,0-1 0 0 0,0 0 0 0 0,0 0-1 0 0,-3 4 1 0 0,-38 60-1913 0 0,39-64 1318 0 0,3-1-213 0 0,0-2 794 0 0,0 0 0 0 0,-1 1 0 0 0,1-1 1 0 0,0 1-1 0 0,-1-1 0 0 0,1 0 0 0 0,0 1 1 0 0,0-1-1 0 0,-1 0 0 0 0,1 0 0 0 0,-1 1 0 0 0,1-1 1 0 0,0 0-1 0 0,-1 0 0 0 0,1 1 0 0 0,-1-1 1 0 0,1 0-1 0 0,0 0 0 0 0,-1 0 0 0 0,1 0 0 0 0,-1 0 1 0 0,1 1-1 0 0,-1-1 0 0 0,-7 3-1579 0 0</inkml:trace>
</inkml:ink>
</file>

<file path=ppt/ink/ink4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6:58.1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3604 0 0,'0'0'5053'0'0,"1"4"-4472"0"0,0 0-418 0 0,0-1 1 0 0,-1 1 0 0 0,1-1-1 0 0,-1 1 1 0 0,1 0 0 0 0,-1-1-1 0 0,-1 1 1 0 0,1-1 0 0 0,-1 8-1 0 0,-1-7 134 0 0,2 2-53 0 0,3 53 383 0 0,-2-53-533 0 0,1-1-31 0 0,18 36-57 0 0,-18-38-231 0 0,3-1 130 0 0,14 5 29 0 0,-15-5-11 0 0,1-2 1 0 0,0 1 71 0 0,0-1 0 0 0,0-1-1 0 0,0 1 1 0 0,-1-1 0 0 0,1 1 0 0 0,0-1 0 0 0,0-1 0 0 0,-1 1 0 0 0,1-1 0 0 0,-1 1 0 0 0,1-1 0 0 0,-1-1 0 0 0,0 1 0 0 0,0-1-1 0 0,0 1 1 0 0,0-1 0 0 0,0 0 0 0 0,0-1 0 0 0,-1 1 0 0 0,0-1 0 0 0,1 1 0 0 0,-1-1 0 0 0,3-5 0 0 0,38-69 621 0 0,-41 73-438 0 0,-2 1 2 0 0,4-11 679 0 0,-14 27 1168 0 0,6-8-1950 0 0,3-1-64 0 0,0 9-52 0 0,0 0-1 0 0,1 0 1 0 0,0 0-1 0 0,3 13 1 0 0,-2-20-177 0 0,0 1 1 0 0,0-1 0 0 0,0 0-1 0 0,1 0 1 0 0,-1-1-1 0 0,1 1 1 0 0,0 0-1 0 0,1-1 1 0 0,-1 0-1 0 0,1 0 1 0 0,0 0-1 0 0,5 4 1 0 0,-5-4-150 0 0,0-1 1 0 0,1 1-1 0 0,-1-2 1 0 0,1 1-1 0 0,-1 0 1 0 0,1-1 0 0 0,0 0-1 0 0,0 0 1 0 0,0 0-1 0 0,0 0 1 0 0,0-1-1 0 0,1 0 1 0 0,-1 0-1 0 0,0-1 1 0 0,1 1-1 0 0,9-2 1 0 0,-10 1-1 0 0,-4-1 340 0 0,1 1 0 0 0,-1-1 0 0 0,1 1 0 0 0,-1-1 0 0 0,1 0 0 0 0,-1 0 0 0 0,0 1 0 0 0,1-1 0 0 0,-1 0 0 0 0,0 0 0 0 0,0 0 0 0 0,2-3 0 0 0,-2 3-3 0 0,4-3 112 0 0,0-1-1 0 0,0 0 1 0 0,-1 0 0 0 0,0 0-1 0 0,0-1 1 0 0,0 1 0 0 0,-1-1 0 0 0,6-11-1 0 0,4-7 361 0 0,27-36 1370 0 0,-37 57-1565 0 0,16-13 1125 0 0,-15 17-1227 0 0,-1 1-93 0 0,14 5 333 0 0,-16-3-209 0 0,1 16 18 0 0,-1-15 168 0 0,-2 2-198 0 0,0 19-10 0 0,1-20-5 0 0,0 0-15 0 0,-1 16-12 0 0,0-17 27 0 0,0-1-53 0 0,-2 14 68 0 0,2-14 167 0 0,0 0-75 0 0,-5 17 1229 0 0,2-23-1374 0 0,-12-4-20 0 0,12 4 82 0 0,4-3-138 0 0,0 0 1 0 0,0 1-1 0 0,1-1 1 0 0,0 0-1 0 0,0 1 1 0 0,0-1-1 0 0,0 1 1 0 0,1-1 0 0 0,0 1-1 0 0,0 0 1 0 0,0-1-1 0 0,0 1 1 0 0,1 0-1 0 0,0 1 1 0 0,-1-1-1 0 0,6-5 1 0 0,1 2-35 0 0,0 0-1 0 0,1 0 1 0 0,0 1 0 0 0,0 0 0 0 0,1 0-1 0 0,17-5 1 0 0,-21 8-8 0 0,-1 0 0 0 0,1 1-1 0 0,0 1 1 0 0,0-1 0 0 0,0 1 0 0 0,0 0-1 0 0,0 0 1 0 0,0 1 0 0 0,0 0-1 0 0,10 1 1 0 0,-7 0-3 0 0,-5-1-5 0 0,0 1 0 0 0,-1-1 1 0 0,1 1-1 0 0,0 0 0 0 0,-1 0 0 0 0,1 1 0 0 0,-1-1 0 0 0,1 1 1 0 0,-1 0-1 0 0,0 0 0 0 0,0 1 0 0 0,1-1 0 0 0,-2 1 1 0 0,1 0-1 0 0,0 0 0 0 0,0 0 0 0 0,-1 0 0 0 0,0 1 0 0 0,0 0 1 0 0,5 6-1 0 0,-6-7-11 0 0,0 2 12 0 0,4 16 35 0 0,-4-16 134 0 0,-2 0-135 0 0,-1 15-72 0 0,0-15 2 0 0,0-1 11 0 0,-6 14 8 0 0,5-14 15 0 0,2-4 14 0 0,-1 0 0 0 0,1 0 0 0 0,0 0 0 0 0,-1 0 0 0 0,1 1 0 0 0,0-1 1 0 0,-1 0-1 0 0,1 0 0 0 0,0 0 0 0 0,0 0 0 0 0,-1 1 0 0 0,1-1 0 0 0,0 0 0 0 0,0 0 1 0 0,-1 1-1 0 0,1-1 0 0 0,0 0 0 0 0,0 1 0 0 0,0-1 0 0 0,-1 0 0 0 0,1 0 0 0 0,0 1 1 0 0,0-1-1 0 0,0 0 0 0 0,0 1 0 0 0,0-1 0 0 0,0 0 0 0 0,0 1 0 0 0,0-1 0 0 0,0 0 0 0 0,0 1 1 0 0,0 0 2 0 0,0-1 1 0 0,-1 1 0 0 0,1-1-1 0 0,0 1 1 0 0,0 0 0 0 0,0-1-1 0 0,0 1 1 0 0,0-1 0 0 0,-1 1-1 0 0,1-1 1 0 0,0 1 0 0 0,-1-1-1 0 0,1 0 1 0 0,0 1 0 0 0,-1-1-1 0 0,1 1 1 0 0,0-1 0 0 0,-1 1-1 0 0,1-1 1 0 0,-1 0 0 0 0,1 1-1 0 0,-1-1 1 0 0,1 0 0 0 0,-1 0-1 0 0,1 1 1 0 0,-1-1 0 0 0,1 0-1 0 0,-1 0 1 0 0,1 0 0 0 0,-1 0-1 0 0,0 1 1 0 0,-21 4 251 0 0,20-9-201 0 0,-8-12-6 0 0,8 12 10 0 0,2-1 38 0 0,1 0-74 0 0,0 0 0 0 0,0 0 0 0 0,0 1 0 0 0,0-1 0 0 0,1 0 0 0 0,0 1-1 0 0,0-1 1 0 0,0 1 0 0 0,0 0 0 0 0,1-1 0 0 0,0 1 0 0 0,0 0 0 0 0,4-4 0 0 0,1 1-5 0 0,-1 0-1 0 0,1 1 1 0 0,1 0-1 0 0,-1 0 1 0 0,1 1-1 0 0,10-4 1 0 0,-15 6-28 0 0,1 1 1 0 0,0 1 0 0 0,1-1 0 0 0,-1 0 0 0 0,0 1 0 0 0,0 0 0 0 0,1 1 0 0 0,-1-1 0 0 0,0 1 0 0 0,1 0 0 0 0,-1 0 0 0 0,1 1 0 0 0,-1-1 0 0 0,0 1 0 0 0,1 0 0 0 0,-1 1 0 0 0,0-1 0 0 0,0 1 0 0 0,0 0 0 0 0,0 1-1 0 0,0-1 1 0 0,-1 1 0 0 0,1 0 0 0 0,-1 0 0 0 0,1 0 0 0 0,5 6 0 0 0,-6-5-88 0 0,0 1 1 0 0,-1-1-1 0 0,0 0 0 0 0,0 1 0 0 0,0 0 0 0 0,0 0 1 0 0,0 0-1 0 0,-1 0 0 0 0,0 0 0 0 0,0 0 0 0 0,-1 0 1 0 0,1 1-1 0 0,-1-1 0 0 0,-1 1 0 0 0,2 7 0 0 0,-3-6-175 0 0,0 1 0 0 0,0-1 0 0 0,0 0 0 0 0,-1 0 0 0 0,0 0 0 0 0,-1 0 0 0 0,1 0-1 0 0,-1 0 1 0 0,-1-1 0 0 0,1 1 0 0 0,-1-1 0 0 0,0 0 0 0 0,-1 0 0 0 0,1 0 0 0 0,-11 9 0 0 0,14-14 71 0 0,0 0 1 0 0,0 0 0 0 0,0 0-1 0 0,0 0 1 0 0,0 0-1 0 0,0 0 1 0 0,0 0 0 0 0,-1 0-1 0 0,1-1 1 0 0,0 1 0 0 0,0 0-1 0 0,-1-1 1 0 0,1 1-1 0 0,0-1 1 0 0,-1 0 0 0 0,1 1-1 0 0,-1-1 1 0 0,-1 0 0 0 0,-1 1-867 0 0</inkml:trace>
</inkml:ink>
</file>

<file path=ppt/ink/ink4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6:59.3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302 501 4120 0 0,'2'-4'1652'0'0,"4"-14"-362"0"0,-5 14-263 0 0,-2 1-796 0 0,0 0 0 0 0,0 0 0 0 0,-1 1 0 0 0,1-1-1 0 0,-1 0 1 0 0,0 1 0 0 0,1-1 0 0 0,-1 1 0 0 0,0 0-1 0 0,0 0 1 0 0,-4-4 0 0 0,2 3-83 0 0,0 0-1 0 0,1 1 1 0 0,-1-1 0 0 0,0 1-1 0 0,0 0 1 0 0,0 0 0 0 0,-1 0-1 0 0,1 0 1 0 0,0 1 0 0 0,-1-1-1 0 0,1 1 1 0 0,-1 0 0 0 0,1 1-1 0 0,-1-1 1 0 0,-7 1 0 0 0,1 0 76 0 0,0 1 0 0 0,0 1-1 0 0,1 0 1 0 0,-21 6 0 0 0,24-5-158 0 0,0-1-1 0 0,0 1 1 0 0,1 1-1 0 0,-1 0 0 0 0,1-1 1 0 0,0 2-1 0 0,-11 8 1 0 0,13-10-43 0 0,-10 8 79 0 0,12-10-98 0 0,0 1 0 0 0,0-1 1 0 0,0 1-1 0 0,0 0 0 0 0,1 0 1 0 0,-1-1-1 0 0,1 1 0 0 0,-1 0 0 0 0,1 0 1 0 0,0 0-1 0 0,0 0 0 0 0,-2 4 0 0 0,3-4 2 0 0,-6 7-1 0 0,2 0 1 0 0,-1 0-1 0 0,1 0 0 0 0,1 1 1 0 0,0 0-1 0 0,0 0 1 0 0,1 0-1 0 0,0 0 1 0 0,0 0-1 0 0,1 0 0 0 0,1 0 1 0 0,0 1-1 0 0,2 18 1 0 0,-1-26-21 0 0,-1 0 0 0 0,1-1 0 0 0,0 1 0 0 0,0 0-1 0 0,0-1 1 0 0,1 1 0 0 0,-1-1 0 0 0,1 1 0 0 0,-1-1 0 0 0,1 1 0 0 0,0-1 0 0 0,0 0 0 0 0,0 0 0 0 0,2 2 0 0 0,-3-3 7 0 0,2 2-82 0 0,11 1-34 0 0,-14-3 119 0 0,1 0-1 0 0,0-1 1 0 0,0 1-1 0 0,-1-1 1 0 0,1 1 0 0 0,0-1-1 0 0,0 0 1 0 0,0 1-1 0 0,0-1 1 0 0,-1 0 0 0 0,1 0-1 0 0,0 1 1 0 0,0-1-1 0 0,0 0 1 0 0,0 0 0 0 0,0 0-1 0 0,0 0 1 0 0,0 0-1 0 0,0 0 1 0 0,0 0-1 0 0,0-1 1 0 0,0 1 0 0 0,10-3-9 0 0,0 0 1 0 0,0 0 0 0 0,-1-1-1 0 0,0 0 1 0 0,1-1-1 0 0,-2 0 1 0 0,1-1 0 0 0,-1 0-1 0 0,1 0 1 0 0,-2-1-1 0 0,1 0 1 0 0,-1-1 0 0 0,0 0-1 0 0,0 0 1 0 0,7-11-1 0 0,0-1 19 0 0,0-1-1 0 0,-2 0 0 0 0,0 0 0 0 0,-2-1 0 0 0,18-47 0 0 0,-21 39 12 0 0,0 0 0 0 0,-2-1 1 0 0,-2 0-1 0 0,-1 0 0 0 0,-1 0 1 0 0,-1 0-1 0 0,-2 0 0 0 0,-1 0 1 0 0,-2 0-1 0 0,-1 0 0 0 0,-10-34 1 0 0,5 35-49 0 0,8 25 204 0 0,-21 9 180 0 0,22-4-347 0 0,1 0 1 0 0,0 1 0 0 0,-1-1 0 0 0,1 0 0 0 0,0 0-1 0 0,-1 0 1 0 0,1 0 0 0 0,0 0 0 0 0,-1 0-1 0 0,1 0 1 0 0,0 1 0 0 0,-1-1 0 0 0,1 0-1 0 0,0 0 1 0 0,0 0 0 0 0,-1 1 0 0 0,1-1-1 0 0,0 0 1 0 0,0 1 0 0 0,-1-1 0 0 0,1 0 0 0 0,0 0-1 0 0,0 1 1 0 0,0-1 0 0 0,0 0 0 0 0,-1 1-1 0 0,1-1 1 0 0,0 0 0 0 0,0 1 0 0 0,0-1-1 0 0,-9 22 62 0 0,0-1 0 0 0,2 1 1 0 0,0 0-1 0 0,2 1 0 0 0,1-1 0 0 0,0 1 0 0 0,2 0 0 0 0,0 0 0 0 0,2 1 0 0 0,3 33 0 0 0,-1-36-102 0 0,1 1 0 0 0,0-1-1 0 0,2 1 1 0 0,1-1 0 0 0,0-1 0 0 0,2 1 0 0 0,0-1-1 0 0,1-1 1 0 0,1 1 0 0 0,1-1 0 0 0,22 28 0 0 0,-25-38-48 0 0,0-1 0 0 0,1 1 0 0 0,-1-1 1 0 0,2-1-1 0 0,-1 1 0 0 0,1-2 0 0 0,1 1 1 0 0,-1-2-1 0 0,1 1 0 0 0,0-1 0 0 0,0-1 1 0 0,0 0-1 0 0,18 4 0 0 0,-22-7 63 0 0,1-1 0 0 0,-1 0 0 0 0,1 0 0 0 0,-1 0 0 0 0,0-1 0 0 0,1 0-1 0 0,-1 0 1 0 0,0-1 0 0 0,1 0 0 0 0,-1 0 0 0 0,0-1 0 0 0,-1 0 0 0 0,1 0 0 0 0,0 0 0 0 0,-1-1 0 0 0,11-8 0 0 0,-9 5 42 0 0,0 1 0 0 0,-1-1 0 0 0,0-1 0 0 0,0 0 0 0 0,-1 0 0 0 0,0 0-1 0 0,0 0 1 0 0,0-1 0 0 0,-2 0 0 0 0,6-11 0 0 0,-3 1 116 0 0,0-1-1 0 0,-1 0 1 0 0,5-32-1 0 0,-10 46 19 0 0,0 1-49 0 0,2-14-59 0 0,-2 14 846 0 0,-1 11-822 0 0,-1 20-68 0 0,2 0 0 0 0,0 1 1 0 0,2-1-1 0 0,1-1 0 0 0,1 1 1 0 0,10 27-1 0 0,-14-48-74 0 0,1-1 1 0 0,0 0 0 0 0,0-1-1 0 0,1 1 1 0 0,-1 0-1 0 0,1 0 1 0 0,0-1-1 0 0,5 5 1 0 0,-5-5-43 0 0,-1 0-377 0 0,-1-3 462 0 0,-1 0-1 0 0,1 0 0 0 0,-1 0 0 0 0,0-1 1 0 0,1 1-1 0 0,-1 0 0 0 0,1 0 0 0 0,-1 0 0 0 0,1 0 1 0 0,-1 0-1 0 0,1 0 0 0 0,-1 1 0 0 0,1-1 1 0 0,-1 0-1 0 0,0 0 0 0 0,1 0 0 0 0,-1 0 1 0 0,1 0-1 0 0,-1 1 0 0 0,0-1 0 0 0,1 0 1 0 0,-1 0-1 0 0,1 1 0 0 0,-1-1 0 0 0,0 0 0 0 0,1 1 1 0 0,-1-1-1 0 0,0 0 0 0 0,1 1 0 0 0,-1 0-51 0 0,1-1-1 0 0,-1 1 0 0 0,1-1 0 0 0,-1 1 0 0 0,1-1 0 0 0,0 1 0 0 0,-1-1 0 0 0,1 0 0 0 0,0 1 1 0 0,-1-1-1 0 0,1 0 0 0 0,0 0 0 0 0,0 1 0 0 0,-1-1 0 0 0,1 0 0 0 0,0 0 0 0 0,0 0 0 0 0,-1 0 1 0 0,1 0-1 0 0,0 0 0 0 0,0 0 0 0 0,0 0 0 0 0,-1 0 0 0 0,1 0 0 0 0,0 0 0 0 0,0 0 1 0 0,-1-1-1 0 0,2 1 0 0 0,21-6-1225 0 0,-13 1-522 0 0,10-15-1338 0 0,-4 1-2268 0 0</inkml:trace>
</inkml:ink>
</file>

<file path=ppt/ink/ink4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6:59.4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129 6 3984 0 0,'0'0'1437'0'0,"-6"-1"-240"0"0,-18-3-333 0 0,18 4-183 0 0,-1 0-132 0 0,-7 3-152 0 0,-1 0 0 0 0,1 1 0 0 0,-15 7 0 0 0,26-9-242 0 0,0 1-62 0 0,2-2-196 0 0,0 1-1 0 0,1-1 0 0 0,-1 1 1 0 0,0 0-1 0 0,0-1 0 0 0,1 1 1 0 0,-1 0-1 0 0,1-1 0 0 0,-1 1 1 0 0,1 0-1 0 0,0 0 1 0 0,0-1-1 0 0,0 1 0 0 0,0 0 1 0 0,0 0-1 0 0,0 0 0 0 0,0-1 1 0 0,1 1-1 0 0,-1 0 0 0 0,1-1 1 0 0,-1 1-1 0 0,1 0 0 0 0,-1-1 1 0 0,1 1-1 0 0,0 0 0 0 0,0-1 1 0 0,0 1-1 0 0,0-1 0 0 0,0 1 1 0 0,0-1-1 0 0,0 0 1 0 0,1 0-1 0 0,-1 1 0 0 0,0-1 1 0 0,1 0-1 0 0,2 1 0 0 0,12 7-2361 0 0</inkml:trace>
</inkml:ink>
</file>

<file path=ppt/ink/ink4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6:59.8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152 4 3000 0 0,'0'0'4431'0'0,"-4"-1"-3717"0"0,-15-1-73 0 0,15 1-69 0 0,-2 3-72 0 0,-2 0-352 0 0,0 1 1 0 0,0 0 0 0 0,1 0-1 0 0,-1 0 1 0 0,1 1 0 0 0,0 0-1 0 0,0 0 1 0 0,0 1 0 0 0,0 0-1 0 0,1 0 1 0 0,0 1 0 0 0,0-1-1 0 0,0 1 1 0 0,-7 11 0 0 0,12-14-127 0 0,0-1 1 0 0,0 1-1 0 0,0 0 1 0 0,0 0-1 0 0,0 0 1 0 0,0 0-1 0 0,1 0 1 0 0,-1-1-1 0 0,1 1 0 0 0,0 0 1 0 0,0 0-1 0 0,0 0 1 0 0,1 0-1 0 0,-1 0 1 0 0,1 0-1 0 0,1 6 1 0 0,-1-6-35 0 0,0 2 18 0 0,1 0 0 0 0,0 0-1 0 0,0 0 1 0 0,0 0 0 0 0,1 0 0 0 0,0-1 0 0 0,0 1 0 0 0,0-1 0 0 0,0 0-1 0 0,4 5 1 0 0,39 33-163 0 0,-45-41 150 0 0,55 40-423 0 0,-13-11 146 0 0,-39-27 176 0 0,13 13 104 0 0,-26 2 60 0 0,6-15-44 0 0,-4 2 29 0 0,-7 0-14 0 0,-2-1 0 0 0,1-1 0 0 0,0-1 1 0 0,-1 0-1 0 0,-28-1 0 0 0,38-1-134 0 0,1-1-158 0 0,-17-3-157 0 0,16 2-189 0 0,5-2-2142 0 0,1 2 2521 0 0,0 0-1 0 0,0 0 1 0 0,0 0 0 0 0,0 0 0 0 0,1 0 0 0 0,-1 0-1 0 0,0 0 1 0 0,1 0 0 0 0,-1 0 0 0 0,1 0 0 0 0,1-3 0 0 0,-1 2-417 0 0,10-18-3522 0 0</inkml:trace>
</inkml:ink>
</file>

<file path=ppt/ink/ink4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00.0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11 5152 0 0,'3'-2'-672'0'0,"6"-4"739"0"0,0 3 4464 0 0,-7 10-144 0 0,-8 14-2789 0 0,-4 10-1393 0 0,0 0 0 0 0,2 1 0 0 0,2 0 0 0 0,1 0 0 0 0,-1 35 0 0 0,5-47-258 0 0,1 0 0 0 0,0 0 0 0 0,2-1 0 0 0,1 1 0 0 0,0-1 0 0 0,1 1 0 0 0,1-1 0 0 0,1 0 0 0 0,16 35 0 0 0,-19-48-185 0 0,1 0 0 0 0,0 0-1 0 0,0 0 1 0 0,0-1 0 0 0,1 1-1 0 0,-1-1 1 0 0,1 0 0 0 0,10 7-1 0 0,-11-9-177 0 0,0-1 0 0 0,0 0 0 0 0,0 0 0 0 0,0 0 0 0 0,0 0 0 0 0,1-1-1 0 0,-1 1 1 0 0,1-1 0 0 0,-1 0 0 0 0,1-1 0 0 0,-1 1 0 0 0,1-1 0 0 0,6 0 0 0 0,-1-2-2435 0 0,13-9-2051 0 0</inkml:trace>
</inkml:ink>
</file>

<file path=ppt/ink/ink4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00.2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75 59 3100 0 0,'-6'-1'1232'0'0,"-43"-10"1235"0"0,44 10-1799 0 0,1 0-34 0 0,4 1-584 0 0,-1 0 0 0 0,1 0 0 0 0,0 0 0 0 0,-1 0-1 0 0,1 0 1 0 0,-1 0 0 0 0,1 0 0 0 0,-1 0 0 0 0,1 0 0 0 0,0 0 0 0 0,-1 0 0 0 0,1 0 0 0 0,-1 0 0 0 0,1 0 0 0 0,0-1 0 0 0,-1 1 0 0 0,1 0 0 0 0,0 0 0 0 0,-1-1 0 0 0,1 1 0 0 0,0 0 0 0 0,-1 0-1 0 0,1-1 1 0 0,0 1 0 0 0,0 0 0 0 0,-1-1 0 0 0,1 1 0 0 0,0 0 0 0 0,0-1 0 0 0,-1 1 0 0 0,1-1 0 0 0,14-5 392 0 0,43 0-909 0 0,-43 5 496 0 0,171-20-5618 0 0,-147 17 1515 0 0</inkml:trace>
</inkml:ink>
</file>

<file path=ppt/ink/ink4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00.7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184 91 2392 0 0,'41'-28'3854'0'0,"-37"24"-3303"0"0,5-11 231 0 0,-7 14-669 0 0,0-2 649 0 0,-3 3-744 0 0,1-1-1 0 0,0 1 1 0 0,0 0-1 0 0,-1 0 1 0 0,1 0-1 0 0,0-1 1 0 0,-1 1-1 0 0,1 0 1 0 0,0 0 0 0 0,0-1-1 0 0,0 1 1 0 0,-1 0-1 0 0,1-1 1 0 0,0 1-1 0 0,0 0 1 0 0,0-1-1 0 0,0 1 1 0 0,0 0-1 0 0,0-1 1 0 0,0 1-1 0 0,0 0 1 0 0,0-1 0 0 0,-1 1-1 0 0,1 0 1 0 0,0-1-1 0 0,1 1 1 0 0,-1 0-1 0 0,0-1 1 0 0,0 1-1 0 0,0 0 1 0 0,0-1-1 0 0,0 1 1 0 0,0-1 12 0 0,1 0 1 0 0,-1 1-1 0 0,0-1 0 0 0,0 1 1 0 0,0-1-1 0 0,0 1 0 0 0,0-1 1 0 0,0 1-1 0 0,0-1 0 0 0,0 0 1 0 0,0 1-1 0 0,0-1 0 0 0,-1 1 1 0 0,1-1-1 0 0,0 1 0 0 0,0-1 1 0 0,0 1-1 0 0,-1-1 0 0 0,1 1 1 0 0,0-1-1 0 0,-1 1 0 0 0,1-1 1 0 0,0 1-1 0 0,-1-1 0 0 0,1 1 1 0 0,0 0-1 0 0,-1-1 0 0 0,1 1 1 0 0,-1-1-1 0 0,1 1 0 0 0,-1 0 1 0 0,1 0-1 0 0,-1-1 0 0 0,-16-8 331 0 0,13 7-66 0 0,-2 2-31 0 0,-2-1-167 0 0,1 0 0 0 0,0 1-1 0 0,-1 0 1 0 0,1 1-1 0 0,0 0 1 0 0,-1 0 0 0 0,1 0-1 0 0,0 1 1 0 0,0 0 0 0 0,0 1-1 0 0,0-1 1 0 0,-8 5-1 0 0,7-1-46 0 0,-1 0-1 0 0,2 0 0 0 0,-1 0 0 0 0,1 1 0 0 0,0 0 0 0 0,0 1 0 0 0,0-1 0 0 0,1 1 0 0 0,1 0 1 0 0,-1 1-1 0 0,1 0 0 0 0,1-1 0 0 0,0 2 0 0 0,-4 10 0 0 0,7-16-29 0 0,0 3-45 0 0,0 19-1 0 0,1-19 4 0 0,1-2-12 0 0,1-1 0 0 0,0 1 1 0 0,-1-1-1 0 0,2 1 0 0 0,-1-1 0 0 0,0 0 1 0 0,1 0-1 0 0,6 7 0 0 0,-6-8-68 0 0,1-2 74 0 0,0 0 18 0 0,-3 0 3 0 0,1-1-1 0 0,-1 1 1 0 0,0-1-1 0 0,0 1 1 0 0,1-1-1 0 0,-1 0 1 0 0,0 0-1 0 0,0 0 1 0 0,1 1 0 0 0,-1-1-1 0 0,0-1 1 0 0,1 1-1 0 0,-1 0 1 0 0,0 0-1 0 0,1 0 1 0 0,-1-1-1 0 0,2 0 1 0 0,35-9 24 0 0,-32 7 0 0 0,-2-1-3 0 0,6-4 111 0 0,0 1-1 0 0,0-2 0 0 0,-1 1 0 0 0,0-1 0 0 0,-1 0 0 0 0,0-1 0 0 0,10-15 0 0 0,-13 18 80 0 0,-2 3 138 0 0,-1 0 26 0 0,9-12 61 0 0,-10 15-389 0 0,-1 0 0 0 0,1 0 0 0 0,-1 1 0 0 0,1-1 0 0 0,0 0 0 0 0,-1 0 0 0 0,1 0 0 0 0,0 1 0 0 0,0-1 0 0 0,-1 0 0 0 0,1 1 0 0 0,0-1 1 0 0,0 1-1 0 0,0-1 0 0 0,0 1 0 0 0,0-1 0 0 0,0 1 0 0 0,-1 0 0 0 0,1-1 0 0 0,0 1 0 0 0,0 0 0 0 0,0 0 0 0 0,0 0 0 0 0,0 0 0 0 0,0 0 0 0 0,2 0 0 0 0,5 6-17 0 0,-1 0-1 0 0,0 0 0 0 0,0 1 0 0 0,-1 0 0 0 0,0 1 0 0 0,7 10 0 0 0,25 38-2171 0 0,-36-53 1379 0 0,1 0-123 0 0,10 10-1 0 0,-10-10-109 0 0,2-2-2955 0 0,16 0 1642 0 0,-16-1-1627 0 0</inkml:trace>
</inkml:ink>
</file>

<file path=ppt/ink/ink4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01.1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9 2820 0 0,'0'0'1202'0'0,"4"-2"-253"0"0,-4 1-873 0 0,1 1 0 0 0,-1-1 0 0 0,1 1 0 0 0,0-1 0 0 0,-1 1 0 0 0,1-1 0 0 0,0 1 0 0 0,-1 0 0 0 0,1-1 0 0 0,0 1 0 0 0,0 0 0 0 0,-1-1 0 0 0,1 1 0 0 0,0 0 0 0 0,0 0 0 0 0,0 0 0 0 0,-1 0 0 0 0,1 0 0 0 0,0 0 0 0 0,0 0 0 0 0,-1 0 0 0 0,1 0 0 0 0,0 0 0 0 0,0 0 0 0 0,0 1 0 0 0,-1-1 0 0 0,1 0 0 0 0,0 0 0 0 0,0 1 0 0 0,-1-1 0 0 0,1 1 0 0 0,0-1 0 0 0,-1 1 0 0 0,1-1 0 0 0,-1 1 0 0 0,1-1 0 0 0,0 1 0 0 0,-1-1 0 0 0,1 1 0 0 0,0 1 0 0 0,1 0 144 0 0,5 21 270 0 0,-5-18-371 0 0,2 16 2 0 0,-3-16 28 0 0,0 0-6 0 0,3 13 2 0 0,-3-13 11 0 0,-1 0-25 0 0,1 16-6 0 0,-1-16 160 0 0,0 0-130 0 0,0 0 12 0 0,-1-1-1 0 0,0 1 0 0 0,0-1 1 0 0,0 0-1 0 0,0 1 0 0 0,-1-1 1 0 0,-3 6-1 0 0,3-7 626 0 0,2-3-785 0 0,0 0 1 0 0,0-1-1 0 0,0 1 0 0 0,0 0 0 0 0,-1-1 0 0 0,1 1 1 0 0,0 0-1 0 0,0-1 0 0 0,0 1 0 0 0,-1 0 0 0 0,1 0 1 0 0,0-1-1 0 0,0 1 0 0 0,-1 0 0 0 0,1 0 0 0 0,0 0 1 0 0,-1-1-1 0 0,1 1 0 0 0,0 0 0 0 0,-1 0 0 0 0,1 0 1 0 0,0 0-1 0 0,-1 0 0 0 0,1 0 0 0 0,0 0 0 0 0,-1 0 1 0 0,1 0-1 0 0,0 0 0 0 0,-1 0 0 0 0,1 0 0 0 0,-1 0 1 0 0,1 0-1 0 0,-1 0 10 0 0,0 0 1 0 0,0 0 0 0 0,1 0-1 0 0,-1 0 1 0 0,0 0-1 0 0,1-1 1 0 0,-1 1 0 0 0,0 0-1 0 0,1 0 1 0 0,-1 0 0 0 0,0-1-1 0 0,1 1 1 0 0,-1 0-1 0 0,0-1 1 0 0,1 1 0 0 0,-1 0-1 0 0,1-1 1 0 0,-1 1 0 0 0,1-1-1 0 0,-1 1 1 0 0,1-1-1 0 0,-1 1 1 0 0,1-1 0 0 0,-1 0-1 0 0,1 1 1 0 0,-1-2 0 0 0,-6-12 152 0 0,5 11-46 0 0,1-2 16 0 0,-3-15 48 0 0,2 15 144 0 0,3-1-152 0 0,-1 3-179 0 0,0 0 30 0 0,0 0 1 0 0,0 0-1 0 0,0 0 0 0 0,0 0 1 0 0,1 0-1 0 0,0 0 1 0 0,-1 0-1 0 0,1 0 0 0 0,0 0 1 0 0,0 0-1 0 0,0 0 0 0 0,1 1 1 0 0,-1-1-1 0 0,1 0 1 0 0,0 1-1 0 0,-1-1 0 0 0,1 1 1 0 0,4-4-1 0 0,12-8 30 0 0,-13 11-30 0 0,-4 3-30 0 0,-1 0 1 0 0,1 0-1 0 0,0 0 0 0 0,0 0 0 0 0,0 0 1 0 0,-1 0-1 0 0,1 0 0 0 0,0-1 1 0 0,0 1-1 0 0,-1 0 0 0 0,1 0 0 0 0,0-1 1 0 0,0 1-1 0 0,-1 0 0 0 0,1-1 1 0 0,0 1-1 0 0,-1-1 0 0 0,2 0 0 0 0,-1 0-4 0 0,0 0 0 0 0,0 1 0 0 0,1-1 0 0 0,-1 0 0 0 0,0 1 0 0 0,0-1 0 0 0,1 1 0 0 0,-1-1 0 0 0,0 1 0 0 0,1-1 0 0 0,-1 1 0 0 0,0 0 0 0 0,1 0 0 0 0,-1 0 0 0 0,1 0 0 0 0,1 0 0 0 0,-2 0 6 0 0,40 1-127 0 0,-38 0 84 0 0,1-1 1 0 0,-1 1 0 0 0,0 0-1 0 0,1 0 1 0 0,-1 0 0 0 0,0 0 0 0 0,0 1-1 0 0,0-1 1 0 0,0 1 0 0 0,0 0-1 0 0,0-1 1 0 0,0 2 0 0 0,3 1-1 0 0,-3 0-13 0 0,0-1 3 0 0,0 0 1 0 0,0 0-1 0 0,0 1 1 0 0,0-1-1 0 0,-1 1 1 0 0,0 0-1 0 0,1 0 1 0 0,-1 0-1 0 0,-1 0 1 0 0,1 0-1 0 0,0 0 1 0 0,-1 0-1 0 0,1 6 1 0 0,0-1-23 0 0,-1-6 34 0 0,0 0 0 0 0,-1 0-1 0 0,1 0 1 0 0,-1 1 0 0 0,0-1-1 0 0,0 0 1 0 0,0 0 0 0 0,0 1-1 0 0,-1 5 1 0 0,-2 12-202 0 0,-1-1 0 0 0,0 1-1 0 0,-2-1 1 0 0,0 1 0 0 0,-1-1 0 0 0,-15 28 0 0 0,15-34-431 0 0,0-1 0 0 0,-2 0 0 0 0,1 0 0 0 0,-2-1 0 0 0,0 0 0 0 0,0-1 0 0 0,-1 0 0 0 0,0 0 0 0 0,-1-1 0 0 0,-17 11 0 0 0,3-6-3313 0 0</inkml:trace>
</inkml:ink>
</file>

<file path=ppt/ink/ink4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08.9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101 27 3432 0 0,'0'0'3161'0'0,"-1"-5"-2545"0"0,-4-12-116 0 0,4 13 919 0 0,-5 4-1085 0 0,-17 1-10 0 0,21 0-267 0 0,-1-1 0 0 0,1 1 0 0 0,0 0 0 0 0,-1 0 0 0 0,1 1 0 0 0,0-1 0 0 0,0 0 0 0 0,0 1 0 0 0,0-1 0 0 0,0 1 0 0 0,0-1 0 0 0,1 1 0 0 0,-1 0 0 0 0,0 0 0 0 0,1 0 0 0 0,0 0 0 0 0,-1 0-1 0 0,-1 4 1 0 0,3-5-53 0 0,-4 5 52 0 0,1 0 0 0 0,-1 0 0 0 0,1 1 0 0 0,1 0 0 0 0,-1-1 0 0 0,1 1-1 0 0,0 0 1 0 0,1 0 0 0 0,0 0 0 0 0,0 0 0 0 0,0 1 0 0 0,1-1 0 0 0,0 0 0 0 0,1 0 0 0 0,-1 0 0 0 0,1 0 0 0 0,1 0 0 0 0,-1 0 0 0 0,1 0 0 0 0,3 8 0 0 0,-4-13-52 0 0,-1 0-1 0 0,1 0 0 0 0,0 0 1 0 0,-1 0-1 0 0,1-1 1 0 0,0 1-1 0 0,0 0 1 0 0,0 0-1 0 0,0-1 0 0 0,0 1 1 0 0,0 0-1 0 0,3 1 1 0 0,0 2 0 0 0,-2-3-24 0 0,0 1 0 0 0,1-1 1 0 0,-1 1-1 0 0,1-1 1 0 0,0 0-1 0 0,-1 1 0 0 0,1-1 1 0 0,0-1-1 0 0,0 1 0 0 0,0 0 1 0 0,1-1-1 0 0,-1 0 0 0 0,0 1 1 0 0,4-1-1 0 0,-4 0-26 0 0,2 1-112 0 0,0 0 0 0 0,1-1-1 0 0,-1 0 1 0 0,0 0 0 0 0,1-1 0 0 0,-1 1 0 0 0,1-1-1 0 0,-1 0 1 0 0,9-2 0 0 0,-9 2 25 0 0,10-2-170 0 0,-1 0 0 0 0,0-1 0 0 0,1 0 0 0 0,-1-1 0 0 0,0-1 0 0 0,0 0 0 0 0,-1-1 0 0 0,0 0 0 0 0,0-2 0 0 0,14-9 0 0 0,-21 13 283 0 0,1-1 0 0 0,-1 0 0 0 0,0 0-1 0 0,-1 0 1 0 0,7-8 0 0 0,-8 7 23 0 0,-1 3 49 0 0,0-1-33 0 0,-2-1 168 0 0,1 0-1 0 0,0 0 1 0 0,-1 1 0 0 0,0-1 0 0 0,0 0-1 0 0,0 0 1 0 0,-1 0 0 0 0,0-7 0 0 0,-4 12 9 0 0,-15 2-8 0 0,15-1 153 0 0,0 2-217 0 0,-24 27 485 0 0,26-27-218 0 0,5 0-335 0 0,-3-3-48 0 0,1 1 0 0 0,1 0 0 0 0,-1 0 0 0 0,0 0 0 0 0,0 0-1 0 0,0 0 1 0 0,0 1 0 0 0,0-1 0 0 0,0 0 0 0 0,0 0 0 0 0,-1 1-1 0 0,2 1 1 0 0,3-3 15 0 0,15-4-10 0 0,-15 4-8 0 0,0-3-22 0 0,8-3-22 0 0,0 0 1 0 0,-1-1-1 0 0,0-1 0 0 0,0 0 0 0 0,0-1 0 0 0,9-9 0 0 0,-20 17 41 0 0,2-1-16 0 0,0-1 0 0 0,-1 1 0 0 0,1-1 0 0 0,-1 0 0 0 0,0 1 0 0 0,0-1 0 0 0,0 0 1 0 0,0 0-1 0 0,0 0 0 0 0,1-4 0 0 0,-9-19-23 0 0,5 21 15 0 0,1 5 23 0 0,-1 0-1 0 0,0 0 1 0 0,1 0-1 0 0,-1 0 1 0 0,1 0-1 0 0,-1-1 1 0 0,0 1 0 0 0,1 0-1 0 0,-1 0 1 0 0,1 0-1 0 0,-1-1 1 0 0,0 1-1 0 0,1 0 1 0 0,-1 0-1 0 0,1-1 1 0 0,-1 1-1 0 0,1 0 1 0 0,-1-1 0 0 0,1 1-1 0 0,0-1 1 0 0,-1 0-1 0 0,0 1 3 0 0,1-1-1 0 0,-1 0 1 0 0,0 1 0 0 0,1-1-1 0 0,-1 1 1 0 0,0-1 0 0 0,1 1 0 0 0,-1 0-1 0 0,0-1 1 0 0,0 1 0 0 0,1 0-1 0 0,-1-1 1 0 0,0 1 0 0 0,0 0-1 0 0,1 0 1 0 0,-1 0 0 0 0,0 0-1 0 0,0 0 1 0 0,0 0 0 0 0,0 0-1 0 0,1 0 1 0 0,-1 0 0 0 0,0 0-1 0 0,0 0 1 0 0,0 0 0 0 0,0 1-1 0 0,-6 0 83 0 0,0 1-1 0 0,0 0 0 0 0,1 0 1 0 0,-1 0-1 0 0,1 1 0 0 0,-1 0 1 0 0,1 1-1 0 0,0-1 0 0 0,0 1 1 0 0,0 0-1 0 0,1 0 1 0 0,0 1-1 0 0,-1 0 0 0 0,2 0 1 0 0,-1 0-1 0 0,0 1 0 0 0,1-1 1 0 0,0 1-1 0 0,1 0 0 0 0,-6 11 1 0 0,8-16-55 0 0,0 1 1 0 0,0-1-1 0 0,0 1 1 0 0,1-1-1 0 0,-1 1 1 0 0,0 0-1 0 0,1-1 1 0 0,-1 1 0 0 0,1 0-1 0 0,0 0 1 0 0,-1 0-1 0 0,1-1 1 0 0,0 1-1 0 0,1 3 1 0 0,-1 1 47 0 0,-1-2-35 0 0,1 0-1 0 0,1 0 0 0 0,-1 0 1 0 0,0 0-1 0 0,1 0 0 0 0,0 0 1 0 0,0 0-1 0 0,0-1 0 0 0,0 1 1 0 0,1 0-1 0 0,-1 0 0 0 0,1-1 1 0 0,3 6-1 0 0,-3-6-29 0 0,1 2 1 0 0,0-1 0 0 0,0 1 0 0 0,0-1 0 0 0,0 1 0 0 0,1-1 0 0 0,0-1 0 0 0,0 1 0 0 0,0 0 0 0 0,0-1 0 0 0,0 0 0 0 0,1 0 0 0 0,-1 0 0 0 0,1 0 0 0 0,0-1 0 0 0,0 0-1 0 0,0 0 1 0 0,10 3 0 0 0,3-2-171 0 0,-1 1-1 0 0,1-2 0 0 0,31 1 0 0 0,-20-4-549 0 0,0 0 0 0 0,-1-2-1 0 0,39-8 1 0 0,32-15-4059 0 0,-53 12-107 0 0</inkml:trace>
</inkml:ink>
</file>

<file path=ppt/ink/ink4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07.0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31 2960 0 0,'-1'-5'1751'0'0,"-2"-21"6118"0"0,6 31-7412 0 0,4 6-285 0 0,-1 1 1 0 0,0 0 0 0 0,0 0 0 0 0,-2 0 0 0 0,6 20 0 0 0,13 76 253 0 0,-4-18-178 0 0,11 28-2108 0 0,-29-114 1146 0 0,-1-4 665 0 0,0 1 1 0 0,0-1-1 0 0,0 1 1 0 0,0-1-1 0 0,1 1 1 0 0,-1-1-1 0 0,0 1 1 0 0,0-1-1 0 0,0 1 1 0 0,1-1-1 0 0,-1 1 1 0 0,0-1-1 0 0,0 0 1 0 0,1 1-1 0 0,-1-1 1 0 0,0 1-1 0 0,1-1 1 0 0,-1 0-1 0 0,0 1 1 0 0,1-1-1 0 0,-1 0 1 0 0,1 1-1 0 0,-1-1 1 0 0,1 0-1 0 0,5 5-1413 0 0,-5 1-2848 0 0</inkml:trace>
</inkml:ink>
</file>

<file path=ppt/ink/ink4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09.6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288 18 3296 0 0,'1'-1'129'0'0,"-1"1"1"0"0,0 0-1 0 0,1-1 0 0 0,-1 1 0 0 0,0-1 0 0 0,1 1 0 0 0,-1-1 0 0 0,0 1 0 0 0,0-1 0 0 0,1 1 1 0 0,-1-1-1 0 0,0 1 0 0 0,0-1 0 0 0,0 1 0 0 0,0-1 0 0 0,0 1 0 0 0,0-1 0 0 0,0 1 1 0 0,0-1-1 0 0,0 1 0 0 0,0-1 0 0 0,0 1 0 0 0,0-1 0 0 0,0 1 0 0 0,0-1 0 0 0,0 1 0 0 0,-1-1 1 0 0,1 1-1 0 0,0-1 0 0 0,0 1 0 0 0,-1-1 0 0 0,1 1 0 0 0,0 0 0 0 0,0-1 0 0 0,-1 0 1 0 0,-18 9 1600 0 0,-29 31-265 0 0,-10 26-1084 0 0,-93 138 0 0 0,149-199-681 0 0,0 0-40 0 0,-5 11-36 0 0,5-11-21 0 0,8-5-4275 0 0,19-4 3777 0 0,-24 5 802 0 0,1 0-1 0 0,-1 0 0 0 0,0-1 0 0 0,1 1 0 0 0,-1 0 1 0 0,0-1-1 0 0,0 1 0 0 0,1-1 0 0 0,-1 0 0 0 0,0 1 0 0 0,0-1 1 0 0,0 0-1 0 0,0 0 0 0 0,0 1 0 0 0,0-1 0 0 0,0 0 0 0 0,0 0 1 0 0,0 0-1 0 0,1-2 0 0 0,0 0-392 0 0,2-1-2034 0 0</inkml:trace>
</inkml:ink>
</file>

<file path=ppt/ink/ink4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09.8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60 3404 0 0,'67'-57'3531'0'0,"-64"55"-2487"0"0,3 2-740 0 0,14 1-21 0 0,-14-1 1 0 0,-3 3-37 0 0,6 5-100 0 0,0 1 1 0 0,-1 0-1 0 0,1 0 1 0 0,9 16-1 0 0,-7-10-212 0 0,0 0 0 0 0,1-1 0 0 0,17 16 0 0 0,36 16-2031 0 0,-61-44 999 0 0,-2-2 895 0 0,0 0 0 0 0,-1 0 1 0 0,1 0-1 0 0,0 0 0 0 0,-1 0 0 0 0,1 0 0 0 0,0 1 0 0 0,-1-1 0 0 0,1 0 0 0 0,-1 1 0 0 0,1-1 0 0 0,2 2 0 0 0,-3-2-247 0 0,4 1-2818 0 0</inkml:trace>
</inkml:ink>
</file>

<file path=ppt/ink/ink4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10.1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61 44 2864 0 0,'-17'-40'5261'0'0,"15"36"-3858"0"0,1 5-1329 0 0,-1-1 0 0 0,1 1 0 0 0,0 0-1 0 0,-1 0 1 0 0,1 0 0 0 0,0-1 0 0 0,0 1 0 0 0,0 0-1 0 0,0 1 1 0 0,0-1 0 0 0,0 0 0 0 0,0 0 0 0 0,0 0-1 0 0,0 1 1 0 0,0-1 0 0 0,0 0 0 0 0,1 1 0 0 0,-1-1-1 0 0,1 0 1 0 0,-1 1 0 0 0,1-1 0 0 0,-1 3-1 0 0,-9 34 467 0 0,10-36-497 0 0,-5 39 159 0 0,1 1 0 0 0,4 81 0 0 0,1-96-169 0 0,8 109-1212 0 0,-6-113-592 0 0,1-1 1 0 0,1 1-1 0 0,11 32 1 0 0</inkml:trace>
</inkml:ink>
</file>

<file path=ppt/ink/ink4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10.3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13 3468 0 0,'0'0'2237'0'0,"2"-4"-1439"0"0,4-4 2240 0 0,-5 22-223 0 0,-1-9-3614 0 0,0 1 966 0 0,0 0-61 0 0,13 72 172 0 0,-12-74-294 0 0,1 2-69 0 0,6 16-81 0 0,-6-17-77 0 0,8 13-483 0 0,-8-15 282 0 0,-1-2-113 0 0,-1 0 510 0 0,0-1 0 0 0,1 0 0 0 0,-1 1 0 0 0,0-1 0 0 0,1 0-1 0 0,-1 1 1 0 0,0-1 0 0 0,1 0 0 0 0,-1 0 0 0 0,0 1 0 0 0,1-1 0 0 0,-1 0-1 0 0,1 0 1 0 0,-1 0 0 0 0,1 0 0 0 0,-1 1 0 0 0,1-1 0 0 0,-1 0 0 0 0,0 0 0 0 0,1 0-1 0 0,-1 0 1 0 0,1 0 0 0 0,-1 0 0 0 0,1 0 0 0 0,0 0 0 0 0,-1-1-46 0 0,1 1 0 0 0,0 0 1 0 0,-1 0-1 0 0,1 0 0 0 0,-1 0 0 0 0,1 0 1 0 0,0 1-1 0 0,-1-1 0 0 0,1 0 1 0 0,-1 0-1 0 0,1 0 0 0 0,0 0 0 0 0,-1 1 1 0 0,1-1-1 0 0,-1 0 0 0 0,1 1 1 0 0,-1-1-1 0 0,1 0 0 0 0,-1 1 0 0 0,1-1 1 0 0,0 1-1 0 0,2-3-2334 0 0,13-7-1712 0 0</inkml:trace>
</inkml:ink>
</file>

<file path=ppt/ink/ink4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10.6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66 12 2844 0 0,'0'0'1697'0'0,"-4"-3"-997"0"0,1 2-424 0 0,0 0-1 0 0,0-1 1 0 0,0 1-1 0 0,-1 0 1 0 0,1 1 0 0 0,0-1-1 0 0,-1 0 1 0 0,1 1-1 0 0,0 0 1 0 0,-1 0 0 0 0,-4 0-1 0 0,3 1 372 0 0,-7 14 914 0 0,32-18-1542 0 0,-16 2 0 0 0</inkml:trace>
</inkml:ink>
</file>

<file path=ppt/ink/ink4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10.8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25 4192 0 0,'1'-4'1626'0'0,"7"-16"5231"0"0,-7 23-6505 0 0,4 10-171 0 0,-1 0 0 0 0,-1-1 1 0 0,0 1-1 0 0,2 21 1 0 0,2 70-49 0 0,-4-54-399 0 0,3 5-601 0 0,1 41-732 0 0,-10-26-5296 0 0,0-41 2495 0 0</inkml:trace>
</inkml:ink>
</file>

<file path=ppt/ink/ink4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11.0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8 174 2580 0 0,'-3'-7'504'0'0,"-1"-2"134"0"0,4 2 3153 0 0,0 6-3760 0 0,0 1 0 0 0,0 0 0 0 0,0-1 0 0 0,1 1 0 0 0,-1-1 0 0 0,0 1 0 0 0,1 0 0 0 0,-1-1 0 0 0,0 1 0 0 0,1-1 0 0 0,-1 1 0 0 0,0 0 0 0 0,1 0 0 0 0,-1-1 1 0 0,1 1-1 0 0,-1 0 0 0 0,0 0 0 0 0,1-1 0 0 0,-1 1 0 0 0,1 0 0 0 0,-1 0 0 0 0,1 0 0 0 0,-1 0 0 0 0,1 0 0 0 0,0 0 0 0 0,0 0-5 0 0,-1 0 1 0 0,1-1-1 0 0,-1 1 0 0 0,1 0 0 0 0,-1 0 0 0 0,0 0 0 0 0,1 0 1 0 0,-1 0-1 0 0,1-1 0 0 0,-1 1 0 0 0,1 0 0 0 0,-1 0 0 0 0,1-1 1 0 0,-1 1-1 0 0,0 0 0 0 0,1 0 0 0 0,-1-1 0 0 0,0 1 1 0 0,1-1-1 0 0,-1 1 0 0 0,0 0 0 0 0,1-1 0 0 0,-1 1 0 0 0,0-1 1 0 0,1 0-1 0 0,4 0 334 0 0,163-42-256 0 0,-139 34-1586 0 0,-1-2 0 0 0,0-1 0 0 0,49-30 0 0 0,-51 24-2015 0 0</inkml:trace>
</inkml:ink>
</file>

<file path=ppt/ink/ink4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11.6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136 84 2936 0 0,'-1'-7'1260'0'0,"-10"-49"2178"0"0,9 52-2167 0 0,0 3-1073 0 0,0 0 0 0 0,0 0 0 0 0,0-1 1 0 0,1 1-1 0 0,-1 0 0 0 0,1-1 0 0 0,-1 1 0 0 0,1-1 1 0 0,-1 1-1 0 0,0-3 0 0 0,-2 6 219 0 0,-1 2-301 0 0,0 0 1 0 0,0 0 0 0 0,1 0-1 0 0,0 0 1 0 0,0 0 0 0 0,0 1 0 0 0,0 0-1 0 0,1 0 1 0 0,0 0 0 0 0,0 0-1 0 0,0 1 1 0 0,1-1 0 0 0,-4 12-1 0 0,-3 11 204 0 0,-9 47-1 0 0,10-25-200 0 0,3 1-1 0 0,1 0 1 0 0,7 92 0 0 0,-2-126-125 0 0,3 4-7 0 0,2-7 12 0 0,8 20-2 0 0,-9-29-4 0 0,-1-3 1 0 0,-1 1-5 0 0,10 2-3 0 0,-12-5 17 0 0,-1 1 1 0 0,1 0-1 0 0,0-1 1 0 0,0 1-1 0 0,-1-1 1 0 0,1 0-1 0 0,0 1 1 0 0,0-1-1 0 0,0 0 1 0 0,0 1-1 0 0,0-1 1 0 0,-1 0 0 0 0,1 0-1 0 0,0 0 1 0 0,0 0-1 0 0,0 0 1 0 0,0 0-1 0 0,0 0 1 0 0,0 0-1 0 0,0 0 1 0 0,0 0-1 0 0,0 0 1 0 0,-1-1-1 0 0,3 1 1 0 0,8-3 1 0 0,0 0 0 0 0,-1-1 0 0 0,1 0 0 0 0,-1-1 0 0 0,1 0-1 0 0,-1 0 1 0 0,12-10 0 0 0,-4 0-23 0 0,-1 0 0 0 0,26-31 0 0 0,-10 6 207 0 0,-30 37-251 0 0,0 0 9 0 0,11-10-213 0 0,-10 15 277 0 0,-2 1-5 0 0,1 1 1 0 0,0-1 0 0 0,-1 0-1 0 0,1 1 1 0 0,-1-1-1 0 0,0 1 1 0 0,0 0-1 0 0,2 7 1 0 0,-3-6-11 0 0,1-1-10 0 0,5 12-12 0 0,-5-12-72 0 0,0-1 88 0 0,9 10 4 0 0,-9-9 54 0 0,2-2-32 0 0,13 8-14 0 0,-13-8 5 0 0,1-1 5 0 0,15 0-1 0 0,-15-1-13 0 0,-1-1 13 0 0,40-16 172 0 0,-40 15 85 0 0,18-3-170 0 0,-18 4-52 0 0,0 3-2 0 0,12 8-26 0 0,-11-7-16 0 0,-3 0-38 0 0,10 13 18 0 0,-9-12-72 0 0,0 0-142 0 0,22 31-1144 0 0,-23-32 774 0 0,1 0-45 0 0,-1-1 149 0 0,1 0 0 0 0,0 0 0 0 0,0 0 0 0 0,0 0 0 0 0,0-1 1 0 0,0 1-1 0 0,0-1 0 0 0,1 0 0 0 0,-1 0 0 0 0,6 1 0 0 0,-4-2-1805 0 0</inkml:trace>
</inkml:ink>
</file>

<file path=ppt/ink/ink4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11.8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141 0 1788 0 0,'-29'2'1155'0'0,"23"-2"-132"0"0,0 1-113 0 0,-18 3-209 0 0,18-3-344 0 0,0 1 146 0 0,-42 17 1123 0 0,44-17-1080 0 0,4-1-519 0 0,-1-1 1 0 0,0 0 0 0 0,1 0-1 0 0,-1 1 1 0 0,0-1-1 0 0,1 0 1 0 0,-1 1 0 0 0,1-1-1 0 0,-1 1 1 0 0,1-1-1 0 0,-1 0 1 0 0,1 1 0 0 0,-1 0-1 0 0,1-1 1 0 0,-1 1 0 0 0,1-1-1 0 0,0 1 1 0 0,-1-1-1 0 0,1 1 1 0 0,0 0 0 0 0,0-1-1 0 0,-1 1 1 0 0,1 0-1 0 0,0-1 1 0 0,0 1 0 0 0,0 0-1 0 0,0-1 1 0 0,0 1-1 0 0,0 0 1 0 0,0-1 0 0 0,0 1-1 0 0,0 0 1 0 0,0 1-195 0 0,0-1 0 0 0,0 0-1 0 0,0 0 1 0 0,0 0 0 0 0,0 0 0 0 0,0 1 0 0 0,0-1 0 0 0,0 0 0 0 0,1 0-1 0 0,-1 0 1 0 0,0 0 0 0 0,1 0 0 0 0,-1 0 0 0 0,1 0 0 0 0,-1 0 0 0 0,1 0-1 0 0,1 2 1 0 0,3-4-2224 0 0,20-2-1689 0 0</inkml:trace>
</inkml:ink>
</file>

<file path=ppt/ink/ink4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12.2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3304 0 0,'0'0'1298'0'0,"2"4"-181"0"0,6 13-233 0 0,-6-12-169 0 0,-2-4-632 0 0,0 0 0 0 0,0 1 1 0 0,0-1-1 0 0,0 0 0 0 0,0 0 0 0 0,1 1 0 0 0,-1-1 1 0 0,0 0-1 0 0,1 0 0 0 0,-1 1 0 0 0,1-1 1 0 0,1 2-1 0 0,-1-1 85 0 0,0 2 362 0 0,0 1-77 0 0,5 47 822 0 0,-6-47-907 0 0,0 1-206 0 0,-2 3-89 0 0,0-1 534 0 0,1 1 0 0 0,0-1 0 0 0,0 16 0 0 0,1-24-601 0 0,0 0 0 0 0,0-1 1 0 0,-1 1-1 0 0,1 0 0 0 0,0 0 0 0 0,0-1 0 0 0,0 1 0 0 0,0 0 0 0 0,0 0 0 0 0,-1-1 0 0 0,1 1 1 0 0,0 0-1 0 0,0 0 0 0 0,-1-1 0 0 0,1 1 0 0 0,0 0 0 0 0,0 0 0 0 0,-1 0 0 0 0,1 0 0 0 0,0-1 1 0 0,0 1-1 0 0,-1 0 0 0 0,1 0 0 0 0,0 0 0 0 0,-1 0 0 0 0,1 0 0 0 0,0 0 0 0 0,-1 0 0 0 0,1 0 1 0 0,-1 0 2 0 0,1 0 0 0 0,-1 0 0 0 0,1 0 1 0 0,-1-1-1 0 0,1 1 0 0 0,0 0 1 0 0,-1 0-1 0 0,1 0 0 0 0,-1 0 1 0 0,1-1-1 0 0,-1 1 0 0 0,1 0 1 0 0,0 0-1 0 0,-1-1 0 0 0,1 1 1 0 0,0 0-1 0 0,-1-1 0 0 0,1 1 1 0 0,0 0-1 0 0,-1-1 0 0 0,1 1 1 0 0,0 0-1 0 0,0-1 0 0 0,0 1 1 0 0,-1-1-1 0 0,1 1 0 0 0,0 0 0 0 0,0-1 1 0 0,0 1-1 0 0,0-1 0 0 0,0 1 1 0 0,0-1-1 0 0,-1 1 0 0 0,1-1 1 0 0,0 1-1 0 0,0-1 0 0 0,1 1 1 0 0,-1 0-1 0 0,0-1 0 0 0,0 0 1 0 0,0-5 15 0 0,1 0 1 0 0,0 0-1 0 0,0 0 1 0 0,0 0-1 0 0,1 0 1 0 0,0 1-1 0 0,0-1 0 0 0,0 1 1 0 0,1-1-1 0 0,0 1 1 0 0,0 0-1 0 0,0 0 1 0 0,1 0-1 0 0,-1 0 1 0 0,1 0-1 0 0,0 1 1 0 0,1 0-1 0 0,5-5 1 0 0,-6 6-25 0 0,1 0 0 0 0,0 0 1 0 0,0 0-1 0 0,0 0 0 0 0,0 1 0 0 0,0 0 1 0 0,1 0-1 0 0,-1 0 0 0 0,11-1 1 0 0,-13 2-7 0 0,0 1 1 0 0,0 0 0 0 0,0 0 0 0 0,0 0 0 0 0,0 0-1 0 0,0 1 1 0 0,0-1 0 0 0,0 1 0 0 0,0 0-1 0 0,-1 0 1 0 0,1 0 0 0 0,0 0 0 0 0,0 0 0 0 0,-1 0-1 0 0,1 1 1 0 0,0 0 0 0 0,-1-1 0 0 0,0 1 0 0 0,1 0-1 0 0,-1 0 1 0 0,0 0 0 0 0,0 1 0 0 0,0-1-1 0 0,0 0 1 0 0,1 4 0 0 0,0-2-34 0 0,2 3-40 0 0,0 0 0 0 0,-1 0 0 0 0,0 1-1 0 0,0-1 1 0 0,0 1 0 0 0,-1 0 0 0 0,-1 0 0 0 0,1 1 0 0 0,-1-1 0 0 0,0 9 0 0 0,0-8-47 0 0,-1-5 33 0 0,0 1 1 0 0,0-1 0 0 0,-1 0-1 0 0,0 1 1 0 0,1-1 0 0 0,-2 0-1 0 0,0 7 1 0 0,0 6-387 0 0,-1-1-1 0 0,0 1 1 0 0,-8 23-1 0 0,8-32-320 0 0,-1-1 0 0 0,0 0-1 0 0,0 1 1 0 0,-1-1 0 0 0,0-1-1 0 0,-9 13 1 0 0,-6 1-4709 0 0</inkml:trace>
</inkml:ink>
</file>

<file path=ppt/ink/ink4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13.4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403 93 3284 0 0,'-4'-10'472'0'0,"-1"1"0"0"0,1 1 0 0 0,-2-1-1 0 0,-8-11 1 0 0,11 16-304 0 0,0 1 0 0 0,-1 0 1 0 0,1 0-1 0 0,-1 0 0 0 0,1 1 0 0 0,-1-1 0 0 0,0 1 0 0 0,1 0 1 0 0,-1 0-1 0 0,-1 0 0 0 0,1 0 0 0 0,0 1 0 0 0,-7-2 0 0 0,9 3-95 0 0,-1-1-1 0 0,1 1 1 0 0,0-1-1 0 0,0 1 1 0 0,0 0 0 0 0,-1 0-1 0 0,1 0 1 0 0,0 1-1 0 0,0-1 1 0 0,0 0-1 0 0,0 1 1 0 0,-1-1-1 0 0,1 1 1 0 0,-3 1-1 0 0,-3 1 123 0 0,0 0-35 0 0,-1 1 0 0 0,0 0 0 0 0,1 0 0 0 0,0 1 0 0 0,0 0 1 0 0,0 0-1 0 0,1 1 0 0 0,0 0 0 0 0,0 0 0 0 0,0 0 0 0 0,-6 10 0 0 0,-3 2 196 0 0,2 2 0 0 0,-24 42 0 0 0,19-27-85 0 0,3 1 0 0 0,0 0 0 0 0,-14 56 0 0 0,25-72-222 0 0,0 0 1 0 0,2 1 0 0 0,0-1-1 0 0,1 1 1 0 0,1 0-1 0 0,1 0 1 0 0,1-1-1 0 0,5 29 1 0 0,-5-42-87 0 0,1 0 1 0 0,0 1 0 0 0,0-1 0 0 0,0 0 0 0 0,1 0-1 0 0,0-1 1 0 0,1 1 0 0 0,0 0 0 0 0,0-1 0 0 0,0 0-1 0 0,0 0 1 0 0,1 0 0 0 0,0-1 0 0 0,0 1 0 0 0,1-1-1 0 0,0 0 1 0 0,-1-1 0 0 0,2 0 0 0 0,-1 0 0 0 0,0 0-1 0 0,1 0 1 0 0,0-1 0 0 0,0 0 0 0 0,0-1 0 0 0,0 1-1 0 0,0-1 1 0 0,0-1 0 0 0,0 1 0 0 0,16 0-1 0 0,-14-1 6 0 0,-6-1 22 0 0,1 0 0 0 0,0 1-1 0 0,0-1 1 0 0,0-1 0 0 0,0 1 0 0 0,0 0-1 0 0,6-3 1 0 0,7 0 3 0 0,0-1 1 0 0,0 0-1 0 0,-1-2 0 0 0,16-7 0 0 0,-24 10 29 0 0,0-1 0 0 0,-1 0 0 0 0,0-1 0 0 0,0 0 0 0 0,0 0 0 0 0,-1 0 0 0 0,0-1 0 0 0,0 0 0 0 0,0 0 0 0 0,-1-1 0 0 0,0 1 0 0 0,6-10 0 0 0,12-27 415 0 0,-21 39-286 0 0,0-1-17 0 0,6-14-30 0 0,-6 15 408 0 0,0 8-396 0 0,1 3-82 0 0,-1 0-1 0 0,0 0 0 0 0,0 0 0 0 0,-1 0 0 0 0,1 13 1 0 0,-8 93 85 0 0,3-75-845 0 0,2 46 0 0 0,5-70 153 0 0,0 0-3540 0 0,1-14 2540 0 0,15-3-981 0 0</inkml:trace>
</inkml:ink>
</file>

<file path=ppt/ink/ink4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13.6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109 68 3288 0 0,'-80'-44'3171'0'0,"76"42"-2791"0"0,0 0 7 0 0,-12-4 67 0 0,12 4 1875 0 0,10 1-2214 0 0,0-2-77 0 0,-4 2-22 0 0,1 1-1 0 0,-1-1 1 0 0,0 0-1 0 0,0 1 1 0 0,1-1-1 0 0,-1 1 1 0 0,0 0 0 0 0,1 0-1 0 0,-1 0 1 0 0,0 0-1 0 0,1 0 1 0 0,3 1-1 0 0,230 9-707 0 0,-73-20-5032 0 0,-132 6 1816 0 0</inkml:trace>
</inkml:ink>
</file>

<file path=ppt/ink/ink4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13.9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24 2340 0 0,'0'0'820'0'0,"3"2"-153"0"0,69 32 2311 0 0,-64-29-2888 0 0,-1 0 0 0 0,0 1 0 0 0,0 0 0 0 0,0 0 0 0 0,-1 0 0 0 0,0 1 1 0 0,0 0-1 0 0,0 0 0 0 0,-1 0 0 0 0,0 1 0 0 0,-1 0 0 0 0,0 0 0 0 0,0 0 0 0 0,-1 0 1 0 0,3 10-1 0 0,-5-14 404 0 0,-1 2-189 0 0,-1 17 47 0 0,1-18 410 0 0,-2-1-400 0 0,-7 10-18 0 0,7-10 1328 0 0,-3-4-1340 0 0,-19 1 495 0 0,22-6-605 0 0,0-1-256 0 0,1-1 0 0 0,0 0-1 0 0,0 1 1 0 0,0-1 0 0 0,1 0-1 0 0,0 0 1 0 0,0 1-1 0 0,1-1 1 0 0,0 0 0 0 0,0 1-1 0 0,0-1 1 0 0,1 0 0 0 0,0 1-1 0 0,0 0 1 0 0,1-1 0 0 0,0 1-1 0 0,0 0 1 0 0,0 0 0 0 0,1 1-1 0 0,0-1 1 0 0,0 1 0 0 0,1-1-1 0 0,-1 1 1 0 0,9-7 0 0 0,38-23-1989 0 0,-36 27 917 0 0,2 1 424 0 0,-1 3-518 0 0,42-13-3167 0 0,-52 16 724 0 0</inkml:trace>
</inkml:ink>
</file>

<file path=ppt/ink/ink4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14.3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3 2000 0 0,'0'0'3216'0'0,"4"-1"-2663"0"0,0 0-1155 0 0,9 0 3284 0 0,-13 2-2537 0 0,0 1 0 0 0,0-1 0 0 0,0 0 0 0 0,0 0 1 0 0,0 1-1 0 0,0-1 0 0 0,0 0 0 0 0,0 0 0 0 0,0 1 0 0 0,0-1 0 0 0,-1 0 0 0 0,1 0 1 0 0,-1 1-1 0 0,1-1 0 0 0,-1 0 0 0 0,1 0 0 0 0,-1 0 0 0 0,-1 1 0 0 0,-5 17 21 0 0,0 0 0 0 0,1 1 0 0 0,1 0-1 0 0,-5 40 1 0 0,9-56-85 0 0,1 6-119 0 0,1-1 1 0 0,0 1 0 0 0,0-1 0 0 0,1 0 0 0 0,2 9-1 0 0,-2-12-78 0 0,-2-6 111 0 0,0 1 0 0 0,0-1 0 0 0,0 1 0 0 0,1-1 0 0 0,-1 1 0 0 0,0-1-1 0 0,0 1 1 0 0,1-1 0 0 0,-1 1 0 0 0,0-1 0 0 0,1 1 0 0 0,-1-1 0 0 0,0 0 0 0 0,1 1-1 0 0,-1-1 1 0 0,1 0 0 0 0,-1 1 0 0 0,1-1 0 0 0,-1 0 0 0 0,1 1 0 0 0,-1-1 0 0 0,1 0-1 0 0,-1 0 1 0 0,1 0 0 0 0,-1 0 0 0 0,1 1 0 0 0,0-1-1 0 0,-1 0 0 0 0,1 0 0 0 0,-1 0 0 0 0,1 0 0 0 0,-1 0-1 0 0,1 1 1 0 0,-1-1 0 0 0,1 0 0 0 0,-1 0 0 0 0,1 1 0 0 0,-1-1 0 0 0,1 0 0 0 0,-1 1 0 0 0,0-1 0 0 0,1 0 0 0 0,-1 1 0 0 0,0-1-1 0 0,1 1 1 0 0,-1-1 0 0 0,0 1 0 0 0,1-1 0 0 0,-1 0 0 0 0,0 1 0 0 0,0-1 0 0 0,0 1 0 0 0,0-1 0 0 0,1 1 0 0 0,4 0-102 0 0,2 0 87 0 0,-1 0-1 0 0,0-1 0 0 0,1 0 1 0 0,-1 0-1 0 0,0 0 0 0 0,1-1 0 0 0,-1 0 1 0 0,0 0-1 0 0,0-1 0 0 0,0 0 1 0 0,0 0-1 0 0,10-4 0 0 0,35-28 3 0 0,-47 30 68 0 0,0 0 1 0 0,0 0-1 0 0,-1 0 0 0 0,1 0 1 0 0,-1-1-1 0 0,0 0 0 0 0,0 1 1 0 0,0-1-1 0 0,3-8 1 0 0,-4 8-11 0 0,0 1-11 0 0,-1 0-1 0 0,1 0 0 0 0,-1-1 1 0 0,0 1-1 0 0,0 0 1 0 0,-1-1-1 0 0,1 1 0 0 0,-1-1 1 0 0,0 1-1 0 0,0-1 0 0 0,-1 1 1 0 0,1-1-1 0 0,-1 1 0 0 0,0-1 1 0 0,0 1-1 0 0,0 0 1 0 0,-1-1-1 0 0,0 1 0 0 0,0 0 1 0 0,0 0-1 0 0,0 0 0 0 0,0 0 1 0 0,-6-6-1 0 0,6 8-20 0 0,0 0-1 0 0,0 0 0 0 0,0 0 1 0 0,0 1-1 0 0,0-1 1 0 0,-1 1-1 0 0,1-1 1 0 0,-1 1-1 0 0,1 0 0 0 0,-1 0 1 0 0,1 0-1 0 0,-1 0 1 0 0,0 0-1 0 0,0 0 1 0 0,-2 0-1 0 0,2 1-17 0 0,-1-1 72 0 0,-4 2-3 0 0,3-1-19 0 0,-1 0-94 0 0,1 0 1 0 0,-1 1 0 0 0,1 0-1 0 0,-1 0 1 0 0,1 0-1 0 0,0 1 1 0 0,-1-1 0 0 0,1 1-1 0 0,0 1 1 0 0,-8 3-1 0 0,13-5 16 0 0,-30 21-891 0 0,27-20 487 0 0,1 0 1 0 0,0-1-1 0 0,0 1 1 0 0,0 0-1 0 0,0 0 0 0 0,1 0 1 0 0,-1 0-1 0 0,1 0 1 0 0,-1 1-1 0 0,1-1 0 0 0,-1 0 1 0 0,0 5-1 0 0</inkml:trace>
</inkml:ink>
</file>

<file path=ppt/ink/ink4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15.0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15 2560 0 0,'0'0'3667'0'0,"3"-2"-2953"0"0,7-4 2126 0 0,-16 19-1791 0 0,4-10-857 0 0,0 2-150 0 0,0-1 1 0 0,0 0 0 0 0,0 1 0 0 0,1-1-1 0 0,0 1 1 0 0,0-1 0 0 0,0 1-1 0 0,0 0 1 0 0,1 0 0 0 0,-1-1 0 0 0,1 1-1 0 0,0 0 1 0 0,1 0 0 0 0,-1-1 0 0 0,2 7-1 0 0,2 27 88 0 0,-3-33-119 0 0,0 0-1 0 0,1 0 1 0 0,-1 0 0 0 0,1 0-1 0 0,0 0 1 0 0,0-1 0 0 0,1 1-1 0 0,4 5 1 0 0,-5-6-16 0 0,-2-4-2 0 0,1 1 0 0 0,0 0-1 0 0,-1 0 1 0 0,1-1 0 0 0,0 1-1 0 0,0 0 1 0 0,-1-1 0 0 0,1 1-1 0 0,0 0 1 0 0,0-1-1 0 0,0 1 1 0 0,0-1 0 0 0,0 0-1 0 0,0 1 1 0 0,0-1 0 0 0,0 0-1 0 0,0 1 1 0 0,0-1-1 0 0,0 0 1 0 0,0 0 0 0 0,0 0-1 0 0,0 0 1 0 0,0 0 0 0 0,0 0-1 0 0,0 0 1 0 0,0 0 0 0 0,1-1-1 0 0,20-1-74 0 0,-15 0 67 0 0,-1-1 0 0 0,1 0 0 0 0,-1 0-1 0 0,0 0 1 0 0,0 0 0 0 0,0-1 0 0 0,-1 0 0 0 0,1-1 0 0 0,-1 1 0 0 0,0-1 0 0 0,0 0 0 0 0,7-9 0 0 0,-6 7 11 0 0,39-52-2 0 0,-44 58 3 0 0,0 0 1 0 0,-1 0 0 0 0,1 0 0 0 0,0 0 0 0 0,-1 0-1 0 0,1 0 1 0 0,0 0 0 0 0,0 1 0 0 0,0-1 0 0 0,0 0-1 0 0,0 0 1 0 0,0 0 0 0 0,0 1 0 0 0,2-2-1 0 0,-3 3-5 0 0,1 0 0 0 0,0 0 0 0 0,0 0-1 0 0,-1 0 1 0 0,1 0 0 0 0,-1 0-1 0 0,1 0 1 0 0,-1 0 0 0 0,1 0-1 0 0,-1 0 1 0 0,0 0 0 0 0,1 0 0 0 0,-1 0-1 0 0,0 0 1 0 0,0 0 0 0 0,0 0-1 0 0,0 0 1 0 0,0 0 0 0 0,0 0 0 0 0,0 0-1 0 0,0 1 1 0 0,0 0 0 0 0,1 22-12 0 0,-1-18 17 0 0,2-1-27 0 0,5 13-39 0 0,-5-13-47 0 0,1-1-18 0 0,1 0 31 0 0,0-1 0 0 0,0 1 0 0 0,1-1 0 0 0,0 0 0 0 0,0 0 0 0 0,6 3 0 0 0,-7-5-138 0 0,1-1 2 0 0,2 0 205 0 0,-1-1 0 0 0,1 0 0 0 0,0 0-1 0 0,-1-1 1 0 0,1 1 0 0 0,-1-1 0 0 0,0-1 0 0 0,0 1 0 0 0,1-1 0 0 0,-2 0 0 0 0,1-1-1 0 0,0 1 1 0 0,-1-1 0 0 0,1 0 0 0 0,-1-1 0 0 0,0 1 0 0 0,0-1 0 0 0,-1 0 0 0 0,0 0-1 0 0,0 0 1 0 0,5-8 0 0 0,25-58 1143 0 0,-33 68-834 0 0,0-2-13 0 0,1-12-20 0 0,-1 12 1597 0 0,-4 10-1685 0 0,-10 12-22 0 0,10-6-2 0 0,-11 529-213 0 0,10-476-461 0 0,4-59 202 0 0,0 0-1406 0 0,2 14 706 0 0,-2-14-214 0 0,7-31-6716 0 0</inkml:trace>
</inkml:ink>
</file>

<file path=ppt/ink/ink4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15.3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97 2168 0 0,'2'-6'1028'0'0,"7"-13"663"0"0,21-31 1 0 0,-28 47-1132 0 0,-1 2-525 0 0,-1 0 0 0 0,0 1-1 0 0,1-1 1 0 0,-1 1 0 0 0,1-1 0 0 0,-1 1 0 0 0,1-1 0 0 0,-1 1 0 0 0,1-1 0 0 0,-1 1 0 0 0,1 0 0 0 0,-1-1 0 0 0,1 1 0 0 0,0 0 0 0 0,-1-1 0 0 0,1 1 0 0 0,0 0 0 0 0,-1 0-1 0 0,1 0 1 0 0,0-1 0 0 0,-1 1 0 0 0,2 0 0 0 0,12-6 499 0 0,-12 5-478 0 0,0 1 0 0 0,0-1-1 0 0,0 1 1 0 0,0-1 0 0 0,-1 1-1 0 0,1 0 1 0 0,0-1 0 0 0,0 1-1 0 0,0 0 1 0 0,0 1 0 0 0,3-1 0 0 0,-5 0-15 0 0,4 0 19 0 0,-1 1 0 0 0,1-1 0 0 0,-1 0 1 0 0,1 1-1 0 0,-1 0 0 0 0,1 0 1 0 0,-1 0-1 0 0,0 0 0 0 0,0 1 1 0 0,0-1-1 0 0,1 1 0 0 0,3 3 0 0 0,-5-4-71 0 0,3 2 34 0 0,-1 0 0 0 0,0 0 0 0 0,0 0-1 0 0,0 1 1 0 0,-1-1 0 0 0,1 1 0 0 0,-1 0-1 0 0,0 0 1 0 0,0 0 0 0 0,0 1 0 0 0,-1-1-1 0 0,1 1 1 0 0,-1-1 0 0 0,3 10 0 0 0,-4-10-41 0 0,-1 3-154 0 0,-1 21 176 0 0,1-26-4 0 0,0 0-1 0 0,0-1 1 0 0,0 1-1 0 0,0-1 1 0 0,-1 1-1 0 0,1-1 1 0 0,0 1-1 0 0,-1-1 1 0 0,1 1-1 0 0,-1-1 1 0 0,1 1-1 0 0,-1-1 1 0 0,0 1 0 0 0,0-1-1 0 0,0 0 1 0 0,0 1-1 0 0,0-1 1 0 0,0 0-1 0 0,-1 1 1 0 0,-1 1-5 0 0,-2 4-37 0 0,1-1 0 0 0,-2 0 0 0 0,1-1 0 0 0,-1 1 0 0 0,0-1-1 0 0,0 0 1 0 0,0-1 0 0 0,-1 1 0 0 0,1-1 0 0 0,-1 0 0 0 0,0-1 0 0 0,-12 5-1 0 0,14-7-86 0 0,-4 2-615 0 0,1 0 0 0 0,-1-1 0 0 0,0 0 0 0 0,0-1 0 0 0,0 0 0 0 0,-10 0 0 0 0,16-1 341 0 0,-3 1-3369 0 0</inkml:trace>
</inkml:ink>
</file>

<file path=ppt/ink/ink4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15.9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159 0 3060 0 0,'0'0'1316'0'0,"-5"3"-116"0"0,-3 2-867 0 0,1 1 0 0 0,0-1 0 0 0,1 1 0 0 0,0 1-1 0 0,0-1 1 0 0,0 1 0 0 0,0 0 0 0 0,1 0 0 0 0,0 1 0 0 0,1-1 0 0 0,-5 12 0 0 0,-6 16 362 0 0,1 1-1 0 0,3 0 1 0 0,0 1 0 0 0,2 1 0 0 0,2 0 0 0 0,-3 64-1 0 0,8-56-466 0 0,3 0 0 0 0,1-1 0 0 0,2 1-1 0 0,3-1 1 0 0,15 57 0 0 0,-17-82-201 0 0,2 0 1 0 0,0-1-1 0 0,1 0 1 0 0,1 0 0 0 0,1-1-1 0 0,0 0 1 0 0,2-1-1 0 0,13 17 1 0 0,-18-25-186 0 0,1-1 0 0 0,0 0 1 0 0,1 0-1 0 0,-1-1 0 0 0,2 0 0 0 0,-1-1 0 0 0,1 1 1 0 0,-1-2-1 0 0,2 0 0 0 0,-1 0 0 0 0,1 0 1 0 0,-1-2-1 0 0,1 1 0 0 0,0-1 0 0 0,17 2 1 0 0,-16-5-418 0 0,0 1 0 0 0,0-2 1 0 0,0 0-1 0 0,0 0 1 0 0,0-1-1 0 0,0-1 0 0 0,-1 0 1 0 0,1 0-1 0 0,-1-1 1 0 0,0-1-1 0 0,0 0 1 0 0,0 0-1 0 0,0-1 0 0 0,15-12 1 0 0,2-6-4292 0 0</inkml:trace>
</inkml:ink>
</file>

<file path=ppt/ink/ink4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16.1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43 3316 0 0,'-1'-5'1402'0'0,"-1"-12"-231"0"0,1 13-239 0 0,0 0-84 0 0,1 3-713 0 0,0 1 1 0 0,0-1-1 0 0,0 1 0 0 0,0-1 0 0 0,0 0 0 0 0,0 1 0 0 0,0-1 0 0 0,-1 1 0 0 0,1-1 0 0 0,0 1 0 0 0,0-1 0 0 0,0 1 0 0 0,-1-1 0 0 0,1 1 0 0 0,0 0 1 0 0,-1-1-1 0 0,1 1 0 0 0,-1-1 0 0 0,1 1 0 0 0,0 0 0 0 0,-1-1 0 0 0,1 1 0 0 0,-1 0 0 0 0,1-1 0 0 0,-1 1 0 0 0,1 0 0 0 0,-1 0 0 0 0,0-1 0 0 0,-12 11 1340 0 0,10-1-1202 0 0,2 32-141 0 0,3 1 1 0 0,1-1-1 0 0,13 66 1 0 0,-8-56-886 0 0,9 46-3957 0 0,-16-92 3212 0 0,0-1-1032 0 0,5 15-1803 0 0</inkml:trace>
</inkml:ink>
</file>

<file path=ppt/ink/ink4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16.4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0 219 2520 0 0,'0'-15'534'0'0,"1"1"-1"0"0,0-1 0 0 0,1 0 0 0 0,0 0 1 0 0,2 1-1 0 0,-1 0 0 0 0,2-1 1 0 0,6-14-1 0 0,-10 26-488 0 0,0 1 0 0 0,-1 0 1 0 0,1 0-1 0 0,0 0 0 0 0,1 0 0 0 0,-1 1 1 0 0,0-1-1 0 0,0 0 0 0 0,1 0 0 0 0,-1 1 0 0 0,1-1 1 0 0,-1 1-1 0 0,1-1 0 0 0,0 1 0 0 0,0-1 0 0 0,2 0 1 0 0,5-4 254 0 0,51-23 439 0 0,-57 28-710 0 0,0 0 0 0 0,0 0 0 0 0,1 0 0 0 0,-1 0 1 0 0,0 0-1 0 0,1 1 0 0 0,-1 0 0 0 0,1 0 1 0 0,3 0-1 0 0,2 0 28 0 0,-1-1-23 0 0,1 1 0 0 0,0 0 1 0 0,-1 1-1 0 0,1 0 0 0 0,-1 0 1 0 0,1 1-1 0 0,-1 0 0 0 0,0 0 0 0 0,1 1 1 0 0,-1 0-1 0 0,-1 1 0 0 0,1 0 0 0 0,0 0 1 0 0,-1 0-1 0 0,0 1 0 0 0,0 0 1 0 0,0 0-1 0 0,6 7 0 0 0,-6-4-10 0 0,1-1 0 0 0,-1 1 0 0 0,-1 1 1 0 0,0-1-1 0 0,0 1 0 0 0,-1 0 0 0 0,0 1 0 0 0,0-1 0 0 0,-1 1 0 0 0,0 0 0 0 0,-1 0 1 0 0,4 20-1 0 0,-6-19 0 0 0,-1 0 0 0 0,0 0 0 0 0,0 0 1 0 0,-2 0-1 0 0,1 0 0 0 0,-1-1 0 0 0,-1 1 0 0 0,0 0 1 0 0,0-1-1 0 0,-1 0 0 0 0,-1 0 0 0 0,0 0 0 0 0,0 0 1 0 0,0-1-1 0 0,-2 0 0 0 0,1 0 0 0 0,-10 10 1 0 0,-1 0 29 0 0,-1-2 0 0 0,0 0 0 0 0,-1-1 0 0 0,0-1 1 0 0,-2-1-1 0 0,-30 17 0 0 0,37-24-256 0 0,1 0 0 0 0,-1-1-1 0 0,0 0 1 0 0,0-2 0 0 0,-28 7 0 0 0,37-10-691 0 0,2-4-1723 0 0,-11-5 216 0 0</inkml:trace>
</inkml:ink>
</file>

<file path=ppt/ink/ink4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17.0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0 3524 0 0,'0'0'5541'0'0,"2"3"-5029"0"0,0 5-319 0 0,-1 0 1 0 0,1 0 0 0 0,-2 0-1 0 0,1 0 1 0 0,-1 0-1 0 0,0 0 1 0 0,-1 0-1 0 0,0 0 1 0 0,0 0-1 0 0,-3 11 1 0 0,-3 28 148 0 0,6-19-173 0 0,4 49 0 0 0,1-4 36 0 0,3-53-160 0 0,-5-16-36 0 0,0 0 66 0 0,5 3-20 0 0,-7-7-52 0 0,0 1 1 0 0,1-1-1 0 0,-1 0 0 0 0,0 1 0 0 0,0-1 0 0 0,0 1 0 0 0,1-1 1 0 0,-1 0-1 0 0,0 1 0 0 0,1-1 0 0 0,-1 0 0 0 0,0 1 0 0 0,1-1 1 0 0,-1 0-1 0 0,0 1 0 0 0,1-1 0 0 0,-1 0 0 0 0,1 0 1 0 0,-1 1-1 0 0,0-1 0 0 0,1 0 0 0 0,-1 0 0 0 0,1 0 0 0 0,-1 0 1 0 0,1 0-1 0 0,-1 0 0 0 0,1 0 0 0 0,-1 0 0 0 0,0 0 0 0 0,1 0 1 0 0,-1 0-1 0 0,1 0 0 0 0,-1 0 0 0 0,1 0 0 0 0,-1 0 1 0 0,1 0-1 0 0,0 0 0 0 0,7-3 48 0 0,0-1 0 0 0,-1 1 1 0 0,1-1-1 0 0,0-1 0 0 0,-1 1 0 0 0,0-1 1 0 0,0 0-1 0 0,8-9 0 0 0,46-52 243 0 0,-41 43-144 0 0,-17 19-96 0 0,7-4-22 0 0,-9 8-28 0 0,-1 0 0 0 0,1-1 0 0 0,-1 1 0 0 0,1 0 0 0 0,-1 0 0 0 0,1-1 0 0 0,-1 1 0 0 0,1 0 0 0 0,-1-1 0 0 0,0 1 0 0 0,1 0 0 0 0,-1-1 0 0 0,1 1 0 0 0,-1-1 0 0 0,0 1 0 0 0,1-1 0 0 0,-1 1 0 0 0,0-1 0 0 0,0 1 0 0 0,1-1 0 0 0,-1 1 0 0 0,0-1 0 0 0,0 0 0 0 0,4 3 10 0 0,13 3 46 0 0,-13-4-27 0 0,-3 3 53 0 0,5 10-91 0 0,1 13-41 0 0,-6-23 33 0 0,1 1 42 0 0,14 39-46 0 0,-14-40-64 0 0,14 7-43 0 0,-13-9 168 0 0,27-1-243 0 0,-24 0 144 0 0,-5-2 52 0 0,-1 0 1 0 0,1 1-1 0 0,-1-1 0 0 0,1 1 0 0 0,0-1 1 0 0,-1 1-1 0 0,1 0 0 0 0,-1-1 0 0 0,1 1 0 0 0,0 0 1 0 0,-1-1-1 0 0,1 1 0 0 0,0 0 0 0 0,-1 0 0 0 0,1-1 1 0 0,0 1-1 0 0,-1 0 0 0 0,1 0 0 0 0,0 0 0 0 0,1 0 1 0 0,-1 0-1 0 0,0 0 1 0 0,0 0-1 0 0,0-1 0 0 0,1 1 1 0 0,-1 0-1 0 0,0 0 1 0 0,0-1-1 0 0,0 1 0 0 0,0-1 1 0 0,0 1-1 0 0,0-1 1 0 0,0 1-1 0 0,0-1 0 0 0,0 0 1 0 0,0 1-1 0 0,0-1 1 0 0,1-2-1 0 0,5-2 34 0 0,-1 0 0 0 0,0-1 0 0 0,0 0 1 0 0,-1 0-1 0 0,0 0 0 0 0,0-1 0 0 0,0 0 0 0 0,-1 0 1 0 0,0 0-1 0 0,-1-1 0 0 0,1 1 0 0 0,-1-1 0 0 0,-1 0 1 0 0,0 0-1 0 0,0 0 0 0 0,0 0 0 0 0,-1 0 0 0 0,1-15 1 0 0,-2 14-22 0 0,1 1 1 0 0,-2-1-1 0 0,1 0 1 0 0,-1 1-1 0 0,0-1 1 0 0,-1 1-1 0 0,0-1 1 0 0,0 1-1 0 0,-1 0 1 0 0,0 0-1 0 0,-1 0 1 0 0,0 0-1 0 0,0 1 0 0 0,-8-12 1 0 0,10 16-160 0 0,-3 1-97 0 0,-12-4-82 0 0,12 4-62 0 0,-1 3-62 0 0,-9 4-794 0 0,1 0 1 0 0,0 1 0 0 0,-20 11 0 0 0,30-15-1611 0 0</inkml:trace>
</inkml:ink>
</file>

<file path=ppt/ink/ink4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17.4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39 3712 0 0,'2'-3'1902'0'0,"20"-30"4882"0"0,-20 30-4051 0 0,-2 9-2340 0 0,3 159 1212 0 0,-4-71-1362 0 0,1 38 85 0 0,0-126-182 0 0,0-2 34 0 0,0 0 471 0 0,1 9-2630 0 0,0-12 1882 0 0,-1-1 1 0 0,0 0 0 0 0,1 0 0 0 0,-1 0-1 0 0,0 0 1 0 0,1 0 0 0 0,-1 0 0 0 0,0 0 0 0 0,1 0-1 0 0,-1 0 1 0 0,1 0 0 0 0,-1 0 0 0 0,0 0 0 0 0,1 0-1 0 0,-1 0 1 0 0,0 0 0 0 0,1 0 0 0 0,-1 0 0 0 0,0 0-1 0 0,1-1 1 0 0,-1 1 0 0 0,0 0 0 0 0,1 0 0 0 0,-1 0-1 0 0,0-1 1 0 0,1 1 0 0 0,-1 0 0 0 0,0 0 0 0 0,0-1-1 0 0,1 1 1 0 0,-1 0 0 0 0,0 0 0 0 0,0-1-1 0 0,0 1 1 0 0,1 0 0 0 0,-1-1 0 0 0,3-2-1352 0 0,3-14-4114 0 0,-5 15 4588 0 0</inkml:trace>
</inkml:ink>
</file>

<file path=ppt/ink/ink4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18.8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371 50 3380 0 0,'-4'-6'684'0'0,"1"0"0"0"0,-1 1 0 0 0,0 0 0 0 0,0-1 0 0 0,-5-4 0 0 0,5 7-169 0 0,-18-5 859 0 0,16 8-989 0 0,-3 1-220 0 0,0 0 1 0 0,1 1-1 0 0,-1 0 0 0 0,0 0 1 0 0,1 1-1 0 0,-1 0 1 0 0,1 0-1 0 0,0 1 1 0 0,0 0-1 0 0,-15 11 1 0 0,10-5 19 0 0,1 0 0 0 0,0 1 0 0 0,0 0 0 0 0,1 1 0 0 0,-16 23-1 0 0,10-9-52 0 0,1 0 0 0 0,2 2 0 0 0,0 0 0 0 0,2 0-1 0 0,1 1 1 0 0,-8 34 0 0 0,15-49-107 0 0,1 0-1 0 0,1 0 1 0 0,0 1-1 0 0,1-1 1 0 0,0 1-1 0 0,1-1 1 0 0,1 1 0 0 0,4 25-1 0 0,-4-32-12 0 0,1 1-2 0 0,0 0 0 0 0,0-1 1 0 0,1 1-1 0 0,-1-1 0 0 0,2 0 0 0 0,-1 0 0 0 0,9 14 1 0 0,13 13 21 0 0,-19-30-22 0 0,0-2-2 0 0,-3 0-7 0 0,0-1 0 0 0,1 1 0 0 0,-1-1 0 0 0,1 0 0 0 0,0 0 0 0 0,-1-1 0 0 0,1 1 0 0 0,0-1 0 0 0,0 0 0 0 0,6 1 0 0 0,-5-1-2 0 0,7 0 7 0 0,34-8 15 0 0,-39 4-17 0 0,-2-1 0 0 0,0 1-3 0 0,1 0 1 0 0,-1 0-1 0 0,0 0 1 0 0,0-1-1 0 0,0 1 1 0 0,0-1-1 0 0,-1-1 1 0 0,7-6-1 0 0,-8 7-5 0 0,4-4-2 0 0,-2 0-1 0 0,1 0 0 0 0,-1-1 1 0 0,0 0-1 0 0,-1 0 0 0 0,0 0 1 0 0,0 0-1 0 0,-1 0 0 0 0,-1-1 1 0 0,4-19-1 0 0,-5 25 9 0 0,2-20 78 0 0,-3 19 564 0 0,-1 9-479 0 0,-2 3-83 0 0,0 1 0 0 0,1-1 1 0 0,1 1-1 0 0,-1-1 0 0 0,1 1 0 0 0,0 14 1 0 0,-1 27 143 0 0,1 8-54 0 0,1-4-83 0 0,-2 34-259 0 0,3-60-302 0 0,2-2-3533 0 0,1-23 2400 0 0,12 2-158 0 0,-9-6-1125 0 0,6-11-2079 0 0</inkml:trace>
</inkml:ink>
</file>

<file path=ppt/ink/ink4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19.0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24 129 3188 0 0,'-6'-4'600'0'0,"-4"-3"-98"0"0,2 5 5423 0 0,10-2-5397 0 0,6-14-103 0 0,-8 18-414 0 0,0 0 1 0 0,0 0 0 0 0,1-1 0 0 0,-1 1-1 0 0,0 0 1 0 0,0-1 0 0 0,0 1 0 0 0,0 0-1 0 0,1 0 1 0 0,-1-1 0 0 0,0 1 0 0 0,0 0 0 0 0,0 0-1 0 0,1-1 1 0 0,-1 1 0 0 0,0 0 0 0 0,0 0-1 0 0,1 0 1 0 0,-1 0 0 0 0,0-1 0 0 0,1 1-1 0 0,-1 0 1 0 0,0 0 0 0 0,1 0 0 0 0,-1 0-1 0 0,0 0 1 0 0,0 0 0 0 0,1 0 0 0 0,-1 0-1 0 0,89-20 539 0 0,18-4-2011 0 0,-78 16-1664 0 0,43-18 1 0 0,-47 15-1196 0 0</inkml:trace>
</inkml:ink>
</file>

<file path=ppt/ink/ink4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19.3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100 1 2456 0 0,'8'0'1238'0'0,"2"2"-856"0"0,-1 0 1 0 0,1 0-1 0 0,0 1 0 0 0,-1 0 1 0 0,0 1-1 0 0,1 0 1 0 0,-2 0-1 0 0,1 1 1 0 0,14 10-1 0 0,-9-4 9 0 0,0 1 0 0 0,-1 0 0 0 0,-1 0 0 0 0,0 2 0 0 0,12 15 0 0 0,-7-4-25 0 0,-2 0-1 0 0,0 1 0 0 0,-2 1 0 0 0,0 0 0 0 0,-2 0 0 0 0,12 47 0 0 0,-16-41-276 0 0,-2 0-1 0 0,0 0 1 0 0,-3 0-1 0 0,0 1 0 0 0,-3-1 1 0 0,0 0-1 0 0,-2 1 0 0 0,-2-1 1 0 0,-1 0-1 0 0,-2-1 0 0 0,-19 56 1 0 0,13-54-612 0 0,-1 1 0 0 0,-2-2 0 0 0,-2 0 0 0 0,0-1 0 0 0,-3-1 0 0 0,0-1 0 0 0,-2-1 0 0 0,-1-1 1 0 0,-1-1-1 0 0,-38 30 0 0 0,8-15-2307 0 0,-1 1-2029 0 0</inkml:trace>
</inkml:ink>
</file>

<file path=ppt/ink/ink4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22.0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30 5156 0 0,'3'-30'6178'0'0,"2"34"-5720"0"0,-2-3-337 0 0,-2 0-87 0 0,1-1 0 0 0,-1 1 0 0 0,0 0-1 0 0,1-1 1 0 0,-1 1 0 0 0,0 0 0 0 0,0 0-1 0 0,0 0 1 0 0,0 0 0 0 0,0 0-1 0 0,0 0 1 0 0,0 0 0 0 0,0 0 0 0 0,0 0-1 0 0,0 1 1 0 0,-1-1 0 0 0,1 0-1 0 0,-1 0 1 0 0,2 3 0 0 0,63 220 2547 0 0,-7-20-1765 0 0,-56-199-768 0 0,0 0-17 0 0,5 16-4 0 0,-6-16 140 0 0,1-1-55 0 0,-1-2-62 0 0,0-1-18 0 0,-1 0 0 0 0,1 0 0 0 0,0 0 0 0 0,-1 1 0 0 0,1-1 0 0 0,-1 0 0 0 0,1 0 0 0 0,-1 1 0 0 0,0-1 0 0 0,1 0 0 0 0,-1 1 0 0 0,0 2 0 0 0,0-5-30 0 0,0 1 1 0 0,0-1-1 0 0,1 1 0 0 0,-1 0 0 0 0,0-1 0 0 0,0 1 1 0 0,0-1-1 0 0,0 1 0 0 0,1 0 0 0 0,-1-1 1 0 0,0 1-1 0 0,0 0 0 0 0,1-1 0 0 0,-1 1 0 0 0,0 0 1 0 0,1-1-1 0 0,-1 1 0 0 0,0 0 0 0 0,1 0 1 0 0,-1 0-1 0 0,0-1 0 0 0,1 1 0 0 0,-1 0 0 0 0,0 0 1 0 0,1 0-1 0 0,-1 0 0 0 0,1-1 0 0 0,0 1-1 0 0,0 0 0 0 0,-1 0 0 0 0,1-1 0 0 0,0 1 0 0 0,-1 0 0 0 0,1 0 0 0 0,-1-1 0 0 0,1 1 0 0 0,0-1 0 0 0,-1 1 0 0 0,1 0 0 0 0,-1-1 0 0 0,1 1 0 0 0,-1-1 0 0 0,0 1 0 0 0,1-1 0 0 0,-1 0 0 0 0,1 1 0 0 0,-1-1 0 0 0,0 1 0 0 0,0-1 0 0 0,1 0 0 0 0,-1 1 0 0 0,0-1 0 0 0,0 0 0 0 0,1 0 0 0 0,13-56 43 0 0,0 4-41 0 0,-3 20-19 0 0,-3 16 12 0 0,9-22-9 0 0,9-9-20 0 0,-21 42 27 0 0,-2 1 2 0 0,0 0-1 0 0,1 1 1 0 0,0 0-1 0 0,0 0 1 0 0,0 0-1 0 0,8-6 1 0 0,-8 7-6 0 0,-1 1-25 0 0,2 1 23 0 0,12-2 6 0 0,-13 2 13 0 0,1 3-14 0 0,0 2 8 0 0,0-1 0 0 0,0 0 0 0 0,0 1 0 0 0,-1 0 1 0 0,1 0-1 0 0,-1 1 0 0 0,0-1 0 0 0,-1 1 0 0 0,1 0 0 0 0,-1 0 0 0 0,0 0 0 0 0,0 0 0 0 0,0 0 0 0 0,-1 1 0 0 0,0-1 0 0 0,0 1 0 0 0,0 0 0 0 0,-1-1 0 0 0,2 12 1 0 0,-2-12 4 0 0,-2 1 11 0 0,1-1-64 0 0,0 0 1 0 0,-1 0-1 0 0,0 1 1 0 0,0-1-1 0 0,0-1 0 0 0,-1 1 1 0 0,0 0-1 0 0,1 0 1 0 0,-2 0-1 0 0,1-1 0 0 0,0 1 1 0 0,-1-1-1 0 0,0 0 1 0 0,0 0-1 0 0,-5 5 0 0 0,1-4-469 0 0,-1-1-1 0 0,0 0 1 0 0,0-1-1 0 0,0 0 1 0 0,0 0-1 0 0,0 0 1 0 0,-1-1-1 0 0,1-1 1 0 0,-1 1-1 0 0,1-1 1 0 0,-1-1-1 0 0,1 1 1 0 0,-1-2-1 0 0,-9 0 0 0 0,-15 0-2539 0 0,25 0-2205 0 0</inkml:trace>
</inkml:ink>
</file>

<file path=ppt/ink/ink4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23.3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45 87 3300 0 0,'-1'-5'1511'0'0,"-3"-17"-253"0"0,4 16-257 0 0,-1 1-222 0 0,-3-18-111 0 0,3 17 350 0 0,-7-13 1201 0 0,2 34-1952 0 0,1 1-1 0 0,1 0 1 0 0,0 0 0 0 0,2 0 0 0 0,-1 0 0 0 0,1 21-1 0 0,4 106 465 0 0,1-87-525 0 0,3-1-1 0 0,3 0 1 0 0,1 0 0 0 0,21 58 0 0 0,-30-109-24 0 0,10 17 516 0 0,-7-22-641 0 0,15-5 2 0 0,-16 4-51 0 0,-1 0 1 0 0,1-1 0 0 0,-1 1-1 0 0,0-1 1 0 0,1 0-1 0 0,-1 1 1 0 0,0-1-1 0 0,-1 0 1 0 0,1-1 0 0 0,-1 1-1 0 0,1 0 1 0 0,-1 0-1 0 0,1-6 1 0 0,28-62-5 0 0,-19 41-28 0 0,16-29 0 0 0,-21 49-19 0 0,-1 1 1 0 0,1 0-1 0 0,1 0 0 0 0,0 0 0 0 0,0 1 0 0 0,17-14 0 0 0,-15 16 11 0 0,0 0 0 0 0,0 0-1 0 0,1 2 1 0 0,-1-1 0 0 0,17-5-1 0 0,-21 10 24 0 0,1 1 4 0 0,-2 0 5 0 0,0-1 2 0 0,0 0-1 0 0,-1 1 1 0 0,1 0-1 0 0,-1 0 1 0 0,1 0 0 0 0,-1 0-1 0 0,1 1 1 0 0,-1-1-1 0 0,0 1 1 0 0,1 0-1 0 0,-1 0 1 0 0,0 0-1 0 0,-1 0 1 0 0,1 1 0 0 0,4 3-1 0 0,25 46-15 0 0,-26-39 21 0 0,-5-11-5 0 0,0 0 0 0 0,0 0 1 0 0,0 0-1 0 0,0 0 0 0 0,-1 0 0 0 0,1 0 0 0 0,-1 1 0 0 0,0-1 0 0 0,1 0 0 0 0,-1 0 0 0 0,0 0 0 0 0,0 3 0 0 0,0 3 20 0 0,-4 56 4 0 0,2-56-23 0 0,0 1 0 0 0,-1-1 0 0 0,0 0 0 0 0,0 0 0 0 0,-1 0 0 0 0,0 0 0 0 0,0-1 0 0 0,-1 1 0 0 0,-10 12 0 0 0,0-4 3 0 0,-1 0 0 0 0,-20 16 1 0 0,30-27-4 0 0,-1-1 0 0 0,0 0 0 0 0,0 0 1 0 0,0-1-1 0 0,-13 5 0 0 0,13-6 5 0 0,2 0 38 0 0,-1-2-73 0 0,2 0 19 0 0,1 1-58 0 0,0-1-1 0 0,-1 0 1 0 0,1 0 0 0 0,-1 0 0 0 0,1 0-1 0 0,-1-1 1 0 0,1 1 0 0 0,-1-1-1 0 0,1 0 1 0 0,0 0 0 0 0,0 0-1 0 0,-1-1 1 0 0,1 1 0 0 0,0-1-1 0 0,-3-1 1 0 0,-16-24-1515 0 0,21 26 1409 0 0,0-1-1 0 0,0 1 0 0 0,0-1 1 0 0,0 0-1 0 0,1 1 1 0 0,-1-1-1 0 0,0 0 0 0 0,1 0 1 0 0,0 0-1 0 0,-1 1 1 0 0,1-1-1 0 0,0 0 0 0 0,0 0 1 0 0,0 0-1 0 0,0 0 1 0 0,0 1-1 0 0,0-1 0 0 0,1 0 1 0 0,-1 0-1 0 0,1 0 1 0 0,-1 1-1 0 0,2-4 1 0 0,0 0-372 0 0,2-4-7 0 0,6-1-2911 0 0,12-8-1455 0 0</inkml:trace>
</inkml:ink>
</file>

<file path=ppt/ink/ink4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23.6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30 116 3048 0 0,'0'0'1892'0'0,"-5"1"-286"0"0,-19 3 6247 0 0,29-7-7685 0 0,9-3-105 0 0,1 1 1 0 0,0 0-1 0 0,0 1 1 0 0,29-4-1 0 0,-35 7-115 0 0,172-34-1950 0 0,-151 27-932 0 0,49-19 0 0 0,-68 22 382 0 0,12-9-1818 0 0</inkml:trace>
</inkml:ink>
</file>

<file path=ppt/ink/ink4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23.9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12 2852 0 0,'0'0'2635'0'0,"-4"-2"-1618"0"0,-13-8 3725 0 0,17 11-4725 0 0,0-1 0 0 0,0 0 1 0 0,0 1-1 0 0,0-1 0 0 0,0 0 1 0 0,-1 1-1 0 0,1-1 0 0 0,0 0 1 0 0,0 1-1 0 0,0-1 0 0 0,0 0 0 0 0,-1 1 1 0 0,1-1-1 0 0,0 0 0 0 0,0 0 1 0 0,-1 1-1 0 0,1-1 0 0 0,0 0 1 0 0,0 0-1 0 0,-1 1 0 0 0,1-1 1 0 0,0 0-1 0 0,-1 0 0 0 0,1 0 0 0 0,0 0 1 0 0,-1 1-1 0 0,1-1 0 0 0,-1 0 1 0 0,1 0 8 0 0,-1 0 0 0 0,1 0 0 0 0,-1 1 0 0 0,1-1 0 0 0,-1 0 0 0 0,1 0 0 0 0,-1 1 0 0 0,1-1 0 0 0,0 0 0 0 0,-1 1 0 0 0,1-1 0 0 0,0 0 0 0 0,-1 1 0 0 0,1-1 0 0 0,0 0 0 0 0,-1 1 0 0 0,1-1 0 0 0,0 1 0 0 0,0-1 0 0 0,-1 1 0 0 0,1-1 0 0 0,0 1 0 0 0,0-1 0 0 0,0 1 0 0 0,0-1 0 0 0,-1 1 0 0 0,1-1 0 0 0,0 1 0 0 0,0-1 0 0 0,0 1 0 0 0,0-1 0 0 0,0 1 0 0 0,1-1 0 0 0,-1 1 0 0 0,0-1 0 0 0,0 1 0 0 0,0 0 0 0 0,2 7 54 0 0,0 1 0 0 0,0-1 0 0 0,1 0 0 0 0,0 0-1 0 0,1 0 1 0 0,-1 0 0 0 0,1-1 0 0 0,9 13 0 0 0,-6-12-64 0 0,0-1 0 0 0,0 0 0 0 0,1 0 0 0 0,0-1 0 0 0,0 0 0 0 0,0 0 0 0 0,1 0 0 0 0,0-2 0 0 0,0 1 0 0 0,0-1 0 0 0,0 0 1 0 0,1-1-1 0 0,0 0 0 0 0,0 0 0 0 0,0-1 0 0 0,14 1 0 0 0,-17-1-21 0 0,44-2 65 0 0,-25-4 2 0 0,-21 2-70 0 0,0 1 623 0 0,-11 1-440 0 0,-18 2-18 0 0,22-2-147 0 0,1 1 0 0 0,-1-1 0 0 0,1 0 0 0 0,-1 0 0 0 0,1 1 0 0 0,-1-1 0 0 0,1 1 0 0 0,-1-1-1 0 0,1 1 1 0 0,0 0 0 0 0,-1-1 0 0 0,1 1 0 0 0,0 0 0 0 0,-1 0 0 0 0,1 0 0 0 0,0 0 0 0 0,0 0 0 0 0,-2 2 0 0 0,0 0 24 0 0,-5 3 2 0 0,1-1 0 0 0,0 1 0 0 0,0 0 0 0 0,1 1 0 0 0,-1-1-1 0 0,1 1 1 0 0,1 1 0 0 0,-1-1 0 0 0,1 1 0 0 0,1 0 0 0 0,-1 0 0 0 0,1 0 0 0 0,1 1 0 0 0,0-1 0 0 0,-5 18 0 0 0,8-24-36 0 0,-1 1 1 0 0,0-1-1 0 0,1 0 0 0 0,0 0 0 0 0,-1 0 1 0 0,1 0-1 0 0,0 0 0 0 0,0 1 0 0 0,0-1 1 0 0,1 4-1 0 0,0 0-12 0 0,-1-5-4 0 0,0 1 0 0 0,0 0 0 0 0,0-1 0 0 0,0 1 0 0 0,0 0 0 0 0,0-1 0 0 0,1 1 0 0 0,-1 0 0 0 0,1-1 0 0 0,-1 1 0 0 0,1-1 0 0 0,0 1 0 0 0,-1-1 0 0 0,1 1 0 0 0,0-1 0 0 0,2 2 0 0 0,-1 1-74 0 0,0 0-40 0 0,0-1 0 0 0,0 0 0 0 0,0 0 1 0 0,0 0-1 0 0,0 0 0 0 0,0 0 0 0 0,1 0 0 0 0,0-1 0 0 0,-1 1 0 0 0,1-1 0 0 0,0 0 0 0 0,0 0 0 0 0,6 3 0 0 0,-6-3-167 0 0,-1 0 98 0 0,0-1 0 0 0,1 0-1 0 0,-1 0 1 0 0,0 0 0 0 0,0 0 0 0 0,1 0-1 0 0,-1-1 1 0 0,0 1 0 0 0,1-1 0 0 0,-1 1-1 0 0,1-1 1 0 0,3 0 0 0 0,1 0-508 0 0,10 3-2912 0 0,26 1-2520 0 0</inkml:trace>
</inkml:ink>
</file>

<file path=ppt/ink/ink4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26.3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42 0 3780 0 0,'0'0'7195'0'0,"-1"6"-6848"0"0,-7 29-116 0 0,3 0 1 0 0,1 0-1 0 0,1 1 0 0 0,3 47 0 0 0,-3 32-25 0 0,-14 88-1086 0 0,17-198 435 0 0,0 0-169 0 0,1 15-221 0 0,-1-15-264 0 0</inkml:trace>
</inkml:ink>
</file>

<file path=ppt/ink/ink4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26.6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1 154 3516 0 0,'28'-119'4871'0'0,"-27"114"-4413"0"0,6-14 93 0 0,-5 16-463 0 0,0-2 453 0 0,21 3-16 0 0,-15 4-317 0 0,1 7-123 0 0,0 0 0 0 0,-1 0 1 0 0,0 1-1 0 0,-1 0 0 0 0,0 0 0 0 0,-1 1 1 0 0,8 17-1 0 0,31 90 197 0 0,-1-7-730 0 0,-44-109 237 0 0,1 0-1 0 0,0 0 0 0 0,1 0 0 0 0,-1 0 0 0 0,0 0 0 0 0,1-1 1 0 0,-1 1-1 0 0,0 0 0 0 0,1 0 0 0 0,0-1 0 0 0,0 1 0 0 0,-1-1 0 0 0,1 0 1 0 0,0 0-1 0 0,0 1 0 0 0,0-1 0 0 0,0 0 0 0 0,0 0 0 0 0,0-1 1 0 0,1 1-1 0 0,2 0 0 0 0,0-3-2216 0 0,21-7-1718 0 0</inkml:trace>
</inkml:ink>
</file>

<file path=ppt/ink/ink4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26.8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308 85 2696 0 0,'6'-54'3055'0'0,"-5"49"-1938"0"0,-2 1-667 0 0,-5-18 637 0 0,1 26-711 0 0,-7 4-189 0 0,1 2-1 0 0,1 0 1 0 0,0 0-1 0 0,0 0 0 0 0,-16 25 1 0 0,-41 71 169 0 0,43-65-275 0 0,19-32-84 0 0,-120 218-1630 0 0,123-222 934 0 0</inkml:trace>
</inkml:ink>
</file>

<file path=ppt/ink/ink4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27.0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3592 0 0,'0'0'3811'0'0,"3"2"-3081"0"0,11 7-4 0 0,-13-9-706 0 0,-1 0 0 0 0,0 0 0 0 0,0 0 1 0 0,1 1-1 0 0,-1-1 0 0 0,0 0 0 0 0,0 0 0 0 0,0 0 1 0 0,1 0-1 0 0,-1 1 0 0 0,0-1 0 0 0,0 0 0 0 0,0 0 0 0 0,0 1 1 0 0,1-1-1 0 0,-1 0 0 0 0,0 0 0 0 0,0 1 0 0 0,0-1 1 0 0,0 0-1 0 0,0 0 0 0 0,0 1 0 0 0,0-1 0 0 0,0 0 1 0 0,0 1-1 0 0,0-1 0 0 0,0 0 0 0 0,0 0 0 0 0,0 1 1 0 0,0-1-1 0 0,0 1 0 0 0,-9 241 2422 0 0,3-163-2834 0 0,4 98 1 0 0,3-167-111 0 0,0-1 0 0 0,1 1 0 0 0,0 0 0 0 0,0-1 0 0 0,7 15 0 0 0,-7-19-914 0 0,2-2-1058 0 0,16 14-1748 0 0</inkml:trace>
</inkml:ink>
</file>

<file path=ppt/ink/ink4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27.2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40 3168 0 0,'1'-4'1296'0'0,"6"-13"-155"0"0,-5 13-237 0 0,0 1-200 0 0,-2 2-603 0 0,0 0-1 0 0,0 1 1 0 0,0-1-1 0 0,0 1 1 0 0,0-1-1 0 0,1 1 0 0 0,-1-1 1 0 0,0 1-1 0 0,0-1 1 0 0,0 1-1 0 0,1 0 1 0 0,-1-1-1 0 0,0 1 0 0 0,1-1 1 0 0,-1 1-1 0 0,0-1 1 0 0,1 1-1 0 0,-1 0 1 0 0,1-1-1 0 0,-1 1 0 0 0,0 0 1 0 0,1-1-1 0 0,-1 1 1 0 0,1 0-1 0 0,-1 0 1 0 0,1 0-1 0 0,-1-1 1 0 0,2 1-1 0 0,5 14 985 0 0,-5-9-900 0 0,-2 1-49 0 0,-1 19-46 0 0,0-19-3 0 0,1 27 33 0 0,0-26-134 0 0,1-2-74 0 0,0 18-68 0 0,-1-17-107 0 0,1-2-169 0 0,2 12-45 0 0,-2-12-190 0 0,2-1-1406 0 0,8 3 1237 0 0,-7-1-1986 0 0</inkml:trace>
</inkml:ink>
</file>

<file path=ppt/ink/ink4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27.5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107 89 1500 0 0,'-3'-4'984'0'0,"-7"-13"-192"0"0,7 13 346 0 0,-1 2-642 0 0,0 1-325 0 0,0 0 1 0 0,-1 0-1 0 0,1 0 1 0 0,0 1-1 0 0,-1-1 1 0 0,1 1-1 0 0,-1 0 1 0 0,1 0-1 0 0,0 1 1 0 0,-1-1-1 0 0,1 1 1 0 0,0 0-1 0 0,-1 0 1 0 0,-3 2-1 0 0,4-1-20 0 0,3-2-124 0 0,0 1 0 0 0,1-1-1 0 0,-1 1 1 0 0,0-1 0 0 0,0 1 0 0 0,0 0-1 0 0,0-1 1 0 0,1 1 0 0 0,-1 0-1 0 0,0 0 1 0 0,0-1 0 0 0,1 1-1 0 0,-1 0 1 0 0,1 0 0 0 0,-1 0-1 0 0,0 1 1 0 0,1-1 8 0 0,27-2 312 0 0,-25 1-320 0 0,-1-1-1 0 0,0 1 0 0 0,0-1 0 0 0,0 1 1 0 0,0-1-1 0 0,0 0 0 0 0,0 1 0 0 0,0-1 1 0 0,0 0-1 0 0,0 0 0 0 0,0 0 0 0 0,0 1 1 0 0,0-1-1 0 0,0 0 0 0 0,0-2 0 0 0,8-6 338 0 0,18-26 557 0 0,-24 31-638 0 0,4-14-1776 0 0,-9 19-159 0 0,1 0 1370 0 0,-1 0 1 0 0,1-1 0 0 0,0 1-1 0 0,0-1 1 0 0,0 0-1 0 0,0 1 1 0 0,0-1 0 0 0,0 0-1 0 0,-1 0 1 0 0,1 0-1 0 0,0 0 1 0 0,-2 0 0 0 0</inkml:trace>
</inkml:ink>
</file>

<file path=ppt/ink/ink4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28.0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 2808 0 0,'6'-1'909'0'0,"15"-2"-146"0"0,-16 2-130 0 0,0 1-120 0 0,15 3-101 0 0,-15-3 14 0 0,-1 3-8 0 0,-1 0-312 0 0,1-1-1 0 0,-1 1 1 0 0,0 1-1 0 0,1-1 1 0 0,-1 0-1 0 0,-1 1 1 0 0,1-1-1 0 0,0 1 1 0 0,-1 0-1 0 0,0 0 1 0 0,0 0 0 0 0,0 0-1 0 0,0 0 1 0 0,-1 1-1 0 0,2 5 1 0 0,-2 1 60 0 0,1 1 1 0 0,-2-1 0 0 0,0 1-1 0 0,0-1 1 0 0,-1 1-1 0 0,0-1 1 0 0,-1 0 0 0 0,0 0-1 0 0,-7 19 1 0 0,8-26-29 0 0,-1 1 20 0 0,-17 37 805 0 0,17-38-210 0 0,-21-12-550 0 0,23 2-177 0 0,1-7-24 0 0,0 1-1 0 0,1-1 0 0 0,0 1 0 0 0,1 0 0 0 0,1 0 0 0 0,0 0 1 0 0,0 0-1 0 0,1 1 0 0 0,1 0 0 0 0,-1 0 0 0 0,2 0 0 0 0,0 1 1 0 0,0 0-1 0 0,1 0 0 0 0,10-10 0 0 0,-17 19-1 0 0,0 0-1 0 0,-1 0 1 0 0,1 0 0 0 0,0 0-1 0 0,1 0 1 0 0,-1 0 0 0 0,0 1-1 0 0,0-1 1 0 0,0 0 0 0 0,0 1-1 0 0,1-1 1 0 0,-1 1-1 0 0,0-1 1 0 0,0 1 0 0 0,3-1-1 0 0,0 0 0 0 0,0-1-5 0 0,2 2 11 0 0,-2 0 1 0 0,-1 0-6 0 0,1 0-1 0 0,0 0 1 0 0,-1 0-1 0 0,1 0 1 0 0,-1 1 0 0 0,1 0-1 0 0,-1-1 1 0 0,1 1 0 0 0,-1 1-1 0 0,1-1 1 0 0,4 3 0 0 0,-3 0 0 0 0,-1-1 0 0 0,0 1 1 0 0,0 0-1 0 0,0 1 0 0 0,0-1 1 0 0,-1 1-1 0 0,1-1 1 0 0,-1 1-1 0 0,0 0 0 0 0,-1 0 1 0 0,1 1-1 0 0,-1-1 0 0 0,2 9 1 0 0,-1-3-43 0 0,0-1 0 0 0,-1 1 0 0 0,-1-1 0 0 0,0 1 0 0 0,-1 0 0 0 0,0 0 0 0 0,0-1 0 0 0,-3 17 0 0 0,-8 51-3747 0 0,10-73 2331 0 0</inkml:trace>
</inkml:ink>
</file>

<file path=ppt/ink/ink4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28.2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3968 0 0,'0'0'6060'0'0,"3"5"-5751"0"0,7 11-70 0 0,-7-12-65 0 0,-3 3-14 0 0,7 156-452 0 0,-7-158-14 0 0,0 1-113 0 0,3 15-125 0 0,-3-15-133 0 0,12 9-4367 0 0</inkml:trace>
</inkml:ink>
</file>

<file path=ppt/ink/ink4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28.5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128 63 2140 0 0,'-2'-3'264'0'0,"0"1"0"0"0,0-1 0 0 0,0 1-1 0 0,0-1 1 0 0,0 1 0 0 0,-1 0 0 0 0,1 0 0 0 0,-1 0-1 0 0,1 1 1 0 0,-1-1 0 0 0,0 0 0 0 0,1 1 0 0 0,-1 0-1 0 0,0 0 1 0 0,0 0 0 0 0,-5-1 0 0 0,3 1-105 0 0,0 1 1 0 0,0 0 0 0 0,-1 1-1 0 0,1 0 1 0 0,0-1-1 0 0,0 2 1 0 0,0-1-1 0 0,-6 2 1 0 0,7-1 209 0 0,0 0-213 0 0,2-1-63 0 0,1 0-29 0 0,0 0 0 0 0,0 0-1 0 0,0 0 1 0 0,0 0 0 0 0,-1 0-1 0 0,1-1 1 0 0,0 1 0 0 0,0 0-1 0 0,-1-1 1 0 0,1 1 0 0 0,0-1-1 0 0,-3 1 1 0 0,9 3 108 0 0,-4-3-153 0 0,-1-1 0 0 0,0 1-1 0 0,0-1 1 0 0,1 0 0 0 0,-1 1-1 0 0,0-1 1 0 0,1 1 0 0 0,-1-1-1 0 0,0 0 1 0 0,1 0 0 0 0,-1 1-1 0 0,1-1 1 0 0,-1 0 0 0 0,0 1-1 0 0,1-1 1 0 0,-1 0 0 0 0,1 0-1 0 0,-1 0 1 0 0,1 0 0 0 0,-1 1 0 0 0,1-1-1 0 0,-1 0 1 0 0,1 0 0 0 0,-1 0-1 0 0,1 0 1 0 0,-1 0 0 0 0,1 0-1 0 0,-1 0 1 0 0,1 0 0 0 0,-1-1-1 0 0,1 1 1 0 0,0 0 0 0 0,22-33 867 0 0,-21 30-516 0 0,1-19-272 0 0,-3 18-42 0 0,-26 9-2278 0 0,21-4 989 0 0,2 2-226 0 0,-9 9-1032 0 0</inkml:trace>
</inkml:ink>
</file>

<file path=ppt/ink/ink4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29.2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2900 0 0,'0'0'1228'0'0,"5"1"-224"0"0,46 11 1955 0 0,-46-10-2593 0 0,-1 2-57 0 0,10 10-36 0 0,-11-11-18 0 0,0 2-23 0 0,31 62 571 0 0,-33-62-698 0 0,0 0-9 0 0,-1 10 200 0 0,0-1 0 0 0,-1 1 1 0 0,-3 16-1 0 0,3-27 345 0 0,1-9-630 0 0,0 0 0 0 0,1 0 0 0 0,-1 0 0 0 0,1 0 0 0 0,0 0 0 0 0,0 0 0 0 0,1 0 0 0 0,-1 0-1 0 0,1 1 1 0 0,0-1 0 0 0,0 1 0 0 0,1-1 0 0 0,-1 1 0 0 0,6-6 0 0 0,-5 5-3 0 0,12-11 34 0 0,11-6-10 0 0,-17 17-40 0 0,2 3-8 0 0,-11 1 16 0 0,5 0-3 0 0,0 0 0 0 0,-1 0 1 0 0,1 0-1 0 0,0 0 0 0 0,-1 1 0 0 0,1 0 0 0 0,0 0 1 0 0,0 0-1 0 0,0 0 0 0 0,-1 1 0 0 0,9 1 0 0 0,17 9-6 0 0,-19-5-7 0 0,-1 3-1 0 0,-1 0 10 0 0,-1 0 0 0 0,0 1 0 0 0,11 18 0 0 0,-17-24-65 0 0,-1 1 63 0 0,5 15 21 0 0,-5-14 3 0 0,0-2 8 0 0,-6 41 102 0 0,4-40 329 0 0,0-7-445 0 0,-1 1 1 0 0,1 0 0 0 0,-1-1-1 0 0,1 1 1 0 0,-1 0-1 0 0,1 0 1 0 0,-1 0-1 0 0,0 1 1 0 0,0-1-1 0 0,1 0 1 0 0,-5 0 0 0 0,7-5 12 0 0,0 1-15 0 0,-1 1-2 0 0,0 0 0 0 0,1-1-1 0 0,0 1 1 0 0,0 0 0 0 0,0 0 0 0 0,0 0 0 0 0,1 0 0 0 0,0 0 0 0 0,-1 1 0 0 0,1-1-1 0 0,1 0 1 0 0,2-3 0 0 0,-2 2 11 0 0,1-1-13 0 0,0 0-1 0 0,1 1 0 0 0,-1 0 0 0 0,1 0 0 0 0,0 0 0 0 0,0 0 0 0 0,11-7 1 0 0,20-8 0 0 0,-27 18-9 0 0,-3 1 1 0 0,-1 0-1 0 0,0-1 0 0 0,0 1 0 0 0,0 0 0 0 0,0 1 1 0 0,0-1-1 0 0,0 1 0 0 0,1 0 0 0 0,-1 0 0 0 0,0 1 0 0 0,0-1 0 0 0,0 1 0 0 0,0 0 0 0 0,0 1 0 0 0,0-1 0 0 0,0 1 0 0 0,-1 0 0 0 0,1 0 0 0 0,0 0 1 0 0,-1 1-1 0 0,0 0 0 0 0,0 0 0 0 0,1 0 0 0 0,-2 0 0 0 0,1 1 0 0 0,0-1 0 0 0,-1 1 0 0 0,4 4 0 0 0,-5-5 4 0 0,0 0 0 0 0,1 0 0 0 0,-2 1 0 0 0,1-1 0 0 0,0 0 0 0 0,-1 1-1 0 0,1-1 1 0 0,-1 1 0 0 0,0-1 0 0 0,0 1 0 0 0,0 5 0 0 0,0-5-6 0 0,0 1-32 0 0,-1 1-28 0 0,-6 47-270 0 0,5-48 102 0 0,-1-1-62 0 0,-3 16-5 0 0,3-15-107 0 0</inkml:trace>
</inkml:ink>
</file>

<file path=ppt/ink/ink4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30.2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18 3048 0 0,'0'0'2018'0'0,"2"-3"-1258"0"0,7-9-125 0 0,-6 9 1889 0 0,-5 8-2176 0 0,-9 41 555 0 0,10-41-664 0 0,0 1-172 0 0,0 16-7 0 0,1-16 56 0 0,1-1-90 0 0,5 13-3 0 0,-4-13-16 0 0,-2-5-8 0 0,0 0-1 0 0,0 0 1 0 0,1 0 0 0 0,-1 0 0 0 0,0 0 0 0 0,1 0 0 0 0,-1 0 0 0 0,0 0 0 0 0,1 0 0 0 0,-1 1 0 0 0,0-1 0 0 0,0 0 0 0 0,1 0 0 0 0,-1 0-1 0 0,0 0 1 0 0,0 1 0 0 0,1-1 0 0 0,-1 0 0 0 0,0 0 0 0 0,0 0 0 0 0,1 1 0 0 0,-1-1 0 0 0,0 0 0 0 0,0 0 0 0 0,0 1 0 0 0,0-1-1 0 0,1 0 1 0 0,-1 0 0 0 0,0 1 0 0 0,0-1 0 0 0,0 0 0 0 0,0 1 0 0 0,0 0-12 0 0,0-1-1 0 0,1 1 1 0 0,-1-1 0 0 0,0 1 0 0 0,0-1-1 0 0,1 0 1 0 0,-1 1 0 0 0,0-1-1 0 0,1 1 1 0 0,-1-1 0 0 0,0 1 0 0 0,1-1-1 0 0,-1 0 1 0 0,1 1 0 0 0,-1-1-1 0 0,1 0 1 0 0,-1 0 0 0 0,1 1 0 0 0,-1-1-1 0 0,1 0 1 0 0,-1 0 0 0 0,1 1-1 0 0,-1-1 1 0 0,1 0 0 0 0,-1 0 0 0 0,1 0-1 0 0,-1 0 1 0 0,1 0 0 0 0,-1 0-1 0 0,1 0 1 0 0,-1 0 0 0 0,1 0 0 0 0,-1 0-1 0 0,2-1 1 0 0,21 0-58 0 0,-17 1-13 0 0,11-13-82 0 0,-14 10 184 0 0,6-10 18 0 0,-7 9 50 0 0,0 0 16 0 0,6-12 43 0 0,-5 12 42 0 0,5-17 749 0 0,0 1-595 0 0,-7 17 334 0 0,1 6-565 0 0,3 11-52 0 0,-1 0-1 0 0,0 0 0 0 0,3 26 0 0 0,3 13-753 0 0,-9-49 291 0 0,0-2 305 0 0,-1-1-1 0 0,1 1 0 0 0,0 0 0 0 0,0-1 1 0 0,0 1-1 0 0,0-1 0 0 0,0 0 1 0 0,0 1-1 0 0,0-1 0 0 0,0 0 0 0 0,1 1 1 0 0,1 0-1 0 0,0 1-1000 0 0,1-2 270 0 0,13 5-57 0 0,-12-5 27 0 0,15-12-1003 0 0,-15 10 1697 0 0,-1-2-192 0 0,-3 2 344 0 0,0-1 0 0 0,0 0 0 0 0,0 1 1 0 0,0-1-1 0 0,1 1 0 0 0,-1 0 0 0 0,0-1 0 0 0,1 1 0 0 0,-1 0 0 0 0,3-2 0 0 0,6-9 412 0 0,-1 0 1 0 0,12-23-1 0 0,-4 7 722 0 0,-14 24-744 0 0,-2 3-310 0 0,0 0 0 0 0,1-1 0 0 0,-1 1 1 0 0,0-1-1 0 0,0 1 0 0 0,0-1 0 0 0,0 0 0 0 0,0 0 0 0 0,0 1 1 0 0,1-4-1 0 0,0 1 541 0 0,16-13 306 0 0,-1 30-732 0 0,-13-11-99 0 0,-4 2-13 0 0,4 13-6 0 0,-3-13 26 0 0,-1 1 2 0 0,0 14-10 0 0,0-14-6 0 0,0 1-18 0 0,-2 17-10 0 0,2-17-8 0 0,0-2 10 0 0,-6 46 824 0 0,5-46 20 0 0,2-8-827 0 0,17-53 268 0 0,-8 36-324 0 0,5-4-4 0 0,8-5 8 0 0,-16 26-14 0 0,-2 3 1 0 0,-2-2-3 0 0,2 1 0 0 0,13-7 3 0 0,-17 8 1 0 0,0 1-1 0 0,1-1 1 0 0,-1 1-1 0 0,0-1 1 0 0,0 1-1 0 0,0 0 0 0 0,0-1 1 0 0,0 1-1 0 0,0 0 1 0 0,0 0-1 0 0,1 0 1 0 0,-1 0-1 0 0,0 0 0 0 0,0 0 1 0 0,0 0-1 0 0,0 0 1 0 0,1 1-1 0 0,-1-1 1 0 0,0 0-1 0 0,1 1 0 0 0,9 2-5 0 0,-9-2 5 0 0,-1-1 0 0 0,1 1 0 0 0,-1 0 0 0 0,1 0 0 0 0,-1 0 0 0 0,0 0 0 0 0,1 0 0 0 0,-1 0 0 0 0,0 0 0 0 0,0 0 0 0 0,0 0 0 0 0,0 0 0 0 0,0 1 1 0 0,0-1-1 0 0,0 1 0 0 0,0 1 0 0 0,9 15 19 0 0,0 6-39 0 0,-9-18 16 0 0,1 0-8 0 0,-1-1 2 0 0,2 16-1 0 0,-2-16 0 0 0,-1 0 0 0 0,-1 17 13 0 0,1-17 0 0 0,-2-2-43 0 0,2-2 58 0 0,0 0 0 0 0,0 0 0 0 0,0 0-1 0 0,0-1 1 0 0,-1 1 0 0 0,1 0 0 0 0,0 0 0 0 0,-1-1 0 0 0,1 1-1 0 0,0 0 1 0 0,-1 0 0 0 0,1-1 0 0 0,-1 1 0 0 0,1-1 0 0 0,-1 1-1 0 0,1 0 1 0 0,-1-1 0 0 0,0 1 0 0 0,1-1 0 0 0,-1 1 0 0 0,-1 0-1 0 0,-13-16 106 0 0,16 10-55 0 0,2-2-47 0 0,0-1 1 0 0,0 0-1 0 0,1 1 0 0 0,-1 0 0 0 0,2 0 1 0 0,-1 0-1 0 0,1 0 0 0 0,0 1 0 0 0,0 0 0 0 0,1 0 1 0 0,0 0-1 0 0,0 1 0 0 0,0 0 0 0 0,1 0 1 0 0,-1 0-1 0 0,1 1 0 0 0,13-6 0 0 0,-16 8-6 0 0,9-2-7 0 0,-12 4-8 0 0,0 0 0 0 0,0-1 0 0 0,0 1 0 0 0,0-1 0 0 0,1 1 0 0 0,-1 0 0 0 0,0 0 0 0 0,0 0 0 0 0,0 0 0 0 0,1 0 1 0 0,-1 0-1 0 0,0 0 0 0 0,0 0 0 0 0,1 0 0 0 0,-1 0 0 0 0,0 1 0 0 0,0-1 0 0 0,0 1 0 0 0,2 0 0 0 0,0 0-20 0 0,0-1 20 0 0,0 1 0 0 0,0 0-1 0 0,0 0 1 0 0,-1 0 0 0 0,1 0-1 0 0,-1 0 1 0 0,1 0 0 0 0,-1 1 0 0 0,1-1-1 0 0,-1 1 1 0 0,0 0 0 0 0,0 0-1 0 0,1 0 1 0 0,-1 0 0 0 0,-1 0-1 0 0,1 0 1 0 0,0 0 0 0 0,2 5-1 0 0,2 7-17 0 0,-1 1 0 0 0,0 0-1 0 0,-1 1 1 0 0,-1-1-1 0 0,-1 1 1 0 0,0-1 0 0 0,-1 1-1 0 0,0 0 1 0 0,-1 0 0 0 0,-1-1-1 0 0,-1 1 1 0 0,-7 30 0 0 0,5-30-334 0 0,0-1 0 0 0,-2 1 0 0 0,1-1-1 0 0,-2 0 1 0 0,-13 22 0 0 0,13-27-354 0 0,1-1 0 0 0,-1 0 0 0 0,-1 0 0 0 0,1 0 0 0 0,-2-1-1 0 0,1-1 1 0 0,-1 1 0 0 0,-14 8 0 0 0,-3-1-3492 0 0</inkml:trace>
</inkml:ink>
</file>

<file path=ppt/ink/ink4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31.3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471 456 3252 0 0,'-5'-9'369'0'0,"-1"0"-1"0"0,-1 0 1 0 0,0 1 0 0 0,0 0-1 0 0,0 0 1 0 0,-1 1-1 0 0,0 0 1 0 0,0 0 0 0 0,-1 1-1 0 0,0 0 1 0 0,0 0-1 0 0,-1 1 1 0 0,1 0-1 0 0,-12-3 1 0 0,9 5-146 0 0,1 0 0 0 0,-1 0 0 0 0,0 1-1 0 0,0 1 1 0 0,0 0 0 0 0,-1 1 0 0 0,1 0 0 0 0,0 0 0 0 0,0 2 0 0 0,0-1 0 0 0,0 2 0 0 0,-19 5-1 0 0,21-4-130 0 0,0 0-1 0 0,0 0 1 0 0,1 0-1 0 0,0 2 0 0 0,0-1 1 0 0,0 1-1 0 0,0 0 0 0 0,1 1 1 0 0,0 0-1 0 0,1 0 1 0 0,-1 1-1 0 0,1 0 0 0 0,1 0 1 0 0,0 0-1 0 0,0 1 0 0 0,0 0 1 0 0,1 0-1 0 0,1 1 0 0 0,-1 0 1 0 0,-4 18-1 0 0,7-23-72 0 0,1 1 1 0 0,0-1-1 0 0,1 0 0 0 0,-1 0 0 0 0,1 1 0 0 0,0-1 0 0 0,0 0 1 0 0,1 1-1 0 0,0-1 0 0 0,0 0 0 0 0,1 6 0 0 0,0-6-11 0 0,-2-3-5 0 0,0 0 0 0 0,0 0 0 0 0,1 0 0 0 0,-1 0 0 0 0,1 0 0 0 0,0 0 0 0 0,-1 0 0 0 0,1 0-1 0 0,0 0 1 0 0,0-1 0 0 0,0 1 0 0 0,0 0 0 0 0,2 2 0 0 0,1 1-2 0 0,-3-4-2 0 0,0 1 0 0 0,0 0 0 0 0,0-1 0 0 0,0 1 0 0 0,0 0 0 0 0,0-1 0 0 0,0 1 0 0 0,0-1 0 0 0,1 0 0 0 0,-1 1 0 0 0,0-1 0 0 0,1 0 0 0 0,-1 0 0 0 0,3 1 0 0 0,1 2-2 0 0,-2-2-14 0 0,0 0 1 0 0,0 1-1 0 0,1-1 0 0 0,-1-1 0 0 0,1 1 0 0 0,-1 0 0 0 0,1-1 0 0 0,0 0 0 0 0,-1 1 0 0 0,1-1 1 0 0,0-1-1 0 0,0 1 0 0 0,7 0 0 0 0,-8-1 6 0 0,3 0-3 0 0,0 0 0 0 0,0 0 1 0 0,0-1-1 0 0,0 0 0 0 0,0 0 0 0 0,0-1 0 0 0,0 1 1 0 0,-1-1-1 0 0,1 0 0 0 0,7-5 0 0 0,-2 1-6 0 0,0 0 0 0 0,0-1 0 0 0,17-14 0 0 0,-14 7 11 0 0,0 1-1 0 0,-2-2 1 0 0,1 0 0 0 0,-2 0 0 0 0,0-1-1 0 0,-1 0 1 0 0,-1-1 0 0 0,0 0-1 0 0,-1-1 1 0 0,-1 1 0 0 0,-1-2 0 0 0,5-18-1 0 0,-3 0 2 0 0,-2-1-1 0 0,-1 0 1 0 0,-2 0-1 0 0,-2-1 1 0 0,-4-51 0 0 0,1 29 18 0 0,1 53-23 0 0,-2-4-3 0 0,-2-7 4 0 0,4 15 187 0 0,-3 7-99 0 0,0 3-53 0 0,-1 1 1 0 0,1-1 0 0 0,0 1 0 0 0,1 0 0 0 0,-1 0 0 0 0,1 0 0 0 0,1 0 0 0 0,-1 1 0 0 0,1-1 0 0 0,1 1 0 0 0,-1 0 0 0 0,1-1-1 0 0,1 1 1 0 0,0 10 0 0 0,-1 20 94 0 0,8 62-1 0 0,-3-63-107 0 0,2-1-1 0 0,15 54 1 0 0,-16-75-65 0 0,0 0 1 0 0,1-1-1 0 0,1 0 1 0 0,0 0-1 0 0,0-1 1 0 0,2 0-1 0 0,0 0 0 0 0,15 17 1 0 0,-22-28 41 0 0,-1-1 1 0 0,0 1-1 0 0,1-1 0 0 0,-1 0 1 0 0,1 1-1 0 0,0-1 1 0 0,0 0-1 0 0,-1 0 0 0 0,1 0 1 0 0,0 0-1 0 0,3 1 1 0 0,1 0-45 0 0,-3-1 38 0 0,0 1 0 0 0,1-1 0 0 0,-1 0 0 0 0,0 0 0 0 0,1-1 0 0 0,-1 1 0 0 0,0-1 0 0 0,1 1 0 0 0,-1-1 0 0 0,1 0 0 0 0,-1 0-1 0 0,1-1 1 0 0,-1 1 0 0 0,0-1 0 0 0,1 0 0 0 0,3-1 0 0 0,-4 1-6 0 0,4 0 23 0 0,-1-1 1 0 0,1-1-1 0 0,-1 1 0 0 0,0-1 1 0 0,0 0-1 0 0,0-1 0 0 0,-1 1 1 0 0,1-1-1 0 0,7-8 0 0 0,-3 5-23 0 0,-8 6 25 0 0,0-1 1 0 0,0 1 0 0 0,0-1 0 0 0,0 1 0 0 0,-1-1 0 0 0,1 0-1 0 0,0 0 1 0 0,-1 1 0 0 0,1-1 0 0 0,-1 0 0 0 0,2-3 0 0 0,8-13 5 0 0,13-23 76 0 0,-21 32-36 0 0,-1 1-12 0 0,7-25 5 0 0,-7 28 74 0 0,-1 0-51 0 0,9-47 108 0 0,-9 47 42 0 0,1 9-178 0 0,16 44 32 0 0,-11-27-221 0 0,1-1 0 0 0,1 1 1 0 0,12 18-1 0 0,-19-36-8 0 0,0-1-1 0 0,0 0 1 0 0,0 1 0 0 0,0-1 0 0 0,1 0-1 0 0,-1-1 1 0 0,0 1 0 0 0,1 0-1 0 0,-1-1 1 0 0,1 1 0 0 0,0-1 0 0 0,0 0-1 0 0,-1 0 1 0 0,7 2 0 0 0,-6-2 180 0 0,2 0-935 0 0,0-2-301 0 0,0 1 730 0 0,6-2-9 0 0,2-6-2650 0 0,5-5-1324 0 0</inkml:trace>
</inkml:ink>
</file>

<file path=ppt/ink/ink4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31.5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67 0 3984 0 0,'0'0'2997'0'0,"-32"2"-1469"0"0,9 8-1208 0 0,11 8-944 0 0,33-2-3693 0 0</inkml:trace>
</inkml:ink>
</file>

<file path=ppt/ink/ink4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31.8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66 0 1996 0 0,'0'0'5429'0'0,"-5"1"-5007"0"0,-21 2 259 0 0,23 0-377 0 0,-1 2-230 0 0,1-1 0 0 0,0 1 0 0 0,0-1 0 0 0,0 1 0 0 0,1 0 0 0 0,-1 0 0 0 0,1 0 0 0 0,0 0 0 0 0,1 0 0 0 0,-1 0 0 0 0,1 1 0 0 0,0-1 0 0 0,1 1 0 0 0,-1-1 0 0 0,1 0 0 0 0,0 1 0 0 0,0-1 0 0 0,1 1 0 0 0,1 9 0 0 0,19 41 34 0 0,-11-38-168 0 0,2-1 0 0 0,0-1 0 0 0,28 30 0 0 0,-11-14 5 0 0,-26-28 59 0 0,-3-3-3 0 0,0 1 0 0 0,0-1 0 0 0,1 0 0 0 0,-1 1 0 0 0,1-1 0 0 0,-1 0 1 0 0,1 0-1 0 0,-1 1 0 0 0,1-1 0 0 0,0 0 0 0 0,0 0 0 0 0,1 2 0 0 0,0-1 6 0 0,0 3 39 0 0,-3-2-102 0 0,0-1 57 0 0,0 0 0 0 0,0 0 0 0 0,0 0 0 0 0,0 0 0 0 0,0-1 0 0 0,0 1 0 0 0,0 0 0 0 0,-1-1 0 0 0,1 1 0 0 0,-1-1 0 0 0,1 0 0 0 0,-1 1 0 0 0,1-1 0 0 0,-1 0-1 0 0,0 0 1 0 0,0 0 0 0 0,1 0 0 0 0,-4 1 0 0 0,0 0 30 0 0,0-2-3 0 0,-15-1-28 0 0,19 1-14 0 0,0 0 0 0 0,0 0 0 0 0,0-1 1 0 0,0 1-1 0 0,0 0 0 0 0,0 0 0 0 0,0 0 0 0 0,0-1 0 0 0,0 1 0 0 0,0-1 1 0 0,0 1-1 0 0,0-1 0 0 0,0 1 0 0 0,0-1 0 0 0,0 1 0 0 0,0-1 1 0 0,1 0-1 0 0,-1 1 0 0 0,-1-3 0 0 0,0 1-56 0 0,-2 0-301 0 0,-1-9-796 0 0,0 3 351 0 0,6-6-2802 0 0,5-20-240 0 0</inkml:trace>
</inkml:ink>
</file>

<file path=ppt/ink/ink4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32.0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73 0 2688 0 0,'0'0'7928'0'0,"-2"7"-7375"0"0,-25 80 1097 0 0,16-57-1235 0 0,-12 52 0 0 0,20-66-431 0 0,0-1 0 0 0,1 1 0 0 0,1 0 0 0 0,1 0 1 0 0,0-1-1 0 0,1 1 0 0 0,1 0 0 0 0,0-1 0 0 0,7 23 1 0 0,-8-33-130 0 0,1-1 1 0 0,0 1-1 0 0,1-1 1 0 0,-1 1 0 0 0,1-1-1 0 0,-1 0 1 0 0,1 0-1 0 0,1 0 1 0 0,-1 0 0 0 0,0 0-1 0 0,6 3 1 0 0,-5-3 122 0 0,-3-3-45 0 0,1 1-1 0 0,0 0 0 0 0,-1-1 0 0 0,1 1 0 0 0,0-1 0 0 0,0 0 1 0 0,0 1-1 0 0,0-1 0 0 0,0 0 0 0 0,0 0 0 0 0,4 1 0 0 0,0 0-150 0 0,-4-1 107 0 0,-1 0 0 0 0,1 0 0 0 0,-1 0 0 0 0,1-1 0 0 0,-1 1 0 0 0,1 0 0 0 0,0-1 1 0 0,-1 1-1 0 0,1-1 0 0 0,0 0 0 0 0,0 0 0 0 0,-1 1 0 0 0,1-1 0 0 0,0 0 0 0 0,2-1 0 0 0,2 1-292 0 0,-5 0 207 0 0,1 1-1 0 0,0-1 1 0 0,-1 0-1 0 0,1 0 1 0 0,-1 0-1 0 0,1 0 0 0 0,0 0 1 0 0,-1 0-1 0 0,1 0 1 0 0,0 0-1 0 0,-1-1 1 0 0,1 1-1 0 0,-1-1 1 0 0,1 1-1 0 0,1-2 1 0 0,2 0-750 0 0,0 1-3450 0 0</inkml:trace>
</inkml:ink>
</file>

<file path=ppt/ink/ink4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32.2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133 125 3592 0 0,'-128'-35'6484'0'0,"124"34"-5465"0"0,7-3-905 0 0,4-1-160 0 0,-1 1 0 0 0,1-1-1 0 0,0 1 1 0 0,0 0 0 0 0,1 1 0 0 0,-1-1-1 0 0,1 2 1 0 0,10-4 0 0 0,76-14-1839 0 0,-46 11 108 0 0,-7 0-838 0 0,-2-1-1861 0 0</inkml:trace>
</inkml:ink>
</file>

<file path=ppt/ink/ink4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32.7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168 33 2028 0 0,'0'0'1279'0'0,"-2"-3"-248"0"0,0 0-713 0 0,0 0 0 0 0,-1 1 0 0 0,1-1 1 0 0,0 1-1 0 0,-1 0 0 0 0,1-1 0 0 0,-1 1 0 0 0,0 0 0 0 0,1 1 0 0 0,-6-4 0 0 0,3 4 214 0 0,0 1-50 0 0,0 1-341 0 0,-1 0 0 0 0,1 1 0 0 0,0-1 0 0 0,-1 1 1 0 0,1 0-1 0 0,0 0 0 0 0,0 1 0 0 0,0-1 0 0 0,1 1 0 0 0,-1 0 1 0 0,0 0-1 0 0,1 1 0 0 0,-4 4 0 0 0,0 2-53 0 0,1 0-1 0 0,1 1 1 0 0,0 0 0 0 0,0 0 0 0 0,1 0-1 0 0,-7 22 1 0 0,11-28-28 0 0,2 1-71 0 0,1 18-185 0 0,-1-18 84 0 0,1-1-5 0 0,0-1 18 0 0,0 0 0 0 0,0 0 0 0 0,1 0 0 0 0,0 0 0 0 0,0 0 0 0 0,0-1 0 0 0,0 1 0 0 0,5 3 0 0 0,-4-5-309 0 0,0-1 230 0 0,15 1 96 0 0,-15-1-5 0 0,2-3-36 0 0,0 0 179 0 0,0-1 0 0 0,1 0 0 0 0,-1 0 0 0 0,-1-1 0 0 0,1 1 0 0 0,0-1 0 0 0,-1-1 0 0 0,0 1 0 0 0,0-1 0 0 0,0 0 0 0 0,0 0 0 0 0,4-6 0 0 0,-7 8 132 0 0,1-2-1 0 0,29-58 1343 0 0,-30 60-1383 0 0,-1 7-46 0 0,5 11-78 0 0,-4-11-17 0 0,-1 1 24 0 0,28 69-1702 0 0,-26-69 1027 0 0,0-3-179 0 0,11 9-132 0 0,-10-8-118 0 0,1-3-2305 0 0,21 0-267 0 0</inkml:trace>
</inkml:ink>
</file>

<file path=ppt/ink/ink4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33.2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95 1868 0 0,'34'-65'4493'0'0,"-33"62"-3968"0"0,1-2-7 0 0,5-12-66 0 0,-5 12 1601 0 0,0 10-2004 0 0,0-1-33 0 0,0 0 1 0 0,0 0-1 0 0,-1 1 0 0 0,0-1 1 0 0,1 1-1 0 0,-2 0 1 0 0,1-1-1 0 0,0 1 1 0 0,-1 8-1 0 0,-1-7-14 0 0,1 1 2 0 0,3 56-40 0 0,-2-57-2 0 0,0-2 6 0 0,0-3 27 0 0,-1 1 0 0 0,1 0-1 0 0,0 0 1 0 0,-1 0 0 0 0,1-1-1 0 0,0 1 1 0 0,0-1 0 0 0,0 1 0 0 0,1-1-1 0 0,-1 1 1 0 0,0-1 0 0 0,0 1-1 0 0,1-1 1 0 0,-1 0 0 0 0,1 0-1 0 0,-1 0 1 0 0,1 0 0 0 0,1 1 0 0 0,1 0 5 0 0,17-14 86 0 0,-17 9-27 0 0,42-48 540 0 0,-44 48-554 0 0,-1 3-30 0 0,-1 0 0 0 0,1 0 0 0 0,-1-1 0 0 0,1 1 0 0 0,-1 0 0 0 0,1 0 0 0 0,-1-1 0 0 0,0 1 0 0 0,1 0 0 0 0,-1-1 0 0 0,1 1 0 0 0,-1 0 0 0 0,0-1 0 0 0,1 1 0 0 0,-1 0 0 0 0,0-1 0 0 0,0 1 0 0 0,1-1 0 0 0,-1 1 0 0 0,0-1 0 0 0,0 1 0 0 0,0-1 0 0 0,1 1 0 0 0,-1-1 0 0 0,0 1 1 0 0,0-1-1 0 0,0 0 16 0 0,0 1 0 0 0,0-1 0 0 0,0 1 0 0 0,0-1 0 0 0,1 1 1 0 0,-1-1-1 0 0,0 1 0 0 0,0-1 0 0 0,0 1 0 0 0,1-1 1 0 0,-1 1-1 0 0,0-1 0 0 0,1 1 0 0 0,-1 0 0 0 0,0-1 0 0 0,1 1 1 0 0,-1-1-1 0 0,0 1 0 0 0,1 0 0 0 0,-1-1 0 0 0,1 1 1 0 0,-1 0-1 0 0,1 0 0 0 0,-1 0 0 0 0,0-1 0 0 0,2 1 0 0 0,4-4 151 0 0,-6 3-170 0 0,0 1 0 0 0,0-1 0 0 0,1 1 0 0 0,-1 0 0 0 0,0-1 0 0 0,0 1 0 0 0,1 0 0 0 0,-1-1 0 0 0,1 1 1 0 0,-1 0-1 0 0,0-1 0 0 0,1 1 0 0 0,-1 0 0 0 0,1 0 0 0 0,-1-1 0 0 0,1 1 0 0 0,-1 0 0 0 0,0 0 0 0 0,1 0 0 0 0,-1 0 0 0 0,1 0 0 0 0,-1 0 0 0 0,1 0 0 0 0,-1 0 0 0 0,1 0 1 0 0,-1 0-1 0 0,1 0 0 0 0,-1 0 0 0 0,1 0 0 0 0,0 0 0 0 0,5 10 20 0 0,-1 1 1 0 0,-1 0-1 0 0,6 20 1 0 0,7 17-85 0 0,-16-44-20 0 0,3-1-29 0 0,11 13-161 0 0,-11-12-95 0 0,11 0-260 0 0,-14-4 570 0 0,0 1 1 0 0,0 0-1 0 0,0-1 1 0 0,1 0 0 0 0,-1 1-1 0 0,0-1 1 0 0,0 1-1 0 0,0-1 1 0 0,0 0 0 0 0,1 0-1 0 0,-1 0 1 0 0,0 0-1 0 0,0 0 1 0 0,0 0 0 0 0,1 0-1 0 0,-1 0 1 0 0,0 0-1 0 0,1-1 1 0 0,9-1-344 0 0,0 0 1 0 0,-1 0 0 0 0,1-1-1 0 0,-1-1 1 0 0,0 0-1 0 0,0 0 1 0 0,0-1-1 0 0,16-11 1 0 0,-11 5-340 0 0,-1 1 0 0 0,-1-2 1 0 0,0 0-1 0 0,0-1 0 0 0,11-14 1 0 0,-10 7-1656 0 0</inkml:trace>
</inkml:ink>
</file>

<file path=ppt/ink/ink4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33.7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152 46 3812 0 0,'0'0'624'0'0,"1"-4"23"0"0,1-14 14 0 0,-1 14 652 0 0,-4 1-791 0 0,1 0-349 0 0,-9-11 1023 0 0,5 15-805 0 0,-1 1-250 0 0,1 0-1 0 0,-1 0 1 0 0,0 1 0 0 0,1 0 0 0 0,0 0-1 0 0,0 0 1 0 0,0 1 0 0 0,0 0-1 0 0,0 0 1 0 0,1 1 0 0 0,0-1 0 0 0,-7 9-1 0 0,0 3 102 0 0,2 1 0 0 0,-15 30 0 0 0,23-42-202 0 0,3 1-73 0 0,0 20 85 0 0,-1-24-47 0 0,0-1-1 0 0,0 1 0 0 0,0-1 1 0 0,0 0-1 0 0,0 1 1 0 0,1-1-1 0 0,-1 0 0 0 0,0 1 1 0 0,1-1-1 0 0,0 0 1 0 0,-1 1-1 0 0,1-1 1 0 0,-1 0-1 0 0,1 0 0 0 0,0 0 1 0 0,0 1-1 0 0,0-1 1 0 0,0 0-1 0 0,0 0 1 0 0,1 1-1 0 0,1 0 9 0 0,-3 0-14 0 0,1-1 0 0 0,0 1 1 0 0,0-1-1 0 0,0 0 0 0 0,0 1 0 0 0,1-1 0 0 0,-1 0 0 0 0,0 0 1 0 0,0 1-1 0 0,1-1 0 0 0,-1 0 0 0 0,1 0 0 0 0,-1 0 0 0 0,1-1 0 0 0,2 2 1 0 0,1 0-23 0 0,0 1-37 0 0,0 0-1 0 0,1 0 0 0 0,-1-1 1 0 0,1 0-1 0 0,-1 0 1 0 0,1 0-1 0 0,0-1 0 0 0,-1 0 1 0 0,1 0-1 0 0,0-1 1 0 0,6 1-1 0 0,-6-1 35 0 0,-3 1-11 0 0,1-1-1 0 0,0 1 1 0 0,-1-1-1 0 0,1 0 1 0 0,0 0-1 0 0,0 0 0 0 0,-1-1 1 0 0,5 0-1 0 0,1-1-30 0 0,2 1-35 0 0,0-1 0 0 0,0 0-1 0 0,0-1 1 0 0,0 0 0 0 0,0-1-1 0 0,11-5 1 0 0,-9 3-78 0 0,-5 3 94 0 0,-1 0 1 0 0,0-1-1 0 0,0 0 0 0 0,0-1 0 0 0,0 1 0 0 0,-1-1 0 0 0,0-1 0 0 0,7-6 0 0 0,-3 2-30 0 0,-7 7 73 0 0,-2 3 80 0 0,0-1 0 0 0,-1 1 0 0 0,1-1-1 0 0,0 1 1 0 0,-1-1 0 0 0,1 0 0 0 0,0 0 0 0 0,-1 1 0 0 0,1-1 0 0 0,-1 0 0 0 0,0 0 0 0 0,1 1-1 0 0,-1-1 1 0 0,1 0 0 0 0,-1 0 0 0 0,0 0 0 0 0,0 0 0 0 0,1 0 0 0 0,-1-2 1226 0 0,-20 9-718 0 0,21-2-511 0 0,3 12-40 0 0,-2-12-54 0 0,3-5-375 0 0,17-4 253 0 0,-16 3-9 0 0,-2 0-7 0 0,7-7 31 0 0,0-1 0 0 0,-1 0 0 0 0,11-13 0 0 0,-19 20 58 0 0,-1-2 41 0 0,4-15 31 0 0,-4 16-25 0 0,-2-2-11 0 0,-5-14 80 0 0,6 19-2 0 0,0 0 0 0 0,-1 1 0 0 0,1-1 1 0 0,0 0-1 0 0,0 1 0 0 0,-1-1 0 0 0,1 1 0 0 0,0-1 0 0 0,-1 0 0 0 0,1 1 0 0 0,-1-1 0 0 0,1 1 0 0 0,-1-1 1 0 0,1 1-1 0 0,-1-1 0 0 0,1 1 0 0 0,-1 0 0 0 0,1-1 0 0 0,-1 1 0 0 0,0 0 0 0 0,1-1 0 0 0,-1 1 0 0 0,1 0 1 0 0,-1 0-1 0 0,0-1 0 0 0,1 1 0 0 0,-2 0 0 0 0,2 0 4 0 0,-1 0-1 0 0,1 0 1 0 0,0 0 0 0 0,0 0-1 0 0,-1 0 1 0 0,1 0 0 0 0,0 0-1 0 0,0 0 1 0 0,-1 0 0 0 0,1 0-1 0 0,0 0 1 0 0,0-1 0 0 0,-1 1-1 0 0,1 0 1 0 0,0 0 0 0 0,0 0-1 0 0,-1 0 1 0 0,1 0 0 0 0,0-1-1 0 0,0 1 1 0 0,0 0 0 0 0,0 0-1 0 0,-1 0 1 0 0,1-1 0 0 0,0 1-1 0 0,0 0 1 0 0,0 0 0 0 0,0-1-1 0 0,0 1 1 0 0,0 0 0 0 0,-1 0-1 0 0,1-1 1 0 0,0 1 0 0 0,0 0-1 0 0,0-1 1 0 0,-4 2 235 0 0,-1-1-139 0 0,0 1 1 0 0,1 0-1 0 0,-1 0 1 0 0,1 0-1 0 0,0 1 1 0 0,-1-1-1 0 0,1 1 1 0 0,0 0 0 0 0,0 1-1 0 0,0-1 1 0 0,0 0-1 0 0,0 1 1 0 0,1 0-1 0 0,-1 0 1 0 0,-5 6-1 0 0,7-4-58 0 0,-1-1-1 0 0,1 1 1 0 0,0-1-1 0 0,0 1 1 0 0,0 0-1 0 0,0 0 0 0 0,1 0 1 0 0,0 0-1 0 0,0 0 1 0 0,1 0-1 0 0,-1 1 1 0 0,1-1-1 0 0,0 0 0 0 0,1 8 1 0 0,0-6-19 0 0,1-1 0 0 0,0 1 0 0 0,0-1 0 0 0,0 0 0 0 0,1 1 0 0 0,0-1 0 0 0,0 0 0 0 0,1 0 0 0 0,0-1 0 0 0,0 1 0 0 0,0-1 0 0 0,8 8 0 0 0,-4-5-35 0 0,0-1 0 0 0,0 0 0 0 0,1 0 0 0 0,0-1 0 0 0,0 0 0 0 0,1-1 0 0 0,0 0 0 0 0,0 0 0 0 0,0-1 0 0 0,0 0 0 0 0,1-1 0 0 0,-1 0 0 0 0,1-1 0 0 0,20 3 0 0 0,-19-5-305 0 0,-1 0-1 0 0,0-1 1 0 0,0 0 0 0 0,1 0-1 0 0,-1-1 1 0 0,0-1 0 0 0,0 0-1 0 0,-1 0 1 0 0,14-7 0 0 0,43-24-4249 0 0,-35 15-362 0 0</inkml:trace>
</inkml:ink>
</file>

<file path=ppt/ink/ink4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36.1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56 3748 0 0,'0'0'1939'0'0,"1"-5"-424"0"0,8-41 2445 0 0,-8 42-2908 0 0,-3 9-765 0 0,-9 39-16 0 0,3 0 1 0 0,-5 75-1 0 0,7-60-1014 0 0,4-40-71 0 0,1 4 201 0 0,2-4-482 0 0,5 35-4358 0 0</inkml:trace>
</inkml:ink>
</file>

<file path=ppt/ink/ink4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36.7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218 266 3284 0 0,'-2'-56'2278'0'0,"1"47"-1978"0"0,3-26 951 0 0,0 20-919 0 0,1 1 0 0 0,0 0 0 0 0,1-1 1 0 0,0 1-1 0 0,1 1 0 0 0,0-1 1 0 0,9-13-1 0 0,-11 23-299 0 0,0 1 1 0 0,0 0-1 0 0,0 0 1 0 0,1 1-1 0 0,-1-1 1 0 0,1 1-1 0 0,0 0 1 0 0,0-1-1 0 0,0 2 1 0 0,0-1-1 0 0,6-2 1 0 0,-5 2-6 0 0,-4 2-21 0 0,1-1 0 0 0,-1 0 0 0 0,1 0 0 0 0,0 1-1 0 0,-1-1 1 0 0,1 1 0 0 0,0 0 0 0 0,0-1 0 0 0,-1 1 0 0 0,1 0 0 0 0,0 0 0 0 0,0 0 0 0 0,-1 0 0 0 0,3 0 0 0 0,14 2 60 0 0,-12-2-61 0 0,0 1 0 0 0,0-1 0 0 0,0 1 0 0 0,0 1 0 0 0,0-1 0 0 0,0 1 0 0 0,0 0 0 0 0,-1 0-1 0 0,1 0 1 0 0,9 7 0 0 0,-11-6 0 0 0,0 0 0 0 0,-1 0-1 0 0,0 0 1 0 0,0 1 0 0 0,0-1-1 0 0,0 1 1 0 0,0 0 0 0 0,-1 0-1 0 0,1 0 1 0 0,-1 0 0 0 0,0 0-1 0 0,0 0 1 0 0,-1 0 0 0 0,2 7-1 0 0,-2-5 12 0 0,-1-1 0 0 0,1 0 0 0 0,-1 0 0 0 0,-1 0 0 0 0,1 0 0 0 0,-1 1-1 0 0,0-1 1 0 0,0 0 0 0 0,0 0 0 0 0,-1 0 0 0 0,-2 6 0 0 0,-25 49 207 0 0,19-43-92 0 0,-1-2 1 0 0,0 1-1 0 0,-15 14 1 0 0,3-3 136 0 0,20-23-128 0 0,-11 10 227 0 0,12-11-289 0 0,-1 1 1044 0 0,5-1-1087 0 0,2 0-47 0 0,-1 0 1 0 0,1 0 0 0 0,0-1 0 0 0,0 1 0 0 0,1-1 0 0 0,-1 0 0 0 0,0-1-1 0 0,1 1 1 0 0,-1-1 0 0 0,1 0 0 0 0,0 0 0 0 0,-1 0 0 0 0,1 0-1 0 0,8-1 1 0 0,-4 1-78 0 0,0 0 1 0 0,0 1-1 0 0,0 0 0 0 0,-1 0 0 0 0,15 7 0 0 0,-19-7 83 0 0,0-1 2 0 0,1 1 0 0 0,-1 0 0 0 0,0 1 0 0 0,0-1 0 0 0,0 1-1 0 0,0 0 1 0 0,-1 0 0 0 0,1 0 0 0 0,-1 0 0 0 0,1 1 0 0 0,-1-1 0 0 0,0 1 0 0 0,4 6 0 0 0,12 30-1 0 0,-18-31 2 0 0,-1-2 1 0 0,0-2 0 0 0,1 1-1 0 0,-1-1 1 0 0,0 0 0 0 0,-1 1 0 0 0,1-1-1 0 0,-1 0 1 0 0,0 1 0 0 0,0-1 0 0 0,-1 0 0 0 0,0 0-1 0 0,0 0 1 0 0,-3 7 0 0 0,-1-2 2 0 0,1 0-1 0 0,-1-1 1 0 0,0 1 0 0 0,-1-2-1 0 0,-8 10 1 0 0,5-9 64 0 0,-1 0 0 0 0,-1-1 1 0 0,1 0-1 0 0,-1 0 0 0 0,-1-2 0 0 0,1 1 1 0 0,-1-1-1 0 0,0-1 0 0 0,-1-1 0 0 0,1 0 1 0 0,-1 0-1 0 0,0-1 0 0 0,1-1 0 0 0,-1 0 1 0 0,-22-1-1 0 0,29-1-45 0 0,-1 1-1 0 0,0-2 1 0 0,0 1 0 0 0,1-1-1 0 0,-1 0 1 0 0,1-1 0 0 0,-1 0-1 0 0,-9-4 1 0 0,3 2 20 0 0,3 0-105 0 0,1-1 0 0 0,-1 0 0 0 0,1 0 0 0 0,0-1 0 0 0,1 0 0 0 0,-1-1 1 0 0,1 0-1 0 0,1-1 0 0 0,-1 1 0 0 0,1-2 0 0 0,0 1 0 0 0,1-1 0 0 0,0 0 0 0 0,1-1 1 0 0,0 1-1 0 0,0-1 0 0 0,1-1 0 0 0,0 1 0 0 0,1-1 0 0 0,0 1 0 0 0,1-1 1 0 0,0-1-1 0 0,-2-10 0 0 0,4 14-182 0 0,1 0 0 0 0,0 1 0 0 0,0-1 1 0 0,0 0-1 0 0,1 1 0 0 0,0-1 0 0 0,0 0 0 0 0,1 1 1 0 0,0-1-1 0 0,5-10 0 0 0,-4 10-576 0 0,1 0 0 0 0,0 1 0 0 0,0-1 1 0 0,1 1-1 0 0,5-7 0 0 0,8-4-3937 0 0</inkml:trace>
</inkml:ink>
</file>

<file path=ppt/ink/ink4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37.3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19 236 2380 0 0,'1'4'969'0'0,"3"12"-154"0"0,-3-12 750 0 0,4-3-1296 0 0,1-2-186 0 0,0 1-1 0 0,1-1 1 0 0,-1 0-1 0 0,0 0 1 0 0,1 0 0 0 0,-1-1-1 0 0,0 0 1 0 0,0-1 0 0 0,0 1-1 0 0,0-1 1 0 0,-1 0 0 0 0,1 0-1 0 0,-1-1 1 0 0,0 0-1 0 0,0 0 1 0 0,8-8 0 0 0,-10 9 35 0 0,-1-1-2 0 0,8-15 16 0 0,-8 14 136 0 0,-2-1-89 0 0,-2-20 8 0 0,2 19-4 0 0,-2 3 4 0 0,-9-14-13 0 0,8 14-36 0 0,0 1 48 0 0,0 0-78 0 0,-1 0 0 0 0,1 1 0 0 0,-1-1 0 0 0,1 1 0 0 0,-1 0 0 0 0,-6-2 0 0 0,9 3-63 0 0,-1 1 0 0 0,0-1 0 0 0,1 1 0 0 0,-1-1 0 0 0,0 1 0 0 0,0 0 0 0 0,1-1 0 0 0,-1 1 0 0 0,0 0 0 0 0,0 0 0 0 0,1 1 0 0 0,-1-1 0 0 0,0 0 0 0 0,0 0 0 0 0,1 1-1 0 0,-1-1 1 0 0,0 1 0 0 0,0 0 0 0 0,1-1 0 0 0,-1 1 0 0 0,1 0 0 0 0,-1 0 0 0 0,1 0 0 0 0,-3 2 0 0 0,-1 2 24 0 0,0-1 0 0 0,0 2 0 0 0,0-1 0 0 0,1 0 0 0 0,0 1 0 0 0,0 0 1 0 0,0 0-1 0 0,1 0 0 0 0,0 1 0 0 0,0-1 0 0 0,0 1 0 0 0,1-1 0 0 0,0 1 0 0 0,0 0 0 0 0,1 0 0 0 0,0 0 0 0 0,0 0 0 0 0,1 0 1 0 0,0 0-1 0 0,0 0 0 0 0,0 0 0 0 0,2 8 0 0 0,-2-8-49 0 0,0-5-15 0 0,0 0 0 0 0,0 1 0 0 0,0-1 0 0 0,1 0-1 0 0,-1 0 1 0 0,1 1 0 0 0,-1-1 0 0 0,1 0 0 0 0,0 0 0 0 0,-1 0 0 0 0,1 0 0 0 0,1 0 0 0 0,0 2 0 0 0,34 50-54 0 0,-34-53 33 0 0,-1 1 1 0 0,0 0-1 0 0,1-1 1 0 0,-1 1-1 0 0,1-1 1 0 0,-1 0-1 0 0,1 0 1 0 0,0 1-1 0 0,0-1 1 0 0,-1 0-1 0 0,1 0 1 0 0,0 0 0 0 0,0-1-1 0 0,3 2 1 0 0,1 0-39 0 0,-4-1 27 0 0,0 1 0 0 0,0-1 1 0 0,0 0-1 0 0,1 0 0 0 0,-1 0 1 0 0,0 0-1 0 0,1 0 0 0 0,-1-1 1 0 0,1 1-1 0 0,-1-1 0 0 0,1 1 1 0 0,3-1-1 0 0,2 0-49 0 0,-5 1 39 0 0,0 0 0 0 0,0 0 1 0 0,0-1-1 0 0,0 1 0 0 0,0-1 0 0 0,0 0 0 0 0,0 0 0 0 0,0 0 0 0 0,6-1 0 0 0,-1 0-29 0 0,-1 1 26 0 0,0 0-1 0 0,0-1 0 0 0,0 0 0 0 0,1 0 0 0 0,-1-1 0 0 0,0 0 0 0 0,0 0 0 0 0,10-5 0 0 0,-6 3-24 0 0,3-3 44 0 0,0 0 0 0 0,0-1 0 0 0,-1 0 0 0 0,0-1 0 0 0,-1 0 0 0 0,0-1 1 0 0,0-1-1 0 0,-1 0 0 0 0,-1 0 0 0 0,0-1 0 0 0,0 0 0 0 0,-1-1 0 0 0,-1 0 0 0 0,0 0 0 0 0,-1-1 0 0 0,0 0 0 0 0,5-17 0 0 0,-4 0 131 0 0,-7 7 113 0 0,2-71 1551 0 0,-3 95-1765 0 0,0 1 0 0 0,0-1 0 0 0,0 1 0 0 0,0-1 0 0 0,0 0 0 0 0,0 1 0 0 0,0-1 0 0 0,0 0 0 0 0,0 1 0 0 0,0-1 0 0 0,0 1 0 0 0,0-1 0 0 0,0 0 1 0 0,-1 1-1 0 0,1-1 0 0 0,0 0 0 0 0,0 1 0 0 0,0-1 0 0 0,-1 0 0 0 0,1 0 0 0 0,0 1 0 0 0,0-1 0 0 0,-1 0 0 0 0,1 0 0 0 0,0 1 0 0 0,-1-1 0 0 0,1 0 1 0 0,-1 1-1 0 0,0-1 1 0 0,1 1 1 0 0,-1-1 0 0 0,0 1 0 0 0,0-1-1 0 0,1 1 1 0 0,-1 0 0 0 0,1-1 0 0 0,-1 1 0 0 0,1 0-1 0 0,-1 0 1 0 0,1-1 0 0 0,-1 1 0 0 0,1 0-1 0 0,-1 0 1 0 0,1 0 0 0 0,0 0 0 0 0,0 0-1 0 0,-1-1 1 0 0,1 1 0 0 0,0 0 0 0 0,0 2 0 0 0,-7 37 82 0 0,2 1 1 0 0,2 0 0 0 0,1-1 0 0 0,7 67-1 0 0,-4-101-155 0 0,0 0 0 0 0,1 0 0 0 0,0 0 1 0 0,0 0-1 0 0,1 0 0 0 0,-1-1 0 0 0,1 1 0 0 0,0-1 0 0 0,5 6 0 0 0,-6-7-39 0 0,-1-3 51 0 0,0 0 1 0 0,0 1 0 0 0,-1-1 0 0 0,1 0-1 0 0,0 0 1 0 0,0 0 0 0 0,0 0 0 0 0,0 0 0 0 0,0 0-1 0 0,1 0 1 0 0,-1-1 0 0 0,0 1 0 0 0,0 0 0 0 0,0-1-1 0 0,1 1 1 0 0,-1 0 0 0 0,2-1 0 0 0,1 2-142 0 0,-1-1-91 0 0,0 1 1 0 0,0-1 0 0 0,1 0-1 0 0,-1 0 1 0 0,0 0 0 0 0,1 0-1 0 0,-1-1 1 0 0,0 1 0 0 0,1-1-1 0 0,-1 0 1 0 0,0 0 0 0 0,1 0-1 0 0,-1-1 1 0 0,1 1 0 0 0,5-2-1 0 0,-6 1 55 0 0,8-2-2474 0 0,16-8-1933 0 0</inkml:trace>
</inkml:ink>
</file>

<file path=ppt/ink/ink4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37.5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65 72 2772 0 0,'-5'1'1285'0'0,"-15"0"-178"0"0,15-1-286 0 0,-1 0-235 0 0,-17 3-82 0 0,17-3 1512 0 0,12-1-2002 0 0,40-7-243 0 0,4 0-1726 0 0,0-3-1 0 0,79-27 1 0 0,-104 27-1015 0 0</inkml:trace>
</inkml:ink>
</file>

<file path=ppt/ink/ink4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38.0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81 0 2888 0 0,'0'0'4341'0'0,"-4"2"-3815"0"0,-1 1-386 0 0,0 1 1 0 0,1-1-1 0 0,0 1 0 0 0,-1 0 1 0 0,1 0-1 0 0,0 1 0 0 0,1-1 1 0 0,-1 1-1 0 0,1-1 1 0 0,0 1-1 0 0,0 0 0 0 0,-4 10 1 0 0,3-4-17 0 0,-1 1 0 0 0,2 0 0 0 0,-1 0 0 0 0,-2 21 0 0 0,6-28-70 0 0,0 2-3 0 0,7 45 97 0 0,-5-49-135 0 0,0 2-2 0 0,9 11-10 0 0,-9-12 1 0 0,2-2-46 0 0,11 6 47 0 0,-11-7 20 0 0,1-1-12 0 0,3-1-7 0 0,0 0 1 0 0,-1-1-1 0 0,1 0 0 0 0,-1 0 0 0 0,1 0 1 0 0,-1-1-1 0 0,0 0 0 0 0,0-1 0 0 0,0 0 1 0 0,0 0-1 0 0,-1 0 0 0 0,1-1 1 0 0,-1 0-1 0 0,0 0 0 0 0,-1 0 0 0 0,1-1 1 0 0,-1 0-1 0 0,7-11 0 0 0,27-43 408 0 0,-37 57-298 0 0,0 0-50 0 0,7-11-14 0 0,-6 10 334 0 0,4 27-222 0 0,-8-18-142 0 0,0 16 20 0 0,1-16 30 0 0,1 1-64 0 0,17 69 24 0 0,-16-71-39 0 0,1 0-3 0 0,8 11-12 0 0,-8-11 9 0 0,-2-4 14 0 0,-1 0 0 0 0,1 0-1 0 0,-1 0 1 0 0,1 0 0 0 0,-1 0-1 0 0,1 0 1 0 0,-1 1 0 0 0,1-1 0 0 0,-1 0-1 0 0,1 0 1 0 0,-1 0 0 0 0,1 0-1 0 0,-1 1 1 0 0,1-1 0 0 0,-1 0-1 0 0,0 0 1 0 0,1 1 0 0 0,-1-1-1 0 0,1 0 1 0 0,-1 1 0 0 0,0-1-1 0 0,1 1 1 0 0,-1 0 0 0 0,1-1-1 0 0,-1 1 1 0 0,1-1-1 0 0,-1 1 0 0 0,1-1 1 0 0,-1 1-1 0 0,1-1 1 0 0,-1 0-1 0 0,1 1 0 0 0,-1-1 1 0 0,1 0-1 0 0,0 1 1 0 0,-1-1-1 0 0,1 0 1 0 0,0 0-1 0 0,-1 1 0 0 0,1-1 1 0 0,0 0-1 0 0,-1 0 1 0 0,1 0-1 0 0,0 0 0 0 0,-1 0 1 0 0,1 0-1 0 0,0 0 1 0 0,0 0-1 0 0,-1 0 1 0 0,1 0-1 0 0,0-1 0 0 0,18-1-52 0 0,-14 1 41 0 0,0-2 29 0 0,3-2-19 0 0,1-1 1 0 0,-1 0-1 0 0,0 0 1 0 0,-1-1-1 0 0,1 0 1 0 0,-2-1-1 0 0,11-12 0 0 0,3-23 383 0 0,-19 38-288 0 0,0 0-28 0 0,1-17-22 0 0,-1 16-13 0 0,-3 2-17 0 0,-6-12 0 0 0,6 12 0 0 0,1 4-15 0 0,1 0 0 0 0,-1 0 0 0 0,1 0-1 0 0,-1 0 1 0 0,1 0 0 0 0,-1 0 0 0 0,1 0 0 0 0,-1 0 0 0 0,1 0-1 0 0,-1-1 1 0 0,1 1 0 0 0,-1 0 0 0 0,1 0 0 0 0,0 0 0 0 0,-1-1-1 0 0,1 1 1 0 0,-1 0 0 0 0,1 0 0 0 0,0-1 0 0 0,-1 1 0 0 0,1 0-1 0 0,0-1 1 0 0,-1 1 0 0 0,1-1 0 0 0,-1 0 0 0 0,1 0-47 0 0,-1 1 0 0 0,0-1 0 0 0,1 0 0 0 0,-1 1 0 0 0,0-1 0 0 0,1 0 0 0 0,-1 1 0 0 0,0-1 0 0 0,0 1 0 0 0,0-1 0 0 0,1 1 0 0 0,-1-1 0 0 0,0 1 0 0 0,0 0 0 0 0,0-1 0 0 0,0 1 0 0 0,0 0 0 0 0,0 0 0 0 0,-1-1 0 0 0,-17-2-547 0 0,14 2-183 0 0,1 3-1299 0 0,-15 3 720 0 0,14-4-1008 0 0</inkml:trace>
</inkml:ink>
</file>

<file path=ppt/ink/ink4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39.0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1 239 1388 0 0,'0'0'711'0'0,"3"-2"-168"0"0,15-13 203 0 0,-1 0 0 0 0,-1-1 0 0 0,0 0 0 0 0,-1-1 0 0 0,16-27 0 0 0,-29 41-551 0 0,0-11 15 0 0,-2 12-53 0 0,1 0 0 0 0,-1 0 1 0 0,0 0-1 0 0,0 0 0 0 0,0 0 0 0 0,0 0 0 0 0,0 0 0 0 0,-1 0 0 0 0,1 0 0 0 0,0 1 0 0 0,-2-4 0 0 0,1 1 608 0 0,1 5-752 0 0,-1-1 0 0 0,1 1 1 0 0,0-1-1 0 0,0 1 0 0 0,-1-1 0 0 0,1 1 1 0 0,0-1-1 0 0,0 1 0 0 0,-1-1 0 0 0,1 1 1 0 0,-1-1-1 0 0,1 1 0 0 0,0-1 0 0 0,-1 0 1 0 0,1 1-1 0 0,-1-1 0 0 0,1 0 0 0 0,-1 1 1 0 0,1-1-1 0 0,-1 0 0 0 0,1 0 0 0 0,-1 1 0 0 0,0-1 1 0 0,-10 8 234 0 0,-1 13 9 0 0,10-17-163 0 0,0 1-18 0 0,-11 44 64 0 0,12-44-102 0 0,1 1-4 0 0,-1 20-16 0 0,0-19-34 0 0,3-1-74 0 0,-1-4 62 0 0,-1 1-94 0 0,1 0 0 0 0,0 0-1 0 0,0 0 1 0 0,0 0 0 0 0,0 0-1 0 0,0-1 1 0 0,1 1-1 0 0,-1 0 1 0 0,1 0 0 0 0,0-1-1 0 0,0 1 1 0 0,0-1 0 0 0,0 0-1 0 0,0 1 1 0 0,0-1-1 0 0,1 0 1 0 0,-1 0 0 0 0,1-1-1 0 0,-1 1 1 0 0,1 0 0 0 0,0-1-1 0 0,0 0 1 0 0,4 2-1 0 0,0-2 52 0 0,0 0-1 0 0,0 0 0 0 0,1-1 0 0 0,-1 0 1 0 0,0-1-1 0 0,1 1 0 0 0,-1-1 0 0 0,0-1 0 0 0,0 1 1 0 0,0-1-1 0 0,0 0 0 0 0,0-1 0 0 0,0 0 0 0 0,-1 0 1 0 0,1 0-1 0 0,-1-1 0 0 0,0 0 0 0 0,0 0 1 0 0,0-1-1 0 0,0 0 0 0 0,-1 0 0 0 0,0 0 0 0 0,8-10 1 0 0,-11 12 301 0 0,-1 1-195 0 0,0 1 1 0 0,-1 0 0 0 0,1-1-1 0 0,0 1 1 0 0,0 0 0 0 0,0 0-1 0 0,0-1 1 0 0,0 1 0 0 0,0 0-1 0 0,0 0 1 0 0,2-1 0 0 0,-3 1-3 0 0,3-2 934 0 0,-1 0-755 0 0,-1 2-198 0 0,-1 0 0 0 0,1 1 0 0 0,0-1-1 0 0,-1 0 1 0 0,1 0 0 0 0,0 1-1 0 0,-1-1 1 0 0,1 1 0 0 0,0-1 0 0 0,0 0-1 0 0,0 1 1 0 0,-1-1 0 0 0,1 1-1 0 0,0 0 1 0 0,0-1 0 0 0,0 1 0 0 0,0 0-1 0 0,0-1 1 0 0,0 1 0 0 0,0 0-1 0 0,0 0 1 0 0,0 0 0 0 0,0 0 0 0 0,0 0-1 0 0,0 0 1 0 0,0 0 0 0 0,0 0-1 0 0,0 0 1 0 0,-1 1 0 0 0,1-1 0 0 0,0 0-1 0 0,0 1 1 0 0,0-1 0 0 0,1 1-1 0 0,2 0-347 0 0,1-2-570 0 0,2 0 768 0 0,-1-1 0 0 0,1 0-1 0 0,0 0 1 0 0,-1 0 0 0 0,0-1-1 0 0,1 0 1 0 0,-1 0-1 0 0,0-1 1 0 0,0 0 0 0 0,-1 0-1 0 0,1 0 1 0 0,-1-1 0 0 0,0 0-1 0 0,0 0 1 0 0,-1 0 0 0 0,7-10-1 0 0,-8 12 187 0 0,-1-3-84 0 0,0-2 77 0 0,0 0 1 0 0,-1-1-1 0 0,1-16 1 0 0,-2 20 124 0 0,-3 1 20 0 0,-7-14 27 0 0,7 14 10 0 0,2 4-201 0 0,-1-1 1 0 0,1 1-1 0 0,0-1 1 0 0,-1 1-1 0 0,1-1 1 0 0,0 0-1 0 0,0 0 1 0 0,0 1 0 0 0,-1-1-1 0 0,1 0 1 0 0,0 0-1 0 0,-1-2 1 0 0,0 2 25 0 0,-2-2 473 0 0,-1 3-261 0 0,-19 0 2 0 0,19 0-40 0 0,0 3-10 0 0,1-1-162 0 0,0 1 0 0 0,0-1 0 0 0,0 1 0 0 0,0 0 0 0 0,0 1-1 0 0,0-1 1 0 0,1 1 0 0 0,0-1 0 0 0,0 1 0 0 0,0 0 0 0 0,0 0-1 0 0,1 0 1 0 0,-1 1 0 0 0,1-1 0 0 0,-2 7 0 0 0,2-1-6 0 0,0 1 1 0 0,1 0 0 0 0,0 0-1 0 0,1 0 1 0 0,0 0-1 0 0,3 14 1 0 0,0-14-130 0 0,1 1-1 0 0,0-1 1 0 0,1 1 0 0 0,8 12 0 0 0,-10-21-76 0 0,-3-3 147 0 0,1 0 0 0 0,-1 0 1 0 0,1 0-1 0 0,-1 0 0 0 0,1 0 0 0 0,-1 0 0 0 0,0 0 0 0 0,1 1 0 0 0,-1-1 1 0 0,1 0-1 0 0,-1 0 0 0 0,1 0 0 0 0,-1 0 0 0 0,0 1 0 0 0,1-1 0 0 0,-1 0 1 0 0,1 0-1 0 0,-1 1 0 0 0,0-1 0 0 0,1 0 0 0 0,-1 1 0 0 0,0-1 0 0 0,1 0 1 0 0,-1 1-1 0 0,0-1 0 0 0,0 0 0 0 0,1 2 0 0 0,-1-2-11 0 0,1 1-1 0 0,-1-1 1 0 0,0 1 0 0 0,1 0 0 0 0,-1-1-1 0 0,1 1 1 0 0,-1-1 0 0 0,1 1-1 0 0,-1-1 1 0 0,1 0 0 0 0,0 1 0 0 0,-1-1-1 0 0,1 0 1 0 0,-1 1 0 0 0,1-1-1 0 0,0 0 1 0 0,-1 1 0 0 0,1-1 0 0 0,0 0-1 0 0,-1 0 1 0 0,1 0 0 0 0,0 0-1 0 0,-1 0 1 0 0,1 0 0 0 0,0 0 0 0 0,0 0-1 0 0,-1 0 1 0 0,2 0 0 0 0,5-2-144 0 0,1 1 0 0 0,-1-1 0 0 0,0-1 0 0 0,0 1 0 0 0,-1-1 0 0 0,1 0 1 0 0,-1-1-1 0 0,1 0 0 0 0,7-5 0 0 0,11-14 34 0 0,-1-2 1 0 0,-1 0 0 0 0,-1-1-1 0 0,34-54 1 0 0,-53 76 389 0 0,0 0-63 0 0,-2 2-5 0 0,-1 0-41 0 0,1 1 0 0 0,-1-1 0 0 0,1 1 0 0 0,-1 0-1 0 0,1-1 1 0 0,0 1 0 0 0,0 0 0 0 0,0 0 0 0 0,0 0 0 0 0,0-1-1 0 0,0 1 1 0 0,2-2 0 0 0,6 25 249 0 0,-9-17-450 0 0,0 16 133 0 0,0-16-46 0 0,0 1-189 0 0,1 18 155 0 0,-1-18 20 0 0,1-1-52 0 0,3 16-58 0 0,-3-16-44 0 0,0-1-38 0 0,6 12-38 0 0,-5-12-52 0 0,6 2-522 0 0,-8-6 740 0 0,0 1 0 0 0,1-1-1 0 0,-1 0 1 0 0,0 1 0 0 0,1-1-1 0 0,-1 1 1 0 0,0-1 0 0 0,1 0-1 0 0,-1 1 1 0 0,1-1 0 0 0,-1 0-1 0 0,1 0 1 0 0,-1 1 0 0 0,1-1-1 0 0,-1 0 1 0 0,1 0 0 0 0,-1 0-1 0 0,1 0 1 0 0,-1 1 0 0 0,1-1-1 0 0,0 0 1 0 0,-1 0 0 0 0,1 0-1 0 0,-1 0 1 0 0,1 0 0 0 0,-1 0-1 0 0,1-1 1 0 0,-1 1 0 0 0,1 0-1 0 0,-1 0 1 0 0,1 0-1 0 0,-1 0 1 0 0,1-1 0 0 0,14-7 177 0 0,-1 0 0 0 0,0 0 1 0 0,-1-2-1 0 0,0 0 0 0 0,-1 0 1 0 0,0-1-1 0 0,18-21 0 0 0,10-9 1826 0 0,-37 39-3 0 0,16 8-1617 0 0,-14-4-288 0 0,-1-1 80 0 0,-3 10-64 0 0,0-1 0 0 0,1 1 0 0 0,4 11 0 0 0,-5-16-109 0 0,2 9-169 0 0,0 0-115 0 0,1 0-1 0 0,0-1 1 0 0,6 16-1 0 0,-7-24-540 0 0,1 1 0 0 0,-1-1 0 0 0,1 0 0 0 0,0 0 1 0 0,9 9-1 0 0,8 8-3279 0 0</inkml:trace>
</inkml:ink>
</file>

<file path=ppt/ink/ink4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39.9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330 2 3572 0 0,'-6'-1'1204'0'0,"-1"1"-942"0"0,0 0 1 0 0,0 0 0 0 0,0 1-1 0 0,1-1 1 0 0,-1 1-1 0 0,0 1 1 0 0,0-1-1 0 0,1 1 1 0 0,-1 1 0 0 0,1-1-1 0 0,0 1 1 0 0,-9 5-1 0 0,-3 5 63 0 0,1 0 1 0 0,1 2-1 0 0,0 0 0 0 0,1 0 0 0 0,1 2 0 0 0,0 0 0 0 0,1 0 0 0 0,1 1 0 0 0,1 1 0 0 0,1 0 0 0 0,-14 34 0 0 0,13-26-207 0 0,2 1 0 0 0,2-1-1 0 0,0 1 1 0 0,2 1 0 0 0,0-1-1 0 0,2 1 1 0 0,2 0 0 0 0,2 38-1 0 0,0-54-97 0 0,1 1-1 0 0,0-1 1 0 0,1 0-1 0 0,0 0 1 0 0,1 0-1 0 0,9 19 1 0 0,-10-25-58 0 0,1 0 0 0 0,0-1 0 0 0,0 1 0 0 0,0-1 0 0 0,1 0 0 0 0,0 0 1 0 0,0-1-1 0 0,1 1 0 0 0,-1-1 0 0 0,1 0 0 0 0,1-1 0 0 0,8 6 0 0 0,-13-9 11 0 0,1 1 0 0 0,-1-1 0 0 0,1 0 0 0 0,-1 0 0 0 0,1 0 0 0 0,0 0 0 0 0,-1 0 0 0 0,1-1 0 0 0,4 1 0 0 0,1 0-22 0 0,-5 0 31 0 0,-1 0-1 0 0,1 0 1 0 0,-1 0-1 0 0,1-1 1 0 0,0 1-1 0 0,0-1 1 0 0,-1 0-1 0 0,1 0 1 0 0,0 0-1 0 0,0 0 1 0 0,4-1-1 0 0,1-1-18 0 0,-5 3 24 0 0,0-1 0 0 0,1 0 0 0 0,-1 0 0 0 0,0-1 0 0 0,0 1 0 0 0,1-1 0 0 0,-1 0 0 0 0,0 0 0 0 0,0 0 0 0 0,0 0 0 0 0,4-2 0 0 0,3-1-13 0 0,0 0 6 0 0,-1 0 0 0 0,0 0 0 0 0,0 0 0 0 0,0-1 0 0 0,-1-1 0 0 0,0 1 0 0 0,0-1-1 0 0,0-1 1 0 0,-1 1 0 0 0,0-1 0 0 0,0-1 0 0 0,0 1 0 0 0,-1-1 0 0 0,6-9 0 0 0,-3 1 76 0 0,-1 0-1 0 0,-1-1 1 0 0,0 0 0 0 0,-1 0 0 0 0,0-1 0 0 0,3-23-1 0 0,-8 36 68 0 0,2-18 102 0 0,-2 19 1042 0 0,-3 9-1001 0 0,-6 41-21 0 0,2 1 1 0 0,2-1 0 0 0,2 1-1 0 0,2 0 1 0 0,6 51 0 0 0,-5-84-327 0 0,0 0 0 0 0,1-1 0 0 0,1 1 0 0 0,0-1 0 0 0,1 0 0 0 0,0 0 0 0 0,9 16 0 0 0,-1-7-1127 0 0,-10-19 369 0 0,3-2-153 0 0,-4 0 405 0 0,11 4 716 0 0,1-8-5941 0 0,12-9 332 0 0</inkml:trace>
</inkml:ink>
</file>

<file path=ppt/ink/ink4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40.1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58 22 3212 0 0,'-5'-2'1314'0'0,"-16"-5"-233"0"0,16 6 553 0 0,0-1-953 0 0,-12-3-95 0 0,12 4 946 0 0,10 0-1306 0 0,56-2 55 0 0,109 7-1530 0 0,-62-6-3733 0 0,-73 0 706 0 0</inkml:trace>
</inkml:ink>
</file>

<file path=ppt/ink/ink4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40.4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38 2136 0 0,'0'0'1081'0'0,"-5"0"-206"0"0,-16-3-131 0 0,16 3 2323 0 0,8-3-2983 0 0,0 2-83 0 0,-1 0 0 0 0,0-1-1 0 0,1 1 1 0 0,0 0-1 0 0,-1 0 1 0 0,1 0 0 0 0,0 1-1 0 0,-1-1 1 0 0,1 0-1 0 0,0 1 1 0 0,0 0 0 0 0,0 0-1 0 0,-1 0 1 0 0,1 0-1 0 0,0 0 1 0 0,0 1 0 0 0,0-1-1 0 0,-1 1 1 0 0,1-1 0 0 0,0 1-1 0 0,4 3 1 0 0,1-1 6 0 0,0-1 0 0 0,-1 1 0 0 0,0 0 0 0 0,0 0 0 0 0,0 1 0 0 0,-1 0 0 0 0,7 5 0 0 0,20 19 34 0 0,-27-20-20 0 0,-3-2 13 0 0,3 3 136 0 0,9 28-81 0 0,-14-32-52 0 0,0 0 123 0 0,-1 0 20 0 0,0 15 3 0 0,0-14 96 0 0,-8 12 198 0 0,7-15-400 0 0,0 2 470 0 0,-3-2-208 0 0,3-2-229 0 0,-1 1 0 0 0,0-1 0 0 0,0 1 0 0 0,0-1 0 0 0,0 0 0 0 0,-1 0 0 0 0,1 0-1 0 0,0 0 1 0 0,0-1 0 0 0,-1 1 0 0 0,1 0 0 0 0,0-1 0 0 0,-1 0 0 0 0,1 0 0 0 0,-1 1 0 0 0,-2-2 0 0 0,0 1 160 0 0,5 0-260 0 0,0 0 1 0 0,0-1-1 0 0,0 1 0 0 0,0 0 1 0 0,0-1-1 0 0,0 1 0 0 0,0 0 1 0 0,0-1-1 0 0,0 1 0 0 0,-1 0 1 0 0,1-1-1 0 0,0 1 1 0 0,0 0-1 0 0,0 0 0 0 0,0-1 1 0 0,0 1-1 0 0,-1 0 0 0 0,1 0 1 0 0,0-1-1 0 0,0 1 0 0 0,0 0 1 0 0,-1 0-1 0 0,1-1 1 0 0,0 1-1 0 0,0 0 0 0 0,-1 0 1 0 0,1 0-1 0 0,0 0 0 0 0,-1 0 1 0 0,1-1-1 0 0,-1 1 0 0 0,1 0 3 0 0,-1 0-1 0 0,1-1 0 0 0,-1 1 0 0 0,1 0 1 0 0,-1 0-1 0 0,1-1 0 0 0,-1 1 1 0 0,1-1-1 0 0,-1 1 0 0 0,1 0 0 0 0,0-1 1 0 0,-1 1-1 0 0,1-1 0 0 0,-1 1 0 0 0,1-1 1 0 0,0 1-1 0 0,0-1 0 0 0,-1 0 0 0 0,1 1 1 0 0,0-1-1 0 0,0 1 0 0 0,0-1 0 0 0,0 1 1 0 0,-1-1-1 0 0,1 0 0 0 0,0 1 0 0 0,0-1 1 0 0,0 1-1 0 0,1-2 0 0 0,-2-2-6 0 0,1 1 6 0 0,-1 0 0 0 0,1 0-1 0 0,0 0 1 0 0,0 0 0 0 0,0-1 0 0 0,0 1 0 0 0,1 0-1 0 0,-1 0 1 0 0,1 0 0 0 0,0 0 0 0 0,0 0-1 0 0,0 0 1 0 0,0 0 0 0 0,0 0 0 0 0,1 0-1 0 0,2-3 1 0 0,4-6-317 0 0,0 2 0 0 0,1-1 0 0 0,0 1 0 0 0,1 1-1 0 0,0-1 1 0 0,1 2 0 0 0,0-1 0 0 0,0 2 0 0 0,0-1 0 0 0,1 1 0 0 0,0 1-1 0 0,14-5 1 0 0,-11 5-600 0 0,28-9-3657 0 0,-7 5 301 0 0</inkml:trace>
</inkml:ink>
</file>

<file path=ppt/ink/ink4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40.9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93 0 2420 0 0,'0'0'9127'0'0,"-5"1"-8996"0"0,-15 1-15 0 0,15-2-1 0 0,4 2-94 0 0,-1-1-1 0 0,1 0 0 0 0,-1 1 1 0 0,1-1-1 0 0,-1 1 1 0 0,1 0-1 0 0,0-1 1 0 0,0 1-1 0 0,-1 2 1 0 0,-3 2 5 0 0,1 1-1 0 0,1-1 1 0 0,-1 1 0 0 0,1 0 0 0 0,0 0 0 0 0,1 0-1 0 0,-1 1 1 0 0,1-1 0 0 0,1 0 0 0 0,0 1 0 0 0,0-1 0 0 0,0 1-1 0 0,1 13 1 0 0,1-16-39 0 0,0 0 0 0 0,0 0 0 0 0,1 0 0 0 0,-1 0 0 0 0,1 0 0 0 0,0-1 0 0 0,0 1 0 0 0,1-1 0 0 0,-1 1-1 0 0,1-1 1 0 0,0 0 0 0 0,0 0 0 0 0,1 0 0 0 0,3 3 0 0 0,-4-4-99 0 0,2-1 35 0 0,15 5 19 0 0,-15-5 23 0 0,0-2 42 0 0,1 1 17 0 0,-1-1 0 0 0,0-1 0 0 0,0 1-1 0 0,0-1 1 0 0,0 1 0 0 0,0-1 0 0 0,0-1 0 0 0,0 1 0 0 0,0-1 0 0 0,0 0 0 0 0,-1 0 0 0 0,1 0 0 0 0,-1-1 0 0 0,1 0-1 0 0,-1 0 1 0 0,0 0 0 0 0,0 0 0 0 0,0 0 0 0 0,0-1 0 0 0,-1 0 0 0 0,6-7 0 0 0,-7 7 88 0 0,-1 3-104 0 0,-1-1-1 0 0,0 1 1 0 0,0-1-1 0 0,1 0 1 0 0,-1 1-1 0 0,1-1 1 0 0,-1 1-1 0 0,1-1 1 0 0,0 1-1 0 0,0 0 1 0 0,1-3-1 0 0,1 0 31 0 0,-1-1 99 0 0,-3 0-10 0 0,1 0-105 0 0,0 0 0 0 0,0 0-1 0 0,-1 0 1 0 0,0 0 0 0 0,0 0 0 0 0,0 0 0 0 0,-1 1-1 0 0,0-1 1 0 0,0 0 0 0 0,0 1 0 0 0,0-1 0 0 0,-1 1 0 0 0,1 0-1 0 0,-1 0 1 0 0,0 0 0 0 0,-1 0 0 0 0,1 0 0 0 0,-1 1-1 0 0,1-1 1 0 0,-1 1 0 0 0,0 0 0 0 0,0 0 0 0 0,-1 0 0 0 0,1 1-1 0 0,-10-4 1 0 0,9 4-74 0 0,-1 0 0 0 0,0 1 0 0 0,-1 0 0 0 0,1 0 0 0 0,0 0 0 0 0,0 1 0 0 0,0 0 1 0 0,0 0-1 0 0,-1 0 0 0 0,1 1 0 0 0,0 0 0 0 0,0 0 0 0 0,0 1 0 0 0,0 0 0 0 0,0 0 0 0 0,-9 4 0 0 0,0 6-898 0 0,13-10 716 0 0,0 1-738 0 0,1 1-208 0 0,-1 0 674 0 0,0 4-115 0 0,1 0-2721 0 0</inkml:trace>
</inkml:ink>
</file>

<file path=ppt/ink/ink4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41.2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45 3640 0 0,'3'-3'1494'0'0,"2"-6"-1711"0"0,-2-14 7481 0 0,-3 14-6755 0 0,0 9-507 0 0,0 0 1 0 0,0 1-1 0 0,0-1 1 0 0,0 1-1 0 0,0-1 0 0 0,-1 0 1 0 0,1 1-1 0 0,0-1 1 0 0,0 0-1 0 0,0 1 1 0 0,0-1-1 0 0,-1 0 1 0 0,1 1-1 0 0,0-1 0 0 0,0 0 1 0 0,0 0-1 0 0,-1 1 1 0 0,1-1-1 0 0,0 0 1 0 0,-1 0-1 0 0,1 1 0 0 0,0-1 1 0 0,0 0-1 0 0,-1 0 1 0 0,1 0-1 0 0,0 1 1 0 0,-1-1-1 0 0,1 0 1 0 0,0 0-1 0 0,-1 0 0 0 0,0 0 9 0 0,0 1 0 0 0,0-1 0 0 0,0 0 0 0 0,1 1-1 0 0,-1-1 1 0 0,0 1 0 0 0,1-1 0 0 0,-1 1 0 0 0,0-1-1 0 0,1 1 1 0 0,-1-1 0 0 0,1 1 0 0 0,-1-1 0 0 0,1 1 0 0 0,-1 0-1 0 0,1-1 1 0 0,-1 1 0 0 0,1 0 0 0 0,-1 0 0 0 0,1-1-1 0 0,-1 3 1 0 0,-7 37 185 0 0,7-35-168 0 0,1-5-27 0 0,0 1 0 0 0,0-1 0 0 0,0 1 1 0 0,-1-1-1 0 0,1 0 0 0 0,0 1 0 0 0,0-1 1 0 0,0 1-1 0 0,0-1 0 0 0,0 1 1 0 0,0-1-1 0 0,0 1 0 0 0,0-1 0 0 0,0 0 1 0 0,0 1-1 0 0,1-1 0 0 0,-1 1 1 0 0,0-1-1 0 0,0 1 0 0 0,0-1 0 0 0,1 0 1 0 0,-1 1-1 0 0,0-1 0 0 0,0 1 0 0 0,1-1 1 0 0,-1 1-1 0 0,3 11-43 0 0,6 11-461 0 0,-5-21 330 0 0,11 7-9 0 0,-11-7 4 0 0,2-2-98 0 0,5-2 226 0 0,1-1 0 0 0,-1 0 1 0 0,0-1-1 0 0,0 0 0 0 0,0-1 0 0 0,-1 0 0 0 0,0 0 0 0 0,0-1 1 0 0,13-10-1 0 0,-3 3 51 0 0,-16 11-19 0 0,0-1 12 0 0,-1 1 2 0 0,1 1-1 0 0,-1-1 1 0 0,1 1-1 0 0,-1 0 0 0 0,1 0 1 0 0,0 0-1 0 0,-1 0 1 0 0,1 1-1 0 0,0-1 0 0 0,5 1 1 0 0,-4 1 3 0 0,-2 2-254 0 0,9 13-7 0 0,-10-13-152 0 0,2 1-212 0 0,10 10-299 0 0,-11-10-289 0 0,2-2-140 0 0,15 8-958 0 0,-15-8-1621 0 0</inkml:trace>
</inkml:ink>
</file>

<file path=ppt/ink/ink4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41.5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74 78 3792 0 0,'0'0'1281'0'0,"0"-5"-192"0"0,-3-49 2132 0 0,2 50-2522 0 0,-1 1-70 0 0,2 2-591 0 0,0 0 1 0 0,0 1-1 0 0,-1-1 1 0 0,1 0-1 0 0,0 1 1 0 0,-1-1-1 0 0,1 1 1 0 0,-1-1-1 0 0,1 1 1 0 0,0-1-1 0 0,-1 1 1 0 0,1-1-1 0 0,-1 1 0 0 0,0-1 1 0 0,1 1-1 0 0,-1-1 1 0 0,1 1-1 0 0,-1 0 1 0 0,0 0-1 0 0,1-1 1 0 0,-1 1-1 0 0,1 0 1 0 0,-1 0-1 0 0,0 0 1 0 0,1-1-1 0 0,-1 1 1 0 0,0 0-1 0 0,0 0 0 0 0,1 0 1 0 0,-1 0-1 0 0,0 0 1 0 0,1 0-1 0 0,-1 1 1 0 0,0-1-1 0 0,1 0 1 0 0,-1 0-1 0 0,0 0 1 0 0,1 1-1 0 0,-1-1 1 0 0,1 0-1 0 0,-1 0 1 0 0,0 1-1 0 0,1-1 0 0 0,-1 1 1 0 0,1-1-1 0 0,-1 1 1 0 0,1-1-1 0 0,-1 1 1 0 0,1-1-1 0 0,-1 1 1 0 0,1-1-1 0 0,0 1 1 0 0,-1-1-1 0 0,1 1 1 0 0,0 0-1 0 0,-1-1 1 0 0,1 1-1 0 0,0 0 0 0 0,0-1 1 0 0,0 1-1 0 0,-1 0 1 0 0,-9 46-204 0 0,2 0 1 0 0,2 1-1 0 0,0 71 1 0 0,3-57-392 0 0,0 81-2566 0 0,19 196 0 0 0,-15-333 1044 0 0</inkml:trace>
</inkml:ink>
</file>

<file path=ppt/ink/ink4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41.7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62 2988 0 0,'3'-6'698'0'0,"0"-1"0"0"0,0 1 0 0 0,0-1 0 0 0,7-9 0 0 0,-7 13-4 0 0,1 0-145 0 0,15-7-91 0 0,-14 8-72 0 0,1 2-54 0 0,-2 0-283 0 0,-1-1 1 0 0,1 1-1 0 0,0 0 1 0 0,-1 0 0 0 0,1 0-1 0 0,0 0 1 0 0,-1 1 0 0 0,1 0 0 0 0,-1-1-1 0 0,1 1 1 0 0,-1 0 0 0 0,1 1 0 0 0,-1-1-1 0 0,0 1 1 0 0,1-1 0 0 0,2 4 0 0 0,0-2 18 0 0,-4-3-46 0 0,0 1 0 0 0,-1 0-1 0 0,1 1 1 0 0,0-1 0 0 0,-1 0 0 0 0,1 0 0 0 0,-1 1 0 0 0,1-1-1 0 0,-1 1 1 0 0,1-1 0 0 0,-1 1 0 0 0,0 0 0 0 0,2 2 0 0 0,1 1 14 0 0,-2-4-24 0 0,0 1 0 0 0,-1-1 0 0 0,0 1-1 0 0,1 0 1 0 0,-1 0 0 0 0,0-1 0 0 0,0 1-1 0 0,0 0 1 0 0,0 0 0 0 0,0 0 0 0 0,0 0-1 0 0,-1 0 1 0 0,2 4 0 0 0,1 1 20 0 0,-2-4-21 0 0,0-1 0 0 0,0 1 0 0 0,0-1-1 0 0,0 1 1 0 0,0-1 0 0 0,-1 1 0 0 0,1 0-1 0 0,-1-1 1 0 0,0 1 0 0 0,0 0 0 0 0,0 3-1 0 0,0 9-12 0 0,0-1-1 0 0,-1 0 1 0 0,-1 1-1 0 0,-1-1 1 0 0,0 0-1 0 0,0 0 1 0 0,-1-1-1 0 0,-1 1 0 0 0,-1-1 1 0 0,0 0-1 0 0,0 0 1 0 0,-1 0-1 0 0,-1-1 1 0 0,0 0-1 0 0,-1-1 1 0 0,0 0-1 0 0,0 0 1 0 0,-2-1-1 0 0,1 0 0 0 0,-13 9 1 0 0,22-19-55 0 0,-32 22-1605 0 0,4-13-2374 0 0,0-4-594 0 0</inkml:trace>
</inkml:ink>
</file>

<file path=ppt/ink/ink4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43.0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200 1 3328 0 0,'-18'18'583'0'0,"0"0"0"0"0,2 2 0 0 0,0 0 1 0 0,1 1-1 0 0,1 0 0 0 0,1 1 0 0 0,1 1 0 0 0,1 0 0 0 0,1 0 0 0 0,-9 30 0 0 0,9-17-211 0 0,1 0-1 0 0,2 0 1 0 0,2 1 0 0 0,1 0-1 0 0,1 0 1 0 0,5 53 0 0 0,0-63-255 0 0,1 0 0 0 0,1-1 0 0 0,2 1 0 0 0,1-1 0 0 0,1 0-1 0 0,1-1 1 0 0,21 42 0 0 0,-24-55-122 0 0,1-1 0 0 0,1-1-1 0 0,-1 1 1 0 0,2-1 0 0 0,-1 0-1 0 0,2-1 1 0 0,18 15-1 0 0,-21-18-94 0 0,1-2-1 0 0,0 1 0 0 0,0-1 1 0 0,0 0-1 0 0,1 0 0 0 0,0-1 0 0 0,-1 0 1 0 0,1-1-1 0 0,0 0 0 0 0,0 0 1 0 0,0-1-1 0 0,11 0 0 0 0,3-1-862 0 0,-1 0 1 0 0,1-2-1 0 0,0-1 0 0 0,-1 0 1 0 0,0-2-1 0 0,0 0 0 0 0,42-18 1 0 0,-28 7-3224 0 0</inkml:trace>
</inkml:ink>
</file>

<file path=ppt/ink/ink4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43.2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9 103 2496 0 0,'0'-6'1305'0'0,"-2"-54"1639"0"0,2 54-2238 0 0,0 1-126 0 0,0-15-65 0 0,0 14 3370 0 0,-1 12-3545 0 0,-5 56 496 0 0,8 26-405 0 0,2-28-1219 0 0,2-27-331 0 0,3 26-6653 0 0</inkml:trace>
</inkml:ink>
</file>

<file path=ppt/ink/ink4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43.5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37 321 1960 0 0,'-7'-22'916'0'0,"3"9"-398"0"0,0 0 0 0 0,1 0 0 0 0,0-1 0 0 0,1 0 0 0 0,-1-26 1 0 0,2 30-385 0 0,0 6-70 0 0,1 0-1 0 0,0 1 1 0 0,0-1 0 0 0,0 0-1 0 0,0 0 1 0 0,1 0-1 0 0,-1 0 1 0 0,2-5-1 0 0,-1 0 39 0 0,-1 6-49 0 0,1-1 0 0 0,-1 1 1 0 0,1-1-1 0 0,0 1 0 0 0,0-1 0 0 0,0 1 1 0 0,0-1-1 0 0,2-2 0 0 0,0 0 18 0 0,-2 0 1 0 0,1 1 1 0 0,1 0 0 0 0,-1-1-1 0 0,1 1 1 0 0,0 0 0 0 0,0 0 0 0 0,0 1-1 0 0,1-1 1 0 0,-1 1 0 0 0,1-1 0 0 0,0 1-1 0 0,1 0 1 0 0,-1 1 0 0 0,10-7-1 0 0,-9 7-23 0 0,1 1-1 0 0,-1-1 0 0 0,1 1 0 0 0,0 1 0 0 0,-1-1 0 0 0,1 1 0 0 0,0 0 0 0 0,0 0 0 0 0,0 0 0 0 0,0 1 1 0 0,0 0-1 0 0,0 0 0 0 0,7 2 0 0 0,-3 0 1 0 0,-1 0 1 0 0,1 1-1 0 0,-1 0 0 0 0,1 1 1 0 0,-1 0-1 0 0,-1 0 1 0 0,1 1-1 0 0,9 7 1 0 0,1 1 49 0 0,-1 1 1 0 0,0 1 0 0 0,-1 0 0 0 0,26 31 0 0 0,-35-36-65 0 0,0 0 0 0 0,-1 1-1 0 0,0 0 1 0 0,-1 0 0 0 0,0 1-1 0 0,-1 0 1 0 0,0 0 0 0 0,0 0 0 0 0,3 20-1 0 0,-7-24-11 0 0,0 1-1 0 0,-1-1 0 0 0,0 1 1 0 0,-1-1-1 0 0,0 1 1 0 0,0-1-1 0 0,0 1 0 0 0,-1-1 1 0 0,-1 0-1 0 0,1 0 0 0 0,-1 0 1 0 0,-1 0-1 0 0,0-1 1 0 0,0 1-1 0 0,0-1 0 0 0,-1 0 1 0 0,0 0-1 0 0,-11 12 1 0 0,3-5 39 0 0,0-2 1 0 0,-1 1-1 0 0,0-2 1 0 0,-1 0-1 0 0,0-1 1 0 0,-1 0-1 0 0,-26 11 1 0 0,27-14-21 0 0,-2 1 5 0 0,0-1 1 0 0,0-1 0 0 0,-1 0-1 0 0,-23 4 1 0 0,35-9-48 0 0,0 1-81 0 0,-1 0 1 0 0,0-1-1 0 0,0 0 1 0 0,0 0-1 0 0,0-1 1 0 0,1 0 0 0 0,-1 0-1 0 0,-12-2 1 0 0,-17-15-2245 0 0,33 15 855 0 0,2-3-1129 0 0,-1-19-1847 0 0</inkml:trace>
</inkml:ink>
</file>

<file path=ppt/ink/ink4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43.9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1 4564 0 0,'0'0'7248'0'0,"-4"3"-6786"0"0,-13 9-78 0 0,11-4-72 0 0,-4 55 345 0 0,8-46-575 0 0,1 1 0 0 0,2 24 1 0 0,0-30-145 0 0,1 20-335 0 0,2-6-336 0 0,0 5-379 0 0,5 21-5646 0 0</inkml:trace>
</inkml:ink>
</file>

<file path=ppt/ink/ink4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44.4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1 254 3736 0 0,'0'-8'1151'0'0,"0"-11"-543"0"0,0 0 0 0 0,2-1 0 0 0,0 1-1 0 0,2 0 1 0 0,8-30 0 0 0,-9 44-556 0 0,0 0 1 0 0,0 0-1 0 0,0 0 0 0 0,0 0 1 0 0,1 1-1 0 0,0-1 0 0 0,0 1 1 0 0,0 0-1 0 0,0 0 0 0 0,10-5 1 0 0,-10 6-44 0 0,4-3 7 0 0,0 1 1 0 0,0 0-1 0 0,0 1 0 0 0,1 0 1 0 0,0 0-1 0 0,0 1 0 0 0,0 0 1 0 0,0 0-1 0 0,1 1 0 0 0,-1 1 1 0 0,14-1-1 0 0,22 4 32 0 0,-39 0-39 0 0,-1-2 11 0 0,-1 3 1 0 0,-2-1-11 0 0,-1-1-5 0 0,0 0 1 0 0,0 0 0 0 0,0 0 0 0 0,1 0 0 0 0,-1 0 0 0 0,0 0 0 0 0,1 0 0 0 0,-1 0-1 0 0,0-1 1 0 0,1 1 0 0 0,-1 0 0 0 0,4 0 0 0 0,-3 4 78 0 0,-1-1-48 0 0,0 0 0 0 0,0 0 1 0 0,-1 0-1 0 0,1 0 0 0 0,-1 1 0 0 0,0-1 0 0 0,0 0 1 0 0,0 0-1 0 0,0 1 0 0 0,-1-1 0 0 0,0 0 0 0 0,0 0 1 0 0,0 0-1 0 0,-3 8 0 0 0,-2 0 126 0 0,0 0 0 0 0,0-1 0 0 0,-2 1 0 0 0,-12 15 0 0 0,-37 43 477 0 0,54-67-576 0 0,2-1-44 0 0,0-1 0 0 0,1 1 0 0 0,-1-1-1 0 0,0 1 1 0 0,0-1 0 0 0,0 1 0 0 0,0-1 0 0 0,0 0 0 0 0,0 0 0 0 0,0 1 0 0 0,-1-1 0 0 0,0 1 0 0 0,1-2 7 0 0,-2 4 368 0 0,3 1-343 0 0,2 13-2 0 0,-2-13-16 0 0,4-4-6 0 0,19 5-11 0 0,64 8-118 0 0,-71-12 70 0 0,1 1 0 0 0,19 6 0 0 0,-24-6-12 0 0,1 0 0 0 0,-1 2 0 0 0,0-1-1 0 0,-1 2 1 0 0,1-1 0 0 0,-1 1 0 0 0,18 14 0 0 0,-28-19 39 0 0,1 1 0 0 0,-1 0 1 0 0,0 0-1 0 0,1-1 0 0 0,-1 1 0 0 0,0 0 1 0 0,0 0-1 0 0,-1 0 0 0 0,1 0 0 0 0,0 0 0 0 0,-1 1 1 0 0,1-1-1 0 0,-1 0 0 0 0,1 0 0 0 0,-1 0 0 0 0,0 0 1 0 0,0 1-1 0 0,0-1 0 0 0,0 0 0 0 0,-1 4 0 0 0,0-3 9 0 0,1 0-1 0 0,-1 0 0 0 0,0 0 0 0 0,-1 1 0 0 0,1-1-1 0 0,0 0 1 0 0,-1 0 0 0 0,0 0 0 0 0,0 0 0 0 0,0-1-1 0 0,0 1 1 0 0,0 0 0 0 0,0-1 0 0 0,-1 0 0 0 0,1 1-1 0 0,-5 2 1 0 0,5-4 6 0 0,-4 5 16 0 0,0-1 0 0 0,0-1 0 0 0,-1 1 0 0 0,0-1-1 0 0,0-1 1 0 0,0 1 0 0 0,-14 4 0 0 0,-48 11 166 0 0,61-18-159 0 0,-9 3 24 0 0,14-3-51 0 0,0 0 0 0 0,-1-1-1 0 0,1 1 1 0 0,0-1 0 0 0,-1 1 0 0 0,1-1 0 0 0,-6-1 0 0 0,-14 0 1 0 0,8 1-133 0 0,-1-1 0 0 0,0 0 0 0 0,0-1 0 0 0,1-1 0 0 0,-1 0 0 0 0,1-1-1 0 0,-24-10 1 0 0,37 13-145 0 0,0-1 1 0 0,1 0-1 0 0,-1 1 0 0 0,1-1 0 0 0,0 0 0 0 0,-1 0 0 0 0,1 0 0 0 0,0 0 0 0 0,0 0 1 0 0,0 0-1 0 0,1 0 0 0 0,-1 0 0 0 0,0 0 0 0 0,1 0 0 0 0,-1-1 0 0 0,1 1 0 0 0,0 0 1 0 0,0 0-1 0 0,0-1 0 0 0,0 1 0 0 0,0 0 0 0 0,0 0 0 0 0,1 0 0 0 0,0-3 0 0 0,-1 3 171 0 0,0-5-4353 0 0</inkml:trace>
</inkml:ink>
</file>

<file path=ppt/ink/ink4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44.9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357 23 3088 0 0,'0'0'1268'0'0,"-3"-3"-174"0"0,-8-10-160 0 0,8 10-108 0 0,-4 2-82 0 0,0 0-518 0 0,5 0-142 0 0,-1 1-1 0 0,1 0 0 0 0,0-1 0 0 0,-1 1 0 0 0,1 0 0 0 0,-1 0 1 0 0,1 0-1 0 0,0 1 0 0 0,-1-1 0 0 0,1 0 0 0 0,-1 1 0 0 0,-1 1 1 0 0,-13 2 55 0 0,1 2 0 0 0,0 0 0 0 0,1 0 1 0 0,0 2-1 0 0,0 0 0 0 0,0 1 1 0 0,1 0-1 0 0,0 1 0 0 0,1 0 1 0 0,0 1-1 0 0,1 1 0 0 0,0 0 1 0 0,1 1-1 0 0,0 0 0 0 0,1 1 1 0 0,0 0-1 0 0,1 0 0 0 0,1 1 1 0 0,1 0-1 0 0,0 1 0 0 0,0-1 1 0 0,2 1-1 0 0,0 1 0 0 0,1-1 1 0 0,0 1-1 0 0,-1 25 0 0 0,3-25-144 0 0,2 0 0 0 0,-1 0 0 0 0,2-1 0 0 0,0 1 0 0 0,1 0 0 0 0,1 0 0 0 0,1-1 0 0 0,0 1 0 0 0,1-1 0 0 0,8 19 0 0 0,-11-32-23 0 0,0 1 0 0 0,1-1 0 0 0,-1 0 0 0 0,0 0 0 0 0,1 0 0 0 0,0 0 0 0 0,0-1 0 0 0,0 1 1 0 0,0-1-1 0 0,0 1 0 0 0,1-1 0 0 0,4 2 0 0 0,-3-1 3 0 0,-1 0-21 0 0,2-3 8 0 0,-2 2 32 0 0,-2-1 5 0 0,-1-1 0 0 0,1 1 0 0 0,-1-1-1 0 0,1 1 1 0 0,-1-1 0 0 0,1 0 0 0 0,0 1 0 0 0,-1-1 0 0 0,1 0 0 0 0,-1 0 0 0 0,1 0 0 0 0,-1-1 0 0 0,1 1 0 0 0,0 0 0 0 0,-1 0 0 0 0,1-1 0 0 0,2 0 0 0 0,37-14-8 0 0,-35 10 1 0 0,-2 0 2 0 0,4-2 52 0 0,0 0-1 0 0,0-1 0 0 0,-1 0 0 0 0,0-1 0 0 0,-1 1 1 0 0,1-1-1 0 0,-2-1 0 0 0,9-15 0 0 0,-12 20 14 0 0,0 1 66 0 0,0 1-16 0 0,1 0-42 0 0,6-13 641 0 0,-4 17-582 0 0,13 7 1 0 0,-18-8-123 0 0,1 0-1 0 0,-1 0 1 0 0,0 0-1 0 0,0 0 1 0 0,1 0-1 0 0,-1 1 1 0 0,0-1-1 0 0,0 0 1 0 0,1 0 0 0 0,-1 0-1 0 0,0 0 1 0 0,0 0-1 0 0,1 0 1 0 0,-1 1-1 0 0,0-1 1 0 0,0 0-1 0 0,0 0 1 0 0,0 0 0 0 0,1 1-1 0 0,-1-1 1 0 0,0 0-1 0 0,0 0 1 0 0,0 1-1 0 0,0-1 1 0 0,0 0-1 0 0,0 0 1 0 0,0 1 0 0 0,1-1-1 0 0,-1 0 1 0 0,0 0-1 0 0,0 1 1 0 0,0-1-1 0 0,41 220 777 0 0,-29-175-774 0 0,-5-18-2701 0 0,-5-12-4455 0 0</inkml:trace>
</inkml:ink>
</file>

<file path=ppt/ink/ink4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45.1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25 185 2992 0 0,'-3'-3'1616'0'0,"1"1"-1149"0"0,0 0 0 0 0,0 0 0 0 0,0-1 0 0 0,0 1 0 0 0,1 0 0 0 0,-1-1-1 0 0,1 0 1 0 0,-1 1 0 0 0,1-1 0 0 0,0 0 0 0 0,0 0 0 0 0,0 0 0 0 0,0-3-1 0 0,5 3-20 0 0,23-13-503 0 0,0 1 0 0 0,1 1 0 0 0,1 1 0 0 0,0 2 0 0 0,33-8-1 0 0,49-20-6269 0 0,-81 26 1447 0 0</inkml:trace>
</inkml:ink>
</file>

<file path=ppt/ink/ink4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45.4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306 1 3692 0 0,'0'0'2173'0'0,"5"0"-1305"0"0,0 1-648 0 0,0 1 1 0 0,1-1 0 0 0,-1 1-1 0 0,0 0 1 0 0,0 0 0 0 0,0 0-1 0 0,0 1 1 0 0,0-1 0 0 0,0 1-1 0 0,3 4 1 0 0,3 2 132 0 0,0 0-1 0 0,-2 0 1 0 0,16 19-1 0 0,-10-9-148 0 0,-1 1 0 0 0,-1 1 0 0 0,-1 0 0 0 0,12 31 0 0 0,-15-27-145 0 0,-1 0 0 0 0,-2 1 0 0 0,0 1-1 0 0,-2-1 1 0 0,-1 1 0 0 0,-1-1 0 0 0,-1 1 0 0 0,-2 0 0 0 0,0 0 0 0 0,-2-1 0 0 0,-1 1 0 0 0,-1-1 0 0 0,-1 0 0 0 0,-13 33 0 0 0,1-12-343 0 0,-1-2 1 0 0,-3 0 0 0 0,-1-1 0 0 0,-2-1-1 0 0,-2-2 1 0 0,-61 71 0 0 0,53-74-1138 0 0,-2-2 1 0 0,-2-1-1 0 0,-52 36 0 0 0,11-15-3347 0 0</inkml:trace>
</inkml:ink>
</file>

<file path=ppt/ink/ink4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48.3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995 383 3636 0 0,'14'-12'574'0'0,"0"-1"-1"0"0,0-1 1 0 0,-2 0-1 0 0,0-1 1 0 0,0-1-1 0 0,-1 1 1 0 0,-1-2-1 0 0,-1 1 0 0 0,9-21 1 0 0,-17 34-496 0 0,0 0-1 0 0,0 0 1 0 0,0 0 0 0 0,-1 0-1 0 0,1 0 1 0 0,-1-1 0 0 0,0 1-1 0 0,0-5 1 0 0,0 0 42 0 0,1 2-58 0 0,-1 0 1 0 0,0 0 0 0 0,0-1 0 0 0,-1 1 0 0 0,0 0 0 0 0,0 0 0 0 0,0 0-1 0 0,-1 0 1 0 0,0 0 0 0 0,0 0 0 0 0,0 1 0 0 0,-1-1 0 0 0,0 1 0 0 0,0-1 0 0 0,0 1-1 0 0,-1 0 1 0 0,-6-8 0 0 0,4 7-11 0 0,1 1 0 0 0,-1-1 1 0 0,-1 1-1 0 0,1 0 0 0 0,-1 0 0 0 0,0 1 0 0 0,0 0 0 0 0,0 0 1 0 0,0 1-1 0 0,-1 0 0 0 0,-9-3 0 0 0,8 4-42 0 0,-1 1 0 0 0,1 0 0 0 0,0 1 0 0 0,0 0 0 0 0,-1 0 0 0 0,1 1 0 0 0,0 0-1 0 0,-1 1 1 0 0,1 0 0 0 0,-12 4 0 0 0,2 1 31 0 0,-1 1-1 0 0,1 0 0 0 0,-25 16 1 0 0,13-3 1 0 0,1 1 0 0 0,0 2 0 0 0,2 1 0 0 0,1 1 0 0 0,1 1 1 0 0,1 1-1 0 0,2 1 0 0 0,0 2 0 0 0,2 0 0 0 0,-30 61 0 0 0,44-75-14 0 0,1 1 0 0 0,0 0 0 0 0,-6 32 0 0 0,11-47-34 0 0,1 1 0 0 0,-1-1 1 0 0,1 1-1 0 0,0-1 0 0 0,0 1 1 0 0,0-1-1 0 0,0 1 1 0 0,1-1-1 0 0,-1 1 0 0 0,3 6 1 0 0,0 1-2 0 0,-1-5 6 0 0,0 1 0 0 0,0-1 1 0 0,1 0-1 0 0,0 0 0 0 0,0-1 1 0 0,0 1-1 0 0,1-1 0 0 0,0 1 1 0 0,0-1-1 0 0,0 0 0 0 0,1 0 1 0 0,-1-1-1 0 0,1 0 0 0 0,0 1 1 0 0,0-1-1 0 0,1-1 0 0 0,-1 1 1 0 0,1-1-1 0 0,9 4 0 0 0,10 3 1 0 0,1 0-1 0 0,0-1 0 0 0,29 5 1 0 0,184 33-49 0 0,-134-29 51 0 0,121 37-1 0 0,-214-52-2 0 0,-1 1 1 0 0,-1 0-1 0 0,1 1 1 0 0,0 1 0 0 0,-1 0-1 0 0,0 0 1 0 0,-1 1-1 0 0,1 0 1 0 0,-1 0-1 0 0,-1 1 1 0 0,15 16-1 0 0,-23-23-3 0 0,1 0-1 0 0,0 1 1 0 0,0-1-1 0 0,0 1 1 0 0,-1-1-1 0 0,1 1 0 0 0,-1-1 1 0 0,1 1-1 0 0,-1-1 1 0 0,1 1-1 0 0,-1-1 1 0 0,0 1-1 0 0,0 0 0 0 0,0-1 1 0 0,0 1-1 0 0,-1 3 1 0 0,1-1-29 0 0,-2 9-152 0 0,-4-1 192 0 0,0 1 0 0 0,-1-1 0 0 0,-1-1 0 0 0,0 0-1 0 0,-1 0 1 0 0,0 0 0 0 0,0-1 0 0 0,-1-1 0 0 0,0 1 0 0 0,-1-2-1 0 0,0 1 1 0 0,-1-2 0 0 0,-16 10 0 0 0,-20 8 183 0 0,-1-1-1 0 0,-58 19 1 0 0,17-12 329 0 0,-1-3 0 0 0,-109 17 0 0 0,142-35-348 0 0,0-3 0 0 0,-1-3 0 0 0,1-2 0 0 0,-102-10 0 0 0,142 6-159 0 0,0-1 0 0 0,0-1 0 0 0,0 0 0 0 0,0-2-1 0 0,1 0 1 0 0,0 0 0 0 0,0-2 0 0 0,-18-11 0 0 0,29 16-14 0 0,1-1 0 0 0,0 0 1 0 0,0 0-1 0 0,0-1 0 0 0,0 1 0 0 0,1-1 0 0 0,-1 0 1 0 0,1 0-1 0 0,0 0 0 0 0,1-1 0 0 0,-1 0 0 0 0,1 1 0 0 0,0-1 1 0 0,1 0-1 0 0,0-1 0 0 0,0 1 0 0 0,0 0 0 0 0,0 0 1 0 0,1-1-1 0 0,0 1 0 0 0,0-1 0 0 0,1 0 0 0 0,0 1 1 0 0,0-1-1 0 0,1 1 0 0 0,1-8 0 0 0,0 3-5 0 0,0 0 0 0 0,1 0-1 0 0,0 0 1 0 0,1 0 0 0 0,0 0 0 0 0,1 1 0 0 0,0 0-1 0 0,1 0 1 0 0,0 0 0 0 0,1 1 0 0 0,0-1-1 0 0,12-11 1 0 0,-7 10-64 0 0,0 0-1 0 0,0 2 1 0 0,1-1-1 0 0,0 2 1 0 0,1 0-1 0 0,0 0 1 0 0,0 1-1 0 0,22-6 1 0 0,-11 5-99 0 0,1 1 0 0 0,1 1 0 0 0,-1 2 0 0 0,1 0 0 0 0,0 2 0 0 0,0 1 0 0 0,0 1 0 0 0,0 2 0 0 0,0 0 0 0 0,38 10 0 0 0,-32-4 48 0 0,-1 2 0 0 0,-1 1-1 0 0,0 2 1 0 0,-1 1 0 0 0,0 1 0 0 0,-1 1 0 0 0,33 26-1 0 0,-23-11-239 0 0,-1 1-1 0 0,-2 2 0 0 0,-1 2 1 0 0,35 48-1 0 0,-1 3-6071 0 0</inkml:trace>
</inkml:ink>
</file>

<file path=ppt/ink/ink4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48.6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3308 0 0,'0'0'7227'0'0,"2"4"-6811"0"0,1 5-201 0 0,0 1 0 0 0,-1-1 0 0 0,0 1 0 0 0,0 0 0 0 0,0 12 0 0 0,7 39 102 0 0,-6-42-322 0 0,1 2-322 0 0,1 0-1 0 0,0-1 1 0 0,2 1 0 0 0,10 23-1 0 0,-10-31-535 0 0,-5-9-429 0 0,1-2-269 0 0,10 9-1077 0 0</inkml:trace>
</inkml:ink>
</file>

<file path=ppt/ink/ink4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49.0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224 70 2636 0 0,'-5'-8'475'0'0,"0"1"1"0"0,-1 0-1 0 0,0 1 0 0 0,-1 0 0 0 0,1 0 1 0 0,-1 0-1 0 0,-12-7 0 0 0,18 12-433 0 0,-2 0 75 0 0,-1-1 0 0 0,1 1 0 0 0,-1 0 0 0 0,1 0 0 0 0,-1 0 0 0 0,0 0 0 0 0,1 0 0 0 0,-1 1 0 0 0,0 0 0 0 0,0 0 0 0 0,1 0 0 0 0,-1 0 0 0 0,0 1 0 0 0,0-1 0 0 0,-4 2 0 0 0,4-1-156 0 0,0 0 97 0 0,0-1 1 0 0,1 1-1 0 0,-1 1 1 0 0,0-1-1 0 0,1 1 1 0 0,-1-1-1 0 0,1 1 1 0 0,-1 0-1 0 0,1 0 1 0 0,0 0-1 0 0,0 1 1 0 0,-5 4-1 0 0,5-4-45 0 0,-1 0 19 0 0,1 0-1 0 0,-1 1 1 0 0,1-1-1 0 0,0 1 1 0 0,1 0-1 0 0,-1 0 1 0 0,0 0-1 0 0,-2 6 1 0 0,1-3-6 0 0,2-3 16 0 0,1 2-28 0 0,-2 16-4 0 0,2-17 18 0 0,3 0-12 0 0,5 13-9 0 0,-6-13 6 0 0,3-2-20 0 0,13 10 4 0 0,-17-12 4 0 0,1 0-1 0 0,0-1 1 0 0,-1 1-1 0 0,1 0 1 0 0,0-1-1 0 0,0 1 1 0 0,0-1 0 0 0,-1 1-1 0 0,1-1 1 0 0,0 0-1 0 0,0 1 1 0 0,0-1-1 0 0,0 0 1 0 0,0 1-1 0 0,0-1 1 0 0,0 0-1 0 0,0 0 1 0 0,0 0 0 0 0,0 0-1 0 0,0 0 1 0 0,0 0-1 0 0,1 0 1 0 0,12 2 6 0 0,-8-3 22 0 0,31-5 41 0 0,-31 2-67 0 0,-3 1 9 0 0,0 1 7 0 0,-1 0 0 0 0,1 1 0 0 0,-1-1 0 0 0,0 0 0 0 0,0 0 0 0 0,0 0 0 0 0,0 0 0 0 0,0 0 0 0 0,0-1 0 0 0,-1 1 1 0 0,1 0-1 0 0,-1-1 0 0 0,1 0 0 0 0,-1 1 0 0 0,0-1 0 0 0,0 0 0 0 0,0 1 0 0 0,0-1 0 0 0,-1 0 0 0 0,1 0 0 0 0,-1 0 0 0 0,0 0 1 0 0,0 1-1 0 0,0-1 0 0 0,0 0 0 0 0,0 0 0 0 0,0 0 0 0 0,-1 0 0 0 0,0 0 0 0 0,1 1 0 0 0,-1-1 0 0 0,0 0 0 0 0,0 0 1 0 0,-1 1-1 0 0,1-1 0 0 0,0 1 0 0 0,-1-1 0 0 0,0 1 0 0 0,0 0 0 0 0,1-1 0 0 0,-1 1 0 0 0,-4-3 0 0 0,4 3 24 0 0,1 2-40 0 0,0 0 0 0 0,1 0 0 0 0,-1 0 0 0 0,0 0 0 0 0,1 0 0 0 0,-1 0 0 0 0,1 0-1 0 0,-1-1 1 0 0,0 1 0 0 0,1 0 0 0 0,-1 0 0 0 0,1 0 0 0 0,-1-1 0 0 0,0 1 0 0 0,1 0 0 0 0,-1-1 0 0 0,1 1 0 0 0,-1 0 0 0 0,1-1 0 0 0,0 1 0 0 0,-1-1 0 0 0,0 0 0 0 0,1 0-5 0 0,-1 1 0 0 0,0-1 0 0 0,1 0 0 0 0,-1 1 0 0 0,0-1 0 0 0,1 1 0 0 0,-1-1 0 0 0,0 1 0 0 0,0-1 0 0 0,1 1 0 0 0,-1 0 0 0 0,0-1 0 0 0,0 1 0 0 0,0 0 0 0 0,0 0 0 0 0,1 0 0 0 0,-1 0 0 0 0,0-1 0 0 0,0 1 0 0 0,0 0 0 0 0,0 0 0 0 0,0 1 1 0 0,1-1-1 0 0,-1 0 0 0 0,-2 0 0 0 0,-24 3-492 0 0,25-2 397 0 0,0 0 0 0 0,1 0 0 0 0,-1 0 0 0 0,0 0-1 0 0,1 0 1 0 0,-1 0 0 0 0,1 0 0 0 0,-1 0 0 0 0,1 1 0 0 0,0-1 0 0 0,-2 3 0 0 0,2-3-2 0 0,0-1-76 0 0,0 1-1 0 0,0-1 1 0 0,0 1 0 0 0,1 0-1 0 0,-1 0 1 0 0,0-1-1 0 0,0 1 1 0 0,0 0 0 0 0,1 0-1 0 0,-1 0 1 0 0,0 0-1 0 0,1 0 1 0 0,-1 0 0 0 0,1 0-1 0 0,-1 0 1 0 0,1 0-1 0 0,0 0 1 0 0,-1 0 0 0 0,1 0-1 0 0,0 1 1 0 0,0-1-1 0 0,-1 0 1 0 0,1 0 0 0 0,0 0-1 0 0,0 0 1 0 0,1 2-1 0 0,3 19-3820 0 0</inkml:trace>
</inkml:ink>
</file>

<file path=ppt/ink/ink4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49.3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110 614 2404 0 0,'0'0'2325'0'0,"3"-4"-1543"0"0,-1 2-633 0 0,-1 0-1 0 0,1 0 0 0 0,-1-1 1 0 0,1 1-1 0 0,-1-1 1 0 0,0 1-1 0 0,0-1 1 0 0,0 0-1 0 0,-1 1 1 0 0,1-1-1 0 0,-1 0 0 0 0,1 0 1 0 0,-1 0-1 0 0,0 1 1 0 0,0-1-1 0 0,0 0 1 0 0,0 0-1 0 0,-1-3 0 0 0,-38-292 2309 0 0,20 186-2203 0 0,-10-35 116 0 0,24 150-338 0 0,-12 6 8 0 0,17-8-39 0 0,-1-1 0 0 0,1 0 0 0 0,0 0 1 0 0,-1 0-1 0 0,1 1 0 0 0,0-1 0 0 0,-1 0 1 0 0,1 0-1 0 0,0 1 0 0 0,0-1 0 0 0,-1 0 1 0 0,1 0-1 0 0,0 1 0 0 0,0-1 0 0 0,-1 0 1 0 0,1 1-1 0 0,0-1 0 0 0,0 0 0 0 0,0 1 1 0 0,0-1-1 0 0,0 0 0 0 0,0 1 0 0 0,-1-1 1 0 0,1 1-1 0 0,0-1 0 0 0,0 0 0 0 0,0 1 1 0 0,0-1-1 0 0,0 1 0 0 0,-4 30 23 0 0,0 1 0 0 0,2 0 1 0 0,2-1-1 0 0,6 59 0 0 0,-5-75-22 0 0,2 0 0 0 0,0-1 0 0 0,1 0 0 0 0,0 1 1 0 0,1-1-1 0 0,1-1 0 0 0,0 1 0 0 0,1-1 0 0 0,0 0 0 0 0,1-1 0 0 0,0 1 0 0 0,1-2 1 0 0,11 12-1 0 0,-15-18-147 0 0,1 0 0 0 0,0-1 0 0 0,0 0 0 0 0,0 0 1 0 0,0 0-1 0 0,1-1 0 0 0,-1 0 0 0 0,1 0 0 0 0,0-1 0 0 0,0 0 1 0 0,9 2-1 0 0,-3-2-799 0 0,0 0 0 0 0,0-1 0 0 0,0-1 0 0 0,0 0 0 0 0,18-3 0 0 0,1-3-3286 0 0</inkml:trace>
</inkml:ink>
</file>

<file path=ppt/ink/ink4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50.4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61 3256 0 0,'0'-6'1845'0'0,"-6"-44"3391"0"0,5 46-4611 0 0,0 8-387 0 0,-4 14-113 0 0,0 0 0 0 0,2 0-1 0 0,0 1 1 0 0,0 23-1 0 0,3 81 36 0 0,0-107-142 0 0,1 79 27 0 0,4-1 1 0 0,17 94-1 0 0,-20-181-51 0 0,0 0 1 0 0,1-1-1 0 0,0 1 0 0 0,0-1 0 0 0,1 0 0 0 0,-1 0 1 0 0,9 10-1 0 0,-8-11-17 0 0,-2-3 19 0 0,0 0 0 0 0,-1-1-1 0 0,1 1 1 0 0,0 0 0 0 0,0-1-1 0 0,1 1 1 0 0,-1-1 0 0 0,0 0 0 0 0,0 1-1 0 0,1-1 1 0 0,-1 0 0 0 0,1 0-1 0 0,-1-1 1 0 0,1 1 0 0 0,-1-1-1 0 0,1 1 1 0 0,-1-1 0 0 0,1 0-1 0 0,4 0 1 0 0,-4 0-24 0 0,1 0 23 0 0,0 0-1 0 0,0 0 1 0 0,0-1 0 0 0,0 0 0 0 0,0 0-1 0 0,0 0 1 0 0,0 0 0 0 0,-1-1 0 0 0,1 0-1 0 0,0 1 1 0 0,-1-1 0 0 0,1 0 0 0 0,4-5-1 0 0,0 1 1 0 0,0 0-1 0 0,0-1 0 0 0,12-15 0 0 0,-10 10 5 0 0,-4 5 0 0 0,-1-1-1 0 0,1 0 1 0 0,-1-1 0 0 0,-1 1 0 0 0,1-1-1 0 0,-1 0 1 0 0,2-11 0 0 0,15-37 11 0 0,-20 53 9 0 0,1-1 18 0 0,5-13-35 0 0,-5 13-34 0 0,-2 5 23 0 0,0 1 10 0 0,0-1 0 0 0,1 0 0 0 0,-1 1 0 0 0,0-1 0 0 0,0 1 0 0 0,1-1 0 0 0,-1 0 0 0 0,0 1 0 0 0,0-1 0 0 0,1 0 0 0 0,-1 0 0 0 0,0 1 0 0 0,1-1 0 0 0,-1 0 0 0 0,1 0 0 0 0,-1 1 0 0 0,0-1 0 0 0,1 0 0 0 0,-1 0 0 0 0,1 0 0 0 0,-1 0 0 0 0,0 0 0 0 0,1 0 0 0 0,-1 1 0 0 0,1-1 0 0 0,0 0-1 0 0,0 0-1 0 0,-1 0 1 0 0,1 0 0 0 0,0 0-1 0 0,-1 0 1 0 0,1 1 0 0 0,-1-1 0 0 0,1 0-1 0 0,0 1 1 0 0,-1-1 0 0 0,1 0-1 0 0,-1 1 1 0 0,1-1 0 0 0,-1 1-1 0 0,1-1 1 0 0,-1 1 0 0 0,1-1-1 0 0,-1 1 1 0 0,0-1 0 0 0,1 1 0 0 0,-1-1-1 0 0,0 1 1 0 0,1 0 0 0 0,-1-1-1 0 0,0 1 1 0 0,0 0 0 0 0,1 0-1 0 0,3 10-6 0 0,1-1-1 0 0,0-1 1 0 0,0 1-1 0 0,1 0 1 0 0,0-1-1 0 0,1-1 1 0 0,0 1-1 0 0,16 15 0 0 0,-20-22-158 0 0,3 0-3 0 0,16 7-40 0 0,-17-7-73 0 0,1-2 82 0 0,4 0 128 0 0,0-1 1 0 0,0 0 0 0 0,0 0-1 0 0,0-1 1 0 0,0 0 0 0 0,0-1-1 0 0,14-6 1 0 0,-11 1 107 0 0,-1 0-1 0 0,23-19 1 0 0,-32 24 8 0 0,-2-2-6 0 0,6-12-10 0 0,-5 12 56 0 0,-2 1-52 0 0,-1 2-21 0 0,1 0 0 0 0,-1 0 1 0 0,1 0-1 0 0,-1 0 0 0 0,1 0 0 0 0,-1 0 1 0 0,0 0-1 0 0,0 0 0 0 0,0 0 1 0 0,0 0-1 0 0,-1 0 0 0 0,1 1 0 0 0,0-1 1 0 0,-1 0-1 0 0,-2-2 0 0 0,1 2 39 0 0,0 5-40 0 0,0 1-5 0 0,0 0 0 0 0,0 1 1 0 0,0 0-1 0 0,1-1 1 0 0,-1 1-1 0 0,1 0 0 0 0,0 0 1 0 0,1 0-1 0 0,-1 0 1 0 0,1 1-1 0 0,0-1 1 0 0,0 0-1 0 0,1 1 0 0 0,0-1 1 0 0,0 0-1 0 0,0 1 1 0 0,0-1-1 0 0,3 11 0 0 0,-2-10 5 0 0,1-1-14 0 0,1 1 2 0 0,0 0 1 0 0,0 0-1 0 0,0-1 0 0 0,1 1 0 0 0,0-1 0 0 0,0 0 0 0 0,1 0 1 0 0,8 8-1 0 0,-10-11 6 0 0,36-6 49 0 0,-36 2 28 0 0,12-8 51 0 0,-11 8 56 0 0,-1-2-22 0 0,20-33 354 0 0,-21 33-358 0 0,-1-2-24 0 0,-1-2-87 0 0,1-1 0 0 0,-1 1-1 0 0,0-1 1 0 0,-1 1 0 0 0,0 0 0 0 0,-4-15 0 0 0,4 18-37 0 0,-1 1 1 0 0,0 0-1 0 0,0-1 0 0 0,0 1 1 0 0,0 0-1 0 0,-1 0 0 0 0,1 0 1 0 0,-1 1-1 0 0,0-1 0 0 0,0 0 1 0 0,-1 1-1 0 0,1 0 0 0 0,-1 0 1 0 0,1 0-1 0 0,-7-3 0 0 0,-2-2 8 0 0,-9 0-26 0 0,17 7 2 0 0,-1 0-36 0 0,1 2-92 0 0,0 1-17 0 0,0-1 0 0 0,1 0 0 0 0,0 1 0 0 0,-1 0 0 0 0,1 0 0 0 0,0 0 0 0 0,0 0-1 0 0,0 0 1 0 0,0 1 0 0 0,0-1 0 0 0,1 1 0 0 0,-1 0 0 0 0,1 0 0 0 0,0 0 0 0 0,-1 0 0 0 0,1 0 0 0 0,-2 5 0 0 0,3-4-697 0 0,1-3 784 0 0,0-1-1 0 0,1 0 1 0 0,-1 1-1 0 0,0-1 1 0 0,1 0-1 0 0,-1 1 1 0 0,0-1-1 0 0,0 0 1 0 0,1 1 0 0 0,-1-1-1 0 0,0 1 1 0 0,0-1-1 0 0,0 1 1 0 0,0-1-1 0 0,1 0 1 0 0,-1 1-1 0 0,0-1 1 0 0,0 1-1 0 0,0-1 1 0 0,0 1-1 0 0,0-1 1 0 0,0 1-1 0 0,0-1 1 0 0,0 1-1 0 0,-1 0 1 0 0,1 0-119 0 0,0 0 0 0 0,0 0 0 0 0,0 0 0 0 0,0-1-1 0 0,0 1 1 0 0,0 0 0 0 0,0 0 0 0 0,0 0 0 0 0,0 0 0 0 0,0 0 0 0 0,1 0 0 0 0,-1 0 0 0 0,0 0 0 0 0,1 0-1 0 0,-1-1 1 0 0,0 1 0 0 0,1 0 0 0 0,0 1 0 0 0,9 14-4082 0 0</inkml:trace>
</inkml:ink>
</file>

<file path=ppt/ink/ink4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50.8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37 3568 0 0,'3'-4'1464'0'0,"6"-10"-666"0"0,5-4 3892 0 0,-13 18-4663 0 0,-1 0 1 0 0,1 0 0 0 0,-1 0-1 0 0,1 0 1 0 0,-1 0-1 0 0,0 0 1 0 0,1 0 0 0 0,-1 0-1 0 0,1 0 1 0 0,-1 0-1 0 0,1 0 1 0 0,-1 0 0 0 0,0 0-1 0 0,1 1 1 0 0,-1-1-1 0 0,1 0 1 0 0,-1 0 0 0 0,0 0-1 0 0,1 1 1 0 0,-1-1-1 0 0,0 0 1 0 0,1 0 0 0 0,-1 1-1 0 0,0-1 1 0 0,1 0-1 0 0,-1 1 1 0 0,0-1 0 0 0,1 0-1 0 0,-1 1 1 0 0,0-1-1 0 0,0 0 1 0 0,0 1 0 0 0,1-1-1 0 0,-1 1 1 0 0,0-1-1 0 0,0 1 1 0 0,0-1 0 0 0,0 0-1 0 0,0 1 1 0 0,0-1-1 0 0,0 1 1 0 0,0-1 0 0 0,0 1-1 0 0,0 0 1 0 0,1 3 24 0 0,-1 2-14 0 0,-1 59 26 0 0,2-54-63 0 0,0 0 1 0 0,1 0-1 0 0,5 14 1 0 0,-6-20-20 0 0,-1-5 16 0 0,1 0 0 0 0,-1 0 0 0 0,0 1 0 0 0,1-1-1 0 0,-1 0 1 0 0,0 0 0 0 0,1 0 0 0 0,-1 0 0 0 0,0 0-1 0 0,0 0 1 0 0,1 1 0 0 0,-1-1 0 0 0,0 0-1 0 0,0 0 1 0 0,1 0 0 0 0,-1 1 0 0 0,0-1 0 0 0,0 0-1 0 0,1 0 1 0 0,-1 1 0 0 0,0-1 0 0 0,0 0 0 0 0,0 0-1 0 0,0 1 1 0 0,1-1 0 0 0,-1 0 0 0 0,0 1-1 0 0,0-1 1 0 0,0 0 0 0 0,0 1 0 0 0,0 0 0 0 0,0-1-27 0 0,1 1 0 0 0,-1 0 0 0 0,0 0 0 0 0,0-1 0 0 0,1 1 0 0 0,-1 0 0 0 0,0-1 0 0 0,1 1 0 0 0,-1 0 0 0 0,1-1 0 0 0,-1 1 0 0 0,1 0 0 0 0,0-1 0 0 0,-1 1 0 0 0,1-1 0 0 0,-1 1 0 0 0,1-1 0 0 0,0 1 1 0 0,-1-1-1 0 0,1 0 0 0 0,0 1 0 0 0,1-1 0 0 0,1 1-15 0 0,1 0 1 0 0,-1 0-1 0 0,1-1 1 0 0,0 0 0 0 0,-1 1-1 0 0,1-1 1 0 0,0-1-1 0 0,-1 1 1 0 0,5-1 0 0 0,-3 0 9 0 0,-2-2 69 0 0,29-25 65 0 0,-29 26-39 0 0,0-2 31 0 0,17-34 468 0 0,-19 34-151 0 0,4-2-272 0 0,-5 6-128 0 0,0 0 0 0 0,0-1 0 0 0,0 1 0 0 0,0-1 1 0 0,0 1-1 0 0,0-1 0 0 0,1 1 0 0 0,-1 0 0 0 0,0-1 0 0 0,0 1 0 0 0,1-1 0 0 0,-1 1 1 0 0,0 0-1 0 0,0-1 0 0 0,1 1 0 0 0,-1 0 0 0 0,1-1 0 0 0,-1 1 0 0 0,0 0 0 0 0,1 0 0 0 0,-1-1 1 0 0,1 1-1 0 0,-1 0 0 0 0,0 0 0 0 0,1 0 0 0 0,-1-1 0 0 0,1 1 0 0 0,-1 0 0 0 0,1 0 1 0 0,-1 0-1 0 0,1 0 0 0 0,10 12 12 0 0,-9-9 2 0 0,1 1-7 0 0,39 45-43 0 0,-40-46-45 0 0,3-1-141 0 0,12 9-29 0 0,-12-8-64 0 0,-5-3 286 0 0,1 0 0 0 0,-1-1-1 0 0,1 1 1 0 0,-1 0 0 0 0,1 0-1 0 0,-1 0 1 0 0,1 0 0 0 0,-1 0 0 0 0,1 0-1 0 0,-1 0 1 0 0,1 0 0 0 0,-1 0-1 0 0,1 0 1 0 0,-1 0 0 0 0,1 0-1 0 0,-1 0 1 0 0,1 0 0 0 0,-1 0-1 0 0,1 0 1 0 0,-1 1 0 0 0,1-1-1 0 0,-1 0 1 0 0,1 0 0 0 0,0 1-1 0 0,0 0-80 0 0,1 0 0 0 0,-1-1 0 0 0,1 1 0 0 0,-1 0 0 0 0,0-1 0 0 0,1 0 0 0 0,-1 1 0 0 0,1-1 0 0 0,-1 0 0 0 0,1 0-1 0 0,-1 0 1 0 0,3 0 0 0 0,3 0-552 0 0,-1-1-1 0 0,0 0 0 0 0,1-1 1 0 0,-1 0-1 0 0,0 0 1 0 0,0 0-1 0 0,0-1 0 0 0,0 1 1 0 0,10-8-1 0 0,0-2-2534 0 0</inkml:trace>
</inkml:ink>
</file>

<file path=ppt/ink/ink4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51.3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16 3028 0 0,'2'-3'1745'0'0,"3"-6"-1576"0"0,-5 9 3 0 0,1-1-1 0 0,-1 1 1 0 0,0 0 0 0 0,1-1 0 0 0,-1 1-1 0 0,0 0 1 0 0,1 0 0 0 0,-1 0 0 0 0,1-1-1 0 0,-1 1 1 0 0,0 0 0 0 0,1 0 0 0 0,-1 0-1 0 0,1 0 1 0 0,-1 0 0 0 0,0 0 0 0 0,1 0-1 0 0,-1 0 1 0 0,1 0 0 0 0,-1 0 0 0 0,1 0-1 0 0,-1 0 1 0 0,0 0 0 0 0,1 0 0 0 0,-1 0-1 0 0,1 0 1 0 0,-1 0 0 0 0,1 0 0 0 0,-1 1-1 0 0,0-1 1 0 0,1 0 0 0 0,-1 0 0 0 0,0 0-1 0 0,1 1 1 0 0,-1-1 0 0 0,0 0 0 0 0,1 1-1 0 0,-1-1 1 0 0,0 0 0 0 0,1 1 0 0 0,-1-1-1 0 0,0 0 1 0 0,0 1 0 0 0,0-1 0 0 0,1 1 0 0 0,2 8 262 0 0,0 91 614 0 0,19 212-832 0 0,-7-254-3110 0 0,-13-51 2424 0 0,-1-3-1034 0 0,8 14-3140 0 0</inkml:trace>
</inkml:ink>
</file>

<file path=ppt/ink/ink4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51.5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28 105 3648 0 0,'-3'-4'1635'0'0,"-20"-33"2881"0"0,21 34-4050 0 0,5 0-120 0 0,0 0-297 0 0,-1 1-1 0 0,0-1 1 0 0,1 1 0 0 0,0 0-1 0 0,-1 0 1 0 0,1 1 0 0 0,0-1-1 0 0,0 0 1 0 0,0 1 0 0 0,0 0-1 0 0,0-1 1 0 0,0 1 0 0 0,1 1-1 0 0,-1-1 1 0 0,0 0 0 0 0,4 0-1 0 0,43-6 169 0 0,73-3-1232 0 0,-10 0-5279 0 0,-79 6 1988 0 0</inkml:trace>
</inkml:ink>
</file>

<file path=ppt/ink/ink4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51.8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69 21 2352 0 0,'-3'-3'1831'0'0,"-8"-8"-1139"0"0,8 4 4103 0 0,-2 8-4223 0 0,-12 5-70 0 0,17-6-490 0 0,-1 0 1 0 0,1 0-1 0 0,0 0 0 0 0,0 0 0 0 0,0 0 0 0 0,-1 0 0 0 0,1 0 0 0 0,0 0 0 0 0,0 0 0 0 0,-1 0 1 0 0,1 1-1 0 0,0-1 0 0 0,0 0 0 0 0,0 0 0 0 0,0 0 0 0 0,-1 0 0 0 0,1 0 0 0 0,0 1 0 0 0,0-1 0 0 0,0 0 1 0 0,0 0-1 0 0,-1 0 0 0 0,1 1 0 0 0,0-1 0 0 0,0 0 0 0 0,0 0 0 0 0,0 0 0 0 0,0 1 0 0 0,0-1 1 0 0,0 0-1 0 0,0 0 0 0 0,0 0 0 0 0,0 1 0 0 0,0-1 0 0 0,0 0 0 0 0,0 1 0 0 0,-11 68 482 0 0,3 1 0 0 0,4 0 0 0 0,2 1 0 0 0,4-1-1 0 0,13 95 1 0 0,-14-156-674 0 0,1 1-1 0 0,0-1 0 0 0,0 1 1 0 0,1-1-1 0 0,0 0 0 0 0,1 0 1 0 0,-1-1-1 0 0,2 1 0 0 0,-1-1 0 0 0,1 0 1 0 0,1 0-1 0 0,0 0 0 0 0,9 10 1 0 0,-12-15-1158 0 0,2-2-476 0 0,15 6-1286 0 0</inkml:trace>
</inkml:ink>
</file>

<file path=ppt/ink/ink4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52.0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76 3780 0 0,'-24'-10'1296'0'0,"20"8"2519"0"0,7-1-3558 0 0,1 0-230 0 0,1 0 0 0 0,-1 0 0 0 0,1 0 1 0 0,0 1-1 0 0,0 0 0 0 0,0 0 0 0 0,0 0 0 0 0,1 1 0 0 0,-1-1 0 0 0,0 1 0 0 0,1 0 0 0 0,6 0 0 0 0,7-2-173 0 0,131-24-5608 0 0,-122 22 2194 0 0</inkml:trace>
</inkml:ink>
</file>

<file path=ppt/ink/ink4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52.3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 63 2608 0 0,'0'0'1242'0'0,"-3"3"-184"0"0,-6 9-248 0 0,7-9-319 0 0,0 1 12 0 0,-16 35 958 0 0,17-34-1235 0 0,14 12-107 0 0,-10-13-42 0 0,2-3-43 0 0,16 6-22 0 0,-16-5-30 0 0,2-2-18 0 0,4 0 35 0 0,1-1 0 0 0,-1 0 0 0 0,0 0 0 0 0,1-1 0 0 0,-1 0 0 0 0,0-1 0 0 0,0-1 0 0 0,0 1 0 0 0,-1-2 0 0 0,1 0 0 0 0,18-11 0 0 0,-27 14 24 0 0,0 1 0 0 0,0-1 0 0 0,-1 0 0 0 0,1 1 0 0 0,-1-1 0 0 0,1 0 1 0 0,-1 0-1 0 0,1 0 0 0 0,-1 0 0 0 0,0 0 0 0 0,0 0 0 0 0,0-1 0 0 0,0 1 0 0 0,-1 0 0 0 0,1 0 1 0 0,-1-1-1 0 0,1 1 0 0 0,-1-5 0 0 0,1 4-35 0 0,0-2 138 0 0,-3 0 21 0 0,-1 0-78 0 0,1-1 0 0 0,-1 1 0 0 0,0 0 0 0 0,-1 0 0 0 0,1 0-1 0 0,-1 0 1 0 0,0 1 0 0 0,-1 0 0 0 0,-6-7 0 0 0,7 9 133 0 0,-1 1 26 0 0,1 1-204 0 0,1-1 32 0 0,0 0 1 0 0,0 1-1 0 0,1-1 0 0 0,-1 1 0 0 0,0 0 0 0 0,0 0 1 0 0,0 0-1 0 0,0 1 0 0 0,0-1 0 0 0,0 0 0 0 0,0 1 1 0 0,0 0-1 0 0,1 0 0 0 0,-1 0 0 0 0,0 0 0 0 0,0 0 1 0 0,-2 2-1 0 0,0 1 2 0 0,0 0 0 0 0,1 0 0 0 0,-1 0 0 0 0,1 1 0 0 0,0-1 0 0 0,0 1 0 0 0,1 0 0 0 0,-1 0 0 0 0,1 0 0 0 0,0 1 0 0 0,0-1 0 0 0,1 1 0 0 0,0 0 0 0 0,0-1 0 0 0,0 1 0 0 0,1 0 0 0 0,0 0 0 0 0,0 0 0 0 0,0 0 0 0 0,1 0 0 0 0,0 1 0 0 0,0-1 0 0 0,0 0 0 0 0,1 0 0 0 0,0 0 0 0 0,0 0 0 0 0,1 0 0 0 0,3 9 0 0 0,-2-7-56 0 0,20 48 107 0 0,-20-51-117 0 0,0 0-1 0 0,0 0 0 0 0,0 0 0 0 0,1-1 1 0 0,-1 0-1 0 0,1 1 0 0 0,0-1 0 0 0,1 0 1 0 0,-1-1-1 0 0,9 6 0 0 0,-8-5-89 0 0,-3-2 27 0 0,0-1 0 0 0,0 1 0 0 0,0-1 0 0 0,1 0 0 0 0,-1 1-1 0 0,0-1 1 0 0,0 0 0 0 0,1-1 0 0 0,-1 1 0 0 0,1 0 0 0 0,3 0 0 0 0,1 2-205 0 0,-4-2 107 0 0,0 1-1 0 0,-1-1 0 0 0,1-1 1 0 0,0 1-1 0 0,-1 0 1 0 0,1-1-1 0 0,0 1 0 0 0,0-1 1 0 0,0 0-1 0 0,-1 0 1 0 0,5 0-1 0 0,-6 0 128 0 0,16 0-1517 0 0,0-1-1 0 0,19-4 0 0 0,-5-1-3544 0 0</inkml:trace>
</inkml:ink>
</file>

<file path=ppt/ink/ink4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53.1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380 52 4228 0 0,'-27'-39'2896'0'0,"24"37"-2307"0"0,-3 0-115 0 0,-17-4-78 0 0,17 4-46 0 0,-2 3-34 0 0,-2-1-180 0 0,0 1 0 0 0,-1 1 0 0 0,1 0 0 0 0,0 0 0 0 0,0 1 0 0 0,0 0 0 0 0,0 1 0 0 0,0 0 1 0 0,1 0-1 0 0,-18 12 0 0 0,24-13-109 0 0,0 0 0 0 0,0 1 0 0 0,0 0 1 0 0,0-1-1 0 0,0 1 0 0 0,1 0 0 0 0,0 0 1 0 0,0 0-1 0 0,0 0 0 0 0,0 1 0 0 0,-1 6 0 0 0,1-6-9 0 0,1-1-3 0 0,1 1 1 0 0,-1-1-1 0 0,0 1 0 0 0,1 0 0 0 0,0-1 0 0 0,0 1 0 0 0,1 0 0 0 0,-1-1 0 0 0,1 1 1 0 0,0-1-1 0 0,0 1 0 0 0,0-1 0 0 0,3 5 0 0 0,0 3 2 0 0,1-1 0 0 0,1 0 0 0 0,11 17 0 0 0,1-7-15 0 0,0-1 1 0 0,1-1-1 0 0,0-1 0 0 0,2-1 0 0 0,0-1 0 0 0,32 18 0 0 0,41 35-87 0 0,-89-64 83 0 0,0 0 0 0 0,0 0 0 0 0,0 1 0 0 0,-1 0 0 0 0,0 0 0 0 0,4 7 0 0 0,-8-12 1 0 0,2 2 18 0 0,-3 2-17 0 0,1-2 5 0 0,0 0-3 0 0,0-1 0 0 0,-1 0 0 0 0,1 0 0 0 0,0 1 0 0 0,-1-1 0 0 0,0 0 0 0 0,1 0 0 0 0,-1 0 0 0 0,0 1 0 0 0,0-1 0 0 0,0 0 0 0 0,-1 0 0 0 0,1-1 0 0 0,0 1 0 0 0,-1 0 0 0 0,1 0 0 0 0,-1-1 0 0 0,1 1 0 0 0,-1-1 0 0 0,0 1 0 0 0,0-1 0 0 0,-2 2 0 0 0,-47 22 35 0 0,42-23-29 0 0,-2 2 56 0 0,-1 0-1 0 0,0-1 0 0 0,0-1 1 0 0,-18 2-1 0 0,21-3-42 0 0,-11 0 37 0 0,0 0 0 0 0,-1-1 0 0 0,1-1 0 0 0,0-1 0 0 0,0-1 0 0 0,0 0 0 0 0,-29-10 0 0 0,40 10-292 0 0,1 0-1 0 0,0 0 1 0 0,0-1-1 0 0,0 0 0 0 0,1 0 1 0 0,-1-1-1 0 0,1 1 1 0 0,0-2-1 0 0,1 1 0 0 0,-1-1 1 0 0,1 0-1 0 0,0-1 1 0 0,0 1-1 0 0,-5-10 0 0 0,10 15 48 0 0,0 0-1 0 0,0 0 1 0 0,0-1-1 0 0,0 1 0 0 0,1 0 1 0 0,-1 0-1 0 0,0 0 0 0 0,1-1 1 0 0,-1 1-1 0 0,1 0 1 0 0,-1-1-1 0 0,1 1 0 0 0,0-1 1 0 0,0 1-1 0 0,0 0 0 0 0,-1-3 1 0 0,1 0-765 0 0</inkml:trace>
</inkml:ink>
</file>

<file path=ppt/ink/ink4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53.8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121 18 3020 0 0,'0'0'2502'0'0,"-2"-4"-1621"0"0,2 3-813 0 0,-1 0 1 0 0,1 1 0 0 0,-1-1 0 0 0,1 0-1 0 0,-1 0 1 0 0,0 0 0 0 0,1 0-1 0 0,-1 1 1 0 0,0-1 0 0 0,0 0 0 0 0,1 1-1 0 0,-1-1 1 0 0,0 1 0 0 0,0-1 0 0 0,0 1-1 0 0,0-1 1 0 0,0 1 0 0 0,0-1-1 0 0,0 1 1 0 0,0 0 0 0 0,0 0 0 0 0,0-1-1 0 0,0 1 1 0 0,0 0 0 0 0,0 0 0 0 0,0 0-1 0 0,0 0 1 0 0,0 0 0 0 0,0 0-1 0 0,0 1 1 0 0,0-1 0 0 0,0 0 0 0 0,0 0-1 0 0,0 1 1 0 0,0-1 0 0 0,0 1 0 0 0,0-1-1 0 0,0 1 1 0 0,0-1 0 0 0,0 1-1 0 0,0-1 1 0 0,1 1 0 0 0,-1 0 0 0 0,0 0-1 0 0,0-1 1 0 0,1 1 0 0 0,-2 1 0 0 0,-10 11 363 0 0,1 1 1 0 0,1 0 0 0 0,-14 23-1 0 0,21-32-384 0 0,1 0 5 0 0,-1 0 1 0 0,1 0-1 0 0,0 0 1 0 0,0 0-1 0 0,1 0 0 0 0,-1 1 1 0 0,1-1-1 0 0,1 1 1 0 0,-1 9-1 0 0,6 48 119 0 0,-4-59-167 0 0,0 0 0 0 0,1 1 0 0 0,-1-1 0 0 0,0 0 0 0 0,1 0 0 0 0,0 0 1 0 0,0 0-1 0 0,1 0 0 0 0,-1-1 0 0 0,1 1 0 0 0,3 3 0 0 0,-1-1 0 0 0,-1 0-76 0 0,1-1 0 0 0,0 0 0 0 0,1 0 1 0 0,-1-1-1 0 0,1 0 0 0 0,0 0 0 0 0,0 0 0 0 0,8 3 0 0 0,-11-5 32 0 0,5 2-190 0 0,0-1-1 0 0,0 0 1 0 0,0 0 0 0 0,0-1-1 0 0,1 0 1 0 0,-1 0 0 0 0,13 0-1 0 0,-14-1 102 0 0,2 0-148 0 0,1 0 0 0 0,-1-1 0 0 0,1 0 0 0 0,-1-1 0 0 0,1 0 0 0 0,11-2 0 0 0,-14 1 247 0 0,4 1-225 0 0,13-6-42 0 0,-7-1 16 0 0,33-27 78 0 0,-46 32 250 0 0,-1-1 1 0 0,0 0 0 0 0,0 0-1 0 0,0 0 1 0 0,0 0 0 0 0,-1-1 0 0 0,1 1-1 0 0,-1-1 1 0 0,2-6 0 0 0,-1 3 38 0 0,0 0 31 0 0,-1 1-1 0 0,1-1 0 0 0,-1 0 1 0 0,-1 0-1 0 0,0-1 0 0 0,1-8 1 0 0,-2 12 121 0 0,0-1-8 0 0,0-18-11 0 0,0 18 237 0 0,-1 1-256 0 0,-1-18 793 0 0,-3 25-761 0 0,0 1-161 0 0,1 1 0 0 0,-1-1 0 0 0,1 1 0 0 0,0-1 0 0 0,0 1 0 0 0,1 0 0 0 0,-1 1 0 0 0,1-1 0 0 0,0 1 0 0 0,0-1 0 0 0,0 1 0 0 0,1 0 0 0 0,-4 10 0 0 0,2-6-19 0 0,1 0 0 0 0,1-1-1 0 0,-1 1 1 0 0,2 0-1 0 0,-1 0 1 0 0,1 0 0 0 0,0 0-1 0 0,1 12 1 0 0,1-17-48 0 0,0 1 0 0 0,0-1 1 0 0,0 0-1 0 0,1 0 0 0 0,-1 0 0 0 0,1 0 1 0 0,0 0-1 0 0,0 0 0 0 0,0 0 0 0 0,1-1 1 0 0,0 1-1 0 0,-1-1 0 0 0,1 0 0 0 0,0 0 1 0 0,0 0-1 0 0,1 0 0 0 0,6 5 0 0 0,-3-5-14 0 0,1 0 0 0 0,-1 0-1 0 0,1 0 1 0 0,-1-1 0 0 0,1 0-1 0 0,0-1 1 0 0,0 0-1 0 0,0 0 1 0 0,0 0 0 0 0,0-1-1 0 0,0 0 1 0 0,0-1 0 0 0,0 0-1 0 0,0 0 1 0 0,-1-1 0 0 0,1 0-1 0 0,0 0 1 0 0,7-4-1 0 0,-10 4 66 0 0,-1-1 0 0 0,1 0 0 0 0,-1 0-1 0 0,0 0 1 0 0,0 0 0 0 0,0-1 0 0 0,0 0-1 0 0,-1 0 1 0 0,1 0 0 0 0,-1 0 0 0 0,0 0-1 0 0,3-7 1 0 0,-4 6 174 0 0,-3-1-12 0 0,1 3-174 0 0,0-1-10 0 0,0 0-1 0 0,-1 0 0 0 0,0 0 1 0 0,0 0-1 0 0,0 0 0 0 0,0 0 0 0 0,0 0 1 0 0,-1 1-1 0 0,0-1 0 0 0,1 1 0 0 0,-1-1 1 0 0,-1 1-1 0 0,-3-5 0 0 0,-36-35 255 0 0,33 37-262 0 0,0 0-1 0 0,-1 1 0 0 0,1-1 0 0 0,-1 2 1 0 0,0 0-1 0 0,0 0 0 0 0,-12-3 0 0 0,17 6-51 0 0,0 1-24 0 0,-3-1-317 0 0,1 1 1 0 0,0 1 0 0 0,0-1 0 0 0,-12 4 0 0 0,15-3-89 0 0,8 1-535 0 0,9 0 402 0 0,1 0-1 0 0,-1 0 1 0 0,1-1 0 0 0,-1-1-1 0 0,16-1 1 0 0,81-10-2839 0 0,-83 8 2303 0 0,8-1-1564 0 0</inkml:trace>
</inkml:ink>
</file>

<file path=ppt/ink/ink4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54.4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1 166 3556 0 0,'60'2'1338'0'0,"-55"-2"-1268"0"0,2 0 110 0 0,-1 0 0 0 0,0 1 0 0 0,1-1 0 0 0,-1 2 0 0 0,0-1 0 0 0,0 1 0 0 0,1-1 0 0 0,-1 2 1 0 0,9 4-1 0 0,-9-3 23 0 0,1 1 0 0 0,-1 1 1 0 0,-1-1-1 0 0,1 1 0 0 0,-1 0 1 0 0,0 0-1 0 0,5 8 0 0 0,-9-10 90 0 0,0 2 10 0 0,0 19 27 0 0,-1-19-5 0 0,-1 0 19 0 0,-5 17 8 0 0,4-17-52 0 0,1-1-6 0 0,-6 16 19 0 0,5-16 40 0 0,-10 13 435 0 0,10-15 193 0 0,1-2-898 0 0,1 0 0 0 0,-1 0 0 0 0,0-1-1 0 0,0 1 1 0 0,1 0 0 0 0,-1-1 0 0 0,0 1-1 0 0,0 0 1 0 0,0-1 0 0 0,0 1-1 0 0,0-1 1 0 0,0 1 0 0 0,0-1 0 0 0,0 0-1 0 0,0 0 1 0 0,0 1 0 0 0,0-1 0 0 0,-1 0-1 0 0,1-6-79 0 0,2-1-1 0 0,-1 1 1 0 0,1 0 0 0 0,0-1-1 0 0,0 1 1 0 0,0 0-1 0 0,1 0 1 0 0,0 0-1 0 0,1 0 1 0 0,-1 0 0 0 0,1 0-1 0 0,0 1 1 0 0,6-9-1 0 0,4-5-384 0 0,0 0 0 0 0,29-30 0 0 0,-28 36 48 0 0,0 0 0 0 0,1 0 0 0 0,0 2 1 0 0,1 0-1 0 0,0 0 0 0 0,34-14 0 0 0,-23 17 127 0 0,-23 7 149 0 0,2 0 13 0 0,15-2 3 0 0,-16 2 2 0 0,0 2-52 0 0,15 6 90 0 0,-15-5 17 0 0,-3 1 8 0 0,17 41 9 0 0,-18-39-42 0 0,1 0 10 0 0,5 17 14 0 0,-5-16-18 0 0,0-2-8 0 0,7 15-2 0 0,-6-15 0 0 0,-3-4 14 0 0,1 1-1 0 0,-1-1 0 0 0,1 0 1 0 0,-1 0-1 0 0,1 0 1 0 0,-1 0-1 0 0,1 1 0 0 0,-1-1 1 0 0,1 0-1 0 0,-1 0 1 0 0,0 1-1 0 0,1-1 0 0 0,-1 0 1 0 0,1 1-1 0 0,-1-1 1 0 0,0 0-1 0 0,1 1 0 0 0,-1-1 1 0 0,0 1-1 0 0,1-1 0 0 0,-1 0 1 0 0,0 1-1 0 0,0-1 1 0 0,1 1-1 0 0,-1-1 0 0 0,0 1 1 0 0,0 0-1 0 0,0 0-1 0 0,0-1 0 0 0,1 1-1 0 0,-1-1 1 0 0,0 1 0 0 0,0-1 0 0 0,1 1-1 0 0,-1-1 1 0 0,0 1 0 0 0,0-1 0 0 0,1 1 0 0 0,-1-1-1 0 0,1 0 1 0 0,-1 1 0 0 0,0-1 0 0 0,1 0-1 0 0,-1 1 1 0 0,1-1 0 0 0,-1 0 0 0 0,1 1-1 0 0,-1-1 1 0 0,1 0 0 0 0,-1 0 0 0 0,1 1-1 0 0,-1-1 1 0 0,2 0 0 0 0,10 4-103 0 0,-11-4 86 0 0,0 1 0 0 0,0-1-1 0 0,0 0 1 0 0,0 1 0 0 0,-1-1-1 0 0,1 0 1 0 0,0 1-1 0 0,0-1 1 0 0,0 0 0 0 0,0 0-1 0 0,0 0 1 0 0,0 0 0 0 0,0 0-1 0 0,1 0 1 0 0,-1 0-1 0 0,0 0 1 0 0,0 0 0 0 0,-1 0-1 0 0,3-1 1 0 0,4 0-16 0 0,0-1 0 0 0,0 0 0 0 0,0 0 0 0 0,0 0 0 0 0,-1-1 0 0 0,1 0 0 0 0,-1 0 0 0 0,1-1 0 0 0,-1 0 0 0 0,0 0 0 0 0,-1 0 0 0 0,1-1 0 0 0,-1 0 0 0 0,0 0 0 0 0,0 0 0 0 0,0-1 0 0 0,-1 1 0 0 0,1-1 0 0 0,-1 0 1 0 0,-1-1-1 0 0,5-9 0 0 0,10-24 29 0 0,-17 32 19 0 0,-1 1 2 0 0,1 2 66 0 0,-1-1 36 0 0,0 4-115 0 0,0 0 34 0 0,0-1 0 0 0,0 0-1 0 0,0 0 1 0 0,0 0-1 0 0,-1 0 1 0 0,1 0 0 0 0,-1 1-1 0 0,0-1 1 0 0,0 0-1 0 0,0 0 1 0 0,0 1 0 0 0,0-1-1 0 0,0 1 1 0 0,-1-1 0 0 0,1 1-1 0 0,-1-1 1 0 0,0 1-1 0 0,-2-3 1 0 0,1 4 19 0 0,0-1 0 0 0,0 1 0 0 0,0-1 1 0 0,-1 1-1 0 0,1 0 0 0 0,-1 0 0 0 0,1 0 0 0 0,0 1 0 0 0,-1-1 1 0 0,0 1-1 0 0,1 0 0 0 0,-1 0 0 0 0,1 0 0 0 0,-1 1 0 0 0,1-1 1 0 0,-1 1-1 0 0,1 0 0 0 0,0-1 0 0 0,-7 4 0 0 0,3-1 1 0 0,1 1-1 0 0,0-1 1 0 0,-1 1 0 0 0,1 0-1 0 0,1 1 1 0 0,-1-1-1 0 0,1 1 1 0 0,0 0-1 0 0,-5 7 1 0 0,8-10-44 0 0,0-1 1 0 0,1 1-1 0 0,0 0 1 0 0,-1 0-1 0 0,1 0 1 0 0,0 0-1 0 0,0 0 1 0 0,0 0-1 0 0,0 0 1 0 0,0 0-1 0 0,-1 4 1 0 0,0 0 12 0 0,1 0-10 0 0,-1-1-1 0 0,1 0 1 0 0,0 1 0 0 0,0-1-1 0 0,1 1 1 0 0,-1-1-1 0 0,1 1 1 0 0,1-1 0 0 0,-1 1-1 0 0,1-1 1 0 0,2 10-1 0 0,-2-10-12 0 0,1 6-25 0 0,0 0 0 0 0,1 0 0 0 0,1 0 0 0 0,0 0 0 0 0,0-1 0 0 0,1 0 0 0 0,1 0 0 0 0,-1 0 0 0 0,2-1 0 0 0,-1 1 0 0 0,1-1 0 0 0,1-1 0 0 0,-1 0 0 0 0,1 0 0 0 0,1 0 0 0 0,0-1 0 0 0,0 0 0 0 0,12 7 0 0 0,-13-11-511 0 0,0 0 0 0 0,0 0-1 0 0,0 0 1 0 0,0-1 0 0 0,1-1 0 0 0,-1 1-1 0 0,16-1 1 0 0,-18 0 250 0 0,11-1-2505 0 0,31-3-1997 0 0</inkml:trace>
</inkml:ink>
</file>

<file path=ppt/ink/ink4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54.6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36 4740 0 0,'0'0'2726'0'0,"-3"-2"-1759"0"0,-7-9-187 0 0,7 8 1005 0 0,8 2-1546 0 0,100-7 277 0 0,-52 5-1285 0 0,-2 0-1449 0 0,-41 2 1707 0 0,28-1-3192 0 0,-6 0-809 0 0</inkml:trace>
</inkml:ink>
</file>

<file path=ppt/ink/ink4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54.8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45 0 3612 0 0,'-39'33'3024'0'0,"36"-30"-1473"0"0,2-1-1434 0 0,1 0 0 0 0,-1-1 1 0 0,1 1-1 0 0,0 0 0 0 0,0 0 0 0 0,0 0 0 0 0,0-1 0 0 0,0 1 0 0 0,0 0 0 0 0,1 3 0 0 0,-1-4-80 0 0,0 0-1 0 0,0 0 1 0 0,1 0 0 0 0,-1-1-1 0 0,0 1 1 0 0,1 0 0 0 0,-1 0 0 0 0,1 0-1 0 0,-1-1 1 0 0,1 1 0 0 0,-1 0 0 0 0,1-1-1 0 0,0 1 1 0 0,-1 0 0 0 0,1-1-1 0 0,0 1 1 0 0,0-1 0 0 0,-1 1 0 0 0,1-1-1 0 0,0 0 1 0 0,0 1 0 0 0,0-1 0 0 0,1 1-1 0 0,-1 0-15 0 0,0 0-1 0 0,1-1 1 0 0,-1 1-1 0 0,0 0 1 0 0,0 0 0 0 0,0-1-1 0 0,1 1 1 0 0,-1-1-1 0 0,0 1 1 0 0,1-1-1 0 0,-1 1 1 0 0,1-1-1 0 0,-1 0 1 0 0,0 0-1 0 0,1 0 1 0 0,-1 1-1 0 0,2-2 1 0 0,18 2 215 0 0,-12 1-184 0 0,-4-1-34 0 0,-1 0 0 0 0,1 0 0 0 0,-1-1 0 0 0,1 0 0 0 0,-1 0 0 0 0,10-1 0 0 0,104-12-1361 0 0,-32-4-3341 0 0,-44 7-389 0 0</inkml:trace>
</inkml:ink>
</file>

<file path=ppt/ink/ink4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55.9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9 159 4432 0 0,'2'-111'6367'0'0,"-4"63"-2319"0"0,-7 422-2139 0 0,13-295-1806 0 0,3 1 0 0 0,30 134 0 0 0,-16-148-94 0 0,-20-62-4 0 0,6 25 52 0 0,-7-29-55 0 0,0 0-1 0 0,0-1 1 0 0,0 1 0 0 0,0 0-1 0 0,0-1 1 0 0,0 1 0 0 0,0 0-1 0 0,0 0 1 0 0,0-1 0 0 0,0 1-1 0 0,0 0 1 0 0,0-1-1 0 0,1 1 1 0 0,-1 0 0 0 0,0-1-1 0 0,0 1 1 0 0,0 0 0 0 0,0-1-1 0 0,0 1 1 0 0,1 0-1 0 0,-1 0 1 0 0,0-1 0 0 0,0 1-1 0 0,1 0 1 0 0,-1 0 0 0 0,0 0-1 0 0,0-1 1 0 0,1 1-1 0 0,-1 0 1 0 0,1 0 0 0 0,-1-1 0 0 0,1 1 1 0 0,-1 0-1 0 0,1-1 1 0 0,0 1-1 0 0,-1-1 1 0 0,1 1-1 0 0,-1-1 1 0 0,0 1 0 0 0,1-1-1 0 0,-1 0 1 0 0,1 1-1 0 0,-1-1 1 0 0,0 0-1 0 0,1 1 1 0 0,-1-1-1 0 0,0 0 1 0 0,0 1-1 0 0,0-1 1 0 0,1 0 0 0 0,-1 1-1 0 0,0-1 1 0 0,0 0-1 0 0,0 1 1 0 0,0-2-1 0 0,2-21 19 0 0,1-1 0 0 0,1 1-1 0 0,2 0 1 0 0,0 1 0 0 0,1-1 0 0 0,1 1-1 0 0,17-32 1 0 0,-19 41-22 0 0,2 1-1 0 0,-1-1 0 0 0,2 1 1 0 0,-1 1-1 0 0,2 0 1 0 0,-1 0-1 0 0,2 0 0 0 0,-1 2 1 0 0,1-1-1 0 0,1 1 0 0 0,0 1 1 0 0,0 0-1 0 0,18-8 1 0 0,-20 12 10 0 0,22-3-3 0 0,-27 7-4 0 0,0 0 1 0 0,0 0-1 0 0,1 0 1 0 0,-1 0-1 0 0,0 1 1 0 0,0 0-1 0 0,0 0 1 0 0,0 0-1 0 0,0 1 1 0 0,0 0-1 0 0,0 0 1 0 0,0 0-1 0 0,-1 0 1 0 0,1 1-1 0 0,-1 0 1 0 0,1 0-1 0 0,-1 0 0 0 0,0 0 1 0 0,0 1-1 0 0,-1-1 1 0 0,1 1-1 0 0,-1 0 1 0 0,0 0-1 0 0,0 0 1 0 0,0 1-1 0 0,0-1 1 0 0,-1 1-1 0 0,0 0 1 0 0,3 8-1 0 0,0 2 1 0 0,0 0 0 0 0,-2 0 0 0 0,0 1-1 0 0,0-1 1 0 0,-2 1 0 0 0,0-1 0 0 0,-1 1-1 0 0,-2 23 1 0 0,1-26 7 0 0,-2 0 0 0 0,1 0 0 0 0,-2 0 0 0 0,0 0 0 0 0,0 0 0 0 0,-1-1-1 0 0,-1 1 1 0 0,0-1 0 0 0,-1-1 0 0 0,0 1 0 0 0,0-1 0 0 0,-1 0 0 0 0,-1-1 0 0 0,0 0 0 0 0,0 0-1 0 0,-15 11 1 0 0,19-18-2 0 0,0 0 0 0 0,0 0 0 0 0,0 0 0 0 0,-1 0 0 0 0,1-1 0 0 0,-1 0 0 0 0,0 0 0 0 0,-10 2 0 0 0,9-2-5 0 0,2-1-12 0 0,1 0-1 0 0,-1-1 1 0 0,0 0-1 0 0,0 1 1 0 0,1-2-1 0 0,-1 1 1 0 0,0 0-1 0 0,0-1 1 0 0,1 0 0 0 0,-8-2-1 0 0,8 2 10 0 0,0 0-31 0 0,0-1 0 0 0,0 1 1 0 0,0-1-1 0 0,0 0 0 0 0,0 0 0 0 0,1 0 1 0 0,-1 0-1 0 0,0 0 0 0 0,1-1 0 0 0,0 0 0 0 0,-4-4 1 0 0,4 5-11 0 0,2 0-81 0 0,-1 0 0 0 0,0 0 1 0 0,1-1-1 0 0,-1 1 0 0 0,1-1 0 0 0,0 1 1 0 0,0-1-1 0 0,0 1 0 0 0,0-1 0 0 0,0 0 1 0 0,0 1-1 0 0,1-1 0 0 0,-1 0 0 0 0,1 0 1 0 0,0 0-1 0 0,0 1 0 0 0,0-1 0 0 0,1-4 1 0 0,-1 5 20 0 0,0-3-159 0 0,1 0 0 0 0,0 1 1 0 0,0-1-1 0 0,0 0 0 0 0,0 1 0 0 0,1-1 1 0 0,0 1-1 0 0,0-1 0 0 0,0 1 0 0 0,0 0 1 0 0,1 0-1 0 0,0 0 0 0 0,6-7 1 0 0,-1 2-1225 0 0,0 1 1 0 0,1-1 0 0 0,20-12-1 0 0,-7 6-3729 0 0</inkml:trace>
</inkml:ink>
</file>

<file path=ppt/ink/ink4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56.2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98 3548 0 0,'0'0'9959'0'0,"5"-1"-9751"0"0,274-55-982 0 0,-90 24-6541 0 0,-143 23 1729 0 0</inkml:trace>
</inkml:ink>
</file>

<file path=ppt/ink/ink4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56.8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277 137 3252 0 0,'1'-5'1330'0'0,"0"0"-1043"0"0,0-1 0 0 0,0 1-1 0 0,-1-1 1 0 0,0 0-1 0 0,0 1 1 0 0,0-1-1 0 0,-1 1 1 0 0,1-1 0 0 0,-2 1-1 0 0,1-1 1 0 0,0 1-1 0 0,-1 0 1 0 0,0 0-1 0 0,0 0 1 0 0,-1 0 0 0 0,1 0-1 0 0,-1 0 1 0 0,0 0-1 0 0,-1 1 1 0 0,1-1-1 0 0,-9-7 1 0 0,9 10 47 0 0,-1 0-25 0 0,1 1-272 0 0,0 0 7 0 0,1 1 0 0 0,0-1 1 0 0,0 0-1 0 0,-1 1 0 0 0,1-1 1 0 0,0 1-1 0 0,0 0 0 0 0,-1 0 1 0 0,1 0-1 0 0,0 0 0 0 0,-1 0 0 0 0,1 1 1 0 0,0-1-1 0 0,-1 0 0 0 0,1 1 1 0 0,0 0-1 0 0,0 0 0 0 0,0-1 1 0 0,0 1-1 0 0,-4 2 0 0 0,-7 6 58 0 0,1 1 1 0 0,-1 0-1 0 0,2 0 0 0 0,-1 1 1 0 0,2 1-1 0 0,-1 0 0 0 0,-16 26 1 0 0,15-19-64 0 0,1 0 1 0 0,1 0-1 0 0,1 0 1 0 0,1 1-1 0 0,-9 30 1 0 0,16-46-36 0 0,1 0 0 0 0,-1 0 0 0 0,1 0 1 0 0,0 0-1 0 0,0 0 0 0 0,0 0 1 0 0,0 0-1 0 0,1 0 0 0 0,0 0 0 0 0,0 0 1 0 0,2 5-1 0 0,-3-6-2 0 0,2 1-5 0 0,1 0-15 0 0,11 11-8 0 0,-10-11-7 0 0,1-3 0 0 0,2 0 17 0 0,0-1 0 0 0,-1 0 1 0 0,1 0-1 0 0,0 0 1 0 0,0-1-1 0 0,0 0 1 0 0,-1 0-1 0 0,1-1 1 0 0,-1 1-1 0 0,1-2 0 0 0,-1 1 1 0 0,11-6-1 0 0,-6 2 19 0 0,-1 0-1 0 0,0 0 0 0 0,0-1 0 0 0,0-1 0 0 0,-1 0 1 0 0,15-16-1 0 0,38-61 643 0 0,-59 82-361 0 0,0-1-62 0 0,-2 3-131 0 0,0 0-31 0 0,0 0-1 0 0,0 0 1 0 0,0 0 0 0 0,0-1 0 0 0,0 1-1 0 0,0 0 1 0 0,0 0 0 0 0,-1-1 0 0 0,1 1-1 0 0,0 0 1 0 0,-1-1 0 0 0,2-1 0 0 0,3 4-12 0 0,14 6 18 0 0,-12-2 33 0 0,1 11-71 0 0,0 1-1 0 0,1-2 1 0 0,21 29 0 0 0,-24-38-36 0 0,-1-1-1 0 0,1 0 1 0 0,0 0 0 0 0,1-1 0 0 0,-1 0 0 0 0,1 0 0 0 0,0 0 0 0 0,9 3-1 0 0,-13-6-31 0 0,-1 0-1 0 0,0 0 1 0 0,1 0-1 0 0,-1 0 1 0 0,0 0-1 0 0,1 0 1 0 0,-1-1-1 0 0,1 0 1 0 0,-1 1-1 0 0,1-1 1 0 0,-1 0-1 0 0,1 0 1 0 0,3-1-1 0 0,2 1-143 0 0,11 0-653 0 0,1 0 0 0 0,-1-2-1 0 0,1 0 1 0 0,-1-1 0 0 0,0-1-1 0 0,0-1 1 0 0,19-7 0 0 0,-17 6-1185 0 0,23-8-4042 0 0</inkml:trace>
</inkml:ink>
</file>

<file path=ppt/ink/ink4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7:57.4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75 77 3804 0 0,'-70'-6'3973'0'0,"65"5"-1398"0"0,14 0-2321 0 0,266-16 320 0 0,-183 15-546 0 0,2158-39 28 0 0,-1468 34-3278 0 0,-521 5-663 0 0,-142 2-232 0 0</inkml:trace>
</inkml:ink>
</file>

<file path=ppt/ink/ink4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8:01.8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3308 0 0,'0'0'3670'0'0,"3"2"-3300"0"0,-1-1-328 0 0,-1 0 0 0 0,1 0 0 0 0,-1 1 0 0 0,1-1-1 0 0,-1 0 1 0 0,0 1 0 0 0,1-1 0 0 0,-1 1 0 0 0,0-1 0 0 0,0 1 0 0 0,0 0 0 0 0,0 0 0 0 0,0-1 0 0 0,0 1-1 0 0,-1 0 1 0 0,1 0 0 0 0,0 0 0 0 0,-1 0 0 0 0,0 0 0 0 0,1 0 0 0 0,-1 0 0 0 0,0 0 0 0 0,0 0 0 0 0,0 2-1 0 0,4 68 667 0 0,0-6-193 0 0,11 73 255 0 0,-14-135-663 0 0,-1 1 20 0 0,1-2-50 0 0,0 1 0 0 0,0 0 0 0 0,1-1 0 0 0,-1 1-1 0 0,1-1 1 0 0,0 0 0 0 0,0 1 0 0 0,4 4 0 0 0,-4-5 36 0 0,3-5-73 0 0,3-2-39 0 0,0-1 0 0 0,-1-1 0 0 0,1 1 1 0 0,-1-1-1 0 0,0 0 0 0 0,10-13 0 0 0,41-51 46 0 0,-42 49-11 0 0,-13 18-22 0 0,-2 2-12 0 0,1-1-1 0 0,-1 1 1 0 0,1-1 0 0 0,-1 1 0 0 0,1-1 0 0 0,-1 1-1 0 0,0-1 1 0 0,0 0 0 0 0,1-2 0 0 0,1 1 20 0 0,-1 0-17 0 0,-1 2-4 0 0,-1 1-1 0 0,1-1 0 0 0,-1 1 1 0 0,0-1-1 0 0,1 1 1 0 0,-1-1-1 0 0,1 1 1 0 0,-1-1-1 0 0,1 1 1 0 0,0 0-1 0 0,-1-1 0 0 0,1 1 1 0 0,-1 0-1 0 0,1-1 1 0 0,0 1-1 0 0,-1 0 1 0 0,1 0-1 0 0,0 0 1 0 0,-1-1-1 0 0,1 1 0 0 0,0 0 1 0 0,-1 0-1 0 0,1 0 1 0 0,0 0-1 0 0,-1 0 1 0 0,1 0-1 0 0,0 0 1 0 0,-1 1-1 0 0,1-1 1 0 0,0 0-1 0 0,-1 0 0 0 0,1 0 1 0 0,-1 1-1 0 0,1-1 1 0 0,0 0-1 0 0,-1 1 1 0 0,1-1-1 0 0,-1 0 1 0 0,1 1-1 0 0,-1-1 0 0 0,1 1 1 0 0,-1-1-1 0 0,1 1 1 0 0,-1-1-1 0 0,1 1 1 0 0,-1-1-1 0 0,0 1 1 0 0,1 0-1 0 0,2 2-7 0 0,-1 1-5 0 0,31 60 11 0 0,-31-60 11 0 0,15-3-9 0 0,-14 0-3 0 0,0-1 1 0 0,0 0 0 0 0,0 0 0 0 0,0 0 0 0 0,0 0 0 0 0,0-1-1 0 0,0 1 1 0 0,0-1 0 0 0,0 0 0 0 0,0 0 0 0 0,0 0-1 0 0,0 0 1 0 0,3-2 0 0 0,7-3 3 0 0,-1 0 1 0 0,0 0-1 0 0,0-1 1 0 0,18-15-1 0 0,-19 12 8 0 0,45-32 44 0 0,-52 38-63 0 0,3-3 37 0 0,0 0 1 0 0,1 0-1 0 0,0 1 1 0 0,0 0 0 0 0,12-6-1 0 0,-16 13-11 0 0,11 5-8 0 0,-9 0 7 0 0,5 38-22 0 0,-6-25-62 0 0,1 1 0 0 0,0-1 1 0 0,14 28-1 0 0,-20-46 82 0 0,3 5-447 0 0,-1 0 1 0 0,1 0-1 0 0,1-1 0 0 0,-1 1 1 0 0,1-1-1 0 0,0 0 1 0 0,0 0-1 0 0,1 0 0 0 0,-1 0 1 0 0,1-1-1 0 0,0 0 0 0 0,7 5 1 0 0,8-1-1779 0 0,-15-6-1544 0 0</inkml:trace>
</inkml:ink>
</file>

<file path=ppt/ink/ink4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8:02.2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175 66 3020 0 0,'0'-7'518'0'0,"0"0"1"0"0,-1-1-1 0 0,0 1 0 0 0,0 0 0 0 0,-3-9 0 0 0,2 13 446 0 0,-19-7 173 0 0,16 12-827 0 0,-4 3-233 0 0,-1 0 1 0 0,1 1-1 0 0,0 0 0 0 0,0 1 0 0 0,0 0 0 0 0,1 0 1 0 0,0 1-1 0 0,1 0 0 0 0,0 0 0 0 0,0 1 1 0 0,1 0-1 0 0,0 0 0 0 0,0 0 0 0 0,1 1 0 0 0,0 0 1 0 0,-6 18-1 0 0,6-9-48 0 0,3-15-5 0 0,2 2 0 0 0,-1 14-10 0 0,0-14-8 0 0,9 13-15 0 0,-7-16 26 0 0,3 0-7 0 0,14 7-2 0 0,-14-8 4 0 0,2-3-42 0 0,16-2-30 0 0,-17 2 78 0 0,0-1 4 0 0,14-8 20 0 0,-15 8 70 0 0,0-1-14 0 0,4-5 25 0 0,-1 1-1 0 0,0-1 1 0 0,0 0 0 0 0,6-11 0 0 0,-11 16 11 0 0,0-1 35 0 0,16-33 717 0 0,-16 34-469 0 0,-1 3-414 0 0,-1 0-1 0 0,1 0 1 0 0,-1 0 0 0 0,0 0 0 0 0,1 1-1 0 0,-1-1 1 0 0,1 0 0 0 0,-1 0 0 0 0,0 1 0 0 0,1-1-1 0 0,-1 0 1 0 0,1 0 0 0 0,-1 1 0 0 0,0-1-1 0 0,1 0 1 0 0,-1 1 0 0 0,0-1 0 0 0,0 1 0 0 0,1-1-1 0 0,-1 0 1 0 0,0 1 0 0 0,0-1 0 0 0,0 1-1 0 0,1-1 1 0 0,-1 0 0 0 0,0 2 0 0 0,0-2-2 0 0,0 1 1 0 0,0-1-1 0 0,0 1 0 0 0,1-1 1 0 0,-1 0-1 0 0,0 1 0 0 0,0-1 1 0 0,0 1-1 0 0,1-1 0 0 0,-1 0 1 0 0,0 1-1 0 0,0-1 0 0 0,1 1 1 0 0,-1-1-1 0 0,0 0 0 0 0,1 0 1 0 0,-1 1-1 0 0,1-1 0 0 0,-1 0 1 0 0,0 1-1 0 0,1-1 0 0 0,-1 0 1 0 0,1 0-1 0 0,-1 0 0 0 0,0 0 1 0 0,2 1-1 0 0,0 3 16 0 0,3 9-21 0 0,1 0 0 0 0,1-1 1 0 0,13 21-1 0 0,-17-30-33 0 0,0 0 1 0 0,0 0-1 0 0,0 0 0 0 0,1 0 1 0 0,-1 0-1 0 0,8 4 1 0 0,-5-3-105 0 0,15 5-732 0 0,-16-8 647 0 0,-1 1-739 0 0,2-1-396 0 0,19 2-197 0 0,-19-2-1059 0 0</inkml:trace>
</inkml:ink>
</file>

<file path=ppt/ink/ink4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8:02.7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75 2872 0 0,'1'-4'789'0'0,"2"-13"-130"0"0,-2 12-105 0 0,1 1-21 0 0,5-11-33 0 0,-5 11 521 0 0,1 1-688 0 0,-2 1-287 0 0,1 1-1 0 0,0-1 0 0 0,0 1 0 0 0,0-1 0 0 0,1 1 1 0 0,-1-1-1 0 0,0 1 0 0 0,0 0 0 0 0,1 0 1 0 0,-1 0-1 0 0,1 1 0 0 0,-1-1 0 0 0,1 0 0 0 0,-1 1 1 0 0,1 0-1 0 0,-1-1 0 0 0,1 1 0 0 0,-1 0 1 0 0,1 0-1 0 0,0 1 0 0 0,-1-1 0 0 0,1 0 1 0 0,3 2-1 0 0,-1 0 24 0 0,-2 1-44 0 0,-2-2-33 0 0,2 2 42 0 0,0 0 0 0 0,0 0 0 0 0,0 1 0 0 0,0-1 0 0 0,-1 1 0 0 0,1 0 0 0 0,-1 0 0 0 0,0 0 0 0 0,0 0 0 0 0,0 0 0 0 0,-1 0 0 0 0,1 0 0 0 0,-1 1 0 0 0,0-1 0 0 0,0 5 0 0 0,-1 5 143 0 0,-2-1 0 0 0,1 0 0 0 0,-2 0-1 0 0,0 0 1 0 0,0 0 0 0 0,-9 20-1 0 0,10-29 23 0 0,0 1-33 0 0,-8 15-37 0 0,8-15 107 0 0,1-4-177 0 0,0 0 0 0 0,0 0 0 0 0,0 0 1 0 0,1 1-1 0 0,-1-1 0 0 0,0 0 0 0 0,1 0 1 0 0,-1 1-1 0 0,1-1 0 0 0,-1 0 0 0 0,1 1 1 0 0,-1-1-1 0 0,1 2 0 0 0,9-10-59 0 0,-1 1-1 0 0,0-2 1 0 0,-1 1-1 0 0,0-1 1 0 0,0 0 0 0 0,0-1-1 0 0,5-10 1 0 0,33-64-58 0 0,-42 78 64 0 0,20-53-2 0 0,-21 54 5 0 0,5-12 19 0 0,-5 13-22 0 0,0-1 117 0 0,-4 8-35 0 0,-2 2-49 0 0,1-1-1 0 0,1 1 1 0 0,-1 1-1 0 0,1-1 1 0 0,0 0-1 0 0,1 0 1 0 0,-1 1-1 0 0,1-1 1 0 0,0 1-1 0 0,1-1 1 0 0,0 1-1 0 0,0-1 1 0 0,0 1-1 0 0,1-1 1 0 0,0 1-1 0 0,0-1 1 0 0,0 1-1 0 0,3 6 1 0 0,2-2-42 0 0,1 0 0 0 0,-1-1 0 0 0,2 0 1 0 0,-1 0-1 0 0,1-1 0 0 0,1 0 0 0 0,0-1 1 0 0,0 1-1 0 0,1-2 0 0 0,-1 1 0 0 0,19 9 0 0 0,-9-8-453 0 0,-1-1-1 0 0,1-1 1 0 0,1 0-1 0 0,28 5 0 0 0,39 1-4368 0 0,-38-8-701 0 0</inkml:trace>
</inkml:ink>
</file>

<file path=ppt/ink/ink4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8:03.4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207 1 2548 0 0,'-6'0'1110'0'0,"0"0"-858"0"0,-1 1-1 0 0,1 0 1 0 0,0 1-1 0 0,0-1 0 0 0,-1 1 1 0 0,1 0-1 0 0,0 1 1 0 0,0-1-1 0 0,1 1 0 0 0,-1 1 1 0 0,-10 7-1 0 0,5-1-56 0 0,0 1-1 0 0,1 0 1 0 0,0 0-1 0 0,1 1 1 0 0,1 1-1 0 0,-1 0 1 0 0,2 0-1 0 0,0 0 1 0 0,1 1-1 0 0,0 0 1 0 0,1 0-1 0 0,0 1 1 0 0,1-1-1 0 0,1 1 1 0 0,0 0-1 0 0,1 0 1 0 0,1 0-1 0 0,1 22 1 0 0,0-16-131 0 0,2 0 0 0 0,0 0 0 0 0,1-1 0 0 0,1 0 0 0 0,1 0 0 0 0,1 0 0 0 0,0 0 0 0 0,2-1 0 0 0,0 0 0 0 0,1 0 0 0 0,1-1 0 0 0,1 0 0 0 0,13 16 0 0 0,-13-21-101 0 0,1 0 1 0 0,0-1-1 0 0,1-1 0 0 0,0 0 0 0 0,1-1 1 0 0,0 0-1 0 0,0-1 0 0 0,1-1 1 0 0,31 13-1 0 0,-23-13-949 0 0,0-1 1 0 0,0-1-1 0 0,0-1 1 0 0,1-1 0 0 0,0-1-1 0 0,36 0 1 0 0,-24-3-2977 0 0</inkml:trace>
</inkml:ink>
</file>

<file path=ppt/ink/ink4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8:03.9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287 118 2832 0 0,'4'-20'1294'0'0,"-3"16"-347"0"0,-2 0-185 0 0,0-2-483 0 0,-1 1 0 0 0,0 0 0 0 0,0-1-1 0 0,0 1 1 0 0,-1 0 0 0 0,0 0 0 0 0,0 1 0 0 0,0-1 0 0 0,-1 1-1 0 0,-7-8 1 0 0,8 9-184 0 0,0 0-1 0 0,0 1 1 0 0,0-1-1 0 0,0 1 1 0 0,-1 0-1 0 0,1 0 0 0 0,-1 0 1 0 0,1 0-1 0 0,-1 1 1 0 0,0 0-1 0 0,0 0 1 0 0,1 0-1 0 0,-1 0 1 0 0,0 0-1 0 0,0 1 1 0 0,0-1-1 0 0,0 1 1 0 0,0 0-1 0 0,-7 1 1 0 0,2 1-36 0 0,1-1 0 0 0,-1 1 0 0 0,1 1 1 0 0,0 0-1 0 0,0 0 0 0 0,0 0 0 0 0,0 1 1 0 0,1 0-1 0 0,-1 1 0 0 0,1 0 0 0 0,0 0 1 0 0,1 0-1 0 0,-1 1 0 0 0,1 0 0 0 0,0 0 0 0 0,0 1 1 0 0,1 0-1 0 0,0 0 0 0 0,-6 10 0 0 0,-12 32 21 0 0,21-44-64 0 0,2 1-2 0 0,-3 18 0 0 0,3-18-4 0 0,2-1-14 0 0,-1-1 2 0 0,1-1 0 0 0,0 1 0 0 0,0 0-1 0 0,0-1 1 0 0,1 0 0 0 0,-1 1 0 0 0,1-1 0 0 0,0 0-1 0 0,0 0 1 0 0,0 0 0 0 0,0-1 0 0 0,1 1-1 0 0,4 2 1 0 0,-4-3-31 0 0,2-2 3 0 0,1 1 18 0 0,0-1-1 0 0,0 0 0 0 0,0 0 0 0 0,0 0 0 0 0,0-1 0 0 0,0 0 0 0 0,-1-1 0 0 0,1 0 0 0 0,0 0 0 0 0,-1 0 0 0 0,1-1 0 0 0,9-5 0 0 0,-7 4 8 0 0,11-10-5 0 0,-10 3 1 0 0,-1 0-1 0 0,13-24 1 0 0,15-46 138 0 0,-35 77-73 0 0,-1 0-5 0 0,5-11-17 0 0,-4 11 139 0 0,-1 8-115 0 0,2 2-30 0 0,-2 1 0 0 0,1 0 0 0 0,-1 0 0 0 0,0 1 0 0 0,0-1 0 0 0,0 0 0 0 0,-1 0 0 0 0,-2 14 0 0 0,2 29-49 0 0,1-34 13 0 0,2 1 0 0 0,-1-1-1 0 0,2-1 1 0 0,6 20 0 0 0,-7-27-679 0 0,1 0 0 0 0,0 0 0 0 0,0-1 0 0 0,1 1 0 0 0,6 8 0 0 0,-5-10-2372 0 0,11 7-2212 0 0</inkml:trace>
</inkml:ink>
</file>

<file path=ppt/ink/ink4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8:04.1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3040 0 0,'0'0'3573'0'0,"1"4"-3042"0"0,2 4-251 0 0,-1 0 0 0 0,0 0 0 0 0,0 0 1 0 0,-1 0-1 0 0,1 14 0 0 0,-2-10-257 0 0,2 0 1 0 0,-1 1 0 0 0,2-1-1 0 0,6 21 1 0 0,22 34-3929 0 0,-29-64 2061 0 0</inkml:trace>
</inkml:ink>
</file>

<file path=ppt/ink/ink4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8:04.7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54 3532 0 0,'0'-7'58'0'0,"-3"-35"5136"0"0,2 37-3716 0 0,1 7-367 0 0,-1 25-859 0 0,1 47 341 0 0,2 0-239 0 0,0-22-228 0 0,2-4-26 0 0,3 29-8 0 0,-5-59-93 0 0,-1-14-3 0 0,-1 1 13 0 0,1-2 13 0 0,0 1 0 0 0,0 0-1 0 0,0-1 1 0 0,0 1 0 0 0,0-1 0 0 0,1 0 0 0 0,-1 1 0 0 0,5 5 0 0 0,-4-7 17 0 0,1-7-20 0 0,-1-1 0 0 0,1 1 0 0 0,0-1 0 0 0,1 1 0 0 0,4-5 0 0 0,25-67 14 0 0,-26 57-15 0 0,1 0 1 0 0,1 1-1 0 0,14-23 0 0 0,-16 31-2 0 0,1 0 0 0 0,1 0 0 0 0,-1 1 0 0 0,2 0 0 0 0,-1 1 0 0 0,19-14 1 0 0,-25 21-9 0 0,10-2 6 0 0,-12 4-14 0 0,0-1 0 0 0,-1 1 1 0 0,1 0-1 0 0,0-1 1 0 0,0 1-1 0 0,0 0 0 0 0,0 0 1 0 0,0-1-1 0 0,0 1 0 0 0,0 0 1 0 0,0 0-1 0 0,0 0 0 0 0,0 0 1 0 0,0 0-1 0 0,0 1 0 0 0,0-1 1 0 0,0 0-1 0 0,0 0 0 0 0,0 1 1 0 0,0-1-1 0 0,0 0 0 0 0,2 2 1 0 0,19 10 5 0 0,-17-8-6 0 0,-1 1 0 0 0,0-1 1 0 0,0 1-1 0 0,-1-1 0 0 0,1 1 1 0 0,-1 0-1 0 0,0 0 0 0 0,0 0 1 0 0,-1 1-1 0 0,0-1 0 0 0,0 1 1 0 0,0 0-1 0 0,0-1 0 0 0,-1 1 1 0 0,0 0-1 0 0,0 0 0 0 0,-1 0 1 0 0,0 9-1 0 0,0-3 3 0 0,0-1 0 0 0,-1 1-1 0 0,-1 0 1 0 0,0 0 0 0 0,0-1-1 0 0,-1 1 1 0 0,-1-1 0 0 0,-7 18-1 0 0,6-20 17 0 0,0 0-1 0 0,0 0 0 0 0,-1-1 0 0 0,0 0 1 0 0,-1 0-1 0 0,0 0 0 0 0,0 0 1 0 0,-1-1-1 0 0,0-1 0 0 0,0 1 1 0 0,0-1-1 0 0,-1-1 0 0 0,0 1 0 0 0,0-1 1 0 0,0-1-1 0 0,-1 0 0 0 0,0 0 1 0 0,1-1-1 0 0,-17 3 0 0 0,-18-1-170 0 0,36-6 81 0 0,1-1-30 0 0,4 1-90 0 0,-1 0 1 0 0,1 0 0 0 0,0 0 0 0 0,-1 0 0 0 0,1 0 0 0 0,0-1 0 0 0,0 0-1 0 0,0 1 1 0 0,0-1 0 0 0,0 0 0 0 0,0 0 0 0 0,1-1 0 0 0,-1 1 0 0 0,-4-5 0 0 0,5 4-36 0 0,0 2 55 0 0,1 0-1 0 0,0-1 1 0 0,-1 1-1 0 0,1-1 1 0 0,0 1-1 0 0,0-1 1 0 0,-1 1 0 0 0,1-1-1 0 0,1 0 1 0 0,-1 0-1 0 0,0 1 1 0 0,0-1-1 0 0,1 0 1 0 0,-2-4 0 0 0,1 1-382 0 0,-4-8-2146 0 0,-2-21-1931 0 0</inkml:trace>
</inkml:ink>
</file>

<file path=ppt/ink/ink4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8:04.9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412 0 2152 0 0,'15'3'364'0'0,"1"1"0"0"0,-1 0 0 0 0,0 1 0 0 0,-1 1 0 0 0,0 0 0 0 0,1 1 0 0 0,-2 0 0 0 0,1 1 0 0 0,-1 1 0 0 0,-1 0 0 0 0,1 1 0 0 0,-1 0 0 0 0,-1 1 0 0 0,0 0 0 0 0,-1 1 0 0 0,0 0 0 0 0,-1 1 0 0 0,13 22-1 0 0,-12-17-267 0 0,-2 0-1 0 0,0 0 1 0 0,-1 1-1 0 0,0 0 0 0 0,-2 0 1 0 0,0 0-1 0 0,-2 1 0 0 0,0 0 1 0 0,-1-1-1 0 0,-1 1 0 0 0,0 0 1 0 0,-2 0-1 0 0,0 0 0 0 0,-2 0 1 0 0,0 0-1 0 0,-1-1 0 0 0,-1 0 1 0 0,0 1-1 0 0,-2-2 0 0 0,0 1 1 0 0,-2-1-1 0 0,0 0 0 0 0,0-1 1 0 0,-2 0-1 0 0,-15 20 0 0 0,2-8-172 0 0,0-2 0 0 0,-2-1 0 0 0,-1 0 0 0 0,-1-2 0 0 0,-1-2 0 0 0,-60 37-1 0 0,45-35-1241 0 0,-1-2 0 0 0,-1-3-1 0 0,-1-1 1 0 0,-76 19 0 0 0,49-20-3051 0 0</inkml:trace>
</inkml:ink>
</file>

<file path=ppt/ink/ink4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8:20.1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61 4976 0 0,'0'0'1785'0'0,"0"-5"-231"0"0,5-23 4612 0 0,-5 24-5477 0 0,3-15-78 0 0,-3 15 2106 0 0,1 8-2201 0 0,7 35 308 0 0,-2 0 1 0 0,2 71-1 0 0,-6-61-1081 0 0,11 39-5574 0 0,-12-84 4609 0 0,3-2-1381 0 0,12 3 1203 0 0,-12-3-145 0 0,0-4-30 0 0,14-3-1011 0 0</inkml:trace>
</inkml:ink>
</file>

<file path=ppt/ink/ink4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8:20.4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168 27 3968 0 0,'0'0'1542'0'0,"1"-5"-237"0"0,3-16 5694 0 0,-2 26-6854 0 0,-1-1-123 0 0,2 9 57 0 0,1-1 0 0 0,1 1-1 0 0,0-1 1 0 0,10 18 0 0 0,-4-14-255 0 0,1 0 1 0 0,0-1-1 0 0,17 16 1 0 0,-26-28 5 0 0,-2-3 151 0 0,1 1 0 0 0,-1-1-1 0 0,0 1 1 0 0,1 0 0 0 0,-1 0 0 0 0,0 0-1 0 0,1-1 1 0 0,-1 1 0 0 0,0 0 0 0 0,0 1-1 0 0,0-1 1 0 0,2 2 0 0 0,-2-3-11 0 0,2 3-81 0 0,1-1-77 0 0,13 3 164 0 0,-13-4 1413 0 0,-5-1-1369 0 0,0 0 1 0 0,1 0 0 0 0,-1 0-1 0 0,0 0 1 0 0,1 1-1 0 0,-1-1 1 0 0,0 0 0 0 0,1 0-1 0 0,-1 0 1 0 0,1 1 0 0 0,-1-1-1 0 0,0 0 1 0 0,1 1-1 0 0,-1-1 1 0 0,1 0 0 0 0,-1 1-1 0 0,1-1 1 0 0,-1 1 0 0 0,0 0-1 0 0,-16 11 282 0 0,-19 7 255 0 0,1 2 1 0 0,-49 39 0 0 0,65-45-549 0 0,1 2 1 0 0,0 0-1 0 0,1 1 0 0 0,1 0 1 0 0,-22 33-1 0 0,37-50-77 0 0,0 1 1 0 0,0 0-1 0 0,0-1 0 0 0,1 1 0 0 0,-1 0 0 0 0,0-1 1 0 0,1 1-1 0 0,-1 0 0 0 0,1 0 0 0 0,-1-1 1 0 0,1 5-1 0 0,-1-1-148 0 0,1-4 133 0 0,-1 0-1 0 0,1 0 1 0 0,0 1-1 0 0,-1-1 1 0 0,1 0-1 0 0,0 0 1 0 0,0 0-1 0 0,0 0 1 0 0,0 1-1 0 0,0-1 1 0 0,0 0-1 0 0,0 0 1 0 0,1 0-1 0 0,-1 0 1 0 0,0 1-1 0 0,1-1 1 0 0,-1 0-1 0 0,0 0 1 0 0,2 1-1 0 0,-1 1-276 0 0,4 4-1155 0 0,-2-3 862 0 0,6 3-19 0 0,7-2-3800 0 0,25 4-1849 0 0</inkml:trace>
</inkml:ink>
</file>

<file path=ppt/ink/ink4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8:42.4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 0 3648 0 0,'0'0'5111'0'0,"-3"5"-4640"0"0,-2 4-119 0 0,0 1 0 0 0,1 0 0 0 0,-4 12 0 0 0,0 23 163 0 0,1 0 0 0 0,3 1-1 0 0,1 48 1 0 0,1-31-347 0 0,5 259 1746 0 0,-2-317-1705 0 0,-1 0-16 0 0,3 15 70 0 0,-3-16 258 0 0,4 3-260 0 0,-4-7-253 0 0,0 0 0 0 0,0 1 0 0 0,0-1-1 0 0,0 1 1 0 0,0-1 0 0 0,0 1-1 0 0,0-1 1 0 0,0 0 0 0 0,0 1 0 0 0,1-1-1 0 0,-1 1 1 0 0,0-1 0 0 0,0 0 0 0 0,0 1-1 0 0,1-1 1 0 0,-1 0 0 0 0,0 1-1 0 0,0-1 1 0 0,1 0 0 0 0,-1 1 0 0 0,0-1-1 0 0,1 0 1 0 0,-1 0 0 0 0,0 1-1 0 0,1-1 1 0 0,-1 0 0 0 0,1 0 0 0 0,-1 0-1 0 0,0 1 1 0 0,1-1 0 0 0,-1 0-1 0 0,1 0 1 0 0,-1 0 0 0 0,0 0 0 0 0,1 0-1 0 0,-1 0 1 0 0,1 0 0 0 0,0 0 0 0 0,9-10-27 0 0,0 0 1 0 0,0 0 0 0 0,-1-1 0 0 0,0 0 0 0 0,-1-1 0 0 0,0 0 0 0 0,-1 0-1 0 0,9-21 1 0 0,-7 15-46 0 0,0 0-1 0 0,2 0 1 0 0,0 1-1 0 0,1 0 1 0 0,17-17-1 0 0,-15 22-11 0 0,1 0 0 0 0,25-14-1 0 0,-35 24 65 0 0,1 1 61 0 0,-2 1-41 0 0,-1-1-15 0 0,1 0-1 0 0,-1 1 0 0 0,1-1 1 0 0,-1 1-1 0 0,1 0 1 0 0,-1 0-1 0 0,1 1 0 0 0,-1-1 1 0 0,1 1-1 0 0,-1-1 1 0 0,1 1-1 0 0,-1 0 0 0 0,7 3 1 0 0,-6-2 7 0 0,0 1 1 0 0,0-1-1 0 0,-1 1 1 0 0,1 0 0 0 0,-1-1-1 0 0,1 2 1 0 0,-1-1-1 0 0,0 0 1 0 0,0 1-1 0 0,-1-1 1 0 0,1 1-1 0 0,-1 0 1 0 0,0 0-1 0 0,0 0 1 0 0,0 0 0 0 0,0 0-1 0 0,-1 1 1 0 0,1-1-1 0 0,-1 0 1 0 0,0 1-1 0 0,-1-1 1 0 0,1 1-1 0 0,-1-1 1 0 0,0 1-1 0 0,0-1 1 0 0,0 1 0 0 0,0-1-1 0 0,-1 1 1 0 0,0-1-1 0 0,0 1 1 0 0,0-1-1 0 0,-3 7 1 0 0,2-2 12 0 0,1-6-9 0 0,0 1 0 0 0,0 0 0 0 0,0-1 1 0 0,0 1-1 0 0,-1 0 0 0 0,0-1 0 0 0,-3 5 0 0 0,1 1 29 0 0,0 1-9 0 0,-1-1 0 0 0,0 0 1 0 0,-1 0-1 0 0,0 0 0 0 0,0 0 1 0 0,-1-1-1 0 0,0 0 0 0 0,-1-1 1 0 0,1 0-1 0 0,-1 0 0 0 0,-1 0 1 0 0,-10 6-1 0 0,-14 5 111 0 0,22-14-125 0 0,-5-2 109 0 0,11-1-203 0 0,-1 0 1 0 0,1-1-1 0 0,0 0 0 0 0,0 0 0 0 0,-1 0 0 0 0,1 0 1 0 0,0-1-1 0 0,0 0 0 0 0,0 0 0 0 0,0-1 0 0 0,0 1 1 0 0,0-1-1 0 0,-9-4 0 0 0,10 3-287 0 0,-1 0 0 0 0,0-1 0 0 0,1 1-1 0 0,0-1 1 0 0,0 0 0 0 0,0 0 0 0 0,0 0-1 0 0,1-1 1 0 0,-6-7 0 0 0,-7-23-6358 0 0</inkml:trace>
</inkml:ink>
</file>

<file path=ppt/ink/ink4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8:42.8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88 2928 0 0,'0'0'1678'0'0,"-2"-3"-310"0"0,2 2-1247 0 0,-1 0 0 0 0,0 0 1 0 0,1 1-1 0 0,-1-1 0 0 0,1 0 0 0 0,-1 0 1 0 0,1 0-1 0 0,0 0 0 0 0,-1 0 0 0 0,1 0 1 0 0,0 0-1 0 0,0-1 0 0 0,0 1 0 0 0,0 0 1 0 0,0 0-1 0 0,0 0 0 0 0,0 0 0 0 0,0 0 1 0 0,0 0-1 0 0,0 0 0 0 0,0 0 1 0 0,1 0-1 0 0,-1 0 0 0 0,1 0 0 0 0,-1 0 1 0 0,0 0-1 0 0,1 0 0 0 0,0 0 0 0 0,0-1 1 0 0,1-1 380 0 0,3 0-140 0 0,10-4-309 0 0,0 0 0 0 0,0 1 0 0 0,0 1 0 0 0,1 0 1 0 0,24-4-1 0 0,37 0-3276 0 0,-72 9 1870 0 0,1 1-934 0 0,23 1-1605 0 0</inkml:trace>
</inkml:ink>
</file>

<file path=ppt/ink/ink4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8:43.0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 0 3528 0 0,'-4'3'1380'0'0,"-15"7"-230"0"0,14-8 1433 0 0,5-2-2478 0 0,-1 1 0 0 0,1-1 0 0 0,-1 0 0 0 0,0 1 0 0 0,1-1 0 0 0,-1 0 0 0 0,1 1 0 0 0,-1-1 0 0 0,1 1 0 0 0,-1-1 1 0 0,1 1-1 0 0,0-1 0 0 0,-1 1 0 0 0,1-1 0 0 0,-1 1 0 0 0,1-1 0 0 0,0 1 0 0 0,0 0 0 0 0,-1-1 0 0 0,1 1 0 0 0,0-1 0 0 0,0 1 0 0 0,0 0 0 0 0,0-1 0 0 0,0 1 1 0 0,-1 0-1 0 0,1-1 0 0 0,1 2 0 0 0,21 1-268 0 0,0-1 1 0 0,0-1-1 0 0,0 0 1 0 0,28-4-1 0 0,80-17-4629 0 0,-114 17 2552 0 0,24-5-1563 0 0</inkml:trace>
</inkml:ink>
</file>

<file path=ppt/ink/ink4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8:43.7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3880 0 0,'0'0'6108'0'0,"3"3"-5517"0"0,1 0-403 0 0,-1 1-1 0 0,0-1 1 0 0,-1 1-1 0 0,1 0 1 0 0,0-1 0 0 0,-1 1-1 0 0,0 1 1 0 0,0-1-1 0 0,0 0 1 0 0,-1 0 0 0 0,3 9-1 0 0,8 65 1016 0 0,-10-65-841 0 0,5 42 349 0 0,-6-49-537 0 0,0-2-10 0 0,1 13-11 0 0,-2-12 313 0 0,1-1-266 0 0,2 9-55 0 0,0-11 73 0 0,9-21 80 0 0,2-7-622 0 0,-7 14 275 0 0,-2 3 10 0 0,1-1 0 0 0,0 1 0 0 0,0 0 0 0 0,1 0 1 0 0,0 1-1 0 0,0 0 0 0 0,1 0 0 0 0,0 1 0 0 0,1 0 0 0 0,-1 0 0 0 0,1 1 1 0 0,1 0-1 0 0,9-4 0 0 0,20-3-78 0 0,-36 12 109 0 0,0 1 1 0 0,0-1 0 0 0,1 1 0 0 0,-1 0-1 0 0,0 0 1 0 0,0 0 0 0 0,1 0 0 0 0,-1 1-1 0 0,0-1 1 0 0,0 1 0 0 0,0 0 0 0 0,0 0-1 0 0,0 0 1 0 0,4 2 0 0 0,0 2 15 0 0,-1 0 1 0 0,1 1-1 0 0,-1-1 1 0 0,0 2-1 0 0,9 11 0 0 0,-13-14-16 0 0,-1 1-16 0 0,9 50-52 0 0,-9-50 94 0 0,-1 0 12 0 0,0 15 4 0 0,0-15 132 0 0,4-9-733 0 0,31-40 198 0 0,-30 35 337 0 0,1-1 0 0 0,1 1 0 0 0,0 0 0 0 0,0 1 0 0 0,0 0 1 0 0,1 0-1 0 0,0 0 0 0 0,16-10 0 0 0,-20 15-1 0 0,1 2 13 0 0,-1-1 32 0 0,-1 1 0 0 0,1 1 0 0 0,-1-1-1 0 0,1 0 1 0 0,0 1 0 0 0,-1 0-1 0 0,1 0 1 0 0,0 0 0 0 0,-1 0 0 0 0,1 0-1 0 0,0 1 1 0 0,-1 0 0 0 0,1 0 0 0 0,-1 0-1 0 0,1 0 1 0 0,-1 0 0 0 0,1 1 0 0 0,-1-1-1 0 0,5 4 1 0 0,-3-2 11 0 0,8 9 5 0 0,-8-5-9 0 0,26 37-28 0 0,-27-38-117 0 0,0 0-270 0 0,0 0 1 0 0,1 0-1 0 0,-1-1 1 0 0,1 1 0 0 0,0-1-1 0 0,1 0 1 0 0,-1 0-1 0 0,1-1 1 0 0,0 1-1 0 0,0-1 1 0 0,0-1-1 0 0,1 1 1 0 0,0-1-1 0 0,-1 0 1 0 0,1 0 0 0 0,8 1-1 0 0,-8-2-318 0 0,1 0 0 0 0,0-1 0 0 0,0 0 0 0 0,0 0 0 0 0,0-1 0 0 0,12-1 0 0 0,10-1-2390 0 0</inkml:trace>
</inkml:ink>
</file>

<file path=ppt/ink/ink4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8:44.1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198 58 2532 0 0,'0'-5'1220'0'0,"3"-15"-216"0"0,-3 15-144 0 0,-2 2-106 0 0,2 1-642 0 0,-1 1-1 0 0,0 0 1 0 0,1-1 0 0 0,-1 1-1 0 0,0-1 1 0 0,0 1 0 0 0,0 0 0 0 0,0 0-1 0 0,0-1 1 0 0,0 1 0 0 0,-1 0-1 0 0,1 0 1 0 0,0 0 0 0 0,-1 1 0 0 0,1-1-1 0 0,0 0 1 0 0,-1 0 0 0 0,1 1-1 0 0,-1-1 1 0 0,1 0 0 0 0,-1 1-1 0 0,1 0 1 0 0,-1-1 0 0 0,0 1 0 0 0,1 0-1 0 0,-1 0 1 0 0,1 0 0 0 0,-1 0-1 0 0,0 0 1 0 0,1 0 0 0 0,-1 0 0 0 0,-2 2-1 0 0,-3 0 10 0 0,0 1 0 0 0,0 0-1 0 0,1 1 1 0 0,0-1 0 0 0,-1 1-1 0 0,1 0 1 0 0,1 1 0 0 0,-1 0 0 0 0,-6 6-1 0 0,4-1-23 0 0,-1 1 0 0 0,1 0-1 0 0,1 0 1 0 0,0 1 0 0 0,-8 18 0 0 0,11-22-89 0 0,-1 5 30 0 0,-1 0 0 0 0,2 0 1 0 0,-5 20-1 0 0,9-31-42 0 0,-1-1-1 0 0,1 1 1 0 0,-1-1 0 0 0,1 1 0 0 0,0-1-1 0 0,0 1 1 0 0,0 0 0 0 0,0-1-1 0 0,0 1 1 0 0,0-1 0 0 0,0 1-1 0 0,0-1 1 0 0,1 3 0 0 0,1 1-13 0 0,-2 0-52 0 0,4 4-43 0 0,-4-8 100 0 0,0 0 1 0 0,0-1-1 0 0,1 1 1 0 0,-1 0-1 0 0,0-1 1 0 0,0 1-1 0 0,1-1 1 0 0,-1 1-1 0 0,0 0 1 0 0,1-1-1 0 0,-1 1 1 0 0,0-1-1 0 0,1 1 1 0 0,-1-1-1 0 0,1 1 1 0 0,-1-1-1 0 0,1 1 1 0 0,-1-1-1 0 0,1 1 1 0 0,-1-1-1 0 0,1 0 1 0 0,0 1-1 0 0,-1-1 1 0 0,1 0-1 0 0,-1 0 1 0 0,1 1 0 0 0,1-1-1 0 0,16 7-53 0 0,-13-6 22 0 0,0-2 1 0 0,2 0 28 0 0,-1-1 0 0 0,0 0 0 0 0,0 0 0 0 0,0 0 0 0 0,0-1 0 0 0,0 0 0 0 0,-1 0 0 0 0,1 0 0 0 0,6-6 0 0 0,-1-1 22 0 0,-2 1 0 0 0,0-2 0 0 0,0 1 0 0 0,13-21 0 0 0,20-34 927 0 0,-40 62-669 0 0,8-11 109 0 0,-5 13 2162 0 0,-1 5-2445 0 0,-1 0 1 0 0,1 1-1 0 0,-1-1 0 0 0,0 1 0 0 0,-1 0 0 0 0,1-1 1 0 0,-1 1-1 0 0,0 1 0 0 0,0-1 0 0 0,1 7 1 0 0,-1-5-407 0 0,0 0 1 0 0,0 0 0 0 0,1-1-1 0 0,-1 1 1 0 0,2-1 0 0 0,-1 0 0 0 0,1 0-1 0 0,0 0 1 0 0,0 0 0 0 0,0-1-1 0 0,6 6 1 0 0,28 18-7136 0 0</inkml:trace>
</inkml:ink>
</file>

<file path=ppt/ink/ink4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8:44.8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37 3168 0 0,'13'-18'1128'0'0,"-10"15"-128"0"0,13-12 2542 0 0,-11 15-3176 0 0,19 1-49 0 0,-18 0-52 0 0,-6-1-253 0 0,0 1 0 0 0,0-1 0 0 0,0 0 0 0 0,0 1 0 0 0,0-1 0 0 0,1 1 1 0 0,-1-1-1 0 0,0 1 0 0 0,0-1 0 0 0,0 0 0 0 0,1 1 0 0 0,-1-1 0 0 0,0 1 0 0 0,1-1 0 0 0,-1 0 0 0 0,0 1 0 0 0,1-1 0 0 0,-1 0 0 0 0,1 0 0 0 0,-1 1 0 0 0,0-1 0 0 0,1 0 0 0 0,-1 0 0 0 0,1 1 0 0 0,13 11 218 0 0,-11-7-174 0 0,0 0 0 0 0,0 0 0 0 0,0 0 0 0 0,0 1 0 0 0,-1-1 0 0 0,0 1 0 0 0,0 0 0 0 0,-1 0 1 0 0,0-1-1 0 0,0 1 0 0 0,0 0 0 0 0,0 0 0 0 0,-1 0 0 0 0,0 0 0 0 0,0 0 0 0 0,-1 0 0 0 0,0 0 0 0 0,0 0 0 0 0,0 0 0 0 0,-1 0 0 0 0,-3 7 0 0 0,-29 49 820 0 0,32-59-755 0 0,-1 0 10 0 0,-3 10 0 0 0,17-18-310 0 0,27-30-342 0 0,82-108 359 0 0,-118 140 276 0 0,-2 2-111 0 0,0 1 0 0 0,0-1 1 0 0,0 1-1 0 0,0-1 0 0 0,0 1 0 0 0,1-1 0 0 0,-1 1 1 0 0,0-1-1 0 0,0 1 0 0 0,0-1 0 0 0,1 1 0 0 0,-1-1 1 0 0,0 1-1 0 0,1 0 0 0 0,-1-1 0 0 0,0 1 0 0 0,1-1 1 0 0,-1 1-1 0 0,0 0 0 0 0,1 0 0 0 0,-1-1 0 0 0,1 1 1 0 0,-1 0-1 0 0,1-1 0 0 0,0 1 0 0 0,-1 0 0 0 0,1 0 0 0 0,-1-1 0 0 0,1 1 0 0 0,-1 0-1 0 0,0 0 1 0 0,1-1 0 0 0,-1 1 0 0 0,1 0 0 0 0,-1-1-1 0 0,0 1 1 0 0,1 0 0 0 0,-1-1 0 0 0,0 1 0 0 0,1-1 0 0 0,-1 1-1 0 0,0-1 1 0 0,0 1 0 0 0,1 0 0 0 0,-1-1 0 0 0,0 1 0 0 0,0-1-1 0 0,0 1 1 0 0,0-1 0 0 0,0 1 0 0 0,1-2 964 0 0,-3 8-840 0 0,-5 13-50 0 0,1 1-1 0 0,1 0 1 0 0,1 0 0 0 0,0 0 0 0 0,2 1 0 0 0,0 34 0 0 0,2-49-113 0 0,2-2-46 0 0,5 14-57 0 0,-5-14-28 0 0,1-1-16 0 0,11 8-4 0 0,-10-9 13 0 0,0-1 4 0 0,1 0 125 0 0,0-1-1 0 0,0 0 0 0 0,1 0 1 0 0,-1 0-1 0 0,0-1 1 0 0,0 1-1 0 0,0-1 1 0 0,0 0-1 0 0,0-1 0 0 0,-1 1 1 0 0,1-1-1 0 0,9-5 1 0 0,1-3-2 0 0,1-1 1 0 0,23-22 0 0 0,-33 28 37 0 0,62-59 1399 0 0,-65 61-520 0 0,-3 4-861 0 0,0-1-1 0 0,0 0 1 0 0,0 0-1 0 0,0 1 1 0 0,0-1-1 0 0,0 0 1 0 0,0 0-1 0 0,1 1 1 0 0,-1-1-1 0 0,0 0 1 0 0,0 0-1 0 0,0 0 1 0 0,0 1 0 0 0,1-1-1 0 0,-1 0 1 0 0,0 0-1 0 0,0 0 1 0 0,0 0-1 0 0,1 1 1 0 0,-1-1-1 0 0,0 0 1 0 0,0 0-1 0 0,1 0 1 0 0,-1 0-1 0 0,0 0 1 0 0,0 0-1 0 0,1 0 1 0 0,-1 0-1 0 0,0 0 1 0 0,1 0-1 0 0,-1 0 1 0 0,0 0-1 0 0,1 0 1 0 0,-1 0 2 0 0,1 1 1 0 0,0-1 0 0 0,-1 0-1 0 0,1 0 1 0 0,-1 0-1 0 0,1 0 1 0 0,0 0 0 0 0,-1 1-1 0 0,1-1 1 0 0,-1 0-1 0 0,1 1 1 0 0,-1-1 0 0 0,1 0-1 0 0,-1 1 1 0 0,1-1-1 0 0,-1 1 1 0 0,1-1 0 0 0,-1 1-1 0 0,1-1 1 0 0,-1 1-1 0 0,0-1 1 0 0,1 1 0 0 0,-1-1-1 0 0,0 1 1 0 0,1-1-1 0 0,-1 2 1 0 0,12 43 173 0 0,-11-40-249 0 0,1-1-104 0 0,24 36-1718 0 0,-23-37 1079 0 0,2-1-144 0 0,12 7-340 0 0,-12-7-278 0 0,0-2 45 0 0,16 0-954 0 0,-16 0-1761 0 0</inkml:trace>
</inkml:ink>
</file>

<file path=ppt/ink/ink4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8:45.1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167 3 3576 0 0,'-6'1'1136'0'0,"-52"14"1319"0"0,42-10-1839 0 0,-2 4-245 0 0,6-1 120 0 0,10-7-433 0 0,-30 22 686 0 0,30-21-690 0 0,1-1 0 0 0,-1 1 0 0 0,0 0-1 0 0,0-1 1 0 0,1 1 0 0 0,-1 0 0 0 0,1 0 0 0 0,-1 0 0 0 0,1 0 0 0 0,0 0 0 0 0,0 0-1 0 0,0 0 1 0 0,0 1 0 0 0,0-1 0 0 0,0 4 0 0 0,1 20-11 0 0,4-23-99 0 0,12 6 20 0 0,-12-6 1 0 0,2-2 35 0 0,1 0 80 0 0,0 0 0 0 0,0 0 0 0 0,0-1 0 0 0,0 0 0 0 0,0 0 0 0 0,0-1 0 0 0,0 0 0 0 0,0 0 0 0 0,0-1 0 0 0,0 1 0 0 0,-1-1 0 0 0,1-1 0 0 0,-1 0 0 0 0,1 0 0 0 0,-1 0 0 0 0,0 0 0 0 0,0-1 1 0 0,0 0-1 0 0,0 0 0 0 0,-1-1 0 0 0,0 0 0 0 0,0 0 0 0 0,0 0 0 0 0,-1 0 0 0 0,5-7 0 0 0,0-3 212 0 0,-6 11-27 0 0,-2 0-27 0 0,6-14-52 0 0,-5 14 324 0 0,-3-1-441 0 0,-1-13-17 0 0,2 13-51 0 0,-5 7-194 0 0,1-1 47 0 0,-1 1 0 0 0,1 0-1 0 0,0 1 1 0 0,0-1-1 0 0,0 1 1 0 0,0 0 0 0 0,-6 6-1 0 0,10-9 120 0 0,-5 4-454 0 0,1 1-1 0 0,0 0 0 0 0,1 0 0 0 0,-1 1 1 0 0,1-1-1 0 0,0 1 0 0 0,-3 7 0 0 0,2-4-429 0 0,0 1-1931 0 0,-1 16-2039 0 0</inkml:trace>
</inkml:ink>
</file>

<file path=ppt/ink/ink4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8:45.8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 4356 0 0,'0'0'1303'0'0,"4"-1"-326"0"0,14-5-144 0 0,-14 5 1076 0 0,1 2-1411 0 0,0 0-306 0 0,0 0 0 0 0,-1 0 0 0 0,1 1 0 0 0,0-1 0 0 0,0 1 0 0 0,5 3 0 0 0,-7-3 35 0 0,0 3-21 0 0,19 36 299 0 0,-21-37-388 0 0,1 1-15 0 0,4 17-7 0 0,-5-17-22 0 0,0 0-12 0 0,2 16 27 0 0,-2-16 35 0 0,0 0-83 0 0,0 7-52 0 0,2 16 1338 0 0,-1-27-805 0 0,-2-17-674 0 0,0 11 127 0 0,1-1 7 0 0,1-2-6 0 0,-1-1 1 0 0,2 1-1 0 0,-1 0 1 0 0,1 0-1 0 0,0-1 1 0 0,1 2-1 0 0,0-1 1 0 0,0 0-1 0 0,1 1 1 0 0,0 0-1 0 0,0 0 1 0 0,10-10-1 0 0,-12 14 10 0 0,1 1-6 0 0,15-6-5 0 0,-15 5 30 0 0,1 3-40 0 0,42 3-143 0 0,-43-2 210 0 0,-2-1-27 0 0,-1 1-1 0 0,0-1 1 0 0,1 1-1 0 0,-1-1 1 0 0,0 1-1 0 0,1 0 1 0 0,-1 0-1 0 0,0-1 1 0 0,0 1-1 0 0,0 0 0 0 0,0 0 1 0 0,0 0-1 0 0,0 1 1 0 0,0-1-1 0 0,0 0 1 0 0,1 2-1 0 0,-1-2 0 0 0,0 1 0 0 0,0-1 0 0 0,0 0 0 0 0,0 1 0 0 0,0-1 0 0 0,0 0 0 0 0,0 0 0 0 0,1 0 0 0 0,-1 0 0 0 0,0 0 0 0 0,1 0-1 0 0,-1-1 1 0 0,3 2 0 0 0,-4-1-3 0 0,0 0 0 0 0,0-1 0 0 0,0 1 0 0 0,1 0 0 0 0,-1-1 0 0 0,0 1 0 0 0,0 0 0 0 0,0-1 0 0 0,0 1-1 0 0,1 0 1 0 0,-1-1 0 0 0,0 1 0 0 0,0 0 0 0 0,1-1 0 0 0,-1 1 0 0 0,1-1 0 0 0,-1 1 0 0 0,0-1 0 0 0,2 2 0 0 0,8 15 39 0 0,-4-1-30 0 0,-5-12 0 0 0,0 1 15 0 0,-4 41 292 0 0,2-41 862 0 0,-12-22-1050 0 0,12 17-127 0 0,1 0 1 0 0,0 0-1 0 0,0 0 1 0 0,0 0-1 0 0,0 0 1 0 0,0-1-1 0 0,-1 1 1 0 0,1 0-1 0 0,0 0 1 0 0,0 0-1 0 0,0 0 1 0 0,0-1-1 0 0,0 1 1 0 0,0 0-1 0 0,0 0 1 0 0,0 0-1 0 0,0-1 1 0 0,0 1-1 0 0,0 0 1 0 0,-1 0-1 0 0,1 0 1 0 0,0-1-1 0 0,0 1 1 0 0,0 0-1 0 0,1 0 1 0 0,-1 0 0 0 0,0-1-1 0 0,0 1 1 0 0,0 0-1 0 0,0 0 1 0 0,0 0-1 0 0,0-1 1 0 0,0 1-1 0 0,0 0 1 0 0,0 0-1 0 0,0 0 1 0 0,1-1-1 0 0,-1 0 7 0 0,6-12 36 0 0,1 0 1 0 0,14-22 0 0 0,-18 31-40 0 0,1-1-1 0 0,0 1 1 0 0,0 0 0 0 0,0-1-1 0 0,0 2 1 0 0,1-1-1 0 0,0 0 1 0 0,-1 1 0 0 0,1 0-1 0 0,1 0 1 0 0,9-3-1 0 0,-9 3-5 0 0,1 1 0 0 0,0 0 0 0 0,-1 1-1 0 0,1-1 1 0 0,0 1 0 0 0,0 1 0 0 0,0-1-1 0 0,0 1 1 0 0,0 1 0 0 0,12 1-1 0 0,15 9-4 0 0,-28-6 3 0 0,-2 0-4 0 0,-2-4-3 0 0,1 2 0 0 0,0-1 0 0 0,-1 0 0 0 0,0 0 0 0 0,1 1 0 0 0,-1-1 0 0 0,0 1 0 0 0,0 0 0 0 0,0 0 0 0 0,-1-1-1 0 0,1 1 1 0 0,-1 0 0 0 0,0 1 0 0 0,1-1 0 0 0,-1 0 0 0 0,-1 0 0 0 0,1 0 0 0 0,0 4 0 0 0,0 0-137 0 0,-1-1 1 0 0,0 1 0 0 0,0-1-1 0 0,-1 1 1 0 0,-1 7-1 0 0,2-14 120 0 0,-2 7-650 0 0,-1-1 0 0 0,0 1 0 0 0,0-1-1 0 0,-1 0 1 0 0,1 0 0 0 0,-1 0 0 0 0,-1 0 0 0 0,1-1 0 0 0,-1 1 0 0 0,0-1 0 0 0,0-1-1 0 0,-8 7 1 0 0</inkml:trace>
</inkml:ink>
</file>

<file path=ppt/ink/ink4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8:47.6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77 4560 0 0,'0'0'1424'0'0,"-1"-4"-288"0"0,-5-9 1110 0 0,5 13-2058 0 0,0 0-1 0 0,1 0 1 0 0,-1 1 0 0 0,0-1-1 0 0,1 0 1 0 0,-1 0-1 0 0,0 1 1 0 0,1-1-1 0 0,-1 0 1 0 0,1 1-1 0 0,-1-1 1 0 0,0 0 0 0 0,1 1-1 0 0,-1-1 1 0 0,1 1-1 0 0,-1-1 1 0 0,1 1-1 0 0,0-1 1 0 0,-1 1-1 0 0,1-1 1 0 0,-1 2 0 0 0,-1 1 66 0 0,1 2-24 0 0,0 18-55 0 0,1-17-20 0 0,1 0-15 0 0,2 7-40 0 0,0 0 0 0 0,1 0 0 0 0,7 16 0 0 0,-9-26-28 0 0,2 1-20 0 0,1 1-49 0 0,0-1 0 0 0,0 0 0 0 0,0 0 0 0 0,11 6-1 0 0,-12-8-81 0 0,2-1 4 0 0,18 5 0 0 0,-18-5 6 0 0,1-2-7 0 0,-5 1 72 0 0,4 0-10 0 0,-1 0 0 0 0,1-1 0 0 0,0 0-1 0 0,0 0 1 0 0,-1 0 0 0 0,1-1-1 0 0,0 0 1 0 0,-1 0 0 0 0,0 0-1 0 0,1-1 1 0 0,-1 1 0 0 0,0-1 0 0 0,0-1-1 0 0,-1 1 1 0 0,1-1 0 0 0,-1 0-1 0 0,7-6 1 0 0,4-17 112 0 0,14-36 1 0 0,-27 58 261 0 0,-1 1-195 0 0,5-14-25 0 0,-4 14 807 0 0,0 8-877 0 0,7 12-22 0 0,-6-11-8 0 0,-2 1-16 0 0,2 8-156 0 0,1 0-1 0 0,1 0 1 0 0,0-1 0 0 0,14 26-1 0 0,-15-33-327 0 0,0 1-1 0 0,1-1 1 0 0,-1 0-1 0 0,2 0 0 0 0,-1-1 1 0 0,0 0-1 0 0,13 10 0 0 0,-14-13 253 0 0,0 1 0 0 0,0-1-1 0 0,0 1 1 0 0,0-1 0 0 0,0 0-1 0 0,0-1 1 0 0,1 1 0 0 0,-1-1-1 0 0,1 0 1 0 0,-1 0 0 0 0,1 0-1 0 0,-1-1 1 0 0,1 1-1 0 0,-1-1 1 0 0,1 0 0 0 0,0 0-1 0 0,-1-1 1 0 0,1 0 0 0 0,-1 1-1 0 0,1-1 1 0 0,-1-1 0 0 0,1 1-1 0 0,-1-1 1 0 0,0 0 0 0 0,0 0-1 0 0,0 0 1 0 0,0 0 0 0 0,0-1-1 0 0,5-3 1 0 0,52-67 2159 0 0,-58 69-1547 0 0,4-2 127 0 0,3-6 1503 0 0,3 2-1715 0 0,-10 7 930 0 0,-1 6-981 0 0,0 2-93 0 0,1 0 1 0 0,-2-1 0 0 0,1 1 0 0 0,0 0-1 0 0,1 10 1 0 0,-2-11 100 0 0,0 1-149 0 0,2 16 5 0 0,-2-16 301 0 0,-1 0-304 0 0,1 15 31 0 0,0-15 1034 0 0,0-9-1167 0 0,3-13-21 0 0,-1 9-44 0 0,-1 0-1 0 0,1 0 1 0 0,1 0-1 0 0,-1 0 1 0 0,1 1-1 0 0,1-1 1 0 0,-1 1-1 0 0,1 0 1 0 0,10-11-1 0 0,-3 8-29 0 0,-1 1-1 0 0,24-13 0 0 0,-31 20 33 0 0,1 2 20 0 0,-1-1 15 0 0,0 1 0 0 0,0 0 0 0 0,-1 0 0 0 0,1 0 0 0 0,0 0 0 0 0,0 1 0 0 0,-1-1 0 0 0,1 1 0 0 0,0 0 0 0 0,-1 0 0 0 0,1 0 0 0 0,-1 1 0 0 0,1-1 0 0 0,-1 1 0 0 0,0 0 0 0 0,0 0 0 0 0,1 0 0 0 0,-1 1 0 0 0,-1-1-1 0 0,6 5 1 0 0,4 11 114 0 0,-9-14-121 0 0,-2 1-19 0 0,1 1 50 0 0,0 0-1 0 0,-1 0 0 0 0,0-1 1 0 0,0 1-1 0 0,0 0 0 0 0,-1 0 1 0 0,0 1-1 0 0,0-1 0 0 0,-1 0 1 0 0,1 0-1 0 0,-1-1 0 0 0,-1 1 0 0 0,1 0 1 0 0,-3 7-1 0 0,2-9 111 0 0,1-8-113 0 0,-4-14 6 0 0,4 14-16 0 0,2-2 0 0 0,0-6-15 0 0,1 1 0 0 0,1 0 0 0 0,0-1 1 0 0,0 1-1 0 0,1 1 0 0 0,1-1 0 0 0,-1 0 0 0 0,2 1 1 0 0,-1 0-1 0 0,2 1 0 0 0,-1-1 0 0 0,1 1 0 0 0,1 0 1 0 0,14-13-1 0 0,-20 19-6 0 0,1 0 15 0 0,-1 1 0 0 0,1-1-1 0 0,0 0 1 0 0,0 1 0 0 0,1 0 0 0 0,-1-1 0 0 0,0 1 0 0 0,1 1-1 0 0,-1-1 1 0 0,1 0 0 0 0,0 1 0 0 0,-1 0 0 0 0,9-2-1 0 0,-9 3 22 0 0,1-1-31 0 0,0 0 0 0 0,-1 0-1 0 0,1 1 1 0 0,0 0 0 0 0,0 0 0 0 0,0 0 0 0 0,0 0-1 0 0,0 1 1 0 0,0-1 0 0 0,0 1 0 0 0,-1 0-1 0 0,1 0 1 0 0,0 0 0 0 0,6 4 0 0 0,-4-1-1 0 0,0 0-1 0 0,0 1 1 0 0,0 0 0 0 0,-1 0-1 0 0,0 0 1 0 0,0 0 0 0 0,-1 1 0 0 0,1 0-1 0 0,-1 0 1 0 0,-1 0 0 0 0,1 0-1 0 0,-1 1 1 0 0,4 9 0 0 0,-5-9-11 0 0,-1-4-6 0 0,0 0 0 0 0,0 0-1 0 0,0 0 1 0 0,0 0-1 0 0,-1 0 1 0 0,0 0 0 0 0,0 0-1 0 0,0 0 1 0 0,0 4-1 0 0,1 1-61 0 0,-1-5 24 0 0,1 0-1 0 0,-1 1 1 0 0,0-1 0 0 0,0 0-1 0 0,0 0 1 0 0,-1 1-1 0 0,1-1 1 0 0,-2 6-1 0 0,-3 13-826 0 0,-2 0-1 0 0,-9 24 0 0 0,-14 14-6102 0 0</inkml:trace>
</inkml:ink>
</file>

<file path=ppt/ink/ink4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8:49.8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314 152 3172 0 0,'0'-5'1062'0'0,"-14"-44"1967"0"0,13 44-2377 0 0,-2 1 19 0 0,-2-4-400 0 0,-1 1 0 0 0,1 0-1 0 0,-1 0 1 0 0,0 0 0 0 0,-1 0 0 0 0,0 1 0 0 0,0 0-1 0 0,0 1 1 0 0,-1-1 0 0 0,1 2 0 0 0,-1-1 0 0 0,-1 1-1 0 0,-10-4 1 0 0,15 6-124 0 0,-2 2 2 0 0,1 0-104 0 0,1 0-8 0 0,0 0-1 0 0,0 0 1 0 0,-1 0 0 0 0,1 1-1 0 0,0 0 1 0 0,0-1 0 0 0,0 1-1 0 0,0 1 1 0 0,0-1 0 0 0,0 1-1 0 0,-7 3 1 0 0,3 1 25 0 0,0 0 0 0 0,1 1 1 0 0,-1 0-1 0 0,2 0 0 0 0,-1 1 1 0 0,1 0-1 0 0,0 0 0 0 0,1 0 0 0 0,-9 19 1 0 0,12-24-59 0 0,-5 12 49 0 0,0 0 1 0 0,2 1-1 0 0,-1 0 1 0 0,-2 18-1 0 0,1 16 71 0 0,6-45-113 0 0,2 1-95 0 0,0 18 108 0 0,-1-23-18 0 0,1 1 0 0 0,-1 0 0 0 0,0-1 0 0 0,1 1 0 0 0,-1-1 0 0 0,1 1 0 0 0,-1 0 0 0 0,1-1 0 0 0,0 1-1 0 0,0-1 1 0 0,-1 1 0 0 0,1-1 0 0 0,0 0 0 0 0,0 1 0 0 0,1-1 0 0 0,-1 0 0 0 0,0 0 0 0 0,0 0 0 0 0,1 0 0 0 0,1 2 0 0 0,-1-2-12 0 0,1 0 1 0 0,0 0-1 0 0,0 0 0 0 0,-1 0 1 0 0,1-1-1 0 0,0 1 1 0 0,0-1-1 0 0,0 0 0 0 0,0 0 1 0 0,0 0-1 0 0,0 0 0 0 0,0 0 1 0 0,0 0-1 0 0,0-1 0 0 0,0 0 1 0 0,-1 1-1 0 0,1-1 1 0 0,0 0-1 0 0,4-2 0 0 0,5-4-15 0 0,1 0 1 0 0,-2-1-1 0 0,1 0 0 0 0,-1-1 0 0 0,0 0 0 0 0,0-1 0 0 0,-1 0 0 0 0,-1-1 0 0 0,15-21 1 0 0,-6 6 13 0 0,-9 11 0 0 0,0-5 11 0 0,32-85-13 0 0,-39 101 14 0 0,-1 0 15 0 0,6-6 25 0 0,-4 24-13 0 0,-3-14-33 0 0,1 5 29 0 0,-1 2 0 0 0,-5 48 11 0 0,5-48-38 0 0,6 41 7 0 0,-6-38-15 0 0,1-1 1 0 0,0 0 0 0 0,1 0-1 0 0,0 0 1 0 0,1 0-1 0 0,0 0 1 0 0,0-1 0 0 0,1 1-1 0 0,0-1 1 0 0,6 10 0 0 0,-7-16-138 0 0,0 0 0 0 0,0 0 1 0 0,0-1-1 0 0,0 1 1 0 0,0-1-1 0 0,0 0 1 0 0,0 0-1 0 0,0 0 0 0 0,1 0 1 0 0,-1-1-1 0 0,0 1 1 0 0,1-1-1 0 0,-1 0 0 0 0,0 0 1 0 0,1 0-1 0 0,2-1 1 0 0,-3 1 194 0 0,6 0-626 0 0,1 0 0 0 0,-1-1-1 0 0,0-1 1 0 0,1 1 0 0 0,-1-2 0 0 0,0 1 0 0 0,0-1 0 0 0,9-4-1 0 0,-2 0-1288 0 0,11-2-2712 0 0</inkml:trace>
</inkml:ink>
</file>

<file path=ppt/ink/ink4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8:50.4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12 2760 0 0,'0'0'2434'0'0,"-3"-2"-1587"0"0,-15-8 1945 0 0,5 27-1281 0 0,12-11-1297 0 0,0 18-37 0 0,1-18-35 0 0,1 0 7 0 0,17 63 218 0 0,-16-66-320 0 0,-2-1-40 0 0,1-1 1 0 0,-1 1-1 0 0,1-1 0 0 0,-1 1 0 0 0,1-1 0 0 0,0 0 0 0 0,-1 1 0 0 0,1-1 0 0 0,0 0 0 0 0,0 0 0 0 0,0 0 0 0 0,2 2 1 0 0,-1-1 3 0 0,0 2 28 0 0,2-2 9 0 0,-2-1-20 0 0,-1 1 0 0 0,1-1 0 0 0,1 0 0 0 0,-1 0 0 0 0,0 0 0 0 0,0-1 0 0 0,0 1 1 0 0,0 0-1 0 0,1-1 0 0 0,-1 0 0 0 0,0 1 0 0 0,1-1 0 0 0,-1 0 0 0 0,0 0 0 0 0,0 0 0 0 0,1 0 0 0 0,-1-1 0 0 0,0 1 0 0 0,1-1 0 0 0,-1 1 0 0 0,0-1 0 0 0,4-2 0 0 0,104-66 696 0 0,-81 48-642 0 0,1 2 0 0 0,40-20 1 0 0,-38 30-95 0 0,-27 8 22 0 0,2 1 11 0 0,-2 0-21 0 0,-1 0 6 0 0,1 0-1 0 0,0 0 0 0 0,-1 0 0 0 0,1 1 0 0 0,0 0 1 0 0,-1 0-1 0 0,1 0 0 0 0,-1 0 0 0 0,1 1 0 0 0,-1-1 1 0 0,0 1-1 0 0,8 5 0 0 0,-5-2-14 0 0,0 1 1 0 0,-1 0-1 0 0,0 0 1 0 0,0 0-1 0 0,0 1 1 0 0,-1 0-1 0 0,0 0 1 0 0,0 1-1 0 0,0-1 0 0 0,6 17 1 0 0,-8-13-237 0 0,1 1 0 0 0,-2-1 1 0 0,0 1-1 0 0,0 0 0 0 0,-1 0 0 0 0,0 0 0 0 0,-2 23 1 0 0,-8-6-3245 0 0,-18 42 0 0 0,24-65-775 0 0</inkml:trace>
</inkml:ink>
</file>

<file path=ppt/ink/ink4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8:50.8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0 3760 0 0,'0'0'5706'0'0,"-2"3"-5172"0"0,1-2-474 0 0,0 0 0 0 0,0 0 1 0 0,0 0-1 0 0,0 0 0 0 0,0 0 1 0 0,0 0-1 0 0,1 0 0 0 0,-1 1 0 0 0,0-1 1 0 0,1 0-1 0 0,-1 0 0 0 0,1 1 1 0 0,-1-1-1 0 0,1 0 0 0 0,0 1 1 0 0,0-1-1 0 0,0 0 0 0 0,-1 1 1 0 0,1-1-1 0 0,0 1 0 0 0,1-1 1 0 0,-1 0-1 0 0,0 1 0 0 0,0-1 1 0 0,1 0-1 0 0,-1 1 0 0 0,0-1 1 0 0,1 0-1 0 0,-1 1 0 0 0,1-1 0 0 0,0 0 1 0 0,-1 0-1 0 0,3 2 0 0 0,20 35 102 0 0,-21-34-52 0 0,16 7 126 0 0,-15-9-65 0 0,14-1-80 0 0,-13 0-76 0 0,0-1 1 0 0,0 0 0 0 0,0 0-1 0 0,0 0 1 0 0,-1 0 0 0 0,1-1-1 0 0,0 1 1 0 0,0-1-1 0 0,0 0 1 0 0,0 0 0 0 0,4-2-1 0 0,59-31 125 0 0,-41 20-86 0 0,1 1-1 0 0,32-11 0 0 0,-54 22-35 0 0,11-1-8 0 0,-14 2-9 0 0,-1 1-1 0 0,1-1 0 0 0,0 1 0 0 0,-1-1 0 0 0,1 1 0 0 0,-1 0 0 0 0,1-1 0 0 0,0 1 1 0 0,-1 0-1 0 0,1 0 0 0 0,0 0 0 0 0,-1 0 0 0 0,1 1 0 0 0,2-1 0 0 0,15 4-351 0 0,1 1 0 0 0,-1 1-1 0 0,0 0 1 0 0,0 2-1 0 0,34 18 1 0 0,-47-23 20 0 0,47 16-5477 0 0,-47-17 4966 0 0,-1-1-3366 0 0</inkml:trace>
</inkml:ink>
</file>

<file path=ppt/ink/ink4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8:51.2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191 174 3592 0 0,'0'-6'1320'0'0,"-1"-1"-736"0"0,0 0 0 0 0,0 0 0 0 0,0-1-1 0 0,-1 1 1 0 0,-3-7 0 0 0,3 9 119 0 0,1 5-600 0 0,-1-1 0 0 0,1 0 0 0 0,-1 0 0 0 0,1 0 0 0 0,-1 0 0 0 0,1 0 0 0 0,0-1 0 0 0,-1 1 0 0 0,1 0 0 0 0,0-1 0 0 0,-1-1 0 0 0,-2 0 791 0 0,-1 3-529 0 0,-16-1-63 0 0,19 2-242 0 0,-1 0 0 0 0,0 0 0 0 0,1 0 1 0 0,-1 0-1 0 0,0 0 0 0 0,1 0 0 0 0,0 1 0 0 0,-1-1 0 0 0,1 1 0 0 0,0 0 0 0 0,0 0 1 0 0,0 0-1 0 0,0 0 0 0 0,0 0 0 0 0,0 0 0 0 0,-1 3 0 0 0,-7 6 32 0 0,1 1 0 0 0,1 0 0 0 0,0 0 0 0 0,0 1 0 0 0,1 0-1 0 0,1 0 1 0 0,0 1 0 0 0,1 0 0 0 0,-4 20 0 0 0,2-14 17 0 0,3-2-64 0 0,3-7 7 0 0,-1 12-21 0 0,1-17-39 0 0,2 0-78 0 0,6 49 170 0 0,-6-50-48 0 0,0-5-35 0 0,-1 0 0 0 0,0 0 0 0 0,1 0 0 0 0,-1 0 0 0 0,1 0 0 0 0,-1 0 0 0 0,1 0 0 0 0,-1 0-1 0 0,1 1 1 0 0,-1-1 0 0 0,0 0 0 0 0,1 0 0 0 0,-1 1 0 0 0,1-1 0 0 0,-1 0 0 0 0,0 1 0 0 0,1-1 0 0 0,-1 0 0 0 0,0 1 0 0 0,1-1 0 0 0,-1 0 0 0 0,0 1 0 0 0,0-1 0 0 0,1 1 0 0 0,-1 0 1 0 0,0-1 0 0 0,1 1 0 0 0,-1-1 0 0 0,0 1-1 0 0,1-1 1 0 0,-1 1 0 0 0,1-1 0 0 0,-1 1 0 0 0,1-1 0 0 0,-1 0 0 0 0,0 1-1 0 0,1-1 1 0 0,-1 0 0 0 0,1 1 0 0 0,0-1 0 0 0,-1 0 0 0 0,1 0 0 0 0,-1 1-1 0 0,1-1 1 0 0,-1 0 0 0 0,1 0 0 0 0,0 0 0 0 0,-1 0 0 0 0,1 0-1 0 0,-1 0 1 0 0,1 0 0 0 0,-1 0 0 0 0,1 0 0 0 0,0 0 0 0 0,-1 0 0 0 0,1 0-1 0 0,-1 0 1 0 0,1-1 0 0 0,0 1 0 0 0,6-2-1 0 0,0 0 1 0 0,-1 0-1 0 0,1-1 0 0 0,-1 0 0 0 0,0 0 1 0 0,1-1-1 0 0,-1 1 0 0 0,-1-1 0 0 0,8-7 1 0 0,-4 2 46 0 0,0 0 0 0 0,-1-1 0 0 0,0 0 0 0 0,0 0 0 0 0,6-13 0 0 0,-9 14-41 0 0,2-2 20 0 0,0 0-1 0 0,-1-1 1 0 0,0 1-1 0 0,-1-2 0 0 0,0 1 1 0 0,-1 0-1 0 0,4-24 0 0 0,-5 28 11 0 0,-3 5-33 0 0,1 1 0 0 0,0-1 0 0 0,0 0 0 0 0,-1 0 0 0 0,0 0 0 0 0,1 0 0 0 0,-1 0 0 0 0,0 1-1 0 0,-1-1 1 0 0,0-5 0 0 0,2 1-29 0 0,-1 4 13 0 0,0 1-1 0 0,0 0 0 0 0,0-1 1 0 0,0 1-1 0 0,0-1 0 0 0,0 1 1 0 0,-1-1-1 0 0,0 1 1 0 0,1-1-1 0 0,-1 1 0 0 0,0 0 1 0 0,-1-3-1 0 0,0-1-201 0 0,-1 0 0 0 0,1 0 0 0 0,-1 1 0 0 0,0-1 0 0 0,-1 1 0 0 0,1-1 0 0 0,-1 1 0 0 0,0 0 0 0 0,-1 0-1 0 0,1 1 1 0 0,-1-1 0 0 0,0 1 0 0 0,0 0 0 0 0,0 1 0 0 0,0-1 0 0 0,-1 1 0 0 0,0 0 0 0 0,1 0 0 0 0,-10-3 0 0 0,0 3-1448 0 0,-1 0 0 0 0,-23-2-1 0 0,-2 3-3647 0 0</inkml:trace>
</inkml:ink>
</file>

<file path=ppt/ink/ink4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9:19.0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38 136 3948 0 0,'0'0'2241'0'0,"-4"-1"-455"0"0,2 0-1772 0 0,-19-9 2964 0 0,20 10-2880 0 0,1 0 1 0 0,0 0 0 0 0,-1 0-1 0 0,1 0 1 0 0,-1 0-1 0 0,1-1 1 0 0,-1 1 0 0 0,1 0-1 0 0,0 0 1 0 0,-1 0 0 0 0,1 0-1 0 0,-1-1 1 0 0,1 1-1 0 0,0 0 1 0 0,-1-1 0 0 0,1 1-1 0 0,0 0 1 0 0,-1-1 0 0 0,1 1-1 0 0,0 0 1 0 0,-1-1-1 0 0,1 1 1 0 0,0 0 0 0 0,0-1-1 0 0,0 1 1 0 0,-1-1 0 0 0,1 1-1 0 0,0-1 1 0 0,0 1-1 0 0,0-1 1 0 0,0 1 0 0 0,0-1-1 0 0,18-9 81 0 0,1 1 0 0 0,0 1 0 0 0,0 1 0 0 0,24-6 0 0 0,96-18-342 0 0,-70 17-658 0 0,26-6-3985 0 0,-88 19 1371 0 0</inkml:trace>
</inkml:ink>
</file>

<file path=ppt/ink/ink4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9:19.2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81 4916 0 0,'0'0'1659'0'0,"-3"2"-307"0"0,-13 10 3184 0 0,33-5-3924 0 0,-14-7-519 0 0,11 0 157 0 0,144-26-308 0 0,33-5-1859 0 0,0-2-4309 0 0,-130 21 1049 0 0</inkml:trace>
</inkml:ink>
</file>

<file path=ppt/ink/ink4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9:21.5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33 3516 0 0,'0'0'1767'0'0,"-1"-5"-380"0"0,-2-17-336 0 0,2 16 3373 0 0,3 13-3935 0 0,24 88 969 0 0,14 108-1 0 0,15 56-432 0 0,-38-191-817 0 0,-16-63-152 0 0,1 0 10 0 0,4 16 36 0 0,-5-16 243 0 0,0-1-140 0 0,4 12-7 0 0,-4-12 504 0 0,1-7-534 0 0,1-3-170 0 0,0-1-1 0 0,0 1 1 0 0,-1-1 0 0 0,0 0 0 0 0,0 0 0 0 0,-1 0 0 0 0,1 0 0 0 0,-1-14 0 0 0,8-33-372 0 0,-4 36 202 0 0,1 1 1 0 0,1-1-1 0 0,0 1 1 0 0,17-27-1 0 0,-23 43 165 0 0,0 0 0 0 0,-1 0 0 0 0,1 0 0 0 0,0 0 0 0 0,0 0 0 0 0,-1 0 0 0 0,1 0 0 0 0,0 0 0 0 0,0 1 0 0 0,0-1 0 0 0,0 0 0 0 0,0 1 0 0 0,0-1 0 0 0,3 0 0 0 0,-1-1-13 0 0,0 0-37 0 0,3 1 12 0 0,16-2 33 0 0,-17 2 37 0 0,2 3-44 0 0,-2-1 22 0 0,1 1 0 0 0,-1 0 0 0 0,1 0 0 0 0,-1 1 0 0 0,0-1 0 0 0,0 1 0 0 0,0 0 0 0 0,0 0 0 0 0,0 1 0 0 0,-1-1 0 0 0,0 1 0 0 0,1 0 0 0 0,-1 0 1 0 0,5 8-1 0 0,-6-6 2 0 0,0-1 0 0 0,-1 1 1 0 0,0 0-1 0 0,0 0 0 0 0,0 0 1 0 0,-1 0-1 0 0,0 0 1 0 0,0 0-1 0 0,0 1 0 0 0,-1-1 1 0 0,0 0-1 0 0,0 0 1 0 0,-1 7-1 0 0,0-8-12 0 0,-1 3 0 0 0,0 1 0 0 0,-1-1-1 0 0,0 0 1 0 0,0 0 0 0 0,0 0 0 0 0,-1 0 0 0 0,-1 0 0 0 0,1-1-1 0 0,-7 8 1 0 0,-33 32 75 0 0,38-42-62 0 0,0 0-1 0 0,0 0 1 0 0,-1-1 0 0 0,-9 6 0 0 0,7-6-40 0 0,6-3-85 0 0,-1 1 1 0 0,1-1-1 0 0,-1-1 1 0 0,0 1 0 0 0,0 0-1 0 0,0-1 1 0 0,0 0-1 0 0,1 0 1 0 0,-1 0-1 0 0,0 0 1 0 0,0 0-1 0 0,-7-3 1 0 0,8 3 19 0 0,-3-1-264 0 0,1-1 0 0 0,-1 1-1 0 0,0-1 1 0 0,1 0 0 0 0,0-1-1 0 0,-1 1 1 0 0,1-1 0 0 0,0 0 0 0 0,0 0-1 0 0,-6-6 1 0 0,7 5 74 0 0,1 3-81 0 0,1 0 1 0 0,0 0-1 0 0,0-1 1 0 0,0 1-1 0 0,0-1 1 0 0,0 0-1 0 0,0 0 1 0 0,1 0-1 0 0,-1 0 1 0 0,-2-3-1 0 0,0-1-959 0 0</inkml:trace>
</inkml:ink>
</file>

<file path=ppt/ink/ink4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9:23.7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332 208 4544 0 0,'-331'-2'11220'0'0,"335"2"-11170"0"0,0 0-1 0 0,-1 0 1 0 0,1-1-1 0 0,0 0 1 0 0,0 0 0 0 0,6-2-1 0 0,9-2 7 0 0,297-28 59 0 0,-201 25-128 0 0,865-51 174 0 0,-222 16-2724 0 0,-254 1-5507 0 0,-419 32 2313 0 0</inkml:trace>
</inkml:ink>
</file>

<file path=ppt/ink/ink4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9:30.6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58 3948 0 0,'1'-5'1851'0'0,"3"-16"-389"0"0,-3 16 563 0 0,0 0-1447 0 0,5-16 2012 0 0,-1 21-2101 0 0,-1 2-389 0 0,0-1 0 0 0,1 1 0 0 0,-1-1 0 0 0,0 1 0 0 0,0 0 0 0 0,0 1 1 0 0,0-1-1 0 0,0 1 0 0 0,-1-1 0 0 0,1 1 0 0 0,-1 0 0 0 0,0 1 0 0 0,0-1 0 0 0,0 0 0 0 0,4 6 0 0 0,18 27 377 0 0,-1 1 0 0 0,31 65 0 0 0,24 87 161 0 0,12 22-221 0 0,-72-175 107 0 0,-17-33 408 0 0,12-17-748 0 0,-11 12-130 0 0,-3-5-15 0 0,2-32 42 0 0,-1-18-43 0 0,2 30-125 0 0,-2 16 72 0 0,0-7-46 0 0,1 0 0 0 0,0 0 0 0 0,9-31 0 0 0,-8 42 32 0 0,-1 0 0 0 0,2 0 0 0 0,-1 0 0 0 0,1 0 0 0 0,0 0 0 0 0,0 1 0 0 0,1-1 0 0 0,0 1 0 0 0,0 0 0 0 0,0 1 0 0 0,11-9 0 0 0,-13 12 8 0 0,1 0 61 0 0,-3 2-19 0 0,1 0-19 0 0,-1-1-1 0 0,1 0 1 0 0,0 1 0 0 0,0-1 0 0 0,-1 1-1 0 0,1 0 1 0 0,0 0 0 0 0,-1-1 0 0 0,1 1-1 0 0,0 0 1 0 0,0 1 0 0 0,0-1 0 0 0,-1 0-1 0 0,1 0 1 0 0,0 1 0 0 0,-1-1 0 0 0,1 1-1 0 0,0-1 1 0 0,-1 1 0 0 0,1 0-1 0 0,-1 0 1 0 0,1 0 0 0 0,-1 0 0 0 0,1 0-1 0 0,-1 0 1 0 0,1 0 0 0 0,-1 0 0 0 0,2 3-1 0 0,0 4-2 0 0,0 1 0 0 0,-1-1 0 0 0,1 1 0 0 0,-2 0 0 0 0,0 0 1 0 0,0 0-1 0 0,0 0 0 0 0,-1 0 0 0 0,0 0 0 0 0,-1 0 0 0 0,0-1 0 0 0,-1 1 0 0 0,1 0 0 0 0,-2 0 0 0 0,1-1 0 0 0,-6 12 0 0 0,0 1-51 0 0,-1 0-1 0 0,-1-1 1 0 0,0-1 0 0 0,-2 0 0 0 0,-23 31-1 0 0,28-42-98 0 0,1-1 0 0 0,-1 1-1 0 0,0-2 1 0 0,-1 1-1 0 0,1-1 1 0 0,-2 0 0 0 0,1 0-1 0 0,0-1 1 0 0,-1 0-1 0 0,0-1 1 0 0,0 0 0 0 0,-10 3-1 0 0,15-6-495 0 0,-2-2-93 0 0,-16-4-108 0 0,13-1-132 0 0,2-6-508 0 0,0 0 1 0 0,-8-21 0 0 0,13 16-1546 0 0,3-29-2197 0 0</inkml:trace>
</inkml:ink>
</file>

<file path=ppt/ink/ink4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9:31.6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26 105 4692 0 0,'0'0'1453'0'0,"-4"-1"-262"0"0,-18-4 5654 0 0,24 1-6585 0 0,10-15-6 0 0,18 5-46 0 0,11 0-96 0 0,85-15-1250 0 0,-41 11-4258 0 0,-81 17 2291 0 0</inkml:trace>
</inkml:ink>
</file>

<file path=ppt/ink/ink4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9:31.8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15 3204 0 0,'-4'3'1532'0'0,"-16"9"3478"0"0,20-11-4931 0 0,1 1 1 0 0,0-1 0 0 0,0 0 0 0 0,0 1 0 0 0,0-1 0 0 0,0 0-1 0 0,0 0 1 0 0,0 0 0 0 0,0 0 0 0 0,3 2 0 0 0,4 1 249 0 0,55-1 126 0 0,95-7 0 0 0,70-19-3745 0 0,-225 23 3190 0 0,93-16-3988 0 0,-49 8-257 0 0</inkml:trace>
</inkml:ink>
</file>

<file path=ppt/ink/ink4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9:32.4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95 3928 0 0,'-4'-1'1581'0'0,"-18"-6"4050"0"0,22 6-5605 0 0,1 0 0 0 0,-1 0 0 0 0,1 0 0 0 0,0 0 0 0 0,-1 0 0 0 0,1 0-1 0 0,0 0 1 0 0,-1 0 0 0 0,1 0 0 0 0,0 1 0 0 0,0-1 0 0 0,0 0 0 0 0,0 0 0 0 0,0 1 0 0 0,0-1-1 0 0,0 1 1 0 0,0-1 0 0 0,0 1 0 0 0,0-1 0 0 0,1 1 0 0 0,-1 0 0 0 0,0-1 0 0 0,2 1-1 0 0,20-5 122 0 0,245-25 438 0 0,-55 8-2258 0 0,-208 21 1043 0 0,16-10-5299 0 0</inkml:trace>
</inkml:ink>
</file>

<file path=ppt/ink/ink4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9:32.8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25 3900 0 0,'-6'-24'8766'0'0,"10"25"-8328"0"0,-2 0-376 0 0,1-1 0 0 0,-1 1 0 0 0,0 0 0 0 0,-1 0-1 0 0,1 0 1 0 0,0 0 0 0 0,0 0 0 0 0,0 1 0 0 0,-1-1 0 0 0,1 1 0 0 0,0-1 0 0 0,-1 1 0 0 0,0-1 0 0 0,1 1 0 0 0,-1 0 0 0 0,0 0-1 0 0,0 0 1 0 0,0-1 0 0 0,0 1 0 0 0,0 0 0 0 0,0 0 0 0 0,1 4 0 0 0,14 34 267 0 0,-1 0 1 0 0,-2 1-1 0 0,8 42 1 0 0,13 143-903 0 0,-26-177-949 0 0,-6-44 744 0 0,1 0-187 0 0,10 14-228 0 0,-13-18 1071 0 0,1 0 1 0 0,-1 0-1 0 0,1 0 0 0 0,0 0 1 0 0,-1-1-1 0 0,1 1 0 0 0,0 0 0 0 0,0 0 1 0 0,0-1-1 0 0,-1 1 0 0 0,1-1 1 0 0,0 1-1 0 0,0-1 0 0 0,0 1 1 0 0,0-1-1 0 0,0 1 0 0 0,0-1 1 0 0,0 0-1 0 0,0 1 0 0 0,0-1 0 0 0,0 0 1 0 0,2 0-1 0 0,-1 0-360 0 0,7 2-2279 0 0,16 1-1972 0 0</inkml:trace>
</inkml:ink>
</file>

<file path=ppt/ink/ink4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9:33.1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57 3636 0 0,'-1'-5'1731'0'0,"-7"-31"4053"0"0,5 21-567 0 0,3 19-4877 0 0,8 57 415 0 0,27 176 928 0 0,-23-168-2173 0 0,31 91 0 0 0,-42-156-186 0 0,1 1-1540 0 0,0 0 1580 0 0,1 3 40 0 0,-1 2-6321 0 0</inkml:trace>
</inkml:ink>
</file>

<file path=ppt/ink/ink4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9:35.6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239 151 4060 0 0,'0'0'1543'0'0,"2"-3"-321"0"0,-2 2-1102 0 0,1 1 0 0 0,-1 0 0 0 0,0-1 0 0 0,1 1 0 0 0,-1-1 0 0 0,0 1 0 0 0,1-1 0 0 0,-1 1 0 0 0,0 0 0 0 0,0-1 0 0 0,1 1 0 0 0,-1-1 1 0 0,0 0-1 0 0,0 1 0 0 0,0-1 0 0 0,0 1 0 0 0,0-1 0 0 0,0 1 0 0 0,0-1 0 0 0,0 1 0 0 0,0-1 0 0 0,0 1 0 0 0,0-1 0 0 0,0 1 0 0 0,0-1 0 0 0,0 1 0 0 0,-1-1 0 0 0,1 0 0 0 0,-14-6 1521 0 0,13 7-1834 0 0,-3-1 786 0 0,-1 0-287 0 0,-15-1-18 0 0,15 1 454 0 0,0 1-478 0 0,-15-4-10 0 0,16 3 308 0 0,4 1-556 0 0,0 0 0 0 0,0-1 0 0 0,-1 1 0 0 0,1 0 0 0 0,0-1 0 0 0,0 1 0 0 0,0 0 0 0 0,0-1 0 0 0,0 1 0 0 0,0-1 0 0 0,0 1 0 0 0,-1 0 0 0 0,1-1 1 0 0,0 1-1 0 0,0 0 0 0 0,0 0 0 0 0,-1-1 0 0 0,1 1 0 0 0,0 0 0 0 0,-1 0 0 0 0,1-1 0 0 0,0 1 0 0 0,0 0 0 0 0,-1 0 0 0 0,1-1 0 0 0,0 1 0 0 0,-1 0 0 0 0,1 0 0 0 0,0 0 0 0 0,-1 0 1 0 0,0 0-2 0 0,1-1 1 0 0,-1 1 0 0 0,1 0-1 0 0,-1 0 1 0 0,1-1 0 0 0,-1 1-1 0 0,1 0 1 0 0,-1-1 0 0 0,1 1-1 0 0,0 0 1 0 0,-1-1 0 0 0,1 1-1 0 0,-1-1 1 0 0,1 1 0 0 0,0-1-1 0 0,-1 1 1 0 0,1-1 0 0 0,0 1-1 0 0,0-1 1 0 0,-1 1 0 0 0,1-1-1 0 0,0 1 1 0 0,0-1 0 0 0,0 1-1 0 0,0-1 1 0 0,0 0 0 0 0,0 1-1 0 0,0-1 1 0 0,0 1 0 0 0,0-1-1 0 0,0 1 1 0 0,0-1 0 0 0,0 0-1 0 0,1-7 34 0 0,1 1 1 0 0,0-1-1 0 0,0 1 0 0 0,4-11 0 0 0,-3 14-29 0 0,-3 2-8 0 0,1 0-1 0 0,0 1 1 0 0,0-1 0 0 0,0 0 0 0 0,0 1 0 0 0,0-1 0 0 0,0 1 0 0 0,0-1 0 0 0,0 1 0 0 0,1 0-1 0 0,2-2 1 0 0,-3 2-1 0 0,2-3-18 0 0,1 2 3 0 0,11-8 11 0 0,-14 9 2 0 0,0 1 0 0 0,0 0-1 0 0,0-1 1 0 0,0 1 0 0 0,0 0-1 0 0,0 0 1 0 0,0 0 0 0 0,0 0 0 0 0,0 0-1 0 0,0 0 1 0 0,0 0 0 0 0,0 0-1 0 0,0 0 1 0 0,0 0 0 0 0,0 1 0 0 0,0-1-1 0 0,0 0 1 0 0,0 1 0 0 0,0-1 0 0 0,0 1-1 0 0,0-1 1 0 0,1 2 0 0 0,1-1-2 0 0,-1 1 1 0 0,1 0-1 0 0,0 0 1 0 0,-1 0-1 0 0,1 0 1 0 0,-1 0-1 0 0,1 1 1 0 0,-1-1-1 0 0,0 1 1 0 0,0 0-1 0 0,0-1 1 0 0,-1 1 0 0 0,1 0-1 0 0,-1 0 1 0 0,1 0-1 0 0,0 3 1 0 0,-1-4 2 0 0,3 9-3 0 0,0 0-1 0 0,-1 0 1 0 0,0 0-1 0 0,-1 0 1 0 0,0 1-1 0 0,-1-1 1 0 0,0 1-1 0 0,-1-1 1 0 0,-1 13-1 0 0,1-24 4 0 0,-1 18 7 0 0,-1 1 1 0 0,0 0-1 0 0,-2-1 0 0 0,0 0 1 0 0,-1 0-1 0 0,-1 0 0 0 0,0 0 1 0 0,-2-1-1 0 0,0 0 0 0 0,-1 0 1 0 0,0-1-1 0 0,-1-1 0 0 0,-1 1 1 0 0,-1-1-1 0 0,-13 13 0 0 0,19-22 34 0 0,-1-1-1 0 0,1 1 1 0 0,-1-1-1 0 0,-13 7 1 0 0,14-9-22 0 0,3-1-10 0 0,0-1 0 0 0,1 0 0 0 0,-1 0 0 0 0,0 0 0 0 0,0 0 0 0 0,0 0 0 0 0,0 0 0 0 0,0-1 0 0 0,0 0 0 0 0,0 1 0 0 0,0-1 0 0 0,0 0 0 0 0,0-1 0 0 0,0 1 0 0 0,-5-1 0 0 0,5 0-7 0 0,0 0-16 0 0,0 0 0 0 0,1 0 0 0 0,-1 0 0 0 0,0 0 0 0 0,1 0 0 0 0,-1-1 0 0 0,1 1 0 0 0,0-1-1 0 0,0 0 1 0 0,-1 0 0 0 0,1 0 0 0 0,0 0 0 0 0,1 0 0 0 0,-1 0 0 0 0,-3-5 0 0 0,4 6 35 0 0,-1-2-30 0 0,0-1 1 0 0,0 1-1 0 0,1 0 1 0 0,-1-1-1 0 0,1 1 1 0 0,0-1-1 0 0,0 1 1 0 0,0-1-1 0 0,0 1 1 0 0,1-1 0 0 0,-1 0-1 0 0,1 0 1 0 0,0-4-1 0 0,0 5-18 0 0,0-4-2 0 0,0 0 0 0 0,1 0 0 0 0,0 0 0 0 0,0 1 0 0 0,0-1-1 0 0,1 0 1 0 0,0 1 0 0 0,0-1 0 0 0,0 1 0 0 0,5-7 0 0 0,-5 9-43 0 0,1 0 16 0 0,13-10 7 0 0,-13 10 10 0 0,-1 4 34 0 0,0 0 1 0 0,-1 0-1 0 0,1 0 1 0 0,-1-1 0 0 0,1 1-1 0 0,0-1 1 0 0,-1 1-1 0 0,1-1 1 0 0,-1 0 0 0 0,1 0-1 0 0,1-1 1 0 0,1 0-9 0 0,1 0-12 0 0,1 3 30 0 0,7 3 6 0 0,0 0 0 0 0,0 1 0 0 0,0 1-1 0 0,-1 0 1 0 0,18 11 0 0 0,22 20-200 0 0,-8-9-407 0 0,12 2-907 0 0,-25-19 53 0 0,-24-10 1086 0 0,0 1-982 0 0,0-2-319 0 0,24 0-1152 0 0,-24 0-2023 0 0</inkml:trace>
</inkml:ink>
</file>

<file path=ppt/ink/ink4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9:36.0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113 20 3216 0 0,'0'0'2631'0'0,"-2"-3"-1673"0"0,1 2-610 0 0,-7-7-300 0 0,5 1 2885 0 0,-14 19-2120 0 0,13-10-324 0 0,5 5-333 0 0,0 5-126 0 0,1-1-1 0 0,0 1 0 0 0,1-1 0 0 0,1 0 1 0 0,-1 0-1 0 0,2 0 0 0 0,5 12 0 0 0,2-5-189 0 0,1 0-1 0 0,1-1 0 0 0,1 0 0 0 0,21 19 0 0 0,-33-33 102 0 0,12 7-94 0 0,-14-9 144 0 0,2 1 477 0 0,-7-4-263 0 0,1 1-102 0 0,0-1 0 0 0,-1 1 0 0 0,1 0 0 0 0,-1 1-1 0 0,1-1 1 0 0,-1 0 0 0 0,1 1 0 0 0,-1 0 0 0 0,1 0-1 0 0,-1 0 1 0 0,0 0 0 0 0,1 1 0 0 0,-1-1 0 0 0,1 1-1 0 0,-1 0 1 0 0,-5 2 0 0 0,1 1 21 0 0,1-1 0 0 0,0 1-1 0 0,-1 1 1 0 0,2-1 0 0 0,-1 1 0 0 0,-11 11 0 0 0,7-5-16 0 0,2 0 0 0 0,-1 1 1 0 0,2 0-1 0 0,-1 0 1 0 0,2 1-1 0 0,0 0 0 0 0,0 0 1 0 0,-8 26-1 0 0,9-8 26 0 0,6-24-121 0 0,0-4-15 0 0,-1-1 0 0 0,1 1 0 0 0,0-1 0 0 0,0 1 0 0 0,0-1 0 0 0,0 1 0 0 0,0 0 0 0 0,1-1 0 0 0,-1 0 0 0 0,1 1 0 0 0,0-1 0 0 0,0 1 0 0 0,-1-1 0 0 0,3 4 0 0 0,1 2-18 0 0,-2-2-82 0 0,0-1 0 0 0,1 0 0 0 0,0 0 0 0 0,0 0 0 0 0,0 0 0 0 0,0-1 0 0 0,1 1 0 0 0,0-1 0 0 0,-1 0 0 0 0,2 0 0 0 0,-1 0 0 0 0,0 0 0 0 0,1-1 0 0 0,0 0 0 0 0,0 0 0 0 0,0 0 0 0 0,0 0 0 0 0,0-1 0 0 0,0 0 0 0 0,9 2 0 0 0,2 1-1106 0 0,1-2 0 0 0,-1 0 0 0 0,1-1 0 0 0,0-1 0 0 0,27-1 0 0 0,2-3-4523 0 0</inkml:trace>
</inkml:ink>
</file>

<file path=ppt/ink/ink4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9:37.0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58 3588 0 0,'1'-6'1526'0'0,"1"-14"-245"0"0,-1 15 508 0 0,-1 0-1143 0 0,4-12-66 0 0,-3 12 2108 0 0,1 9-2151 0 0,3 5-274 0 0,0 1-1 0 0,-1 0 1 0 0,0 0-1 0 0,0 0 1 0 0,3 19 0 0 0,10 66 349 0 0,-9-40-328 0 0,-4-33-194 0 0,33 172 357 0 0,-8-71-588 0 0,-28-118 165 0 0,10 35 221 0 0,-7-30-94 0 0,-3-6 688 0 0,-1-8-807 0 0,10-93-113 0 0,-3 52 37 0 0,-4 32 40 0 0,5-9-48 0 0,1-2-7 0 0,1 0 0 0 0,19-34 0 0 0,-27 54 20 0 0,17-4-21 0 0,-18 8 58 0 0,0 0-1 0 0,0 0 1 0 0,0 0 0 0 0,0 0-1 0 0,0 0 1 0 0,0 0 0 0 0,0 0 0 0 0,0 1-1 0 0,0-1 1 0 0,-1 0 0 0 0,1 1-1 0 0,0-1 1 0 0,0 1 0 0 0,0-1-1 0 0,0 1 1 0 0,-1-1 0 0 0,1 1 0 0 0,0-1-1 0 0,-1 1 1 0 0,1 0 0 0 0,0-1-1 0 0,0 2 1 0 0,2 1 1 0 0,0 0 0 0 0,-1 0 0 0 0,1 0-1 0 0,-1 1 1 0 0,0-1 0 0 0,0 1 0 0 0,0-1 0 0 0,0 1-1 0 0,-1 0 1 0 0,0 0 0 0 0,1 0 0 0 0,0 5 0 0 0,-2-6 6 0 0,3 4 1 0 0,3 16 6 0 0,-5-2 17 0 0,1-4-62 0 0,-1-1 1 0 0,-1 1-1 0 0,0 0 1 0 0,-1-1-1 0 0,-1 1 0 0 0,-8 31 1 0 0,7-35 21 0 0,-4 6 7 0 0,-1-5 16 0 0,-2 1 17 0 0,0 0 0 0 0,-15 16 0 0 0,22-29 7 0 0,0 0-16 0 0,2-1-69 0 0,-1 0-1 0 0,1-1 0 0 0,0 1 1 0 0,0-1-1 0 0,-1 1 0 0 0,1-1 1 0 0,-1 0-1 0 0,1 1 0 0 0,0-1 1 0 0,-1 0-1 0 0,1 0 0 0 0,-1 0 1 0 0,1 0-1 0 0,0 0 0 0 0,-1 0 1 0 0,1 0-1 0 0,-1-1 0 0 0,1 1 1 0 0,0 0-1 0 0,-1-1 0 0 0,1 1 1 0 0,0-1-1 0 0,-3-1 0 0 0,1 0-424 0 0,2-3-823 0 0,1-36-856 0 0,1 33 1100 0 0,1 1 1 0 0,-1 0-1 0 0,2 0 0 0 0,-1 0 0 0 0,7-12 0 0 0,8-14-3707 0 0</inkml:trace>
</inkml:ink>
</file>

<file path=ppt/ink/ink4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9:37.2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68 3260 0 0,'0'0'6922'0'0,"6"-1"-6314"0"0,148-30 37 0 0,-103 19-2850 0 0,0-3-2893 0 0,-25 7 1006 0 0</inkml:trace>
</inkml:ink>
</file>

<file path=ppt/ink/ink4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9:38.1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1 2608 0 0,'-3'3'1346'0'0,"-8"11"-109"0"0,8-10-299 0 0,1-3-717 0 0,1 1-1 0 0,0-1 1 0 0,0 1-1 0 0,0 0 1 0 0,0-1-1 0 0,0 1 1 0 0,0 0-1 0 0,0 0 1 0 0,1 0-1 0 0,-1 0 1 0 0,0 0-1 0 0,1 1 0 0 0,0-2-197 0 0,0-1-1 0 0,0 1 1 0 0,0-1-1 0 0,0 1 0 0 0,1-1 1 0 0,-1 1-1 0 0,0-1 0 0 0,0 1 1 0 0,1-1-1 0 0,-1 0 0 0 0,0 1 1 0 0,0-1-1 0 0,1 0 0 0 0,-1 1 1 0 0,1-1-1 0 0,-1 0 1 0 0,0 1-1 0 0,1-1 0 0 0,-1 0 1 0 0,1 0-1 0 0,-1 1 0 0 0,0-1 1 0 0,1 0-1 0 0,-1 0 0 0 0,1 0 1 0 0,-1 0-1 0 0,2 0 0 0 0,-2 1-3 0 0,1-1 0 0 0,-1 0-1 0 0,1 0 1 0 0,-1 0-1 0 0,1 0 1 0 0,-1 1-1 0 0,1-1 1 0 0,0 0 0 0 0,-1 0-1 0 0,0 1 1 0 0,1-1-1 0 0,-1 0 1 0 0,1 1-1 0 0,-1-1 1 0 0,1 1 0 0 0,-1-1-1 0 0,0 0 1 0 0,1 1-1 0 0,-1-1 1 0 0,0 1-1 0 0,1-1 1 0 0,-1 1-1 0 0,0-1 1 0 0,1 1 0 0 0,6-1 199 0 0,27-1-274 0 0,0-1 0 0 0,58-13 0 0 0,-60 8-2763 0 0,46-18 0 0 0,-48 13-1639 0 0</inkml:trace>
</inkml:ink>
</file>

<file path=ppt/ink/ink4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9:39.6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128 111 1216 0 0,'-21'-9'958'0'0,"16"7"1237"0"0,-16-10 985 0 0,21 13-3166 0 0,0-1-1 0 0,-1 0 1 0 0,1 0 0 0 0,0 0-1 0 0,-1 0 1 0 0,1 0-1 0 0,0 0 1 0 0,0 0-1 0 0,-1 0 1 0 0,1 0-1 0 0,0 0 1 0 0,-1 0-1 0 0,1 0 1 0 0,0 0 0 0 0,-1 0-1 0 0,1 0 1 0 0,0 0-1 0 0,-1 0 1 0 0,1 0-1 0 0,0-1 1 0 0,0 1-1 0 0,-1 0 1 0 0,1 0-1 0 0,0 0 1 0 0,0 0 0 0 0,-1-1-1 0 0,1 1 1 0 0,0 0-1 0 0,0 0 1 0 0,-1-1-1 0 0,1 1 1 0 0,-1-1 101 0 0,1 0 0 0 0,-1 1 0 0 0,0-1-1 0 0,1 1 1 0 0,-1-1 0 0 0,0 1 0 0 0,0-1 0 0 0,0 1 0 0 0,1-1 0 0 0,-1 1 0 0 0,0 0 0 0 0,0 0-1 0 0,0-1 1 0 0,0 1 0 0 0,1 0 0 0 0,-1 0 0 0 0,0 0 0 0 0,0 0 0 0 0,0 0 0 0 0,-2 0 0 0 0,-18 2 146 0 0,16-1 153 0 0,-2 4-181 0 0,6-5-193 0 0,0 1 1 0 0,0-1-1 0 0,0 0 1 0 0,0 1-1 0 0,0-1 0 0 0,1 1 1 0 0,-1-1-1 0 0,0 1 0 0 0,0-1 1 0 0,0 1-1 0 0,0 0 0 0 0,1-1 1 0 0,-1 1-1 0 0,0 0 0 0 0,0 1 1 0 0,0-2-25 0 0,1 1 0 0 0,-1 0 0 0 0,0 0 0 0 0,1 0 0 0 0,0 0 0 0 0,-1 0 0 0 0,1 0 0 0 0,-1 0 0 0 0,1 0 0 0 0,0 0 0 0 0,0 0 0 0 0,0 1 0 0 0,0-1 0 0 0,-1 0 0 0 0,2 0 0 0 0,-1 0 1 0 0,0 0-1 0 0,0 0 0 0 0,0 0 0 0 0,0 0 0 0 0,1 0 0 0 0,-1 0 0 0 0,0 0 0 0 0,1 0 0 0 0,-1 0 0 0 0,1 0 0 0 0,-1 0 0 0 0,1 0 0 0 0,-1 0 0 0 0,2 1 0 0 0,1 2 46 0 0,2-4-47 0 0,19 2-5 0 0,-18-1 4 0 0,0-2-28 0 0,32-5 83 0 0,0-2 1 0 0,-1-1 0 0 0,0-2-1 0 0,46-20 1 0 0,-14 5 275 0 0,10 0-97 0 0,-18 11-249 0 0,-56 14 26 0 0,1 0-12 0 0,-2 1-33 0 0,1 0 0 0 0,-1-1-1 0 0,0 1 1 0 0,1 1 0 0 0,-1-1 0 0 0,0 1 0 0 0,0 0 0 0 0,1 0 0 0 0,-1 0-1 0 0,0 0 1 0 0,0 1 0 0 0,0-1 0 0 0,0 1 0 0 0,-1 0 0 0 0,1 0 0 0 0,0 1-1 0 0,-1-1 1 0 0,5 5 0 0 0,-1 2-459 0 0,-1 1 0 0 0,-1 0-1 0 0,0 1 1 0 0,0-1 0 0 0,4 14-1 0 0,7 31-4518 0 0,-14-48 3957 0 0</inkml:trace>
</inkml:ink>
</file>

<file path=ppt/ink/ink4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9:40.1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42 2816 0 0,'0'0'7942'0'0,"6"-1"-7865"0"0,46-4 322 0 0,-47 4-315 0 0,1 0 1 0 0,155-28 479 0 0,-157 28-562 0 0,27-2-34 0 0,-25 3 62 0 0,0 0-15 0 0,2 1-23 0 0,0 0-1 0 0,1 1 1 0 0,-1 0-1 0 0,0 0 1 0 0,0 0-1 0 0,0 1 1 0 0,0 0-1 0 0,-1 1 1 0 0,1 0-1 0 0,12 9 0 0 0,-13-9 187 0 0,13 11-2124 0 0,32 17-1 0 0,-47-30 510 0 0</inkml:trace>
</inkml:ink>
</file>

<file path=ppt/ink/ink4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9:40.5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180 57 3804 0 0,'0'0'2438'0'0,"-2"-5"-1553"0"0,0 1-514 0 0,0 0 0 0 0,-1 0 0 0 0,1 0 0 0 0,-1 1 0 0 0,0-1 0 0 0,0 1 0 0 0,-7-6 0 0 0,7 6 639 0 0,-2 2-612 0 0,-16-3-96 0 0,15 3-209 0 0,2 2 137 0 0,-1 0-150 0 0,-1 1 0 0 0,1 0 0 0 0,0 0 0 0 0,1 0 0 0 0,-1 1 0 0 0,0-1 0 0 0,1 1 0 0 0,-1 1 0 0 0,1-1 0 0 0,0 0 0 0 0,0 1 0 0 0,0 0 0 0 0,1 0 0 0 0,-1 0 0 0 0,1 0 0 0 0,0 1-1 0 0,0-1 1 0 0,0 1 0 0 0,1 0 0 0 0,-4 9 0 0 0,-13 55 413 0 0,17-61-440 0 0,0 18 40 0 0,3-4-11 0 0,7 48-14 0 0,-7-63-83 0 0,-1-5 13 0 0,0 0 1 0 0,0 0 0 0 0,1 0-1 0 0,-1 1 1 0 0,1-1 0 0 0,-1 0-1 0 0,1 0 1 0 0,0 0 0 0 0,0 0-1 0 0,0 0 1 0 0,0 0 0 0 0,0 0-1 0 0,0-1 1 0 0,1 1 0 0 0,1 2-1 0 0,2 3 6 0 0,0-2 2 0 0,0 1 1 0 0,0-1 0 0 0,0 1 0 0 0,1-2 0 0 0,-1 1 0 0 0,1-1-1 0 0,1 1 1 0 0,-1-2 0 0 0,0 1 0 0 0,1-1 0 0 0,0 0-1 0 0,0 0 1 0 0,0-1 0 0 0,0 1 0 0 0,0-2 0 0 0,0 1-1 0 0,1-1 1 0 0,13 0 0 0 0,-16-1 25 0 0,0 0 0 0 0,0-1 0 0 0,0 0 0 0 0,0 0 0 0 0,0-1 0 0 0,0 1 0 0 0,0-1 0 0 0,-1 0 0 0 0,1 0 0 0 0,8-6 0 0 0,-9 6 1 0 0,-1 0 3 0 0,-1 1 0 0 0,1 0-1 0 0,0-1 1 0 0,-1 1-1 0 0,1-1 1 0 0,-1 0-1 0 0,1 0 1 0 0,-1 0 0 0 0,3-3-1 0 0,0 0 40 0 0,-2 3-48 0 0,-1 1 0 0 0,0-1 0 0 0,0 1 0 0 0,-1-1 0 0 0,1 0 0 0 0,0 0 0 0 0,0 1 0 0 0,-1-1 0 0 0,0 0 0 0 0,1-1 0 0 0,1-2 0 0 0,0-2 24 0 0,-1 5-37 0 0,-1 0-1 0 0,1 1 1 0 0,-1-1 0 0 0,0 0 0 0 0,0-1 0 0 0,0 1 0 0 0,0 0 0 0 0,0 0-1 0 0,0 0 1 0 0,0-1 0 0 0,-1 1 0 0 0,1 0 0 0 0,-1-1 0 0 0,0-1 0 0 0,2-6 22 0 0,0 0-148 0 0,0 0 1 0 0,-1 0-1 0 0,0 0 1 0 0,-1 0-1 0 0,1 0 1 0 0,-2 0-1 0 0,0 0 1 0 0,0 0-1 0 0,-1 0 1 0 0,0 0-1 0 0,0 1 1 0 0,-1-1-1 0 0,0 0 1 0 0,-1 1-1 0 0,0 0 1 0 0,-1 0-1 0 0,0 0 1 0 0,0 1-1 0 0,-12-15 1 0 0,11 17-519 0 0,0-1 1 0 0,0 1 0 0 0,-1 1-1 0 0,1-1 1 0 0,-1 1 0 0 0,-1 0 0 0 0,1 0-1 0 0,-1 1 1 0 0,0 0 0 0 0,0 1-1 0 0,0-1 1 0 0,0 2 0 0 0,-17-5-1 0 0</inkml:trace>
</inkml:ink>
</file>

<file path=ppt/ink/ink4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9:44.1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290 51 2484 0 0,'-3'-2'1114'0'0,"-51"-35"2899"0"0,50 35-3359 0 0,-1 1-72 0 0,-15-6-74 0 0,15 6 317 0 0,-1 1-501 0 0,3 0-305 0 0,-2 1 80 0 0,-1-1 0 0 0,1 1-1 0 0,0 0 1 0 0,0 0 0 0 0,0 1 0 0 0,0-1 0 0 0,1 1-1 0 0,-1 0 1 0 0,0 1 0 0 0,-7 4 0 0 0,0 2 39 0 0,0 1 0 0 0,0 1 1 0 0,1 0-1 0 0,0 1 0 0 0,1 0 1 0 0,1 1-1 0 0,0 0 0 0 0,0 0 1 0 0,1 1-1 0 0,-10 24 0 0 0,17-34-131 0 0,0 2-5 0 0,-3 15 7 0 0,3-15-42 0 0,2-5 22 0 0,-1 1 0 0 0,1-1 0 0 0,-1 0 0 0 0,1 0 0 0 0,-1 1 1 0 0,1-1-1 0 0,0 0 0 0 0,-1 0 0 0 0,1 0 0 0 0,0 1 0 0 0,0-1 0 0 0,2 1 0 0 0,-2 0 9 0 0,1 2 47 0 0,-1-4-44 0 0,-1-1 1 0 0,0 1 0 0 0,1 0 0 0 0,-1 0 0 0 0,1 0 0 0 0,-1 0 0 0 0,0 0 0 0 0,1 0-1 0 0,-1 0 1 0 0,1 0 0 0 0,-1 0 0 0 0,0 0 0 0 0,1 0 0 0 0,-1 0 0 0 0,1 0 0 0 0,-1 0-1 0 0,0 0 1 0 0,1 0 0 0 0,-1 0 0 0 0,0 0 0 0 0,1 1 0 0 0,-1-1 0 0 0,0 0 0 0 0,1 0-1 0 0,-1 0 1 0 0,0 1 0 0 0,1-1 0 0 0,-1 0 0 0 0,0 0 0 0 0,1 1 0 0 0,-1 0 7 0 0,1-1-1 0 0,0 1 1 0 0,0-1 0 0 0,-1 1 0 0 0,1-1 0 0 0,0 1 0 0 0,0-1 0 0 0,-1 0 0 0 0,1 1-1 0 0,0-1 1 0 0,0 0 0 0 0,0 0 0 0 0,0 1 0 0 0,0-1 0 0 0,-1 0 0 0 0,1 0 0 0 0,0 0-1 0 0,0 0 1 0 0,0 0 0 0 0,0 0 0 0 0,1-1 0 0 0,3 0 5 0 0,1 0 1 0 0,-1 0-1 0 0,1-1 1 0 0,-1 0-1 0 0,0 0 1 0 0,0-1-1 0 0,0 1 1 0 0,0-1-1 0 0,0 0 1 0 0,-1 0 0 0 0,1-1-1 0 0,-1 1 1 0 0,0-1-1 0 0,0 0 1 0 0,0 0-1 0 0,4-7 1 0 0,-1 1 0 0 0,-1-1 1 0 0,0 0-1 0 0,-1 0 1 0 0,7-20 0 0 0,-11 31-14 0 0,0-5 26 0 0,1 0 62 0 0,5-15-53 0 0,-6 14 22 0 0,1 2-38 0 0,5-12-7 0 0,-5 12 729 0 0,-1 4-727 0 0,0 0 0 0 0,0 0 1 0 0,0 1-1 0 0,0-1 0 0 0,0 0 0 0 0,0 1 1 0 0,0-1-1 0 0,0 1 0 0 0,0-1 1 0 0,0 1-1 0 0,0-1 0 0 0,-1 1 0 0 0,1 0 1 0 0,0 0-1 0 0,0-1 0 0 0,0 1 1 0 0,-1 0-1 0 0,1 0 0 0 0,-1 0 1 0 0,1-1-1 0 0,0 1 0 0 0,-1 0 0 0 0,0 0 1 0 0,2 2-1 0 0,7 30 144 0 0,-8-31-152 0 0,2 12-72 0 0,0 0-1 0 0,1-1 1 0 0,1 0 0 0 0,0 0-1 0 0,0 0 1 0 0,13 19-1 0 0,-15-28-166 0 0,0 0 0 0 0,0 0 0 0 0,0-1 0 0 0,1 1 0 0 0,-1-1 0 0 0,1 0-1 0 0,0 0 1 0 0,0 0 0 0 0,0 0 0 0 0,7 3 0 0 0,-7-4 58 0 0,-2 0-16 0 0,0-1-1 0 0,0 0 1 0 0,-1 0 0 0 0,1 0 0 0 0,0 0 0 0 0,0 0 0 0 0,0-1-1 0 0,0 1 1 0 0,1-1 0 0 0,-1 1 0 0 0,4 0 0 0 0,0-1-304 0 0,0 2-1179 0 0,1-2-1097 0 0,28 0-1985 0 0</inkml:trace>
</inkml:ink>
</file>

<file path=ppt/ink/ink4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9:44.4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56 3188 0 0,'0'0'3529'0'0,"2"-3"-2993"0"0,-1 0-427 0 0,1 0 0 0 0,-1 0 0 0 0,1 1 0 0 0,0-1 0 0 0,0 1-1 0 0,1-1 1 0 0,-1 1 0 0 0,0 0 0 0 0,1 0 0 0 0,-1 0 0 0 0,1 0 0 0 0,0 0-1 0 0,-1 1 1 0 0,1-1 0 0 0,0 1 0 0 0,0 0 0 0 0,0 0 0 0 0,0 0 0 0 0,6-1-1 0 0,8-2 20 0 0,1 2 0 0 0,24-2 0 0 0,-22 2-190 0 0,14 2-721 0 0,-29 0-96 0 0,2 0-325 0 0,-1-1 793 0 0,20 2-2493 0 0</inkml:trace>
</inkml:ink>
</file>

<file path=ppt/ink/ink4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9:44.6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 43 2888 0 0,'-4'2'1403'0'0,"-13"11"4645"0"0,23-12-5843 0 0,59 0-145 0 0,79-25-2460 0 0,-56-2-2288 0 0,-63 16 1212 0 0</inkml:trace>
</inkml:ink>
</file>

<file path=ppt/ink/ink4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9:45.2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 3592 0 0,'0'0'5844'0'0,"3"2"-5268"0"0,0 2-415 0 0,-1-1 0 0 0,1 0 1 0 0,-1 1-1 0 0,1 0 0 0 0,-1-1 1 0 0,0 1-1 0 0,-1 0 1 0 0,1 0-1 0 0,-1 0 0 0 0,1 0 1 0 0,0 5-1 0 0,9 56 387 0 0,-6-36-432 0 0,6 27 101 0 0,-10-50-17 0 0,0-2-47 0 0,3 12 20 0 0,-2-12 325 0 0,2-3-443 0 0,18 3 153 0 0,-21-4-208 0 0,1-1 1 0 0,0 0 0 0 0,-1 0-1 0 0,1 1 1 0 0,-1-1-1 0 0,0 0 1 0 0,1 0-1 0 0,-1 0 1 0 0,0-1-1 0 0,1 1 1 0 0,-1 0-1 0 0,1-2 1 0 0,-1 2-3 0 0,7-5-25 0 0,0-1 0 0 0,-1 0-1 0 0,1-1 1 0 0,-2 1 0 0 0,1-1-1 0 0,-1-1 1 0 0,7-11-1 0 0,-5 7-82 0 0,0 1 0 0 0,19-21-1 0 0,-24 30 103 0 0,0 0 0 0 0,0 0-1 0 0,0 0 1 0 0,0 0 0 0 0,0 1-1 0 0,0-1 1 0 0,1 1 0 0 0,5-3-1 0 0,-8 5 6 0 0,1 0 0 0 0,-1 0-1 0 0,0 0 1 0 0,0 0 0 0 0,1 0 0 0 0,-1 0-1 0 0,0 0 1 0 0,0 1 0 0 0,0-1 0 0 0,1 0-1 0 0,-1 1 1 0 0,0-1 0 0 0,0 1 0 0 0,0-1-1 0 0,0 1 1 0 0,0 0 0 0 0,0 0 0 0 0,0-1-1 0 0,0 1 1 0 0,0 0 0 0 0,0 0 0 0 0,0 0-1 0 0,0 0 1 0 0,-1 0 0 0 0,1 0 0 0 0,0 0-1 0 0,-1 0 1 0 0,1 0 0 0 0,0 0-1 0 0,-1 2 1 0 0,2 0 13 0 0,0 1 14 0 0,-1 1 0 0 0,1-1 0 0 0,-1 0 1 0 0,1 0-1 0 0,0 0 0 0 0,3 3 0 0 0,-2-1-38 0 0,-1-3-77 0 0,-2-3 94 0 0,0 0-1 0 0,1 0 1 0 0,-1 0-1 0 0,0 0 1 0 0,1 0 0 0 0,-1 1-1 0 0,0-1 1 0 0,0 0-1 0 0,1 0 1 0 0,-1 0-1 0 0,0 0 1 0 0,0 0 0 0 0,1 1-1 0 0,-1-1 1 0 0,0 0-1 0 0,0 0 1 0 0,1 0-1 0 0,-1 1 1 0 0,0-1-1 0 0,0 0 1 0 0,0 0 0 0 0,1 1-1 0 0,-1-1 1 0 0,0 0-1 0 0,0 0 1 0 0,0 1-1 0 0,0-1 1 0 0,0 0 0 0 0,0 1-1 0 0,0-1 1 0 0,0 0-1 0 0,1 1 1 0 0,-1-1-1 0 0,0 1 0 0 0,0-1 0 0 0,0 1 0 0 0,0-1 0 0 0,0 1 0 0 0,0-1 0 0 0,0 1 0 0 0,1-1 0 0 0,-1 1 0 0 0,0-1 0 0 0,1 1 0 0 0,-1-1 0 0 0,0 1-1 0 0,0-1 1 0 0,1 0 0 0 0,-1 1 0 0 0,1-1 0 0 0,-1 1 0 0 0,0-1 0 0 0,1 0 0 0 0,-1 0 0 0 0,1 1 0 0 0,-1-1 0 0 0,1 0 0 0 0,-1 0 0 0 0,1 1 0 0 0,-1-1 0 0 0,1 0-1 0 0,-1 0 1 0 0,1 0 0 0 0,-1 0 0 0 0,1 0 0 0 0,-1 0 0 0 0,1 0 0 0 0,-1 0 0 0 0,2 0 0 0 0,3 0 29 0 0,1-1 0 0 0,0 0 0 0 0,-1 0-1 0 0,1 0 1 0 0,-1-1 0 0 0,0 0 0 0 0,1 0 0 0 0,-1 0 0 0 0,0-1 0 0 0,0 0 0 0 0,5-3-1 0 0,58-48 635 0 0,-5 2-56 0 0,-50 44-531 0 0,-10 5-8 0 0,1 2 0 0 0,12-6-3 0 0,-11 6 133 0 0,-1 3-42 0 0,1 1-136 0 0,-1 1 0 0 0,0 0 0 0 0,1 0-1 0 0,-1 0 1 0 0,-1 0 0 0 0,1 1 0 0 0,-1-1-1 0 0,1 1 1 0 0,-1 0 0 0 0,-1 0-1 0 0,5 10 1 0 0,-6-12-20 0 0,9 19-585 0 0,1 0 0 0 0,1-1 0 0 0,24 34 1 0 0,-32-51 262 0 0,-1-1 1 0 0,0 0-1 0 0,1 0 0 0 0,0 0 1 0 0,0 0-1 0 0,0-1 1 0 0,0 1-1 0 0,0-1 1 0 0,0 0-1 0 0,6 1 1 0 0,-6-1 117 0 0,2 0-348 0 0,0 0 0 0 0,0-1-1 0 0,0 1 1 0 0,0-1 0 0 0,1-1-1 0 0,-1 1 1 0 0,12-1 0 0 0,-11 0 52 0 0,5-2-1423 0 0,20-5-1346 0 0</inkml:trace>
</inkml:ink>
</file>

<file path=ppt/ink/ink4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9:45.6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164 41 2780 0 0,'-1'-3'1022'0'0,"0"-1"-591"0"0,-1 0-1 0 0,0 1 0 0 0,0-1 0 0 0,0 1 0 0 0,0 0 0 0 0,0 0 1 0 0,-1 0-1 0 0,-4-4 0 0 0,4 4 563 0 0,-2 3-570 0 0,-15 1-68 0 0,15-1-78 0 0,1 3-33 0 0,-2 0-172 0 0,1 1 0 0 0,-1 0 0 0 0,1 0-1 0 0,1 1 1 0 0,-1-1 0 0 0,1 1 0 0 0,-1 0-1 0 0,-6 11 1 0 0,3-1-14 0 0,1 0-1 0 0,0 0 1 0 0,-5 20-1 0 0,4-10-51 0 0,1-1-18 0 0,7-22 4 0 0,-1 0 0 0 0,1 0-1 0 0,-1 0 1 0 0,1 0 0 0 0,0 0-1 0 0,-1 0 1 0 0,1 0 0 0 0,0 1-1 0 0,1-1 1 0 0,-1 3 0 0 0,1 1-13 0 0,-1-1-54 0 0,2 0-19 0 0,-2-3 107 0 0,0-1-27 0 0,0 0-1 0 0,0 0 1 0 0,0 0 0 0 0,0 1 0 0 0,1-1 0 0 0,-1 0-1 0 0,0 0 1 0 0,1 0 0 0 0,-1 0 0 0 0,1 0 0 0 0,-1 0-1 0 0,1 0 1 0 0,-1 0 0 0 0,1 0 0 0 0,1 1 0 0 0,0 0-24 0 0,0 0 0 0 0,1 0 0 0 0,-1 0 0 0 0,1-1 0 0 0,0 0 0 0 0,-1 1 0 0 0,1-1 0 0 0,0 0 1 0 0,0 0-1 0 0,0 0 0 0 0,0-1 0 0 0,0 1 0 0 0,0-1 0 0 0,4 0 0 0 0,-5 1 39 0 0,-1-1 0 0 0,1 0 0 0 0,-1 0 0 0 0,1 0 0 0 0,-1 0 0 0 0,1 0 0 0 0,-1-1 0 0 0,0 1 0 0 0,1 0-1 0 0,-1-1 1 0 0,1 1 0 0 0,-1-1 0 0 0,0 1 0 0 0,1-1 0 0 0,-1 0 0 0 0,0 1 0 0 0,1-1 0 0 0,1-2 0 0 0,0 1 7 0 0,1 0 55 0 0,1-1 1 0 0,-1 0-1 0 0,0 0 1 0 0,0-1-1 0 0,0 1 1 0 0,-1-1-1 0 0,1 1 1 0 0,-1-1 0 0 0,1-1-1 0 0,-1 1 1 0 0,-1 0-1 0 0,1-1 1 0 0,-1 1-1 0 0,1-1 1 0 0,2-9-1 0 0,-2 6 61 0 0,0 4 127 0 0,-2-1 40 0 0,6-15 17 0 0,-5 15-9 0 0,-1 2-46 0 0,0 2-192 0 0,-1 1 0 0 0,0-1 0 0 0,0 0 0 0 0,0 1 0 0 0,0-1 0 0 0,1 1 0 0 0,-1-1 0 0 0,0 1 0 0 0,0-1 0 0 0,1 1 0 0 0,-1-1 0 0 0,0 1 0 0 0,1-1 0 0 0,-1 1 0 0 0,0 0 0 0 0,1-1 0 0 0,-1 1 0 0 0,1 0 0 0 0,-1-1 0 0 0,1 1 0 0 0,-1 0 1 0 0,1-1-1 0 0,-1 1 0 0 0,1 0 0 0 0,-1 0 0 0 0,1 0 0 0 0,0-1 0 0 0,13 10 683 0 0,-14-9-785 0 0,4 3 152 0 0,-3 2-51 0 0,3 6-405 0 0,0 1-1 0 0,1-1 0 0 0,0 0 0 0 0,1 0 0 0 0,0 0 1 0 0,1-1-1 0 0,13 16 0 0 0,-17-23-159 0 0,1 0 0 0 0,-1 0 0 0 0,0-1 0 0 0,1 1 0 0 0,0-1 0 0 0,-1 0-1 0 0,1 0 1 0 0,7 2 0 0 0,-6-2-183 0 0,-1 0-1853 0 0</inkml:trace>
</inkml:ink>
</file>

<file path=ppt/ink/ink4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9:46.3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89 3188 0 0,'0'-5'1016'0'0,"7"-39"2124"0"0,-6 40-2850 0 0,1 3-249 0 0,-1 0 1 0 0,1 0-1 0 0,-1 0 1 0 0,1 0-1 0 0,-1 0 0 0 0,0 0 1 0 0,0 0-1 0 0,1-1 1 0 0,-1 1-1 0 0,1-3 0 0 0,1 1 101 0 0,3 1-46 0 0,15-7-24 0 0,-16 7 60 0 0,0 2-68 0 0,13-3-30 0 0,-13 3-34 0 0,-4 1-5 0 0,0-1-1 0 0,0 1 1 0 0,1 0 0 0 0,-1-1 0 0 0,0 1 0 0 0,1-1-1 0 0,-1 0 1 0 0,0 1 0 0 0,1-1 0 0 0,-1 0-1 0 0,0 0 1 0 0,3 0 0 0 0,-1 0 13 0 0,1 1 77 0 0,-3 1-72 0 0,0 0-1 0 0,1-1 1 0 0,-1 1-1 0 0,0-1 0 0 0,1 1 1 0 0,-1-1-1 0 0,1 0 1 0 0,-1 1-1 0 0,4 1 1 0 0,-1 0 90 0 0,-3 2-10 0 0,4 15-34 0 0,-4-16 90 0 0,-2 3 32 0 0,-3 11-13 0 0,0 0 1 0 0,-2-1-1 0 0,0 1 0 0 0,-1-1 1 0 0,-1 0-1 0 0,-19 30 1 0 0,24-43-164 0 0,1 0 106 0 0,-6 14-809 0 0,18-24 552 0 0,0-1 1 0 0,0 0-1 0 0,-1-1 0 0 0,0 0 0 0 0,-1 0 1 0 0,1-1-1 0 0,12-17 0 0 0,43-71 386 0 0,-56 84-105 0 0,6-11 284 0 0,-12 20-210 0 0,-1 2-185 0 0,0 1 0 0 0,0-1 1 0 0,0 0-1 0 0,0 0 0 0 0,0 1 1 0 0,0-1-1 0 0,0 0 0 0 0,0 0 1 0 0,0-3-1 0 0,1 1 1581 0 0,-4 5-1583 0 0,1 0 1 0 0,-1 0-1 0 0,1 0 0 0 0,0 1 1 0 0,-1-1-1 0 0,1 0 1 0 0,0 1-1 0 0,0-1 1 0 0,0 0-1 0 0,0 1 0 0 0,0-1 1 0 0,-1 3-1 0 0,1-2 14 0 0,-2 2 0 0 0,0 1 0 0 0,1 0 0 0 0,-1-1 0 0 0,1 1 0 0 0,0 0 0 0 0,0 1 0 0 0,0-1 0 0 0,1 0 0 0 0,-2 9 0 0 0,2-9-29 0 0,-1 2-25 0 0,1 0 0 0 0,0 0 0 0 0,0 0 0 0 0,0 0 0 0 0,1 0 0 0 0,0 0 0 0 0,0 0 0 0 0,1 0 0 0 0,0 0 0 0 0,0 0 0 0 0,1 0 0 0 0,0 0 0 0 0,0-1 0 0 0,0 1 0 0 0,5 7 0 0 0,-6-11-31 0 0,1-1 0 0 0,0 1 0 0 0,0-1 0 0 0,0 0 0 0 0,0 0 0 0 0,0 0 0 0 0,0 0 0 0 0,0 0 0 0 0,1 0 0 0 0,-1 0 0 0 0,1-1 0 0 0,2 2 0 0 0,-1-1-8 0 0,-1 0-79 0 0,2-1 22 0 0,15 1 10 0 0,-15-2 28 0 0,0-1 24 0 0,3-2 47 0 0,-1 0 0 0 0,0 0 0 0 0,1 0 0 0 0,-1-1 0 0 0,-1 0 0 0 0,1-1 0 0 0,-1 1 0 0 0,0-1 0 0 0,0-1 1 0 0,8-8-1 0 0,38-50 780 0 0,-50 61-617 0 0,1-1 57 0 0,11-14 1786 0 0,2 25-1683 0 0,-13-5-255 0 0,1-1 122 0 0,-2 6-141 0 0,1 1-1 0 0,0-2 1 0 0,1 1 0 0 0,-1 0 0 0 0,1-1 0 0 0,0 1 0 0 0,1-1 0 0 0,7 8-1 0 0,-7-7-347 0 0,2 0 1 0 0,-1-1-1 0 0,1 1 0 0 0,0-1 0 0 0,0-1 0 0 0,16 10 0 0 0,-19-12-156 0 0,1-1 0 0 0,0 0 0 0 0,0 0-1 0 0,0-1 1 0 0,0 1 0 0 0,0-1 0 0 0,0 0 0 0 0,1-1 0 0 0,6 1 0 0 0,21-6-3470 0 0,-26 4-303 0 0</inkml:trace>
</inkml:ink>
</file>

<file path=ppt/ink/ink4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9:46.7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188 23 2872 0 0,'-6'-1'1378'0'0,"-62"3"2403"0"0,34 3-2573 0 0,29-5-755 0 0,-1 2-84 0 0,-45 13 520 0 0,47-14-623 0 0,3 0-248 0 0,0-1 1 0 0,0 1-1 0 0,0-1 1 0 0,1 1-1 0 0,-1 0 0 0 0,0-1 1 0 0,0 1-1 0 0,1-1 1 0 0,-1 1-1 0 0,0 0 1 0 0,1 0-1 0 0,-1 0 1 0 0,0-1-1 0 0,1 1 1 0 0,-1 0-1 0 0,1 0 0 0 0,0 0 1 0 0,-1 0-1 0 0,1 0 1 0 0,0 0-1 0 0,-1 1 1 0 0,4 0-16 0 0,-1-1 0 0 0,1 0 1 0 0,0 1-1 0 0,0-1 0 0 0,0 0 0 0 0,-1 0 1 0 0,1-1-1 0 0,0 1 0 0 0,0 0 1 0 0,0-1-1 0 0,0 0 0 0 0,0 0 0 0 0,5 0 1 0 0,-2-1 136 0 0,-2-1-19 0 0,15-5 68 0 0,-15 5 45 0 0,4-5 141 0 0,6-4 690 0 0,-13 10-1019 0 0,0 0-20 0 0,0 0 0 0 0,0 0 0 0 0,1 0 1 0 0,-1 0-1 0 0,-1 0 0 0 0,1 0 0 0 0,0-1 1 0 0,0 1-1 0 0,0 0 0 0 0,0-1 0 0 0,-1 1 0 0 0,1-2 269 0 0,-1-2-282 0 0,-1-13-68 0 0,1 13-117 0 0,-22 13-4939 0 0,17-6 3684 0 0,5 3-2288 0 0,-5 19-225 0 0</inkml:trace>
</inkml:ink>
</file>

<file path=ppt/ink/ink4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9:47.3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2256 0 0,'0'0'2597'0'0,"3"1"-1621"0"0,26 21 1933 0 0,-26-19-2335 0 0,-1 1-73 0 0,4 8 45 0 0,-1 1 0 0 0,0 0 0 0 0,4 23-1 0 0,-8-31-367 0 0,-2 1 68 0 0,-9 45 635 0 0,9-46-702 0 0,0-1-30 0 0,-4 13-25 0 0,4-13 430 0 0,-7 15 66 0 0,7-15 681 0 0,1-6-1297 0 0,1 0 0 0 0,-1 1 0 0 0,0-1 0 0 0,1 0 0 0 0,-1 1 0 0 0,1-1 0 0 0,0 1 0 0 0,0-1 0 0 0,-1 1 0 0 0,1-1 0 0 0,0 1-1 0 0,2-3 1 0 0,-1 2 0 0 0,1-6-5 0 0,0 0 0 0 0,1 0 0 0 0,1 0 0 0 0,-1 0 0 0 0,1 0 0 0 0,1 1 0 0 0,-1 0 0 0 0,1 0 0 0 0,0 1 0 0 0,1 0 0 0 0,0 0 0 0 0,0 0 0 0 0,14-9 0 0 0,3 7-28 0 0,-20 6 21 0 0,-3 3-15 0 0,0-1 22 0 0,-1 1 1 0 0,1-1 0 0 0,0 0 0 0 0,0 0-1 0 0,0 1 1 0 0,-1-1 0 0 0,1 0 0 0 0,0 0-1 0 0,0 0 1 0 0,0 0 0 0 0,0 0 0 0 0,-1 0-1 0 0,1 0 1 0 0,0 0 0 0 0,0 0-1 0 0,0 0 1 0 0,0-1 0 0 0,0 1 0 0 0,0 0-1 0 0,0-1 1 0 0,0 1-1 0 0,0 0 1 0 0,0 0-1 0 0,0 0 1 0 0,0 0-1 0 0,0 0 1 0 0,0 0 0 0 0,0 1-1 0 0,0-1 1 0 0,0 0-1 0 0,0 0 1 0 0,0 1-1 0 0,-1-1 1 0 0,1 0 0 0 0,0 1-1 0 0,0-1 1 0 0,0 1-1 0 0,0-1 1 0 0,-1 1-1 0 0,1 0 1 0 0,1 0-1 0 0,3 1-6 0 0,1 1 7 0 0,16 23-91 0 0,-21-24 90 0 0,0-1 0 0 0,0 0 0 0 0,0 0 0 0 0,0 0 0 0 0,0 1-1 0 0,0-1 1 0 0,0 1 0 0 0,-1-1 0 0 0,1 0 0 0 0,-1 1 0 0 0,1-1-1 0 0,-1 1 1 0 0,1 2 0 0 0,0 1 1 0 0,1 0 49 0 0,-1 0-38 0 0,0 15-17 0 0,1 4 231 0 0,2-22-122 0 0,3-13-68 0 0,-3 2-35 0 0,1-1 1 0 0,0 2-1 0 0,1-1 1 0 0,0 0-1 0 0,0 1 1 0 0,1 0-1 0 0,0 1 1 0 0,0 0-1 0 0,12-10 1 0 0,-9 9-22 0 0,36-24 147 0 0,-43 31-105 0 0,19-4-20 0 0,-16 3 7 0 0,-1 0 22 0 0,1 4 10 0 0,-3-2-39 0 0,0 1-1 0 0,0 0 1 0 0,1 0 0 0 0,-1 1-1 0 0,0-1 1 0 0,0 0-1 0 0,0 1 1 0 0,0 0 0 0 0,-1 0-1 0 0,1 0 1 0 0,0 0 0 0 0,-1 0-1 0 0,1 0 1 0 0,-1 1-1 0 0,0-1 1 0 0,0 1 0 0 0,0 0-1 0 0,0 0 1 0 0,0-1-1 0 0,-1 1 1 0 0,1 0 0 0 0,1 6-1 0 0,7 52-483 0 0,-10-46-193 0 0,0 0 0 0 0,-1 0-1 0 0,-1 0 1 0 0,-6 26-1 0 0,-12 18-5785 0 0,10-37 109 0 0</inkml:trace>
</inkml:ink>
</file>

<file path=ppt/ink/ink4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9:48.3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27 2880 0 0,'0'0'2732'0'0,"-1"-4"-1671"0"0,-8-18 6362 0 0,7 26-7132 0 0,1-1-235 0 0,0 1 0 0 0,0-1 0 0 0,0 1-1 0 0,0 0 1 0 0,1-1 0 0 0,0 1 0 0 0,-1 0 0 0 0,1-1 0 0 0,1 1 0 0 0,-1-1 0 0 0,0 1 0 0 0,1 0 0 0 0,0-1 0 0 0,2 7 0 0 0,0 5 0 0 0,1 0 0 0 0,1 1-1 0 0,1-2 1 0 0,7 17 0 0 0,-11-27-32 0 0,-2-4-22 0 0,0 1 0 0 0,0-1 0 0 0,1 0 1 0 0,-1 1-1 0 0,0-1 0 0 0,0 1 0 0 0,0-1 0 0 0,0 1 0 0 0,0-1 1 0 0,1 0-1 0 0,-1 1 0 0 0,0-1 0 0 0,0 1 0 0 0,1-1 1 0 0,-1 0-1 0 0,0 1 0 0 0,0-1 0 0 0,1 0 0 0 0,-1 0 0 0 0,0 1 1 0 0,1-1-1 0 0,-1 0 0 0 0,1 0 0 0 0,-1 1 0 0 0,0-1 1 0 0,1 0-1 0 0,0 0 0 0 0,-1 1 0 0 0,1-1 0 0 0,-1 0 0 0 0,1 0 1 0 0,-1 1-1 0 0,1-1 0 0 0,-1 0 0 0 0,1 0 0 0 0,-1 1 0 0 0,0-1 0 0 0,1 0 1 0 0,-1 1-1 0 0,0-1 0 0 0,1 1 0 0 0,-1-1 0 0 0,0 0 0 0 0,1 1 0 0 0,-1-1 1 0 0,0 1-1 0 0,0-1 0 0 0,0 1 0 0 0,1-1 0 0 0,-1 1 0 0 0,0 0 0 0 0,0 0 0 0 0,0-1-1 0 0,1 0 0 0 0,-1 1 1 0 0,0-1-1 0 0,1 1 0 0 0,-1-1 0 0 0,0 0 1 0 0,1 0-1 0 0,-1 1 0 0 0,0-1 1 0 0,1 0-1 0 0,-1 1 0 0 0,0-1 0 0 0,1 0 1 0 0,-1 0-1 0 0,1 0 0 0 0,-1 0 1 0 0,0 1-1 0 0,1-1 0 0 0,-1 0 1 0 0,1 0-1 0 0,-1 0 0 0 0,1 0 0 0 0,0 0 1 0 0,-1 0 0 0 0,1 0 0 0 0,-1 0 0 0 0,0 0 1 0 0,1 0-1 0 0,-1 0 0 0 0,1 0 0 0 0,-1 1 1 0 0,1-1-1 0 0,-1 0 0 0 0,0 0 0 0 0,1 0 0 0 0,-1 0 1 0 0,1 1-1 0 0,-1-1 0 0 0,0 0 0 0 0,1 0 1 0 0,-1 1-1 0 0,0-1 0 0 0,1 0 0 0 0,-1 1 1 0 0,0-1-1 0 0,1 0 0 0 0,-1 1 0 0 0,0 0 0 0 0,6-2-1 0 0,16-2 42 0 0,-17 2 3 0 0,0-2-26 0 0,15-12-2 0 0,0-6-4 0 0,-12 4 39 0 0,0 0-1 0 0,9-28 0 0 0,-16 40 135 0 0,1 0 30 0 0,5-16-3 0 0,-6 16 144 0 0,1 1-234 0 0,3-17 265 0 0,2 27-367 0 0,-6-6-16 0 0,0 0 1 0 0,0 1-1 0 0,0-1 1 0 0,0 0-1 0 0,0 1 1 0 0,0-1-1 0 0,0 1 1 0 0,0-1-1 0 0,0 1 1 0 0,0 0-1 0 0,-1 0 1 0 0,1-1-1 0 0,0 1 1 0 0,0 0-1 0 0,0 1 1 0 0,48 69-83 0 0,-38-58-1033 0 0,-1-1 0 0 0,22 18 0 0 0,11-4-5808 0 0,-39-23 4235 0 0</inkml:trace>
</inkml:ink>
</file>

<file path=ppt/ink/ink4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9:48.8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0 105 3672 0 0,'0'0'1174'0'0,"3"-3"-105"0"0,-2 3-943 0 0,-1-1 0 0 0,1 1-1 0 0,0-1 1 0 0,0 1 0 0 0,0-1-1 0 0,-1 1 1 0 0,1-1 0 0 0,0 1-1 0 0,0 0 1 0 0,0-1 0 0 0,0 1-1 0 0,0 0 1 0 0,-1 0 0 0 0,1 0-1 0 0,0 0 1 0 0,0-1 0 0 0,0 1-1 0 0,0 0 1 0 0,0 1 0 0 0,0-1-1 0 0,0 0 1 0 0,0 0 0 0 0,-1 0-1 0 0,1 1 1 0 0,0-1 0 0 0,0 0 0 0 0,0 1-1 0 0,0-1 1 0 0,0 0 0 0 0,-1 1-1 0 0,1-1 1 0 0,0 1 0 0 0,0 0-1 0 0,-1-1 1 0 0,2 2 0 0 0,1 0 323 0 0,-2 3-46 0 0,4 12-35 0 0,-4-13-38 0 0,0 2-57 0 0,2 17-57 0 0,-2-17-39 0 0,0-1-34 0 0,4 18-30 0 0,-4-17-18 0 0,0 0-33 0 0,2 15-22 0 0,-2-15 10 0 0,0-2-6 0 0,3 14-11 0 0,-3-14 272 0 0,-1 0-58 0 0,4 14 45 0 0,-3-14 1076 0 0,1-8-1285 0 0,9-25 131 0 0,-1 5-86 0 0,19-36 0 0 0,-21 47-116 0 0,0 1-1 0 0,0 0 0 0 0,1 1 1 0 0,1-1-1 0 0,0 2 0 0 0,21-18 1 0 0,-28 26 0 0 0,2 0-2 0 0,15-3-9 0 0,-15 3 4 0 0,-1 4-16 0 0,-2-1 9 0 0,1 0-8 0 0,0 0 1 0 0,-1 0-1 0 0,1 1 0 0 0,-1-1 1 0 0,1 1-1 0 0,-1-1 0 0 0,1 1 0 0 0,-1 0 1 0 0,0 0-1 0 0,0 0 0 0 0,3 4 0 0 0,1 3 26 0 0,-2 0-1 0 0,1 1 1 0 0,-1 0-1 0 0,0-1 1 0 0,4 19-1 0 0,-7-24-28 0 0,0 1-13 0 0,4 16 12 0 0,-4-16 12 0 0,0 0 77 0 0,2 13-54 0 0,-2-13 722 0 0,1-11-730 0 0,14-55 10 0 0,-4 24-35 0 0,-8 27 13 0 0,10-17 0 0 0,15-22-13 0 0,-24 44 11 0 0,-2 2-2 0 0,-1 1 0 0 0,1 0 0 0 0,-1 0 0 0 0,1 0 0 0 0,0 0 0 0 0,0 0 0 0 0,0 0 1 0 0,0 1-1 0 0,0-1 0 0 0,0 1 0 0 0,0 0 0 0 0,0 0 0 0 0,1 0 0 0 0,5-1 0 0 0,-4 2 1 0 0,-4-1 3 0 0,1 1 1 0 0,-1-1-1 0 0,1 1 0 0 0,0 0 1 0 0,-1 0-1 0 0,1 0 0 0 0,0 0 1 0 0,-1 0-1 0 0,1 0 0 0 0,0 0 1 0 0,-1 0-1 0 0,1 1 0 0 0,-1-1 1 0 0,1 1-1 0 0,1 0 0 0 0,2 1 3 0 0,-2-2-5 0 0,-1 0 0 0 0,1 1 0 0 0,0-1 0 0 0,-1 1 0 0 0,1 0 0 0 0,-1 0 0 0 0,1 0 0 0 0,-1 0 0 0 0,0 0 0 0 0,1 1 0 0 0,-1-1 0 0 0,4 4 0 0 0,2 1-3 0 0,2 0-184 0 0,0 1 0 0 0,0 1 0 0 0,-1 0 0 0 0,0 0 0 0 0,0 1 1 0 0,-1 0-1 0 0,0 1 0 0 0,-1 0 0 0 0,0 0 0 0 0,-1 0 0 0 0,0 1 0 0 0,0 0 0 0 0,-1 0 0 0 0,-1 0 1 0 0,0 1-1 0 0,4 17 0 0 0,-3-7-363 0 0,-1 0 1 0 0,-1 0 0 0 0,-1 1-1 0 0,-1-1 1 0 0,-1 1-1 0 0,-1-1 1 0 0,-7 44 0 0 0,-4-21-2846 0 0,-3 1-2402 0 0</inkml:trace>
</inkml:ink>
</file>

<file path=ppt/ink/ink4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9:50.4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53 3652 0 0,'0'0'1426'0'0,"-2"2"-207"0"0,2-2-1036 0 0,-1 1 0 0 0,1-1 1 0 0,0 0-1 0 0,-1 1 0 0 0,1-1 1 0 0,0 0-1 0 0,0 1 1 0 0,-1-1-1 0 0,1 0 0 0 0,0 1 1 0 0,0-1-1 0 0,-1 0 0 0 0,1 1 1 0 0,0-1-1 0 0,0 1 1 0 0,0-1-1 0 0,0 1 0 0 0,0-1 1 0 0,0 0-1 0 0,-1 1 0 0 0,1-1 1 0 0,0 1-1 0 0,0-1 1 0 0,0 1-1 0 0,1-1 0 0 0,-1 1 1 0 0,0-1-1 0 0,0 1 0 0 0,12 2 1551 0 0,33-11-2465 0 0,-29 4 1306 0 0,92-14-540 0 0,15-2-1941 0 0,-48 2-4347 0 0,-69 16 1225 0 0</inkml:trace>
</inkml:ink>
</file>

<file path=ppt/ink/ink4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49:50.6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81 3076 0 0,'-1'3'1427'0'0,"0"-2"-1303"0"0,1 0-1 0 0,-1 0 0 0 0,1 0 1 0 0,0 0-1 0 0,-1 0 1 0 0,1 0-1 0 0,0 0 1 0 0,0 0-1 0 0,0 0 1 0 0,0 0-1 0 0,-1 0 1 0 0,1 0-1 0 0,1 0 1 0 0,-1 0-1 0 0,0 0 1 0 0,0 0-1 0 0,0-1 1 0 0,0 1-1 0 0,1 0 0 0 0,-1 0 1 0 0,0 0-1 0 0,1 0 1 0 0,-1 0-1 0 0,1 0 1 0 0,-1 0-1 0 0,1 0 1 0 0,-1-1-1 0 0,1 1 1 0 0,0 0-1 0 0,-1-1 1 0 0,3 2-1 0 0,-1 1 643 0 0,6-3-77 0 0,36 1 425 0 0,8-7-811 0 0,-1-2 0 0 0,91-25 0 0 0,22-21-6841 0 0,-122 38 1184 0 0</inkml:trace>
</inkml:ink>
</file>

<file path=ppt/ink/ink4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0:01.6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62 4148 0 0,'0'0'2783'0'0,"-5"0"-2029"0"0,-16 0-67 0 0,15 0 2461 0 0,13 0-3012 0 0,237-25 1545 0 0,-187 14-1361 0 0,18-13 175 0 0,-72 22-632 0 0,-22 4-7385 0 0,15-1 7176 0 0,-1 0-781 0 0</inkml:trace>
</inkml:ink>
</file>

<file path=ppt/ink/ink4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0:02.2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282 129 3204 0 0,'0'-5'1262'0'0,"2"-15"-167"0"0,-2 15-175 0 0,-3 0-92 0 0,0-2-596 0 0,0 1-1 0 0,-1-1 0 0 0,0 1 0 0 0,0 0 0 0 0,-1 0 0 0 0,0 1 1 0 0,0-1-1 0 0,0 1 0 0 0,-1 0 0 0 0,1 0 0 0 0,-1 1 0 0 0,0 0 1 0 0,-1 0-1 0 0,1 0 0 0 0,-1 1 0 0 0,1 0 0 0 0,-8-3 0 0 0,10 5-35 0 0,-2 1 27 0 0,2 0-183 0 0,-1 0 0 0 0,0 0 0 0 0,1 1-1 0 0,-1-1 1 0 0,1 1 0 0 0,0 0 0 0 0,-1 0 0 0 0,1 1-1 0 0,0 0 1 0 0,-1-1 0 0 0,1 1 0 0 0,0 1 0 0 0,0-1 0 0 0,1 0-1 0 0,-1 1 1 0 0,0 0 0 0 0,-3 4 0 0 0,-2 2-7 0 0,0 2 0 0 0,1-1 0 0 0,0 1 1 0 0,1 1-1 0 0,0-1 0 0 0,1 1 0 0 0,-9 24 0 0 0,9-18-32 0 0,2 0 0 0 0,0 0-1 0 0,1 0 1 0 0,1 0 0 0 0,0 1 0 0 0,2-1-1 0 0,3 35 1 0 0,-2-47 7 0 0,0-2-10 0 0,0-1 1 0 0,0 1-1 0 0,1-1 0 0 0,-1 0 1 0 0,1 1-1 0 0,0-1 0 0 0,0 0 1 0 0,0 0-1 0 0,1 0 0 0 0,-1 0 1 0 0,1 0-1 0 0,3 2 0 0 0,-3-2-175 0 0,20 0 282 0 0,-18-2-63 0 0,-1-4 1 0 0,3 0-29 0 0,-1-1-1 0 0,0 0 1 0 0,0 0 0 0 0,0-1 0 0 0,-1 0 0 0 0,1 0-1 0 0,-1 0 1 0 0,0-1 0 0 0,5-7 0 0 0,41-85-201 0 0,-49 94 231 0 0,17-39 9 0 0,-17 40-64 0 0,1 7-33 0 0,23 37 82 0 0,-21-30-26 0 0,1 0 0 0 0,1 0 0 0 0,0 0 1 0 0,0-1-1 0 0,1 0 0 0 0,14 14 0 0 0,-19-22-1 0 0,0 1-1 0 0,0-1 1 0 0,0 1 0 0 0,1-1-1 0 0,-1 0 1 0 0,1 0 0 0 0,-1-1-1 0 0,1 1 1 0 0,0-1 0 0 0,0 0 0 0 0,5 2-1 0 0,-5-3 24 0 0,1 1-26 0 0,1 0 0 0 0,-1 0 0 0 0,1-1 1 0 0,-1 0-1 0 0,1 0 0 0 0,0-1 0 0 0,-1 1 0 0 0,10-4 1 0 0,-9 3-7 0 0,9-1-251 0 0,0 0 0 0 0,-1-2 1 0 0,1 0-1 0 0,-1 0 0 0 0,1-1 0 0 0,21-12 0 0 0,13-13-5919 0 0,-21 11 888 0 0</inkml:trace>
</inkml:ink>
</file>

<file path=ppt/ink/ink4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0:02.6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69 4164 0 0,'-7'-1'-419'0'0,"-15"-2"3644"0"0,23 0-877 0 0,10-1-1604 0 0,4 2-409 0 0,358-6 1060 0 0,599-25-1148 0 0,-896 29-936 0 0,-5 0-1249 0 0,-18 0-2688 0 0,-22 1-120 0 0</inkml:trace>
</inkml:ink>
</file>

<file path=ppt/ink/ink4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0:08.8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369 118 3928 0 0,'-1'-5'1510'0'0,"0"-1"-1284"0"0,0 1 0 0 0,0-1 0 0 0,-1 1-1 0 0,0-1 1 0 0,0 1 0 0 0,-1 0-1 0 0,1-1 1 0 0,-1 1 0 0 0,0 1-1 0 0,0-1 1 0 0,-1 0 0 0 0,1 1 0 0 0,-1 0-1 0 0,0-1 1 0 0,-1 2 0 0 0,1-1-1 0 0,-1 0 1 0 0,1 1 0 0 0,-1 0-1 0 0,0 0 1 0 0,0 0 0 0 0,0 1 0 0 0,-1 0-1 0 0,1 0 1 0 0,-1 0 0 0 0,1 0-1 0 0,-1 1 1 0 0,-6-1 0 0 0,6 2-158 0 0,1 0 1 0 0,-1 0-1 0 0,0 0 0 0 0,0 1 1 0 0,0 0-1 0 0,1 0 0 0 0,-1 0 1 0 0,0 1-1 0 0,1 0 1 0 0,-1 0-1 0 0,1 1 0 0 0,0-1 1 0 0,0 1-1 0 0,0 0 0 0 0,-6 5 1 0 0,0 1-14 0 0,1 0 0 0 0,0 1-1 0 0,0 0 1 0 0,1 0 0 0 0,1 1 0 0 0,-9 14 0 0 0,2 0-2 0 0,1 0 1 0 0,2 2 0 0 0,0-1-1 0 0,2 2 1 0 0,-8 29-1 0 0,17-51-25 0 0,1 0-27 0 0,0 19-45 0 0,0-19 83 0 0,2-1-21 0 0,8 12-62 0 0,-8-13 76 0 0,-1-3-26 0 0,1 0 0 0 0,-1 0 0 0 0,1 0 0 0 0,0 0 0 0 0,-1-1 1 0 0,1 1-1 0 0,0-1 0 0 0,0 1 0 0 0,-1-1 0 0 0,1 0 0 0 0,0 0 0 0 0,0 0 1 0 0,-1 0-1 0 0,1 0 0 0 0,0 0 0 0 0,0 0 0 0 0,-1 0 0 0 0,1-1 0 0 0,0 1 1 0 0,0-1-1 0 0,-1 1 0 0 0,1-1 0 0 0,1-1 0 0 0,37-18 115 0 0,-28 10-89 0 0,0 0 0 0 0,0 0-1 0 0,-1-1 1 0 0,0 0 0 0 0,-1-1 0 0 0,9-13-1 0 0,46-83 294 0 0,-20 32 180 0 0,-43 73-407 0 0,-2 2-87 0 0,1-1 0 0 0,-1 1-1 0 0,1 0 1 0 0,-1 0 0 0 0,1-1-1 0 0,0 1 1 0 0,-1 0 0 0 0,1 0-1 0 0,0 0 1 0 0,0 0 0 0 0,0 0-1 0 0,1-2 1 0 0,0 2 10 0 0,0-2 239 0 0,0 5-96 0 0,3 7-77 0 0,0 0 0 0 0,-1 0 0 0 0,0 0 0 0 0,0 1 0 0 0,-1-1 0 0 0,-1 1 0 0 0,4 19 0 0 0,8 30 50 0 0,-11-52-203 0 0,-1 1 0 0 0,1-1 0 0 0,1 0 0 0 0,0 0 0 0 0,0 0 0 0 0,0-1 0 0 0,1 1 0 0 0,0-1-1 0 0,0 0 1 0 0,0 0 0 0 0,1-1 0 0 0,0 1 0 0 0,0-1 0 0 0,0-1 0 0 0,1 1 0 0 0,0-1 0 0 0,-1 0 0 0 0,1-1 0 0 0,1 1 0 0 0,-1-2 0 0 0,9 4-1 0 0,1-2-900 0 0,1-1-1 0 0,-1-1 0 0 0,1 0 0 0 0,0-1 1 0 0,-1-1-1 0 0,1 0 0 0 0,0-2 0 0 0,24-4 1 0 0,10-4-5478 0 0</inkml:trace>
</inkml:ink>
</file>

<file path=ppt/ink/ink4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0:09.3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41 4768 0 0,'0'0'7146'0'0,"2"-4"-6624"0"0,9-11-41 0 0,-3 10-98 0 0,33-2-6 0 0,-1 2 0 0 0,67 1 1 0 0,87 9-3527 0 0,-186-4 2810 0 0,41 2-4859 0 0,-40-3-508 0 0</inkml:trace>
</inkml:ink>
</file>

<file path=ppt/ink/ink4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0:09.5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 1 3028 0 0,'-4'2'1169'0'0,"-15"5"-138"0"0,14-5-156 0 0,1 0-84 0 0,-13 6-52 0 0,12-6 1831 0 0,6-1-2540 0 0,-1 1 1 0 0,1-1-1 0 0,-1 0 1 0 0,1 1-1 0 0,-1-1 0 0 0,1 1 1 0 0,0-1-1 0 0,0 0 1 0 0,0 0-1 0 0,0 0 1 0 0,0 1-1 0 0,2 1 0 0 0,-2-2 27 0 0,-1-1-50 0 0,1 1 0 0 0,-1-1-1 0 0,0 0 1 0 0,0 1 0 0 0,0-1 0 0 0,1 0 0 0 0,-1 1-1 0 0,0-1 1 0 0,0 0 0 0 0,1 0 0 0 0,-1 1 0 0 0,0-1 0 0 0,1 0-1 0 0,-1 0 1 0 0,0 0 0 0 0,1 1 0 0 0,-1-1 0 0 0,0 0-1 0 0,1 0 1 0 0,-1 0 0 0 0,0 0 0 0 0,1 0 0 0 0,-1 0 0 0 0,1 0-1 0 0,-1 0 1 0 0,1 0 0 0 0,88 8-88 0 0,99-10-5588 0 0,-185 1 5450 0 0,53-2-4611 0 0</inkml:trace>
</inkml:ink>
</file>

<file path=ppt/ink/ink4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0:10.1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89 74 2772 0 0,'-26'1'1522'0'0,"21"0"-268"0"0,-2-1-282 0 0,-16 2-235 0 0,-5 0 4815 0 0,82-4-5343 0 0,-33 1-160 0 0,321-27 935 0 0,-336 27-938 0 0,-1-1-4 0 0,16-4-17 0 0,-16 4-27 0 0,-5 2-35 0 0,0-1 41 0 0,0 1 1 0 0,0 0 0 0 0,0-1-1 0 0,0 1 1 0 0,1 0-1 0 0,-1-1 1 0 0,0 1 0 0 0,0 0-1 0 0,0 0 1 0 0,0-1 0 0 0,1 1-1 0 0,-1 0 1 0 0,0 0-1 0 0,0-1 1 0 0,0 1 0 0 0,1 0-1 0 0,-1 0 1 0 0,0-1 0 0 0,1 1-1 0 0,-1 0 1 0 0,0 0 0 0 0,0 0-1 0 0,1 0 1 0 0,-1 0-1 0 0,0 0 1 0 0,1-1 0 0 0,-1 1-1 0 0,1 0 1 0 0,8-4-1189 0 0,-4-4-3673 0 0,0-6 3943 0 0,-1 9-2109 0 0</inkml:trace>
</inkml:ink>
</file>

<file path=ppt/ink/ink4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0:10.4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30 4740 0 0,'0'0'2950'0'0,"0"-5"-1611"0"0,-2-19 5433 0 0,1 29-6374 0 0,0 20 77 0 0,1 1-1 0 0,1 0 1 0 0,1 0 0 0 0,9 45 0 0 0,-4-26-61 0 0,-2-9-268 0 0,1 0 0 0 0,1-1 0 0 0,3 0 1 0 0,0 0-1 0 0,2-1 0 0 0,32 62 0 0 0,-41-92-339 0 0,0 0-151 0 0,10 11-206 0 0,-10-11-345 0 0</inkml:trace>
</inkml:ink>
</file>

<file path=ppt/ink/ink4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33.8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4476 0 0,'0'0'3029'0'0</inkml:trace>
</inkml:ink>
</file>

<file path=ppt/ink/ink4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05.4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30 5196 0 0,'0'0'1673'0'0,"-1"-5"-303"0"0,-3-14-281 0 0,2 14 2316 0 0,2 12-2957 0 0,2 86 747 0 0,20 149 0 0 0,-9-133-929 0 0,32 230 873 0 0,-45-334-997 0 0,3 21 192 0 0,-2-21 280 0 0,3-7-587 0 0,14-7 20 0 0,-11 1-14 0 0,9-28 22 0 0,8-16-22 0 0,55-91-1 0 0,-70 129-43 0 0,1 0 0 0 0,0 1-1 0 0,1 0 1 0 0,1 1 0 0 0,0 0-1 0 0,1 1 1 0 0,0 1-1 0 0,0-1 1 0 0,1 2 0 0 0,0 0-1 0 0,17-7 1 0 0,-25 13 10 0 0,0 1 0 0 0,0 0-1 0 0,0 1 1 0 0,0-1 0 0 0,0 1 0 0 0,0 1 0 0 0,0-1 0 0 0,11 1-1 0 0,-15 0 2 0 0,-1 0 0 0 0,1 0 0 0 0,-1 0-1 0 0,1 1 1 0 0,-1-1 0 0 0,0 0 0 0 0,1 1-1 0 0,-1-1 1 0 0,0 1 0 0 0,1-1 0 0 0,-1 1-1 0 0,0 0 1 0 0,0 0 0 0 0,1-1 0 0 0,-1 1-1 0 0,0 0 1 0 0,0 0 0 0 0,1 1 0 0 0,1 1-1 0 0,-2-2 1 0 0,1 0 0 0 0,-1-1-1 0 0,1 1 1 0 0,-1 1 0 0 0,1-1 0 0 0,-1 0-1 0 0,0 0 1 0 0,1 0 0 0 0,-1 1 0 0 0,0-1-1 0 0,0 1 1 0 0,0-1 0 0 0,0 1 0 0 0,0-1-1 0 0,0 1 1 0 0,0 2 0 0 0,1 1-1 0 0,0-4 0 0 0,-1 1 0 0 0,0-1 1 0 0,0 1-1 0 0,0 0 0 0 0,0 0 0 0 0,0 0 1 0 0,0 0-1 0 0,0 0 0 0 0,-1 0 1 0 0,1 0-1 0 0,-1 0 0 0 0,1 0 1 0 0,-1 0-1 0 0,0 0 0 0 0,0 4 1 0 0,1 0-3 0 0,0 4-1 0 0,1-1 1 0 0,-1 1 0 0 0,-1-1 0 0 0,0 1-1 0 0,0-1 1 0 0,-1 1 0 0 0,0-1-1 0 0,-1 1 1 0 0,0-1 0 0 0,-4 12 0 0 0,-2 1-14 0 0,-1 1 1 0 0,-19 32 0 0 0,22-42 12 0 0,-1 0 1 0 0,-1-1-1 0 0,0 0 0 0 0,-1 0 0 0 0,0-1 1 0 0,-1 0-1 0 0,0-1 0 0 0,-1 0 0 0 0,0-1 1 0 0,0 0-1 0 0,-1-1 0 0 0,0 0 0 0 0,0 0 1 0 0,-19 6-1 0 0,30-13-4 0 0,-1 0 0 0 0,0 0 1 0 0,0 0-1 0 0,0-1 0 0 0,0 1 0 0 0,0-1 0 0 0,0 0 1 0 0,0 1-1 0 0,0-1 0 0 0,0 0 0 0 0,-3 0 0 0 0,-1-1-47 0 0,-5-1-254 0 0,1-2 6 0 0,1 0-1 0 0,0-1 1 0 0,0-1 0 0 0,1 1-1 0 0,-1-1 1 0 0,1-1 0 0 0,0 0-1 0 0,1 0 1 0 0,0 0 0 0 0,-12-17 0 0 0,6 5-1283 0 0,1 0 1 0 0,0-1 0 0 0,2-1 0 0 0,-10-25 0 0 0,4 2-4636 0 0</inkml:trace>
</inkml:ink>
</file>

<file path=ppt/ink/ink4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05.6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14 248 3904 0 0,'0'0'2697'0'0,"-2"-4"-1623"0"0,1 3-699 0 0,0 0-148 0 0,0 0 0 0 0,0 0 0 0 0,0 0 0 0 0,0 0 0 0 0,0 0 0 0 0,0 0-1 0 0,1 0 1 0 0,-1 0 0 0 0,0-1 0 0 0,1 1 0 0 0,-1 0 0 0 0,0-3 0 0 0,2 3-152 0 0,-1-1 1 0 0,1 0-1 0 0,-1 0 1 0 0,1 0-1 0 0,0 1 0 0 0,-1-1 1 0 0,1 0-1 0 0,0 1 1 0 0,0-1-1 0 0,0 1 1 0 0,1-1-1 0 0,-1 1 1 0 0,0 0-1 0 0,0-1 1 0 0,1 1-1 0 0,-1 0 1 0 0,1 0-1 0 0,-1 0 0 0 0,1 0 1 0 0,3-1-1 0 0,36-17 468 0 0,88-22-1307 0 0,184-33 0 0 0,-295 71 528 0 0,253-46-6163 0 0,-208 41 1475 0 0</inkml:trace>
</inkml:ink>
</file>

<file path=ppt/ink/ink4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08.4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1 203 5132 0 0,'0'0'4408'0'0,"2"-4"-3724"0"0,9-12-56 0 0,-4 10 0 0 0,349-54 3358 0 0,-176 33-3551 0 0,-110 16-408 0 0,-3 2-1396 0 0,115-33 1 0 0,-171 38-548 0 0,0 0 0 0 0,-1-1 1 0 0,15-9-1 0 0</inkml:trace>
</inkml:ink>
</file>

<file path=ppt/ink/ink4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08.7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 5 3532 0 0,'0'0'1408'0'0,"-5"-1"-260"0"0,-20-3 3141 0 0,22 6-3842 0 0,-10 7-22 0 0,10-7 321 0 0,5 2-438 0 0,2 1-223 0 0,0 0-1 0 0,0 0 1 0 0,0 0 0 0 0,1-1-1 0 0,0 1 1 0 0,-1-1 0 0 0,1-1-1 0 0,1 1 1 0 0,-1-1 0 0 0,1 0-1 0 0,-1 0 1 0 0,1 0 0 0 0,0-1-1 0 0,9 3 1 0 0,11 2 91 0 0,53 8 0 0 0,-71-14-134 0 0,-3 0-32 0 0,1 0-37 0 0,19 2 7 0 0,-19-2 1 0 0,-2 0 5 0 0,12 3 38 0 0,-12-3 83 0 0,-4 6-107 0 0,0-1-3 0 0,1-4 3 0 0,-1 0 0 0 0,0 0 0 0 0,0-1 0 0 0,0 1 0 0 0,0 0 1 0 0,0 0-1 0 0,0 0 0 0 0,-1 0 0 0 0,1 0 0 0 0,0 0 0 0 0,-1-1 1 0 0,0 1-1 0 0,1 0 0 0 0,-1 0 0 0 0,0-1 0 0 0,-1 3 0 0 0,-57 99 77 0 0,35-63-704 0 0,1 0 0 0 0,2 2 1 0 0,-17 48-1 0 0,35-82-469 0 0,-2 14-340 0 0,2-1-2369 0 0,-1 6-1415 0 0</inkml:trace>
</inkml:ink>
</file>

<file path=ppt/ink/ink4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40.4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3104 0 0,'0'0'8973'0'0,"1"4"-8602"0"0,2 13-45 0 0,-2-13-8 0 0,5 31 467 0 0,0 36 0 0 0,-1-23-454 0 0,0 1-122 0 0,34 238 818 0 0,0-6 168 0 0,-30-189-980 0 0,-4 99 0 0 0,14 193 150 0 0,0-6 281 0 0,-21-299-635 0 0,2 546 717 0 0,9-319-200 0 0,3 59 134 0 0,-15 641 1631 0 0,-41-184 199 0 0,46 2 48 0 0,38-313-1355 0 0,-25-348-1090 0 0,-13-133-552 0 0,-2-26-30 0 0,1 1-219 0 0,0 15-269 0 0,-1-15-287 0 0,-10-25-10976 0 0,11 1 6704 0 0,6-29-2166 0 0</inkml:trace>
</inkml:ink>
</file>

<file path=ppt/ink/ink4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42.5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30 210 3524 0 0,'-30'3'8414'0'0,"34"0"-8107"0"0,10 9-35 0 0,-11-9-32 0 0,3-2-42 0 0,0 0-130 0 0,137 14 923 0 0,-91-14-841 0 0,552-27 127 0 0,-211 5-207 0 0,1208 21 11 0 0,-1357 4-2 0 0,346 6 242 0 0,1582 42 460 0 0,-202-67-30 0 0,-502-61-493 0 0,-847 42-197 0 0,157-10-10 0 0,-401 16 667 0 0,-312 17 90 0 0,-59 10-720 0 0,-2 0 129 0 0,12-3 36 0 0,-12 3 210 0 0,0-2-228 0 0,14-7 1 0 0,-14 8 286 0 0,4-7-204 0 0,4 0 775 0 0,-10 7-1073 0 0,0 0 52 0 0,0 1 0 0 0,-1-1 0 0 0,1 0 0 0 0,0 0 1 0 0,0 1-1 0 0,1-1 0 0 0,-1 1 0 0 0,4-3 0 0 0,-5 4-67 0 0,0 0 0 0 0,0 0 0 0 0,0 0 0 0 0,0 0 0 0 0,0 0 0 0 0,0 0 0 0 0,0 0 1 0 0,-1 1-1 0 0,1-1 0 0 0,0 0 0 0 0,0 0 0 0 0,0 1 0 0 0,0-1 0 0 0,-1 0 0 0 0,1 1 0 0 0,0-1 1 0 0,0 1-1 0 0,-1-1 0 0 0,1 1 0 0 0,0 0 0 0 0,-1-1 0 0 0,1 1 0 0 0,0 0 0 0 0,-1-1 0 0 0,1 1 0 0 0,-1 0 1 0 0,1 0-1 0 0,-1-1 0 0 0,0 1 0 0 0,1 0 0 0 0,-1 0 0 0 0,0 0 0 0 0,1-1 0 0 0,-1 1 0 0 0,0 0 0 0 0,0 0 1 0 0,0 0-1 0 0,0 1 0 0 0,10 31 9 0 0,-4-4 1 0 0,16 125 9 0 0,-18-109 95 0 0,-1-18-32 0 0,88 604 2239 0 0,23 25-950 0 0,-55-294-826 0 0,-20-122-282 0 0,59 310 633 0 0,90 435 134 0 0,-175-910-990 0 0,92 879 1278 0 0,-61-440-481 0 0,99 1014 287 0 0,-135-1362-1129 0 0,-8-122 0 0 0,-1 19-2 0 0,0-55-4 0 0,0-3-382 0 0,1 0-1 0 0,-1 0 1 0 0,0 0-1 0 0,-1 0 1 0 0,1 0 0 0 0,-1-1-1 0 0,0 1 1 0 0,-3 6 0 0 0,2-7-93 0 0,3-3 286 0 0,-1 0 1 0 0,0 0-1 0 0,1 0 0 0 0,-1 0 0 0 0,0 0 0 0 0,0 0 0 0 0,0 0 1 0 0,0 0-1 0 0,0-1 0 0 0,0 1 0 0 0,0 0 0 0 0,0-1 0 0 0,0 1 1 0 0,0-1-1 0 0,0 1 0 0 0,0-1 0 0 0,0 1 0 0 0,0-1 0 0 0,-1 0 0 0 0,-1 1 1 0 0,1-1-433 0 0,-15 7-3316 0 0,1-7 2516 0 0,9-1 140 0 0,-11 2-5156 0 0,-33-1-4482 0 0</inkml:trace>
</inkml:ink>
</file>

<file path=ppt/ink/ink4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44.0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0 323 3364 0 0,'0'0'1172'0'0,"5"1"-110"0"0,12 5-181 0 0,-13-5 1295 0 0,0 1-1525 0 0,69 24 3133 0 0,-68-24-3533 0 0,1-1-30 0 0,53 10 486 0 0,84 6-1 0 0,196-14 486 0 0,-176-6-797 0 0,1831 16-47 0 0,-396-33 150 0 0,-938-9-463 0 0,-371 14-18 0 0,1659-22 245 0 0,-376-37 158 0 0,-600 18-90 0 0,-495 35-284 0 0,-95 4 370 0 0,232-15 1478 0 0,-532 26-1669 0 0,131-6 382 0 0,-176 11-487 0 0,-6-4-23 0 0,69-6 51 0 0,-95 10-290 0 0,-1-1-256 0 0,0 0 118 0 0,14-4-2675 0 0,-21 2 888 0 0,1 0 1209 0 0,-1 0-1 0 0,0 0 0 0 0,0 0 1 0 0,0 1-1 0 0,0-1 0 0 0,0 1 1 0 0,-1 0-1 0 0,-7-5 0 0 0,-14-6-7556 0 0</inkml:trace>
</inkml:ink>
</file>

<file path=ppt/ink/ink4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44.6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1 5016 0 0,'0'0'2549'0'0,"27"13"3019"0"0,-8-2-4076 0 0,-35 7-2916 0 0,-24-10-2644 0 0,10-6-5025 0 0</inkml:trace>
</inkml:ink>
</file>

<file path=ppt/ink/ink4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44.8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44 273 4492 0 0,'-12'-37'3369'0'0,"3"-3"-1481"0"0,6-2-1428 0 0,-3-1-632 0 0,5 6-1256 0 0,-5-1-1080 0 0,-1 2-3553 0 0</inkml:trace>
</inkml:ink>
</file>

<file path=ppt/ink/ink4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45.0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1 202 3284 0 0,'133'-104'7510'0'0,"-92"76"-6968"0"0,58-28 0 0 0,-95 54-1279 0 0,-3 2 649 0 0,0 0 1 0 0,0 0-1 0 0,-1 0 1 0 0,1 0-1 0 0,0 0 1 0 0,0-1-1 0 0,0 1 1 0 0,-1 0-1 0 0,1 0 1 0 0,0-1-1 0 0,0 1 1 0 0,-1 0-1 0 0,1-1 1 0 0,0 1-1 0 0,-1-1 1 0 0,1 1-1 0 0,0-1 1 0 0,0 0-1 0 0,0 1-132 0 0,-1-1-1 0 0,1 1 1 0 0,-1-1 0 0 0,1 1-1 0 0,0-1 1 0 0,-1 1 0 0 0,1-1-1 0 0,0 1 1 0 0,0 0 0 0 0,-1-1-1 0 0,1 1 1 0 0,0 0 0 0 0,0 0-1 0 0,0 0 1 0 0,-1 0 0 0 0,1-1-1 0 0,0 1 1 0 0,1 0 0 0 0</inkml:trace>
</inkml:ink>
</file>

<file path=ppt/ink/ink4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45.1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3676 0 0,'0'0'1332'0'0,"56"3"-295"0"0,-26-1-293 0 0,-2 1 304 0 0,20 2-688 0 0,-2 3-660 0 0,-11 4-1500 0 0,-11 2-829 0 0</inkml:trace>
</inkml:ink>
</file>

<file path=ppt/ink/ink4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45.2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2124 0 0,'14'23'1304'0'0,"1"2"-252"0"0,1-2-47 0 0,0 0-541 0 0,0 3-56 0 0,-2-3-116 0 0,0 0-96 0 0,-2 1-52 0 0,-2 4 56 0 0,-1 0-164 0 0,-2 1-20 0 0,2-1-140 0 0,-2 0-476 0 0,-4 0-412 0 0,-3 22-4453 0 0</inkml:trace>
</inkml:ink>
</file>

<file path=ppt/ink/ink4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45.4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168 1 1940 0 0,'-4'15'856'0'0,"0"0"0"0"0,-2 0 0 0 0,1-1 0 0 0,-2 1-1 0 0,-7 13 1 0 0,12-25-327 0 0,-1 0-55 0 0,-4 4-310 0 0,0 0 1 0 0,-1-1-1 0 0,0 1 1 0 0,0-2-1 0 0,0 1 0 0 0,-10 4 1 0 0,-34 7-5071 0 0,45-15 623 0 0</inkml:trace>
</inkml:ink>
</file>

<file path=ppt/ink/ink4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45.5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165 13 5597 0 0,'0'0'1816'0'0,"-25"9"1892"0"0,-15-11-3884 0 0,5-6-1760 0 0,6 3-140 0 0,-6-2-913 0 0</inkml:trace>
</inkml:ink>
</file>

<file path=ppt/ink/ink4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45.7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346 282 3012 0 0,'-33'-16'2949'0'0,"-4"-4"-1117"0"0,8-4-628 0 0,-3-4-852 0 0,15 12-128 0 0,-1-4-208 0 0,-1 2-196 0 0,2 0-104 0 0,-4 0-136 0 0,0 0-140 0 0,-2-2-252 0 0,-3-3-320 0 0,3 4-893 0 0,-6-4-2111 0 0</inkml:trace>
</inkml:ink>
</file>

<file path=ppt/ink/ink4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45.8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0 348 3368 0 0,'0'-41'2625'0'0,"6"-3"-1853"0"0,2 17-116 0 0,1 0-252 0 0,3 0-236 0 0,2 0-264 0 0,0-1-200 0 0,0 2-328 0 0,0-1-340 0 0,0 1-9 0 0,0 2-647 0 0,0 1-1760 0 0</inkml:trace>
</inkml:ink>
</file>

<file path=ppt/ink/ink4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46.0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50 3812 0 0,'28'-11'1412'0'0,"-1"1"-319"0"0,0 2-269 0 0,1-1 380 0 0,17 1-720 0 0,-7 5-344 0 0,4 8-664 0 0,5 10-1352 0 0,-24-6 856 0 0,0 5-789 0 0,-2 0-1891 0 0</inkml:trace>
</inkml:ink>
</file>

<file path=ppt/ink/ink4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46.2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62 0 1856 0 0,'0'0'916'0'0,"-16"21"672"0"0,-5-3-1560 0 0,-3-6-2108 0 0</inkml:trace>
</inkml:ink>
</file>

<file path=ppt/ink/ink4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46.4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56 2580 0 0,'0'0'3357'0'0,"12"-21"-2281"0"0,-24 1-2576 0 0,-13 6-869 0 0</inkml:trace>
</inkml:ink>
</file>

<file path=ppt/ink/ink4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46.5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59 310 3468 0 0,'0'0'1400'0'0,"-10"-41"-319"0"0,3 14-321 0 0,2 0-356 0 0,-1-3-304 0 0,1-3-380 0 0,2-1-448 0 0,-6-7-253 0 0,2 0-707 0 0,0 5-1808 0 0</inkml:trace>
</inkml:ink>
</file>

<file path=ppt/ink/ink4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46.7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71 2352 0 0,'26'-10'888'0'0,"4"1"-288"0"0,0-1 4 0 0,-2 2-256 0 0,0-1-88 0 0,-2 3-20 0 0,17-4-208 0 0,-8 5-200 0 0,-7 2-616 0 0,0 6-3548 0 0</inkml:trace>
</inkml:ink>
</file>

<file path=ppt/ink/ink4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46.8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2972 0 0,'0'0'620'0'0</inkml:trace>
</inkml:ink>
</file>

<file path=ppt/ink/ink4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47.7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1156 49 1872 0 0,'-47'-13'1159'0'0,"-1"2"0"0"0,0 2-1 0 0,0 2 1 0 0,-1 2 0 0 0,0 2-1 0 0,0 2 1 0 0,-87 11 0 0 0,107-6-967 0 0,0 2-1 0 0,1 2 1 0 0,-1 0 0 0 0,2 2-1 0 0,-1 1 1 0 0,-26 15 0 0 0,35-15-124 0 0,0 1 1 0 0,0 0 0 0 0,2 2-1 0 0,0 0 1 0 0,0 1 0 0 0,1 1-1 0 0,1 0 1 0 0,-22 32 0 0 0,7-1 84 0 0,2 1 0 0 0,2 1 0 0 0,3 2 0 0 0,-19 56 0 0 0,-52 219 1119 0 0,82-277-1097 0 0,3 1 0 0 0,1-1-1 0 0,3 1 1 0 0,2 0 0 0 0,2 1-1 0 0,6 51 1 0 0,-1-64-80 0 0,2 0 0 0 0,2 0 0 0 0,2 0 0 0 0,1-1 0 0 0,2-1 0 0 0,1 0 0 0 0,2 0 0 0 0,30 46 0 0 0,-7-22 14 0 0,4-2 1 0 0,1-3-1 0 0,3-1 1 0 0,86 75 0 0 0,-34-46 114 0 0,182 117 1 0 0,-211-159-129 0 0,2-2 0 0 0,2-4 0 0 0,0-3 1 0 0,135 38-1 0 0,-109-45 101 0 0,1-4 0 0 0,0-5-1 0 0,135 5 1 0 0,-185-19-147 0 0,0-3-1 0 0,-1-2 0 0 0,1-2 0 0 0,-1-2 0 0 0,-1-2 0 0 0,76-25 1 0 0,-95 24-30 0 0,-1-3 1 0 0,0 0 0 0 0,0-2 0 0 0,-1 0-1 0 0,-1-2 1 0 0,-1-2 0 0 0,-1 0 0 0 0,0-1 0 0 0,-2-2-1 0 0,0 0 1 0 0,29-39 0 0 0,-26 26-44 0 0,-2-1 1 0 0,-2-1 0 0 0,-2-1-1 0 0,-1-1 1 0 0,27-81-1 0 0,-30 66-3 0 0,-3-1-1 0 0,-3 0 1 0 0,-1-1 0 0 0,0-67-1 0 0,-8 47 6 0 0,-4 1-1 0 0,-3 0 0 0 0,-4 0 1 0 0,-3 0-1 0 0,-3 1 1 0 0,-3 1-1 0 0,-34-86 0 0 0,27 97-2 0 0,-2 0 0 0 0,-3 2 1 0 0,-2 1-1 0 0,-3 1 0 0 0,-3 3 0 0 0,-1 0 0 0 0,-72-71 0 0 0,80 96 4 0 0,-1 1 1 0 0,-1 2 0 0 0,-1 1 0 0 0,-2 1-1 0 0,-48-23 1 0 0,53 33 14 0 0,-1 1-1 0 0,0 2 1 0 0,-1 1 0 0 0,0 2-1 0 0,-1 1 1 0 0,0 2-1 0 0,-38-3 1 0 0,15 8-190 0 0,1 2 1 0 0,-1 3 0 0 0,1 3 0 0 0,0 1-1 0 0,1 4 1 0 0,0 2 0 0 0,1 2-1 0 0,0 2 1 0 0,1 3 0 0 0,2 3 0 0 0,-82 48-1 0 0,110-57-531 0 0,2 0 0 0 0,-39 35 0 0 0,52-43-91 0 0,2 2 1 0 0,-1-1-1 0 0,1 1 1 0 0,0 0-1 0 0,0 0 0 0 0,1 1 1 0 0,1 0-1 0 0,-1 0 1 0 0,-4 15-1 0 0,3 2-5753 0 0</inkml:trace>
</inkml:ink>
</file>

<file path=ppt/ink/ink4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48.2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59 0 5705 0 0,'0'0'7058'0'0,"-5"1"-9509"0"0,-19 3 812 0 0,19-5-339 0 0,-15-2 816 0 0,15 2-877 0 0</inkml:trace>
</inkml:ink>
</file>

<file path=ppt/ink/ink4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48.3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126 396 2144 0 0,'-2'-4'1215'0'0,"-15"-37"1716"0"0,-21-77 0 0 0,24 69-2478 0 0,-37-98-5123 0 0,49 136 2835 0 0,0-15-1294 0 0</inkml:trace>
</inkml:ink>
</file>

<file path=ppt/ink/ink4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48.5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1 198 3640 0 0,'13'-17'646'0'0,"0"0"0"0"0,1 1 0 0 0,1 1 0 0 0,1 0 0 0 0,0 1 0 0 0,1 1 0 0 0,1 0-1 0 0,30-17 1 0 0,-30 21-1648 0 0,0 1 0 0 0,0 1 0 0 0,1 0 0 0 0,0 2-1 0 0,28-6 1 0 0,-40 10-2398 0 0</inkml:trace>
</inkml:ink>
</file>

<file path=ppt/ink/ink4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48.7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 3716 0 0,'0'0'1386'0'0,"8"0"-239"0"0,131-6 2933 0 0,-107 8-4084 0 0,-26-1-300 0 0,1 0-254 0 0,0 0 374 0 0,0-1-490 0 0,0 1 0 0 0,0 0 0 0 0,0 0-1 0 0,0 1 1 0 0,0 0 0 0 0,0 1 0 0 0,10 4 0 0 0,11 8-3172 0 0</inkml:trace>
</inkml:ink>
</file>

<file path=ppt/ink/ink4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48.8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2028 0 0,'0'0'908'0'0,"12"46"-232"0"0,-5-20-168 0 0,0 0-112 0 0,-4 2-64 0 0,1 2-60 0 0,1 1-316 0 0,0 16-1448 0 0,-5 1-2052 0 0</inkml:trace>
</inkml:ink>
</file>

<file path=ppt/ink/ink4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49.0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240 1 3104 0 0,'-4'5'1642'0'0,"-55"61"3770"0"0,55-62-4842 0 0,4-4-550 0 0,-1 0 0 0 0,1 0 0 0 0,-1 0 0 0 0,1 1 0 0 0,-1-1 0 0 0,1 0 0 0 0,-1 0 0 0 0,1 0 0 0 0,-1 0 0 0 0,1 1 0 0 0,-1-1 0 0 0,1 0 0 0 0,-1 0 0 0 0,1 1 0 0 0,-1-1 0 0 0,1 1 0 0 0,-1-1 0 0 0,1 0 0 0 0,0 1 0 0 0,-1-1 0 0 0,1 1 0 0 0,0-1 0 0 0,-1 1 0 0 0,-15 12 499 0 0,-36 12-2216 0 0,-9-2-4233 0 0,29-12 1870 0 0</inkml:trace>
</inkml:ink>
</file>

<file path=ppt/ink/ink4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49.1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278 58 3940 0 0,'-24'8'3033'0'0,"-9"-3"-1213"0"0,-7-7-1136 0 0,8-4-540 0 0,-3-4-604 0 0,-3-7-1468 0 0,12 6 812 0 0,1 0-881 0 0,1-3-2083 0 0</inkml:trace>
</inkml:ink>
</file>

<file path=ppt/ink/ink4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49.2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51 453 4424 0 0,'-16'-19'2685'0'0,"-7"-17"-1809"0"0,16 11 188 0 0,2-19-936 0 0,9 16-264 0 0,3-1-236 0 0,0-4 60 0 0,5-3-80 0 0,0-3-80 0 0,2-1-312 0 0,2-2-248 0 0,-2 1-829 0 0,1 0-1915 0 0</inkml:trace>
</inkml:ink>
</file>

<file path=ppt/ink/ink4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49.4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0 308 3200 0 0,'2'-34'2317'0'0,"3"10"-849"0"0,1-9-424 0 0,2-6-392 0 0,8-6-304 0 0,0 8-308 0 0,5 2-756 0 0,-6 19-292 0 0,1-2-124 0 0,3 3-893 0 0,2 4-2123 0 0</inkml:trace>
</inkml:ink>
</file>

<file path=ppt/ink/ink4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49.5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3832 0 0,'23'13'1264'0'0,"2"2"-207"0"0,-4-2-233 0 0,1 0-180 0 0,-1 0-108 0 0,0 2 176 0 0,7 11-336 0 0,-9 4-540 0 0,-7 6-1036 0 0,-12 3-988 0 0,-5 13-3465 0 0</inkml:trace>
</inkml:ink>
</file>

<file path=ppt/ink/ink4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49.7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1 2760 0 0,'0'0'1056'0'0,"12"42"364"0"0,-5-4-555 0 0,-5-4-837 0 0,-13-3-1521 0 0,-13-1-3103 0 0</inkml:trace>
</inkml:ink>
</file>

<file path=ppt/ink/ink4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49.8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33 199 5164 0 0,'0'0'1585'0'0,"-26"-13"1975"0"0,19-12-2008 0 0,11-9-1656 0 0,-1 6-304 0 0,2-3-944 0 0,-5-2-1532 0 0,2-1-4189 0 0</inkml:trace>
</inkml:ink>
</file>

<file path=ppt/ink/ink4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50.0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0 128 3284 0 0,'25'-16'1652'0'0,"4"-5"-439"0"0,-3 6-281 0 0,2 2-164 0 0,-1 0-196 0 0,2 1-368 0 0,-3 2 208 0 0,-1 1-60 0 0,13-3-516 0 0,-5 7-928 0 0,4 4-3041 0 0</inkml:trace>
</inkml:ink>
</file>

<file path=ppt/ink/ink4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50.2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18 3820 0 0,'0'0'3701'0'0,"14"-18"-4361"0"0</inkml:trace>
</inkml:ink>
</file>

<file path=ppt/ink/ink4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50.3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121 109 2548 0 0,'0'0'1288'0'0,"-7"-33"1349"0"0,-12 7-1617 0 0,-1 9-400 0 0,-2 6-588 0 0,-10 1-1352 0 0,11-1-5465 0 0</inkml:trace>
</inkml:ink>
</file>

<file path=ppt/ink/ink4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50.7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960 235 2340 0 0,'-19'-24'327'0'0,"-2"1"1"0"0,-1 1-1 0 0,0 1 0 0 0,-2 1 1 0 0,0 1-1 0 0,-2 1 0 0 0,-32-18 0 0 0,41 28-232 0 0,-1 0-1 0 0,0 1 0 0 0,0 0 1 0 0,0 2-1 0 0,0 0 0 0 0,-1 1 0 0 0,0 1 1 0 0,0 1-1 0 0,0 1 0 0 0,0 0 1 0 0,0 1-1 0 0,0 1 0 0 0,-19 4 1 0 0,17-1 20 0 0,1 1 0 0 0,-1 1 0 0 0,1 1 0 0 0,1 1 0 0 0,0 0 0 0 0,0 2 1 0 0,0 0-1 0 0,1 1 0 0 0,1 0 0 0 0,0 2 0 0 0,1 0 0 0 0,0 1 0 0 0,-25 29 0 0 0,22-20-298 0 0,1 1-1 0 0,1 0 0 0 0,1 2 1 0 0,2 0-1 0 0,0 0 1 0 0,2 1-1 0 0,1 1 0 0 0,1 0 1 0 0,-8 36-1 0 0,5 0 174 0 0,4 1-1 0 0,2 1 1 0 0,3 0 0 0 0,3-1 0 0 0,14 123 0 0 0,-9-158 52 0 0,2-1 1 0 0,1 0 0 0 0,1-1 0 0 0,2 0 0 0 0,0 0-1 0 0,2-1 1 0 0,1 0 0 0 0,1-1 0 0 0,1 0 0 0 0,2-2-1 0 0,0 0 1 0 0,2 0 0 0 0,0-2 0 0 0,2-1 0 0 0,0 0 0 0 0,1-1-1 0 0,1-2 1 0 0,32 21 0 0 0,87 51-4063 0 0,-138-87 1274 0 0</inkml:trace>
</inkml:ink>
</file>

<file path=ppt/ink/ink4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50.9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0 149 4492 0 0,'32'2'2661'0'0,"10"-6"-909"0"0,3-2-1116 0 0,-17-1-128 0 0,0-1-148 0 0,0 0-80 0 0,1-2-172 0 0,1-1-216 0 0,0-1-232 0 0,-1 1-396 0 0,6-7-584 0 0,-5 0 8 0 0,1-2-945 0 0,1 2-2427 0 0</inkml:trace>
</inkml:ink>
</file>

<file path=ppt/ink/ink4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51.0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0 163 3428 0 0,'23'-27'2429'0'0,"0"1"-813"0"0,-2-2-632 0 0,1 2-804 0 0,-4 2-1132 0 0,-4-7-2357 0 0</inkml:trace>
</inkml:ink>
</file>

<file path=ppt/ink/ink4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51.1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203 416 2616 0 0,'5'-34'1308'0'0,"-5"1"-148"0"0,-1-1-247 0 0,-1 3-269 0 0,-3-2-124 0 0,-2 2-120 0 0,-4 0-60 0 0,-1 3-184 0 0,-7-5-56 0 0,-4 5-356 0 0,-5 0-480 0 0,-3 2-364 0 0,-2 2-881 0 0,-2 2-2063 0 0</inkml:trace>
</inkml:ink>
</file>

<file path=ppt/ink/ink4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51.3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243 108 3552 0 0,'0'0'1160'0'0,"-30"-26"-167"0"0,11 13-349 0 0,0-2-216 0 0,-2 2-260 0 0,-4 0-432 0 0,-2 1-436 0 0,-5 4-265 0 0,-1 3-647 0 0,-4 2-1752 0 0</inkml:trace>
</inkml:ink>
</file>

<file path=ppt/ink/ink4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51.4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129 0 2804 0 0,'-10'25'980'0'0,"-2"1"-260"0"0,3 2-128 0 0,-3 0-147 0 0,1 1-81 0 0,-1 7 4 0 0,0-6-148 0 0,1 1-56 0 0,3-2 40 0 0,1 4-140 0 0,0-2-120 0 0,1 0 72 0 0,1 2-576 0 0,3 0-204 0 0,-1-2-145 0 0,3 0-571 0 0,-2 1-1652 0 0</inkml:trace>
</inkml:ink>
</file>

<file path=ppt/ink/ink4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51.5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2536 0 0,'0'0'840'0'0,"11"40"312"0"0,3-4-400 0 0,5-7-379 0 0,9-8-666 0 0,3-9-1311 0 0,9-12-2112 0 0</inkml:trace>
</inkml:ink>
</file>

<file path=ppt/ink/ink4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52.2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1652 144 2468 0 0,'-31'-19'575'0'0,"-1"0"-1"0"0,0 2 1 0 0,-2 2 0 0 0,0 1-1 0 0,-1 1 1 0 0,0 2 0 0 0,-72-13-1 0 0,57 18-180 0 0,0 2 0 0 0,-1 2 0 0 0,1 2 0 0 0,0 3 0 0 0,-68 11 1 0 0,59-3-143 0 0,0 2 1 0 0,1 2 0 0 0,1 3-1 0 0,-89 41 1 0 0,112-42-151 0 0,1 1 0 0 0,0 2 0 0 0,2 2 0 0 0,0 0 0 0 0,2 2 0 0 0,0 1 0 0 0,2 2-1 0 0,-35 43 1 0 0,30-26 14 0 0,2 2 0 0 0,2 1 0 0 0,3 1 0 0 0,1 1 0 0 0,3 1 0 0 0,2 1 0 0 0,2 1 0 0 0,2 0 0 0 0,3 2-1 0 0,-10 85 1 0 0,16-62-10 0 0,3 0 0 0 0,3 0-1 0 0,3 0 1 0 0,4 0 0 0 0,3-1 0 0 0,39 145-1 0 0,-25-148-39 0 0,3-1 0 0 0,3-1 0 0 0,3-1 0 0 0,3-2 0 0 0,3-2 0 0 0,3-1 0 0 0,3-2 0 0 0,3-2-1 0 0,2-3 1 0 0,2-2 0 0 0,3-1 0 0 0,3-4 0 0 0,1-2 0 0 0,3-2 0 0 0,1-4 0 0 0,3-2 0 0 0,1-3 0 0 0,1-3 0 0 0,3-3-1 0 0,86 27 1 0 0,-72-34-42 0 0,1-3-1 0 0,1-4 1 0 0,1-4-1 0 0,101 3 0 0 0,-134-16 64 0 0,0-1-1 0 0,0-3 1 0 0,0-3-1 0 0,-1-2 0 0 0,0-2 1 0 0,-1-3-1 0 0,99-37 0 0 0,-114 34 7 0 0,-1-3-1 0 0,-1-1 0 0 0,-1-2 1 0 0,-1-1-1 0 0,-1-2 0 0 0,-2-1 0 0 0,0-1 1 0 0,30-35-1 0 0,-28 23-17 0 0,-1-2 0 0 0,-2-2 0 0 0,-2 0 1 0 0,-2-2-1 0 0,40-93 0 0 0,-42 70-54 0 0,-2-1 1 0 0,-3 0-1 0 0,-3-1 1 0 0,-3-1 0 0 0,-3-1-1 0 0,-4 0 1 0 0,-3 0-1 0 0,-2 0 1 0 0,-15-111-1 0 0,6 126-31 0 0,-3 0-1 0 0,-2 0 0 0 0,-3 1 0 0 0,-2 1 1 0 0,-3 1-1 0 0,-2 1 0 0 0,-42-72 1 0 0,38 82-13 0 0,-1 2 1 0 0,-3 1 0 0 0,-1 1 0 0 0,-2 1-1 0 0,-1 2 1 0 0,-2 2 0 0 0,-1 1 0 0 0,-2 2-1 0 0,-45-26 1 0 0,24 21-112 0 0,-2 3 0 0 0,-1 2 0 0 0,-1 4 0 0 0,-2 2-1 0 0,0 3 1 0 0,-2 3 0 0 0,-133-19 0 0 0,145 32-216 0 0,-1 3 0 0 0,1 2-1 0 0,-1 2 1 0 0,1 3 0 0 0,-1 2 0 0 0,1 3 0 0 0,1 3 0 0 0,0 1-1 0 0,1 4 1 0 0,-66 28 0 0 0,60-16-464 0 0,0 3 0 0 0,3 2 1 0 0,0 3-1 0 0,3 3 0 0 0,1 2 0 0 0,2 2 0 0 0,2 3 1 0 0,3 1-1 0 0,-80 105 0 0 0,47-36-3089 0 0</inkml:trace>
</inkml:ink>
</file>

<file path=ppt/ink/ink4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52.7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89 1 5897 0 0,'0'0'1672'0'0,"28"11"1344"0"0,-36 20-3788 0 0,-22-21-636 0 0,-10-2-724 0 0,1-4-4101 0 0</inkml:trace>
</inkml:ink>
</file>

<file path=ppt/ink/ink4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52.9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74 400 4604 0 0,'-9'-31'1737'0'0,"0"2"-353"0"0,1-1-280 0 0,1 1-192 0 0,2 1-224 0 0,-1 0-172 0 0,1 0-28 0 0,0-19-620 0 0,0-2-816 0 0,-2-4-1472 0 0,0 6-5473 0 0</inkml:trace>
</inkml:ink>
</file>

<file path=ppt/ink/ink4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53.0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0 310 3168 0 0,'13'-23'1480'0'0,"0"0"-319"0"0,5 0-317 0 0,6-3-116 0 0,1 0-140 0 0,1 1-140 0 0,2 1-84 0 0,2 1-60 0 0,-2-2-68 0 0,1 6-64 0 0,-4 2-188 0 0,1 4-292 0 0,-3-2-408 0 0,-3 4-540 0 0,15-5-1841 0 0</inkml:trace>
</inkml:ink>
</file>

<file path=ppt/ink/ink4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53.2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2860 0 0,'49'8'1908'0'0,"-4"2"-695"0"0,-3 1-937 0 0,-7 6-1229 0 0,-9 2-1323 0 0</inkml:trace>
</inkml:ink>
</file>

<file path=ppt/ink/ink4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53.3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2720 0 0,'12'36'1140'0'0,"0"0"-296"0"0,-3-5-312 0 0,2 0 25 0 0,-4 2-161 0 0,-2 1-212 0 0,0 1-132 0 0,-3 1-620 0 0,-2-4-381 0 0,-4 3-619 0 0,1-1-1732 0 0</inkml:trace>
</inkml:ink>
</file>

<file path=ppt/ink/ink4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53.5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259 42 3488 0 0,'0'0'1552'0'0,"-38"6"509"0"0,-1-7-1077 0 0,-1-3-912 0 0,-5-4-880 0 0,-3-8-1109 0 0,24 8 145 0 0,0-2-1848 0 0</inkml:trace>
</inkml:ink>
</file>

<file path=ppt/ink/ink4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53.6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32 663 3380 0 0,'-14'-30'2044'0'0,"2"-7"-787"0"0,6-11-821 0 0,6 17-112 0 0,0-5-60 0 0,2 0-52 0 0,2-10 108 0 0,-3-1-280 0 0,3-1-120 0 0,-1-1-244 0 0,1 2-200 0 0,-3-2-228 0 0,3 3-248 0 0,-4 7 87 0 0,2 1-583 0 0,-1 2-1652 0 0</inkml:trace>
</inkml:ink>
</file>

<file path=ppt/ink/ink4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53.8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74 3328 0 0,'0'0'1188'0'0,"24"-23"361"0"0,1 4-297 0 0,-1 2-412 0 0,-3 8-252 0 0,5 4-876 0 0,4 11-3937 0 0</inkml:trace>
</inkml:ink>
</file>

<file path=ppt/ink/ink4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53.9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3400 0 0,'28'9'2889'0'0,"0"1"-1213"0"0,2 2-616 0 0,-10 1-788 0 0,-7 5-644 0 0,-8 8-1708 0 0,-7 13-4725 0 0</inkml:trace>
</inkml:ink>
</file>

<file path=ppt/ink/ink4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54.1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1 3140 0 0,'0'0'3369'0'0,"4"31"-85"0"0,-16-10-4640 0 0</inkml:trace>
</inkml:ink>
</file>

<file path=ppt/ink/ink4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1:54.9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1658 239 2512 0 0,'-31'-28'1259'0'0,"0"2"0"0"0,-2 1 0 0 0,-52-30 0 0 0,54 38-889 0 0,0 2 0 0 0,-1 1 0 0 0,-1 2 0 0 0,0 1-1 0 0,-1 1 1 0 0,0 2 0 0 0,-54-5 0 0 0,37 9-193 0 0,0 3-1 0 0,0 3 1 0 0,0 1-1 0 0,0 3 1 0 0,0 2-1 0 0,1 2 1 0 0,1 2 0 0 0,-1 2-1 0 0,2 3 1 0 0,0 2-1 0 0,2 1 1 0 0,-59 36 0 0 0,75-36-69 0 0,0 2 0 0 0,1 1 1 0 0,1 1-1 0 0,1 1 0 0 0,2 2 1 0 0,0 0-1 0 0,2 2 0 0 0,1 1 1 0 0,-20 36-1 0 0,14-16 59 0 0,2 0 0 0 0,3 2 0 0 0,2 1 0 0 0,2 1-1 0 0,-15 68 1 0 0,24-73-110 0 0,3 1 1 0 0,1 0-1 0 0,3 1 0 0 0,2-1 0 0 0,2 1 0 0 0,2-1 0 0 0,3 0 0 0 0,2 0 0 0 0,2 0 1 0 0,2-1-1 0 0,2-1 0 0 0,24 54 0 0 0,-19-58-24 0 0,1-2 1 0 0,3 0-1 0 0,1-2 0 0 0,3 0 1 0 0,1-2-1 0 0,1-1 1 0 0,2-1-1 0 0,2-2 0 0 0,1-1 1 0 0,1-2-1 0 0,2-1 1 0 0,1-2-1 0 0,44 24 0 0 0,-29-25 33 0 0,0-1 0 0 0,2-3 0 0 0,1-3 0 0 0,1-2 0 0 0,68 12 0 0 0,-55-17 17 0 0,0-4 0 0 0,1-2-1 0 0,0-4 1 0 0,74-6 0 0 0,-100-1-31 0 0,-1-1 1 0 0,1-3-1 0 0,-1-1 1 0 0,0-2-1 0 0,-1-3 1 0 0,-1-1-1 0 0,79-40 1 0 0,-91 38 32 0 0,-1-1-1 0 0,-1-2 1 0 0,0-1 0 0 0,-2 0 0 0 0,0-2 0 0 0,-2-2 0 0 0,-1 0 0 0 0,-1-1 0 0 0,-1-1 0 0 0,-1-1 0 0 0,17-32 0 0 0,-13 13 40 0 0,-2-2 1 0 0,-3 0-1 0 0,-2-1 0 0 0,-1-1 1 0 0,-3 0-1 0 0,-3-1 1 0 0,-1 0-1 0 0,1-61 1 0 0,-8 40-4 0 0,-3 0 1 0 0,-3 0-1 0 0,-3 0 0 0 0,-3 1 1 0 0,-27-96-1 0 0,25 128-112 0 0,-1 0 0 0 0,-2 1 0 0 0,-1 1 0 0 0,-2 1-1 0 0,-2 0 1 0 0,-34-47 0 0 0,35 59-8 0 0,-1 2-1 0 0,0 0 1 0 0,-2 1 0 0 0,-1 1-1 0 0,0 1 1 0 0,-2 1 0 0 0,0 1-1 0 0,-1 1 1 0 0,-36-17 0 0 0,26 18-218 0 0,0 1 0 0 0,-2 2 0 0 0,1 2 0 0 0,-2 1 0 0 0,1 2 0 0 0,-1 2 0 0 0,-1 1 0 0 0,1 3 0 0 0,0 0 0 0 0,-1 3 0 0 0,-53 7 0 0 0,41 1-1083 0 0,1 1-1 0 0,0 3 1 0 0,1 3 0 0 0,0 1 0 0 0,2 2 0 0 0,0 3 0 0 0,1 2 0 0 0,-48 32 0 0 0,15-1-4672 0 0</inkml:trace>
</inkml:ink>
</file>

<file path=ppt/ink/ink4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15.5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3728 0 0,'0'0'4583'0'0,"6"0"-4089"0"0,2 2-204 0 0,0-1-1 0 0,0 1 0 0 0,0 1 1 0 0,0 0-1 0 0,0 0 0 0 0,0 0 0 0 0,-1 1 1 0 0,8 4-1 0 0,349 211 2003 0 0,196 68-1554 0 0,15-37-141 0 0,-469-205-494 0 0,133 63 43 0 0,233 143 0 0 0,-349-181 177 0 0,4-5 0 0 0,167 61 0 0 0,-65-43 753 0 0,-224-81-976 0 0,-3-2-82 0 0,-1 0 0 0 0,1 0 0 0 0,0 0-1 0 0,-1 1 1 0 0,1-1 0 0 0,-1 1 0 0 0,1-1 0 0 0,-1 1-1 0 0,1 0 1 0 0,-1 0 0 0 0,3 1 0 0 0,0 0 24 0 0,1 0 198 0 0,-1 0-112 0 0,60 25 995 0 0,-61-25-920 0 0,6 9-185 0 0,1-3 111 0 0,-4-1 507 0 0,9 7 340 0 0,-12-15-1605 0 0,-7-12-1175 0 0,-4 3-219 0 0,-80-73-7462 0 0,51 52 2181 0 0</inkml:trace>
</inkml:ink>
</file>

<file path=ppt/ink/ink4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16.3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 3072 0 0,'0'0'4707'0'0,"3"-1"-4319"0"0,0-1-289 0 0,1 1-1 0 0,0 0 0 0 0,-1 0 1 0 0,1 0-1 0 0,0 1 0 0 0,-1-1 1 0 0,1 1-1 0 0,0 0 0 0 0,-1 0 1 0 0,1 1-1 0 0,0-1 1 0 0,0 1-1 0 0,-1-1 0 0 0,1 1 1 0 0,-1 0-1 0 0,1 1 0 0 0,5 2 1 0 0,7 1 136 0 0,81 28 443 0 0,-2 5-1 0 0,134 73 1 0 0,-66-30-383 0 0,586 224 688 0 0,21-55-380 0 0,109 2 241 0 0,-691-210 56 0 0,-183-41-856 0 0,21 4 18 0 0,-20-4-34 0 0,-2 0-38 0 0,13 2 17 0 0,-12-2 80 0 0,-1 0-113 0 0,15 1-89 0 0,-14-2-171 0 0,-6-2-1370 0 0,1 0 1457 0 0,-1-1 1 0 0,1 1-1 0 0,-1 0 0 0 0,0 0 0 0 0,0-1 0 0 0,0 1 0 0 0,0 0 0 0 0,0 0 0 0 0,0 0 0 0 0,-1 0 0 0 0,1 0 1 0 0,-1 1-1 0 0,1-1 0 0 0,-3-2 0 0 0,-31-25-3112 0 0,25 22 1650 0 0,-21-17-4310 0 0</inkml:trace>
</inkml:ink>
</file>

<file path=ppt/ink/ink4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16.8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3916 0 0,'0'0'1216'0'0,"4"2"-233"0"0,408 169 3255 0 0,219 66-2639 0 0,211 45-814 0 0,-841-281-785 0 0,1043 373 824 0 0,-491-156-557 0 0,-255-112-90 0 0,-294-104-109 0 0,5-19-636 0 0,-9 17 557 0 0,0 0 0 0 0,0 0 0 0 0,0-1 0 0 0,0 1 0 0 0,0 0 0 0 0,1 0 0 0 0,-1-1 0 0 0,0 1 1 0 0,0 0-1 0 0,0 0 0 0 0,0 0 0 0 0,0-1 0 0 0,0 1 0 0 0,0 0 0 0 0,0 0 0 0 0,0-1 0 0 0,0 1 0 0 0,0 0 0 0 0,0 0 0 0 0,0-1 0 0 0,-1 1 0 0 0,1 0 0 0 0,0 0 0 0 0,0-1 0 0 0,0 1 0 0 0,0 0 0 0 0,0 0 0 0 0,0 0 0 0 0,-1-1 0 0 0,1 1 0 0 0,0 0 0 0 0,0 0 0 0 0,0 0 0 0 0,0 0 0 0 0,-1-1 0 0 0,1 1 0 0 0,0 0 0 0 0,0 0 1 0 0,-1 0-1 0 0,-35-38-2641 0 0,-1 1 1 0 0,-80-58 0 0 0,65 57-2422 0 0</inkml:trace>
</inkml:ink>
</file>

<file path=ppt/ink/ink4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17.4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7 4244 0 0,'-3'-2'1182'0'0,"-3"-2"382"0"0,10 3-611 0 0,23 9-314 0 0,41 16-428 0 0,753 324 2079 0 0,165 66-842 0 0,-179-125-394 0 0,24-73-373 0 0,-716-198-139 0 0,-94-15-359 0 0,-16-2 15 0 0,0 0-4 0 0,46 1 751 0 0,-46-2-689 0 0,-5 0-251 0 0,0 0 0 0 0,0-1-1 0 0,0 1 1 0 0,0 0 0 0 0,0-1 0 0 0,0 1-1 0 0,0 0 1 0 0,1 0 0 0 0,-1-1 0 0 0,0 1 0 0 0,0 0-1 0 0,0 0 1 0 0,0-1 0 0 0,0 1 0 0 0,1 0-1 0 0,-1 0 1 0 0,0-1 0 0 0,0 1 0 0 0,0 0-1 0 0,1 0 1 0 0,-1 0 0 0 0,0-1 0 0 0,0 1-1 0 0,1 0 1 0 0,-1 0 0 0 0,0 0 0 0 0,0 0-1 0 0,1 0 1 0 0,-1 0 0 0 0,1-1 0 0 0,-1 1-163 0 0,1 0 1 0 0,0-1-1 0 0,0 1 1 0 0,-1 0-1 0 0,1-1 1 0 0,0 1-1 0 0,-1-1 1 0 0,1 1 0 0 0,0-1-1 0 0,-1 1 1 0 0,1-1-1 0 0,-1 0 1 0 0,1 1-1 0 0,-1-1 1 0 0,1 0-1 0 0,-1 1 1 0 0,0-1-1 0 0,1 0 1 0 0,-1 0 0 0 0,6-15-1312 0 0,-5 13-580 0 0,-11-22-7976 0 0</inkml:trace>
</inkml:ink>
</file>

<file path=ppt/ink/ink4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18.0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1317 1 2328 0 0,'-8'1'291'0'0,"0"0"0"0"0,0 1 0 0 0,0 0 0 0 0,0 0 0 0 0,1 1-1 0 0,-1 0 1 0 0,1 0 0 0 0,0 1 0 0 0,0-1 0 0 0,0 2 0 0 0,0-1 0 0 0,1 1-1 0 0,0 0 1 0 0,0 1 0 0 0,-6 6 0 0 0,-9 12 190 0 0,0 0 1 0 0,-24 41-1 0 0,37-53-305 0 0,-217 350 1707 0 0,-20 29-1218 0 0,-5-43 280 0 0,39-56 36 0 0,60-75-686 0 0,148-212-469 0 0,-5 1-131 0 0,0-1-2853 0 0,16-27 1404 0 0,2 0 0 0 0,13-23 0 0 0,-1 7-2678 0 0</inkml:trace>
</inkml:ink>
</file>

<file path=ppt/ink/ink4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18.3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669 1 2908 0 0,'0'0'5159'0'0,"-1"7"-4789"0"0,-7 13-158 0 0,-1 1 0 0 0,-1-2-1 0 0,0 1 1 0 0,-27 34-1 0 0,4-3 44 0 0,-373 731 1215 0 0,365-696-1467 0 0,4 1-1 0 0,-33 117 0 0 0,68-179-257 0 0,2-24 219 0 0,0 1-1 0 0,0-1 1 0 0,0 0 0 0 0,0 0 0 0 0,0 0 0 0 0,0 1-1 0 0,0-1 1 0 0,0 0 0 0 0,-1 0 0 0 0,1 0 0 0 0,0 0 0 0 0,-1 0-1 0 0,1 1 1 0 0,-2 0 0 0 0,11 26-1427 0 0,-8-23 323 0 0,5-5-231 0 0,22-2-1002 0 0,-2-6-1669 0 0</inkml:trace>
</inkml:ink>
</file>

<file path=ppt/ink/ink4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18.6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662 17 3240 0 0,'0'0'1634'0'0,"4"-3"-293"0"0,14-8-325 0 0,-14 8 1449 0 0,-5 10-2052 0 0,-1 5-303 0 0,-1 0-1 0 0,0-1 1 0 0,-1 0 0 0 0,0 0-1 0 0,-8 14 1 0 0,-35 60 322 0 0,30-56-331 0 0,-135 230 517 0 0,-74 133-87 0 0,31 17-488 0 0,187-393-273 0 0,6-11-70 0 0,0 0-1 0 0,0 0 0 0 0,0 0 1 0 0,0 0-1 0 0,1 0 0 0 0,-1 7 1 0 0,3 16-3489 0 0,5-31 1447 0 0,22-11-1645 0 0</inkml:trace>
</inkml:ink>
</file>

<file path=ppt/ink/ink4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18.9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739 13 4192 0 0,'0'0'1295'0'0,"3"-3"-279"0"0,4-7 1515 0 0,-14 20-1554 0 0,-38 49-508 0 0,-507 824 1230 0 0,515-814-2085 0 0,4 1-1 0 0,-35 104 1 0 0,67-170 233 0 0,0-1 1 0 0,0 0-1 0 0,0 1 1 0 0,0-1-1 0 0,0 1 1 0 0,1-1-1 0 0,0 1 1 0 0,-1 4-1 0 0,2 4-1117 0 0,4 16-2734 0 0,-3-22-329 0 0</inkml:trace>
</inkml:ink>
</file>

<file path=ppt/ink/ink4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19.3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1095 1 4088 0 0,'0'0'3627'0'0,"-4"2"-3001"0"0,-10 7-317 0 0,1 0 0 0 0,0 1-1 0 0,1 1 1 0 0,0 0-1 0 0,-11 14 1 0 0,-55 71 516 0 0,58-70-651 0 0,-350 507 1226 0 0,38 25-339 0 0,191-285 538 0 0,140-269-1550 0 0,-1 1 34 0 0,1-1 0 0 0,-1 0 0 0 0,0 0 0 0 0,0 0-1 0 0,-1 0 1 0 0,1-1 0 0 0,-4 5 0 0 0,3-4 6 0 0,1-1 880 0 0,-15-11-917 0 0,13 6-8 0 0,-3-13-69 0 0,-1-19-17028 0 0</inkml:trace>
</inkml:ink>
</file>

<file path=ppt/ink/ink4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20.2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23 223 3492 0 0,'-5'0'1688'0'0,"-10"-2"1381"0"0,13 0-1308 0 0,23-5-910 0 0,52-3-1096 0 0,1651-71 3241 0 0,-439 28-1836 0 0,-182 4-1522 0 0,-789 39-3916 0 0,-281 5 1643 0 0,-26 3 2077 0 0,0 1-1986 0 0</inkml:trace>
</inkml:ink>
</file>

<file path=ppt/ink/ink4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20.6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0 242 3356 0 0,'0'0'3027'0'0,"4"-1"-2563"0"0,16-6-246 0 0,1 1 0 0 0,1 1 0 0 0,-1 1 0 0 0,28-2 0 0 0,-7 1-4 0 0,987-92 3221 0 0,8 54-2406 0 0,-876 38-986 0 0,465-30-2204 0 0,-611 34 1518 0 0,21-3-284 0 0,-12-6-3242 0 0,-7-3-549 0 0</inkml:trace>
</inkml:ink>
</file>

<file path=ppt/ink/ink4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20.8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0 336 4548 0 0,'0'0'2907'0'0,"6"-5"-2331"0"0,1-1-487 0 0,0 1 1 0 0,0 0 0 0 0,1 1 0 0 0,0 0-1 0 0,0 0 1 0 0,0 0 0 0 0,0 1 0 0 0,11-2-1 0 0,81-18 154 0 0,-68 17-95 0 0,746-108 1912 0 0,13 53-1250 0 0,35 26-921 0 0,-309 15-1637 0 0,-512 20 1698 0 0,41-2-2033 0 0,92-15 0 0 0,-130 14-135 0 0,8-6-1548 0 0</inkml:trace>
</inkml:ink>
</file>

<file path=ppt/ink/ink4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21.1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9 328 4580 0 0,'0'0'1428'0'0,"-3"-3"-316"0"0,3 3-1083 0 0,-1 0 0 0 0,1 0 0 0 0,0 0 0 0 0,0 0 0 0 0,-1-1 0 0 0,1 1-1 0 0,0 0 1 0 0,-1 0 0 0 0,1-1 0 0 0,0 1 0 0 0,0 0 0 0 0,-1 0 0 0 0,1-1 0 0 0,0 1 0 0 0,0 0 0 0 0,0-1 0 0 0,0 1 0 0 0,-1 0 0 0 0,1-1-1 0 0,0 1 1 0 0,0 0 0 0 0,0-1 0 0 0,0 1 0 0 0,0-1 0 0 0,0 1 0 0 0,0 0 0 0 0,0-1 0 0 0,0 1 0 0 0,0 0 0 0 0,0-1 0 0 0,0 1 0 0 0,0 0 0 0 0,0-1-1 0 0,0 1 1 0 0,0-1 0 0 0,1 1 0 0 0,-1 0 0 0 0,0-1 0 0 0,18-10 362 0 0,40-6-311 0 0,-48 15 40 0 0,647-121 1275 0 0,11 49-161 0 0,1597-12-1937 0 0,-2185 86 36 0 0,96 3-4790 0 0,-169-2 856 0 0</inkml:trace>
</inkml:ink>
</file>

<file path=ppt/ink/ink4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21.4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18 224 3260 0 0,'-17'-7'1230'0'0,"17"7"-1203"0"0,0 0-1 0 0,0 0 1 0 0,0 0-1 0 0,0 0 1 0 0,0 0 0 0 0,0-1-1 0 0,0 1 1 0 0,0 0 0 0 0,0 0-1 0 0,0 0 1 0 0,0 0 0 0 0,0 0-1 0 0,-1 0 1 0 0,1-1-1 0 0,0 1 1 0 0,0 0 0 0 0,0 0-1 0 0,0 0 1 0 0,0 0 0 0 0,0 0-1 0 0,0-1 1 0 0,0 1 0 0 0,0 0-1 0 0,0 0 1 0 0,0 0-1 0 0,0 0 1 0 0,1 0 0 0 0,-1 0-1 0 0,0-1 1 0 0,0 1 0 0 0,0 0-1 0 0,0 0 1 0 0,0 0-1 0 0,0 0 1 0 0,0 0 0 0 0,0 0-1 0 0,0 0 1 0 0,0-1 0 0 0,0 1-1 0 0,1 0 1 0 0,-1 0 0 0 0,0 0-1 0 0,0 0 1 0 0,0 0-1 0 0,0 0 1 0 0,0 0 0 0 0,0 0-1 0 0,0 0 1 0 0,1 0 0 0 0,-1 0-1 0 0,34-9 1690 0 0,-22 7-1771 0 0,765-111 2938 0 0,-749 109-2808 0 0,901-75 590 0 0,-309 74-7075 0 0,-497 10 1728 0 0</inkml:trace>
</inkml:ink>
</file>

<file path=ppt/ink/ink4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23.5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 1036 2888 0 0,'0'0'2871'0'0,"-5"2"-1882"0"0,-19 6 496 0 0,19 4-566 0 0,4-11-884 0 0,1 0 1 0 0,-1-1 0 0 0,1 1-1 0 0,0 0 1 0 0,-1-1 0 0 0,1 1-1 0 0,0 0 1 0 0,-1 0 0 0 0,1-1 0 0 0,0 1-1 0 0,0 0 1 0 0,-1 0 0 0 0,1 0-1 0 0,0-1 1 0 0,0 1 0 0 0,0 0-1 0 0,0 0 1 0 0,0 0 0 0 0,0 0-1 0 0,1-1 1 0 0,-1 1 0 0 0,0 0-1 0 0,0 0 1 0 0,1 1 0 0 0,1 7 141 0 0,1-1 0 0 0,0 1 0 0 0,0 0 0 0 0,1-1 0 0 0,0 0 1 0 0,1 0-1 0 0,0 0 0 0 0,0-1 0 0 0,0 0 0 0 0,1 0 1 0 0,0 0-1 0 0,10 8 0 0 0,-4-5-3 0 0,0-1 0 0 0,0-1 0 0 0,1 0-1 0 0,0-1 1 0 0,1 0 0 0 0,27 9 0 0 0,-4-6-5 0 0,0-1-1 0 0,0-2 1 0 0,1-1 0 0 0,0-2-1 0 0,48-2 1 0 0,-10-4-8 0 0,1-4 1 0 0,84-18-1 0 0,154-46 105 0 0,-268 59-232 0 0,1111-309-54 0 0,-162 40-401 0 0,-266 100 208 0 0,328-86 365 0 0,-564 135-553 0 0,-489 130 281 0 0</inkml:trace>
</inkml:ink>
</file>

<file path=ppt/ink/ink4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23.8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3356 0 0,'0'0'6837'0'0,"5"1"-6625"0"0,5 1-83 0 0,0 0 0 0 0,1 1-1 0 0,-1 0 1 0 0,0 0 0 0 0,-1 1 0 0 0,1 1-1 0 0,-1 0 1 0 0,0 0 0 0 0,0 1 0 0 0,0 0 0 0 0,11 10-1 0 0,-15-10-76 0 0,0-1-1 0 0,0 1 1 0 0,-1-1-1 0 0,0 1 1 0 0,0 1-1 0 0,0-1 1 0 0,-1 0-1 0 0,0 1 0 0 0,0 0 1 0 0,0 0-1 0 0,-1 0 1 0 0,0 0-1 0 0,-1 0 1 0 0,2 11-1 0 0,-2-1-56 0 0,0-1 1 0 0,-1 1-1 0 0,-1-1 1 0 0,-4 30-1 0 0,3-33-421 0 0,-10 39-449 0 0,-5-12-4994 0 0,2-11 380 0 0</inkml:trace>
</inkml:ink>
</file>

<file path=ppt/ink/ink4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24.5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 54 5256 0 0,'0'0'2005'0'0,"-1"-5"-290"0"0,-1-13-272 0 0,1 13 1342 0 0,0 1-2173 0 0,-2-14-99 0 0,2 14 561 0 0,1 9-818 0 0,-1-4-235 0 0,3 66 608 0 0,53 227-1188 0 0,-26-161-4826 0 0,-27-99 406 0 0</inkml:trace>
</inkml:ink>
</file>

<file path=ppt/ink/ink4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24.9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0 232 3624 0 0,'6'-15'840'0'0,"0"1"0"0"0,1 0 0 0 0,1 0 0 0 0,0 0 0 0 0,1 1 0 0 0,12-15 0 0 0,-10 17-539 0 0,1-1 0 0 0,-1 2 0 0 0,2 0-1 0 0,-1 0 1 0 0,1 2 0 0 0,1-1 0 0 0,0 1 0 0 0,0 1 0 0 0,0 1 0 0 0,16-5 0 0 0,-23 8-224 0 0,0 0 3 0 0,1 1 0 0 0,-1 0 1 0 0,1 0-1 0 0,-1 0 0 0 0,1 1 1 0 0,0 0-1 0 0,12 1 0 0 0,-10-1-40 0 0,30 3 38 0 0,-26 0-51 0 0,0 0 0 0 0,0 1 0 0 0,-1 1 0 0 0,1 0 0 0 0,-1 1 0 0 0,0 1 0 0 0,23 12 0 0 0,-28-13-21 0 0,-1 0 1 0 0,1 1 0 0 0,-1 0 0 0 0,0 0-1 0 0,-1 1 1 0 0,1 0 0 0 0,-1 0-1 0 0,0 0 1 0 0,-1 1 0 0 0,0 0-1 0 0,0 0 1 0 0,-1 0 0 0 0,7 18 0 0 0,-7-12-10 0 0,0 1 1 0 0,-1-1-1 0 0,-1 1 1 0 0,-1 0-1 0 0,0 0 1 0 0,0 0-1 0 0,-2 0 1 0 0,0 0-1 0 0,0 0 1 0 0,-1-1 0 0 0,-1 1-1 0 0,-1 0 1 0 0,0-1-1 0 0,-1 0 1 0 0,0 0-1 0 0,-1 0 1 0 0,-1-1-1 0 0,-9 15 1 0 0,6-12 3 0 0,-1 0 0 0 0,0-1 0 0 0,-1 0 0 0 0,-1-1 1 0 0,0-1-1 0 0,-1 0 0 0 0,0-1 0 0 0,-1 0 0 0 0,-1-1 0 0 0,0-1 0 0 0,0 0 1 0 0,-1-1-1 0 0,-31 12 0 0 0,39-18-163 0 0,0-1 0 0 0,0 1 1 0 0,-18 1-1 0 0,24-4-156 0 0,-1 0 0 0 0,1 0 0 0 0,-1 0 0 0 0,1 0-1 0 0,-1-1 1 0 0,1 1 0 0 0,0-1 0 0 0,-1 0 0 0 0,1 0 0 0 0,0 0 0 0 0,-1-1 0 0 0,1 1 0 0 0,-6-4-1 0 0,-12-10-2921 0 0</inkml:trace>
</inkml:ink>
</file>

<file path=ppt/ink/ink4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25.7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15 2848 0 0,'-1'-1'371'0'0,"1"0"0"0"0,0 0 0 0 0,-1 0 0 0 0,1 1 0 0 0,0-1 0 0 0,-1 0 0 0 0,1 0 0 0 0,-1 0 0 0 0,0 1 0 0 0,1-1 0 0 0,-1 0 0 0 0,1 0 0 0 0,-1 1 0 0 0,0-1 0 0 0,0 1 0 0 0,1-1 0 0 0,-1 0 1 0 0,-1 0-1 0 0,-4 5 4335 0 0,2 1-4881 0 0,2-2-964 0 0,-1 6 1452 0 0,2 61 348 0 0,2 23-880 0 0,4-1-1 0 0,19 100 1 0 0,-23-187-510 0 0,4 16-770 0 0,-3-16 1149 0 0,0 0-962 0 0</inkml:trace>
</inkml:ink>
</file>

<file path=ppt/ink/ink4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26.3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6 255 3276 0 0,'0'-6'1443'0'0,"-3"-20"-225"0"0,3 19-245 0 0,-1 1-142 0 0,0-5-403 0 0,0-1-1 0 0,1 1 0 0 0,1 0 0 0 0,-1 0 0 0 0,2 0 1 0 0,-1 0-1 0 0,2 0 0 0 0,6-22 0 0 0,-4 27-380 0 0,-1 0-1 0 0,1 0 0 0 0,0 0 0 0 0,1 1 0 0 0,-1 0 0 0 0,1 0 1 0 0,0 0-1 0 0,0 1 0 0 0,1 0 0 0 0,-1 0 0 0 0,1 0 0 0 0,0 1 1 0 0,0 0-1 0 0,0 0 0 0 0,15-3 0 0 0,-14 4-32 0 0,0-1 2 0 0,1 1-1 0 0,0 0 1 0 0,-1 1 0 0 0,1-1-1 0 0,0 2 1 0 0,16 0-1 0 0,20 4 25 0 0,-36-1-31 0 0,-2 1 0 0 0,4 0 11 0 0,23 21-8 0 0,-30-17-9 0 0,-2-2 1 0 0,1-3-1 0 0,-1 1-1 0 0,0 0 0 0 0,-1-1 1 0 0,1 1-1 0 0,-1 0 1 0 0,1 0-1 0 0,-1 0 1 0 0,0 0-1 0 0,-1 1 1 0 0,1-1-1 0 0,0 8 0 0 0,-1-8 3 0 0,-1 8-6 0 0,0 0 0 0 0,0 0 0 0 0,-1 0 0 0 0,-1-1 0 0 0,0 1-1 0 0,0-1 1 0 0,-1 0 0 0 0,-1 0 0 0 0,0 0 0 0 0,0 0 0 0 0,-12 16 0 0 0,-54 71 206 0 0,69-95-152 0 0,-1 0 85 0 0,3-2-101 0 0,-1-1 0 0 0,1 0-1 0 0,0 1 1 0 0,-1-1 0 0 0,1 0 0 0 0,0 1 0 0 0,-1-1 0 0 0,1 1-1 0 0,0-1 1 0 0,-1 1 0 0 0,1-1 0 0 0,0 0 0 0 0,0 1-1 0 0,0-1 1 0 0,-1 1 0 0 0,1-1 0 0 0,0 1 0 0 0,0-1 0 0 0,0 1-1 0 0,0 0 1 0 0,0-1 0 0 0,0 1 0 0 0,0-1 0 0 0,0 1 0 0 0,0 0-1 0 0,2-1 22 0 0,0 0 0 0 0,-1 0 0 0 0,1 0 0 0 0,0 0 0 0 0,-1 0 0 0 0,1 0 0 0 0,-1-1 0 0 0,1 1 0 0 0,0-1 0 0 0,-1 1-1 0 0,1-1 1 0 0,-1 1 0 0 0,0-1 0 0 0,3-1 0 0 0,53-22 9 0 0,-37 17-55 0 0,37-8 0 0 0,-51 14-18 0 0,13-4 39 0 0,1 3-21 0 0,-1 2-18 0 0,-10 0 3 0 0,0 0-1 0 0,0 1 1 0 0,0 0 0 0 0,0 1 0 0 0,-1 0-1 0 0,1 0 1 0 0,0 1 0 0 0,-1 0-1 0 0,1 1 1 0 0,-1-1 0 0 0,0 1 0 0 0,9 7-1 0 0,-14-9-2 0 0,-1 1 0 0 0,0-1 0 0 0,0 1 0 0 0,0-1 0 0 0,0 1 0 0 0,0 0 0 0 0,0 0 0 0 0,-1 0 0 0 0,1 0 0 0 0,-1 0 0 0 0,0 0-1 0 0,0 0 1 0 0,0 0 0 0 0,-1 1 0 0 0,1-1 0 0 0,0 4 0 0 0,-1-3-15 0 0,1 2 22 0 0,-1 0 0 0 0,0 0 0 0 0,0 0 0 0 0,-1 0 0 0 0,0 0 0 0 0,0 0 0 0 0,0 0 1 0 0,-1-1-1 0 0,1 1 0 0 0,-2 0 0 0 0,1-1 0 0 0,0 1 0 0 0,-1-1 0 0 0,0 0 0 0 0,-1 1 0 0 0,-3 4 0 0 0,-4 5 1 0 0,-1 0 0 0 0,-1 0 0 0 0,0-2 0 0 0,-1 1 0 0 0,0-2 0 0 0,-1 0 1 0 0,0 0-1 0 0,-1-2 0 0 0,0 0 0 0 0,-1-1 0 0 0,0 0 0 0 0,0-1 0 0 0,-1-1 1 0 0,-27 7-1 0 0,30-10-12 0 0,13-3 6 0 0,0-1 0 0 0,0 1 0 0 0,0-1 0 0 0,0 0 0 0 0,0 1 0 0 0,0-1 0 0 0,0 0 0 0 0,0 0 0 0 0,0 0 0 0 0,-1 0 0 0 0,1-1 0 0 0,-3 0 0 0 0,-3 0-41 0 0,2 0-96 0 0,0 0 0 0 0,0 0 0 0 0,1 0 0 0 0,-1-1 0 0 0,0 0 0 0 0,1 0 0 0 0,-1-1 0 0 0,1 1 0 0 0,0-1 0 0 0,-10-7 1 0 0,12 7-125 0 0,1 0 0 0 0,-1 1 0 0 0,0-1 0 0 0,1 0 1 0 0,0-1-1 0 0,0 1 0 0 0,0 0 0 0 0,-2-5 1 0 0,2 2-583 0 0,0 1 0 0 0,0-1 0 0 0,1 0 0 0 0,-1 1 0 0 0,2-1 0 0 0,-2-9 0 0 0,1-18-3939 0 0</inkml:trace>
</inkml:ink>
</file>

<file path=ppt/ink/ink4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27.0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370 197 2224 0 0,'-17'-71'3322'0'0,"14"62"-3016"0"0,-1 1 0 0 0,1-1-1 0 0,-2 0 1 0 0,1 1 0 0 0,-1 0 0 0 0,0 0 0 0 0,-1 1 0 0 0,0-1-1 0 0,0 1 1 0 0,-11-10 0 0 0,-22-9 698 0 0,35 24-740 0 0,-2 3-14 0 0,-3 1-177 0 0,1 1 0 0 0,0 0-1 0 0,-1 1 1 0 0,1 0 0 0 0,1 0 0 0 0,-1 0-1 0 0,0 1 1 0 0,1 0 0 0 0,0 1 0 0 0,0-1-1 0 0,1 1 1 0 0,0 1 0 0 0,0-1-1 0 0,0 1 1 0 0,1 0 0 0 0,-5 8 0 0 0,-5 7 25 0 0,2 1 1 0 0,0 0 0 0 0,1 1 0 0 0,-11 36 0 0 0,13-30-40 0 0,2 0 0 0 0,1 1-1 0 0,2 0 1 0 0,-3 42 0 0 0,7-51-20 0 0,1 0-1 0 0,1 0 1 0 0,1 0 0 0 0,1 0 0 0 0,1 0 0 0 0,12 38 0 0 0,-11-45 3 0 0,-4-13-39 0 0,0 1 1 0 0,0-1-1 0 0,0 1 0 0 0,0-1 0 0 0,0 0 1 0 0,1 0-1 0 0,-1 1 0 0 0,1-1 1 0 0,0 0-1 0 0,3 3 0 0 0,-1 0 4 0 0,-1 0 0 0 0,1-1-1 0 0,0 1 1 0 0,0-1 0 0 0,1 0 0 0 0,-1 0-1 0 0,1-1 1 0 0,0 1 0 0 0,0-1 0 0 0,0 0-1 0 0,1-1 1 0 0,-1 1 0 0 0,1-1 0 0 0,-1 0-1 0 0,1 0 1 0 0,0-1 0 0 0,-1 1 0 0 0,1-1-1 0 0,0-1 1 0 0,0 1 0 0 0,0-1-1 0 0,0 0 1 0 0,0 0 0 0 0,0-1 0 0 0,0 0-1 0 0,7-1 1 0 0,-5 0 17 0 0,-1-1 0 0 0,0 0-1 0 0,1 0 1 0 0,-1 0 0 0 0,0-1-1 0 0,0 0 1 0 0,-1-1 0 0 0,1 1-1 0 0,-1-1 1 0 0,0-1 0 0 0,7-7-1 0 0,21-42 45 0 0,-33 52-65 0 0,1 0 0 0 0,-1 1 0 0 0,0-1 1 0 0,1 0-1 0 0,-1 0 0 0 0,0 1 0 0 0,-1-1 0 0 0,2-6 0 0 0,1-14 25 0 0,3-15 722 0 0,1-49 0 0 0,-6 131-748 0 0,2 1 0 0 0,2-1 1 0 0,1 0-1 0 0,3 0 0 0 0,26 77 1 0 0,-32-115-425 0 0,0 1-1 0 0,0 0 1 0 0,1-1 0 0 0,0 0 0 0 0,0 0 0 0 0,0 0 0 0 0,1 0 0 0 0,0-1 0 0 0,10 9 0 0 0,-12-12-1010 0 0</inkml:trace>
</inkml:ink>
</file>

<file path=ppt/ink/ink4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27.2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45 138 2892 0 0,'-12'-5'152'0'0,"-8"-5"5750"0"0,8 4-2995 0 0,24 0-2524 0 0,2-1-69 0 0,0 0 0 0 0,1 1 0 0 0,0 0 0 0 0,17-3 0 0 0,246-58-1804 0 0,-272 66 42 0 0,-1-1-458 0 0,16-3-1385 0 0</inkml:trace>
</inkml:ink>
</file>

<file path=ppt/ink/ink4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28.0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25 2688 0 0,'-2'-6'1301'0'0,"-2"-13"103"0"0,8 34 591 0 0,9 39-983 0 0,55 190-2098 0 0,-13-88-3012 0 0,-37-111 922 0 0</inkml:trace>
</inkml:ink>
</file>

<file path=ppt/ink/ink4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28.3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388 44 3612 0 0,'2'-3'1048'0'0,"-1"2"-909"0"0,-1-1-1 0 0,1 1 0 0 0,-1 0 0 0 0,1-1 1 0 0,-1 1-1 0 0,0-1 0 0 0,1 1 0 0 0,-1-1 1 0 0,0 1-1 0 0,0 0 0 0 0,0-1 0 0 0,0 1 1 0 0,0-1-1 0 0,-1 1 0 0 0,1-1 0 0 0,0 1 1 0 0,-1 0-1 0 0,1-1 0 0 0,-1 1 0 0 0,1 0 1 0 0,-1-1-1 0 0,0 1 0 0 0,1 0 0 0 0,-1 0 1 0 0,-1-2-1 0 0,-1-1 720 0 0,-3 5-485 0 0,4-1-345 0 0,-3 1 51 0 0,1-1 0 0 0,0 0 0 0 0,0 1-1 0 0,0 0 1 0 0,-1 0 0 0 0,1 0-1 0 0,0 1 1 0 0,0-1 0 0 0,1 1 0 0 0,-1 0-1 0 0,0 0 1 0 0,1 0 0 0 0,-1 1 0 0 0,1-1-1 0 0,-1 1 1 0 0,1 0 0 0 0,0 0-1 0 0,0 0 1 0 0,1 0 0 0 0,-1 1 0 0 0,0-1-1 0 0,1 1 1 0 0,-2 3 0 0 0,3-3-48 0 0,-1 0 0 0 0,1 0 1 0 0,0 0-1 0 0,0 0 0 0 0,1 0 1 0 0,-1 0-1 0 0,1 0 0 0 0,0 1 1 0 0,0-1-1 0 0,1 0 0 0 0,-1 0 1 0 0,1 0-1 0 0,1 6 0 0 0,1-3-1 0 0,0 1-1 0 0,0-1 1 0 0,0 0-1 0 0,1 0 1 0 0,0 0 0 0 0,9 10-1 0 0,7 6-11 0 0,2-1 0 0 0,45 36 0 0 0,-37-33-17 0 0,-13-10-40 0 0,24 28-1 0 0,-41-43 39 0 0,0 0 1 0 0,1 0-1 0 0,-1 1 1 0 0,0-1-1 0 0,0 0 0 0 0,1 1 1 0 0,-1-1-1 0 0,0 0 1 0 0,0 1-1 0 0,0-1 0 0 0,0 0 1 0 0,0 1-1 0 0,1-1 1 0 0,-1 0-1 0 0,0 1 0 0 0,0-1 1 0 0,0 1-1 0 0,0-1 1 0 0,0 0-1 0 0,0 1 0 0 0,0-1 1 0 0,0 0-1 0 0,0 1 1 0 0,0-1-1 0 0,0 0 0 0 0,-1 1 1 0 0,1-1-1 0 0,0 0 1 0 0,0 1-1 0 0,0 0 0 0 0,-2 2-15 0 0,1 1 0 0 0,0 0 0 0 0,-1-1-1 0 0,0 1 1 0 0,0-1 0 0 0,0 1 0 0 0,0-1-1 0 0,-1 0 1 0 0,1 0 0 0 0,-1 0 0 0 0,0 0-1 0 0,0 0 1 0 0,0-1 0 0 0,0 1 0 0 0,0-1-1 0 0,0 0 1 0 0,-1 0 0 0 0,1 0 0 0 0,-1 0-1 0 0,-4 1 1 0 0,-24 10-608 0 0,0-2 0 0 0,-67 14-1 0 0,-72 3-3281 0 0,129-23 2524 0 0,-40 6-3082 0 0</inkml:trace>
</inkml:ink>
</file>

<file path=ppt/ink/ink4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50.21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3 163 3636 0 0,'0'0'6797'0'0,"-1"-4"-5770"0"0,0-11 730 0 0,11 23 1213 0 0,-7-5-2907 0 0,-3-3-59 0 0,1 0-1 0 0,-1 0 1 0 0,1 0-1 0 0,-1 0 0 0 0,1 0 1 0 0,-1 1-1 0 0,1-1 1 0 0,-1 0-1 0 0,1 0 1 0 0,-1 0-1 0 0,0 1 1 0 0,1-1-1 0 0,-1 0 0 0 0,1 0 1 0 0,-1 1-1 0 0,0-1 1 0 0,1 0-1 0 0,-1 1 1 0 0,0-1-1 0 0,1 1 1 0 0,-1-1-1 0 0,0 0 0 0 0,1 1 1 0 0,-1 0-1 0 0,15 12 83 0 0,-9-10-83 0 0,0 0 0 0 0,0 0 0 0 0,0-1 0 0 0,0 0 0 0 0,0-1 1 0 0,0 1-1 0 0,1-1 0 0 0,-1 0 0 0 0,0-1 0 0 0,1 0 0 0 0,-1 0 1 0 0,1 0-1 0 0,-1-1 0 0 0,0 1 0 0 0,1-1 0 0 0,-1-1 0 0 0,0 0 1 0 0,0 0-1 0 0,0 0 0 0 0,0 0 0 0 0,0-1 0 0 0,0 0 0 0 0,-1 0 1 0 0,1-1-1 0 0,-1 1 0 0 0,0-1 0 0 0,5-5 0 0 0,-7 6 0 0 0,-2 3-3 0 0,0-1 0 0 0,0 0 0 0 0,0 0 0 0 0,0 0 0 0 0,0 1 0 0 0,0-1 0 0 0,0 0 0 0 0,-1 0 0 0 0,1 0 0 0 0,0 0 0 0 0,-1-1 0 0 0,1 1 0 0 0,0 0 0 0 0,-1 0 0 0 0,0 0 0 0 0,1-2 0 0 0,5-19 2 0 0,-6-12 42 0 0,-10 8-30 0 0,-7 4-15 0 0,12 18 21 0 0,1 1 0 0 0,0 0 0 0 0,-1 0 1 0 0,0 1-1 0 0,0-1 0 0 0,1 1 0 0 0,-8-2 0 0 0,8 2-49 0 0,-3 2 1 0 0,2 0 29 0 0,1 0 10 0 0,-1 0 1 0 0,0 0 0 0 0,0 0 0 0 0,0 0-1 0 0,1 1 1 0 0,-1 0 0 0 0,0 0 0 0 0,1 0-1 0 0,-1 1 1 0 0,1-1 0 0 0,-8 5 0 0 0,5-2-22 0 0,-1 1 0 0 0,1 0 1 0 0,0 0-1 0 0,0 0 0 0 0,-8 10 1 0 0,13-12 17 0 0,-1 1 0 0 0,1-1 0 0 0,-1 1 0 0 0,1-1 0 0 0,0 1 0 0 0,0 0 0 0 0,0 0 0 0 0,1 0 0 0 0,0 1 0 0 0,-1-1 0 0 0,1 0 0 0 0,0 5 0 0 0,1-5-42 0 0,1 0 15 0 0,6 10-3 0 0,-5-10 13 0 0,1-2 11 0 0,35 17 111 0 0,-34-17 108 0 0,2-2-160 0 0,23 0-1067 0 0,-31-4 158 0 0,-9-11-193 0 0,9 11-231 0 0,-2 1-316 0 0,0 1 949 0 0,-5-4 13 0 0,1-5-3570 0 0,-2-7-1725 0 0</inkml:trace>
</inkml:ink>
</file>

<file path=ppt/ink/ink4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50.47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134 27 4196 0 0,'0'0'3981'0'0,"1"-5"-2609"0"0,0 0-955 0 0,0-11 2675 0 0,-19 22-2253 0 0,11 0-459 0 0,-6 15-115 0 0,1 0 0 0 0,2 0 0 0 0,0 1 0 0 0,1 1 0 0 0,-10 40 0 0 0,5-5-274 0 0,-6 69-1 0 0,17-106-449 0 0,2-18 379 0 0,1-1-1 0 0,0 1 0 0 0,-1 0 1 0 0,1-1-1 0 0,0 1 1 0 0,0 0-1 0 0,1-1 0 0 0,-1 1 1 0 0,1-1-1 0 0,-1 1 1 0 0,3 4-1 0 0,2 18-726 0 0,1-14-201 0 0,-3-7 626 0 0,-2-2 241 0 0,-1-1-1 0 0,1 1 1 0 0,0-1-1 0 0,0 1 1 0 0,0-1-1 0 0,1 0 1 0 0,-1 0-1 0 0,0 1 1 0 0,0-1-1 0 0,1 0 1 0 0,-1 0-1 0 0,1 0 1 0 0,-1 0-1 0 0,1 0 1 0 0,-1-1-1 0 0,1 1 1 0 0,2 0-1 0 0,2 3-444 0 0,6 2-24 0 0,9-3-2858 0 0,19 0-1506 0 0</inkml:trace>
</inkml:ink>
</file>

<file path=ppt/ink/ink4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50.69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524 46 4952 0 0,'6'-20'1593'0'0,"-5"16"697"0"0,-3 0-1477 0 0,-9-13 335 0 0,6 19-768 0 0,-10 4-226 0 0,0 1 1 0 0,0 1-1 0 0,1 0 1 0 0,0 1 0 0 0,1 0-1 0 0,0 2 1 0 0,1-1 0 0 0,-22 25-1 0 0,-87 114 396 0 0,103-125-498 0 0,14-19-49 0 0,-53 69-10 0 0,3 3-1 0 0,-48 92 0 0 0,97-149-574 0 0,5-19 527 0 0,0 0 0 0 0,0-1 0 0 0,0 1 0 0 0,-1 0 0 0 0,1 0 0 0 0,0 0 1 0 0,0-1-1 0 0,0 1 0 0 0,-1 0 0 0 0,1 0 0 0 0,-1-1 0 0 0,1 1 1 0 0,0 0-1 0 0,-1-1 0 0 0,1 1 0 0 0,-1 0 0 0 0,1-1 0 0 0,-2 2 0 0 0,4 2-884 0 0,0-1 574 0 0,-1-2 171 0 0,0 0 1 0 0,0 0-1 0 0,0 0 1 0 0,0 0 0 0 0,0 1-1 0 0,-1-1 1 0 0,1 0-1 0 0,0 1 1 0 0,-1-1 0 0 0,1 0-1 0 0,-1 1 1 0 0,1 2-1 0 0,6-4-2624 0 0,30 3-2029 0 0</inkml:trace>
</inkml:ink>
</file>

<file path=ppt/ink/ink4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50.91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664 1 4720 0 0,'0'0'4972'0'0,"3"2"-4480"0"0,10 7-117 0 0,-13-9-369 0 0,0 0 0 0 0,1 0 0 0 0,-1 0 0 0 0,0 0 0 0 0,0 0-1 0 0,0 1 1 0 0,0-1 0 0 0,0 0 0 0 0,1 0 0 0 0,-1 0 0 0 0,0 0 0 0 0,0 1 0 0 0,0-1 0 0 0,0 0 0 0 0,0 0 0 0 0,0 0-1 0 0,0 0 1 0 0,0 1 0 0 0,0-1 0 0 0,0 0 0 0 0,1 0 0 0 0,-1 0 0 0 0,0 1 0 0 0,0-1 0 0 0,0 0 0 0 0,0 0 0 0 0,0 1 0 0 0,-1-1-1 0 0,1 0 1 0 0,0 0 0 0 0,0 0 0 0 0,0 1 0 0 0,0-1 0 0 0,0 0 0 0 0,0 0 0 0 0,0 0 0 0 0,0 0 0 0 0,0 1 0 0 0,0-1-1 0 0,-1 0 1 0 0,1 0 0 0 0,0 0 0 0 0,0 0 0 0 0,0 1 0 0 0,0-1 0 0 0,0 0 0 0 0,-1 0 0 0 0,1 0 0 0 0,0 0 0 0 0,0 0 0 0 0,0 0-1 0 0,-1 0 1 0 0,-21 33 224 0 0,-2-1-1 0 0,-1-2 1 0 0,-30 29-1 0 0,-99 84 87 0 0,107-101-245 0 0,-148 128-1404 0 0,58-67-5541 0 0,118-90 2944 0 0</inkml:trace>
</inkml:ink>
</file>

<file path=ppt/ink/ink4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51.14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2848 0 0,'0'0'1757'0'0,"2"4"-310"0"0,27 55 1443 0 0,61 92 0 0 0,7 13-2115 0 0,31 86-821 0 0,-74-142-8739 0 0</inkml:trace>
</inkml:ink>
</file>

<file path=ppt/ink/ink4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51.35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462 45 3284 0 0,'-4'-5'1337'0'0,"-36"-31"1266"0"0,35 33-2061 0 0,-2 4-64 0 0,0-1-336 0 0,5 0-95 0 0,0 0-1 0 0,0 0 0 0 0,-1 0 0 0 0,1 0 1 0 0,0 1-1 0 0,0-1 0 0 0,0 1 0 0 0,0-1 0 0 0,-1 1 1 0 0,1 0-1 0 0,0 0 0 0 0,0 0 0 0 0,0 0 1 0 0,1 0-1 0 0,-4 2 0 0 0,-11 8 156 0 0,1 1 0 0 0,0 1 0 0 0,0 0 0 0 0,2 1 0 0 0,-1 1 0 0 0,-21 31 0 0 0,-65 115 216 0 0,64-98-288 0 0,24-43-219 0 0,-42 69-1266 0 0,17-39-4231 0 0</inkml:trace>
</inkml:ink>
</file>

<file path=ppt/ink/ink4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51.58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557 11 4040 0 0,'-29'-10'1430'0'0,"15"10"-285"0"0,-5 4-711 0 0,0 2 0 0 0,0 0 0 0 0,1 1 0 0 0,0 1 0 0 0,1 1 0 0 0,-23 14 1 0 0,-2 7 306 0 0,1 2 0 0 0,-62 64 1 0 0,-55 84-300 0 0,141-155-1305 0 0,14-21 261 0 0</inkml:trace>
</inkml:ink>
</file>

<file path=ppt/ink/ink4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51.80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600 35 4124 0 0,'0'-2'147'0'0,"-1"0"0"0"0,1 0 0 0 0,-1 0 0 0 0,0 1-1 0 0,0-1 1 0 0,1 0 0 0 0,-1 1 0 0 0,-1-1 0 0 0,1 0-1 0 0,0 1 1 0 0,0 0 0 0 0,-1-1 0 0 0,1 1 0 0 0,0 0-1 0 0,-1-1 1 0 0,0 1 0 0 0,1 0 0 0 0,-1 0-1 0 0,1 0 1 0 0,-1 0 0 0 0,0 1 0 0 0,0-1 0 0 0,0 0-1 0 0,1 1 1 0 0,-1-1 0 0 0,0 1 0 0 0,0 0 0 0 0,-2-1-1 0 0,-10 3 24 0 0,0 0-1 0 0,0 0 0 0 0,0 2 0 0 0,1-1 1 0 0,-1 2-1 0 0,1 0 0 0 0,0 0 0 0 0,1 1 0 0 0,-22 14 1 0 0,-111 83 510 0 0,129-91-564 0 0,-156 131 158 0 0,104-81-2851 0 0,65-59 1330 0 0</inkml:trace>
</inkml:ink>
</file>

<file path=ppt/ink/ink4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52.05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915 18 3452 0 0,'0'0'1620'0'0,"-3"-3"-347"0"0,1 2-1154 0 0,0-1 1 0 0,0 1 0 0 0,0-1 0 0 0,0 1-1 0 0,0 0 1 0 0,0 0 0 0 0,-1-1 0 0 0,1 2-1 0 0,0-1 1 0 0,-1 0 0 0 0,1 0 0 0 0,-1 1-1 0 0,1 0 1 0 0,0-1 0 0 0,-1 1 0 0 0,1 0-1 0 0,-1 0 1 0 0,1 0 0 0 0,-1 0 0 0 0,1 1-1 0 0,-1-1 1 0 0,-2 2 0 0 0,-50 8 265 0 0,-1 2 1 0 0,-62 24 0 0 0,-116 53 43 0 0,142-53-193 0 0,-81 40 23 0 0,50-21-1570 0 0,118-53 561 0 0</inkml:trace>
</inkml:ink>
</file>

<file path=ppt/ink/ink4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52.26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3 3300 0 0,'5'-1'1336'0'0,"2"0"-989"0"0,0 0-1 0 0,-1 1 1 0 0,1 0-1 0 0,0 1 1 0 0,0-1-1 0 0,-1 1 0 0 0,1 0 1 0 0,0 1-1 0 0,-1 0 1 0 0,1 0-1 0 0,10 5 0 0 0,-7-1-152 0 0,-1 1-1 0 0,0-1 0 0 0,-1 2 0 0 0,0-1 0 0 0,0 1 1 0 0,10 14-1 0 0,36 58 372 0 0,-29-41-398 0 0,56 90 67 0 0,-7-13-1975 0 0,-25-43-3517 0 0</inkml:trace>
</inkml:ink>
</file>

<file path=ppt/ink/ink4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07:52:52.90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12310,'73'521'0</inkml:trace>
</inkml:ink>
</file>

<file path=ppt/ink/ink4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40.5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2948 0 0,'0'0'5501'0'0</inkml:trace>
</inkml:ink>
</file>

<file path=ppt/ink/ink4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43.06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57 120 4912 0 0,'2'-5'1696'0'0,"4"-12"-351"0"0,-5 13 1118 0 0,-1-1-1956 0 0,1-15-176 0 0,0 15 697 0 0,-19-3-676 0 0,15 6 25 0 0,3 3-374 0 0,0-1 1 0 0,0 0 0 0 0,-1 1 0 0 0,1-1 0 0 0,0 1 0 0 0,0-1 0 0 0,0 0 0 0 0,0 1 0 0 0,-1-1-1 0 0,1 0 1 0 0,0 0 0 0 0,0 1 0 0 0,-1-1 0 0 0,1 0 0 0 0,0 1 0 0 0,0-1 0 0 0,-1 0 0 0 0,1 0-1 0 0,0 0 1 0 0,-1 1 0 0 0,1-1 0 0 0,0 0 0 0 0,-1 0 0 0 0,1 0 0 0 0,0 0 0 0 0,-1 0-1 0 0,1 0 1 0 0,-1 1 0 0 0,1-1 4 0 0,-1 0-1 0 0,1 0 0 0 0,-1 0 1 0 0,1 0-1 0 0,-1 0 0 0 0,1 1 1 0 0,-1-1-1 0 0,1 0 0 0 0,-1 0 1 0 0,1 1-1 0 0,0-1 0 0 0,-1 0 1 0 0,1 1-1 0 0,0-1 0 0 0,-1 0 1 0 0,1 1-1 0 0,0-1 0 0 0,-1 1 1 0 0,1-1-1 0 0,0 0 0 0 0,-1 1 1 0 0,1-1-1 0 0,0 1 0 0 0,0-1 1 0 0,0 1-1 0 0,0-1 0 0 0,0 1 1 0 0,-1-1-1 0 0,1 1 0 0 0,0-1 1 0 0,0 1-1 0 0,0-1 0 0 0,0 1 1 0 0,0-1-1 0 0,0 1 0 0 0,1 0 1 0 0,0 20-2 0 0,-1-16 198 0 0,4-4-197 0 0,-1 1-16 0 0,13 5 2 0 0,-11-8-60 0 0,15 0 33 0 0,-16 1 20 0 0,-3 0 14 0 0,0 0-1 0 0,-1 0 1 0 0,1 0 0 0 0,0 0-1 0 0,-1 0 1 0 0,1 0-1 0 0,-1-1 1 0 0,1 1 0 0 0,-1 0-1 0 0,1 0 1 0 0,0-1-1 0 0,-1 1 1 0 0,1 0 0 0 0,-1 0-1 0 0,1-1 1 0 0,-1 1-1 0 0,1-1 1 0 0,-1 1-1 0 0,0 0 1 0 0,1-1 0 0 0,0 0-1 0 0,-1 0 8 0 0,0 1-1 0 0,1 0 0 0 0,-1-1 1 0 0,0 1-1 0 0,1-1 0 0 0,-1 1 1 0 0,0 0-1 0 0,1 0 0 0 0,-1-1 1 0 0,0 1-1 0 0,1 0 0 0 0,-1 0 1 0 0,1-1-1 0 0,-1 1 0 0 0,1 0 1 0 0,-1 0-1 0 0,0 0 0 0 0,1 0 1 0 0,-1-1-1 0 0,1 1 0 0 0,-1 0 1 0 0,1 0-1 0 0,-1 0 1 0 0,1 0-1 0 0,-1 0 0 0 0,1 0 1 0 0,0 1-1 0 0,2-4 7 0 0,-2 2-9 0 0,1 0 0 0 0,-1 0 0 0 0,0 0 0 0 0,1 0 0 0 0,-1-1 0 0 0,0 1 0 0 0,0 0 0 0 0,0 0 0 0 0,0-1 0 0 0,1-1 0 0 0,-6-23-13 0 0,3 20 26 0 0,-42-27 105 0 0,39 30-118 0 0,-26-6 100 0 0,26 8-88 0 0,-15-1-7 0 0,14 1 85 0 0,-10 12 79 0 0</inkml:trace>
</inkml:ink>
</file>

<file path=ppt/ink/ink4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43.37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58 77 2760 0 0,'-45'-58'6271'0'0,"43"55"-5468"0"0,-9-12 4008 0 0,53 57-4465 0 0,-1 1 0 0 0,-3 3 0 0 0,35 53 1 0 0,-51-69-321 0 0,105 126-645 0 0,-124-153 130 0 0,-2-1 348 0 0,0 0 1 0 0,1-1-1 0 0,-1 1 0 0 0,0-1 0 0 0,1 1 1 0 0,-1-1-1 0 0,1 0 0 0 0,-1 0 0 0 0,5 3 1 0 0,-3-1-758 0 0,19 2-3140 0 0,-18-4 2454 0 0,-1-3-991 0 0,13-10-1831 0 0</inkml:trace>
</inkml:ink>
</file>

<file path=ppt/ink/ink4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43.6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30 31 2668 0 0,'0'0'1500'0'0,"-1"-5"-294"0"0,-2-16-245 0 0,2 16 2863 0 0,-1 10-3457 0 0,-2 18-111 0 0,0-1-1 0 0,2 1 1 0 0,0 0-1 0 0,2 0 1 0 0,3 38 0 0 0,-1 31 192 0 0,-17 341-216 0 0,16-398-213 0 0,3-4-164 0 0,-3-22-211 0 0,1-1 1 0 0,0 1-1 0 0,0 0 1 0 0,1-1 0 0 0,0 0-1 0 0,0 0 1 0 0,7 13-1 0 0,-7-18-907 0 0,3-2-246 0 0,17 1-1057 0 0,-17-2-1826 0 0</inkml:trace>
</inkml:ink>
</file>

<file path=ppt/ink/ink4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43.88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569 18 4680 0 0,'-3'-3'1327'0'0,"-9"-9"-320"0"0,10 9-226 0 0,-4 5-66 0 0,-8 2-466 0 0,1 1 0 0 0,1 1 0 0 0,-1 0 1 0 0,1 0-1 0 0,0 1 0 0 0,0 1 0 0 0,1 0 0 0 0,0 1 0 0 0,-19 20 0 0 0,-6 8 228 0 0,-43 59 0 0 0,-131 239 182 0 0,157-225-1766 0 0,25-40-5530 0 0</inkml:trace>
</inkml:ink>
</file>

<file path=ppt/ink/ink4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44.1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792 1 4120 0 0,'0'0'2769'0'0,"-7"0"-1822"0"0,-11 1-551 0 0,1 0 0 0 0,-1 2 0 0 0,1 0-1 0 0,-18 6 1 0 0,-76 28 545 0 0,54-18-543 0 0,14-4-141 0 0,-87 27 607 0 0,-128 62-1 0 0,188-63-2113 0 0,65-38 694 0 0,4 1-1484 0 0,-3 18-779 0 0,9-20 441 0 0,23 6-1677 0 0</inkml:trace>
</inkml:ink>
</file>

<file path=ppt/ink/ink4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44.38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904 0 4068 0 0,'5'2'1407'0'0,"14"4"-281"0"0,-15-4-170 0 0,-1 2-133 0 0,9 10-105 0 0,-12-13-668 0 0,1-1 0 0 0,-1 1 0 0 0,0 0 0 0 0,0 0 0 0 0,1 0 0 0 0,-1 0 0 0 0,0 0 0 0 0,0 0-1 0 0,0 0 1 0 0,0 0 0 0 0,0 0 0 0 0,0 0 0 0 0,0 0 0 0 0,-1 0 0 0 0,1 0 0 0 0,0-1 0 0 0,0 1 0 0 0,-1 0 0 0 0,1 0 0 0 0,-1 0 0 0 0,1 0-1 0 0,-1 0 1 0 0,0 0 0 0 0,-5 9 434 0 0,-12 8-269 0 0,0-2 0 0 0,-2 0 0 0 0,1-1 1 0 0,-2-1-1 0 0,0-1 0 0 0,0-1 1 0 0,-2 0-1 0 0,-22 8 0 0 0,-200 63 441 0 0,232-79-641 0 0,-44 12-245 0 0,-1-1 1 0 0,0-4-1 0 0,-1-2 1 0 0,-78 2-1 0 0,128-11-459 0 0,0 0 0 0 0,-1-1 0 0 0,1 0 0 0 0,-1-1 0 0 0,1 0 0 0 0,0 0 0 0 0,0-1 0 0 0,0 0 0 0 0,-12-7 0 0 0</inkml:trace>
</inkml:ink>
</file>

<file path=ppt/ink/ink4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44.63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213 1 4208 0 0,'3'3'1523'0'0,"0"3"-1151"0"0,1-1 0 0 0,-1 2 0 0 0,0-1 0 0 0,0 0 0 0 0,0 1 0 0 0,-1-1 0 0 0,0 1 0 0 0,0 0 0 0 0,-1-1 0 0 0,1 12 0 0 0,-1-3-103 0 0,0 0-1 0 0,-2 0 0 0 0,0 0 1 0 0,-4 23-1 0 0,-5 9 58 0 0,-2 0 0 0 0,-3-1 1 0 0,-30 68-1 0 0,-83 122-431 0 0,102-194-1285 0 0,23-38 437 0 0</inkml:trace>
</inkml:ink>
</file>

<file path=ppt/ink/ink4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44.92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114 128 4128 0 0,'-73'-10'3095'0'0,"68"9"-1904"0"0,-24 1-349 0 0,23 0 742 0 0,22 10-623 0 0,-4-8-542 0 0,73 3 191 0 0,0-4 0 0 0,98-12-1 0 0,180-35-170 0 0,-305 38-412 0 0,98-19-901 0 0,-62 5-3175 0 0,-87 20 2316 0 0,9-16-6086 0 0</inkml:trace>
</inkml:ink>
</file>

<file path=ppt/ink/ink4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45.18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1 280 2752 0 0,'0'0'4893'0'0,"5"0"-4360"0"0,88-11 1967 0 0,125-32 0 0 0,-171 30-2877 0 0,0-1 0 0 0,-2-3 0 0 0,0-1 0 0 0,69-40-1 0 0,-106 54-242 0 0,0-2 0 0 0,0 1-1 0 0,-1-1 1 0 0,0 0-1 0 0,0-1 1 0 0,0 1-1 0 0,-1-1 1 0 0,1-1 0 0 0,-2 1-1 0 0,8-14 1 0 0,-2-1-3808 0 0</inkml:trace>
</inkml:ink>
</file>

<file path=ppt/ink/ink4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45.4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51 17 3464 0 0,'-22'-7'1362'0'0,"18"6"-252"0"0,-16-6 407 0 0,15 6 1264 0 0,9 3-2209 0 0,11 6-236 0 0,0-1 1 0 0,1 0-1 0 0,0-1 1 0 0,0 0 0 0 0,0-2-1 0 0,21 4 1 0 0,15 4 142 0 0,242 55 663 0 0,-101-40-4243 0 0,-170-24 1107 0 0,6-2-1491 0 0,-25-1 2668 0 0,22 0-4529 0 0</inkml:trace>
</inkml:ink>
</file>

<file path=ppt/ink/ink4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45.61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45 0 2508 0 0,'-4'4'1346'0'0,"4"-4"-1332"0"0,-3 3 212 0 0,0-1 1 0 0,0 1-1 0 0,0 0 0 0 0,1 1 1 0 0,-1-1-1 0 0,1 0 0 0 0,0 1 1 0 0,0-1-1 0 0,0 1 1 0 0,0 0-1 0 0,1-1 0 0 0,0 1 1 0 0,-1 0-1 0 0,0 5 0 0 0,0-1-41 0 0,1-4-90 0 0,0-1 0 0 0,0 1 0 0 0,0-1 0 0 0,0 1 0 0 0,1-1 0 0 0,0 1 0 0 0,0-1 0 0 0,0 8 0 0 0,2 26 431 0 0,2 0 1 0 0,1 1-1 0 0,16 54 0 0 0,48 107 387 0 0,5 17-1101 0 0,-63-175-1919 0 0,9 62 0 0 0,-20-92-431 0 0,2 25-1803 0 0</inkml:trace>
</inkml:ink>
</file>

<file path=ppt/ink/ink4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45.83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30 184 5581 0 0,'0'0'1711'0'0,"-5"1"-290"0"0,-20 1 2446 0 0,32-2-3336 0 0,405-64 1794 0 0,-330 49-2303 0 0,5 0-470 0 0,130-26-2045 0 0,-78 1-4360 0 0,-107 29 1229 0 0</inkml:trace>
</inkml:ink>
</file>

<file path=ppt/ink/ink4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46.04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51 1 3100 0 0,'-17'15'1679'0'0,"13"-12"-319"0"0,2 1-326 0 0,0 0-844 0 0,-2 5 382 0 0,0 0 0 0 0,0 0 0 0 0,1 1 0 0 0,0-1 0 0 0,-3 17 1 0 0,5-11-377 0 0,1 0-1 0 0,0-1 1 0 0,2 1 0 0 0,2 16 0 0 0,-2-24-577 0 0,0 0 0 0 0,0 1 0 0 0,0-1 1 0 0,1 0-1 0 0,1-1 0 0 0,3 8 0 0 0,-6-13 124 0 0,0 1 1 0 0,0 0-1 0 0,0-1 0 0 0,0 1 1 0 0,0-1-1 0 0,0 0 1 0 0,0 1-1 0 0,1-1 0 0 0,-1 0 1 0 0,1 0-1 0 0,-1 0 1 0 0,4 2-1 0 0,-1 0-776 0 0</inkml:trace>
</inkml:ink>
</file>

<file path=ppt/ink/ink4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2:54.9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238 35 1960 0 0,'0'0'2102'0'0,"-3"-3"-1364"0"0,-5-2-140 0 0,-1 0 1 0 0,0 1-1 0 0,0 0 1 0 0,0 0-1 0 0,-13-3 1 0 0,17 6 25 0 0,1 1-459 0 0,-16-1-33 0 0,15 0 156 0 0,0 3-194 0 0,-41 18 274 0 0,43-17-271 0 0,-1 0-28 0 0,-5 7 18 0 0,0 0 0 0 0,1 0 1 0 0,-13 21-1 0 0,15-19-34 0 0,1 0-1 0 0,1 1 1 0 0,0-1-1 0 0,0 1 1 0 0,-2 20-1 0 0,5-27-12 0 0,2 0-21 0 0,0 18 10 0 0,-1-22-26 0 0,0-1 1 0 0,0 1 0 0 0,0-1-1 0 0,0 1 1 0 0,0-1-1 0 0,0 1 1 0 0,1-1 0 0 0,-1 1-1 0 0,0-1 1 0 0,1 0 0 0 0,0 1-1 0 0,-1-1 1 0 0,2 3-1 0 0,0 0 7 0 0,0 0 88 0 0,12 9-2 0 0,-11-10 152 0 0,3-2-142 0 0,20 1 191 0 0,-25-2-284 0 0,1 0 0 0 0,-1-1 0 0 0,1 1-1 0 0,-1-1 1 0 0,0 1 0 0 0,1-1 0 0 0,-1 0 0 0 0,0 0 0 0 0,1 1-1 0 0,-1-1 1 0 0,0 0 0 0 0,2-2 0 0 0,0 1 16 0 0,1 0 71 0 0,-4 1-93 0 0,0 0 0 0 0,0 1-1 0 0,0-1 1 0 0,0 1 0 0 0,0-1 0 0 0,1 1-1 0 0,-1-1 1 0 0,0 1 0 0 0,0-1-1 0 0,1 1 1 0 0,-1-1 0 0 0,0 1 0 0 0,1-1-1 0 0,-1 1 1 0 0,0-1 0 0 0,1 1 0 0 0,-1 0-1 0 0,0-1 1 0 0,1 1 0 0 0,-1 0 0 0 0,1-1-1 0 0,0 1 1 0 0,11-14 183 0 0,-1-9 1 0 0,10-35 0 0 0,-20 54-161 0 0,1-2-23 0 0,12-45 1 0 0,-12 46 37 0 0,-1 0-18 0 0,2-13 0 0 0,-2 13 10 0 0,-1 5-139 0 0,1 0 105 0 0,-1 1-1 0 0,0-1 0 0 0,1 0 0 0 0,-1 0 0 0 0,0 1 1 0 0,1-1-1 0 0,-1 0 0 0 0,0 1 0 0 0,1-1 0 0 0,-1 0 1 0 0,0 1-1 0 0,0-1 0 0 0,1 1 0 0 0,-1-1 0 0 0,0 0 0 0 0,0 1 1 0 0,0-1-1 0 0,0 1 0 0 0,0-1 0 0 0,0 1 0 0 0,1-1 1 0 0,-1 0-1 0 0,0 1 0 0 0,0-1 0 0 0,0 1 0 0 0,-1 0 1 0 0,1-1-2 0 0,0 1 1 0 0,0 0 0 0 0,0-1 0 0 0,0 1-1 0 0,0-1 1 0 0,1 1 0 0 0,-1-1-1 0 0,0 1 1 0 0,0 0 0 0 0,0-1 0 0 0,0 1-1 0 0,1-1 1 0 0,-1 1 0 0 0,0-1-1 0 0,0 1 1 0 0,1-1 0 0 0,-1 1 0 0 0,1-1-1 0 0,-1 0 1 0 0,0 1 0 0 0,1 0 0 0 0,0 4 20 0 0,3 14-6 0 0,-3-14 11 0 0,0 1 24 0 0,6 16-43 0 0,-5-17-9 0 0,1-1 46 0 0,7 14 104 0 0,-7-14-140 0 0,-3-4-11 0 0,1 0 0 0 0,-1 0 0 0 0,1 0 0 0 0,-1 0 0 0 0,0 1 1 0 0,1-1-1 0 0,-1 0 0 0 0,1 0 0 0 0,-1 0 0 0 0,1 0 1 0 0,-1 0-1 0 0,0 1 0 0 0,1-1 0 0 0,-1 0 0 0 0,0 0 0 0 0,1 1 1 0 0,-1-1-1 0 0,0 0 0 0 0,1 1 0 0 0,-1-1 0 0 0,0 0 0 0 0,0 1 1 0 0,1-1-1 0 0,-1 0 0 0 0,0 1 0 0 0,0-1 0 0 0,0 1 1 0 0,1 0-1 0 0,-1 0 1 0 0,1 0 0 0 0,-1 0-1 0 0,1-1 1 0 0,0 1 0 0 0,-1 0 0 0 0,1 0 0 0 0,0 0 0 0 0,0 0 0 0 0,-1-1 0 0 0,1 1 0 0 0,0 0 0 0 0,0-1-1 0 0,0 1 1 0 0,0 0 0 0 0,0-1 0 0 0,0 1 0 0 0,1-1 0 0 0,4 2 13 0 0,-1 0 1 0 0,0-1-1 0 0,1 0 0 0 0,-1-1 0 0 0,1 1 1 0 0,0-1-1 0 0,-1 0 0 0 0,1 0 1 0 0,-1-1-1 0 0,1 0 0 0 0,-1 0 1 0 0,1 0-1 0 0,-1 0 0 0 0,8-4 1 0 0,-5 2-376 0 0,1-1-1 0 0,0-1 1 0 0,-1 1 0 0 0,0-1 0 0 0,0-1 0 0 0,-1 0 0 0 0,1 0-1 0 0,6-8 1 0 0,-11 12-1184 0 0,0-2-47 0 0,7-12-1012 0 0</inkml:trace>
</inkml:ink>
</file>

<file path=ppt/ink/ink4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3:09.7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88 7 5717 0 0,'0'0'2836'0'0,"-28"-7"-1576"0"0,0 12-1716 0 0,-3 4-4281 0 0</inkml:trace>
</inkml:ink>
</file>

<file path=ppt/ink/ink4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3:10.7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395 150 4424 0 0,'5'-11'980'0'0,"-2"7"-736"0"0,0-1 0 0 0,0 1 0 0 0,-1-1 0 0 0,0 0-1 0 0,0 0 1 0 0,0 0 0 0 0,-1 0 0 0 0,0 0-1 0 0,0 0 1 0 0,0 0 0 0 0,0-1 0 0 0,-1 1-1 0 0,0 0 1 0 0,0 0 0 0 0,0-1 0 0 0,-1 1-1 0 0,-1-7 1 0 0,2 11-208 0 0,-1 0 0 0 0,1-1-1 0 0,0 1 1 0 0,-1-1 0 0 0,0 1 0 0 0,1 0-1 0 0,-1-1 1 0 0,0 1 0 0 0,1 0-1 0 0,-1 0 1 0 0,0 0 0 0 0,0-1-1 0 0,-2 0 1 0 0,0-2 44 0 0,2 3-61 0 0,1 0 0 0 0,-1 0 0 0 0,0 1-1 0 0,0-1 1 0 0,1 0 0 0 0,-1 0 0 0 0,0 0 0 0 0,0 1-1 0 0,0-1 1 0 0,0 0 0 0 0,0 1 0 0 0,0-1-1 0 0,0 1 1 0 0,0-1 0 0 0,0 1 0 0 0,0 0 0 0 0,0-1-1 0 0,0 1 1 0 0,-3-1 0 0 0,2 1 43 0 0,0-1-37 0 0,1 0 0 0 0,-1 1 0 0 0,1-1 0 0 0,-1 1 0 0 0,1-1 0 0 0,-1 1 0 0 0,0-1 0 0 0,1 1 0 0 0,-1 0 0 0 0,0 0 0 0 0,1 0 0 0 0,-1 0 0 0 0,0 0 0 0 0,1 0-1 0 0,-3 1 1 0 0,-1 0 53 0 0,2-2-44 0 0,0 1 0 0 0,0 0 0 0 0,0 0 0 0 0,1 1 0 0 0,-1-1 0 0 0,0 0 0 0 0,0 1 0 0 0,1 0 0 0 0,-1-1-1 0 0,0 1 1 0 0,1 0 0 0 0,-5 3 0 0 0,-3 0 51 0 0,-6 2 38 0 0,0 1 0 0 0,1 1 0 0 0,-1 0 0 0 0,1 1 0 0 0,1 1 0 0 0,-22 19 0 0 0,9-5 41 0 0,-47 56-1 0 0,61-61-78 0 0,0 0 0 0 0,2 1 0 0 0,0 0 0 0 0,-8 23 1 0 0,17-37-73 0 0,2 0 9 0 0,1 18-11 0 0,-1-23-11 0 0,0 1 1 0 0,0-1-1 0 0,0 0 0 0 0,1 0 0 0 0,-1 1 1 0 0,0-1-1 0 0,1 0 0 0 0,-1 0 0 0 0,0 0 1 0 0,1 0-1 0 0,0 1 0 0 0,-1-1 0 0 0,1 0 1 0 0,0 0-1 0 0,-1 0 0 0 0,1 0 0 0 0,0 0 1 0 0,0 0-1 0 0,0-1 0 0 0,0 1 0 0 0,1 1 1 0 0,0 0-1 0 0,-1-1-8 0 0,0 0 0 0 0,0 0 0 0 0,-1 0 0 0 0,1-1 0 0 0,0 1 0 0 0,1 0 0 0 0,-1 0-1 0 0,0-1 1 0 0,0 1 0 0 0,0 0 0 0 0,0-1 0 0 0,0 1 0 0 0,1-1 0 0 0,-1 1 0 0 0,0-1 0 0 0,0 0 0 0 0,1 1 0 0 0,-1-1-1 0 0,0 0 1 0 0,3 0 0 0 0,11 1 47 0 0,-12-1-35 0 0,0 0-1 0 0,-1 0 1 0 0,1 0-1 0 0,0-1 0 0 0,0 1 1 0 0,0-1-1 0 0,0 1 1 0 0,0-1-1 0 0,0 0 0 0 0,3-2 1 0 0,10-2 46 0 0,-1-2 0 0 0,1 0 0 0 0,-1-1 1 0 0,-1 0-1 0 0,0-1 0 0 0,0-1 0 0 0,0 0 0 0 0,12-14 1 0 0,-7 5 167 0 0,0-2 1 0 0,-1-1 0 0 0,0 0 0 0 0,15-29-1 0 0,-31 47-194 0 0,12-17 384 0 0,-13 22-404 0 0,0 0-1 0 0,0-1 1 0 0,0 1-1 0 0,-1 0 1 0 0,1 0-1 0 0,0 0 1 0 0,-1 0-1 0 0,1 0 1 0 0,-1 0-1 0 0,1 0 0 0 0,-1 0 1 0 0,1 0-1 0 0,-1 0 1 0 0,0 0-1 0 0,1 0 1 0 0,-1 0-1 0 0,0 0 1 0 0,0 0-1 0 0,0 0 1 0 0,0 0-1 0 0,0 0 1 0 0,0 2-1 0 0,-1 17 11 0 0,-1 0 26 0 0,2 0-1 0 0,0-1 0 0 0,0 1 1 0 0,2-1-1 0 0,0 1 0 0 0,8 26 1 0 0,1-10-126 0 0,-7-30 32 0 0,0-1-8 0 0,-3-4-112 0 0,0 1 0 0 0,0 0-1 0 0,0-1 1 0 0,1 1-1 0 0,-1-1 1 0 0,0 1-1 0 0,1-1 1 0 0,0 1-1 0 0,-1-1 1 0 0,1 0 0 0 0,0 0-1 0 0,-1 0 1 0 0,1 0-1 0 0,0 0 1 0 0,0 0-1 0 0,0-1 1 0 0,0 1-1 0 0,0-1 1 0 0,0 1 0 0 0,0-1-1 0 0,3 1 1 0 0,-1-1 206 0 0,1 1-1548 0 0,0-3-317 0 0,19-6-1232 0 0</inkml:trace>
</inkml:ink>
</file>

<file path=ppt/ink/ink4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3:11.0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141 64 3012 0 0,'-113'-19'4843'0'0,"107"18"-4219"0"0,1 1-3 0 0,-10-3 1471 0 0,14 1-885 0 0,28-4-608 0 0,55 0-738 0 0,332-11-1425 0 0,-253 9-4337 0 0,-108 6 547 0 0</inkml:trace>
</inkml:ink>
</file>

<file path=ppt/ink/ink4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3:11.3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 86 2816 0 0,'-23'2'1591'0'0,"19"-1"-320"0"0,-2 0-306 0 0,-10 3 2886 0 0,32-1-2576 0 0,52-2-1509 0 0,-48-1 773 0 0,-8 1-481 0 0,276-1 773 0 0,-209-4-832 0 0,130-22-1 0 0,-181 20-839 0 0,37-14 0 0 0,-54 16-725 0 0,0 0 0 0 0,-1-1 0 0 0,16-9 0 0 0,-4-1-3408 0 0</inkml:trace>
</inkml:ink>
</file>

<file path=ppt/ink/ink4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3:11.6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166 0 2760 0 0,'0'0'4223'0'0,"-4"2"-3732"0"0,-15 4 1093 0 0,19-1-1270 0 0,0 15-33 0 0,0-15-18 0 0,2-1-65 0 0,6 9-81 0 0,1-1 0 0 0,-1-1 0 0 0,2 1 0 0 0,0-2 0 0 0,0 1 0 0 0,1-1 0 0 0,0-1 0 0 0,0 0 0 0 0,1 0 0 0 0,24 12 0 0 0,-32-20 75 0 0,15 10 169 0 0,-15-8 379 0 0,-4 21-218 0 0,-4-15-329 0 0,-78 62 322 0 0,40-35-508 0 0,1 1 0 0 0,-38 45 0 0 0,38-23-2788 0 0,22-20-2402 0 0</inkml:trace>
</inkml:ink>
</file>

<file path=ppt/ink/ink4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3:19.8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282 182 3820 0 0,'24'-33'4464'0'0,"-2"-9"-1892"0"0,-15 20-1339 0 0,-7 17-1021 0 0,1 1 381 0 0,-2-2-46 0 0,1 3-503 0 0,-1 0 49 0 0,1 0 1 0 0,0 1-1 0 0,-1-1 0 0 0,1 0 0 0 0,-1 0 1 0 0,0 0-1 0 0,0 1 0 0 0,0-1 0 0 0,0 0 1 0 0,-1 1-1 0 0,1-1 0 0 0,-1 1 0 0 0,1-1 1 0 0,-1 1-1 0 0,0 0 0 0 0,0 0 0 0 0,0 0 0 0 0,-3-3 1 0 0,1 3 7 0 0,0 0 0 0 0,0 0 0 0 0,0 0 0 0 0,0 1 0 0 0,-1-1 0 0 0,1 1 0 0 0,0 0 0 0 0,-1 0 0 0 0,1 1 0 0 0,-1-1 0 0 0,1 1 0 0 0,-1 0 0 0 0,-6 1 0 0 0,4 0-18 0 0,0 1 0 0 0,0-1 0 0 0,0 1-1 0 0,0 1 1 0 0,0 0 0 0 0,1 0 0 0 0,-1 0-1 0 0,-10 7 1 0 0,5 0-15 0 0,0 0 0 0 0,1 1 0 0 0,0 0 0 0 0,1 1 0 0 0,0 0 0 0 0,1 1 0 0 0,0-1 0 0 0,1 2 0 0 0,-12 27 0 0 0,18-36-56 0 0,1-1 0 0 0,-1 0 0 0 0,1 1 0 0 0,0 0 0 0 0,1-1 0 0 0,-1 1 0 0 0,1-1 0 0 0,0 1 0 0 0,0-1 0 0 0,1 6 0 0 0,-1-4-3 0 0,1-3-7 0 0,0 0 0 0 0,-1 0 1 0 0,1 0-1 0 0,1 0 0 0 0,-1-1 0 0 0,0 1 0 0 0,1 0 1 0 0,-1 0-1 0 0,1-1 0 0 0,0 1 0 0 0,0-1 0 0 0,0 0 1 0 0,0 1-1 0 0,0-1 0 0 0,0 0 0 0 0,1 0 0 0 0,2 2 1 0 0,-2-2-1 0 0,2 1-18 0 0,0 1 1 0 0,1 0-1 0 0,-1-1 0 0 0,1 0 1 0 0,0-1-1 0 0,0 1 1 0 0,0-1-1 0 0,0 0 0 0 0,13 2 1 0 0,-14-3-10 0 0,57 12-223 0 0,-14-5 162 0 0,-35-5 55 0 0,119 24-393 0 0,-127-26 388 0 0,-1 1 0 0 0,0 0 0 0 0,0 0-1 0 0,0 1 1 0 0,0-1 0 0 0,-1 1 0 0 0,1-1 0 0 0,6 7 0 0 0,-7-5 26 0 0,-1-3 9 0 0,0 1-1 0 0,0-1 0 0 0,-1 1 1 0 0,1 0-1 0 0,-1 0 1 0 0,1-1-1 0 0,-1 1 0 0 0,0 0 1 0 0,1 0-1 0 0,-1 1 0 0 0,0-1 1 0 0,-1 0-1 0 0,1 0 1 0 0,0 0-1 0 0,0 1 0 0 0,-1-1 1 0 0,0 0-1 0 0,1 1 1 0 0,-1-1-1 0 0,0 0 0 0 0,0 1 1 0 0,0-1-1 0 0,-1 4 1 0 0,1 1-2 0 0,0-5 3 0 0,0 0 0 0 0,0 0 1 0 0,0 0-1 0 0,0 1 1 0 0,0-1-1 0 0,-1 0 0 0 0,1 0 1 0 0,-1 0-1 0 0,1 0 1 0 0,-1 0-1 0 0,0 0 0 0 0,0 0 1 0 0,-1 3-1 0 0,-13 22 29 0 0,5-15-2 0 0,0 1-1 0 0,-1-1 1 0 0,0-1 0 0 0,0 0 0 0 0,-2-1-1 0 0,1 0 1 0 0,-1-1 0 0 0,0 0 0 0 0,-1-1 0 0 0,0-1-1 0 0,0 0 1 0 0,-1-1 0 0 0,-16 5 0 0 0,19-7-15 0 0,3-1 2 0 0,1 0-1 0 0,0-1 1 0 0,-1 0 0 0 0,1 0 0 0 0,-18 0-1 0 0,-41-5-315 0 0,64 3 249 0 0,0 0 0 0 0,0-1 1 0 0,1 1-1 0 0,-1-1 0 0 0,0 1 1 0 0,0-1-1 0 0,1 0 1 0 0,-1 0-1 0 0,0 0 0 0 0,-2-2 1 0 0,-2-1-95 0 0,4 3 67 0 0,1 1-1 0 0,-1-1 1 0 0,1 0-1 0 0,-1 0 0 0 0,1-1 1 0 0,0 1-1 0 0,-1-1 1 0 0,1 1-1 0 0,0-1 1 0 0,0 1-1 0 0,-4-5 1 0 0,1 1-129 0 0,3 4 126 0 0,0 0-1 0 0,0-1 1 0 0,1 1-1 0 0,-1 0 0 0 0,0 0 1 0 0,1-1-1 0 0,-1 1 1 0 0,1-1-1 0 0,0 0 0 0 0,-1 1 1 0 0,1-1-1 0 0,0 0 1 0 0,-1-2-1 0 0,-1-2-152 0 0,1 4 146 0 0,1 1-1 0 0,0-1 1 0 0,0 1-1 0 0,0-1 1 0 0,0 0-1 0 0,0 1 1 0 0,0-1 0 0 0,0 0-1 0 0,0 0 1 0 0,1 0-1 0 0,-1 0 1 0 0,1 0-1 0 0,-1 0 1 0 0,1-2-1 0 0,-1-2-187 0 0,-1 1-130 0 0,1 0-1 0 0,0 0 1 0 0,1 0 0 0 0,-1 0 0 0 0,1 0-1 0 0,0 0 1 0 0,0 0 0 0 0,1 0 0 0 0,0 0-1 0 0,-1 0 1 0 0,2 0 0 0 0,-1 0 0 0 0,0 0-1 0 0,1 0 1 0 0,0 1 0 0 0,0-1 0 0 0,1 1-1 0 0,2-5 1 0 0,7-11-3987 0 0</inkml:trace>
</inkml:ink>
</file>

<file path=ppt/ink/ink4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3:20.2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236 29 3284 0 0,'0'0'2638'0'0,"-3"-4"-1726"0"0,-1 1-638 0 0,1 1 1 0 0,-1-1-1 0 0,1 1 0 0 0,-1-1 1 0 0,0 1-1 0 0,0 0 0 0 0,0 0 1 0 0,0 1-1 0 0,-6-2 1 0 0,5 2 325 0 0,-2 1-50 0 0,0 0-383 0 0,5-1-105 0 0,0 1-1 0 0,-1 0 0 0 0,1 0 0 0 0,0 0 0 0 0,0 0 0 0 0,0 1 0 0 0,-1-1 0 0 0,1 0 0 0 0,0 1 1 0 0,0-1-1 0 0,0 1 0 0 0,0 0 0 0 0,-4 2 0 0 0,-3 1 151 0 0,0 1-1 0 0,0 0 1 0 0,1 0-1 0 0,0 1 1 0 0,0 0-1 0 0,0 1 1 0 0,0 0-1 0 0,1 0 1 0 0,-10 14 0 0 0,10-9-61 0 0,1 0 1 0 0,0 1 0 0 0,1 0-1 0 0,0 0 1 0 0,1 0 0 0 0,1 0-1 0 0,0 1 1 0 0,1-1-1 0 0,0 1 1 0 0,1 0 0 0 0,1 0-1 0 0,1 18 1 0 0,-1-29-134 0 0,0 1 0 0 0,0-1-1 0 0,0 0 1 0 0,1 0 0 0 0,-1 1-1 0 0,1-1 1 0 0,0 0 0 0 0,2 6-1 0 0,0-1 7 0 0,-2-6-16 0 0,-1 1-1 0 0,1 0 1 0 0,-1-1 0 0 0,1 1 0 0 0,0-1 0 0 0,0 0 0 0 0,0 1-1 0 0,0-1 1 0 0,1 0 0 0 0,-1 0 0 0 0,4 4 0 0 0,-1 0 3 0 0,-1 0-42 0 0,1-1 0 0 0,-1-1-1 0 0,1 1 1 0 0,0 0 0 0 0,0-1 0 0 0,0 0 0 0 0,1 0-1 0 0,-1 0 1 0 0,1 0 0 0 0,6 3 0 0 0,-6-4-41 0 0,-3-1 8 0 0,0-1 1 0 0,0 1-1 0 0,0-1 0 0 0,0 0 1 0 0,0 0-1 0 0,0 0 1 0 0,0 0-1 0 0,1 0 0 0 0,-1 0 1 0 0,0-1-1 0 0,0 1 0 0 0,5 0 1 0 0,0 0-134 0 0,8 2-373 0 0,-1 0 1 0 0,1-1 0 0 0,0-1-1 0 0,0-1 1 0 0,0 0-1 0 0,0 0 1 0 0,0-2 0 0 0,0 0-1 0 0,18-4 1 0 0,24-12-3741 0 0,-28 8-333 0 0</inkml:trace>
</inkml:ink>
</file>

<file path=ppt/ink/ink4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3:20.4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98 3648 0 0,'0'0'1941'0'0,"2"-4"-483"0"0,10-40 4503 0 0,6 35-5310 0 0,-10 5-620 0 0,0 1 0 0 0,0 0 0 0 0,1 0 1 0 0,0 1-1 0 0,13-2 0 0 0,-15 3-86 0 0,16-4-1038 0 0,45-2 0 0 0,-56 6 836 0 0,17-4-1651 0 0,-28 4 1648 0 0,0 1-1 0 0,1 0 0 0 0,-1-1 0 0 0,0 1 1 0 0,0 0-1 0 0,0 0 0 0 0,0 0 0 0 0,1 0 1 0 0,-1 0-1 0 0,0 0 0 0 0,0 0 0 0 0,0 0 1 0 0,0 1-1 0 0,1-1 0 0 0,0 1 0 0 0</inkml:trace>
</inkml:ink>
</file>

<file path=ppt/ink/ink4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3:20.6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70 1 4608 0 0,'-6'4'403'0'0,"-4"3"647"0"0,0-1 0 0 0,1 2 1 0 0,0-1-1 0 0,-14 15 0 0 0,21-19 1132 0 0,5 1-1590 0 0,8 11-105 0 0,-3-10-99 0 0,17-4-571 0 0,0-1 0 0 0,0 0 1 0 0,0-2-1 0 0,46-9 0 0 0,100-35-7368 0 0,-130 33 2145 0 0</inkml:trace>
</inkml:ink>
</file>

<file path=ppt/ink/ink4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3:21.4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41 5304 0 0,'2'-4'1917'0'0,"2"-14"-342"0"0,-3 14 775 0 0,3 2-1410 0 0,12-11 603 0 0,-16 14-1509 0 0,0-1 0 0 0,0 0 1 0 0,0 1-1 0 0,0-1 0 0 0,0 1 0 0 0,0-1 1 0 0,0 0-1 0 0,0 1 0 0 0,0-1 1 0 0,1 0-1 0 0,-1 1 0 0 0,0-1 1 0 0,0 0-1 0 0,0 1 0 0 0,1-1 1 0 0,-1 0-1 0 0,0 0 0 0 0,0 1 0 0 0,1-1 1 0 0,-1 0-1 0 0,0 0 0 0 0,1 1 1 0 0,-1-1-1 0 0,0 0 0 0 0,1 0 1 0 0,-1 0-1 0 0,0 0 0 0 0,1 1 1 0 0,0-1 16 0 0,1 1 1 0 0,-1-1 0 0 0,0 1 0 0 0,0 0 0 0 0,0-1-1 0 0,0 1 1 0 0,-1 0 0 0 0,1 0 0 0 0,0 0 0 0 0,0 0 0 0 0,0-1-1 0 0,-1 1 1 0 0,1 0 0 0 0,0 0 0 0 0,0 2 0 0 0,22 59 1097 0 0,-13-25-723 0 0,9 67 1 0 0,-7-32-235 0 0,11 59 14 0 0,-12-67-195 0 0,-10-59 12 0 0,-1-4-17 0 0,0 1 0 0 0,0-1 0 0 0,0 1 0 0 0,0-1 1 0 0,0 1-1 0 0,0-1 0 0 0,1 1 0 0 0,-1-1 0 0 0,1 1 0 0 0,-1-1 0 0 0,1 0 0 0 0,1 3 1 0 0,-1-1 18 0 0,0 2 1391 0 0,1-10-1350 0 0,10-22-29 0 0,10-37 0 0 0,-19 52-49 0 0,1 1 1 0 0,0 0 0 0 0,10-19-1 0 0,-7 20-4 0 0,-1-1-1 0 0,1 1 0 0 0,1 1 0 0 0,0-1 0 0 0,0 1 0 0 0,1 1 0 0 0,0-1 1 0 0,1 2-1 0 0,-1-1 0 0 0,2 1 0 0 0,-1 1 0 0 0,1 0 0 0 0,0 0 0 0 0,0 1 0 0 0,0 0 1 0 0,15-3-1 0 0,-22 7 17 0 0,1 0 0 0 0,0 0 0 0 0,-1 1 0 0 0,1 0-1 0 0,0 0 1 0 0,-1 0 0 0 0,1 0 0 0 0,0 1 0 0 0,-1-1 0 0 0,1 1 0 0 0,-1 1 0 0 0,8 2 0 0 0,-7-3 31 0 0,-5-1-34 0 0,3 1-5 0 0,-1-1 0 0 0,0 1 1 0 0,1-1-1 0 0,-1 1 0 0 0,0 0 1 0 0,0 0-1 0 0,0-1 0 0 0,0 2 1 0 0,0-1-1 0 0,0 0 0 0 0,0 0 1 0 0,0 1-1 0 0,0-1 0 0 0,0 1 1 0 0,-1-1-1 0 0,1 1 0 0 0,-1 0 1 0 0,3 3-1 0 0,-3-4-8 0 0,34 51-165 0 0,-34-51 181 0 0,0 1 0 0 0,0-1 0 0 0,0 1-1 0 0,-1 0 1 0 0,1-1 0 0 0,-1 1-1 0 0,1 0 1 0 0,-1 0 0 0 0,1-1-1 0 0,-1 1 1 0 0,0 0 0 0 0,0 0 0 0 0,0-1-1 0 0,0 1 1 0 0,-1 3 0 0 0,1 1-2 0 0,0 1 0 0 0,0 1-1 0 0,0-1 0 0 0,-1 0 0 0 0,0 1 1 0 0,-1-1-1 0 0,1 0 0 0 0,-2 1 0 0 0,1-1 1 0 0,-1 0-1 0 0,1-1 0 0 0,-2 1 0 0 0,-3 6 1 0 0,-2 1 4 0 0,0-1 1 0 0,0 0 0 0 0,-1-1 0 0 0,-15 14-1 0 0,7-9 11 0 0,-2-2-1 0 0,0 0 0 0 0,0-1 1 0 0,-2-1-1 0 0,0 0 0 0 0,-24 8 0 0 0,40-18-117 0 0,-1-2 0 0 0,1 1 0 0 0,-1-1 0 0 0,1 0 0 0 0,-1 0 0 0 0,1 0 0 0 0,-1-1 0 0 0,-9-1 0 0 0,14 1 33 0 0,1 0 0 0 0,-1 0 0 0 0,1 0 0 0 0,-1-1 0 0 0,1 1 0 0 0,-1 0 0 0 0,1-1 0 0 0,-1 1 0 0 0,1-1 0 0 0,-1 1 0 0 0,1-1 0 0 0,-1 0 0 0 0,1 1 1 0 0,0-1-1 0 0,0 0 0 0 0,-2-2 0 0 0,-1 0-192 0 0,2 2 157 0 0,0 1 0 0 0,0-1 0 0 0,1-1-1 0 0,-1 1 1 0 0,0 0 0 0 0,1 0 0 0 0,-1-1 0 0 0,1 1 0 0 0,-1-1-1 0 0,1 1 1 0 0,0-1 0 0 0,0 1 0 0 0,-1-1 0 0 0,1 0-1 0 0,-1-3 1 0 0,-2-2-217 0 0,1 1-53 0 0,0 0 1 0 0,0 0 0 0 0,0-1-1 0 0,0 1 1 0 0,1-1 0 0 0,0 1-1 0 0,1-1 1 0 0,-2-11 0 0 0,0-55-4319 0 0,3 64 3777 0 0,1-36-4529 0 0</inkml:trace>
</inkml:ink>
</file>

<file path=ppt/ink/ink4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3:21.6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26 112 3976 0 0,'0'0'1805'0'0,"-4"-1"-400"0"0,-18-5 5830 0 0,25 2-6983 0 0,7-13-43 0 0,-10 16-205 0 0,1 1 1 0 0,-1-1-1 0 0,0 1 0 0 0,1-1 0 0 0,-1 1 1 0 0,0-1-1 0 0,1 1 0 0 0,-1 0 1 0 0,1-1-1 0 0,-1 1 0 0 0,1 0 0 0 0,-1-1 1 0 0,1 1-1 0 0,-1 0 0 0 0,1 0 0 0 0,-1 0 1 0 0,1-1-1 0 0,-1 1 0 0 0,1 0 1 0 0,-1 0-1 0 0,1 0 0 0 0,-1 0 0 0 0,2 0 1 0 0,77-19-1165 0 0,123-12 1 0 0,94 8-6533 0 0,-231 20 2758 0 0</inkml:trace>
</inkml:ink>
</file>

<file path=ppt/ink/ink4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3:21.9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0 165 6217 0 0,'0'0'5893'0'0,"2"-3"-5228"0"0,2-1-435 0 0,-1 0 1 0 0,1 1 0 0 0,0-1 0 0 0,0 1 0 0 0,0 0 0 0 0,0 0 0 0 0,1 0 0 0 0,-1 0 0 0 0,1 1-1 0 0,-1 0 1 0 0,10-3 0 0 0,67-19 54 0 0,-70 22-274 0 0,227-54-2380 0 0,-83 22-5525 0 0,-128 27 2356 0 0</inkml:trace>
</inkml:ink>
</file>

<file path=ppt/ink/ink4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3:22.6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353 173 5513 0 0,'4'-4'1799'0'0,"-3"3"-1703"0"0,4-3 486 0 0,-1-1 0 0 0,1 0 0 0 0,-1 0 0 0 0,0-1 0 0 0,-1 0 0 0 0,1 1 0 0 0,-1-1 0 0 0,0 0 0 0 0,-1 0 0 0 0,1-1 0 0 0,1-10 0 0 0,-3 14-518 0 0,-1 1 34 0 0,1-1 0 0 0,-1 0 0 0 0,0 0 0 0 0,0 0 1 0 0,0 0-1 0 0,0 0 0 0 0,0 1 0 0 0,0-1 0 0 0,-1 0 0 0 0,0 0 1 0 0,1 0-1 0 0,-1 1 0 0 0,0-1 0 0 0,0 0 0 0 0,-1 1 0 0 0,1-1 0 0 0,0 1 1 0 0,-4-5-1 0 0,2 5-33 0 0,1-1 25 0 0,0 1 0 0 0,-1-1 1 0 0,0 1-1 0 0,1 0 0 0 0,-1 0 0 0 0,0 0 0 0 0,0 0 1 0 0,0 1-1 0 0,-1-1 0 0 0,1 1 0 0 0,0 0 1 0 0,0 0-1 0 0,-1 0 0 0 0,1 0 0 0 0,-1 0 0 0 0,-4 1 1 0 0,-1-1 0 0 0,-26 3 425 0 0,16 1-460 0 0,1 2-1 0 0,-1 0 1 0 0,1 1-1 0 0,1 0 1 0 0,-1 2-1 0 0,-17 10 1 0 0,22-11-42 0 0,1 0-1 0 0,1 1 1 0 0,-1 1 0 0 0,1 0-1 0 0,1 0 1 0 0,0 1-1 0 0,0 0 1 0 0,1 1 0 0 0,-11 15-1 0 0,16-18-8 0 0,0 0-1 0 0,0 1 0 0 0,1-1 0 0 0,-5 17 0 0 0,7-21-22 0 0,1 2-11 0 0,1 24-35 0 0,0-28 69 0 0,0 0 1 0 0,0 0 0 0 0,0-1-1 0 0,0 1 1 0 0,0-1-1 0 0,1 1 1 0 0,-1-1 0 0 0,0 1-1 0 0,1-1 1 0 0,-1 0-1 0 0,2 2 1 0 0,-2-3-8 0 0,0 1-1 0 0,-1 0 1 0 0,1 0-1 0 0,0 0 1 0 0,-1-1 0 0 0,1 1-1 0 0,0 0 1 0 0,0-1-1 0 0,0 1 1 0 0,0 0 0 0 0,0-1-1 0 0,0 1 1 0 0,-1-1-1 0 0,1 0 1 0 0,0 1 0 0 0,0-1-1 0 0,0 0 1 0 0,2 1-1 0 0,0 0-8 0 0,1 0-29 0 0,2-1-17 0 0,3 1 63 0 0,-1-2 0 0 0,1 1 0 0 0,-1-1-1 0 0,1-1 1 0 0,-1 0 0 0 0,0 0 0 0 0,0 0 0 0 0,0-1-1 0 0,0 0 1 0 0,15-8 0 0 0,29-29 23 0 0,-50 38-24 0 0,17-17 22 0 0,-5 2 34 0 0,18-26 50 0 0,-30 40-51 0 0,0 1-48 0 0,0 1 1 0 0,-1 0 0 0 0,1-1-1 0 0,-1 1 1 0 0,0-1-1 0 0,1 0 1 0 0,-1 1 0 0 0,0-1-1 0 0,1-2 1 0 0,1 0-41 0 0,2 5-88 0 0,15 1 109 0 0,-15-1 2 0 0,-2 4-25 0 0,31 64-57 0 0,-26-49-383 0 0,2 0-1 0 0,19 29 1 0 0,-27-47 200 0 0,0 0 0 0 0,0 0 0 0 0,0 0 0 0 0,0 0 0 0 0,1 0 0 0 0,-1 0 0 0 0,0-1 0 0 0,1 1 0 0 0,-1-1 0 0 0,1 0 0 0 0,0 0-1 0 0,-1 0 1 0 0,1 0 0 0 0,0 0 0 0 0,4 0 0 0 0,-3 0 356 0 0,1 0-1224 0 0,1-2-237 0 0,3-2 501 0 0,-1 1 1 0 0,0-1-1 0 0,0-1 1 0 0,-1 1 0 0 0,1-1-1 0 0,7-6 1 0 0,3-7-3899 0 0</inkml:trace>
</inkml:ink>
</file>

<file path=ppt/ink/ink4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3:22.8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60 177 3480 0 0,'-5'-2'1580'0'0,"-15"-3"-267"0"0,15 4-293 0 0,0-1-150 0 0,-15-3-86 0 0,15 3 2409 0 0,8-3-2796 0 0,7-14-47 0 0,-9 18-338 0 0,-1 1 0 0 0,0-1 0 0 0,1 1 0 0 0,-1-1 0 0 0,0 1 0 0 0,1-1 0 0 0,-1 1 0 0 0,0 0 0 0 0,1-1 0 0 0,-1 1 0 0 0,1 0 0 0 0,-1-1 0 0 0,0 1 0 0 0,1 0 0 0 0,-1-1 0 0 0,1 1 1 0 0,-1 0-1 0 0,1 0 0 0 0,0-1 0 0 0,-1 1 0 0 0,1 0 0 0 0,0 0 0 0 0,88-27-388 0 0,1 5 0 0 0,93-12 0 0 0,-74 15-2060 0 0,7 1-2232 0 0,-60 10-324 0 0</inkml:trace>
</inkml:ink>
</file>

<file path=ppt/ink/ink4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3:23.7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177 265 4080 0 0,'-63'1'2247'0'0,"-25"0"860"0"0,68-2-2397 0 0,15 0 1922 0 0,13-1-2191 0 0,61-10 222 0 0,140-6 1 0 0,-118 13-495 0 0,770-41 620 0 0,-104 7-569 0 0,-14-29-622 0 0,126-6-4234 0 0,-766 75-441 0 0,-71 2-490 0 0</inkml:trace>
</inkml:ink>
</file>

<file path=ppt/ink/ink4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3:24.7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96 4064 0 0,'0'-26'2327'0'0,"0"21"-467"0"0,0-1-398 0 0,0-21-357 0 0,0 21 383 0 0,0 0-991 0 0,1-14 144 0 0,-2 34 603 0 0,-1 54-410 0 0,2-59-810 0 0,0 47 191 0 0,13 100-1 0 0,-1-108 36 0 0,-11-44-148 0 0,15 15 174 0 0,13-24-180 0 0,-27 5-92 0 0,-1-1 1 0 0,1 1-1 0 0,-1 0 1 0 0,1-1-1 0 0,-1 1 1 0 0,1-1-1 0 0,-1 0 1 0 0,1 0-1 0 0,-1 1 1 0 0,0-1-1 0 0,1 0 0 0 0,-1 0 1 0 0,0 0-1 0 0,0 0 1 0 0,0 0-1 0 0,0-1 1 0 0,0 1-1 0 0,1-2 1 0 0,2-2 9 0 0,14-14 19 0 0,0-2 0 0 0,-2 0 0 0 0,0-1 0 0 0,-1-1 0 0 0,15-32 0 0 0,8-12 9 0 0,-29 51-38 0 0,-6 13-2 0 0,-3 2-2 0 0,1 1-1 0 0,-1 0 0 0 0,0 0 1 0 0,1-1-1 0 0,-1 1 1 0 0,1 0-1 0 0,-1-1 1 0 0,0 1-1 0 0,1 0 0 0 0,-1-1 1 0 0,0 1-1 0 0,1 0 1 0 0,-1-1-1 0 0,0 1 1 0 0,0-1-1 0 0,1 1 0 0 0,-1-1 1 0 0,0 1-1 0 0,0-1 1 0 0,0 1-1 0 0,0-1 1 0 0,1 1-1 0 0,-1-1 0 0 0,0 1 1 0 0,0-1-1 0 0,0 0 1 0 0,0 1-1 0 0,0-1 0 0 0,0 1 1 0 0,0-1-1 0 0,0 1 0 0 0,0-1 1 0 0,0 1-1 0 0,1 0 0 0 0,-1-1 1 0 0,0 1-1 0 0,0-1 0 0 0,0 1 1 0 0,1-1-1 0 0,-1 1 0 0 0,0 0 1 0 0,1-1-1 0 0,-1 1 0 0 0,0-1 1 0 0,1 1-1 0 0,-1 0 0 0 0,0 0 1 0 0,1-1-1 0 0,-1 1 1 0 0,1 0-1 0 0,0-1 0 0 0,0 1 0 0 0,-1 0 0 0 0,1 1 1 0 0,0-1-1 0 0,0 0 0 0 0,0 0 0 0 0,0 1 0 0 0,-1-1 0 0 0,1 0 0 0 0,0 1 0 0 0,0-1 1 0 0,0 1-1 0 0,-1-1 0 0 0,1 1 0 0 0,0-1 0 0 0,-1 1 0 0 0,1 0 0 0 0,-1-1 0 0 0,1 1 0 0 0,0 0 1 0 0,-1-1-1 0 0,1 1 0 0 0,-1 0 0 0 0,0 0 0 0 0,1-1 0 0 0,-1 1 0 0 0,0 0 0 0 0,1 0 1 0 0,-1 0-1 0 0,0 1 0 0 0,5 36-9 0 0,-3-13 34 0 0,4 31 4 0 0,-5-49-34 0 0,0 0-1 0 0,0 0 1 0 0,1 0-1 0 0,0-1 1 0 0,3 9 0 0 0,-1-3 1 0 0,-2-7 1 0 0,-1 0 10 0 0,5 13-4 0 0,-5-13 10 0 0,2-2-1 0 0,13 10-14 0 0,-10-14 45 0 0,2-1-26 0 0,0-1 1 0 0,0 0-1 0 0,0 0 1 0 0,-1-1-1 0 0,1 1 1 0 0,-1-2 0 0 0,0 1-1 0 0,0-1 1 0 0,-1 0-1 0 0,1-1 1 0 0,-1 0-1 0 0,7-8 1 0 0,38-32 3 0 0,11 1 55 0 0,-59 43-66 0 0,2 3 23 0 0,18 2 9 0 0,-11 14-51 0 0,-10-13 16 0 0,1 17-212 0 0,9 38 0 0 0,-7-39-79 0 0,-5-20 274 0 0,8 30-835 0 0,2-8-128 0 0,-8-15 743 0 0,-2-4 93 0 0,1 0-1 0 0,0 0 1 0 0,0 0-1 0 0,1 0 1 0 0,-1-1-1 0 0,1 1 1 0 0,-1 0-1 0 0,5 4 1 0 0,-3 0-193 0 0,-1-4 145 0 0,0 1 0 0 0,0 0 1 0 0,0-1-1 0 0,0 0 0 0 0,1 0 0 0 0,-1 1 0 0 0,1-1 0 0 0,0-1 0 0 0,0 1 1 0 0,0 0-1 0 0,0-1 0 0 0,6 4 0 0 0,-4-2-184 0 0,-2-2 181 0 0,-1-1 0 0 0,0 1-1 0 0,0-1 1 0 0,0 1 0 0 0,1-1 0 0 0,-1 0-1 0 0,1 0 1 0 0,-1 0 0 0 0,1 0 0 0 0,3 0-1 0 0,2 2-280 0 0,-6-2 122 0 0,1 1 1 0 0,0-1-1 0 0,0-1 0 0 0,0 1 0 0 0,0 0 1 0 0,0-1-1 0 0,0 1 0 0 0,0-1 0 0 0,5 0 1 0 0,31 3-3901 0 0</inkml:trace>
</inkml:ink>
</file>

<file path=ppt/ink/ink4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3:25.1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304 150 3984 0 0,'30'-49'4200'0'0,"-29"47"-4038"0"0,0 0 0 0 0,0 0 1 0 0,-1-1-1 0 0,1 1 0 0 0,0-1 0 0 0,-1 1 0 0 0,1-1 1 0 0,-1 1-1 0 0,0-1 0 0 0,0 1 0 0 0,0-1 0 0 0,0 1 0 0 0,0-1 1 0 0,-1 1-1 0 0,1-1 0 0 0,-1 1 0 0 0,0 0 0 0 0,0-3 1 0 0,0 1 45 0 0,0 3-155 0 0,1 0 0 0 0,0-1 0 0 0,-1 1 0 0 0,1 0 0 0 0,-1 0 0 0 0,0 0 1 0 0,1 0-1 0 0,-1 0 0 0 0,0-1 0 0 0,1 1 0 0 0,-1 0 0 0 0,0 1 0 0 0,0-1 0 0 0,0 0 1 0 0,0 0-1 0 0,0 0 0 0 0,-2-1 0 0 0,0 0 104 0 0,2 1-112 0 0,0 0 0 0 0,0-1 1 0 0,0 1-1 0 0,0 0 0 0 0,-1 0 0 0 0,1 0 0 0 0,-1 0 0 0 0,1 0 1 0 0,0 1-1 0 0,-1-1 0 0 0,0 0 0 0 0,1 1 0 0 0,-1-1 0 0 0,1 1 0 0 0,-1-1 1 0 0,-2 1-1 0 0,0-2 83 0 0,-2 0 47 0 0,4 1-130 0 0,0 0-1 0 0,0 0 0 0 0,-1 0 0 0 0,1 0 0 0 0,0 0 1 0 0,-1 0-1 0 0,1 1 0 0 0,-1-1 0 0 0,1 1 1 0 0,-1 0-1 0 0,1-1 0 0 0,-1 1 0 0 0,-2 1 1 0 0,-9-1 260 0 0,-58 5 225 0 0,65-3-480 0 0,0-1-1 0 0,0 1 1 0 0,0 0 0 0 0,0 1 0 0 0,0 0 0 0 0,0 0-1 0 0,0 1 1 0 0,1-1 0 0 0,-11 9 0 0 0,10-7-1 0 0,1 0-37 0 0,0-1-1 0 0,1 1 1 0 0,-1 1-1 0 0,1-1 1 0 0,0 1 0 0 0,0 0-1 0 0,1 0 1 0 0,0 0-1 0 0,0 1 1 0 0,0 0 0 0 0,1-1-1 0 0,0 1 1 0 0,1 0-1 0 0,-1 1 1 0 0,1-1 0 0 0,1 0-1 0 0,-3 14 1 0 0,3-2-24 0 0,4 8-77 0 0,-2-21 67 0 0,0 0 12 0 0,17 14 73 0 0,-7-17-24 0 0,-7-2-35 0 0,-1 0 0 0 0,0 0 0 0 0,1 0 0 0 0,-1-1 0 0 0,1 1 0 0 0,-1-1 0 0 0,1 0 0 0 0,-1 0 0 0 0,1 0 0 0 0,-1 0 0 0 0,1-1 0 0 0,-1 1 0 0 0,1-1 0 0 0,-1 0 0 0 0,5-1-1 0 0,7-5 206 0 0,0 1 0 0 0,-1-2-1 0 0,0 1 1 0 0,20-16 0 0 0,-20 13 50 0 0,29-25 895 0 0,-40 33-944 0 0,1-1-41 0 0,14-5-55 0 0,-14 6-15 0 0,0 0-31 0 0,13-2-16 0 0,-13 3 8 0 0,0 2-20 0 0,4 1-87 0 0,-1 0 1 0 0,0 0-1 0 0,0 1 0 0 0,0 0 1 0 0,0 0-1 0 0,0 1 0 0 0,-1 0 1 0 0,0 0-1 0 0,0 0 1 0 0,0 1-1 0 0,0 0 0 0 0,-1 0 1 0 0,1 1-1 0 0,5 7 1 0 0,3 6-1283 0 0,0 1 1 0 0,-1 1 0 0 0,12 27-1 0 0,-17-33 177 0 0,-6-11-388 0 0,2 4-3849 0 0,5 9 353 0 0</inkml:trace>
</inkml:ink>
</file>

<file path=ppt/ink/ink4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3:25.5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1 107 4196 0 0,'36'-67'5922'0'0,"-34"63"-5186"0"0,1 1-104 0 0,11-13-130 0 0,-10 13-78 0 0,0 0-92 0 0,2 1-209 0 0,0 0 1 0 0,1 0-1 0 0,-1 1 1 0 0,1-1-1 0 0,-1 2 0 0 0,10-2 1 0 0,-13 3-132 0 0,0-1 0 0 0,0 1 0 0 0,0 0 0 0 0,0 0 0 0 0,0 0 0 0 0,0 0 0 0 0,0 0 0 0 0,0 1 0 0 0,-1-1 0 0 0,1 1 0 0 0,0 0 0 0 0,-1-1 0 0 0,1 1 0 0 0,3 5 0 0 0,-4-5 4 0 0,1 0-10 0 0,0 0-1 0 0,-1 1 1 0 0,1 0 0 0 0,-1 0 0 0 0,1 0-1 0 0,-1 0 1 0 0,0 0 0 0 0,0 0 0 0 0,0 1-1 0 0,-1-1 1 0 0,1 0 0 0 0,-1 1 0 0 0,0-1-1 0 0,0 1 1 0 0,0 0 0 0 0,0 5 0 0 0,0 0-8 0 0,0-1 1 0 0,-1 1-1 0 0,-2 15 1 0 0,2-23 21 0 0,-3 16 30 0 0,-1 1 1 0 0,-11 32-1 0 0,14-47-27 0 0,-1 1 55 0 0,1 0 79 0 0,-6 14 31 0 0,5-14 330 0 0,5-7-710 0 0,17-19-27 0 0,-1-1 0 0 0,25-39 0 0 0,-4 5 108 0 0,-8 11 229 0 0,-30 41-30 0 0,-1 5-62 0 0,-1 0 1 0 0,1 0-1 0 0,-1-1 1 0 0,1 1 0 0 0,-1 0-1 0 0,1 0 1 0 0,-1-1-1 0 0,1 1 1 0 0,-1-1 0 0 0,0 1-1 0 0,1 0 1 0 0,-1-1-1 0 0,0 1 1 0 0,1-1-1 0 0,-1 1 1 0 0,0-1 0 0 0,0 1-1 0 0,0-1 1 0 0,1 1-1 0 0,-1-1 1 0 0,0 1 0 0 0,0-1-1 0 0,0 1 1 0 0,0-1-1 0 0,0 1 1 0 0,0-2 0 0 0,0 2 17 0 0,0-1 1 0 0,0 1 0 0 0,0-1 0 0 0,0 0 0 0 0,1 1-1 0 0,-1-1 1 0 0,0 1 0 0 0,0-1 0 0 0,0 1 0 0 0,0-1-1 0 0,1 1 1 0 0,-1-1 0 0 0,0 1 0 0 0,0-1-1 0 0,1 1 1 0 0,-1 0 0 0 0,0-1 0 0 0,1 1 0 0 0,-1-1-1 0 0,1 1 1 0 0,-1 0 0 0 0,0-1 0 0 0,1 1 0 0 0,-1 0-1 0 0,1-1 1 0 0,0 1 0 0 0,1 5 88 0 0,17 45 208 0 0,-16-40-359 0 0,1-1 1 0 0,0 0-1 0 0,0 0 0 0 0,1 0 1 0 0,0-1-1 0 0,0 0 0 0 0,1 0 1 0 0,0 0-1 0 0,0-1 0 0 0,1 1 1 0 0,0-1-1 0 0,1-1 0 0 0,-1 0 1 0 0,1 0-1 0 0,0 0 0 0 0,1-1 1 0 0,-1 0-1 0 0,1-1 0 0 0,0 0 1 0 0,11 4-1 0 0,-2-4-822 0 0,1 1 0 0 0,-1-2 1 0 0,1-1-1 0 0,-1 0 0 0 0,1-1 0 0 0,0-1 0 0 0,0-1 0 0 0,-1-1 0 0 0,27-5 0 0 0,-2-2-4208 0 0</inkml:trace>
</inkml:ink>
</file>

<file path=ppt/ink/ink4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3:26.1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159 42 4788 0 0,'-5'-22'1510'0'0,"4"18"-301"0"0,-2 1-237 0 0,3 2-907 0 0,-1 0 0 0 0,1 0 0 0 0,-1 1-1 0 0,1-1 1 0 0,-1 0 0 0 0,0 0-1 0 0,1 1 1 0 0,-1-1 0 0 0,0 0-1 0 0,0 1 1 0 0,1-1 0 0 0,-1 1 0 0 0,0-1-1 0 0,0 1 1 0 0,0-1 0 0 0,0 1-1 0 0,0 0 1 0 0,1-1 0 0 0,-1 1-1 0 0,0 0 1 0 0,0 0 0 0 0,0-1 0 0 0,0 1-1 0 0,0 0 1 0 0,0 0 0 0 0,0 0-1 0 0,0 0 1 0 0,0 0 0 0 0,0 1-1 0 0,0-1 1 0 0,0 0 0 0 0,0 0 0 0 0,0 1-1 0 0,0-1 1 0 0,0 0 0 0 0,1 1-1 0 0,-1-1 1 0 0,0 1 0 0 0,0-1-1 0 0,0 1 1 0 0,0 0 0 0 0,1-1 0 0 0,-1 1-1 0 0,0 0 1 0 0,1-1 0 0 0,-1 1-1 0 0,1 0 1 0 0,-1 0 0 0 0,0 1-1 0 0,-13 18 210 0 0,1 0-1 0 0,1 1 0 0 0,1 0 1 0 0,1 1-1 0 0,0 0 0 0 0,2 1 0 0 0,1 0 1 0 0,1 0-1 0 0,0 0 0 0 0,-3 45 1 0 0,7-37-210 0 0,0 0 1 0 0,2 0-1 0 0,2 0 1 0 0,0 0-1 0 0,2 0 1 0 0,2 0-1 0 0,1-1 1 0 0,12 35-1 0 0,-12-46-172 0 0,2 0-1 0 0,0 0 1 0 0,1-1-1 0 0,0-1 1 0 0,2 0-1 0 0,0 0 0 0 0,1-1 1 0 0,17 16-1 0 0,-19-21-226 0 0,1 0 0 0 0,0-2 0 0 0,1 1 0 0 0,0-2 0 0 0,0 0 0 0 0,1 0 0 0 0,0-1 0 0 0,0-1 0 0 0,1 0 0 0 0,-1-1 0 0 0,22 4 0 0 0,-11-5-2122 0 0,44 3 0 0 0,-19-6-2893 0 0</inkml:trace>
</inkml:ink>
</file>

<file path=ppt/ink/ink4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3:26.9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254 148 3228 0 0,'0'-5'1483'0'0,"1"0"-1188"0"0,0 0 1 0 0,-1-1-1 0 0,0 1 0 0 0,0 0 0 0 0,0 0 1 0 0,-1-1-1 0 0,0 1 0 0 0,0 0 0 0 0,0 0 1 0 0,0 0-1 0 0,-1 0 0 0 0,0 0 0 0 0,0 0 1 0 0,-1 0-1 0 0,1 1 0 0 0,-1-1 1 0 0,0 1-1 0 0,0 0 0 0 0,0-1 0 0 0,-1 1 1 0 0,1 1-1 0 0,-1-1 0 0 0,0 1 0 0 0,0-1 1 0 0,0 1-1 0 0,-5-3 0 0 0,-8-3 172 0 0,13 6-50 0 0,-2 2-58 0 0,3 1-332 0 0,0-1 27 0 0,0 0 1 0 0,0 1-1 0 0,0-1 1 0 0,-1 1 0 0 0,1 0-1 0 0,0 0 1 0 0,0 0-1 0 0,0 0 1 0 0,-1 1 0 0 0,1-1-1 0 0,0 1 1 0 0,0 0-1 0 0,0 0 1 0 0,0 0-1 0 0,0 0 1 0 0,-5 3 0 0 0,0 2 21 0 0,0 1 0 0 0,0 0 1 0 0,1 0-1 0 0,0 0 0 0 0,0 1 0 0 0,1 0 1 0 0,-1 0-1 0 0,2 0 0 0 0,-9 17 0 0 0,8-9-57 0 0,0 0 0 0 0,1 1 0 0 0,1 0 0 0 0,1 0 0 0 0,0 0 0 0 0,1 0 0 0 0,1 31 0 0 0,1-47-25 0 0,0 0 0 0 0,0 0 1 0 0,0-1-1 0 0,0 1 0 0 0,0 0 0 0 0,0 0 1 0 0,0 0-1 0 0,1-1 0 0 0,-1 1 0 0 0,0 0 1 0 0,1 0-1 0 0,-1 0 0 0 0,0-1 0 0 0,1 1 1 0 0,-1 0-1 0 0,1-1 0 0 0,0 2 0 0 0,-1-2 5 0 0,1 1-1 0 0,0 0 1 0 0,-1-1-1 0 0,0 1 1 0 0,1 0-1 0 0,-1 0 1 0 0,1-1-1 0 0,-1 1 1 0 0,0 0-1 0 0,0 0 1 0 0,1 0-1 0 0,-1-1 1 0 0,0 1-1 0 0,0 0 1 0 0,0 0-1 0 0,0 0 1 0 0,0 0-1 0 0,19 13-45 0 0,-13-16-18 0 0,1 1 50 0 0,0-1-1 0 0,0-1 0 0 0,0 1 1 0 0,-1-1-1 0 0,1 0 1 0 0,-1-1-1 0 0,0 1 1 0 0,0-1-1 0 0,0-1 0 0 0,-1 1 1 0 0,0-1-1 0 0,7-6 1 0 0,-2-1-13 0 0,0 0 1 0 0,-1-1 0 0 0,0 0 0 0 0,-1 0-1 0 0,11-24 1 0 0,5-13 39 0 0,-22 45 46 0 0,-1 4-48 0 0,0 0 0 0 0,0 0 0 0 0,-1-1 0 0 0,1 1 0 0 0,0 0-1 0 0,0-1 1 0 0,-1 1 0 0 0,1-1 0 0 0,-1 1 0 0 0,1-1 0 0 0,0-2 0 0 0,0 0 8 0 0,1 0 558 0 0,-4 9-492 0 0,0 6-82 0 0,0 1 0 0 0,1-1 0 0 0,0 1-1 0 0,0 0 1 0 0,2 0 0 0 0,-1-1 0 0 0,1 1-1 0 0,1 0 1 0 0,0-1 0 0 0,1 1 0 0 0,0-1-1 0 0,1 0 1 0 0,0 0 0 0 0,0 0 0 0 0,2-1-1 0 0,-1 1 1 0 0,14 18 0 0 0,-16-26-110 0 0,-1 0 0 0 0,1 0 1 0 0,-1 0-1 0 0,1-1 0 0 0,0 1 0 0 0,0-1 0 0 0,0 0 1 0 0,1 0-1 0 0,-1 0 0 0 0,0 0 0 0 0,1-1 1 0 0,4 3-1 0 0,-5-3 23 0 0,1 0-453 0 0,2 0-56 0 0,-2-1 517 0 0,-1 1-102 0 0,0 0-1 0 0,1-1 1 0 0,-1 0-1 0 0,1 1 0 0 0,-1-1 1 0 0,1-1-1 0 0,-1 1 0 0 0,1-1 1 0 0,-1 1-1 0 0,1-1 0 0 0,-1 0 1 0 0,1 0-1 0 0,-1 0 1 0 0,0-1-1 0 0,5-2 0 0 0,-4 2-255 0 0,0-1-22 0 0,0 1-1 0 0,-1-1 1 0 0,1 1 0 0 0,-1-1-1 0 0,0 0 1 0 0,0 0-1 0 0,0-1 1 0 0,0 1 0 0 0,0-1-1 0 0,-1 1 1 0 0,1-1-1 0 0,2-5 1 0 0,6-21-3638 0 0</inkml:trace>
</inkml:ink>
</file>

<file path=ppt/ink/ink4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3:27.1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53 55 3432 0 0,'-23'-9'1528'0'0,"18"8"-257"0"0,1-1-278 0 0,-12-4-172 0 0,12 4 1026 0 0,7 0-1375 0 0,3-2-388 0 0,0 1-1 0 0,0 0 1 0 0,1 0-1 0 0,-1 1 1 0 0,1-1-1 0 0,0 2 1 0 0,-1-1-1 0 0,1 1 1 0 0,0 0-1 0 0,7 0 1 0 0,83-1-397 0 0,-57 2 13 0 0,160-5-5630 0 0,-158 4 1230 0 0</inkml:trace>
</inkml:ink>
</file>

<file path=ppt/ink/ink4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3:27.3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 0 2480 0 0,'0'0'1252'0'0,"0"39"440"0"0,4-8-687 0 0,-4 7-477 0 0,-4 14-384 0 0,-1-24-284 0 0,0 0 84 0 0,-1 0-180 0 0,-1-2-184 0 0,0 2-92 0 0,-7 11-1181 0 0,9-9-2311 0 0</inkml:trace>
</inkml:ink>
</file>

<file path=ppt/ink/ink4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3:27.9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33 4692 0 0,'0'0'2640'0'0,"0"-6"-1691"0"0,0-16-181 0 0,0 17 2342 0 0,2 10-2793 0 0,5 15-188 0 0,-1-1 0 0 0,-1 1 1 0 0,-1 0-1 0 0,0 0 0 0 0,-2 0 1 0 0,0 34-1 0 0,-3 10 69 0 0,-10 65 0 0 0,3-53 14 0 0,5-54-16 0 0,3-16 590 0 0,4-8-742 0 0,3-3-33 0 0,0 0 0 0 0,0 0-1 0 0,0-1 1 0 0,-1 1 0 0 0,0-2 0 0 0,0 1 0 0 0,-1-1 0 0 0,1 1 0 0 0,7-16 0 0 0,19-20 15 0 0,-19 27-25 0 0,1 1 0 0 0,0 0 0 0 0,1 1 0 0 0,1 1 1 0 0,31-19-1 0 0,-23 21-19 0 0,-18 9 22 0 0,-1-1 1 0 0,1 2-29 0 0,-1 0 24 0 0,-1 0 0 0 0,0 0 0 0 0,0 0 0 0 0,0 0-1 0 0,1 0 1 0 0,-1 1 0 0 0,0 0 0 0 0,0-1-1 0 0,0 1 1 0 0,0 1 0 0 0,0-1 0 0 0,0 1 0 0 0,7 3-1 0 0,-6-2 12 0 0,-1 0 0 0 0,1 0 0 0 0,-1 0 0 0 0,0 1 0 0 0,0 0 0 0 0,0-1 0 0 0,0 2 0 0 0,0-1 0 0 0,-1 0 0 0 0,0 1 0 0 0,0-1 0 0 0,0 1 0 0 0,0 0 0 0 0,-1 0 0 0 0,0 0 0 0 0,0 0 0 0 0,0 0 0 0 0,-1 1 0 0 0,0-1 0 0 0,0 0 0 0 0,1 9 0 0 0,-2-9-20 0 0,1 1 1 0 0,-1 0 0 0 0,-1-1-1 0 0,1 1 1 0 0,-1 0 0 0 0,0-1-1 0 0,0 1 1 0 0,-1-1-1 0 0,1 1 1 0 0,-4 6 0 0 0,3-7 10 0 0,1-3-3 0 0,1 1 0 0 0,-1-1-1 0 0,0 1 1 0 0,0-1 0 0 0,0 1 0 0 0,-1-1-1 0 0,1 1 1 0 0,-1-1 0 0 0,1 0-1 0 0,-1 0 1 0 0,-2 3 0 0 0,-1 1 0 0 0,1 0-2 0 0,-1 0-1 0 0,1-1 1 0 0,-1 0 0 0 0,0 0 0 0 0,0 0 0 0 0,0 0 0 0 0,-1-1 0 0 0,-7 5 0 0 0,8-6 34 0 0,0 1-73 0 0,0-1 0 0 0,0 0 0 0 0,0 0 0 0 0,-1-1 0 0 0,1 0 0 0 0,-1 0 0 0 0,0 0-1 0 0,0 0 1 0 0,1-1 0 0 0,-1 0 0 0 0,0 0 0 0 0,0-1 0 0 0,0 0 0 0 0,0 0 0 0 0,0 0 0 0 0,0-1 0 0 0,-11-2 0 0 0,6 0-301 0 0,-1-1 0 0 0,1 0 0 0 0,0 0 0 0 0,1-1 0 0 0,-1-1 1 0 0,1 0-1 0 0,0 0 0 0 0,-15-13 0 0 0,17 11-699 0 0,0 1-1 0 0,0-2 1 0 0,1 1 0 0 0,0-1-1 0 0,-12-19 1 0 0,5 2-4081 0 0</inkml:trace>
</inkml:ink>
</file>

<file path=ppt/ink/ink4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3:28.0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0 125 2988 0 0,'1'-5'1694'0'0,"1"-15"-316"0"0,-1 15-305 0 0,1 2-173 0 0,-1 0-714 0 0,0 1 0 0 0,0 0 0 0 0,1-1-1 0 0,-1 1 1 0 0,1 0 0 0 0,-1 0 0 0 0,1 0-1 0 0,0 0 1 0 0,0 0 0 0 0,0 0 0 0 0,0 0-1 0 0,0 1 1 0 0,1-1 0 0 0,-1 1-1 0 0,0 0 1 0 0,1-1 0 0 0,-1 1 0 0 0,5-1-1 0 0,34-7 131 0 0,1 2 0 0 0,0 2 0 0 0,78 1 0 0 0,-29 1-1577 0 0,70-18-5392 0 0,-128 14 1781 0 0</inkml:trace>
</inkml:ink>
</file>

<file path=ppt/ink/ink4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3:28.6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102 0 3076 0 0,'0'0'5746'0'0,"7"2"-4656"0"0,5 1-722 0 0,-1 1 0 0 0,1 0 0 0 0,-1 1 0 0 0,1 0 0 0 0,-1 1 0 0 0,-1 0 0 0 0,1 1 0 0 0,-1 0 0 0 0,-1 1-1 0 0,1 0 1 0 0,15 18 0 0 0,-5-5-11 0 0,-2 1-1 0 0,0 1 1 0 0,-2 0 0 0 0,19 35-1 0 0,-25-38-282 0 0,-1 1 1 0 0,-1 0-1 0 0,-1 0 0 0 0,-1 1 1 0 0,0-1-1 0 0,-2 1 0 0 0,-1 1 1 0 0,0-1-1 0 0,-2 0 0 0 0,-1 1 1 0 0,0-1-1 0 0,-2 1 0 0 0,-4 26 1 0 0,-2-16-359 0 0,0 1 0 0 0,-2-1 1 0 0,-2-1-1 0 0,-1 0 0 0 0,-1-1 1 0 0,-2 0-1 0 0,-37 55 0 0 0,17-37-1461 0 0,-60 64 1 0 0,-5-20-3943 0 0,60-61 22 0 0</inkml:trace>
</inkml:ink>
</file>

<file path=ppt/ink/ink4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3:30.0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64 4088 0 0,'0'0'5119'0'0,"-3"-3"-4110"0"0,-10-10 3560 0 0,14 8-4268 0 0,4-11-67 0 0,-5 16-229 0 0,0 0-1 0 0,0-1 0 0 0,0 1 1 0 0,0 0-1 0 0,0 0 1 0 0,0-1-1 0 0,0 1 1 0 0,0 0-1 0 0,0 0 1 0 0,1 0-1 0 0,-1-1 1 0 0,0 1-1 0 0,0 0 1 0 0,0 0-1 0 0,0 0 1 0 0,0 0-1 0 0,0-1 1 0 0,1 1-1 0 0,-1 0 0 0 0,0 0 1 0 0,0 0-1 0 0,0 0 1 0 0,1 0-1 0 0,-1-1 1 0 0,0 1-1 0 0,0 0 1 0 0,0 0-1 0 0,1 0 1 0 0,-1 0-1 0 0,0 0 1 0 0,0 0-1 0 0,1 0 1 0 0,-1 0-1 0 0,0 0 0 0 0,0 0 1 0 0,1 0-1 0 0,57-10-12 0 0,54 1-2011 0 0,-104 8 1668 0 0,30-1-734 0 0,-4 4-1039 0 0,-23-2 1542 0 0,5 0-130 0 0,9 2-2751 0 0,10 1-1638 0 0</inkml:trace>
</inkml:ink>
</file>

<file path=ppt/ink/ink4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3:30.2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0 131 4060 0 0,'0'0'5404'0'0,"3"3"-4327"0"0,-2-2-946 0 0,0 1-1 0 0,0-1 1 0 0,1 0 0 0 0,-1 0-1 0 0,0 0 1 0 0,1 0 0 0 0,-1 0-1 0 0,1 0 1 0 0,0 0 0 0 0,-1 0-1 0 0,1-1 1 0 0,0 1 0 0 0,-1-1 0 0 0,1 1-1 0 0,0-1 1 0 0,-1 1 0 0 0,1-1-1 0 0,2 0 1 0 0,37-4 920 0 0,-24 2-737 0 0,83-13 679 0 0,101-27 0 0 0,-137 24-3992 0 0,63-27 1 0 0,-101 34-835 0 0,-4-1-2672 0 0</inkml:trace>
</inkml:ink>
</file>

<file path=ppt/ink/ink4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4:20.8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13 120 3732 0 0,'0'0'1590'0'0,"-2"-4"-324"0"0,-6-13-274 0 0,6 13 1530 0 0,3-1-2096 0 0,4-14-48 0 0,-5 18-353 0 0,0 0-1 0 0,1 0 1 0 0,-1 0-1 0 0,1 0 1 0 0,-1 0-1 0 0,1 1 1 0 0,0-1-1 0 0,-1 0 1 0 0,1 0-1 0 0,0 1 1 0 0,0-1-1 0 0,0 1 1 0 0,-1-1-1 0 0,1 0 1 0 0,0 1-1 0 0,0 0 1 0 0,0-1-1 0 0,0 1 1 0 0,0-1-1 0 0,0 1 1 0 0,0 0-1 0 0,0 0 1 0 0,2-1-1 0 0,6-3 40 0 0,1 1-1 0 0,0 0 1 0 0,0 0-1 0 0,0 1 1 0 0,0 0-1 0 0,14 0 1 0 0,8-2-111 0 0,158-18-2439 0 0,-62 15-2169 0 0,-64 3-56 0 0</inkml:trace>
</inkml:ink>
</file>

<file path=ppt/ink/ink4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4:22.0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1 132 3240 0 0,'0'0'4321'0'0,"3"-4"-3745"0"0,12-12-117 0 0,-2 11-94 0 0,34-4-231 0 0,323-55 908 0 0,-119 35-6787 0 0,-193 25 1393 0 0</inkml:trace>
</inkml:ink>
</file>

<file path=ppt/ink/ink4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4:19.2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328 142 3224 0 0,'1'-5'1976'0'0,"-1"-3"-1369"0"0,0 0 0 0 0,0 0-1 0 0,0 1 1 0 0,-1-1 0 0 0,0 0 0 0 0,-1 1 0 0 0,-2-10 0 0 0,2 14-461 0 0,1-1 1 0 0,-1 1 0 0 0,0-1 0 0 0,0 1-1 0 0,0 0 1 0 0,0 0 0 0 0,-1 0 0 0 0,1 0-1 0 0,-1 0 1 0 0,0 0 0 0 0,1 1 0 0 0,-1-1 0 0 0,-1 1-1 0 0,1 0 1 0 0,0 0 0 0 0,0 0 0 0 0,-1 0-1 0 0,1 0 1 0 0,-7-1 0 0 0,3 1-51 0 0,0 0-1 0 0,0 0 1 0 0,0 0 0 0 0,-1 1 0 0 0,1 1-1 0 0,0-1 1 0 0,-1 1 0 0 0,1 0 0 0 0,0 1 0 0 0,-1-1-1 0 0,1 1 1 0 0,0 1 0 0 0,0 0 0 0 0,0 0-1 0 0,0 0 1 0 0,0 1 0 0 0,0 0 0 0 0,0 0-1 0 0,1 1 1 0 0,0-1 0 0 0,-7 6 0 0 0,6-3-82 0 0,0-1 0 0 0,0 1 0 0 0,1 0 0 0 0,0 1 0 0 0,0 0-1 0 0,1 0 1 0 0,0 0 0 0 0,0 1 0 0 0,0-1 0 0 0,1 1 0 0 0,0 0 0 0 0,1 0 0 0 0,0 1 0 0 0,0-1 0 0 0,-1 10 0 0 0,3-12-11 0 0,1 0 0 0 0,-1 0-1 0 0,1 0 1 0 0,1 0 0 0 0,-1 0 0 0 0,1 0-1 0 0,0 0 1 0 0,1 0 0 0 0,-1 0 0 0 0,1 0 0 0 0,0 0-1 0 0,1-1 1 0 0,-1 1 0 0 0,1-1 0 0 0,0 1-1 0 0,1-1 1 0 0,-1 0 0 0 0,6 6 0 0 0,3 1-10 0 0,0 1 1 0 0,0-2 0 0 0,1 0-1 0 0,1 0 1 0 0,0-1 0 0 0,23 12-1 0 0,98 41-342 0 0,-47-25-95 0 0,-80-34 423 0 0,2 1-15 0 0,0 0 0 0 0,0 0 0 0 0,0 1 0 0 0,-1 0-1 0 0,1 0 1 0 0,-2 1 0 0 0,10 9 0 0 0,-15-13 1 0 0,-2 2 4 0 0,0 21 15 0 0,-2-21 35 0 0,-1 0-1 0 0,1 0 1 0 0,-2-1 0 0 0,1 1-1 0 0,0-1 1 0 0,-1 1-1 0 0,0-1 1 0 0,0 0 0 0 0,0 0-1 0 0,0 0 1 0 0,-1 0-1 0 0,1-1 1 0 0,-1 0 0 0 0,0 1-1 0 0,0-1 1 0 0,-6 3-1 0 0,-9 6 130 0 0,-1-1 0 0 0,0 0-1 0 0,-1-1 1 0 0,-43 13-1 0 0,-85 13 262 0 0,133-32-389 0 0,13-3-13 0 0,0-1 1 0 0,1 1-1 0 0,-1-1 0 0 0,0 1 0 0 0,0-1 0 0 0,0 0 0 0 0,0 0 0 0 0,-5-2 1 0 0,-5 1-6 0 0,11 1-21 0 0,-2 1-49 0 0,0-1 0 0 0,0 0-1 0 0,0-1 1 0 0,0 1-1 0 0,0-1 1 0 0,0 1 0 0 0,0-1-1 0 0,1 0 1 0 0,-1-1 0 0 0,0 1-1 0 0,0-1 1 0 0,1 1-1 0 0,-1-1 1 0 0,-5-4 0 0 0,7 3-94 0 0,0 1 0 0 0,0 0 1 0 0,1-1-1 0 0,-1 1 0 0 0,1-1 1 0 0,0 0-1 0 0,-1 0 0 0 0,1 1 1 0 0,0-1-1 0 0,1 0 0 0 0,-1 0 1 0 0,0 0-1 0 0,1 0 0 0 0,0 0 1 0 0,0 0-1 0 0,0 0 0 0 0,0 0 1 0 0,0 0-1 0 0,0 0 0 0 0,1 1 1 0 0,-1-1-1 0 0,1 0 0 0 0,0 0 1 0 0,0 0-1 0 0,3-5 0 0 0,0-1-565 0 0,1 0-1 0 0,1 0 0 0 0,0 0 0 0 0,0 1 1 0 0,1 0-1 0 0,0 0 0 0 0,8-6 1 0 0,14-12-3857 0 0</inkml:trace>
</inkml:ink>
</file>

<file path=ppt/ink/ink4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4:19.6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123 86 3500 0 0,'1'-4'1189'0'0,"3"-12"-123"0"0,-3 12-210 0 0,-2 0-94 0 0,-2-2-298 0 0,0 0-1 0 0,-1 1 1 0 0,1-1 0 0 0,-1 1 0 0 0,0 0 0 0 0,-1 0 0 0 0,1 1 0 0 0,-11-9 0 0 0,11 11 278 0 0,-1 2-392 0 0,-16 1-33 0 0,20-1-295 0 0,0 0 1 0 0,0 1-1 0 0,0-1 0 0 0,0 0 0 0 0,0 0 1 0 0,0 1-1 0 0,0-1 0 0 0,0 0 0 0 0,1 1 1 0 0,-1-1-1 0 0,0 1 0 0 0,0-1 0 0 0,0 1 1 0 0,1-1-1 0 0,-1 1 0 0 0,0 0 0 0 0,1-1 0 0 0,-1 1 1 0 0,0 0-1 0 0,1-1 0 0 0,-1 1 0 0 0,1 0 1 0 0,-2 1-1 0 0,2-1 43 0 0,-3 3 4 0 0,0 0 1 0 0,0 0-1 0 0,0 0 1 0 0,1 0-1 0 0,0 1 0 0 0,0-1 1 0 0,0 0-1 0 0,0 1 1 0 0,1 0-1 0 0,0-1 0 0 0,-2 7 1 0 0,3-7-44 0 0,-2 7 40 0 0,0 0 1 0 0,1 1 0 0 0,1-1-1 0 0,0 0 1 0 0,0 0 0 0 0,1 1-1 0 0,1-1 1 0 0,0 0 0 0 0,0 0-1 0 0,8 21 1 0 0,-4-18-80 0 0,0 1 0 0 0,1-1-1 0 0,1 0 1 0 0,0 0 0 0 0,1-1-1 0 0,0 0 1 0 0,1-1 0 0 0,1 0 0 0 0,0 0-1 0 0,0-1 1 0 0,1-1 0 0 0,24 17 0 0 0,-23-20-439 0 0,0 1 0 0 0,1-2 0 0 0,0 0 0 0 0,0 0 0 0 0,0-1 0 0 0,1-1 0 0 0,0-1 0 0 0,29 4 0 0 0,-35-5 73 0 0,-6-1 185 0 0,1 0-1 0 0,-1 0 1 0 0,0-1 0 0 0,1 0-1 0 0,-1 1 1 0 0,0-1 0 0 0,1 0 0 0 0,-1-1-1 0 0,0 1 1 0 0,1-1 0 0 0,2 0-1 0 0,66-13-3758 0 0,-46 6-251 0 0</inkml:trace>
</inkml:ink>
</file>

<file path=ppt/ink/ink4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4:19.7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0 104 3688 0 0,'0'0'1035'0'0,"0"-5"127"0"0,6-40 3356 0 0,-5 41-4096 0 0,3 2-57 0 0,7-5-260 0 0,1 1 0 0 0,1 1 1 0 0,-1 0-1 0 0,1 0 1 0 0,0 1-1 0 0,0 1 0 0 0,0 0 1 0 0,23-1-1 0 0,114-1-4805 0 0,-122 5 1904 0 0,-21 0-1806 0 0</inkml:trace>
</inkml:ink>
</file>

<file path=ppt/ink/ink4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4:19.9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66 22 3100 0 0,'-5'3'1331'0'0,"-35"28"1383"0"0,37-28-2024 0 0,-12 12 780 0 0,12-12-38 0 0,23 11-868 0 0,-9-12-386 0 0,177-31-1563 0 0,4-17-4224 0 0,-121 28 1164 0 0</inkml:trace>
</inkml:ink>
</file>

<file path=ppt/ink/ink4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4:20.3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67 5392 0 0,'26'-47'4435'0'0,"-24"44"-3519"0"0,0-1-213 0 0,-2 3-553 0 0,1 0 0 0 0,-1 1-1 0 0,0-1 1 0 0,1 0-1 0 0,-1 1 1 0 0,1-1-1 0 0,-1 0 1 0 0,1 1 0 0 0,-1-1-1 0 0,1 0 1 0 0,0 1-1 0 0,-1-1 1 0 0,1 1 0 0 0,-1-1-1 0 0,1 1 1 0 0,0-1-1 0 0,0 1 1 0 0,-1 0-1 0 0,1-1 1 0 0,0 1 0 0 0,1-1-1 0 0,-1 2-99 0 0,-1-1 0 0 0,1 0 1 0 0,-1 0-1 0 0,1 1 0 0 0,-1-1 0 0 0,1 0 0 0 0,0 1 0 0 0,-1-1 0 0 0,0 0 1 0 0,1 1-1 0 0,-1-1 0 0 0,1 1 0 0 0,-1-1 0 0 0,1 1 0 0 0,-1-1 0 0 0,0 1 1 0 0,1-1-1 0 0,-1 1 0 0 0,0 0 0 0 0,0-1 0 0 0,1 2 0 0 0,10 43 137 0 0,-10-39 67 0 0,16 89-413 0 0,-4 1 0 0 0,-5 0-1 0 0,-3 0 1 0 0,-15 174 0 0 0,5-199-2795 0 0,4-67 1973 0 0,-3 23-6062 0 0</inkml:trace>
</inkml:ink>
</file>

<file path=ppt/ink/ink4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4:20.7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67 163 3824 0 0,'2'-7'1129'0'0,"19"-54"935"0"0,-19 56-1897 0 0,-1 3-125 0 0,0 0-1 0 0,0-1 0 0 0,0 1 1 0 0,0 0-1 0 0,0 0 1 0 0,0-1-1 0 0,1 1 0 0 0,-1 0 1 0 0,1 0-1 0 0,0 1 1 0 0,-1-1-1 0 0,1 0 0 0 0,3-2 1 0 0,5-4 247 0 0,41-29 441 0 0,-48 35-680 0 0,-1 1-36 0 0,-1-1 0 0 0,1 1 0 0 0,0 0 1 0 0,0 0-1 0 0,0 0 0 0 0,0 0 0 0 0,0 0 0 0 0,1 0 1 0 0,-1 1-1 0 0,0-1 0 0 0,0 1 0 0 0,0 0 1 0 0,1-1-1 0 0,-1 1 0 0 0,0 0 0 0 0,4 1 1 0 0,0-1 86 0 0,3 0-1 0 0,-1 1-1 0 0,1 0 1 0 0,-1 0-1 0 0,1 1 1 0 0,-1 0 0 0 0,0 1-1 0 0,1 0 1 0 0,-1 0-1 0 0,-1 1 1 0 0,12 6-1 0 0,-13-6-44 0 0,-1-1 0 0 0,0 1 0 0 0,0 0-1 0 0,-1 0 1 0 0,1 0 0 0 0,-1 1 0 0 0,0 0-1 0 0,0 0 1 0 0,-1 0 0 0 0,1 0 0 0 0,-1 0-1 0 0,0 1 1 0 0,-1 0 0 0 0,1-1 0 0 0,-1 1 0 0 0,0 0-1 0 0,2 12 1 0 0,-2-11-2 0 0,-1-5-34 0 0,0 0 1 0 0,-1 0-1 0 0,1 1 1 0 0,0-1-1 0 0,-1 0 0 0 0,0 1 1 0 0,0-1-1 0 0,1 1 1 0 0,-1-1-1 0 0,-1 0 0 0 0,1 1 1 0 0,0-1-1 0 0,-1 0 1 0 0,0 4-1 0 0,-1 7 80 0 0,-1-1 1 0 0,-1 0-1 0 0,0 0 0 0 0,0 0 1 0 0,-1 0-1 0 0,-1-1 0 0 0,1 1 1 0 0,-2-2-1 0 0,-15 21 0 0 0,14-22-124 0 0,-1-1-1 0 0,0 0 1 0 0,0 0-1 0 0,-1-1 0 0 0,0 0 1 0 0,0 0-1 0 0,-1-1 0 0 0,0-1 1 0 0,0 0-1 0 0,0 0 1 0 0,-1-1-1 0 0,1-1 0 0 0,-1 0 1 0 0,0 0-1 0 0,0-1 0 0 0,0-1 1 0 0,-24 0-1 0 0,33-1-79 0 0,0 0-1 0 0,1 0 1 0 0,-1 0 0 0 0,0 0-1 0 0,0-1 1 0 0,1 1 0 0 0,-1-1-1 0 0,0 0 1 0 0,1 0-1 0 0,-4-2 1 0 0,-1 0-177 0 0,-6-3-832 0 0,7 1 523 0 0,-1-1 1 0 0,1 0-1 0 0,1 0 0 0 0,-1 0 0 0 0,1 0 0 0 0,0-1 1 0 0,0 0-1 0 0,-5-12 0 0 0,-1-5-3630 0 0</inkml:trace>
</inkml:ink>
</file>

<file path=ppt/ink/ink4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4:21.2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64 4480 0 0,'0'0'2228'0'0,"5"-2"-1498"0"0,13-4-411 0 0,1 1-1 0 0,0 0 1 0 0,0 2 0 0 0,1 0-1 0 0,-1 1 1 0 0,28 1 0 0 0,0-2-69 0 0,87-7-137 0 0,13 0-1316 0 0,-1 0-3357 0 0,-91 7 331 0 0</inkml:trace>
</inkml:ink>
</file>

<file path=ppt/ink/ink4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4:21.8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307 77 3284 0 0,'-5'-8'753'0'0,"-1"1"-1"0"0,0 0 0 0 0,0 0 1 0 0,0 0-1 0 0,-1 1 0 0 0,-8-7 1 0 0,11 11-561 0 0,0-1 1 0 0,-1 0-1 0 0,1 1 1 0 0,-1 0-1 0 0,0 0 1 0 0,1 0-1 0 0,-1 1 1 0 0,0-1-1 0 0,0 1 1 0 0,0 1-1 0 0,0-1 1 0 0,0 0-1 0 0,-10 2 1 0 0,7 0-109 0 0,0 0 1 0 0,1 1 0 0 0,-1 0-1 0 0,1 1 1 0 0,0-1 0 0 0,0 2-1 0 0,0-1 1 0 0,0 1 0 0 0,0 0-1 0 0,1 0 1 0 0,-1 1 0 0 0,1-1-1 0 0,0 2 1 0 0,1-1 0 0 0,-1 1-1 0 0,1-1 1 0 0,0 1 0 0 0,1 1 0 0 0,-1-1-1 0 0,1 1 1 0 0,-6 12 0 0 0,4-8-68 0 0,1 0 1 0 0,0 1-1 0 0,1 0 1 0 0,0 0-1 0 0,0 0 1 0 0,1 0-1 0 0,1 0 1 0 0,0 1 0 0 0,1-1-1 0 0,0 1 1 0 0,1 0-1 0 0,0-1 1 0 0,1 1-1 0 0,3 12 1 0 0,-3-21-26 0 0,0-1 1 0 0,0 1-1 0 0,0-1 1 0 0,1 0-1 0 0,-1 1 1 0 0,1-1-1 0 0,0 0 1 0 0,0 0-1 0 0,0 0 1 0 0,1-1-1 0 0,-1 1 1 0 0,5 4-1 0 0,-3-4-5 0 0,12 9-82 0 0,-12-11 76 0 0,0 1-24 0 0,2-1 6 0 0,0-1 27 0 0,1 0 1 0 0,-1 0 0 0 0,0-1 0 0 0,0 1 0 0 0,0-1 0 0 0,0-1 0 0 0,0 1 0 0 0,0-1 0 0 0,0 0-1 0 0,0 0 1 0 0,0-1 0 0 0,-1 0 0 0 0,1 0 0 0 0,4-4 0 0 0,-1 1 60 0 0,-1-1 1 0 0,0-1-1 0 0,0 1 1 0 0,-1-1-1 0 0,0 0 1 0 0,-1-1-1 0 0,1 0 1 0 0,9-18-1 0 0,8-22 625 0 0,-22 45-462 0 0,1-1-34 0 0,-1 3-118 0 0,-1 1-27 0 0,0 0 1 0 0,0-1-1 0 0,-1 1 1 0 0,1 0-1 0 0,0 0 1 0 0,0-1-1 0 0,-1 1 1 0 0,1 0-1 0 0,0-1 1 0 0,-1 1 0 0 0,0 0-1 0 0,1-4 1 0 0,4 9-2 0 0,15 9 12 0 0,-20-13-45 0 0,1 0-1 0 0,-1 0 1 0 0,1 1 0 0 0,-1-1 0 0 0,0 0-1 0 0,1 0 1 0 0,-1 1 0 0 0,0-1 0 0 0,1 0 0 0 0,-1 1-1 0 0,0-1 1 0 0,0 0 0 0 0,1 1 0 0 0,-1-1 0 0 0,0 0-1 0 0,0 1 1 0 0,0-1 0 0 0,1 1 0 0 0,-1-1 0 0 0,0 0-1 0 0,0 1 1 0 0,0-1 0 0 0,0 1 0 0 0,0-1-1 0 0,0 1 1 0 0,0 0 0 0 0,6 43-29 0 0,-2 0 0 0 0,-2 0 0 0 0,-6 76 0 0 0,-28 139-308 0 0,12-119 447 0 0,19-135 160 0 0,4 17-110 0 0,-2-18-69 0 0,2-4-88 0 0,-1-1 1 0 0,1 1 0 0 0,0-1-1 0 0,0 0 1 0 0,0 0 0 0 0,-1 0 0 0 0,1 0-1 0 0,-1-1 1 0 0,1 1 0 0 0,-1 0-1 0 0,1-1 1 0 0,2-2 0 0 0,29-27-27 0 0,-28 24 0 0 0,98-89-866 0 0,63-66-2272 0 0,-138 131 85 0 0,38-58 0 0 0,-43 51-1979 0 0</inkml:trace>
</inkml:ink>
</file>

<file path=ppt/ink/ink4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4:22.7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0 265 4312 0 0,'0'0'2309'0'0,"1"-4"-1482"0"0,0 3-772 0 0,0-1 1 0 0,-1 0-1 0 0,1 0 0 0 0,0 1 1 0 0,0-1-1 0 0,1 1 0 0 0,-1-1 1 0 0,0 1-1 0 0,0-1 1 0 0,1 1-1 0 0,-1 0 0 0 0,1-1 1 0 0,-1 1-1 0 0,1 0 0 0 0,0 0 1 0 0,-1 0-1 0 0,1 0 0 0 0,0 0 1 0 0,0 1-1 0 0,-1-1 0 0 0,1 1 1 0 0,4-2-1 0 0,55-7 517 0 0,-42 7-453 0 0,1116-72 1698 0 0,-881 63-1636 0 0,2261-105 761 0 0,-1986 101-3929 0 0,-371 12-1189 0 0,-90 1-973 0 0</inkml:trace>
</inkml:ink>
</file>

<file path=ppt/ink/ink4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4:23.7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4052 0 0,'0'0'6503'0'0,"0"5"-6168"0"0,3 28-83 0 0,2-1 0 0 0,1 1 0 0 0,2-1 0 0 0,20 57 0 0 0,-3-30 8 0 0,-23-54-215 0 0,-1-2 12 0 0,0-2-42 0 0,-1 0-1 0 0,1 0 1 0 0,-1 0-1 0 0,1 0 1 0 0,0 0-1 0 0,-1 0 1 0 0,1 0-1 0 0,0 0 1 0 0,0 0-1 0 0,0 0 1 0 0,0-1-1 0 0,-1 1 1 0 0,1 0 0 0 0,0 0-1 0 0,0-1 1 0 0,0 1-1 0 0,1-1 1 0 0,-1 1-1 0 0,0-1 1 0 0,0 0-1 0 0,0 1 1 0 0,0-1-1 0 0,0 0 1 0 0,0 0-1 0 0,1 0 1 0 0,-1 0-1 0 0,0 0 1 0 0,0 0-1 0 0,0 0 1 0 0,0 0-1 0 0,2 0 1 0 0,2-1-74 0 0,-1-3-35 0 0,16-24-80 0 0,-1-2 0 0 0,18-38 1 0 0,-26 46 153 0 0,-9 19 25 0 0,-2 1-5 0 0,1 1 0 0 0,0 0 0 0 0,-1-1 0 0 0,1 1 0 0 0,0 0 0 0 0,0 0-1 0 0,0 0 1 0 0,0-1 0 0 0,0 1 0 0 0,0 0 0 0 0,3-1 0 0 0,-4 2 3 0 0,3-4 102 0 0,1 7-52 0 0,67 74 179 0 0,-69-75-220 0 0,1 1 0 0 0,0-1 0 0 0,0 0 0 0 0,0 0 0 0 0,0 0 0 0 0,0 0 1 0 0,1 0-1 0 0,-1-1 0 0 0,0 0 0 0 0,8 2 0 0 0,-8-2-9 0 0,1 1 24 0 0,12 1 9 0 0,-14-3-30 0 0,0 1-1 0 0,-1-1 1 0 0,1 1 0 0 0,0-1-1 0 0,0 0 1 0 0,-1 0-1 0 0,1 0 1 0 0,0 0 0 0 0,0 0-1 0 0,0 0 1 0 0,3-1 0 0 0,17-1 38 0 0,-17 2 4 0 0,1-3 10 0 0,8-4 1 0 0,0-1 1 0 0,-1-1 0 0 0,20-15-1 0 0,-15 10-23 0 0,-13 10-18 0 0,-2 1-1 0 0,0 0 1 0 0,0 1-1 0 0,1-1 0 0 0,-1 1 0 0 0,1 0 1 0 0,4-3-1 0 0,23 8 128 0 0,-28-2-120 0 0,0 0 1 0 0,0 0 0 0 0,0 0 0 0 0,0 0 0 0 0,-1 1 0 0 0,1-1 0 0 0,0 1-1 0 0,-1 0 1 0 0,1 0 0 0 0,-1 0 0 0 0,0 0 0 0 0,1 0 0 0 0,-1 1 0 0 0,0-1-1 0 0,2 4 1 0 0,-3-4-22 0 0,62 70 258 0 0,-51-56-620 0 0,2 0 0 0 0,29 27 1 0 0,-37-38-37 0 0,1-1 1 0 0,0 1-1 0 0,0-1 1 0 0,0-1-1 0 0,0 1 1 0 0,1-1-1 0 0,10 3 1 0 0,-12-4 173 0 0,-3-1 12 0 0,0 0 1 0 0,0 1 0 0 0,1-1-1 0 0,-1-1 1 0 0,0 1-1 0 0,1 0 1 0 0,-1-1-1 0 0,0 0 1 0 0,5 0 0 0 0,1 1-193 0 0,-5-1 63 0 0,1 1 0 0 0,-1 0 0 0 0,1-1 0 0 0,-1 0-1 0 0,1 0 1 0 0,0 0 0 0 0,5-2 0 0 0,3 0-527 0 0,18-2-2954 0 0</inkml:trace>
</inkml:ink>
</file>

<file path=ppt/ink/ink4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4:24.1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159 127 2464 0 0,'6'-30'1215'0'0,"-5"24"-186"0"0,-1 0-192 0 0,-1-1-495 0 0,1 0 0 0 0,-1 1 1 0 0,-1-1-1 0 0,1 1 1 0 0,-1-1-1 0 0,0 1 1 0 0,-1 0-1 0 0,-5-11 1 0 0,5 14 177 0 0,-1 0 11 0 0,2 2-456 0 0,0 0 1 0 0,-1-1-1 0 0,1 1 1 0 0,-1 0-1 0 0,1 0 1 0 0,-1 1-1 0 0,0-1 1 0 0,1 1 0 0 0,-1-1-1 0 0,0 1 1 0 0,0 0-1 0 0,1 0 1 0 0,-1 0-1 0 0,0 0 1 0 0,0 0 0 0 0,1 1-1 0 0,-1-1 1 0 0,0 1-1 0 0,1 0 1 0 0,-1 0-1 0 0,1 0 1 0 0,-1 0-1 0 0,1 0 1 0 0,-1 0 0 0 0,1 1-1 0 0,-3 1 1 0 0,-2 3-27 0 0,2 0 0 0 0,-1 0 0 0 0,0 0 0 0 0,1 1 0 0 0,0 0 1 0 0,1 0-1 0 0,0 0 0 0 0,0 0 0 0 0,0 1 0 0 0,1 0 0 0 0,0 0 0 0 0,0-1 0 0 0,1 2 1 0 0,0-1-1 0 0,1 0 0 0 0,0 0 0 0 0,0 1 0 0 0,0 9 0 0 0,2-10-37 0 0,-1 0 0 0 0,1 0 0 0 0,0 1-1 0 0,1-1 1 0 0,0 0 0 0 0,0 0 0 0 0,1 0 0 0 0,0-1-1 0 0,8 16 1 0 0,-9-20 2 0 0,2-1-6 0 0,13 9-10 0 0,-13-8-3 0 0,1-3-5 0 0,14 1 4 0 0,-14 0 11 0 0,1-4 1 0 0,1-1 0 0 0,1 0 0 0 0,-1 0 0 0 0,0-1 0 0 0,0-1 0 0 0,-1 1 1 0 0,0-1-1 0 0,0 0 0 0 0,0 0 0 0 0,0-1 0 0 0,6-9 1 0 0,-10 12 68 0 0,-1-1 12 0 0,1 0 1 0 0,0 0-1 0 0,0 0 1 0 0,0 0 0 0 0,1 0-1 0 0,3-4 1 0 0,-2 1-1 0 0,-2 5 223 0 0,23 7-233 0 0,-21-2-85 0 0,0 0 0 0 0,-1 0 0 0 0,1 1 1 0 0,-1-1-1 0 0,1 1 0 0 0,-1 0 0 0 0,0 0 0 0 0,0 1 1 0 0,-1-1-1 0 0,1 0 0 0 0,-1 1 0 0 0,5 7 1 0 0,3 4-386 0 0,18 17-1134 0 0,10 4-3574 0 0,-35-34 2574 0 0</inkml:trace>
</inkml:ink>
</file>

<file path=ppt/ink/ink4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4:24.6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49 2568 0 0,'3'-3'1204'0'0,"32"-30"2172"0"0,-31 30-2777 0 0,0 1-62 0 0,12-4-58 0 0,-12 4 273 0 0,1 4-435 0 0,-2-2-274 0 0,-1 1 0 0 0,1 0 1 0 0,-1 0-1 0 0,1 0 0 0 0,0 0 1 0 0,-1 0-1 0 0,0 0 1 0 0,1 1-1 0 0,-1-1 0 0 0,0 1 1 0 0,0 0-1 0 0,0 0 1 0 0,0 0-1 0 0,0 0 0 0 0,0 0 1 0 0,0 0-1 0 0,-1 0 0 0 0,1 0 1 0 0,-1 1-1 0 0,1-1 1 0 0,-1 1-1 0 0,0-1 0 0 0,1 4 1 0 0,-1 4 9 0 0,1 0 1 0 0,-2 0-1 0 0,1 0 1 0 0,-1 0-1 0 0,-1 0 1 0 0,-3 17-1 0 0,-4 11 311 0 0,-20 51 1 0 0,27-85-257 0 0,1-3-106 0 0,0 0-1 0 0,0 1 0 0 0,-1-1 1 0 0,1 1-1 0 0,0-1 0 0 0,-1 0 0 0 0,1 1 1 0 0,-1-1-1 0 0,1 0 0 0 0,-1 0 1 0 0,1 1-1 0 0,-3 1 0 0 0,3-2 6 0 0,-2 3 493 0 0,24-11-912 0 0,-13 1 198 0 0,26-38-309 0 0,-1-1 1 0 0,53-94-1 0 0,-85 135 638 0 0,0 0 8 0 0,7-13 2 0 0,-6 13 2089 0 0,-3 10-1940 0 0,4 51 434 0 0,-2-47-690 0 0,0-1 0 0 0,0 1 0 0 0,1-1 0 0 0,0 1 0 0 0,1-1 0 0 0,0 0 0 0 0,1 0 0 0 0,0-1 0 0 0,0 1 1 0 0,1-1-1 0 0,0 0 0 0 0,0-1 0 0 0,1 1 0 0 0,0-1 0 0 0,0 0 0 0 0,12 8 0 0 0,-8-8-397 0 0,0 0 1 0 0,0 0-1 0 0,1-1 0 0 0,0-1 0 0 0,0 0 0 0 0,0-1 0 0 0,1 0 1 0 0,-1-1-1 0 0,1 0 0 0 0,0-1 0 0 0,18 1 0 0 0,58-4-4297 0 0,-40-4-342 0 0</inkml:trace>
</inkml:ink>
</file>

<file path=ppt/ink/ink4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4:25.1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125 0 3792 0 0,'0'0'1203'0'0,"-6"3"-210"0"0,-16 5-182 0 0,13 0-142 0 0,-4 13-363 0 0,2-1 0 0 0,0 2 0 0 0,1-1-1 0 0,2 2 1 0 0,0-1 0 0 0,1 1 0 0 0,1 0 0 0 0,1 0 0 0 0,2 1 0 0 0,0 0-1 0 0,1-1 1 0 0,2 1 0 0 0,2 33 0 0 0,1-27-231 0 0,0 1 0 0 0,2-1 1 0 0,2-1-1 0 0,0 1 0 0 0,2-1 0 0 0,1 0 0 0 0,2-1 1 0 0,0-1-1 0 0,2 1 0 0 0,22 32 0 0 0,-26-46-182 0 0,1 0 1 0 0,0-1-1 0 0,1-1 0 0 0,13 12 1 0 0,-19-19-118 0 0,1 0 0 0 0,-1-1 1 0 0,0 0-1 0 0,1 0 0 0 0,0 0 1 0 0,0-1-1 0 0,0 0 0 0 0,1 0 1 0 0,-1-1-1 0 0,1 0 0 0 0,-1 0 1 0 0,11 0-1 0 0,-10 0-92 0 0,-5-1 177 0 0,-1 0-1 0 0,1-1 1 0 0,0 0 0 0 0,-1 1-1 0 0,1-1 1 0 0,0 0-1 0 0,-1 0 1 0 0,1 0 0 0 0,0-1-1 0 0,-1 1 1 0 0,1-1-1 0 0,3-1 1 0 0,-1 1-118 0 0,3 0-186 0 0,-1 0-1 0 0,0-1 1 0 0,0-1-1 0 0,0 1 1 0 0,0-1-1 0 0,7-4 1 0 0,7-7-3164 0 0</inkml:trace>
</inkml:ink>
</file>

<file path=ppt/ink/ink4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4:25.3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 52 3968 0 0,'-4'-21'1404'0'0,"3"17"-263"0"0,0 0-239 0 0,-3-14-112 0 0,4 14 2304 0 0,-3 7-2509 0 0,1-1-496 0 0,0 0-1 0 0,0 1 1 0 0,0-1 0 0 0,1 1 0 0 0,-1 0 0 0 0,1-1-1 0 0,0 1 1 0 0,-1 0 0 0 0,1 0 0 0 0,1 0 0 0 0,-1 0-1 0 0,0 0 1 0 0,1 0 0 0 0,-1 0 0 0 0,1 0 0 0 0,0 0-1 0 0,0 0 1 0 0,0 0 0 0 0,1 3 0 0 0,1 54 445 0 0,16 96 0 0 0,25 67-245 0 0,-5-23-1881 0 0,-31-165 193 0 0,-5-30 602 0 0,-2 0-206 0 0,1 0 483 0 0,1 4 134 0 0,-2 0-4979 0 0</inkml:trace>
</inkml:ink>
</file>

<file path=ppt/ink/ink4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4:25.6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73 2476 0 0,'5'-5'1278'0'0,"-1"1"-1115"0"0,1-2 123 0 0,2 0-1 0 0,-1 0 1 0 0,1 0 0 0 0,0 0 0 0 0,0 1-1 0 0,1 1 1 0 0,-1-1 0 0 0,1 1 0 0 0,0 0-1 0 0,9-2 1 0 0,-2 3 76 0 0,0 2 0 0 0,1 0 0 0 0,-1 0 1 0 0,0 2-1 0 0,23 2 0 0 0,-32-1-293 0 0,0-1 0 0 0,0 1 0 0 0,0 0 1 0 0,0 1-1 0 0,0-1 0 0 0,-1 1 0 0 0,1 0 0 0 0,-1 1 0 0 0,0-1 1 0 0,0 1-1 0 0,0 0 0 0 0,7 8 0 0 0,-6-5 15 0 0,-1 1 0 0 0,0 0 1 0 0,0-1-1 0 0,-1 2 0 0 0,0-1 0 0 0,5 18 0 0 0,-7-24-69 0 0,-1 1-1 0 0,0 0 1 0 0,0 0 0 0 0,-1 0-1 0 0,1 0 1 0 0,-1-1 0 0 0,1 1-1 0 0,-1 0 1 0 0,0 0 0 0 0,0 0-1 0 0,-1 4 1 0 0,1 1 16 0 0,0 7 2 0 0,-1 0 0 0 0,-1 0-1 0 0,0 0 1 0 0,-1 0 0 0 0,0 0 0 0 0,-1 0-1 0 0,-1-1 1 0 0,0 0 0 0 0,-1 0 0 0 0,-1 0-1 0 0,0-1 1 0 0,-14 20 0 0 0,15-24-114 0 0,-1-1 0 0 0,0 0 0 0 0,0 0 0 0 0,-1 0 0 0 0,0-1 0 0 0,0-1 0 0 0,0 1 0 0 0,-14 7 0 0 0,17-12-436 0 0,0-1-251 0 0,-1 0 53 0 0,0-1 0 0 0,0 0 0 0 0,0 0-1 0 0,0 0 1 0 0,0-1 0 0 0,-6-1 0 0 0</inkml:trace>
</inkml:ink>
</file>

<file path=ppt/ink/ink4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4:25.8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13 110 3824 0 0,'-13'-25'7004'0'0,"16"21"-6582"0"0,6-14-101 0 0,-1 12-95 0 0,28-4-29 0 0,0 2 0 0 0,73-8 0 0 0,84 5-1498 0 0,-125 9 285 0 0,97-6-4587 0 0,-113 6 1175 0 0</inkml:trace>
</inkml:ink>
</file>

<file path=ppt/ink/ink4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4:26.4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15 3556 0 0,'16'-12'1526'0'0,"-13"9"613"0"0,7 7-1129 0 0,-9-5-972 0 0,-1 1-1 0 0,1 0 1 0 0,0 0 0 0 0,-1 0 0 0 0,1 0-1 0 0,-1 1 1 0 0,1-1 0 0 0,0 0-1 0 0,-1 0 1 0 0,1 0 0 0 0,-1 0 0 0 0,1 1-1 0 0,0-1 1 0 0,-1 0 0 0 0,1 0 0 0 0,-1 1-1 0 0,1-1 1 0 0,-1 0 0 0 0,1 1 0 0 0,-1-1-1 0 0,0 1 1 0 0,1-1 0 0 0,-1 1-1 0 0,1-1 1 0 0,-1 1 0 0 0,0-1 0 0 0,1 1-1 0 0,-1-1 1 0 0,0 1 0 0 0,5 7-10 0 0,-1-1 1 0 0,0 1-1 0 0,-1 0 1 0 0,0 0-1 0 0,0 0 1 0 0,0 0-1 0 0,-1 0 0 0 0,-1 1 1 0 0,1-1-1 0 0,-1 15 1 0 0,2-3-308 0 0,9 124-6021 0 0,-8-110 3243 0 0</inkml:trace>
</inkml:ink>
</file>

<file path=ppt/ink/ink4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4:27.0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284 93 3872 0 0,'-4'-6'569'0'0,"-1"-1"-58"0"0,-1-1 0 0 0,1 1 0 0 0,-1 0 0 0 0,0 1 0 0 0,-1-1 0 0 0,0 1 0 0 0,-9-6 0 0 0,-32-12 1248 0 0,43 23-1337 0 0,4 1-400 0 0,0 1 1 0 0,1-1 0 0 0,-1 0 0 0 0,0 1 0 0 0,0-1-1 0 0,1 0 1 0 0,-1 0 0 0 0,0 0 0 0 0,0 1 0 0 0,1-1 0 0 0,-1 0-1 0 0,0 0 1 0 0,0 0 0 0 0,0 0 0 0 0,1 0 0 0 0,-1 0-1 0 0,0-1 1 0 0,0 1 0 0 0,1 0 0 0 0,-1 0 0 0 0,0 0-1 0 0,-1-1 1 0 0,1 0-5 0 0,0 1-1 0 0,0-1 0 0 0,0 1 1 0 0,0 0-1 0 0,0 0 1 0 0,0 0-1 0 0,0-1 0 0 0,0 1 1 0 0,0 0-1 0 0,-1 0 1 0 0,1 0-1 0 0,0 1 0 0 0,0-1 1 0 0,0 0-1 0 0,0 0 1 0 0,0 1-1 0 0,0-1 0 0 0,0 0 1 0 0,0 1-1 0 0,0-1 1 0 0,0 1-1 0 0,0-1 0 0 0,-1 2 1 0 0,-7 4 45 0 0,0-1 0 0 0,1 2 0 0 0,0-1 0 0 0,0 1 0 0 0,0 1 0 0 0,1-1 0 0 0,0 1 0 0 0,1 0 0 0 0,0 1 0 0 0,0-1 0 0 0,1 1 0 0 0,0 0 0 0 0,0 1 1 0 0,1-1-1 0 0,0 1 0 0 0,1 0 0 0 0,0 0 0 0 0,-2 14 0 0 0,3-16-85 0 0,1-5 22 0 0,0 1 0 0 0,0-1-1 0 0,0 0 1 0 0,1 1 0 0 0,-1-1-1 0 0,1 1 1 0 0,0-1 0 0 0,0 6-1 0 0,0 0 21 0 0,0 0 0 0 0,1 0 0 0 0,0 0 0 0 0,1 0 0 0 0,0 0 0 0 0,0 0 0 0 0,1 0 0 0 0,0-1 0 0 0,0 1 0 0 0,1-1 0 0 0,9 15 0 0 0,-12-22-20 0 0,-1 0 0 0 0,1 0 0 0 0,0 0 0 0 0,0 0 0 0 0,0 0 0 0 0,0 0 0 0 0,0 0-1 0 0,0-1 1 0 0,0 1 0 0 0,0 0 0 0 0,0-1 0 0 0,0 1 0 0 0,0 0 0 0 0,0-1 0 0 0,0 1 0 0 0,1-1 0 0 0,1 1 0 0 0,0 0-2 0 0,1 1-15 0 0,3-2 7 0 0,-2 1 8 0 0,-1-1-1 0 0,0 0-1 0 0,1 1 1 0 0,-1-2 0 0 0,1 1 0 0 0,-1 0 0 0 0,1-1-1 0 0,-1 0 1 0 0,0 0 0 0 0,1 0 0 0 0,-1 0 0 0 0,0-1-1 0 0,0 0 1 0 0,8-4 0 0 0,0-2-2 0 0,1 0 0 0 0,-1-1 0 0 0,-1-1 0 0 0,0 1 0 0 0,15-18 0 0 0,10-20 185 0 0,-33 43-101 0 0,-2 4-76 0 0,-1 0 0 0 0,1 0 0 0 0,-1-1 1 0 0,1 1-1 0 0,-1 0 0 0 0,1 0 1 0 0,-1-1-1 0 0,1 1 0 0 0,-1 0 0 0 0,0-1 1 0 0,1 1-1 0 0,-1 0 0 0 0,0-1 1 0 0,1 1-1 0 0,-1-1 0 0 0,0 1 0 0 0,1 0 1 0 0,-1-1-1 0 0,0 1 0 0 0,0-1 1 0 0,0 1-1 0 0,1-1 0 0 0,-1 1 1 0 0,0-1-1 0 0,0 1 0 0 0,0-2 0 0 0,0 2-1 0 0,0-1 0 0 0,0 1-1 0 0,0-1 1 0 0,1 1-1 0 0,-1-1 1 0 0,0 1 0 0 0,0-1-1 0 0,0 1 1 0 0,1-1 0 0 0,-1 1-1 0 0,0 0 1 0 0,0-1-1 0 0,1 1 1 0 0,-1-1 0 0 0,0 1-1 0 0,1 0 1 0 0,-1-1 0 0 0,1 1-1 0 0,-1 0 1 0 0,0-1-1 0 0,1 1 1 0 0,-1 0 0 0 0,1 0-1 0 0,-1-1 1 0 0,1 1 0 0 0,0 0 77 0 0,2 2-44 0 0,-1-1-31 0 0,-1-1 0 0 0,0 1 0 0 0,1 0 0 0 0,-1 0 0 0 0,0 0 0 0 0,0 0 0 0 0,0 0 0 0 0,0 0 0 0 0,0 0 0 0 0,0 1 0 0 0,0-1 0 0 0,1 2 0 0 0,4 27 37 0 0,6 62-46 0 0,-5-1 1 0 0,-3 1 0 0 0,-15 157-1 0 0,5-184 1349 0 0,24-55-1152 0 0,-11-10-152 0 0,25-21-253 0 0,0-1 1 0 0,-2-1 0 0 0,0-2 0 0 0,-2-1 0 0 0,46-54-1 0 0,-46 45-1595 0 0,-1-2-1 0 0,33-58 0 0 0,-35 39-2259 0 0,-18 31-237 0 0</inkml:trace>
</inkml:ink>
</file>

<file path=ppt/ink/ink4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4:27.2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94 3284 0 0,'0'0'1644'0'0,"-21"-14"2441"0"0,39-8-3357 0 0,10 12-324 0 0,10 1-316 0 0,9-1-488 0 0,-19 5-484 0 0,2 0-360 0 0,-2-2 36 0 0,2 3-909 0 0,-4-3-2223 0 0</inkml:trace>
</inkml:ink>
</file>

<file path=ppt/ink/ink4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4:27.4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3880 0 0,'0'0'2169'0'0,"5"2"-1353"0"0,6 3-500 0 0,0 1 0 0 0,-1 0 0 0 0,0 0 0 0 0,0 1 0 0 0,0 0 0 0 0,-1 1 0 0 0,0 0 1 0 0,-1 1-1 0 0,0 0 0 0 0,10 14 0 0 0,8 12 384 0 0,35 64 0 0 0,-41-63-545 0 0,-2 2-1 0 0,-1 0 0 0 0,-2 1 1 0 0,-2 0-1 0 0,-1 1 0 0 0,9 60 1 0 0,-18-73-336 0 0,-1 0 1 0 0,-1 0 0 0 0,-1 0 0 0 0,-1-1 0 0 0,-2 1 0 0 0,-1 0 0 0 0,0-1 0 0 0,-2 0 0 0 0,-1 0 0 0 0,-2 0 0 0 0,-12 26 0 0 0,10-28-1252 0 0,-2 0 0 0 0,-1-1 0 0 0,-17 22 0 0 0,7-14-3462 0 0</inkml:trace>
</inkml:ink>
</file>

<file path=ppt/ink/ink4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4:28.5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89 3344 0 0,'0'0'1214'0'0,"-1"-4"-207"0"0,0 3-944 0 0,1 0 0 0 0,-1 0 0 0 0,1 0 0 0 0,-1-1 0 0 0,1 1 0 0 0,0 0 0 0 0,0 0 0 0 0,-1 0 0 0 0,1-1 0 0 0,0 1 0 0 0,0 0 0 0 0,0 0 0 0 0,0 0 0 0 0,1-1 0 0 0,-1 1 0 0 0,0 0-1 0 0,0 0 1 0 0,1 0 0 0 0,-1 0 0 0 0,0-1 0 0 0,1 1 0 0 0,0 0 0 0 0,-1 0 0 0 0,1 0 0 0 0,-1 0 0 0 0,1 0 0 0 0,0 0 0 0 0,0 0 0 0 0,0 0 0 0 0,0 1 0 0 0,-1-1 0 0 0,1 0 0 0 0,0 0 0 0 0,0 1 0 0 0,1-1 0 0 0,-1 0 0 0 0,0 1 0 0 0,0-1 0 0 0,0 1-1 0 0,0 0 1 0 0,3-1 0 0 0,26-8 234 0 0,2 1 0 0 0,-1 1 0 0 0,47-3 0 0 0,95 1-3503 0 0,-166 9 2818 0 0,7 0-1750 0 0,11 1-1487 0 0</inkml:trace>
</inkml:ink>
</file>

<file path=ppt/ink/ink4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4:28.7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98 2608 0 0,'-1'1'262'0'0,"0"-1"0"0"0,0 1 0 0 0,1 0 0 0 0,-1-1 0 0 0,0 1 0 0 0,0 0 1 0 0,0 0-1 0 0,1-1 0 0 0,-1 1 0 0 0,0 0 0 0 0,1 0 0 0 0,-1 0 0 0 0,1 0 0 0 0,-1 0 0 0 0,1 0 0 0 0,-1 1 0 0 0,8 9 2102 0 0,-6-10-2715 0 0,7 2 837 0 0,51-8-178 0 0,0-3-1 0 0,108-27 1 0 0,-110 18-3454 0 0,69-30-1 0 0,-92 31-1005 0 0</inkml:trace>
</inkml:ink>
</file>

<file path=ppt/ink/ink4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07:55:41.0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0 4164 0 0,'0'0'3961'0'0,"-12"20"-5357"0"0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7CF2F-D01E-415E-ACBC-DCDD2F02156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9ED77-B282-4E03-9065-7053D3165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252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7CF2F-D01E-415E-ACBC-DCDD2F02156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9ED77-B282-4E03-9065-7053D3165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485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7CF2F-D01E-415E-ACBC-DCDD2F02156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9ED77-B282-4E03-9065-7053D3165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549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7CF2F-D01E-415E-ACBC-DCDD2F02156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9ED77-B282-4E03-9065-7053D3165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240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7CF2F-D01E-415E-ACBC-DCDD2F02156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9ED77-B282-4E03-9065-7053D3165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62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7CF2F-D01E-415E-ACBC-DCDD2F02156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9ED77-B282-4E03-9065-7053D3165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32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7CF2F-D01E-415E-ACBC-DCDD2F02156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9ED77-B282-4E03-9065-7053D3165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549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7CF2F-D01E-415E-ACBC-DCDD2F02156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9ED77-B282-4E03-9065-7053D3165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621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7CF2F-D01E-415E-ACBC-DCDD2F02156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9ED77-B282-4E03-9065-7053D3165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162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7CF2F-D01E-415E-ACBC-DCDD2F02156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9ED77-B282-4E03-9065-7053D3165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289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7CF2F-D01E-415E-ACBC-DCDD2F02156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9ED77-B282-4E03-9065-7053D3165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924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57CF2F-D01E-415E-ACBC-DCDD2F02156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9ED77-B282-4E03-9065-7053D3165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1906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NULL"/><Relationship Id="rId299" Type="http://schemas.openxmlformats.org/officeDocument/2006/relationships/image" Target="NULL"/><Relationship Id="rId21" Type="http://schemas.openxmlformats.org/officeDocument/2006/relationships/image" Target="NULL"/><Relationship Id="rId63" Type="http://schemas.openxmlformats.org/officeDocument/2006/relationships/image" Target="NULL"/><Relationship Id="rId159" Type="http://schemas.openxmlformats.org/officeDocument/2006/relationships/image" Target="NULL"/><Relationship Id="rId324" Type="http://schemas.openxmlformats.org/officeDocument/2006/relationships/customXml" Target="../ink/ink163.xml"/><Relationship Id="rId366" Type="http://schemas.openxmlformats.org/officeDocument/2006/relationships/customXml" Target="../ink/ink184.xml"/><Relationship Id="rId170" Type="http://schemas.openxmlformats.org/officeDocument/2006/relationships/customXml" Target="../ink/ink86.xml"/><Relationship Id="rId226" Type="http://schemas.openxmlformats.org/officeDocument/2006/relationships/customXml" Target="../ink/ink114.xml"/><Relationship Id="rId433" Type="http://schemas.openxmlformats.org/officeDocument/2006/relationships/image" Target="NULL"/><Relationship Id="rId268" Type="http://schemas.openxmlformats.org/officeDocument/2006/relationships/customXml" Target="../ink/ink135.xml"/><Relationship Id="rId32" Type="http://schemas.openxmlformats.org/officeDocument/2006/relationships/customXml" Target="../ink/ink17.xml"/><Relationship Id="rId74" Type="http://schemas.openxmlformats.org/officeDocument/2006/relationships/customXml" Target="../ink/ink38.xml"/><Relationship Id="rId128" Type="http://schemas.openxmlformats.org/officeDocument/2006/relationships/customXml" Target="../ink/ink65.xml"/><Relationship Id="rId335" Type="http://schemas.openxmlformats.org/officeDocument/2006/relationships/image" Target="NULL"/><Relationship Id="rId377" Type="http://schemas.openxmlformats.org/officeDocument/2006/relationships/image" Target="NULL"/><Relationship Id="rId5" Type="http://schemas.openxmlformats.org/officeDocument/2006/relationships/image" Target="NULL"/><Relationship Id="rId181" Type="http://schemas.openxmlformats.org/officeDocument/2006/relationships/image" Target="NULL"/><Relationship Id="rId237" Type="http://schemas.openxmlformats.org/officeDocument/2006/relationships/image" Target="NULL"/><Relationship Id="rId402" Type="http://schemas.openxmlformats.org/officeDocument/2006/relationships/customXml" Target="../ink/ink202.xml"/><Relationship Id="rId279" Type="http://schemas.openxmlformats.org/officeDocument/2006/relationships/image" Target="NULL"/><Relationship Id="rId444" Type="http://schemas.openxmlformats.org/officeDocument/2006/relationships/customXml" Target="../ink/ink223.xml"/><Relationship Id="rId43" Type="http://schemas.openxmlformats.org/officeDocument/2006/relationships/image" Target="NULL"/><Relationship Id="rId139" Type="http://schemas.openxmlformats.org/officeDocument/2006/relationships/image" Target="NULL"/><Relationship Id="rId290" Type="http://schemas.openxmlformats.org/officeDocument/2006/relationships/customXml" Target="../ink/ink146.xml"/><Relationship Id="rId304" Type="http://schemas.openxmlformats.org/officeDocument/2006/relationships/customXml" Target="../ink/ink153.xml"/><Relationship Id="rId346" Type="http://schemas.openxmlformats.org/officeDocument/2006/relationships/customXml" Target="../ink/ink174.xml"/><Relationship Id="rId388" Type="http://schemas.openxmlformats.org/officeDocument/2006/relationships/customXml" Target="../ink/ink195.xml"/><Relationship Id="rId85" Type="http://schemas.openxmlformats.org/officeDocument/2006/relationships/image" Target="NULL"/><Relationship Id="rId150" Type="http://schemas.openxmlformats.org/officeDocument/2006/relationships/customXml" Target="../ink/ink76.xml"/><Relationship Id="rId192" Type="http://schemas.openxmlformats.org/officeDocument/2006/relationships/customXml" Target="../ink/ink97.xml"/><Relationship Id="rId206" Type="http://schemas.openxmlformats.org/officeDocument/2006/relationships/customXml" Target="../ink/ink104.xml"/><Relationship Id="rId413" Type="http://schemas.openxmlformats.org/officeDocument/2006/relationships/image" Target="NULL"/><Relationship Id="rId248" Type="http://schemas.openxmlformats.org/officeDocument/2006/relationships/customXml" Target="../ink/ink125.xml"/><Relationship Id="rId455" Type="http://schemas.openxmlformats.org/officeDocument/2006/relationships/image" Target="NULL"/><Relationship Id="rId12" Type="http://schemas.openxmlformats.org/officeDocument/2006/relationships/customXml" Target="../ink/ink7.xml"/><Relationship Id="rId108" Type="http://schemas.openxmlformats.org/officeDocument/2006/relationships/customXml" Target="../ink/ink55.xml"/><Relationship Id="rId315" Type="http://schemas.openxmlformats.org/officeDocument/2006/relationships/image" Target="NULL"/><Relationship Id="rId357" Type="http://schemas.openxmlformats.org/officeDocument/2006/relationships/image" Target="NULL"/><Relationship Id="rId54" Type="http://schemas.openxmlformats.org/officeDocument/2006/relationships/customXml" Target="../ink/ink28.xml"/><Relationship Id="rId96" Type="http://schemas.openxmlformats.org/officeDocument/2006/relationships/customXml" Target="../ink/ink49.xml"/><Relationship Id="rId161" Type="http://schemas.openxmlformats.org/officeDocument/2006/relationships/image" Target="NULL"/><Relationship Id="rId217" Type="http://schemas.openxmlformats.org/officeDocument/2006/relationships/image" Target="NULL"/><Relationship Id="rId399" Type="http://schemas.openxmlformats.org/officeDocument/2006/relationships/image" Target="NULL"/><Relationship Id="rId259" Type="http://schemas.openxmlformats.org/officeDocument/2006/relationships/image" Target="NULL"/><Relationship Id="rId424" Type="http://schemas.openxmlformats.org/officeDocument/2006/relationships/customXml" Target="../ink/ink213.xml"/><Relationship Id="rId23" Type="http://schemas.openxmlformats.org/officeDocument/2006/relationships/image" Target="NULL"/><Relationship Id="rId119" Type="http://schemas.openxmlformats.org/officeDocument/2006/relationships/image" Target="NULL"/><Relationship Id="rId270" Type="http://schemas.openxmlformats.org/officeDocument/2006/relationships/customXml" Target="../ink/ink136.xml"/><Relationship Id="rId326" Type="http://schemas.openxmlformats.org/officeDocument/2006/relationships/customXml" Target="../ink/ink164.xml"/><Relationship Id="rId65" Type="http://schemas.openxmlformats.org/officeDocument/2006/relationships/image" Target="NULL"/><Relationship Id="rId130" Type="http://schemas.openxmlformats.org/officeDocument/2006/relationships/customXml" Target="../ink/ink66.xml"/><Relationship Id="rId368" Type="http://schemas.openxmlformats.org/officeDocument/2006/relationships/customXml" Target="../ink/ink185.xml"/><Relationship Id="rId172" Type="http://schemas.openxmlformats.org/officeDocument/2006/relationships/customXml" Target="../ink/ink87.xml"/><Relationship Id="rId228" Type="http://schemas.openxmlformats.org/officeDocument/2006/relationships/customXml" Target="../ink/ink115.xml"/><Relationship Id="rId435" Type="http://schemas.openxmlformats.org/officeDocument/2006/relationships/image" Target="NULL"/><Relationship Id="rId281" Type="http://schemas.openxmlformats.org/officeDocument/2006/relationships/image" Target="NULL"/><Relationship Id="rId337" Type="http://schemas.openxmlformats.org/officeDocument/2006/relationships/image" Target="NULL"/><Relationship Id="rId34" Type="http://schemas.openxmlformats.org/officeDocument/2006/relationships/customXml" Target="../ink/ink18.xml"/><Relationship Id="rId76" Type="http://schemas.openxmlformats.org/officeDocument/2006/relationships/customXml" Target="../ink/ink39.xml"/><Relationship Id="rId141" Type="http://schemas.openxmlformats.org/officeDocument/2006/relationships/image" Target="NULL"/><Relationship Id="rId379" Type="http://schemas.openxmlformats.org/officeDocument/2006/relationships/image" Target="NULL"/><Relationship Id="rId7" Type="http://schemas.openxmlformats.org/officeDocument/2006/relationships/image" Target="NULL"/><Relationship Id="rId183" Type="http://schemas.openxmlformats.org/officeDocument/2006/relationships/image" Target="NULL"/><Relationship Id="rId239" Type="http://schemas.openxmlformats.org/officeDocument/2006/relationships/image" Target="NULL"/><Relationship Id="rId390" Type="http://schemas.openxmlformats.org/officeDocument/2006/relationships/customXml" Target="../ink/ink196.xml"/><Relationship Id="rId404" Type="http://schemas.openxmlformats.org/officeDocument/2006/relationships/customXml" Target="../ink/ink203.xml"/><Relationship Id="rId446" Type="http://schemas.openxmlformats.org/officeDocument/2006/relationships/customXml" Target="../ink/ink224.xml"/><Relationship Id="rId250" Type="http://schemas.openxmlformats.org/officeDocument/2006/relationships/customXml" Target="../ink/ink126.xml"/><Relationship Id="rId292" Type="http://schemas.openxmlformats.org/officeDocument/2006/relationships/customXml" Target="../ink/ink147.xml"/><Relationship Id="rId306" Type="http://schemas.openxmlformats.org/officeDocument/2006/relationships/customXml" Target="../ink/ink154.xml"/><Relationship Id="rId45" Type="http://schemas.openxmlformats.org/officeDocument/2006/relationships/image" Target="NULL"/><Relationship Id="rId87" Type="http://schemas.openxmlformats.org/officeDocument/2006/relationships/image" Target="NULL"/><Relationship Id="rId110" Type="http://schemas.openxmlformats.org/officeDocument/2006/relationships/customXml" Target="../ink/ink56.xml"/><Relationship Id="rId348" Type="http://schemas.openxmlformats.org/officeDocument/2006/relationships/customXml" Target="../ink/ink175.xml"/><Relationship Id="rId152" Type="http://schemas.openxmlformats.org/officeDocument/2006/relationships/customXml" Target="../ink/ink77.xml"/><Relationship Id="rId194" Type="http://schemas.openxmlformats.org/officeDocument/2006/relationships/customXml" Target="../ink/ink98.xml"/><Relationship Id="rId208" Type="http://schemas.openxmlformats.org/officeDocument/2006/relationships/customXml" Target="../ink/ink105.xml"/><Relationship Id="rId415" Type="http://schemas.openxmlformats.org/officeDocument/2006/relationships/image" Target="NULL"/><Relationship Id="rId457" Type="http://schemas.openxmlformats.org/officeDocument/2006/relationships/image" Target="NULL"/><Relationship Id="rId261" Type="http://schemas.openxmlformats.org/officeDocument/2006/relationships/image" Target="NULL"/><Relationship Id="rId14" Type="http://schemas.openxmlformats.org/officeDocument/2006/relationships/customXml" Target="../ink/ink8.xml"/><Relationship Id="rId56" Type="http://schemas.openxmlformats.org/officeDocument/2006/relationships/customXml" Target="../ink/ink29.xml"/><Relationship Id="rId317" Type="http://schemas.openxmlformats.org/officeDocument/2006/relationships/image" Target="NULL"/><Relationship Id="rId359" Type="http://schemas.openxmlformats.org/officeDocument/2006/relationships/image" Target="NULL"/><Relationship Id="rId98" Type="http://schemas.openxmlformats.org/officeDocument/2006/relationships/customXml" Target="../ink/ink50.xml"/><Relationship Id="rId121" Type="http://schemas.openxmlformats.org/officeDocument/2006/relationships/image" Target="NULL"/><Relationship Id="rId163" Type="http://schemas.openxmlformats.org/officeDocument/2006/relationships/image" Target="NULL"/><Relationship Id="rId219" Type="http://schemas.openxmlformats.org/officeDocument/2006/relationships/image" Target="NULL"/><Relationship Id="rId370" Type="http://schemas.openxmlformats.org/officeDocument/2006/relationships/customXml" Target="../ink/ink186.xml"/><Relationship Id="rId426" Type="http://schemas.openxmlformats.org/officeDocument/2006/relationships/customXml" Target="../ink/ink214.xml"/><Relationship Id="rId230" Type="http://schemas.openxmlformats.org/officeDocument/2006/relationships/customXml" Target="../ink/ink116.xml"/><Relationship Id="rId25" Type="http://schemas.openxmlformats.org/officeDocument/2006/relationships/image" Target="NULL"/><Relationship Id="rId67" Type="http://schemas.openxmlformats.org/officeDocument/2006/relationships/image" Target="NULL"/><Relationship Id="rId272" Type="http://schemas.openxmlformats.org/officeDocument/2006/relationships/customXml" Target="../ink/ink137.xml"/><Relationship Id="rId328" Type="http://schemas.openxmlformats.org/officeDocument/2006/relationships/customXml" Target="../ink/ink165.xml"/><Relationship Id="rId132" Type="http://schemas.openxmlformats.org/officeDocument/2006/relationships/customXml" Target="../ink/ink67.xml"/><Relationship Id="rId174" Type="http://schemas.openxmlformats.org/officeDocument/2006/relationships/customXml" Target="../ink/ink88.xml"/><Relationship Id="rId381" Type="http://schemas.openxmlformats.org/officeDocument/2006/relationships/image" Target="NULL"/><Relationship Id="rId241" Type="http://schemas.openxmlformats.org/officeDocument/2006/relationships/image" Target="NULL"/><Relationship Id="rId437" Type="http://schemas.openxmlformats.org/officeDocument/2006/relationships/image" Target="NULL"/><Relationship Id="rId36" Type="http://schemas.openxmlformats.org/officeDocument/2006/relationships/customXml" Target="../ink/ink19.xml"/><Relationship Id="rId283" Type="http://schemas.openxmlformats.org/officeDocument/2006/relationships/image" Target="NULL"/><Relationship Id="rId339" Type="http://schemas.openxmlformats.org/officeDocument/2006/relationships/image" Target="NULL"/><Relationship Id="rId78" Type="http://schemas.openxmlformats.org/officeDocument/2006/relationships/customXml" Target="../ink/ink40.xml"/><Relationship Id="rId101" Type="http://schemas.openxmlformats.org/officeDocument/2006/relationships/image" Target="NULL"/><Relationship Id="rId143" Type="http://schemas.openxmlformats.org/officeDocument/2006/relationships/image" Target="NULL"/><Relationship Id="rId185" Type="http://schemas.openxmlformats.org/officeDocument/2006/relationships/image" Target="NULL"/><Relationship Id="rId350" Type="http://schemas.openxmlformats.org/officeDocument/2006/relationships/customXml" Target="../ink/ink176.xml"/><Relationship Id="rId406" Type="http://schemas.openxmlformats.org/officeDocument/2006/relationships/customXml" Target="../ink/ink204.xml"/><Relationship Id="rId9" Type="http://schemas.openxmlformats.org/officeDocument/2006/relationships/image" Target="NULL"/><Relationship Id="rId210" Type="http://schemas.openxmlformats.org/officeDocument/2006/relationships/customXml" Target="../ink/ink106.xml"/><Relationship Id="rId392" Type="http://schemas.openxmlformats.org/officeDocument/2006/relationships/customXml" Target="../ink/ink197.xml"/><Relationship Id="rId448" Type="http://schemas.openxmlformats.org/officeDocument/2006/relationships/customXml" Target="../ink/ink225.xml"/><Relationship Id="rId252" Type="http://schemas.openxmlformats.org/officeDocument/2006/relationships/customXml" Target="../ink/ink127.xml"/><Relationship Id="rId294" Type="http://schemas.openxmlformats.org/officeDocument/2006/relationships/customXml" Target="../ink/ink148.xml"/><Relationship Id="rId308" Type="http://schemas.openxmlformats.org/officeDocument/2006/relationships/customXml" Target="../ink/ink155.xml"/><Relationship Id="rId47" Type="http://schemas.openxmlformats.org/officeDocument/2006/relationships/image" Target="NULL"/><Relationship Id="rId89" Type="http://schemas.openxmlformats.org/officeDocument/2006/relationships/image" Target="NULL"/><Relationship Id="rId112" Type="http://schemas.openxmlformats.org/officeDocument/2006/relationships/customXml" Target="../ink/ink57.xml"/><Relationship Id="rId154" Type="http://schemas.openxmlformats.org/officeDocument/2006/relationships/customXml" Target="../ink/ink78.xml"/><Relationship Id="rId361" Type="http://schemas.openxmlformats.org/officeDocument/2006/relationships/image" Target="NULL"/><Relationship Id="rId196" Type="http://schemas.openxmlformats.org/officeDocument/2006/relationships/customXml" Target="../ink/ink99.xml"/><Relationship Id="rId417" Type="http://schemas.openxmlformats.org/officeDocument/2006/relationships/image" Target="NULL"/><Relationship Id="rId459" Type="http://schemas.openxmlformats.org/officeDocument/2006/relationships/image" Target="NULL"/><Relationship Id="rId16" Type="http://schemas.openxmlformats.org/officeDocument/2006/relationships/customXml" Target="../ink/ink9.xml"/><Relationship Id="rId221" Type="http://schemas.openxmlformats.org/officeDocument/2006/relationships/image" Target="NULL"/><Relationship Id="rId263" Type="http://schemas.openxmlformats.org/officeDocument/2006/relationships/image" Target="NULL"/><Relationship Id="rId319" Type="http://schemas.openxmlformats.org/officeDocument/2006/relationships/image" Target="NULL"/><Relationship Id="rId58" Type="http://schemas.openxmlformats.org/officeDocument/2006/relationships/customXml" Target="../ink/ink30.xml"/><Relationship Id="rId123" Type="http://schemas.openxmlformats.org/officeDocument/2006/relationships/image" Target="NULL"/><Relationship Id="rId330" Type="http://schemas.openxmlformats.org/officeDocument/2006/relationships/customXml" Target="../ink/ink166.xml"/><Relationship Id="rId165" Type="http://schemas.openxmlformats.org/officeDocument/2006/relationships/image" Target="NULL"/><Relationship Id="rId372" Type="http://schemas.openxmlformats.org/officeDocument/2006/relationships/customXml" Target="../ink/ink187.xml"/><Relationship Id="rId428" Type="http://schemas.openxmlformats.org/officeDocument/2006/relationships/customXml" Target="../ink/ink215.xml"/><Relationship Id="rId232" Type="http://schemas.openxmlformats.org/officeDocument/2006/relationships/customXml" Target="../ink/ink117.xml"/><Relationship Id="rId274" Type="http://schemas.openxmlformats.org/officeDocument/2006/relationships/customXml" Target="../ink/ink138.xml"/><Relationship Id="rId27" Type="http://schemas.openxmlformats.org/officeDocument/2006/relationships/image" Target="NULL"/><Relationship Id="rId69" Type="http://schemas.openxmlformats.org/officeDocument/2006/relationships/image" Target="NULL"/><Relationship Id="rId134" Type="http://schemas.openxmlformats.org/officeDocument/2006/relationships/customXml" Target="../ink/ink68.xml"/><Relationship Id="rId80" Type="http://schemas.openxmlformats.org/officeDocument/2006/relationships/customXml" Target="../ink/ink41.xml"/><Relationship Id="rId176" Type="http://schemas.openxmlformats.org/officeDocument/2006/relationships/customXml" Target="../ink/ink89.xml"/><Relationship Id="rId341" Type="http://schemas.openxmlformats.org/officeDocument/2006/relationships/image" Target="NULL"/><Relationship Id="rId383" Type="http://schemas.openxmlformats.org/officeDocument/2006/relationships/image" Target="NULL"/><Relationship Id="rId439" Type="http://schemas.openxmlformats.org/officeDocument/2006/relationships/image" Target="NULL"/><Relationship Id="rId201" Type="http://schemas.openxmlformats.org/officeDocument/2006/relationships/image" Target="NULL"/><Relationship Id="rId243" Type="http://schemas.openxmlformats.org/officeDocument/2006/relationships/image" Target="NULL"/><Relationship Id="rId285" Type="http://schemas.openxmlformats.org/officeDocument/2006/relationships/image" Target="NULL"/><Relationship Id="rId450" Type="http://schemas.openxmlformats.org/officeDocument/2006/relationships/customXml" Target="../ink/ink226.xml"/><Relationship Id="rId38" Type="http://schemas.openxmlformats.org/officeDocument/2006/relationships/customXml" Target="../ink/ink20.xml"/><Relationship Id="rId103" Type="http://schemas.openxmlformats.org/officeDocument/2006/relationships/image" Target="NULL"/><Relationship Id="rId310" Type="http://schemas.openxmlformats.org/officeDocument/2006/relationships/customXml" Target="../ink/ink156.xml"/><Relationship Id="rId91" Type="http://schemas.openxmlformats.org/officeDocument/2006/relationships/image" Target="NULL"/><Relationship Id="rId145" Type="http://schemas.openxmlformats.org/officeDocument/2006/relationships/image" Target="NULL"/><Relationship Id="rId187" Type="http://schemas.openxmlformats.org/officeDocument/2006/relationships/image" Target="NULL"/><Relationship Id="rId352" Type="http://schemas.openxmlformats.org/officeDocument/2006/relationships/customXml" Target="../ink/ink177.xml"/><Relationship Id="rId394" Type="http://schemas.openxmlformats.org/officeDocument/2006/relationships/customXml" Target="../ink/ink198.xml"/><Relationship Id="rId408" Type="http://schemas.openxmlformats.org/officeDocument/2006/relationships/customXml" Target="../ink/ink205.xml"/><Relationship Id="rId212" Type="http://schemas.openxmlformats.org/officeDocument/2006/relationships/customXml" Target="../ink/ink107.xml"/><Relationship Id="rId254" Type="http://schemas.openxmlformats.org/officeDocument/2006/relationships/customXml" Target="../ink/ink128.xml"/><Relationship Id="rId49" Type="http://schemas.openxmlformats.org/officeDocument/2006/relationships/image" Target="NULL"/><Relationship Id="rId114" Type="http://schemas.openxmlformats.org/officeDocument/2006/relationships/customXml" Target="../ink/ink58.xml"/><Relationship Id="rId296" Type="http://schemas.openxmlformats.org/officeDocument/2006/relationships/customXml" Target="../ink/ink149.xml"/><Relationship Id="rId461" Type="http://schemas.openxmlformats.org/officeDocument/2006/relationships/image" Target="NULL"/><Relationship Id="rId60" Type="http://schemas.openxmlformats.org/officeDocument/2006/relationships/customXml" Target="../ink/ink31.xml"/><Relationship Id="rId156" Type="http://schemas.openxmlformats.org/officeDocument/2006/relationships/customXml" Target="../ink/ink79.xml"/><Relationship Id="rId198" Type="http://schemas.openxmlformats.org/officeDocument/2006/relationships/customXml" Target="../ink/ink100.xml"/><Relationship Id="rId321" Type="http://schemas.openxmlformats.org/officeDocument/2006/relationships/image" Target="NULL"/><Relationship Id="rId363" Type="http://schemas.openxmlformats.org/officeDocument/2006/relationships/image" Target="NULL"/><Relationship Id="rId419" Type="http://schemas.openxmlformats.org/officeDocument/2006/relationships/image" Target="NULL"/><Relationship Id="rId223" Type="http://schemas.openxmlformats.org/officeDocument/2006/relationships/image" Target="NULL"/><Relationship Id="rId430" Type="http://schemas.openxmlformats.org/officeDocument/2006/relationships/customXml" Target="../ink/ink216.xml"/><Relationship Id="rId18" Type="http://schemas.openxmlformats.org/officeDocument/2006/relationships/customXml" Target="../ink/ink10.xml"/><Relationship Id="rId265" Type="http://schemas.openxmlformats.org/officeDocument/2006/relationships/image" Target="NULL"/><Relationship Id="rId125" Type="http://schemas.openxmlformats.org/officeDocument/2006/relationships/image" Target="NULL"/><Relationship Id="rId167" Type="http://schemas.openxmlformats.org/officeDocument/2006/relationships/image" Target="NULL"/><Relationship Id="rId332" Type="http://schemas.openxmlformats.org/officeDocument/2006/relationships/customXml" Target="../ink/ink167.xml"/><Relationship Id="rId374" Type="http://schemas.openxmlformats.org/officeDocument/2006/relationships/customXml" Target="../ink/ink188.xml"/><Relationship Id="rId71" Type="http://schemas.openxmlformats.org/officeDocument/2006/relationships/image" Target="NULL"/><Relationship Id="rId234" Type="http://schemas.openxmlformats.org/officeDocument/2006/relationships/customXml" Target="../ink/ink118.xml"/><Relationship Id="rId2" Type="http://schemas.openxmlformats.org/officeDocument/2006/relationships/customXml" Target="../ink/ink2.xml"/><Relationship Id="rId29" Type="http://schemas.openxmlformats.org/officeDocument/2006/relationships/image" Target="NULL"/><Relationship Id="rId276" Type="http://schemas.openxmlformats.org/officeDocument/2006/relationships/customXml" Target="../ink/ink139.xml"/><Relationship Id="rId441" Type="http://schemas.openxmlformats.org/officeDocument/2006/relationships/image" Target="NULL"/><Relationship Id="rId40" Type="http://schemas.openxmlformats.org/officeDocument/2006/relationships/customXml" Target="../ink/ink21.xml"/><Relationship Id="rId136" Type="http://schemas.openxmlformats.org/officeDocument/2006/relationships/customXml" Target="../ink/ink69.xml"/><Relationship Id="rId178" Type="http://schemas.openxmlformats.org/officeDocument/2006/relationships/customXml" Target="../ink/ink90.xml"/><Relationship Id="rId301" Type="http://schemas.openxmlformats.org/officeDocument/2006/relationships/image" Target="NULL"/><Relationship Id="rId343" Type="http://schemas.openxmlformats.org/officeDocument/2006/relationships/image" Target="NULL"/><Relationship Id="rId61" Type="http://schemas.openxmlformats.org/officeDocument/2006/relationships/image" Target="NULL"/><Relationship Id="rId82" Type="http://schemas.openxmlformats.org/officeDocument/2006/relationships/customXml" Target="../ink/ink42.xml"/><Relationship Id="rId199" Type="http://schemas.openxmlformats.org/officeDocument/2006/relationships/image" Target="NULL"/><Relationship Id="rId203" Type="http://schemas.openxmlformats.org/officeDocument/2006/relationships/image" Target="NULL"/><Relationship Id="rId385" Type="http://schemas.openxmlformats.org/officeDocument/2006/relationships/image" Target="NULL"/><Relationship Id="rId19" Type="http://schemas.openxmlformats.org/officeDocument/2006/relationships/image" Target="NULL"/><Relationship Id="rId224" Type="http://schemas.openxmlformats.org/officeDocument/2006/relationships/customXml" Target="../ink/ink113.xml"/><Relationship Id="rId245" Type="http://schemas.openxmlformats.org/officeDocument/2006/relationships/image" Target="NULL"/><Relationship Id="rId266" Type="http://schemas.openxmlformats.org/officeDocument/2006/relationships/customXml" Target="../ink/ink134.xml"/><Relationship Id="rId287" Type="http://schemas.openxmlformats.org/officeDocument/2006/relationships/image" Target="NULL"/><Relationship Id="rId410" Type="http://schemas.openxmlformats.org/officeDocument/2006/relationships/customXml" Target="../ink/ink206.xml"/><Relationship Id="rId431" Type="http://schemas.openxmlformats.org/officeDocument/2006/relationships/image" Target="NULL"/><Relationship Id="rId452" Type="http://schemas.openxmlformats.org/officeDocument/2006/relationships/customXml" Target="../ink/ink227.xml"/><Relationship Id="rId30" Type="http://schemas.openxmlformats.org/officeDocument/2006/relationships/customXml" Target="../ink/ink16.xml"/><Relationship Id="rId105" Type="http://schemas.openxmlformats.org/officeDocument/2006/relationships/image" Target="NULL"/><Relationship Id="rId126" Type="http://schemas.openxmlformats.org/officeDocument/2006/relationships/customXml" Target="../ink/ink64.xml"/><Relationship Id="rId147" Type="http://schemas.openxmlformats.org/officeDocument/2006/relationships/image" Target="NULL"/><Relationship Id="rId168" Type="http://schemas.openxmlformats.org/officeDocument/2006/relationships/customXml" Target="../ink/ink85.xml"/><Relationship Id="rId312" Type="http://schemas.openxmlformats.org/officeDocument/2006/relationships/customXml" Target="../ink/ink157.xml"/><Relationship Id="rId333" Type="http://schemas.openxmlformats.org/officeDocument/2006/relationships/image" Target="NULL"/><Relationship Id="rId354" Type="http://schemas.openxmlformats.org/officeDocument/2006/relationships/customXml" Target="../ink/ink178.xml"/><Relationship Id="rId51" Type="http://schemas.openxmlformats.org/officeDocument/2006/relationships/image" Target="NULL"/><Relationship Id="rId72" Type="http://schemas.openxmlformats.org/officeDocument/2006/relationships/customXml" Target="../ink/ink37.xml"/><Relationship Id="rId93" Type="http://schemas.openxmlformats.org/officeDocument/2006/relationships/image" Target="NULL"/><Relationship Id="rId189" Type="http://schemas.openxmlformats.org/officeDocument/2006/relationships/image" Target="NULL"/><Relationship Id="rId375" Type="http://schemas.openxmlformats.org/officeDocument/2006/relationships/image" Target="NULL"/><Relationship Id="rId396" Type="http://schemas.openxmlformats.org/officeDocument/2006/relationships/customXml" Target="../ink/ink199.xml"/><Relationship Id="rId3" Type="http://schemas.openxmlformats.org/officeDocument/2006/relationships/image" Target="NULL"/><Relationship Id="rId214" Type="http://schemas.openxmlformats.org/officeDocument/2006/relationships/customXml" Target="../ink/ink108.xml"/><Relationship Id="rId235" Type="http://schemas.openxmlformats.org/officeDocument/2006/relationships/image" Target="NULL"/><Relationship Id="rId256" Type="http://schemas.openxmlformats.org/officeDocument/2006/relationships/customXml" Target="../ink/ink129.xml"/><Relationship Id="rId277" Type="http://schemas.openxmlformats.org/officeDocument/2006/relationships/image" Target="NULL"/><Relationship Id="rId298" Type="http://schemas.openxmlformats.org/officeDocument/2006/relationships/customXml" Target="../ink/ink150.xml"/><Relationship Id="rId400" Type="http://schemas.openxmlformats.org/officeDocument/2006/relationships/customXml" Target="../ink/ink201.xml"/><Relationship Id="rId421" Type="http://schemas.openxmlformats.org/officeDocument/2006/relationships/image" Target="NULL"/><Relationship Id="rId442" Type="http://schemas.openxmlformats.org/officeDocument/2006/relationships/customXml" Target="../ink/ink222.xml"/><Relationship Id="rId463" Type="http://schemas.openxmlformats.org/officeDocument/2006/relationships/image" Target="NULL"/><Relationship Id="rId116" Type="http://schemas.openxmlformats.org/officeDocument/2006/relationships/customXml" Target="../ink/ink59.xml"/><Relationship Id="rId137" Type="http://schemas.openxmlformats.org/officeDocument/2006/relationships/image" Target="NULL"/><Relationship Id="rId158" Type="http://schemas.openxmlformats.org/officeDocument/2006/relationships/customXml" Target="../ink/ink80.xml"/><Relationship Id="rId302" Type="http://schemas.openxmlformats.org/officeDocument/2006/relationships/customXml" Target="../ink/ink152.xml"/><Relationship Id="rId323" Type="http://schemas.openxmlformats.org/officeDocument/2006/relationships/image" Target="NULL"/><Relationship Id="rId344" Type="http://schemas.openxmlformats.org/officeDocument/2006/relationships/customXml" Target="../ink/ink173.xml"/><Relationship Id="rId20" Type="http://schemas.openxmlformats.org/officeDocument/2006/relationships/customXml" Target="../ink/ink11.xml"/><Relationship Id="rId41" Type="http://schemas.openxmlformats.org/officeDocument/2006/relationships/image" Target="NULL"/><Relationship Id="rId62" Type="http://schemas.openxmlformats.org/officeDocument/2006/relationships/customXml" Target="../ink/ink32.xml"/><Relationship Id="rId83" Type="http://schemas.openxmlformats.org/officeDocument/2006/relationships/image" Target="NULL"/><Relationship Id="rId179" Type="http://schemas.openxmlformats.org/officeDocument/2006/relationships/image" Target="NULL"/><Relationship Id="rId365" Type="http://schemas.openxmlformats.org/officeDocument/2006/relationships/image" Target="NULL"/><Relationship Id="rId386" Type="http://schemas.openxmlformats.org/officeDocument/2006/relationships/customXml" Target="../ink/ink194.xml"/><Relationship Id="rId190" Type="http://schemas.openxmlformats.org/officeDocument/2006/relationships/customXml" Target="../ink/ink96.xml"/><Relationship Id="rId204" Type="http://schemas.openxmlformats.org/officeDocument/2006/relationships/customXml" Target="../ink/ink103.xml"/><Relationship Id="rId225" Type="http://schemas.openxmlformats.org/officeDocument/2006/relationships/image" Target="NULL"/><Relationship Id="rId246" Type="http://schemas.openxmlformats.org/officeDocument/2006/relationships/customXml" Target="../ink/ink124.xml"/><Relationship Id="rId267" Type="http://schemas.openxmlformats.org/officeDocument/2006/relationships/image" Target="NULL"/><Relationship Id="rId288" Type="http://schemas.openxmlformats.org/officeDocument/2006/relationships/customXml" Target="../ink/ink145.xml"/><Relationship Id="rId411" Type="http://schemas.openxmlformats.org/officeDocument/2006/relationships/image" Target="NULL"/><Relationship Id="rId432" Type="http://schemas.openxmlformats.org/officeDocument/2006/relationships/customXml" Target="../ink/ink217.xml"/><Relationship Id="rId453" Type="http://schemas.openxmlformats.org/officeDocument/2006/relationships/image" Target="NULL"/><Relationship Id="rId106" Type="http://schemas.openxmlformats.org/officeDocument/2006/relationships/customXml" Target="../ink/ink54.xml"/><Relationship Id="rId127" Type="http://schemas.openxmlformats.org/officeDocument/2006/relationships/image" Target="NULL"/><Relationship Id="rId313" Type="http://schemas.openxmlformats.org/officeDocument/2006/relationships/image" Target="NULL"/><Relationship Id="rId10" Type="http://schemas.openxmlformats.org/officeDocument/2006/relationships/customXml" Target="../ink/ink6.xml"/><Relationship Id="rId31" Type="http://schemas.openxmlformats.org/officeDocument/2006/relationships/image" Target="NULL"/><Relationship Id="rId52" Type="http://schemas.openxmlformats.org/officeDocument/2006/relationships/customXml" Target="../ink/ink27.xml"/><Relationship Id="rId73" Type="http://schemas.openxmlformats.org/officeDocument/2006/relationships/image" Target="NULL"/><Relationship Id="rId94" Type="http://schemas.openxmlformats.org/officeDocument/2006/relationships/customXml" Target="../ink/ink48.xml"/><Relationship Id="rId148" Type="http://schemas.openxmlformats.org/officeDocument/2006/relationships/customXml" Target="../ink/ink75.xml"/><Relationship Id="rId169" Type="http://schemas.openxmlformats.org/officeDocument/2006/relationships/image" Target="NULL"/><Relationship Id="rId334" Type="http://schemas.openxmlformats.org/officeDocument/2006/relationships/customXml" Target="../ink/ink168.xml"/><Relationship Id="rId355" Type="http://schemas.openxmlformats.org/officeDocument/2006/relationships/image" Target="NULL"/><Relationship Id="rId376" Type="http://schemas.openxmlformats.org/officeDocument/2006/relationships/customXml" Target="../ink/ink189.xml"/><Relationship Id="rId397" Type="http://schemas.openxmlformats.org/officeDocument/2006/relationships/image" Target="NULL"/><Relationship Id="rId4" Type="http://schemas.openxmlformats.org/officeDocument/2006/relationships/customXml" Target="../ink/ink3.xml"/><Relationship Id="rId180" Type="http://schemas.openxmlformats.org/officeDocument/2006/relationships/customXml" Target="../ink/ink91.xml"/><Relationship Id="rId215" Type="http://schemas.openxmlformats.org/officeDocument/2006/relationships/image" Target="NULL"/><Relationship Id="rId236" Type="http://schemas.openxmlformats.org/officeDocument/2006/relationships/customXml" Target="../ink/ink119.xml"/><Relationship Id="rId257" Type="http://schemas.openxmlformats.org/officeDocument/2006/relationships/image" Target="NULL"/><Relationship Id="rId278" Type="http://schemas.openxmlformats.org/officeDocument/2006/relationships/customXml" Target="../ink/ink140.xml"/><Relationship Id="rId401" Type="http://schemas.openxmlformats.org/officeDocument/2006/relationships/image" Target="NULL"/><Relationship Id="rId422" Type="http://schemas.openxmlformats.org/officeDocument/2006/relationships/customXml" Target="../ink/ink212.xml"/><Relationship Id="rId443" Type="http://schemas.openxmlformats.org/officeDocument/2006/relationships/image" Target="NULL"/><Relationship Id="rId464" Type="http://schemas.openxmlformats.org/officeDocument/2006/relationships/customXml" Target="../ink/ink233.xml"/><Relationship Id="rId303" Type="http://schemas.openxmlformats.org/officeDocument/2006/relationships/image" Target="NULL"/><Relationship Id="rId42" Type="http://schemas.openxmlformats.org/officeDocument/2006/relationships/customXml" Target="../ink/ink22.xml"/><Relationship Id="rId84" Type="http://schemas.openxmlformats.org/officeDocument/2006/relationships/customXml" Target="../ink/ink43.xml"/><Relationship Id="rId138" Type="http://schemas.openxmlformats.org/officeDocument/2006/relationships/customXml" Target="../ink/ink70.xml"/><Relationship Id="rId345" Type="http://schemas.openxmlformats.org/officeDocument/2006/relationships/image" Target="NULL"/><Relationship Id="rId387" Type="http://schemas.openxmlformats.org/officeDocument/2006/relationships/image" Target="NULL"/><Relationship Id="rId191" Type="http://schemas.openxmlformats.org/officeDocument/2006/relationships/image" Target="NULL"/><Relationship Id="rId205" Type="http://schemas.openxmlformats.org/officeDocument/2006/relationships/image" Target="NULL"/><Relationship Id="rId247" Type="http://schemas.openxmlformats.org/officeDocument/2006/relationships/image" Target="NULL"/><Relationship Id="rId412" Type="http://schemas.openxmlformats.org/officeDocument/2006/relationships/customXml" Target="../ink/ink207.xml"/><Relationship Id="rId107" Type="http://schemas.openxmlformats.org/officeDocument/2006/relationships/image" Target="NULL"/><Relationship Id="rId289" Type="http://schemas.openxmlformats.org/officeDocument/2006/relationships/image" Target="NULL"/><Relationship Id="rId454" Type="http://schemas.openxmlformats.org/officeDocument/2006/relationships/customXml" Target="../ink/ink228.xml"/><Relationship Id="rId11" Type="http://schemas.openxmlformats.org/officeDocument/2006/relationships/image" Target="NULL"/><Relationship Id="rId53" Type="http://schemas.openxmlformats.org/officeDocument/2006/relationships/image" Target="NULL"/><Relationship Id="rId149" Type="http://schemas.openxmlformats.org/officeDocument/2006/relationships/image" Target="NULL"/><Relationship Id="rId314" Type="http://schemas.openxmlformats.org/officeDocument/2006/relationships/customXml" Target="../ink/ink158.xml"/><Relationship Id="rId356" Type="http://schemas.openxmlformats.org/officeDocument/2006/relationships/customXml" Target="../ink/ink179.xml"/><Relationship Id="rId398" Type="http://schemas.openxmlformats.org/officeDocument/2006/relationships/customXml" Target="../ink/ink200.xml"/><Relationship Id="rId95" Type="http://schemas.openxmlformats.org/officeDocument/2006/relationships/image" Target="NULL"/><Relationship Id="rId160" Type="http://schemas.openxmlformats.org/officeDocument/2006/relationships/customXml" Target="../ink/ink81.xml"/><Relationship Id="rId216" Type="http://schemas.openxmlformats.org/officeDocument/2006/relationships/customXml" Target="../ink/ink109.xml"/><Relationship Id="rId423" Type="http://schemas.openxmlformats.org/officeDocument/2006/relationships/image" Target="NULL"/><Relationship Id="rId258" Type="http://schemas.openxmlformats.org/officeDocument/2006/relationships/customXml" Target="../ink/ink130.xml"/><Relationship Id="rId465" Type="http://schemas.openxmlformats.org/officeDocument/2006/relationships/image" Target="NULL"/><Relationship Id="rId22" Type="http://schemas.openxmlformats.org/officeDocument/2006/relationships/customXml" Target="../ink/ink12.xml"/><Relationship Id="rId64" Type="http://schemas.openxmlformats.org/officeDocument/2006/relationships/customXml" Target="../ink/ink33.xml"/><Relationship Id="rId118" Type="http://schemas.openxmlformats.org/officeDocument/2006/relationships/customXml" Target="../ink/ink60.xml"/><Relationship Id="rId325" Type="http://schemas.openxmlformats.org/officeDocument/2006/relationships/image" Target="NULL"/><Relationship Id="rId367" Type="http://schemas.openxmlformats.org/officeDocument/2006/relationships/image" Target="NULL"/><Relationship Id="rId171" Type="http://schemas.openxmlformats.org/officeDocument/2006/relationships/image" Target="NULL"/><Relationship Id="rId227" Type="http://schemas.openxmlformats.org/officeDocument/2006/relationships/image" Target="NULL"/><Relationship Id="rId269" Type="http://schemas.openxmlformats.org/officeDocument/2006/relationships/image" Target="NULL"/><Relationship Id="rId434" Type="http://schemas.openxmlformats.org/officeDocument/2006/relationships/customXml" Target="../ink/ink218.xml"/><Relationship Id="rId33" Type="http://schemas.openxmlformats.org/officeDocument/2006/relationships/image" Target="NULL"/><Relationship Id="rId129" Type="http://schemas.openxmlformats.org/officeDocument/2006/relationships/image" Target="NULL"/><Relationship Id="rId280" Type="http://schemas.openxmlformats.org/officeDocument/2006/relationships/customXml" Target="../ink/ink141.xml"/><Relationship Id="rId336" Type="http://schemas.openxmlformats.org/officeDocument/2006/relationships/customXml" Target="../ink/ink169.xml"/><Relationship Id="rId75" Type="http://schemas.openxmlformats.org/officeDocument/2006/relationships/image" Target="NULL"/><Relationship Id="rId140" Type="http://schemas.openxmlformats.org/officeDocument/2006/relationships/customXml" Target="../ink/ink71.xml"/><Relationship Id="rId182" Type="http://schemas.openxmlformats.org/officeDocument/2006/relationships/customXml" Target="../ink/ink92.xml"/><Relationship Id="rId378" Type="http://schemas.openxmlformats.org/officeDocument/2006/relationships/customXml" Target="../ink/ink190.xml"/><Relationship Id="rId403" Type="http://schemas.openxmlformats.org/officeDocument/2006/relationships/image" Target="NULL"/><Relationship Id="rId6" Type="http://schemas.openxmlformats.org/officeDocument/2006/relationships/customXml" Target="../ink/ink4.xml"/><Relationship Id="rId238" Type="http://schemas.openxmlformats.org/officeDocument/2006/relationships/customXml" Target="../ink/ink120.xml"/><Relationship Id="rId445" Type="http://schemas.openxmlformats.org/officeDocument/2006/relationships/image" Target="NULL"/><Relationship Id="rId291" Type="http://schemas.openxmlformats.org/officeDocument/2006/relationships/image" Target="NULL"/><Relationship Id="rId305" Type="http://schemas.openxmlformats.org/officeDocument/2006/relationships/image" Target="NULL"/><Relationship Id="rId347" Type="http://schemas.openxmlformats.org/officeDocument/2006/relationships/image" Target="NULL"/><Relationship Id="rId44" Type="http://schemas.openxmlformats.org/officeDocument/2006/relationships/customXml" Target="../ink/ink23.xml"/><Relationship Id="rId86" Type="http://schemas.openxmlformats.org/officeDocument/2006/relationships/customXml" Target="../ink/ink44.xml"/><Relationship Id="rId151" Type="http://schemas.openxmlformats.org/officeDocument/2006/relationships/image" Target="NULL"/><Relationship Id="rId389" Type="http://schemas.openxmlformats.org/officeDocument/2006/relationships/image" Target="NULL"/><Relationship Id="rId193" Type="http://schemas.openxmlformats.org/officeDocument/2006/relationships/image" Target="NULL"/><Relationship Id="rId207" Type="http://schemas.openxmlformats.org/officeDocument/2006/relationships/image" Target="NULL"/><Relationship Id="rId249" Type="http://schemas.openxmlformats.org/officeDocument/2006/relationships/image" Target="NULL"/><Relationship Id="rId414" Type="http://schemas.openxmlformats.org/officeDocument/2006/relationships/customXml" Target="../ink/ink208.xml"/><Relationship Id="rId456" Type="http://schemas.openxmlformats.org/officeDocument/2006/relationships/customXml" Target="../ink/ink229.xml"/><Relationship Id="rId13" Type="http://schemas.openxmlformats.org/officeDocument/2006/relationships/image" Target="NULL"/><Relationship Id="rId109" Type="http://schemas.openxmlformats.org/officeDocument/2006/relationships/image" Target="NULL"/><Relationship Id="rId260" Type="http://schemas.openxmlformats.org/officeDocument/2006/relationships/customXml" Target="../ink/ink131.xml"/><Relationship Id="rId316" Type="http://schemas.openxmlformats.org/officeDocument/2006/relationships/customXml" Target="../ink/ink159.xml"/><Relationship Id="rId55" Type="http://schemas.openxmlformats.org/officeDocument/2006/relationships/image" Target="NULL"/><Relationship Id="rId97" Type="http://schemas.openxmlformats.org/officeDocument/2006/relationships/image" Target="NULL"/><Relationship Id="rId120" Type="http://schemas.openxmlformats.org/officeDocument/2006/relationships/customXml" Target="../ink/ink61.xml"/><Relationship Id="rId358" Type="http://schemas.openxmlformats.org/officeDocument/2006/relationships/customXml" Target="../ink/ink180.xml"/><Relationship Id="rId162" Type="http://schemas.openxmlformats.org/officeDocument/2006/relationships/customXml" Target="../ink/ink82.xml"/><Relationship Id="rId218" Type="http://schemas.openxmlformats.org/officeDocument/2006/relationships/customXml" Target="../ink/ink110.xml"/><Relationship Id="rId425" Type="http://schemas.openxmlformats.org/officeDocument/2006/relationships/image" Target="NULL"/><Relationship Id="rId271" Type="http://schemas.openxmlformats.org/officeDocument/2006/relationships/image" Target="NULL"/><Relationship Id="rId24" Type="http://schemas.openxmlformats.org/officeDocument/2006/relationships/customXml" Target="../ink/ink13.xml"/><Relationship Id="rId66" Type="http://schemas.openxmlformats.org/officeDocument/2006/relationships/customXml" Target="../ink/ink34.xml"/><Relationship Id="rId131" Type="http://schemas.openxmlformats.org/officeDocument/2006/relationships/image" Target="NULL"/><Relationship Id="rId327" Type="http://schemas.openxmlformats.org/officeDocument/2006/relationships/image" Target="NULL"/><Relationship Id="rId369" Type="http://schemas.openxmlformats.org/officeDocument/2006/relationships/image" Target="NULL"/><Relationship Id="rId173" Type="http://schemas.openxmlformats.org/officeDocument/2006/relationships/image" Target="NULL"/><Relationship Id="rId229" Type="http://schemas.openxmlformats.org/officeDocument/2006/relationships/image" Target="NULL"/><Relationship Id="rId380" Type="http://schemas.openxmlformats.org/officeDocument/2006/relationships/customXml" Target="../ink/ink191.xml"/><Relationship Id="rId436" Type="http://schemas.openxmlformats.org/officeDocument/2006/relationships/customXml" Target="../ink/ink219.xml"/><Relationship Id="rId240" Type="http://schemas.openxmlformats.org/officeDocument/2006/relationships/customXml" Target="../ink/ink121.xml"/><Relationship Id="rId35" Type="http://schemas.openxmlformats.org/officeDocument/2006/relationships/image" Target="NULL"/><Relationship Id="rId77" Type="http://schemas.openxmlformats.org/officeDocument/2006/relationships/image" Target="NULL"/><Relationship Id="rId100" Type="http://schemas.openxmlformats.org/officeDocument/2006/relationships/customXml" Target="../ink/ink51.xml"/><Relationship Id="rId282" Type="http://schemas.openxmlformats.org/officeDocument/2006/relationships/customXml" Target="../ink/ink142.xml"/><Relationship Id="rId338" Type="http://schemas.openxmlformats.org/officeDocument/2006/relationships/customXml" Target="../ink/ink170.xml"/><Relationship Id="rId8" Type="http://schemas.openxmlformats.org/officeDocument/2006/relationships/customXml" Target="../ink/ink5.xml"/><Relationship Id="rId142" Type="http://schemas.openxmlformats.org/officeDocument/2006/relationships/customXml" Target="../ink/ink72.xml"/><Relationship Id="rId184" Type="http://schemas.openxmlformats.org/officeDocument/2006/relationships/customXml" Target="../ink/ink93.xml"/><Relationship Id="rId391" Type="http://schemas.openxmlformats.org/officeDocument/2006/relationships/image" Target="NULL"/><Relationship Id="rId405" Type="http://schemas.openxmlformats.org/officeDocument/2006/relationships/image" Target="NULL"/><Relationship Id="rId447" Type="http://schemas.openxmlformats.org/officeDocument/2006/relationships/image" Target="NULL"/><Relationship Id="rId251" Type="http://schemas.openxmlformats.org/officeDocument/2006/relationships/image" Target="NULL"/><Relationship Id="rId46" Type="http://schemas.openxmlformats.org/officeDocument/2006/relationships/customXml" Target="../ink/ink24.xml"/><Relationship Id="rId293" Type="http://schemas.openxmlformats.org/officeDocument/2006/relationships/image" Target="NULL"/><Relationship Id="rId307" Type="http://schemas.openxmlformats.org/officeDocument/2006/relationships/image" Target="NULL"/><Relationship Id="rId349" Type="http://schemas.openxmlformats.org/officeDocument/2006/relationships/image" Target="NULL"/><Relationship Id="rId88" Type="http://schemas.openxmlformats.org/officeDocument/2006/relationships/customXml" Target="../ink/ink45.xml"/><Relationship Id="rId111" Type="http://schemas.openxmlformats.org/officeDocument/2006/relationships/image" Target="NULL"/><Relationship Id="rId153" Type="http://schemas.openxmlformats.org/officeDocument/2006/relationships/image" Target="NULL"/><Relationship Id="rId195" Type="http://schemas.openxmlformats.org/officeDocument/2006/relationships/image" Target="NULL"/><Relationship Id="rId209" Type="http://schemas.openxmlformats.org/officeDocument/2006/relationships/image" Target="NULL"/><Relationship Id="rId360" Type="http://schemas.openxmlformats.org/officeDocument/2006/relationships/customXml" Target="../ink/ink181.xml"/><Relationship Id="rId416" Type="http://schemas.openxmlformats.org/officeDocument/2006/relationships/customXml" Target="../ink/ink209.xml"/><Relationship Id="rId220" Type="http://schemas.openxmlformats.org/officeDocument/2006/relationships/customXml" Target="../ink/ink111.xml"/><Relationship Id="rId458" Type="http://schemas.openxmlformats.org/officeDocument/2006/relationships/customXml" Target="../ink/ink230.xml"/><Relationship Id="rId15" Type="http://schemas.openxmlformats.org/officeDocument/2006/relationships/image" Target="NULL"/><Relationship Id="rId57" Type="http://schemas.openxmlformats.org/officeDocument/2006/relationships/image" Target="NULL"/><Relationship Id="rId262" Type="http://schemas.openxmlformats.org/officeDocument/2006/relationships/customXml" Target="../ink/ink132.xml"/><Relationship Id="rId318" Type="http://schemas.openxmlformats.org/officeDocument/2006/relationships/customXml" Target="../ink/ink160.xml"/><Relationship Id="rId99" Type="http://schemas.openxmlformats.org/officeDocument/2006/relationships/image" Target="NULL"/><Relationship Id="rId122" Type="http://schemas.openxmlformats.org/officeDocument/2006/relationships/customXml" Target="../ink/ink62.xml"/><Relationship Id="rId164" Type="http://schemas.openxmlformats.org/officeDocument/2006/relationships/customXml" Target="../ink/ink83.xml"/><Relationship Id="rId371" Type="http://schemas.openxmlformats.org/officeDocument/2006/relationships/image" Target="NULL"/><Relationship Id="rId427" Type="http://schemas.openxmlformats.org/officeDocument/2006/relationships/image" Target="NULL"/><Relationship Id="rId26" Type="http://schemas.openxmlformats.org/officeDocument/2006/relationships/customXml" Target="../ink/ink14.xml"/><Relationship Id="rId231" Type="http://schemas.openxmlformats.org/officeDocument/2006/relationships/image" Target="NULL"/><Relationship Id="rId273" Type="http://schemas.openxmlformats.org/officeDocument/2006/relationships/image" Target="NULL"/><Relationship Id="rId329" Type="http://schemas.openxmlformats.org/officeDocument/2006/relationships/image" Target="NULL"/><Relationship Id="rId68" Type="http://schemas.openxmlformats.org/officeDocument/2006/relationships/customXml" Target="../ink/ink35.xml"/><Relationship Id="rId133" Type="http://schemas.openxmlformats.org/officeDocument/2006/relationships/image" Target="NULL"/><Relationship Id="rId175" Type="http://schemas.openxmlformats.org/officeDocument/2006/relationships/image" Target="NULL"/><Relationship Id="rId340" Type="http://schemas.openxmlformats.org/officeDocument/2006/relationships/customXml" Target="../ink/ink171.xml"/><Relationship Id="rId200" Type="http://schemas.openxmlformats.org/officeDocument/2006/relationships/customXml" Target="../ink/ink101.xml"/><Relationship Id="rId382" Type="http://schemas.openxmlformats.org/officeDocument/2006/relationships/customXml" Target="../ink/ink192.xml"/><Relationship Id="rId438" Type="http://schemas.openxmlformats.org/officeDocument/2006/relationships/customXml" Target="../ink/ink220.xml"/><Relationship Id="rId242" Type="http://schemas.openxmlformats.org/officeDocument/2006/relationships/customXml" Target="../ink/ink122.xml"/><Relationship Id="rId284" Type="http://schemas.openxmlformats.org/officeDocument/2006/relationships/customXml" Target="../ink/ink143.xml"/><Relationship Id="rId37" Type="http://schemas.openxmlformats.org/officeDocument/2006/relationships/image" Target="NULL"/><Relationship Id="rId79" Type="http://schemas.openxmlformats.org/officeDocument/2006/relationships/image" Target="NULL"/><Relationship Id="rId102" Type="http://schemas.openxmlformats.org/officeDocument/2006/relationships/customXml" Target="../ink/ink52.xml"/><Relationship Id="rId144" Type="http://schemas.openxmlformats.org/officeDocument/2006/relationships/customXml" Target="../ink/ink73.xml"/><Relationship Id="rId90" Type="http://schemas.openxmlformats.org/officeDocument/2006/relationships/customXml" Target="../ink/ink46.xml"/><Relationship Id="rId186" Type="http://schemas.openxmlformats.org/officeDocument/2006/relationships/customXml" Target="../ink/ink94.xml"/><Relationship Id="rId351" Type="http://schemas.openxmlformats.org/officeDocument/2006/relationships/image" Target="NULL"/><Relationship Id="rId393" Type="http://schemas.openxmlformats.org/officeDocument/2006/relationships/image" Target="NULL"/><Relationship Id="rId407" Type="http://schemas.openxmlformats.org/officeDocument/2006/relationships/image" Target="NULL"/><Relationship Id="rId449" Type="http://schemas.openxmlformats.org/officeDocument/2006/relationships/image" Target="NULL"/><Relationship Id="rId211" Type="http://schemas.openxmlformats.org/officeDocument/2006/relationships/image" Target="NULL"/><Relationship Id="rId253" Type="http://schemas.openxmlformats.org/officeDocument/2006/relationships/image" Target="NULL"/><Relationship Id="rId295" Type="http://schemas.openxmlformats.org/officeDocument/2006/relationships/image" Target="NULL"/><Relationship Id="rId309" Type="http://schemas.openxmlformats.org/officeDocument/2006/relationships/image" Target="NULL"/><Relationship Id="rId460" Type="http://schemas.openxmlformats.org/officeDocument/2006/relationships/customXml" Target="../ink/ink231.xml"/><Relationship Id="rId48" Type="http://schemas.openxmlformats.org/officeDocument/2006/relationships/customXml" Target="../ink/ink25.xml"/><Relationship Id="rId113" Type="http://schemas.openxmlformats.org/officeDocument/2006/relationships/image" Target="NULL"/><Relationship Id="rId320" Type="http://schemas.openxmlformats.org/officeDocument/2006/relationships/customXml" Target="../ink/ink161.xml"/><Relationship Id="rId155" Type="http://schemas.openxmlformats.org/officeDocument/2006/relationships/image" Target="NULL"/><Relationship Id="rId197" Type="http://schemas.openxmlformats.org/officeDocument/2006/relationships/image" Target="NULL"/><Relationship Id="rId362" Type="http://schemas.openxmlformats.org/officeDocument/2006/relationships/customXml" Target="../ink/ink182.xml"/><Relationship Id="rId418" Type="http://schemas.openxmlformats.org/officeDocument/2006/relationships/customXml" Target="../ink/ink210.xml"/><Relationship Id="rId222" Type="http://schemas.openxmlformats.org/officeDocument/2006/relationships/customXml" Target="../ink/ink112.xml"/><Relationship Id="rId264" Type="http://schemas.openxmlformats.org/officeDocument/2006/relationships/customXml" Target="../ink/ink133.xml"/><Relationship Id="rId17" Type="http://schemas.openxmlformats.org/officeDocument/2006/relationships/image" Target="NULL"/><Relationship Id="rId59" Type="http://schemas.openxmlformats.org/officeDocument/2006/relationships/image" Target="NULL"/><Relationship Id="rId124" Type="http://schemas.openxmlformats.org/officeDocument/2006/relationships/customXml" Target="../ink/ink63.xml"/><Relationship Id="rId70" Type="http://schemas.openxmlformats.org/officeDocument/2006/relationships/customXml" Target="../ink/ink36.xml"/><Relationship Id="rId166" Type="http://schemas.openxmlformats.org/officeDocument/2006/relationships/customXml" Target="../ink/ink84.xml"/><Relationship Id="rId331" Type="http://schemas.openxmlformats.org/officeDocument/2006/relationships/image" Target="NULL"/><Relationship Id="rId373" Type="http://schemas.openxmlformats.org/officeDocument/2006/relationships/image" Target="NULL"/><Relationship Id="rId429" Type="http://schemas.openxmlformats.org/officeDocument/2006/relationships/image" Target="NULL"/><Relationship Id="rId1" Type="http://schemas.openxmlformats.org/officeDocument/2006/relationships/slideLayout" Target="../slideLayouts/slideLayout7.xml"/><Relationship Id="rId233" Type="http://schemas.openxmlformats.org/officeDocument/2006/relationships/image" Target="NULL"/><Relationship Id="rId440" Type="http://schemas.openxmlformats.org/officeDocument/2006/relationships/customXml" Target="../ink/ink221.xml"/><Relationship Id="rId28" Type="http://schemas.openxmlformats.org/officeDocument/2006/relationships/customXml" Target="../ink/ink15.xml"/><Relationship Id="rId275" Type="http://schemas.openxmlformats.org/officeDocument/2006/relationships/image" Target="NULL"/><Relationship Id="rId300" Type="http://schemas.openxmlformats.org/officeDocument/2006/relationships/customXml" Target="../ink/ink151.xml"/><Relationship Id="rId81" Type="http://schemas.openxmlformats.org/officeDocument/2006/relationships/image" Target="NULL"/><Relationship Id="rId135" Type="http://schemas.openxmlformats.org/officeDocument/2006/relationships/image" Target="NULL"/><Relationship Id="rId177" Type="http://schemas.openxmlformats.org/officeDocument/2006/relationships/image" Target="NULL"/><Relationship Id="rId342" Type="http://schemas.openxmlformats.org/officeDocument/2006/relationships/customXml" Target="../ink/ink172.xml"/><Relationship Id="rId384" Type="http://schemas.openxmlformats.org/officeDocument/2006/relationships/customXml" Target="../ink/ink193.xml"/><Relationship Id="rId202" Type="http://schemas.openxmlformats.org/officeDocument/2006/relationships/customXml" Target="../ink/ink102.xml"/><Relationship Id="rId244" Type="http://schemas.openxmlformats.org/officeDocument/2006/relationships/customXml" Target="../ink/ink123.xml"/><Relationship Id="rId39" Type="http://schemas.openxmlformats.org/officeDocument/2006/relationships/image" Target="NULL"/><Relationship Id="rId286" Type="http://schemas.openxmlformats.org/officeDocument/2006/relationships/customXml" Target="../ink/ink144.xml"/><Relationship Id="rId451" Type="http://schemas.openxmlformats.org/officeDocument/2006/relationships/image" Target="NULL"/><Relationship Id="rId50" Type="http://schemas.openxmlformats.org/officeDocument/2006/relationships/customXml" Target="../ink/ink26.xml"/><Relationship Id="rId104" Type="http://schemas.openxmlformats.org/officeDocument/2006/relationships/customXml" Target="../ink/ink53.xml"/><Relationship Id="rId146" Type="http://schemas.openxmlformats.org/officeDocument/2006/relationships/customXml" Target="../ink/ink74.xml"/><Relationship Id="rId188" Type="http://schemas.openxmlformats.org/officeDocument/2006/relationships/customXml" Target="../ink/ink95.xml"/><Relationship Id="rId311" Type="http://schemas.openxmlformats.org/officeDocument/2006/relationships/image" Target="NULL"/><Relationship Id="rId353" Type="http://schemas.openxmlformats.org/officeDocument/2006/relationships/image" Target="NULL"/><Relationship Id="rId395" Type="http://schemas.openxmlformats.org/officeDocument/2006/relationships/image" Target="NULL"/><Relationship Id="rId409" Type="http://schemas.openxmlformats.org/officeDocument/2006/relationships/image" Target="NULL"/><Relationship Id="rId92" Type="http://schemas.openxmlformats.org/officeDocument/2006/relationships/customXml" Target="../ink/ink47.xml"/><Relationship Id="rId213" Type="http://schemas.openxmlformats.org/officeDocument/2006/relationships/image" Target="NULL"/><Relationship Id="rId420" Type="http://schemas.openxmlformats.org/officeDocument/2006/relationships/customXml" Target="../ink/ink211.xml"/><Relationship Id="rId255" Type="http://schemas.openxmlformats.org/officeDocument/2006/relationships/image" Target="NULL"/><Relationship Id="rId297" Type="http://schemas.openxmlformats.org/officeDocument/2006/relationships/image" Target="NULL"/><Relationship Id="rId462" Type="http://schemas.openxmlformats.org/officeDocument/2006/relationships/customXml" Target="../ink/ink232.xml"/><Relationship Id="rId115" Type="http://schemas.openxmlformats.org/officeDocument/2006/relationships/image" Target="NULL"/><Relationship Id="rId157" Type="http://schemas.openxmlformats.org/officeDocument/2006/relationships/image" Target="NULL"/><Relationship Id="rId322" Type="http://schemas.openxmlformats.org/officeDocument/2006/relationships/customXml" Target="../ink/ink162.xml"/><Relationship Id="rId364" Type="http://schemas.openxmlformats.org/officeDocument/2006/relationships/customXml" Target="../ink/ink183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NULL"/><Relationship Id="rId299" Type="http://schemas.openxmlformats.org/officeDocument/2006/relationships/customXml" Target="../ink/ink383.xml"/><Relationship Id="rId21" Type="http://schemas.openxmlformats.org/officeDocument/2006/relationships/image" Target="NULL"/><Relationship Id="rId63" Type="http://schemas.openxmlformats.org/officeDocument/2006/relationships/image" Target="NULL"/><Relationship Id="rId159" Type="http://schemas.openxmlformats.org/officeDocument/2006/relationships/image" Target="NULL"/><Relationship Id="rId324" Type="http://schemas.openxmlformats.org/officeDocument/2006/relationships/customXml" Target="../ink/ink396.xml"/><Relationship Id="rId170" Type="http://schemas.openxmlformats.org/officeDocument/2006/relationships/customXml" Target="../ink/ink318.xml"/><Relationship Id="rId226" Type="http://schemas.openxmlformats.org/officeDocument/2006/relationships/customXml" Target="../ink/ink346.xml"/><Relationship Id="rId268" Type="http://schemas.openxmlformats.org/officeDocument/2006/relationships/image" Target="NULL"/><Relationship Id="rId32" Type="http://schemas.openxmlformats.org/officeDocument/2006/relationships/customXml" Target="../ink/ink249.xml"/><Relationship Id="rId74" Type="http://schemas.openxmlformats.org/officeDocument/2006/relationships/customXml" Target="../ink/ink270.xml"/><Relationship Id="rId128" Type="http://schemas.openxmlformats.org/officeDocument/2006/relationships/customXml" Target="../ink/ink297.xml"/><Relationship Id="rId335" Type="http://schemas.openxmlformats.org/officeDocument/2006/relationships/image" Target="NULL"/><Relationship Id="rId5" Type="http://schemas.openxmlformats.org/officeDocument/2006/relationships/image" Target="NULL"/><Relationship Id="rId181" Type="http://schemas.openxmlformats.org/officeDocument/2006/relationships/image" Target="NULL"/><Relationship Id="rId237" Type="http://schemas.openxmlformats.org/officeDocument/2006/relationships/image" Target="NULL"/><Relationship Id="rId279" Type="http://schemas.openxmlformats.org/officeDocument/2006/relationships/customXml" Target="../ink/ink373.xml"/><Relationship Id="rId43" Type="http://schemas.openxmlformats.org/officeDocument/2006/relationships/image" Target="NULL"/><Relationship Id="rId139" Type="http://schemas.openxmlformats.org/officeDocument/2006/relationships/image" Target="NULL"/><Relationship Id="rId290" Type="http://schemas.openxmlformats.org/officeDocument/2006/relationships/image" Target="NULL"/><Relationship Id="rId304" Type="http://schemas.openxmlformats.org/officeDocument/2006/relationships/image" Target="NULL"/><Relationship Id="rId85" Type="http://schemas.openxmlformats.org/officeDocument/2006/relationships/image" Target="NULL"/><Relationship Id="rId150" Type="http://schemas.openxmlformats.org/officeDocument/2006/relationships/customXml" Target="../ink/ink308.xml"/><Relationship Id="rId192" Type="http://schemas.openxmlformats.org/officeDocument/2006/relationships/customXml" Target="../ink/ink329.xml"/><Relationship Id="rId206" Type="http://schemas.openxmlformats.org/officeDocument/2006/relationships/customXml" Target="../ink/ink336.xml"/><Relationship Id="rId248" Type="http://schemas.openxmlformats.org/officeDocument/2006/relationships/image" Target="NULL"/><Relationship Id="rId12" Type="http://schemas.openxmlformats.org/officeDocument/2006/relationships/customXml" Target="../ink/ink239.xml"/><Relationship Id="rId108" Type="http://schemas.openxmlformats.org/officeDocument/2006/relationships/customXml" Target="../ink/ink287.xml"/><Relationship Id="rId315" Type="http://schemas.openxmlformats.org/officeDocument/2006/relationships/image" Target="NULL"/><Relationship Id="rId54" Type="http://schemas.openxmlformats.org/officeDocument/2006/relationships/customXml" Target="../ink/ink260.xml"/><Relationship Id="rId96" Type="http://schemas.openxmlformats.org/officeDocument/2006/relationships/customXml" Target="../ink/ink281.xml"/><Relationship Id="rId161" Type="http://schemas.openxmlformats.org/officeDocument/2006/relationships/image" Target="NULL"/><Relationship Id="rId217" Type="http://schemas.openxmlformats.org/officeDocument/2006/relationships/image" Target="NULL"/><Relationship Id="rId259" Type="http://schemas.openxmlformats.org/officeDocument/2006/relationships/customXml" Target="../ink/ink363.xml"/><Relationship Id="rId23" Type="http://schemas.openxmlformats.org/officeDocument/2006/relationships/image" Target="NULL"/><Relationship Id="rId119" Type="http://schemas.openxmlformats.org/officeDocument/2006/relationships/image" Target="NULL"/><Relationship Id="rId270" Type="http://schemas.openxmlformats.org/officeDocument/2006/relationships/image" Target="NULL"/><Relationship Id="rId326" Type="http://schemas.openxmlformats.org/officeDocument/2006/relationships/customXml" Target="../ink/ink397.xml"/><Relationship Id="rId65" Type="http://schemas.openxmlformats.org/officeDocument/2006/relationships/image" Target="NULL"/><Relationship Id="rId130" Type="http://schemas.openxmlformats.org/officeDocument/2006/relationships/customXml" Target="../ink/ink298.xml"/><Relationship Id="rId172" Type="http://schemas.openxmlformats.org/officeDocument/2006/relationships/customXml" Target="../ink/ink319.xml"/><Relationship Id="rId228" Type="http://schemas.openxmlformats.org/officeDocument/2006/relationships/customXml" Target="../ink/ink347.xml"/><Relationship Id="rId281" Type="http://schemas.openxmlformats.org/officeDocument/2006/relationships/customXml" Target="../ink/ink374.xml"/><Relationship Id="rId337" Type="http://schemas.openxmlformats.org/officeDocument/2006/relationships/image" Target="NULL"/><Relationship Id="rId34" Type="http://schemas.openxmlformats.org/officeDocument/2006/relationships/customXml" Target="../ink/ink250.xml"/><Relationship Id="rId76" Type="http://schemas.openxmlformats.org/officeDocument/2006/relationships/customXml" Target="../ink/ink271.xml"/><Relationship Id="rId141" Type="http://schemas.openxmlformats.org/officeDocument/2006/relationships/image" Target="NULL"/><Relationship Id="rId7" Type="http://schemas.openxmlformats.org/officeDocument/2006/relationships/image" Target="NULL"/><Relationship Id="rId183" Type="http://schemas.openxmlformats.org/officeDocument/2006/relationships/image" Target="NULL"/><Relationship Id="rId239" Type="http://schemas.openxmlformats.org/officeDocument/2006/relationships/image" Target="NULL"/><Relationship Id="rId250" Type="http://schemas.openxmlformats.org/officeDocument/2006/relationships/image" Target="NULL"/><Relationship Id="rId292" Type="http://schemas.openxmlformats.org/officeDocument/2006/relationships/image" Target="NULL"/><Relationship Id="rId306" Type="http://schemas.openxmlformats.org/officeDocument/2006/relationships/image" Target="NULL"/><Relationship Id="rId45" Type="http://schemas.openxmlformats.org/officeDocument/2006/relationships/image" Target="NULL"/><Relationship Id="rId87" Type="http://schemas.openxmlformats.org/officeDocument/2006/relationships/image" Target="NULL"/><Relationship Id="rId110" Type="http://schemas.openxmlformats.org/officeDocument/2006/relationships/customXml" Target="../ink/ink288.xml"/><Relationship Id="rId152" Type="http://schemas.openxmlformats.org/officeDocument/2006/relationships/customXml" Target="../ink/ink309.xml"/><Relationship Id="rId194" Type="http://schemas.openxmlformats.org/officeDocument/2006/relationships/customXml" Target="../ink/ink330.xml"/><Relationship Id="rId208" Type="http://schemas.openxmlformats.org/officeDocument/2006/relationships/customXml" Target="../ink/ink337.xml"/><Relationship Id="rId240" Type="http://schemas.openxmlformats.org/officeDocument/2006/relationships/customXml" Target="../ink/ink353.xml"/><Relationship Id="rId261" Type="http://schemas.openxmlformats.org/officeDocument/2006/relationships/customXml" Target="../ink/ink364.xml"/><Relationship Id="rId14" Type="http://schemas.openxmlformats.org/officeDocument/2006/relationships/customXml" Target="../ink/ink240.xml"/><Relationship Id="rId35" Type="http://schemas.openxmlformats.org/officeDocument/2006/relationships/image" Target="NULL"/><Relationship Id="rId56" Type="http://schemas.openxmlformats.org/officeDocument/2006/relationships/customXml" Target="../ink/ink261.xml"/><Relationship Id="rId77" Type="http://schemas.openxmlformats.org/officeDocument/2006/relationships/image" Target="NULL"/><Relationship Id="rId100" Type="http://schemas.openxmlformats.org/officeDocument/2006/relationships/customXml" Target="../ink/ink283.xml"/><Relationship Id="rId282" Type="http://schemas.openxmlformats.org/officeDocument/2006/relationships/image" Target="NULL"/><Relationship Id="rId317" Type="http://schemas.openxmlformats.org/officeDocument/2006/relationships/image" Target="NULL"/><Relationship Id="rId338" Type="http://schemas.openxmlformats.org/officeDocument/2006/relationships/customXml" Target="../ink/ink403.xml"/><Relationship Id="rId8" Type="http://schemas.openxmlformats.org/officeDocument/2006/relationships/customXml" Target="../ink/ink237.xml"/><Relationship Id="rId98" Type="http://schemas.openxmlformats.org/officeDocument/2006/relationships/customXml" Target="../ink/ink282.xml"/><Relationship Id="rId121" Type="http://schemas.openxmlformats.org/officeDocument/2006/relationships/image" Target="NULL"/><Relationship Id="rId142" Type="http://schemas.openxmlformats.org/officeDocument/2006/relationships/customXml" Target="../ink/ink304.xml"/><Relationship Id="rId163" Type="http://schemas.openxmlformats.org/officeDocument/2006/relationships/image" Target="NULL"/><Relationship Id="rId184" Type="http://schemas.openxmlformats.org/officeDocument/2006/relationships/customXml" Target="../ink/ink325.xml"/><Relationship Id="rId219" Type="http://schemas.openxmlformats.org/officeDocument/2006/relationships/image" Target="NULL"/><Relationship Id="rId230" Type="http://schemas.openxmlformats.org/officeDocument/2006/relationships/customXml" Target="../ink/ink348.xml"/><Relationship Id="rId251" Type="http://schemas.openxmlformats.org/officeDocument/2006/relationships/customXml" Target="../ink/ink359.xml"/><Relationship Id="rId25" Type="http://schemas.openxmlformats.org/officeDocument/2006/relationships/image" Target="NULL"/><Relationship Id="rId46" Type="http://schemas.openxmlformats.org/officeDocument/2006/relationships/customXml" Target="../ink/ink256.xml"/><Relationship Id="rId67" Type="http://schemas.openxmlformats.org/officeDocument/2006/relationships/image" Target="NULL"/><Relationship Id="rId272" Type="http://schemas.openxmlformats.org/officeDocument/2006/relationships/image" Target="NULL"/><Relationship Id="rId293" Type="http://schemas.openxmlformats.org/officeDocument/2006/relationships/customXml" Target="../ink/ink380.xml"/><Relationship Id="rId307" Type="http://schemas.openxmlformats.org/officeDocument/2006/relationships/customXml" Target="../ink/ink387.xml"/><Relationship Id="rId328" Type="http://schemas.openxmlformats.org/officeDocument/2006/relationships/customXml" Target="../ink/ink398.xml"/><Relationship Id="rId88" Type="http://schemas.openxmlformats.org/officeDocument/2006/relationships/customXml" Target="../ink/ink277.xml"/><Relationship Id="rId111" Type="http://schemas.openxmlformats.org/officeDocument/2006/relationships/image" Target="NULL"/><Relationship Id="rId132" Type="http://schemas.openxmlformats.org/officeDocument/2006/relationships/customXml" Target="../ink/ink299.xml"/><Relationship Id="rId153" Type="http://schemas.openxmlformats.org/officeDocument/2006/relationships/image" Target="NULL"/><Relationship Id="rId174" Type="http://schemas.openxmlformats.org/officeDocument/2006/relationships/customXml" Target="../ink/ink320.xml"/><Relationship Id="rId195" Type="http://schemas.openxmlformats.org/officeDocument/2006/relationships/image" Target="NULL"/><Relationship Id="rId209" Type="http://schemas.openxmlformats.org/officeDocument/2006/relationships/image" Target="NULL"/><Relationship Id="rId220" Type="http://schemas.openxmlformats.org/officeDocument/2006/relationships/customXml" Target="../ink/ink343.xml"/><Relationship Id="rId241" Type="http://schemas.openxmlformats.org/officeDocument/2006/relationships/customXml" Target="../ink/ink354.xml"/><Relationship Id="rId15" Type="http://schemas.openxmlformats.org/officeDocument/2006/relationships/image" Target="NULL"/><Relationship Id="rId36" Type="http://schemas.openxmlformats.org/officeDocument/2006/relationships/customXml" Target="../ink/ink251.xml"/><Relationship Id="rId57" Type="http://schemas.openxmlformats.org/officeDocument/2006/relationships/image" Target="NULL"/><Relationship Id="rId262" Type="http://schemas.openxmlformats.org/officeDocument/2006/relationships/image" Target="NULL"/><Relationship Id="rId283" Type="http://schemas.openxmlformats.org/officeDocument/2006/relationships/customXml" Target="../ink/ink375.xml"/><Relationship Id="rId318" Type="http://schemas.openxmlformats.org/officeDocument/2006/relationships/customXml" Target="../ink/ink393.xml"/><Relationship Id="rId339" Type="http://schemas.openxmlformats.org/officeDocument/2006/relationships/image" Target="NULL"/><Relationship Id="rId78" Type="http://schemas.openxmlformats.org/officeDocument/2006/relationships/customXml" Target="../ink/ink272.xml"/><Relationship Id="rId99" Type="http://schemas.openxmlformats.org/officeDocument/2006/relationships/image" Target="NULL"/><Relationship Id="rId101" Type="http://schemas.openxmlformats.org/officeDocument/2006/relationships/image" Target="NULL"/><Relationship Id="rId122" Type="http://schemas.openxmlformats.org/officeDocument/2006/relationships/customXml" Target="../ink/ink294.xml"/><Relationship Id="rId143" Type="http://schemas.openxmlformats.org/officeDocument/2006/relationships/image" Target="NULL"/><Relationship Id="rId164" Type="http://schemas.openxmlformats.org/officeDocument/2006/relationships/customXml" Target="../ink/ink315.xml"/><Relationship Id="rId185" Type="http://schemas.openxmlformats.org/officeDocument/2006/relationships/image" Target="NULL"/><Relationship Id="rId9" Type="http://schemas.openxmlformats.org/officeDocument/2006/relationships/image" Target="NULL"/><Relationship Id="rId210" Type="http://schemas.openxmlformats.org/officeDocument/2006/relationships/customXml" Target="../ink/ink338.xml"/><Relationship Id="rId26" Type="http://schemas.openxmlformats.org/officeDocument/2006/relationships/customXml" Target="../ink/ink246.xml"/><Relationship Id="rId231" Type="http://schemas.openxmlformats.org/officeDocument/2006/relationships/image" Target="NULL"/><Relationship Id="rId252" Type="http://schemas.openxmlformats.org/officeDocument/2006/relationships/image" Target="NULL"/><Relationship Id="rId273" Type="http://schemas.openxmlformats.org/officeDocument/2006/relationships/customXml" Target="../ink/ink370.xml"/><Relationship Id="rId294" Type="http://schemas.openxmlformats.org/officeDocument/2006/relationships/image" Target="NULL"/><Relationship Id="rId308" Type="http://schemas.openxmlformats.org/officeDocument/2006/relationships/customXml" Target="../ink/ink388.xml"/><Relationship Id="rId329" Type="http://schemas.openxmlformats.org/officeDocument/2006/relationships/image" Target="NULL"/><Relationship Id="rId47" Type="http://schemas.openxmlformats.org/officeDocument/2006/relationships/image" Target="NULL"/><Relationship Id="rId68" Type="http://schemas.openxmlformats.org/officeDocument/2006/relationships/customXml" Target="../ink/ink267.xml"/><Relationship Id="rId89" Type="http://schemas.openxmlformats.org/officeDocument/2006/relationships/image" Target="NULL"/><Relationship Id="rId112" Type="http://schemas.openxmlformats.org/officeDocument/2006/relationships/customXml" Target="../ink/ink289.xml"/><Relationship Id="rId133" Type="http://schemas.openxmlformats.org/officeDocument/2006/relationships/image" Target="NULL"/><Relationship Id="rId154" Type="http://schemas.openxmlformats.org/officeDocument/2006/relationships/customXml" Target="../ink/ink310.xml"/><Relationship Id="rId175" Type="http://schemas.openxmlformats.org/officeDocument/2006/relationships/image" Target="NULL"/><Relationship Id="rId340" Type="http://schemas.openxmlformats.org/officeDocument/2006/relationships/customXml" Target="../ink/ink404.xml"/><Relationship Id="rId196" Type="http://schemas.openxmlformats.org/officeDocument/2006/relationships/customXml" Target="../ink/ink331.xml"/><Relationship Id="rId200" Type="http://schemas.openxmlformats.org/officeDocument/2006/relationships/customXml" Target="../ink/ink333.xml"/><Relationship Id="rId16" Type="http://schemas.openxmlformats.org/officeDocument/2006/relationships/customXml" Target="../ink/ink241.xml"/><Relationship Id="rId221" Type="http://schemas.openxmlformats.org/officeDocument/2006/relationships/image" Target="NULL"/><Relationship Id="rId242" Type="http://schemas.openxmlformats.org/officeDocument/2006/relationships/image" Target="NULL"/><Relationship Id="rId263" Type="http://schemas.openxmlformats.org/officeDocument/2006/relationships/customXml" Target="../ink/ink365.xml"/><Relationship Id="rId284" Type="http://schemas.openxmlformats.org/officeDocument/2006/relationships/image" Target="NULL"/><Relationship Id="rId319" Type="http://schemas.openxmlformats.org/officeDocument/2006/relationships/image" Target="NULL"/><Relationship Id="rId37" Type="http://schemas.openxmlformats.org/officeDocument/2006/relationships/image" Target="NULL"/><Relationship Id="rId58" Type="http://schemas.openxmlformats.org/officeDocument/2006/relationships/customXml" Target="../ink/ink262.xml"/><Relationship Id="rId79" Type="http://schemas.openxmlformats.org/officeDocument/2006/relationships/image" Target="NULL"/><Relationship Id="rId102" Type="http://schemas.openxmlformats.org/officeDocument/2006/relationships/customXml" Target="../ink/ink284.xml"/><Relationship Id="rId123" Type="http://schemas.openxmlformats.org/officeDocument/2006/relationships/image" Target="NULL"/><Relationship Id="rId144" Type="http://schemas.openxmlformats.org/officeDocument/2006/relationships/customXml" Target="../ink/ink305.xml"/><Relationship Id="rId330" Type="http://schemas.openxmlformats.org/officeDocument/2006/relationships/customXml" Target="../ink/ink399.xml"/><Relationship Id="rId90" Type="http://schemas.openxmlformats.org/officeDocument/2006/relationships/customXml" Target="../ink/ink278.xml"/><Relationship Id="rId165" Type="http://schemas.openxmlformats.org/officeDocument/2006/relationships/image" Target="NULL"/><Relationship Id="rId186" Type="http://schemas.openxmlformats.org/officeDocument/2006/relationships/customXml" Target="../ink/ink326.xml"/><Relationship Id="rId211" Type="http://schemas.openxmlformats.org/officeDocument/2006/relationships/image" Target="NULL"/><Relationship Id="rId232" Type="http://schemas.openxmlformats.org/officeDocument/2006/relationships/customXml" Target="../ink/ink349.xml"/><Relationship Id="rId253" Type="http://schemas.openxmlformats.org/officeDocument/2006/relationships/customXml" Target="../ink/ink360.xml"/><Relationship Id="rId274" Type="http://schemas.openxmlformats.org/officeDocument/2006/relationships/image" Target="NULL"/><Relationship Id="rId295" Type="http://schemas.openxmlformats.org/officeDocument/2006/relationships/customXml" Target="../ink/ink381.xml"/><Relationship Id="rId309" Type="http://schemas.openxmlformats.org/officeDocument/2006/relationships/image" Target="NULL"/><Relationship Id="rId27" Type="http://schemas.openxmlformats.org/officeDocument/2006/relationships/image" Target="NULL"/><Relationship Id="rId48" Type="http://schemas.openxmlformats.org/officeDocument/2006/relationships/customXml" Target="../ink/ink257.xml"/><Relationship Id="rId69" Type="http://schemas.openxmlformats.org/officeDocument/2006/relationships/image" Target="NULL"/><Relationship Id="rId113" Type="http://schemas.openxmlformats.org/officeDocument/2006/relationships/image" Target="NULL"/><Relationship Id="rId134" Type="http://schemas.openxmlformats.org/officeDocument/2006/relationships/customXml" Target="../ink/ink300.xml"/><Relationship Id="rId320" Type="http://schemas.openxmlformats.org/officeDocument/2006/relationships/customXml" Target="../ink/ink394.xml"/><Relationship Id="rId80" Type="http://schemas.openxmlformats.org/officeDocument/2006/relationships/customXml" Target="../ink/ink273.xml"/><Relationship Id="rId155" Type="http://schemas.openxmlformats.org/officeDocument/2006/relationships/image" Target="NULL"/><Relationship Id="rId176" Type="http://schemas.openxmlformats.org/officeDocument/2006/relationships/customXml" Target="../ink/ink321.xml"/><Relationship Id="rId197" Type="http://schemas.openxmlformats.org/officeDocument/2006/relationships/image" Target="NULL"/><Relationship Id="rId341" Type="http://schemas.openxmlformats.org/officeDocument/2006/relationships/image" Target="NULL"/><Relationship Id="rId201" Type="http://schemas.openxmlformats.org/officeDocument/2006/relationships/image" Target="NULL"/><Relationship Id="rId222" Type="http://schemas.openxmlformats.org/officeDocument/2006/relationships/customXml" Target="../ink/ink344.xml"/><Relationship Id="rId243" Type="http://schemas.openxmlformats.org/officeDocument/2006/relationships/customXml" Target="../ink/ink355.xml"/><Relationship Id="rId264" Type="http://schemas.openxmlformats.org/officeDocument/2006/relationships/image" Target="NULL"/><Relationship Id="rId285" Type="http://schemas.openxmlformats.org/officeDocument/2006/relationships/customXml" Target="../ink/ink376.xml"/><Relationship Id="rId17" Type="http://schemas.openxmlformats.org/officeDocument/2006/relationships/image" Target="NULL"/><Relationship Id="rId38" Type="http://schemas.openxmlformats.org/officeDocument/2006/relationships/customXml" Target="../ink/ink252.xml"/><Relationship Id="rId59" Type="http://schemas.openxmlformats.org/officeDocument/2006/relationships/image" Target="NULL"/><Relationship Id="rId103" Type="http://schemas.openxmlformats.org/officeDocument/2006/relationships/image" Target="NULL"/><Relationship Id="rId124" Type="http://schemas.openxmlformats.org/officeDocument/2006/relationships/customXml" Target="../ink/ink295.xml"/><Relationship Id="rId310" Type="http://schemas.openxmlformats.org/officeDocument/2006/relationships/customXml" Target="../ink/ink389.xml"/><Relationship Id="rId70" Type="http://schemas.openxmlformats.org/officeDocument/2006/relationships/customXml" Target="../ink/ink268.xml"/><Relationship Id="rId91" Type="http://schemas.openxmlformats.org/officeDocument/2006/relationships/image" Target="NULL"/><Relationship Id="rId145" Type="http://schemas.openxmlformats.org/officeDocument/2006/relationships/image" Target="NULL"/><Relationship Id="rId166" Type="http://schemas.openxmlformats.org/officeDocument/2006/relationships/customXml" Target="../ink/ink316.xml"/><Relationship Id="rId187" Type="http://schemas.openxmlformats.org/officeDocument/2006/relationships/image" Target="NULL"/><Relationship Id="rId331" Type="http://schemas.openxmlformats.org/officeDocument/2006/relationships/image" Target="NUL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339.xml"/><Relationship Id="rId233" Type="http://schemas.openxmlformats.org/officeDocument/2006/relationships/image" Target="NULL"/><Relationship Id="rId254" Type="http://schemas.openxmlformats.org/officeDocument/2006/relationships/image" Target="NULL"/><Relationship Id="rId28" Type="http://schemas.openxmlformats.org/officeDocument/2006/relationships/customXml" Target="../ink/ink247.xml"/><Relationship Id="rId49" Type="http://schemas.openxmlformats.org/officeDocument/2006/relationships/image" Target="NULL"/><Relationship Id="rId114" Type="http://schemas.openxmlformats.org/officeDocument/2006/relationships/customXml" Target="../ink/ink290.xml"/><Relationship Id="rId275" Type="http://schemas.openxmlformats.org/officeDocument/2006/relationships/customXml" Target="../ink/ink371.xml"/><Relationship Id="rId296" Type="http://schemas.openxmlformats.org/officeDocument/2006/relationships/image" Target="NULL"/><Relationship Id="rId300" Type="http://schemas.openxmlformats.org/officeDocument/2006/relationships/image" Target="NULL"/><Relationship Id="rId60" Type="http://schemas.openxmlformats.org/officeDocument/2006/relationships/customXml" Target="../ink/ink263.xml"/><Relationship Id="rId81" Type="http://schemas.openxmlformats.org/officeDocument/2006/relationships/image" Target="NULL"/><Relationship Id="rId135" Type="http://schemas.openxmlformats.org/officeDocument/2006/relationships/image" Target="NULL"/><Relationship Id="rId156" Type="http://schemas.openxmlformats.org/officeDocument/2006/relationships/customXml" Target="../ink/ink311.xml"/><Relationship Id="rId177" Type="http://schemas.openxmlformats.org/officeDocument/2006/relationships/image" Target="NULL"/><Relationship Id="rId198" Type="http://schemas.openxmlformats.org/officeDocument/2006/relationships/customXml" Target="../ink/ink332.xml"/><Relationship Id="rId321" Type="http://schemas.openxmlformats.org/officeDocument/2006/relationships/image" Target="NULL"/><Relationship Id="rId342" Type="http://schemas.openxmlformats.org/officeDocument/2006/relationships/customXml" Target="../ink/ink405.xml"/><Relationship Id="rId202" Type="http://schemas.openxmlformats.org/officeDocument/2006/relationships/customXml" Target="../ink/ink334.xml"/><Relationship Id="rId223" Type="http://schemas.openxmlformats.org/officeDocument/2006/relationships/image" Target="NULL"/><Relationship Id="rId244" Type="http://schemas.openxmlformats.org/officeDocument/2006/relationships/image" Target="NULL"/><Relationship Id="rId18" Type="http://schemas.openxmlformats.org/officeDocument/2006/relationships/customXml" Target="../ink/ink242.xml"/><Relationship Id="rId39" Type="http://schemas.openxmlformats.org/officeDocument/2006/relationships/image" Target="NULL"/><Relationship Id="rId265" Type="http://schemas.openxmlformats.org/officeDocument/2006/relationships/customXml" Target="../ink/ink366.xml"/><Relationship Id="rId286" Type="http://schemas.openxmlformats.org/officeDocument/2006/relationships/image" Target="NULL"/><Relationship Id="rId50" Type="http://schemas.openxmlformats.org/officeDocument/2006/relationships/customXml" Target="../ink/ink258.xml"/><Relationship Id="rId104" Type="http://schemas.openxmlformats.org/officeDocument/2006/relationships/customXml" Target="../ink/ink285.xml"/><Relationship Id="rId125" Type="http://schemas.openxmlformats.org/officeDocument/2006/relationships/image" Target="NULL"/><Relationship Id="rId146" Type="http://schemas.openxmlformats.org/officeDocument/2006/relationships/customXml" Target="../ink/ink306.xml"/><Relationship Id="rId167" Type="http://schemas.openxmlformats.org/officeDocument/2006/relationships/image" Target="NULL"/><Relationship Id="rId188" Type="http://schemas.openxmlformats.org/officeDocument/2006/relationships/customXml" Target="../ink/ink327.xml"/><Relationship Id="rId311" Type="http://schemas.openxmlformats.org/officeDocument/2006/relationships/image" Target="NULL"/><Relationship Id="rId332" Type="http://schemas.openxmlformats.org/officeDocument/2006/relationships/customXml" Target="../ink/ink400.xml"/><Relationship Id="rId71" Type="http://schemas.openxmlformats.org/officeDocument/2006/relationships/image" Target="NULL"/><Relationship Id="rId92" Type="http://schemas.openxmlformats.org/officeDocument/2006/relationships/customXml" Target="../ink/ink279.xml"/><Relationship Id="rId213" Type="http://schemas.openxmlformats.org/officeDocument/2006/relationships/image" Target="NULL"/><Relationship Id="rId234" Type="http://schemas.openxmlformats.org/officeDocument/2006/relationships/customXml" Target="../ink/ink350.xml"/><Relationship Id="rId2" Type="http://schemas.openxmlformats.org/officeDocument/2006/relationships/customXml" Target="../ink/ink234.xml"/><Relationship Id="rId29" Type="http://schemas.openxmlformats.org/officeDocument/2006/relationships/image" Target="NULL"/><Relationship Id="rId255" Type="http://schemas.openxmlformats.org/officeDocument/2006/relationships/customXml" Target="../ink/ink361.xml"/><Relationship Id="rId276" Type="http://schemas.openxmlformats.org/officeDocument/2006/relationships/image" Target="NULL"/><Relationship Id="rId297" Type="http://schemas.openxmlformats.org/officeDocument/2006/relationships/customXml" Target="../ink/ink382.xml"/><Relationship Id="rId40" Type="http://schemas.openxmlformats.org/officeDocument/2006/relationships/customXml" Target="../ink/ink253.xml"/><Relationship Id="rId115" Type="http://schemas.openxmlformats.org/officeDocument/2006/relationships/image" Target="NULL"/><Relationship Id="rId136" Type="http://schemas.openxmlformats.org/officeDocument/2006/relationships/customXml" Target="../ink/ink301.xml"/><Relationship Id="rId157" Type="http://schemas.openxmlformats.org/officeDocument/2006/relationships/image" Target="NULL"/><Relationship Id="rId178" Type="http://schemas.openxmlformats.org/officeDocument/2006/relationships/customXml" Target="../ink/ink322.xml"/><Relationship Id="rId301" Type="http://schemas.openxmlformats.org/officeDocument/2006/relationships/customXml" Target="../ink/ink384.xml"/><Relationship Id="rId322" Type="http://schemas.openxmlformats.org/officeDocument/2006/relationships/customXml" Target="../ink/ink395.xml"/><Relationship Id="rId343" Type="http://schemas.openxmlformats.org/officeDocument/2006/relationships/image" Target="NULL"/><Relationship Id="rId61" Type="http://schemas.openxmlformats.org/officeDocument/2006/relationships/image" Target="NULL"/><Relationship Id="rId82" Type="http://schemas.openxmlformats.org/officeDocument/2006/relationships/customXml" Target="../ink/ink274.xml"/><Relationship Id="rId199" Type="http://schemas.openxmlformats.org/officeDocument/2006/relationships/image" Target="NULL"/><Relationship Id="rId203" Type="http://schemas.openxmlformats.org/officeDocument/2006/relationships/image" Target="NULL"/><Relationship Id="rId19" Type="http://schemas.openxmlformats.org/officeDocument/2006/relationships/image" Target="NULL"/><Relationship Id="rId224" Type="http://schemas.openxmlformats.org/officeDocument/2006/relationships/customXml" Target="../ink/ink345.xml"/><Relationship Id="rId245" Type="http://schemas.openxmlformats.org/officeDocument/2006/relationships/customXml" Target="../ink/ink356.xml"/><Relationship Id="rId266" Type="http://schemas.openxmlformats.org/officeDocument/2006/relationships/image" Target="NULL"/><Relationship Id="rId287" Type="http://schemas.openxmlformats.org/officeDocument/2006/relationships/customXml" Target="../ink/ink377.xml"/><Relationship Id="rId30" Type="http://schemas.openxmlformats.org/officeDocument/2006/relationships/customXml" Target="../ink/ink248.xml"/><Relationship Id="rId105" Type="http://schemas.openxmlformats.org/officeDocument/2006/relationships/image" Target="NULL"/><Relationship Id="rId126" Type="http://schemas.openxmlformats.org/officeDocument/2006/relationships/customXml" Target="../ink/ink296.xml"/><Relationship Id="rId147" Type="http://schemas.openxmlformats.org/officeDocument/2006/relationships/image" Target="NULL"/><Relationship Id="rId168" Type="http://schemas.openxmlformats.org/officeDocument/2006/relationships/customXml" Target="../ink/ink317.xml"/><Relationship Id="rId312" Type="http://schemas.openxmlformats.org/officeDocument/2006/relationships/customXml" Target="../ink/ink390.xml"/><Relationship Id="rId333" Type="http://schemas.openxmlformats.org/officeDocument/2006/relationships/image" Target="NULL"/><Relationship Id="rId51" Type="http://schemas.openxmlformats.org/officeDocument/2006/relationships/image" Target="NULL"/><Relationship Id="rId72" Type="http://schemas.openxmlformats.org/officeDocument/2006/relationships/customXml" Target="../ink/ink269.xml"/><Relationship Id="rId93" Type="http://schemas.openxmlformats.org/officeDocument/2006/relationships/image" Target="NULL"/><Relationship Id="rId189" Type="http://schemas.openxmlformats.org/officeDocument/2006/relationships/image" Target="NULL"/><Relationship Id="rId3" Type="http://schemas.openxmlformats.org/officeDocument/2006/relationships/image" Target="NULL"/><Relationship Id="rId214" Type="http://schemas.openxmlformats.org/officeDocument/2006/relationships/customXml" Target="../ink/ink340.xml"/><Relationship Id="rId235" Type="http://schemas.openxmlformats.org/officeDocument/2006/relationships/image" Target="NULL"/><Relationship Id="rId256" Type="http://schemas.openxmlformats.org/officeDocument/2006/relationships/image" Target="NULL"/><Relationship Id="rId277" Type="http://schemas.openxmlformats.org/officeDocument/2006/relationships/customXml" Target="../ink/ink372.xml"/><Relationship Id="rId298" Type="http://schemas.openxmlformats.org/officeDocument/2006/relationships/image" Target="NULL"/><Relationship Id="rId116" Type="http://schemas.openxmlformats.org/officeDocument/2006/relationships/customXml" Target="../ink/ink291.xml"/><Relationship Id="rId137" Type="http://schemas.openxmlformats.org/officeDocument/2006/relationships/image" Target="NULL"/><Relationship Id="rId158" Type="http://schemas.openxmlformats.org/officeDocument/2006/relationships/customXml" Target="../ink/ink312.xml"/><Relationship Id="rId302" Type="http://schemas.openxmlformats.org/officeDocument/2006/relationships/image" Target="NULL"/><Relationship Id="rId323" Type="http://schemas.openxmlformats.org/officeDocument/2006/relationships/image" Target="NULL"/><Relationship Id="rId20" Type="http://schemas.openxmlformats.org/officeDocument/2006/relationships/customXml" Target="../ink/ink243.xml"/><Relationship Id="rId41" Type="http://schemas.openxmlformats.org/officeDocument/2006/relationships/image" Target="NULL"/><Relationship Id="rId62" Type="http://schemas.openxmlformats.org/officeDocument/2006/relationships/customXml" Target="../ink/ink264.xml"/><Relationship Id="rId83" Type="http://schemas.openxmlformats.org/officeDocument/2006/relationships/image" Target="NULL"/><Relationship Id="rId179" Type="http://schemas.openxmlformats.org/officeDocument/2006/relationships/image" Target="NULL"/><Relationship Id="rId190" Type="http://schemas.openxmlformats.org/officeDocument/2006/relationships/customXml" Target="../ink/ink328.xml"/><Relationship Id="rId204" Type="http://schemas.openxmlformats.org/officeDocument/2006/relationships/customXml" Target="../ink/ink335.xml"/><Relationship Id="rId225" Type="http://schemas.openxmlformats.org/officeDocument/2006/relationships/image" Target="NULL"/><Relationship Id="rId246" Type="http://schemas.openxmlformats.org/officeDocument/2006/relationships/image" Target="NULL"/><Relationship Id="rId267" Type="http://schemas.openxmlformats.org/officeDocument/2006/relationships/customXml" Target="../ink/ink367.xml"/><Relationship Id="rId288" Type="http://schemas.openxmlformats.org/officeDocument/2006/relationships/image" Target="NULL"/><Relationship Id="rId106" Type="http://schemas.openxmlformats.org/officeDocument/2006/relationships/customXml" Target="../ink/ink286.xml"/><Relationship Id="rId127" Type="http://schemas.openxmlformats.org/officeDocument/2006/relationships/image" Target="NULL"/><Relationship Id="rId313" Type="http://schemas.openxmlformats.org/officeDocument/2006/relationships/image" Target="NULL"/><Relationship Id="rId10" Type="http://schemas.openxmlformats.org/officeDocument/2006/relationships/customXml" Target="../ink/ink238.xml"/><Relationship Id="rId31" Type="http://schemas.openxmlformats.org/officeDocument/2006/relationships/image" Target="NULL"/><Relationship Id="rId52" Type="http://schemas.openxmlformats.org/officeDocument/2006/relationships/customXml" Target="../ink/ink259.xml"/><Relationship Id="rId73" Type="http://schemas.openxmlformats.org/officeDocument/2006/relationships/image" Target="NULL"/><Relationship Id="rId94" Type="http://schemas.openxmlformats.org/officeDocument/2006/relationships/customXml" Target="../ink/ink280.xml"/><Relationship Id="rId148" Type="http://schemas.openxmlformats.org/officeDocument/2006/relationships/customXml" Target="../ink/ink307.xml"/><Relationship Id="rId169" Type="http://schemas.openxmlformats.org/officeDocument/2006/relationships/image" Target="NULL"/><Relationship Id="rId334" Type="http://schemas.openxmlformats.org/officeDocument/2006/relationships/customXml" Target="../ink/ink401.xml"/><Relationship Id="rId4" Type="http://schemas.openxmlformats.org/officeDocument/2006/relationships/customXml" Target="../ink/ink235.xml"/><Relationship Id="rId180" Type="http://schemas.openxmlformats.org/officeDocument/2006/relationships/customXml" Target="../ink/ink323.xml"/><Relationship Id="rId215" Type="http://schemas.openxmlformats.org/officeDocument/2006/relationships/image" Target="NULL"/><Relationship Id="rId236" Type="http://schemas.openxmlformats.org/officeDocument/2006/relationships/customXml" Target="../ink/ink351.xml"/><Relationship Id="rId257" Type="http://schemas.openxmlformats.org/officeDocument/2006/relationships/customXml" Target="../ink/ink362.xml"/><Relationship Id="rId278" Type="http://schemas.openxmlformats.org/officeDocument/2006/relationships/image" Target="NULL"/><Relationship Id="rId303" Type="http://schemas.openxmlformats.org/officeDocument/2006/relationships/customXml" Target="../ink/ink385.xml"/><Relationship Id="rId42" Type="http://schemas.openxmlformats.org/officeDocument/2006/relationships/customXml" Target="../ink/ink254.xml"/><Relationship Id="rId84" Type="http://schemas.openxmlformats.org/officeDocument/2006/relationships/customXml" Target="../ink/ink275.xml"/><Relationship Id="rId138" Type="http://schemas.openxmlformats.org/officeDocument/2006/relationships/customXml" Target="../ink/ink302.xml"/><Relationship Id="rId191" Type="http://schemas.openxmlformats.org/officeDocument/2006/relationships/image" Target="NULL"/><Relationship Id="rId205" Type="http://schemas.openxmlformats.org/officeDocument/2006/relationships/image" Target="NULL"/><Relationship Id="rId247" Type="http://schemas.openxmlformats.org/officeDocument/2006/relationships/customXml" Target="../ink/ink357.xml"/><Relationship Id="rId107" Type="http://schemas.openxmlformats.org/officeDocument/2006/relationships/image" Target="NULL"/><Relationship Id="rId289" Type="http://schemas.openxmlformats.org/officeDocument/2006/relationships/customXml" Target="../ink/ink378.xml"/><Relationship Id="rId11" Type="http://schemas.openxmlformats.org/officeDocument/2006/relationships/image" Target="NULL"/><Relationship Id="rId53" Type="http://schemas.openxmlformats.org/officeDocument/2006/relationships/image" Target="NULL"/><Relationship Id="rId149" Type="http://schemas.openxmlformats.org/officeDocument/2006/relationships/image" Target="NULL"/><Relationship Id="rId314" Type="http://schemas.openxmlformats.org/officeDocument/2006/relationships/customXml" Target="../ink/ink391.xml"/><Relationship Id="rId95" Type="http://schemas.openxmlformats.org/officeDocument/2006/relationships/image" Target="NULL"/><Relationship Id="rId160" Type="http://schemas.openxmlformats.org/officeDocument/2006/relationships/customXml" Target="../ink/ink313.xml"/><Relationship Id="rId216" Type="http://schemas.openxmlformats.org/officeDocument/2006/relationships/customXml" Target="../ink/ink341.xml"/><Relationship Id="rId258" Type="http://schemas.openxmlformats.org/officeDocument/2006/relationships/image" Target="NULL"/><Relationship Id="rId22" Type="http://schemas.openxmlformats.org/officeDocument/2006/relationships/customXml" Target="../ink/ink244.xml"/><Relationship Id="rId64" Type="http://schemas.openxmlformats.org/officeDocument/2006/relationships/customXml" Target="../ink/ink265.xml"/><Relationship Id="rId118" Type="http://schemas.openxmlformats.org/officeDocument/2006/relationships/customXml" Target="../ink/ink292.xml"/><Relationship Id="rId325" Type="http://schemas.openxmlformats.org/officeDocument/2006/relationships/image" Target="NULL"/><Relationship Id="rId171" Type="http://schemas.openxmlformats.org/officeDocument/2006/relationships/image" Target="NULL"/><Relationship Id="rId227" Type="http://schemas.openxmlformats.org/officeDocument/2006/relationships/image" Target="NULL"/><Relationship Id="rId269" Type="http://schemas.openxmlformats.org/officeDocument/2006/relationships/customXml" Target="../ink/ink368.xml"/><Relationship Id="rId33" Type="http://schemas.openxmlformats.org/officeDocument/2006/relationships/image" Target="NULL"/><Relationship Id="rId129" Type="http://schemas.openxmlformats.org/officeDocument/2006/relationships/image" Target="NULL"/><Relationship Id="rId280" Type="http://schemas.openxmlformats.org/officeDocument/2006/relationships/image" Target="NULL"/><Relationship Id="rId336" Type="http://schemas.openxmlformats.org/officeDocument/2006/relationships/customXml" Target="../ink/ink402.xml"/><Relationship Id="rId75" Type="http://schemas.openxmlformats.org/officeDocument/2006/relationships/image" Target="NULL"/><Relationship Id="rId140" Type="http://schemas.openxmlformats.org/officeDocument/2006/relationships/customXml" Target="../ink/ink303.xml"/><Relationship Id="rId182" Type="http://schemas.openxmlformats.org/officeDocument/2006/relationships/customXml" Target="../ink/ink324.xml"/><Relationship Id="rId6" Type="http://schemas.openxmlformats.org/officeDocument/2006/relationships/customXml" Target="../ink/ink236.xml"/><Relationship Id="rId238" Type="http://schemas.openxmlformats.org/officeDocument/2006/relationships/customXml" Target="../ink/ink352.xml"/><Relationship Id="rId291" Type="http://schemas.openxmlformats.org/officeDocument/2006/relationships/customXml" Target="../ink/ink379.xml"/><Relationship Id="rId305" Type="http://schemas.openxmlformats.org/officeDocument/2006/relationships/customXml" Target="../ink/ink386.xml"/><Relationship Id="rId44" Type="http://schemas.openxmlformats.org/officeDocument/2006/relationships/customXml" Target="../ink/ink255.xml"/><Relationship Id="rId86" Type="http://schemas.openxmlformats.org/officeDocument/2006/relationships/customXml" Target="../ink/ink276.xml"/><Relationship Id="rId151" Type="http://schemas.openxmlformats.org/officeDocument/2006/relationships/image" Target="NULL"/><Relationship Id="rId193" Type="http://schemas.openxmlformats.org/officeDocument/2006/relationships/image" Target="NULL"/><Relationship Id="rId207" Type="http://schemas.openxmlformats.org/officeDocument/2006/relationships/image" Target="NULL"/><Relationship Id="rId249" Type="http://schemas.openxmlformats.org/officeDocument/2006/relationships/customXml" Target="../ink/ink358.xml"/><Relationship Id="rId13" Type="http://schemas.openxmlformats.org/officeDocument/2006/relationships/image" Target="NULL"/><Relationship Id="rId109" Type="http://schemas.openxmlformats.org/officeDocument/2006/relationships/image" Target="NULL"/><Relationship Id="rId260" Type="http://schemas.openxmlformats.org/officeDocument/2006/relationships/image" Target="NULL"/><Relationship Id="rId316" Type="http://schemas.openxmlformats.org/officeDocument/2006/relationships/customXml" Target="../ink/ink392.xml"/><Relationship Id="rId55" Type="http://schemas.openxmlformats.org/officeDocument/2006/relationships/image" Target="NULL"/><Relationship Id="rId97" Type="http://schemas.openxmlformats.org/officeDocument/2006/relationships/image" Target="NULL"/><Relationship Id="rId120" Type="http://schemas.openxmlformats.org/officeDocument/2006/relationships/customXml" Target="../ink/ink293.xml"/><Relationship Id="rId162" Type="http://schemas.openxmlformats.org/officeDocument/2006/relationships/customXml" Target="../ink/ink314.xml"/><Relationship Id="rId218" Type="http://schemas.openxmlformats.org/officeDocument/2006/relationships/customXml" Target="../ink/ink342.xml"/><Relationship Id="rId271" Type="http://schemas.openxmlformats.org/officeDocument/2006/relationships/customXml" Target="../ink/ink369.xml"/><Relationship Id="rId24" Type="http://schemas.openxmlformats.org/officeDocument/2006/relationships/customXml" Target="../ink/ink245.xml"/><Relationship Id="rId66" Type="http://schemas.openxmlformats.org/officeDocument/2006/relationships/customXml" Target="../ink/ink266.xml"/><Relationship Id="rId131" Type="http://schemas.openxmlformats.org/officeDocument/2006/relationships/image" Target="NULL"/><Relationship Id="rId327" Type="http://schemas.openxmlformats.org/officeDocument/2006/relationships/image" Target="NULL"/><Relationship Id="rId173" Type="http://schemas.openxmlformats.org/officeDocument/2006/relationships/image" Target="NULL"/><Relationship Id="rId229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NULL"/><Relationship Id="rId299" Type="http://schemas.openxmlformats.org/officeDocument/2006/relationships/image" Target="NULL"/><Relationship Id="rId21" Type="http://schemas.openxmlformats.org/officeDocument/2006/relationships/image" Target="NULL"/><Relationship Id="rId63" Type="http://schemas.openxmlformats.org/officeDocument/2006/relationships/image" Target="NULL"/><Relationship Id="rId159" Type="http://schemas.openxmlformats.org/officeDocument/2006/relationships/image" Target="NULL"/><Relationship Id="rId324" Type="http://schemas.openxmlformats.org/officeDocument/2006/relationships/customXml" Target="../ink/ink567.xml"/><Relationship Id="rId366" Type="http://schemas.openxmlformats.org/officeDocument/2006/relationships/image" Target="NULL"/><Relationship Id="rId170" Type="http://schemas.openxmlformats.org/officeDocument/2006/relationships/customXml" Target="../ink/ink490.xml"/><Relationship Id="rId226" Type="http://schemas.openxmlformats.org/officeDocument/2006/relationships/customXml" Target="../ink/ink518.xml"/><Relationship Id="rId433" Type="http://schemas.openxmlformats.org/officeDocument/2006/relationships/customXml" Target="../ink/ink622.xml"/><Relationship Id="rId268" Type="http://schemas.openxmlformats.org/officeDocument/2006/relationships/customXml" Target="../ink/ink539.xml"/><Relationship Id="rId32" Type="http://schemas.openxmlformats.org/officeDocument/2006/relationships/customXml" Target="../ink/ink421.xml"/><Relationship Id="rId74" Type="http://schemas.openxmlformats.org/officeDocument/2006/relationships/customXml" Target="../ink/ink442.xml"/><Relationship Id="rId128" Type="http://schemas.openxmlformats.org/officeDocument/2006/relationships/customXml" Target="../ink/ink469.xml"/><Relationship Id="rId335" Type="http://schemas.openxmlformats.org/officeDocument/2006/relationships/customXml" Target="../ink/ink573.xml"/><Relationship Id="rId377" Type="http://schemas.openxmlformats.org/officeDocument/2006/relationships/customXml" Target="../ink/ink594.xml"/><Relationship Id="rId5" Type="http://schemas.openxmlformats.org/officeDocument/2006/relationships/image" Target="NULL"/><Relationship Id="rId181" Type="http://schemas.openxmlformats.org/officeDocument/2006/relationships/image" Target="NULL"/><Relationship Id="rId237" Type="http://schemas.openxmlformats.org/officeDocument/2006/relationships/image" Target="NULL"/><Relationship Id="rId402" Type="http://schemas.openxmlformats.org/officeDocument/2006/relationships/image" Target="NULL"/><Relationship Id="rId279" Type="http://schemas.openxmlformats.org/officeDocument/2006/relationships/image" Target="NULL"/><Relationship Id="rId444" Type="http://schemas.openxmlformats.org/officeDocument/2006/relationships/image" Target="NULL"/><Relationship Id="rId43" Type="http://schemas.openxmlformats.org/officeDocument/2006/relationships/image" Target="NULL"/><Relationship Id="rId139" Type="http://schemas.openxmlformats.org/officeDocument/2006/relationships/image" Target="NULL"/><Relationship Id="rId290" Type="http://schemas.openxmlformats.org/officeDocument/2006/relationships/customXml" Target="../ink/ink550.xml"/><Relationship Id="rId304" Type="http://schemas.openxmlformats.org/officeDocument/2006/relationships/customXml" Target="../ink/ink557.xml"/><Relationship Id="rId346" Type="http://schemas.openxmlformats.org/officeDocument/2006/relationships/image" Target="NULL"/><Relationship Id="rId388" Type="http://schemas.openxmlformats.org/officeDocument/2006/relationships/image" Target="NULL"/><Relationship Id="rId85" Type="http://schemas.openxmlformats.org/officeDocument/2006/relationships/image" Target="NULL"/><Relationship Id="rId150" Type="http://schemas.openxmlformats.org/officeDocument/2006/relationships/customXml" Target="../ink/ink480.xml"/><Relationship Id="rId192" Type="http://schemas.openxmlformats.org/officeDocument/2006/relationships/customXml" Target="../ink/ink501.xml"/><Relationship Id="rId206" Type="http://schemas.openxmlformats.org/officeDocument/2006/relationships/customXml" Target="../ink/ink508.xml"/><Relationship Id="rId413" Type="http://schemas.openxmlformats.org/officeDocument/2006/relationships/customXml" Target="../ink/ink612.xml"/><Relationship Id="rId248" Type="http://schemas.openxmlformats.org/officeDocument/2006/relationships/customXml" Target="../ink/ink529.xml"/><Relationship Id="rId455" Type="http://schemas.openxmlformats.org/officeDocument/2006/relationships/customXml" Target="../ink/ink633.xml"/><Relationship Id="rId12" Type="http://schemas.openxmlformats.org/officeDocument/2006/relationships/customXml" Target="../ink/ink411.xml"/><Relationship Id="rId108" Type="http://schemas.openxmlformats.org/officeDocument/2006/relationships/customXml" Target="../ink/ink459.xml"/><Relationship Id="rId315" Type="http://schemas.openxmlformats.org/officeDocument/2006/relationships/image" Target="NULL"/><Relationship Id="rId357" Type="http://schemas.openxmlformats.org/officeDocument/2006/relationships/customXml" Target="../ink/ink584.xml"/><Relationship Id="rId54" Type="http://schemas.openxmlformats.org/officeDocument/2006/relationships/customXml" Target="../ink/ink432.xml"/><Relationship Id="rId96" Type="http://schemas.openxmlformats.org/officeDocument/2006/relationships/customXml" Target="../ink/ink453.xml"/><Relationship Id="rId161" Type="http://schemas.openxmlformats.org/officeDocument/2006/relationships/image" Target="NULL"/><Relationship Id="rId217" Type="http://schemas.openxmlformats.org/officeDocument/2006/relationships/image" Target="NULL"/><Relationship Id="rId399" Type="http://schemas.openxmlformats.org/officeDocument/2006/relationships/customXml" Target="../ink/ink605.xml"/><Relationship Id="rId259" Type="http://schemas.openxmlformats.org/officeDocument/2006/relationships/image" Target="NULL"/><Relationship Id="rId424" Type="http://schemas.openxmlformats.org/officeDocument/2006/relationships/image" Target="NULL"/><Relationship Id="rId23" Type="http://schemas.openxmlformats.org/officeDocument/2006/relationships/image" Target="NULL"/><Relationship Id="rId119" Type="http://schemas.openxmlformats.org/officeDocument/2006/relationships/image" Target="NULL"/><Relationship Id="rId270" Type="http://schemas.openxmlformats.org/officeDocument/2006/relationships/customXml" Target="../ink/ink540.xml"/><Relationship Id="rId326" Type="http://schemas.openxmlformats.org/officeDocument/2006/relationships/customXml" Target="../ink/ink568.xml"/><Relationship Id="rId65" Type="http://schemas.openxmlformats.org/officeDocument/2006/relationships/image" Target="NULL"/><Relationship Id="rId130" Type="http://schemas.openxmlformats.org/officeDocument/2006/relationships/customXml" Target="../ink/ink470.xml"/><Relationship Id="rId368" Type="http://schemas.openxmlformats.org/officeDocument/2006/relationships/image" Target="NULL"/><Relationship Id="rId172" Type="http://schemas.openxmlformats.org/officeDocument/2006/relationships/customXml" Target="../ink/ink491.xml"/><Relationship Id="rId228" Type="http://schemas.openxmlformats.org/officeDocument/2006/relationships/customXml" Target="../ink/ink519.xml"/><Relationship Id="rId435" Type="http://schemas.openxmlformats.org/officeDocument/2006/relationships/customXml" Target="../ink/ink623.xml"/><Relationship Id="rId281" Type="http://schemas.openxmlformats.org/officeDocument/2006/relationships/image" Target="NULL"/><Relationship Id="rId337" Type="http://schemas.openxmlformats.org/officeDocument/2006/relationships/customXml" Target="../ink/ink574.xml"/><Relationship Id="rId34" Type="http://schemas.openxmlformats.org/officeDocument/2006/relationships/customXml" Target="../ink/ink422.xml"/><Relationship Id="rId76" Type="http://schemas.openxmlformats.org/officeDocument/2006/relationships/customXml" Target="../ink/ink443.xml"/><Relationship Id="rId141" Type="http://schemas.openxmlformats.org/officeDocument/2006/relationships/image" Target="NULL"/><Relationship Id="rId379" Type="http://schemas.openxmlformats.org/officeDocument/2006/relationships/customXml" Target="../ink/ink595.xml"/><Relationship Id="rId7" Type="http://schemas.openxmlformats.org/officeDocument/2006/relationships/image" Target="NULL"/><Relationship Id="rId183" Type="http://schemas.openxmlformats.org/officeDocument/2006/relationships/image" Target="NULL"/><Relationship Id="rId239" Type="http://schemas.openxmlformats.org/officeDocument/2006/relationships/image" Target="NULL"/><Relationship Id="rId390" Type="http://schemas.openxmlformats.org/officeDocument/2006/relationships/image" Target="NULL"/><Relationship Id="rId404" Type="http://schemas.openxmlformats.org/officeDocument/2006/relationships/image" Target="NULL"/><Relationship Id="rId446" Type="http://schemas.openxmlformats.org/officeDocument/2006/relationships/image" Target="NULL"/><Relationship Id="rId250" Type="http://schemas.openxmlformats.org/officeDocument/2006/relationships/customXml" Target="../ink/ink530.xml"/><Relationship Id="rId292" Type="http://schemas.openxmlformats.org/officeDocument/2006/relationships/customXml" Target="../ink/ink551.xml"/><Relationship Id="rId306" Type="http://schemas.openxmlformats.org/officeDocument/2006/relationships/customXml" Target="../ink/ink558.xml"/><Relationship Id="rId45" Type="http://schemas.openxmlformats.org/officeDocument/2006/relationships/image" Target="NULL"/><Relationship Id="rId87" Type="http://schemas.openxmlformats.org/officeDocument/2006/relationships/image" Target="NULL"/><Relationship Id="rId110" Type="http://schemas.openxmlformats.org/officeDocument/2006/relationships/customXml" Target="../ink/ink460.xml"/><Relationship Id="rId348" Type="http://schemas.openxmlformats.org/officeDocument/2006/relationships/image" Target="NULL"/><Relationship Id="rId152" Type="http://schemas.openxmlformats.org/officeDocument/2006/relationships/customXml" Target="../ink/ink481.xml"/><Relationship Id="rId194" Type="http://schemas.openxmlformats.org/officeDocument/2006/relationships/customXml" Target="../ink/ink502.xml"/><Relationship Id="rId208" Type="http://schemas.openxmlformats.org/officeDocument/2006/relationships/customXml" Target="../ink/ink509.xml"/><Relationship Id="rId415" Type="http://schemas.openxmlformats.org/officeDocument/2006/relationships/customXml" Target="../ink/ink613.xml"/><Relationship Id="rId457" Type="http://schemas.openxmlformats.org/officeDocument/2006/relationships/customXml" Target="../ink/ink634.xml"/><Relationship Id="rId261" Type="http://schemas.openxmlformats.org/officeDocument/2006/relationships/image" Target="NULL"/><Relationship Id="rId14" Type="http://schemas.openxmlformats.org/officeDocument/2006/relationships/customXml" Target="../ink/ink412.xml"/><Relationship Id="rId56" Type="http://schemas.openxmlformats.org/officeDocument/2006/relationships/customXml" Target="../ink/ink433.xml"/><Relationship Id="rId317" Type="http://schemas.openxmlformats.org/officeDocument/2006/relationships/image" Target="NULL"/><Relationship Id="rId359" Type="http://schemas.openxmlformats.org/officeDocument/2006/relationships/customXml" Target="../ink/ink585.xml"/><Relationship Id="rId98" Type="http://schemas.openxmlformats.org/officeDocument/2006/relationships/customXml" Target="../ink/ink454.xml"/><Relationship Id="rId121" Type="http://schemas.openxmlformats.org/officeDocument/2006/relationships/image" Target="NULL"/><Relationship Id="rId163" Type="http://schemas.openxmlformats.org/officeDocument/2006/relationships/image" Target="NULL"/><Relationship Id="rId219" Type="http://schemas.openxmlformats.org/officeDocument/2006/relationships/image" Target="NULL"/><Relationship Id="rId370" Type="http://schemas.openxmlformats.org/officeDocument/2006/relationships/image" Target="NULL"/><Relationship Id="rId426" Type="http://schemas.openxmlformats.org/officeDocument/2006/relationships/image" Target="NULL"/><Relationship Id="rId230" Type="http://schemas.openxmlformats.org/officeDocument/2006/relationships/customXml" Target="../ink/ink520.xml"/><Relationship Id="rId25" Type="http://schemas.openxmlformats.org/officeDocument/2006/relationships/image" Target="NULL"/><Relationship Id="rId67" Type="http://schemas.openxmlformats.org/officeDocument/2006/relationships/image" Target="NULL"/><Relationship Id="rId272" Type="http://schemas.openxmlformats.org/officeDocument/2006/relationships/customXml" Target="../ink/ink541.xml"/><Relationship Id="rId328" Type="http://schemas.openxmlformats.org/officeDocument/2006/relationships/customXml" Target="../ink/ink569.xml"/><Relationship Id="rId132" Type="http://schemas.openxmlformats.org/officeDocument/2006/relationships/customXml" Target="../ink/ink471.xml"/><Relationship Id="rId174" Type="http://schemas.openxmlformats.org/officeDocument/2006/relationships/customXml" Target="../ink/ink492.xml"/><Relationship Id="rId381" Type="http://schemas.openxmlformats.org/officeDocument/2006/relationships/customXml" Target="../ink/ink596.xml"/><Relationship Id="rId241" Type="http://schemas.openxmlformats.org/officeDocument/2006/relationships/image" Target="NULL"/><Relationship Id="rId437" Type="http://schemas.openxmlformats.org/officeDocument/2006/relationships/customXml" Target="../ink/ink624.xml"/><Relationship Id="rId36" Type="http://schemas.openxmlformats.org/officeDocument/2006/relationships/customXml" Target="../ink/ink423.xml"/><Relationship Id="rId283" Type="http://schemas.openxmlformats.org/officeDocument/2006/relationships/image" Target="NULL"/><Relationship Id="rId339" Type="http://schemas.openxmlformats.org/officeDocument/2006/relationships/customXml" Target="../ink/ink575.xml"/><Relationship Id="rId78" Type="http://schemas.openxmlformats.org/officeDocument/2006/relationships/customXml" Target="../ink/ink444.xml"/><Relationship Id="rId101" Type="http://schemas.openxmlformats.org/officeDocument/2006/relationships/image" Target="NULL"/><Relationship Id="rId143" Type="http://schemas.openxmlformats.org/officeDocument/2006/relationships/image" Target="NULL"/><Relationship Id="rId185" Type="http://schemas.openxmlformats.org/officeDocument/2006/relationships/image" Target="NULL"/><Relationship Id="rId350" Type="http://schemas.openxmlformats.org/officeDocument/2006/relationships/image" Target="NULL"/><Relationship Id="rId406" Type="http://schemas.openxmlformats.org/officeDocument/2006/relationships/image" Target="NULL"/><Relationship Id="rId9" Type="http://schemas.openxmlformats.org/officeDocument/2006/relationships/image" Target="NULL"/><Relationship Id="rId210" Type="http://schemas.openxmlformats.org/officeDocument/2006/relationships/customXml" Target="../ink/ink510.xml"/><Relationship Id="rId392" Type="http://schemas.openxmlformats.org/officeDocument/2006/relationships/image" Target="NULL"/><Relationship Id="rId448" Type="http://schemas.openxmlformats.org/officeDocument/2006/relationships/image" Target="NULL"/><Relationship Id="rId252" Type="http://schemas.openxmlformats.org/officeDocument/2006/relationships/customXml" Target="../ink/ink531.xml"/><Relationship Id="rId294" Type="http://schemas.openxmlformats.org/officeDocument/2006/relationships/customXml" Target="../ink/ink552.xml"/><Relationship Id="rId308" Type="http://schemas.openxmlformats.org/officeDocument/2006/relationships/customXml" Target="../ink/ink559.xml"/><Relationship Id="rId47" Type="http://schemas.openxmlformats.org/officeDocument/2006/relationships/image" Target="NULL"/><Relationship Id="rId89" Type="http://schemas.openxmlformats.org/officeDocument/2006/relationships/image" Target="NULL"/><Relationship Id="rId112" Type="http://schemas.openxmlformats.org/officeDocument/2006/relationships/customXml" Target="../ink/ink461.xml"/><Relationship Id="rId154" Type="http://schemas.openxmlformats.org/officeDocument/2006/relationships/customXml" Target="../ink/ink482.xml"/><Relationship Id="rId361" Type="http://schemas.openxmlformats.org/officeDocument/2006/relationships/customXml" Target="../ink/ink586.xml"/><Relationship Id="rId196" Type="http://schemas.openxmlformats.org/officeDocument/2006/relationships/customXml" Target="../ink/ink503.xml"/><Relationship Id="rId417" Type="http://schemas.openxmlformats.org/officeDocument/2006/relationships/customXml" Target="../ink/ink614.xml"/><Relationship Id="rId16" Type="http://schemas.openxmlformats.org/officeDocument/2006/relationships/customXml" Target="../ink/ink413.xml"/><Relationship Id="rId221" Type="http://schemas.openxmlformats.org/officeDocument/2006/relationships/image" Target="NULL"/><Relationship Id="rId263" Type="http://schemas.openxmlformats.org/officeDocument/2006/relationships/image" Target="NULL"/><Relationship Id="rId319" Type="http://schemas.openxmlformats.org/officeDocument/2006/relationships/image" Target="NULL"/><Relationship Id="rId58" Type="http://schemas.openxmlformats.org/officeDocument/2006/relationships/customXml" Target="../ink/ink434.xml"/><Relationship Id="rId123" Type="http://schemas.openxmlformats.org/officeDocument/2006/relationships/image" Target="NULL"/><Relationship Id="rId330" Type="http://schemas.openxmlformats.org/officeDocument/2006/relationships/image" Target="NULL"/><Relationship Id="rId165" Type="http://schemas.openxmlformats.org/officeDocument/2006/relationships/image" Target="NULL"/><Relationship Id="rId372" Type="http://schemas.openxmlformats.org/officeDocument/2006/relationships/image" Target="NULL"/><Relationship Id="rId428" Type="http://schemas.openxmlformats.org/officeDocument/2006/relationships/image" Target="NULL"/><Relationship Id="rId232" Type="http://schemas.openxmlformats.org/officeDocument/2006/relationships/customXml" Target="../ink/ink521.xml"/><Relationship Id="rId274" Type="http://schemas.openxmlformats.org/officeDocument/2006/relationships/customXml" Target="../ink/ink542.xml"/><Relationship Id="rId27" Type="http://schemas.openxmlformats.org/officeDocument/2006/relationships/image" Target="NULL"/><Relationship Id="rId69" Type="http://schemas.openxmlformats.org/officeDocument/2006/relationships/image" Target="NULL"/><Relationship Id="rId134" Type="http://schemas.openxmlformats.org/officeDocument/2006/relationships/customXml" Target="../ink/ink472.xml"/><Relationship Id="rId80" Type="http://schemas.openxmlformats.org/officeDocument/2006/relationships/customXml" Target="../ink/ink445.xml"/><Relationship Id="rId176" Type="http://schemas.openxmlformats.org/officeDocument/2006/relationships/customXml" Target="../ink/ink493.xml"/><Relationship Id="rId341" Type="http://schemas.openxmlformats.org/officeDocument/2006/relationships/customXml" Target="../ink/ink576.xml"/><Relationship Id="rId383" Type="http://schemas.openxmlformats.org/officeDocument/2006/relationships/customXml" Target="../ink/ink597.xml"/><Relationship Id="rId439" Type="http://schemas.openxmlformats.org/officeDocument/2006/relationships/customXml" Target="../ink/ink625.xml"/><Relationship Id="rId201" Type="http://schemas.openxmlformats.org/officeDocument/2006/relationships/image" Target="NULL"/><Relationship Id="rId243" Type="http://schemas.openxmlformats.org/officeDocument/2006/relationships/image" Target="NULL"/><Relationship Id="rId285" Type="http://schemas.openxmlformats.org/officeDocument/2006/relationships/image" Target="NULL"/><Relationship Id="rId450" Type="http://schemas.openxmlformats.org/officeDocument/2006/relationships/image" Target="NULL"/><Relationship Id="rId38" Type="http://schemas.openxmlformats.org/officeDocument/2006/relationships/customXml" Target="../ink/ink424.xml"/><Relationship Id="rId103" Type="http://schemas.openxmlformats.org/officeDocument/2006/relationships/image" Target="NULL"/><Relationship Id="rId310" Type="http://schemas.openxmlformats.org/officeDocument/2006/relationships/customXml" Target="../ink/ink560.xml"/><Relationship Id="rId91" Type="http://schemas.openxmlformats.org/officeDocument/2006/relationships/image" Target="NULL"/><Relationship Id="rId145" Type="http://schemas.openxmlformats.org/officeDocument/2006/relationships/image" Target="NULL"/><Relationship Id="rId187" Type="http://schemas.openxmlformats.org/officeDocument/2006/relationships/image" Target="NULL"/><Relationship Id="rId352" Type="http://schemas.openxmlformats.org/officeDocument/2006/relationships/image" Target="NULL"/><Relationship Id="rId394" Type="http://schemas.openxmlformats.org/officeDocument/2006/relationships/image" Target="NULL"/><Relationship Id="rId408" Type="http://schemas.openxmlformats.org/officeDocument/2006/relationships/image" Target="NULL"/><Relationship Id="rId212" Type="http://schemas.openxmlformats.org/officeDocument/2006/relationships/customXml" Target="../ink/ink511.xml"/><Relationship Id="rId254" Type="http://schemas.openxmlformats.org/officeDocument/2006/relationships/customXml" Target="../ink/ink532.xml"/><Relationship Id="rId49" Type="http://schemas.openxmlformats.org/officeDocument/2006/relationships/image" Target="NULL"/><Relationship Id="rId114" Type="http://schemas.openxmlformats.org/officeDocument/2006/relationships/customXml" Target="../ink/ink462.xml"/><Relationship Id="rId296" Type="http://schemas.openxmlformats.org/officeDocument/2006/relationships/customXml" Target="../ink/ink553.xml"/><Relationship Id="rId60" Type="http://schemas.openxmlformats.org/officeDocument/2006/relationships/customXml" Target="../ink/ink435.xml"/><Relationship Id="rId156" Type="http://schemas.openxmlformats.org/officeDocument/2006/relationships/customXml" Target="../ink/ink483.xml"/><Relationship Id="rId198" Type="http://schemas.openxmlformats.org/officeDocument/2006/relationships/customXml" Target="../ink/ink504.xml"/><Relationship Id="rId321" Type="http://schemas.openxmlformats.org/officeDocument/2006/relationships/image" Target="NULL"/><Relationship Id="rId363" Type="http://schemas.openxmlformats.org/officeDocument/2006/relationships/customXml" Target="../ink/ink587.xml"/><Relationship Id="rId419" Type="http://schemas.openxmlformats.org/officeDocument/2006/relationships/customXml" Target="../ink/ink615.xml"/><Relationship Id="rId223" Type="http://schemas.openxmlformats.org/officeDocument/2006/relationships/image" Target="NULL"/><Relationship Id="rId430" Type="http://schemas.openxmlformats.org/officeDocument/2006/relationships/image" Target="NULL"/><Relationship Id="rId18" Type="http://schemas.openxmlformats.org/officeDocument/2006/relationships/customXml" Target="../ink/ink414.xml"/><Relationship Id="rId265" Type="http://schemas.openxmlformats.org/officeDocument/2006/relationships/image" Target="NULL"/><Relationship Id="rId125" Type="http://schemas.openxmlformats.org/officeDocument/2006/relationships/image" Target="NULL"/><Relationship Id="rId167" Type="http://schemas.openxmlformats.org/officeDocument/2006/relationships/image" Target="NULL"/><Relationship Id="rId332" Type="http://schemas.openxmlformats.org/officeDocument/2006/relationships/image" Target="NULL"/><Relationship Id="rId374" Type="http://schemas.openxmlformats.org/officeDocument/2006/relationships/image" Target="NULL"/><Relationship Id="rId71" Type="http://schemas.openxmlformats.org/officeDocument/2006/relationships/image" Target="NULL"/><Relationship Id="rId234" Type="http://schemas.openxmlformats.org/officeDocument/2006/relationships/customXml" Target="../ink/ink522.xml"/><Relationship Id="rId2" Type="http://schemas.openxmlformats.org/officeDocument/2006/relationships/customXml" Target="../ink/ink406.xml"/><Relationship Id="rId29" Type="http://schemas.openxmlformats.org/officeDocument/2006/relationships/image" Target="NULL"/><Relationship Id="rId255" Type="http://schemas.openxmlformats.org/officeDocument/2006/relationships/image" Target="NULL"/><Relationship Id="rId276" Type="http://schemas.openxmlformats.org/officeDocument/2006/relationships/customXml" Target="../ink/ink543.xml"/><Relationship Id="rId297" Type="http://schemas.openxmlformats.org/officeDocument/2006/relationships/image" Target="NULL"/><Relationship Id="rId441" Type="http://schemas.openxmlformats.org/officeDocument/2006/relationships/customXml" Target="../ink/ink626.xml"/><Relationship Id="rId40" Type="http://schemas.openxmlformats.org/officeDocument/2006/relationships/customXml" Target="../ink/ink425.xml"/><Relationship Id="rId115" Type="http://schemas.openxmlformats.org/officeDocument/2006/relationships/image" Target="NULL"/><Relationship Id="rId136" Type="http://schemas.openxmlformats.org/officeDocument/2006/relationships/customXml" Target="../ink/ink473.xml"/><Relationship Id="rId157" Type="http://schemas.openxmlformats.org/officeDocument/2006/relationships/image" Target="NULL"/><Relationship Id="rId178" Type="http://schemas.openxmlformats.org/officeDocument/2006/relationships/customXml" Target="../ink/ink494.xml"/><Relationship Id="rId301" Type="http://schemas.openxmlformats.org/officeDocument/2006/relationships/image" Target="NULL"/><Relationship Id="rId322" Type="http://schemas.openxmlformats.org/officeDocument/2006/relationships/customXml" Target="../ink/ink566.xml"/><Relationship Id="rId343" Type="http://schemas.openxmlformats.org/officeDocument/2006/relationships/customXml" Target="../ink/ink577.xml"/><Relationship Id="rId364" Type="http://schemas.openxmlformats.org/officeDocument/2006/relationships/image" Target="NULL"/><Relationship Id="rId61" Type="http://schemas.openxmlformats.org/officeDocument/2006/relationships/image" Target="NULL"/><Relationship Id="rId82" Type="http://schemas.openxmlformats.org/officeDocument/2006/relationships/customXml" Target="../ink/ink446.xml"/><Relationship Id="rId199" Type="http://schemas.openxmlformats.org/officeDocument/2006/relationships/image" Target="NULL"/><Relationship Id="rId203" Type="http://schemas.openxmlformats.org/officeDocument/2006/relationships/image" Target="NULL"/><Relationship Id="rId385" Type="http://schemas.openxmlformats.org/officeDocument/2006/relationships/customXml" Target="../ink/ink598.xml"/><Relationship Id="rId19" Type="http://schemas.openxmlformats.org/officeDocument/2006/relationships/image" Target="NULL"/><Relationship Id="rId224" Type="http://schemas.openxmlformats.org/officeDocument/2006/relationships/customXml" Target="../ink/ink517.xml"/><Relationship Id="rId245" Type="http://schemas.openxmlformats.org/officeDocument/2006/relationships/image" Target="NULL"/><Relationship Id="rId266" Type="http://schemas.openxmlformats.org/officeDocument/2006/relationships/customXml" Target="../ink/ink538.xml"/><Relationship Id="rId287" Type="http://schemas.openxmlformats.org/officeDocument/2006/relationships/image" Target="NULL"/><Relationship Id="rId410" Type="http://schemas.openxmlformats.org/officeDocument/2006/relationships/image" Target="NULL"/><Relationship Id="rId431" Type="http://schemas.openxmlformats.org/officeDocument/2006/relationships/customXml" Target="../ink/ink621.xml"/><Relationship Id="rId452" Type="http://schemas.openxmlformats.org/officeDocument/2006/relationships/image" Target="NULL"/><Relationship Id="rId30" Type="http://schemas.openxmlformats.org/officeDocument/2006/relationships/customXml" Target="../ink/ink420.xml"/><Relationship Id="rId105" Type="http://schemas.openxmlformats.org/officeDocument/2006/relationships/image" Target="NULL"/><Relationship Id="rId126" Type="http://schemas.openxmlformats.org/officeDocument/2006/relationships/customXml" Target="../ink/ink468.xml"/><Relationship Id="rId147" Type="http://schemas.openxmlformats.org/officeDocument/2006/relationships/image" Target="NULL"/><Relationship Id="rId168" Type="http://schemas.openxmlformats.org/officeDocument/2006/relationships/customXml" Target="../ink/ink489.xml"/><Relationship Id="rId312" Type="http://schemas.openxmlformats.org/officeDocument/2006/relationships/customXml" Target="../ink/ink561.xml"/><Relationship Id="rId333" Type="http://schemas.openxmlformats.org/officeDocument/2006/relationships/customXml" Target="../ink/ink572.xml"/><Relationship Id="rId354" Type="http://schemas.openxmlformats.org/officeDocument/2006/relationships/image" Target="NULL"/><Relationship Id="rId51" Type="http://schemas.openxmlformats.org/officeDocument/2006/relationships/image" Target="NULL"/><Relationship Id="rId72" Type="http://schemas.openxmlformats.org/officeDocument/2006/relationships/customXml" Target="../ink/ink441.xml"/><Relationship Id="rId93" Type="http://schemas.openxmlformats.org/officeDocument/2006/relationships/image" Target="NULL"/><Relationship Id="rId189" Type="http://schemas.openxmlformats.org/officeDocument/2006/relationships/image" Target="NULL"/><Relationship Id="rId375" Type="http://schemas.openxmlformats.org/officeDocument/2006/relationships/customXml" Target="../ink/ink593.xml"/><Relationship Id="rId396" Type="http://schemas.openxmlformats.org/officeDocument/2006/relationships/image" Target="NULL"/><Relationship Id="rId3" Type="http://schemas.openxmlformats.org/officeDocument/2006/relationships/image" Target="NULL"/><Relationship Id="rId214" Type="http://schemas.openxmlformats.org/officeDocument/2006/relationships/customXml" Target="../ink/ink512.xml"/><Relationship Id="rId235" Type="http://schemas.openxmlformats.org/officeDocument/2006/relationships/image" Target="NULL"/><Relationship Id="rId256" Type="http://schemas.openxmlformats.org/officeDocument/2006/relationships/customXml" Target="../ink/ink533.xml"/><Relationship Id="rId277" Type="http://schemas.openxmlformats.org/officeDocument/2006/relationships/image" Target="NULL"/><Relationship Id="rId298" Type="http://schemas.openxmlformats.org/officeDocument/2006/relationships/customXml" Target="../ink/ink554.xml"/><Relationship Id="rId400" Type="http://schemas.openxmlformats.org/officeDocument/2006/relationships/image" Target="NULL"/><Relationship Id="rId421" Type="http://schemas.openxmlformats.org/officeDocument/2006/relationships/customXml" Target="../ink/ink616.xml"/><Relationship Id="rId442" Type="http://schemas.openxmlformats.org/officeDocument/2006/relationships/image" Target="NULL"/><Relationship Id="rId116" Type="http://schemas.openxmlformats.org/officeDocument/2006/relationships/customXml" Target="../ink/ink463.xml"/><Relationship Id="rId137" Type="http://schemas.openxmlformats.org/officeDocument/2006/relationships/image" Target="NULL"/><Relationship Id="rId158" Type="http://schemas.openxmlformats.org/officeDocument/2006/relationships/customXml" Target="../ink/ink484.xml"/><Relationship Id="rId302" Type="http://schemas.openxmlformats.org/officeDocument/2006/relationships/customXml" Target="../ink/ink556.xml"/><Relationship Id="rId323" Type="http://schemas.openxmlformats.org/officeDocument/2006/relationships/image" Target="NULL"/><Relationship Id="rId344" Type="http://schemas.openxmlformats.org/officeDocument/2006/relationships/image" Target="NULL"/><Relationship Id="rId20" Type="http://schemas.openxmlformats.org/officeDocument/2006/relationships/customXml" Target="../ink/ink415.xml"/><Relationship Id="rId41" Type="http://schemas.openxmlformats.org/officeDocument/2006/relationships/image" Target="NULL"/><Relationship Id="rId62" Type="http://schemas.openxmlformats.org/officeDocument/2006/relationships/customXml" Target="../ink/ink436.xml"/><Relationship Id="rId83" Type="http://schemas.openxmlformats.org/officeDocument/2006/relationships/image" Target="NULL"/><Relationship Id="rId179" Type="http://schemas.openxmlformats.org/officeDocument/2006/relationships/image" Target="NULL"/><Relationship Id="rId365" Type="http://schemas.openxmlformats.org/officeDocument/2006/relationships/customXml" Target="../ink/ink588.xml"/><Relationship Id="rId386" Type="http://schemas.openxmlformats.org/officeDocument/2006/relationships/image" Target="NULL"/><Relationship Id="rId190" Type="http://schemas.openxmlformats.org/officeDocument/2006/relationships/customXml" Target="../ink/ink500.xml"/><Relationship Id="rId204" Type="http://schemas.openxmlformats.org/officeDocument/2006/relationships/customXml" Target="../ink/ink507.xml"/><Relationship Id="rId225" Type="http://schemas.openxmlformats.org/officeDocument/2006/relationships/image" Target="NULL"/><Relationship Id="rId246" Type="http://schemas.openxmlformats.org/officeDocument/2006/relationships/customXml" Target="../ink/ink528.xml"/><Relationship Id="rId267" Type="http://schemas.openxmlformats.org/officeDocument/2006/relationships/image" Target="NULL"/><Relationship Id="rId288" Type="http://schemas.openxmlformats.org/officeDocument/2006/relationships/customXml" Target="../ink/ink549.xml"/><Relationship Id="rId411" Type="http://schemas.openxmlformats.org/officeDocument/2006/relationships/customXml" Target="../ink/ink611.xml"/><Relationship Id="rId432" Type="http://schemas.openxmlformats.org/officeDocument/2006/relationships/image" Target="NULL"/><Relationship Id="rId453" Type="http://schemas.openxmlformats.org/officeDocument/2006/relationships/customXml" Target="../ink/ink632.xml"/><Relationship Id="rId106" Type="http://schemas.openxmlformats.org/officeDocument/2006/relationships/customXml" Target="../ink/ink458.xml"/><Relationship Id="rId127" Type="http://schemas.openxmlformats.org/officeDocument/2006/relationships/image" Target="NULL"/><Relationship Id="rId313" Type="http://schemas.openxmlformats.org/officeDocument/2006/relationships/image" Target="NULL"/><Relationship Id="rId10" Type="http://schemas.openxmlformats.org/officeDocument/2006/relationships/customXml" Target="../ink/ink410.xml"/><Relationship Id="rId31" Type="http://schemas.openxmlformats.org/officeDocument/2006/relationships/image" Target="NULL"/><Relationship Id="rId52" Type="http://schemas.openxmlformats.org/officeDocument/2006/relationships/customXml" Target="../ink/ink431.xml"/><Relationship Id="rId73" Type="http://schemas.openxmlformats.org/officeDocument/2006/relationships/image" Target="NULL"/><Relationship Id="rId94" Type="http://schemas.openxmlformats.org/officeDocument/2006/relationships/customXml" Target="../ink/ink452.xml"/><Relationship Id="rId148" Type="http://schemas.openxmlformats.org/officeDocument/2006/relationships/customXml" Target="../ink/ink479.xml"/><Relationship Id="rId169" Type="http://schemas.openxmlformats.org/officeDocument/2006/relationships/image" Target="NULL"/><Relationship Id="rId334" Type="http://schemas.openxmlformats.org/officeDocument/2006/relationships/image" Target="NULL"/><Relationship Id="rId355" Type="http://schemas.openxmlformats.org/officeDocument/2006/relationships/customXml" Target="../ink/ink583.xml"/><Relationship Id="rId376" Type="http://schemas.openxmlformats.org/officeDocument/2006/relationships/image" Target="NULL"/><Relationship Id="rId397" Type="http://schemas.openxmlformats.org/officeDocument/2006/relationships/customXml" Target="../ink/ink604.xml"/><Relationship Id="rId4" Type="http://schemas.openxmlformats.org/officeDocument/2006/relationships/customXml" Target="../ink/ink407.xml"/><Relationship Id="rId180" Type="http://schemas.openxmlformats.org/officeDocument/2006/relationships/customXml" Target="../ink/ink495.xml"/><Relationship Id="rId215" Type="http://schemas.openxmlformats.org/officeDocument/2006/relationships/image" Target="NULL"/><Relationship Id="rId236" Type="http://schemas.openxmlformats.org/officeDocument/2006/relationships/customXml" Target="../ink/ink523.xml"/><Relationship Id="rId257" Type="http://schemas.openxmlformats.org/officeDocument/2006/relationships/image" Target="NULL"/><Relationship Id="rId278" Type="http://schemas.openxmlformats.org/officeDocument/2006/relationships/customXml" Target="../ink/ink544.xml"/><Relationship Id="rId401" Type="http://schemas.openxmlformats.org/officeDocument/2006/relationships/customXml" Target="../ink/ink606.xml"/><Relationship Id="rId422" Type="http://schemas.openxmlformats.org/officeDocument/2006/relationships/image" Target="NULL"/><Relationship Id="rId443" Type="http://schemas.openxmlformats.org/officeDocument/2006/relationships/customXml" Target="../ink/ink627.xml"/><Relationship Id="rId303" Type="http://schemas.openxmlformats.org/officeDocument/2006/relationships/image" Target="NULL"/><Relationship Id="rId42" Type="http://schemas.openxmlformats.org/officeDocument/2006/relationships/customXml" Target="../ink/ink426.xml"/><Relationship Id="rId84" Type="http://schemas.openxmlformats.org/officeDocument/2006/relationships/customXml" Target="../ink/ink447.xml"/><Relationship Id="rId138" Type="http://schemas.openxmlformats.org/officeDocument/2006/relationships/customXml" Target="../ink/ink474.xml"/><Relationship Id="rId345" Type="http://schemas.openxmlformats.org/officeDocument/2006/relationships/customXml" Target="../ink/ink578.xml"/><Relationship Id="rId387" Type="http://schemas.openxmlformats.org/officeDocument/2006/relationships/customXml" Target="../ink/ink599.xml"/><Relationship Id="rId191" Type="http://schemas.openxmlformats.org/officeDocument/2006/relationships/image" Target="NULL"/><Relationship Id="rId205" Type="http://schemas.openxmlformats.org/officeDocument/2006/relationships/image" Target="NULL"/><Relationship Id="rId247" Type="http://schemas.openxmlformats.org/officeDocument/2006/relationships/image" Target="NULL"/><Relationship Id="rId412" Type="http://schemas.openxmlformats.org/officeDocument/2006/relationships/image" Target="NULL"/><Relationship Id="rId107" Type="http://schemas.openxmlformats.org/officeDocument/2006/relationships/image" Target="NULL"/><Relationship Id="rId289" Type="http://schemas.openxmlformats.org/officeDocument/2006/relationships/image" Target="NULL"/><Relationship Id="rId454" Type="http://schemas.openxmlformats.org/officeDocument/2006/relationships/image" Target="NULL"/><Relationship Id="rId11" Type="http://schemas.openxmlformats.org/officeDocument/2006/relationships/image" Target="NULL"/><Relationship Id="rId53" Type="http://schemas.openxmlformats.org/officeDocument/2006/relationships/image" Target="NULL"/><Relationship Id="rId149" Type="http://schemas.openxmlformats.org/officeDocument/2006/relationships/image" Target="NULL"/><Relationship Id="rId314" Type="http://schemas.openxmlformats.org/officeDocument/2006/relationships/customXml" Target="../ink/ink562.xml"/><Relationship Id="rId356" Type="http://schemas.openxmlformats.org/officeDocument/2006/relationships/image" Target="NULL"/><Relationship Id="rId398" Type="http://schemas.openxmlformats.org/officeDocument/2006/relationships/image" Target="NULL"/><Relationship Id="rId95" Type="http://schemas.openxmlformats.org/officeDocument/2006/relationships/image" Target="NULL"/><Relationship Id="rId160" Type="http://schemas.openxmlformats.org/officeDocument/2006/relationships/customXml" Target="../ink/ink485.xml"/><Relationship Id="rId216" Type="http://schemas.openxmlformats.org/officeDocument/2006/relationships/customXml" Target="../ink/ink513.xml"/><Relationship Id="rId423" Type="http://schemas.openxmlformats.org/officeDocument/2006/relationships/customXml" Target="../ink/ink617.xml"/><Relationship Id="rId258" Type="http://schemas.openxmlformats.org/officeDocument/2006/relationships/customXml" Target="../ink/ink534.xml"/><Relationship Id="rId22" Type="http://schemas.openxmlformats.org/officeDocument/2006/relationships/customXml" Target="../ink/ink416.xml"/><Relationship Id="rId64" Type="http://schemas.openxmlformats.org/officeDocument/2006/relationships/customXml" Target="../ink/ink437.xml"/><Relationship Id="rId118" Type="http://schemas.openxmlformats.org/officeDocument/2006/relationships/customXml" Target="../ink/ink464.xml"/><Relationship Id="rId325" Type="http://schemas.openxmlformats.org/officeDocument/2006/relationships/image" Target="NULL"/><Relationship Id="rId367" Type="http://schemas.openxmlformats.org/officeDocument/2006/relationships/customXml" Target="../ink/ink589.xml"/><Relationship Id="rId171" Type="http://schemas.openxmlformats.org/officeDocument/2006/relationships/image" Target="NULL"/><Relationship Id="rId227" Type="http://schemas.openxmlformats.org/officeDocument/2006/relationships/image" Target="NULL"/><Relationship Id="rId269" Type="http://schemas.openxmlformats.org/officeDocument/2006/relationships/image" Target="NULL"/><Relationship Id="rId434" Type="http://schemas.openxmlformats.org/officeDocument/2006/relationships/image" Target="NULL"/><Relationship Id="rId33" Type="http://schemas.openxmlformats.org/officeDocument/2006/relationships/image" Target="NULL"/><Relationship Id="rId129" Type="http://schemas.openxmlformats.org/officeDocument/2006/relationships/image" Target="NULL"/><Relationship Id="rId280" Type="http://schemas.openxmlformats.org/officeDocument/2006/relationships/customXml" Target="../ink/ink545.xml"/><Relationship Id="rId336" Type="http://schemas.openxmlformats.org/officeDocument/2006/relationships/image" Target="NULL"/><Relationship Id="rId75" Type="http://schemas.openxmlformats.org/officeDocument/2006/relationships/image" Target="NULL"/><Relationship Id="rId140" Type="http://schemas.openxmlformats.org/officeDocument/2006/relationships/customXml" Target="../ink/ink475.xml"/><Relationship Id="rId182" Type="http://schemas.openxmlformats.org/officeDocument/2006/relationships/customXml" Target="../ink/ink496.xml"/><Relationship Id="rId378" Type="http://schemas.openxmlformats.org/officeDocument/2006/relationships/image" Target="NULL"/><Relationship Id="rId403" Type="http://schemas.openxmlformats.org/officeDocument/2006/relationships/customXml" Target="../ink/ink607.xml"/><Relationship Id="rId6" Type="http://schemas.openxmlformats.org/officeDocument/2006/relationships/customXml" Target="../ink/ink408.xml"/><Relationship Id="rId238" Type="http://schemas.openxmlformats.org/officeDocument/2006/relationships/customXml" Target="../ink/ink524.xml"/><Relationship Id="rId445" Type="http://schemas.openxmlformats.org/officeDocument/2006/relationships/customXml" Target="../ink/ink628.xml"/><Relationship Id="rId291" Type="http://schemas.openxmlformats.org/officeDocument/2006/relationships/image" Target="NULL"/><Relationship Id="rId305" Type="http://schemas.openxmlformats.org/officeDocument/2006/relationships/image" Target="NULL"/><Relationship Id="rId347" Type="http://schemas.openxmlformats.org/officeDocument/2006/relationships/customXml" Target="../ink/ink579.xml"/><Relationship Id="rId44" Type="http://schemas.openxmlformats.org/officeDocument/2006/relationships/customXml" Target="../ink/ink427.xml"/><Relationship Id="rId86" Type="http://schemas.openxmlformats.org/officeDocument/2006/relationships/customXml" Target="../ink/ink448.xml"/><Relationship Id="rId151" Type="http://schemas.openxmlformats.org/officeDocument/2006/relationships/image" Target="NULL"/><Relationship Id="rId389" Type="http://schemas.openxmlformats.org/officeDocument/2006/relationships/customXml" Target="../ink/ink600.xml"/><Relationship Id="rId193" Type="http://schemas.openxmlformats.org/officeDocument/2006/relationships/image" Target="NULL"/><Relationship Id="rId207" Type="http://schemas.openxmlformats.org/officeDocument/2006/relationships/image" Target="NULL"/><Relationship Id="rId249" Type="http://schemas.openxmlformats.org/officeDocument/2006/relationships/image" Target="NULL"/><Relationship Id="rId414" Type="http://schemas.openxmlformats.org/officeDocument/2006/relationships/image" Target="NULL"/><Relationship Id="rId456" Type="http://schemas.openxmlformats.org/officeDocument/2006/relationships/image" Target="NULL"/><Relationship Id="rId13" Type="http://schemas.openxmlformats.org/officeDocument/2006/relationships/image" Target="NULL"/><Relationship Id="rId109" Type="http://schemas.openxmlformats.org/officeDocument/2006/relationships/image" Target="NULL"/><Relationship Id="rId260" Type="http://schemas.openxmlformats.org/officeDocument/2006/relationships/customXml" Target="../ink/ink535.xml"/><Relationship Id="rId316" Type="http://schemas.openxmlformats.org/officeDocument/2006/relationships/customXml" Target="../ink/ink563.xml"/><Relationship Id="rId55" Type="http://schemas.openxmlformats.org/officeDocument/2006/relationships/image" Target="NULL"/><Relationship Id="rId97" Type="http://schemas.openxmlformats.org/officeDocument/2006/relationships/image" Target="NULL"/><Relationship Id="rId120" Type="http://schemas.openxmlformats.org/officeDocument/2006/relationships/customXml" Target="../ink/ink465.xml"/><Relationship Id="rId358" Type="http://schemas.openxmlformats.org/officeDocument/2006/relationships/image" Target="NULL"/><Relationship Id="rId162" Type="http://schemas.openxmlformats.org/officeDocument/2006/relationships/customXml" Target="../ink/ink486.xml"/><Relationship Id="rId218" Type="http://schemas.openxmlformats.org/officeDocument/2006/relationships/customXml" Target="../ink/ink514.xml"/><Relationship Id="rId425" Type="http://schemas.openxmlformats.org/officeDocument/2006/relationships/customXml" Target="../ink/ink618.xml"/><Relationship Id="rId271" Type="http://schemas.openxmlformats.org/officeDocument/2006/relationships/image" Target="NULL"/><Relationship Id="rId24" Type="http://schemas.openxmlformats.org/officeDocument/2006/relationships/customXml" Target="../ink/ink417.xml"/><Relationship Id="rId66" Type="http://schemas.openxmlformats.org/officeDocument/2006/relationships/customXml" Target="../ink/ink438.xml"/><Relationship Id="rId131" Type="http://schemas.openxmlformats.org/officeDocument/2006/relationships/image" Target="NULL"/><Relationship Id="rId327" Type="http://schemas.openxmlformats.org/officeDocument/2006/relationships/image" Target="NULL"/><Relationship Id="rId369" Type="http://schemas.openxmlformats.org/officeDocument/2006/relationships/customXml" Target="../ink/ink590.xml"/><Relationship Id="rId173" Type="http://schemas.openxmlformats.org/officeDocument/2006/relationships/image" Target="NULL"/><Relationship Id="rId229" Type="http://schemas.openxmlformats.org/officeDocument/2006/relationships/image" Target="NULL"/><Relationship Id="rId380" Type="http://schemas.openxmlformats.org/officeDocument/2006/relationships/image" Target="NULL"/><Relationship Id="rId436" Type="http://schemas.openxmlformats.org/officeDocument/2006/relationships/image" Target="NULL"/><Relationship Id="rId240" Type="http://schemas.openxmlformats.org/officeDocument/2006/relationships/customXml" Target="../ink/ink525.xml"/><Relationship Id="rId35" Type="http://schemas.openxmlformats.org/officeDocument/2006/relationships/image" Target="NULL"/><Relationship Id="rId77" Type="http://schemas.openxmlformats.org/officeDocument/2006/relationships/image" Target="NULL"/><Relationship Id="rId100" Type="http://schemas.openxmlformats.org/officeDocument/2006/relationships/customXml" Target="../ink/ink455.xml"/><Relationship Id="rId282" Type="http://schemas.openxmlformats.org/officeDocument/2006/relationships/customXml" Target="../ink/ink546.xml"/><Relationship Id="rId338" Type="http://schemas.openxmlformats.org/officeDocument/2006/relationships/image" Target="NULL"/><Relationship Id="rId8" Type="http://schemas.openxmlformats.org/officeDocument/2006/relationships/customXml" Target="../ink/ink409.xml"/><Relationship Id="rId142" Type="http://schemas.openxmlformats.org/officeDocument/2006/relationships/customXml" Target="../ink/ink476.xml"/><Relationship Id="rId184" Type="http://schemas.openxmlformats.org/officeDocument/2006/relationships/customXml" Target="../ink/ink497.xml"/><Relationship Id="rId391" Type="http://schemas.openxmlformats.org/officeDocument/2006/relationships/customXml" Target="../ink/ink601.xml"/><Relationship Id="rId405" Type="http://schemas.openxmlformats.org/officeDocument/2006/relationships/customXml" Target="../ink/ink608.xml"/><Relationship Id="rId447" Type="http://schemas.openxmlformats.org/officeDocument/2006/relationships/customXml" Target="../ink/ink629.xml"/><Relationship Id="rId251" Type="http://schemas.openxmlformats.org/officeDocument/2006/relationships/image" Target="NULL"/><Relationship Id="rId46" Type="http://schemas.openxmlformats.org/officeDocument/2006/relationships/customXml" Target="../ink/ink428.xml"/><Relationship Id="rId293" Type="http://schemas.openxmlformats.org/officeDocument/2006/relationships/image" Target="NULL"/><Relationship Id="rId307" Type="http://schemas.openxmlformats.org/officeDocument/2006/relationships/image" Target="NULL"/><Relationship Id="rId349" Type="http://schemas.openxmlformats.org/officeDocument/2006/relationships/customXml" Target="../ink/ink580.xml"/><Relationship Id="rId88" Type="http://schemas.openxmlformats.org/officeDocument/2006/relationships/customXml" Target="../ink/ink449.xml"/><Relationship Id="rId111" Type="http://schemas.openxmlformats.org/officeDocument/2006/relationships/image" Target="NULL"/><Relationship Id="rId153" Type="http://schemas.openxmlformats.org/officeDocument/2006/relationships/image" Target="NULL"/><Relationship Id="rId195" Type="http://schemas.openxmlformats.org/officeDocument/2006/relationships/image" Target="NULL"/><Relationship Id="rId209" Type="http://schemas.openxmlformats.org/officeDocument/2006/relationships/image" Target="NULL"/><Relationship Id="rId360" Type="http://schemas.openxmlformats.org/officeDocument/2006/relationships/image" Target="NULL"/><Relationship Id="rId416" Type="http://schemas.openxmlformats.org/officeDocument/2006/relationships/image" Target="NULL"/><Relationship Id="rId220" Type="http://schemas.openxmlformats.org/officeDocument/2006/relationships/customXml" Target="../ink/ink515.xml"/><Relationship Id="rId458" Type="http://schemas.openxmlformats.org/officeDocument/2006/relationships/image" Target="NULL"/><Relationship Id="rId15" Type="http://schemas.openxmlformats.org/officeDocument/2006/relationships/image" Target="NULL"/><Relationship Id="rId57" Type="http://schemas.openxmlformats.org/officeDocument/2006/relationships/image" Target="NULL"/><Relationship Id="rId262" Type="http://schemas.openxmlformats.org/officeDocument/2006/relationships/customXml" Target="../ink/ink536.xml"/><Relationship Id="rId318" Type="http://schemas.openxmlformats.org/officeDocument/2006/relationships/customXml" Target="../ink/ink564.xml"/><Relationship Id="rId99" Type="http://schemas.openxmlformats.org/officeDocument/2006/relationships/image" Target="NULL"/><Relationship Id="rId122" Type="http://schemas.openxmlformats.org/officeDocument/2006/relationships/customXml" Target="../ink/ink466.xml"/><Relationship Id="rId164" Type="http://schemas.openxmlformats.org/officeDocument/2006/relationships/customXml" Target="../ink/ink487.xml"/><Relationship Id="rId371" Type="http://schemas.openxmlformats.org/officeDocument/2006/relationships/customXml" Target="../ink/ink591.xml"/><Relationship Id="rId427" Type="http://schemas.openxmlformats.org/officeDocument/2006/relationships/customXml" Target="../ink/ink619.xml"/><Relationship Id="rId26" Type="http://schemas.openxmlformats.org/officeDocument/2006/relationships/customXml" Target="../ink/ink418.xml"/><Relationship Id="rId231" Type="http://schemas.openxmlformats.org/officeDocument/2006/relationships/image" Target="NULL"/><Relationship Id="rId273" Type="http://schemas.openxmlformats.org/officeDocument/2006/relationships/image" Target="NULL"/><Relationship Id="rId329" Type="http://schemas.openxmlformats.org/officeDocument/2006/relationships/customXml" Target="../ink/ink570.xml"/><Relationship Id="rId68" Type="http://schemas.openxmlformats.org/officeDocument/2006/relationships/customXml" Target="../ink/ink439.xml"/><Relationship Id="rId133" Type="http://schemas.openxmlformats.org/officeDocument/2006/relationships/image" Target="NULL"/><Relationship Id="rId175" Type="http://schemas.openxmlformats.org/officeDocument/2006/relationships/image" Target="NULL"/><Relationship Id="rId340" Type="http://schemas.openxmlformats.org/officeDocument/2006/relationships/image" Target="NULL"/><Relationship Id="rId200" Type="http://schemas.openxmlformats.org/officeDocument/2006/relationships/customXml" Target="../ink/ink505.xml"/><Relationship Id="rId382" Type="http://schemas.openxmlformats.org/officeDocument/2006/relationships/image" Target="NULL"/><Relationship Id="rId438" Type="http://schemas.openxmlformats.org/officeDocument/2006/relationships/image" Target="NULL"/><Relationship Id="rId242" Type="http://schemas.openxmlformats.org/officeDocument/2006/relationships/customXml" Target="../ink/ink526.xml"/><Relationship Id="rId284" Type="http://schemas.openxmlformats.org/officeDocument/2006/relationships/customXml" Target="../ink/ink547.xml"/><Relationship Id="rId37" Type="http://schemas.openxmlformats.org/officeDocument/2006/relationships/image" Target="NULL"/><Relationship Id="rId79" Type="http://schemas.openxmlformats.org/officeDocument/2006/relationships/image" Target="NULL"/><Relationship Id="rId102" Type="http://schemas.openxmlformats.org/officeDocument/2006/relationships/customXml" Target="../ink/ink456.xml"/><Relationship Id="rId144" Type="http://schemas.openxmlformats.org/officeDocument/2006/relationships/customXml" Target="../ink/ink477.xml"/><Relationship Id="rId90" Type="http://schemas.openxmlformats.org/officeDocument/2006/relationships/customXml" Target="../ink/ink450.xml"/><Relationship Id="rId186" Type="http://schemas.openxmlformats.org/officeDocument/2006/relationships/customXml" Target="../ink/ink498.xml"/><Relationship Id="rId351" Type="http://schemas.openxmlformats.org/officeDocument/2006/relationships/customXml" Target="../ink/ink581.xml"/><Relationship Id="rId393" Type="http://schemas.openxmlformats.org/officeDocument/2006/relationships/customXml" Target="../ink/ink602.xml"/><Relationship Id="rId407" Type="http://schemas.openxmlformats.org/officeDocument/2006/relationships/customXml" Target="../ink/ink609.xml"/><Relationship Id="rId449" Type="http://schemas.openxmlformats.org/officeDocument/2006/relationships/customXml" Target="../ink/ink630.xml"/><Relationship Id="rId211" Type="http://schemas.openxmlformats.org/officeDocument/2006/relationships/image" Target="NULL"/><Relationship Id="rId253" Type="http://schemas.openxmlformats.org/officeDocument/2006/relationships/image" Target="NULL"/><Relationship Id="rId295" Type="http://schemas.openxmlformats.org/officeDocument/2006/relationships/image" Target="NULL"/><Relationship Id="rId309" Type="http://schemas.openxmlformats.org/officeDocument/2006/relationships/image" Target="NULL"/><Relationship Id="rId48" Type="http://schemas.openxmlformats.org/officeDocument/2006/relationships/customXml" Target="../ink/ink429.xml"/><Relationship Id="rId113" Type="http://schemas.openxmlformats.org/officeDocument/2006/relationships/image" Target="NULL"/><Relationship Id="rId320" Type="http://schemas.openxmlformats.org/officeDocument/2006/relationships/customXml" Target="../ink/ink565.xml"/><Relationship Id="rId155" Type="http://schemas.openxmlformats.org/officeDocument/2006/relationships/image" Target="NULL"/><Relationship Id="rId197" Type="http://schemas.openxmlformats.org/officeDocument/2006/relationships/image" Target="NULL"/><Relationship Id="rId362" Type="http://schemas.openxmlformats.org/officeDocument/2006/relationships/image" Target="NULL"/><Relationship Id="rId418" Type="http://schemas.openxmlformats.org/officeDocument/2006/relationships/image" Target="NULL"/><Relationship Id="rId222" Type="http://schemas.openxmlformats.org/officeDocument/2006/relationships/customXml" Target="../ink/ink516.xml"/><Relationship Id="rId264" Type="http://schemas.openxmlformats.org/officeDocument/2006/relationships/customXml" Target="../ink/ink537.xml"/><Relationship Id="rId17" Type="http://schemas.openxmlformats.org/officeDocument/2006/relationships/image" Target="NULL"/><Relationship Id="rId59" Type="http://schemas.openxmlformats.org/officeDocument/2006/relationships/image" Target="NULL"/><Relationship Id="rId124" Type="http://schemas.openxmlformats.org/officeDocument/2006/relationships/customXml" Target="../ink/ink467.xml"/><Relationship Id="rId70" Type="http://schemas.openxmlformats.org/officeDocument/2006/relationships/customXml" Target="../ink/ink440.xml"/><Relationship Id="rId166" Type="http://schemas.openxmlformats.org/officeDocument/2006/relationships/customXml" Target="../ink/ink488.xml"/><Relationship Id="rId331" Type="http://schemas.openxmlformats.org/officeDocument/2006/relationships/customXml" Target="../ink/ink571.xml"/><Relationship Id="rId373" Type="http://schemas.openxmlformats.org/officeDocument/2006/relationships/customXml" Target="../ink/ink592.xml"/><Relationship Id="rId429" Type="http://schemas.openxmlformats.org/officeDocument/2006/relationships/customXml" Target="../ink/ink620.xml"/><Relationship Id="rId1" Type="http://schemas.openxmlformats.org/officeDocument/2006/relationships/slideLayout" Target="../slideLayouts/slideLayout7.xml"/><Relationship Id="rId233" Type="http://schemas.openxmlformats.org/officeDocument/2006/relationships/image" Target="NULL"/><Relationship Id="rId440" Type="http://schemas.openxmlformats.org/officeDocument/2006/relationships/image" Target="NULL"/><Relationship Id="rId28" Type="http://schemas.openxmlformats.org/officeDocument/2006/relationships/customXml" Target="../ink/ink419.xml"/><Relationship Id="rId275" Type="http://schemas.openxmlformats.org/officeDocument/2006/relationships/image" Target="NULL"/><Relationship Id="rId300" Type="http://schemas.openxmlformats.org/officeDocument/2006/relationships/customXml" Target="../ink/ink555.xml"/><Relationship Id="rId81" Type="http://schemas.openxmlformats.org/officeDocument/2006/relationships/image" Target="NULL"/><Relationship Id="rId135" Type="http://schemas.openxmlformats.org/officeDocument/2006/relationships/image" Target="NULL"/><Relationship Id="rId177" Type="http://schemas.openxmlformats.org/officeDocument/2006/relationships/image" Target="NULL"/><Relationship Id="rId342" Type="http://schemas.openxmlformats.org/officeDocument/2006/relationships/image" Target="NULL"/><Relationship Id="rId384" Type="http://schemas.openxmlformats.org/officeDocument/2006/relationships/image" Target="NULL"/><Relationship Id="rId202" Type="http://schemas.openxmlformats.org/officeDocument/2006/relationships/customXml" Target="../ink/ink506.xml"/><Relationship Id="rId244" Type="http://schemas.openxmlformats.org/officeDocument/2006/relationships/customXml" Target="../ink/ink527.xml"/><Relationship Id="rId39" Type="http://schemas.openxmlformats.org/officeDocument/2006/relationships/image" Target="NULL"/><Relationship Id="rId286" Type="http://schemas.openxmlformats.org/officeDocument/2006/relationships/customXml" Target="../ink/ink548.xml"/><Relationship Id="rId451" Type="http://schemas.openxmlformats.org/officeDocument/2006/relationships/customXml" Target="../ink/ink631.xml"/><Relationship Id="rId50" Type="http://schemas.openxmlformats.org/officeDocument/2006/relationships/customXml" Target="../ink/ink430.xml"/><Relationship Id="rId104" Type="http://schemas.openxmlformats.org/officeDocument/2006/relationships/customXml" Target="../ink/ink457.xml"/><Relationship Id="rId146" Type="http://schemas.openxmlformats.org/officeDocument/2006/relationships/customXml" Target="../ink/ink478.xml"/><Relationship Id="rId188" Type="http://schemas.openxmlformats.org/officeDocument/2006/relationships/customXml" Target="../ink/ink499.xml"/><Relationship Id="rId311" Type="http://schemas.openxmlformats.org/officeDocument/2006/relationships/image" Target="NULL"/><Relationship Id="rId353" Type="http://schemas.openxmlformats.org/officeDocument/2006/relationships/customXml" Target="../ink/ink582.xml"/><Relationship Id="rId395" Type="http://schemas.openxmlformats.org/officeDocument/2006/relationships/customXml" Target="../ink/ink603.xml"/><Relationship Id="rId409" Type="http://schemas.openxmlformats.org/officeDocument/2006/relationships/customXml" Target="../ink/ink610.xml"/><Relationship Id="rId92" Type="http://schemas.openxmlformats.org/officeDocument/2006/relationships/customXml" Target="../ink/ink451.xml"/><Relationship Id="rId213" Type="http://schemas.openxmlformats.org/officeDocument/2006/relationships/image" Target="NULL"/><Relationship Id="rId420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NULL"/><Relationship Id="rId299" Type="http://schemas.openxmlformats.org/officeDocument/2006/relationships/image" Target="NULL"/><Relationship Id="rId21" Type="http://schemas.openxmlformats.org/officeDocument/2006/relationships/image" Target="NULL"/><Relationship Id="rId63" Type="http://schemas.openxmlformats.org/officeDocument/2006/relationships/image" Target="NULL"/><Relationship Id="rId159" Type="http://schemas.openxmlformats.org/officeDocument/2006/relationships/image" Target="NULL"/><Relationship Id="rId324" Type="http://schemas.openxmlformats.org/officeDocument/2006/relationships/customXml" Target="../ink/ink796.xml"/><Relationship Id="rId170" Type="http://schemas.openxmlformats.org/officeDocument/2006/relationships/customXml" Target="../ink/ink719.xml"/><Relationship Id="rId226" Type="http://schemas.openxmlformats.org/officeDocument/2006/relationships/customXml" Target="../ink/ink747.xml"/><Relationship Id="rId268" Type="http://schemas.openxmlformats.org/officeDocument/2006/relationships/customXml" Target="../ink/ink768.xml"/><Relationship Id="rId32" Type="http://schemas.openxmlformats.org/officeDocument/2006/relationships/customXml" Target="../ink/ink650.xml"/><Relationship Id="rId74" Type="http://schemas.openxmlformats.org/officeDocument/2006/relationships/customXml" Target="../ink/ink671.xml"/><Relationship Id="rId128" Type="http://schemas.openxmlformats.org/officeDocument/2006/relationships/customXml" Target="../ink/ink698.xml"/><Relationship Id="rId5" Type="http://schemas.openxmlformats.org/officeDocument/2006/relationships/image" Target="NULL"/><Relationship Id="rId181" Type="http://schemas.openxmlformats.org/officeDocument/2006/relationships/image" Target="NULL"/><Relationship Id="rId237" Type="http://schemas.openxmlformats.org/officeDocument/2006/relationships/image" Target="NULL"/><Relationship Id="rId279" Type="http://schemas.openxmlformats.org/officeDocument/2006/relationships/image" Target="NULL"/><Relationship Id="rId43" Type="http://schemas.openxmlformats.org/officeDocument/2006/relationships/image" Target="NULL"/><Relationship Id="rId139" Type="http://schemas.openxmlformats.org/officeDocument/2006/relationships/image" Target="NULL"/><Relationship Id="rId290" Type="http://schemas.openxmlformats.org/officeDocument/2006/relationships/customXml" Target="../ink/ink779.xml"/><Relationship Id="rId304" Type="http://schemas.openxmlformats.org/officeDocument/2006/relationships/customXml" Target="../ink/ink786.xml"/><Relationship Id="rId85" Type="http://schemas.openxmlformats.org/officeDocument/2006/relationships/image" Target="NULL"/><Relationship Id="rId150" Type="http://schemas.openxmlformats.org/officeDocument/2006/relationships/customXml" Target="../ink/ink709.xml"/><Relationship Id="rId192" Type="http://schemas.openxmlformats.org/officeDocument/2006/relationships/customXml" Target="../ink/ink730.xml"/><Relationship Id="rId206" Type="http://schemas.openxmlformats.org/officeDocument/2006/relationships/customXml" Target="../ink/ink737.xml"/><Relationship Id="rId248" Type="http://schemas.openxmlformats.org/officeDocument/2006/relationships/customXml" Target="../ink/ink758.xml"/><Relationship Id="rId12" Type="http://schemas.openxmlformats.org/officeDocument/2006/relationships/customXml" Target="../ink/ink640.xml"/><Relationship Id="rId108" Type="http://schemas.openxmlformats.org/officeDocument/2006/relationships/customXml" Target="../ink/ink688.xml"/><Relationship Id="rId315" Type="http://schemas.openxmlformats.org/officeDocument/2006/relationships/image" Target="NULL"/><Relationship Id="rId54" Type="http://schemas.openxmlformats.org/officeDocument/2006/relationships/customXml" Target="../ink/ink661.xml"/><Relationship Id="rId96" Type="http://schemas.openxmlformats.org/officeDocument/2006/relationships/customXml" Target="../ink/ink682.xml"/><Relationship Id="rId161" Type="http://schemas.openxmlformats.org/officeDocument/2006/relationships/image" Target="NULL"/><Relationship Id="rId217" Type="http://schemas.openxmlformats.org/officeDocument/2006/relationships/image" Target="NULL"/><Relationship Id="rId259" Type="http://schemas.openxmlformats.org/officeDocument/2006/relationships/image" Target="NULL"/><Relationship Id="rId23" Type="http://schemas.openxmlformats.org/officeDocument/2006/relationships/image" Target="NULL"/><Relationship Id="rId119" Type="http://schemas.openxmlformats.org/officeDocument/2006/relationships/image" Target="NULL"/><Relationship Id="rId270" Type="http://schemas.openxmlformats.org/officeDocument/2006/relationships/customXml" Target="../ink/ink769.xml"/><Relationship Id="rId326" Type="http://schemas.openxmlformats.org/officeDocument/2006/relationships/customXml" Target="../ink/ink797.xml"/><Relationship Id="rId65" Type="http://schemas.openxmlformats.org/officeDocument/2006/relationships/image" Target="NULL"/><Relationship Id="rId130" Type="http://schemas.openxmlformats.org/officeDocument/2006/relationships/customXml" Target="../ink/ink699.xml"/><Relationship Id="rId172" Type="http://schemas.openxmlformats.org/officeDocument/2006/relationships/customXml" Target="../ink/ink720.xml"/><Relationship Id="rId228" Type="http://schemas.openxmlformats.org/officeDocument/2006/relationships/customXml" Target="../ink/ink748.xml"/><Relationship Id="rId281" Type="http://schemas.openxmlformats.org/officeDocument/2006/relationships/image" Target="NULL"/><Relationship Id="rId34" Type="http://schemas.openxmlformats.org/officeDocument/2006/relationships/customXml" Target="../ink/ink651.xml"/><Relationship Id="rId76" Type="http://schemas.openxmlformats.org/officeDocument/2006/relationships/customXml" Target="../ink/ink672.xml"/><Relationship Id="rId141" Type="http://schemas.openxmlformats.org/officeDocument/2006/relationships/image" Target="NULL"/><Relationship Id="rId7" Type="http://schemas.openxmlformats.org/officeDocument/2006/relationships/image" Target="NULL"/><Relationship Id="rId183" Type="http://schemas.openxmlformats.org/officeDocument/2006/relationships/image" Target="NULL"/><Relationship Id="rId239" Type="http://schemas.openxmlformats.org/officeDocument/2006/relationships/image" Target="NULL"/><Relationship Id="rId250" Type="http://schemas.openxmlformats.org/officeDocument/2006/relationships/customXml" Target="../ink/ink759.xml"/><Relationship Id="rId292" Type="http://schemas.openxmlformats.org/officeDocument/2006/relationships/customXml" Target="../ink/ink780.xml"/><Relationship Id="rId306" Type="http://schemas.openxmlformats.org/officeDocument/2006/relationships/customXml" Target="../ink/ink787.xml"/><Relationship Id="rId24" Type="http://schemas.openxmlformats.org/officeDocument/2006/relationships/customXml" Target="../ink/ink646.xml"/><Relationship Id="rId45" Type="http://schemas.openxmlformats.org/officeDocument/2006/relationships/image" Target="NULL"/><Relationship Id="rId66" Type="http://schemas.openxmlformats.org/officeDocument/2006/relationships/customXml" Target="../ink/ink667.xml"/><Relationship Id="rId87" Type="http://schemas.openxmlformats.org/officeDocument/2006/relationships/image" Target="NULL"/><Relationship Id="rId110" Type="http://schemas.openxmlformats.org/officeDocument/2006/relationships/customXml" Target="../ink/ink689.xml"/><Relationship Id="rId131" Type="http://schemas.openxmlformats.org/officeDocument/2006/relationships/image" Target="NULL"/><Relationship Id="rId327" Type="http://schemas.openxmlformats.org/officeDocument/2006/relationships/image" Target="NULL"/><Relationship Id="rId152" Type="http://schemas.openxmlformats.org/officeDocument/2006/relationships/customXml" Target="../ink/ink710.xml"/><Relationship Id="rId173" Type="http://schemas.openxmlformats.org/officeDocument/2006/relationships/image" Target="NULL"/><Relationship Id="rId194" Type="http://schemas.openxmlformats.org/officeDocument/2006/relationships/customXml" Target="../ink/ink731.xml"/><Relationship Id="rId208" Type="http://schemas.openxmlformats.org/officeDocument/2006/relationships/customXml" Target="../ink/ink738.xml"/><Relationship Id="rId229" Type="http://schemas.openxmlformats.org/officeDocument/2006/relationships/image" Target="NULL"/><Relationship Id="rId240" Type="http://schemas.openxmlformats.org/officeDocument/2006/relationships/customXml" Target="../ink/ink754.xml"/><Relationship Id="rId261" Type="http://schemas.openxmlformats.org/officeDocument/2006/relationships/image" Target="NULL"/><Relationship Id="rId14" Type="http://schemas.openxmlformats.org/officeDocument/2006/relationships/customXml" Target="../ink/ink641.xml"/><Relationship Id="rId35" Type="http://schemas.openxmlformats.org/officeDocument/2006/relationships/image" Target="NULL"/><Relationship Id="rId56" Type="http://schemas.openxmlformats.org/officeDocument/2006/relationships/customXml" Target="../ink/ink662.xml"/><Relationship Id="rId77" Type="http://schemas.openxmlformats.org/officeDocument/2006/relationships/image" Target="NULL"/><Relationship Id="rId100" Type="http://schemas.openxmlformats.org/officeDocument/2006/relationships/customXml" Target="../ink/ink684.xml"/><Relationship Id="rId282" Type="http://schemas.openxmlformats.org/officeDocument/2006/relationships/customXml" Target="../ink/ink775.xml"/><Relationship Id="rId317" Type="http://schemas.openxmlformats.org/officeDocument/2006/relationships/image" Target="NULL"/><Relationship Id="rId8" Type="http://schemas.openxmlformats.org/officeDocument/2006/relationships/customXml" Target="../ink/ink638.xml"/><Relationship Id="rId98" Type="http://schemas.openxmlformats.org/officeDocument/2006/relationships/customXml" Target="../ink/ink683.xml"/><Relationship Id="rId121" Type="http://schemas.openxmlformats.org/officeDocument/2006/relationships/image" Target="NULL"/><Relationship Id="rId142" Type="http://schemas.openxmlformats.org/officeDocument/2006/relationships/customXml" Target="../ink/ink705.xml"/><Relationship Id="rId163" Type="http://schemas.openxmlformats.org/officeDocument/2006/relationships/image" Target="NULL"/><Relationship Id="rId184" Type="http://schemas.openxmlformats.org/officeDocument/2006/relationships/customXml" Target="../ink/ink726.xml"/><Relationship Id="rId219" Type="http://schemas.openxmlformats.org/officeDocument/2006/relationships/image" Target="NULL"/><Relationship Id="rId230" Type="http://schemas.openxmlformats.org/officeDocument/2006/relationships/customXml" Target="../ink/ink749.xml"/><Relationship Id="rId251" Type="http://schemas.openxmlformats.org/officeDocument/2006/relationships/image" Target="NULL"/><Relationship Id="rId25" Type="http://schemas.openxmlformats.org/officeDocument/2006/relationships/image" Target="NULL"/><Relationship Id="rId46" Type="http://schemas.openxmlformats.org/officeDocument/2006/relationships/customXml" Target="../ink/ink657.xml"/><Relationship Id="rId67" Type="http://schemas.openxmlformats.org/officeDocument/2006/relationships/image" Target="NULL"/><Relationship Id="rId272" Type="http://schemas.openxmlformats.org/officeDocument/2006/relationships/customXml" Target="../ink/ink770.xml"/><Relationship Id="rId293" Type="http://schemas.openxmlformats.org/officeDocument/2006/relationships/image" Target="NULL"/><Relationship Id="rId307" Type="http://schemas.openxmlformats.org/officeDocument/2006/relationships/image" Target="NULL"/><Relationship Id="rId328" Type="http://schemas.openxmlformats.org/officeDocument/2006/relationships/customXml" Target="../ink/ink798.xml"/><Relationship Id="rId88" Type="http://schemas.openxmlformats.org/officeDocument/2006/relationships/customXml" Target="../ink/ink678.xml"/><Relationship Id="rId111" Type="http://schemas.openxmlformats.org/officeDocument/2006/relationships/image" Target="NULL"/><Relationship Id="rId132" Type="http://schemas.openxmlformats.org/officeDocument/2006/relationships/customXml" Target="../ink/ink700.xml"/><Relationship Id="rId153" Type="http://schemas.openxmlformats.org/officeDocument/2006/relationships/image" Target="NULL"/><Relationship Id="rId174" Type="http://schemas.openxmlformats.org/officeDocument/2006/relationships/customXml" Target="../ink/ink721.xml"/><Relationship Id="rId195" Type="http://schemas.openxmlformats.org/officeDocument/2006/relationships/image" Target="NULL"/><Relationship Id="rId209" Type="http://schemas.openxmlformats.org/officeDocument/2006/relationships/image" Target="NULL"/><Relationship Id="rId220" Type="http://schemas.openxmlformats.org/officeDocument/2006/relationships/customXml" Target="../ink/ink744.xml"/><Relationship Id="rId241" Type="http://schemas.openxmlformats.org/officeDocument/2006/relationships/image" Target="NULL"/><Relationship Id="rId15" Type="http://schemas.openxmlformats.org/officeDocument/2006/relationships/image" Target="NULL"/><Relationship Id="rId36" Type="http://schemas.openxmlformats.org/officeDocument/2006/relationships/customXml" Target="../ink/ink652.xml"/><Relationship Id="rId57" Type="http://schemas.openxmlformats.org/officeDocument/2006/relationships/image" Target="NULL"/><Relationship Id="rId262" Type="http://schemas.openxmlformats.org/officeDocument/2006/relationships/customXml" Target="../ink/ink765.xml"/><Relationship Id="rId283" Type="http://schemas.openxmlformats.org/officeDocument/2006/relationships/image" Target="NULL"/><Relationship Id="rId318" Type="http://schemas.openxmlformats.org/officeDocument/2006/relationships/customXml" Target="../ink/ink793.xml"/><Relationship Id="rId78" Type="http://schemas.openxmlformats.org/officeDocument/2006/relationships/customXml" Target="../ink/ink673.xml"/><Relationship Id="rId99" Type="http://schemas.openxmlformats.org/officeDocument/2006/relationships/image" Target="NULL"/><Relationship Id="rId101" Type="http://schemas.openxmlformats.org/officeDocument/2006/relationships/image" Target="NULL"/><Relationship Id="rId122" Type="http://schemas.openxmlformats.org/officeDocument/2006/relationships/customXml" Target="../ink/ink695.xml"/><Relationship Id="rId143" Type="http://schemas.openxmlformats.org/officeDocument/2006/relationships/image" Target="NULL"/><Relationship Id="rId164" Type="http://schemas.openxmlformats.org/officeDocument/2006/relationships/customXml" Target="../ink/ink716.xml"/><Relationship Id="rId185" Type="http://schemas.openxmlformats.org/officeDocument/2006/relationships/image" Target="NULL"/><Relationship Id="rId9" Type="http://schemas.openxmlformats.org/officeDocument/2006/relationships/image" Target="NULL"/><Relationship Id="rId210" Type="http://schemas.openxmlformats.org/officeDocument/2006/relationships/customXml" Target="../ink/ink739.xml"/><Relationship Id="rId26" Type="http://schemas.openxmlformats.org/officeDocument/2006/relationships/customXml" Target="../ink/ink647.xml"/><Relationship Id="rId231" Type="http://schemas.openxmlformats.org/officeDocument/2006/relationships/image" Target="NULL"/><Relationship Id="rId252" Type="http://schemas.openxmlformats.org/officeDocument/2006/relationships/customXml" Target="../ink/ink760.xml"/><Relationship Id="rId273" Type="http://schemas.openxmlformats.org/officeDocument/2006/relationships/image" Target="NULL"/><Relationship Id="rId294" Type="http://schemas.openxmlformats.org/officeDocument/2006/relationships/customXml" Target="../ink/ink781.xml"/><Relationship Id="rId308" Type="http://schemas.openxmlformats.org/officeDocument/2006/relationships/customXml" Target="../ink/ink788.xml"/><Relationship Id="rId329" Type="http://schemas.openxmlformats.org/officeDocument/2006/relationships/image" Target="NULL"/><Relationship Id="rId47" Type="http://schemas.openxmlformats.org/officeDocument/2006/relationships/image" Target="NULL"/><Relationship Id="rId68" Type="http://schemas.openxmlformats.org/officeDocument/2006/relationships/customXml" Target="../ink/ink668.xml"/><Relationship Id="rId89" Type="http://schemas.openxmlformats.org/officeDocument/2006/relationships/image" Target="NULL"/><Relationship Id="rId112" Type="http://schemas.openxmlformats.org/officeDocument/2006/relationships/customXml" Target="../ink/ink690.xml"/><Relationship Id="rId133" Type="http://schemas.openxmlformats.org/officeDocument/2006/relationships/image" Target="NULL"/><Relationship Id="rId154" Type="http://schemas.openxmlformats.org/officeDocument/2006/relationships/customXml" Target="../ink/ink711.xml"/><Relationship Id="rId175" Type="http://schemas.openxmlformats.org/officeDocument/2006/relationships/image" Target="NULL"/><Relationship Id="rId196" Type="http://schemas.openxmlformats.org/officeDocument/2006/relationships/customXml" Target="../ink/ink732.xml"/><Relationship Id="rId200" Type="http://schemas.openxmlformats.org/officeDocument/2006/relationships/customXml" Target="../ink/ink734.xml"/><Relationship Id="rId16" Type="http://schemas.openxmlformats.org/officeDocument/2006/relationships/customXml" Target="../ink/ink642.xml"/><Relationship Id="rId221" Type="http://schemas.openxmlformats.org/officeDocument/2006/relationships/image" Target="NULL"/><Relationship Id="rId242" Type="http://schemas.openxmlformats.org/officeDocument/2006/relationships/customXml" Target="../ink/ink755.xml"/><Relationship Id="rId263" Type="http://schemas.openxmlformats.org/officeDocument/2006/relationships/image" Target="NULL"/><Relationship Id="rId284" Type="http://schemas.openxmlformats.org/officeDocument/2006/relationships/customXml" Target="../ink/ink776.xml"/><Relationship Id="rId319" Type="http://schemas.openxmlformats.org/officeDocument/2006/relationships/image" Target="NULL"/><Relationship Id="rId37" Type="http://schemas.openxmlformats.org/officeDocument/2006/relationships/image" Target="NULL"/><Relationship Id="rId58" Type="http://schemas.openxmlformats.org/officeDocument/2006/relationships/customXml" Target="../ink/ink663.xml"/><Relationship Id="rId79" Type="http://schemas.openxmlformats.org/officeDocument/2006/relationships/image" Target="NULL"/><Relationship Id="rId102" Type="http://schemas.openxmlformats.org/officeDocument/2006/relationships/customXml" Target="../ink/ink685.xml"/><Relationship Id="rId123" Type="http://schemas.openxmlformats.org/officeDocument/2006/relationships/image" Target="NULL"/><Relationship Id="rId144" Type="http://schemas.openxmlformats.org/officeDocument/2006/relationships/customXml" Target="../ink/ink706.xml"/><Relationship Id="rId330" Type="http://schemas.openxmlformats.org/officeDocument/2006/relationships/customXml" Target="../ink/ink799.xml"/><Relationship Id="rId90" Type="http://schemas.openxmlformats.org/officeDocument/2006/relationships/customXml" Target="../ink/ink679.xml"/><Relationship Id="rId165" Type="http://schemas.openxmlformats.org/officeDocument/2006/relationships/image" Target="NULL"/><Relationship Id="rId186" Type="http://schemas.openxmlformats.org/officeDocument/2006/relationships/customXml" Target="../ink/ink727.xml"/><Relationship Id="rId211" Type="http://schemas.openxmlformats.org/officeDocument/2006/relationships/image" Target="NULL"/><Relationship Id="rId232" Type="http://schemas.openxmlformats.org/officeDocument/2006/relationships/customXml" Target="../ink/ink750.xml"/><Relationship Id="rId253" Type="http://schemas.openxmlformats.org/officeDocument/2006/relationships/image" Target="NULL"/><Relationship Id="rId274" Type="http://schemas.openxmlformats.org/officeDocument/2006/relationships/customXml" Target="../ink/ink771.xml"/><Relationship Id="rId295" Type="http://schemas.openxmlformats.org/officeDocument/2006/relationships/image" Target="NULL"/><Relationship Id="rId309" Type="http://schemas.openxmlformats.org/officeDocument/2006/relationships/image" Target="NULL"/><Relationship Id="rId27" Type="http://schemas.openxmlformats.org/officeDocument/2006/relationships/image" Target="NULL"/><Relationship Id="rId48" Type="http://schemas.openxmlformats.org/officeDocument/2006/relationships/customXml" Target="../ink/ink658.xml"/><Relationship Id="rId69" Type="http://schemas.openxmlformats.org/officeDocument/2006/relationships/image" Target="NULL"/><Relationship Id="rId113" Type="http://schemas.openxmlformats.org/officeDocument/2006/relationships/image" Target="NULL"/><Relationship Id="rId134" Type="http://schemas.openxmlformats.org/officeDocument/2006/relationships/customXml" Target="../ink/ink701.xml"/><Relationship Id="rId320" Type="http://schemas.openxmlformats.org/officeDocument/2006/relationships/customXml" Target="../ink/ink794.xml"/><Relationship Id="rId80" Type="http://schemas.openxmlformats.org/officeDocument/2006/relationships/customXml" Target="../ink/ink674.xml"/><Relationship Id="rId155" Type="http://schemas.openxmlformats.org/officeDocument/2006/relationships/image" Target="NULL"/><Relationship Id="rId176" Type="http://schemas.openxmlformats.org/officeDocument/2006/relationships/customXml" Target="../ink/ink722.xml"/><Relationship Id="rId197" Type="http://schemas.openxmlformats.org/officeDocument/2006/relationships/image" Target="NULL"/><Relationship Id="rId201" Type="http://schemas.openxmlformats.org/officeDocument/2006/relationships/image" Target="NULL"/><Relationship Id="rId222" Type="http://schemas.openxmlformats.org/officeDocument/2006/relationships/customXml" Target="../ink/ink745.xml"/><Relationship Id="rId243" Type="http://schemas.openxmlformats.org/officeDocument/2006/relationships/image" Target="NULL"/><Relationship Id="rId264" Type="http://schemas.openxmlformats.org/officeDocument/2006/relationships/customXml" Target="../ink/ink766.xml"/><Relationship Id="rId285" Type="http://schemas.openxmlformats.org/officeDocument/2006/relationships/image" Target="NULL"/><Relationship Id="rId17" Type="http://schemas.openxmlformats.org/officeDocument/2006/relationships/image" Target="NULL"/><Relationship Id="rId38" Type="http://schemas.openxmlformats.org/officeDocument/2006/relationships/customXml" Target="../ink/ink653.xml"/><Relationship Id="rId59" Type="http://schemas.openxmlformats.org/officeDocument/2006/relationships/image" Target="NULL"/><Relationship Id="rId103" Type="http://schemas.openxmlformats.org/officeDocument/2006/relationships/image" Target="NULL"/><Relationship Id="rId124" Type="http://schemas.openxmlformats.org/officeDocument/2006/relationships/customXml" Target="../ink/ink696.xml"/><Relationship Id="rId310" Type="http://schemas.openxmlformats.org/officeDocument/2006/relationships/customXml" Target="../ink/ink789.xml"/><Relationship Id="rId70" Type="http://schemas.openxmlformats.org/officeDocument/2006/relationships/customXml" Target="../ink/ink669.xml"/><Relationship Id="rId91" Type="http://schemas.openxmlformats.org/officeDocument/2006/relationships/image" Target="NULL"/><Relationship Id="rId145" Type="http://schemas.openxmlformats.org/officeDocument/2006/relationships/image" Target="NULL"/><Relationship Id="rId166" Type="http://schemas.openxmlformats.org/officeDocument/2006/relationships/customXml" Target="../ink/ink717.xml"/><Relationship Id="rId187" Type="http://schemas.openxmlformats.org/officeDocument/2006/relationships/image" Target="NULL"/><Relationship Id="rId331" Type="http://schemas.openxmlformats.org/officeDocument/2006/relationships/image" Target="NUL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740.xml"/><Relationship Id="rId233" Type="http://schemas.openxmlformats.org/officeDocument/2006/relationships/image" Target="NULL"/><Relationship Id="rId254" Type="http://schemas.openxmlformats.org/officeDocument/2006/relationships/customXml" Target="../ink/ink761.xml"/><Relationship Id="rId28" Type="http://schemas.openxmlformats.org/officeDocument/2006/relationships/customXml" Target="../ink/ink648.xml"/><Relationship Id="rId49" Type="http://schemas.openxmlformats.org/officeDocument/2006/relationships/image" Target="NULL"/><Relationship Id="rId114" Type="http://schemas.openxmlformats.org/officeDocument/2006/relationships/customXml" Target="../ink/ink691.xml"/><Relationship Id="rId275" Type="http://schemas.openxmlformats.org/officeDocument/2006/relationships/image" Target="NULL"/><Relationship Id="rId296" Type="http://schemas.openxmlformats.org/officeDocument/2006/relationships/customXml" Target="../ink/ink782.xml"/><Relationship Id="rId300" Type="http://schemas.openxmlformats.org/officeDocument/2006/relationships/customXml" Target="../ink/ink784.xml"/><Relationship Id="rId60" Type="http://schemas.openxmlformats.org/officeDocument/2006/relationships/customXml" Target="../ink/ink664.xml"/><Relationship Id="rId81" Type="http://schemas.openxmlformats.org/officeDocument/2006/relationships/image" Target="NULL"/><Relationship Id="rId135" Type="http://schemas.openxmlformats.org/officeDocument/2006/relationships/image" Target="NULL"/><Relationship Id="rId156" Type="http://schemas.openxmlformats.org/officeDocument/2006/relationships/customXml" Target="../ink/ink712.xml"/><Relationship Id="rId177" Type="http://schemas.openxmlformats.org/officeDocument/2006/relationships/image" Target="NULL"/><Relationship Id="rId198" Type="http://schemas.openxmlformats.org/officeDocument/2006/relationships/customXml" Target="../ink/ink733.xml"/><Relationship Id="rId321" Type="http://schemas.openxmlformats.org/officeDocument/2006/relationships/image" Target="NULL"/><Relationship Id="rId202" Type="http://schemas.openxmlformats.org/officeDocument/2006/relationships/customXml" Target="../ink/ink735.xml"/><Relationship Id="rId223" Type="http://schemas.openxmlformats.org/officeDocument/2006/relationships/image" Target="NULL"/><Relationship Id="rId244" Type="http://schemas.openxmlformats.org/officeDocument/2006/relationships/customXml" Target="../ink/ink756.xml"/><Relationship Id="rId18" Type="http://schemas.openxmlformats.org/officeDocument/2006/relationships/customXml" Target="../ink/ink643.xml"/><Relationship Id="rId39" Type="http://schemas.openxmlformats.org/officeDocument/2006/relationships/image" Target="NULL"/><Relationship Id="rId265" Type="http://schemas.openxmlformats.org/officeDocument/2006/relationships/image" Target="NULL"/><Relationship Id="rId286" Type="http://schemas.openxmlformats.org/officeDocument/2006/relationships/customXml" Target="../ink/ink777.xml"/><Relationship Id="rId50" Type="http://schemas.openxmlformats.org/officeDocument/2006/relationships/customXml" Target="../ink/ink659.xml"/><Relationship Id="rId104" Type="http://schemas.openxmlformats.org/officeDocument/2006/relationships/customXml" Target="../ink/ink686.xml"/><Relationship Id="rId125" Type="http://schemas.openxmlformats.org/officeDocument/2006/relationships/image" Target="NULL"/><Relationship Id="rId146" Type="http://schemas.openxmlformats.org/officeDocument/2006/relationships/customXml" Target="../ink/ink707.xml"/><Relationship Id="rId167" Type="http://schemas.openxmlformats.org/officeDocument/2006/relationships/image" Target="NULL"/><Relationship Id="rId188" Type="http://schemas.openxmlformats.org/officeDocument/2006/relationships/customXml" Target="../ink/ink728.xml"/><Relationship Id="rId311" Type="http://schemas.openxmlformats.org/officeDocument/2006/relationships/image" Target="NULL"/><Relationship Id="rId332" Type="http://schemas.openxmlformats.org/officeDocument/2006/relationships/customXml" Target="../ink/ink800.xml"/><Relationship Id="rId71" Type="http://schemas.openxmlformats.org/officeDocument/2006/relationships/image" Target="NULL"/><Relationship Id="rId92" Type="http://schemas.openxmlformats.org/officeDocument/2006/relationships/customXml" Target="../ink/ink680.xml"/><Relationship Id="rId213" Type="http://schemas.openxmlformats.org/officeDocument/2006/relationships/image" Target="NULL"/><Relationship Id="rId234" Type="http://schemas.openxmlformats.org/officeDocument/2006/relationships/customXml" Target="../ink/ink751.xml"/><Relationship Id="rId2" Type="http://schemas.openxmlformats.org/officeDocument/2006/relationships/customXml" Target="../ink/ink635.xml"/><Relationship Id="rId29" Type="http://schemas.openxmlformats.org/officeDocument/2006/relationships/image" Target="NULL"/><Relationship Id="rId255" Type="http://schemas.openxmlformats.org/officeDocument/2006/relationships/image" Target="NULL"/><Relationship Id="rId276" Type="http://schemas.openxmlformats.org/officeDocument/2006/relationships/customXml" Target="../ink/ink772.xml"/><Relationship Id="rId297" Type="http://schemas.openxmlformats.org/officeDocument/2006/relationships/image" Target="NULL"/><Relationship Id="rId40" Type="http://schemas.openxmlformats.org/officeDocument/2006/relationships/customXml" Target="../ink/ink654.xml"/><Relationship Id="rId115" Type="http://schemas.openxmlformats.org/officeDocument/2006/relationships/image" Target="NULL"/><Relationship Id="rId136" Type="http://schemas.openxmlformats.org/officeDocument/2006/relationships/customXml" Target="../ink/ink702.xml"/><Relationship Id="rId157" Type="http://schemas.openxmlformats.org/officeDocument/2006/relationships/image" Target="NULL"/><Relationship Id="rId178" Type="http://schemas.openxmlformats.org/officeDocument/2006/relationships/customXml" Target="../ink/ink723.xml"/><Relationship Id="rId301" Type="http://schemas.openxmlformats.org/officeDocument/2006/relationships/image" Target="NULL"/><Relationship Id="rId322" Type="http://schemas.openxmlformats.org/officeDocument/2006/relationships/customXml" Target="../ink/ink795.xml"/><Relationship Id="rId61" Type="http://schemas.openxmlformats.org/officeDocument/2006/relationships/image" Target="NULL"/><Relationship Id="rId82" Type="http://schemas.openxmlformats.org/officeDocument/2006/relationships/customXml" Target="../ink/ink675.xml"/><Relationship Id="rId199" Type="http://schemas.openxmlformats.org/officeDocument/2006/relationships/image" Target="NULL"/><Relationship Id="rId203" Type="http://schemas.openxmlformats.org/officeDocument/2006/relationships/image" Target="NULL"/><Relationship Id="rId19" Type="http://schemas.openxmlformats.org/officeDocument/2006/relationships/image" Target="NULL"/><Relationship Id="rId224" Type="http://schemas.openxmlformats.org/officeDocument/2006/relationships/customXml" Target="../ink/ink746.xml"/><Relationship Id="rId245" Type="http://schemas.openxmlformats.org/officeDocument/2006/relationships/image" Target="NULL"/><Relationship Id="rId266" Type="http://schemas.openxmlformats.org/officeDocument/2006/relationships/customXml" Target="../ink/ink767.xml"/><Relationship Id="rId287" Type="http://schemas.openxmlformats.org/officeDocument/2006/relationships/image" Target="NULL"/><Relationship Id="rId30" Type="http://schemas.openxmlformats.org/officeDocument/2006/relationships/customXml" Target="../ink/ink649.xml"/><Relationship Id="rId105" Type="http://schemas.openxmlformats.org/officeDocument/2006/relationships/image" Target="NULL"/><Relationship Id="rId126" Type="http://schemas.openxmlformats.org/officeDocument/2006/relationships/customXml" Target="../ink/ink697.xml"/><Relationship Id="rId147" Type="http://schemas.openxmlformats.org/officeDocument/2006/relationships/image" Target="NULL"/><Relationship Id="rId168" Type="http://schemas.openxmlformats.org/officeDocument/2006/relationships/customXml" Target="../ink/ink718.xml"/><Relationship Id="rId312" Type="http://schemas.openxmlformats.org/officeDocument/2006/relationships/customXml" Target="../ink/ink790.xml"/><Relationship Id="rId333" Type="http://schemas.openxmlformats.org/officeDocument/2006/relationships/image" Target="NULL"/><Relationship Id="rId51" Type="http://schemas.openxmlformats.org/officeDocument/2006/relationships/image" Target="NULL"/><Relationship Id="rId72" Type="http://schemas.openxmlformats.org/officeDocument/2006/relationships/customXml" Target="../ink/ink670.xml"/><Relationship Id="rId93" Type="http://schemas.openxmlformats.org/officeDocument/2006/relationships/image" Target="NULL"/><Relationship Id="rId189" Type="http://schemas.openxmlformats.org/officeDocument/2006/relationships/image" Target="NULL"/><Relationship Id="rId3" Type="http://schemas.openxmlformats.org/officeDocument/2006/relationships/image" Target="NULL"/><Relationship Id="rId214" Type="http://schemas.openxmlformats.org/officeDocument/2006/relationships/customXml" Target="../ink/ink741.xml"/><Relationship Id="rId235" Type="http://schemas.openxmlformats.org/officeDocument/2006/relationships/image" Target="NULL"/><Relationship Id="rId256" Type="http://schemas.openxmlformats.org/officeDocument/2006/relationships/customXml" Target="../ink/ink762.xml"/><Relationship Id="rId277" Type="http://schemas.openxmlformats.org/officeDocument/2006/relationships/image" Target="NULL"/><Relationship Id="rId298" Type="http://schemas.openxmlformats.org/officeDocument/2006/relationships/customXml" Target="../ink/ink783.xml"/><Relationship Id="rId116" Type="http://schemas.openxmlformats.org/officeDocument/2006/relationships/customXml" Target="../ink/ink692.xml"/><Relationship Id="rId137" Type="http://schemas.openxmlformats.org/officeDocument/2006/relationships/image" Target="NULL"/><Relationship Id="rId158" Type="http://schemas.openxmlformats.org/officeDocument/2006/relationships/customXml" Target="../ink/ink713.xml"/><Relationship Id="rId302" Type="http://schemas.openxmlformats.org/officeDocument/2006/relationships/customXml" Target="../ink/ink785.xml"/><Relationship Id="rId323" Type="http://schemas.openxmlformats.org/officeDocument/2006/relationships/image" Target="NULL"/><Relationship Id="rId20" Type="http://schemas.openxmlformats.org/officeDocument/2006/relationships/customXml" Target="../ink/ink644.xml"/><Relationship Id="rId41" Type="http://schemas.openxmlformats.org/officeDocument/2006/relationships/image" Target="NULL"/><Relationship Id="rId62" Type="http://schemas.openxmlformats.org/officeDocument/2006/relationships/customXml" Target="../ink/ink665.xml"/><Relationship Id="rId83" Type="http://schemas.openxmlformats.org/officeDocument/2006/relationships/image" Target="NULL"/><Relationship Id="rId179" Type="http://schemas.openxmlformats.org/officeDocument/2006/relationships/image" Target="NULL"/><Relationship Id="rId190" Type="http://schemas.openxmlformats.org/officeDocument/2006/relationships/customXml" Target="../ink/ink729.xml"/><Relationship Id="rId204" Type="http://schemas.openxmlformats.org/officeDocument/2006/relationships/customXml" Target="../ink/ink736.xml"/><Relationship Id="rId225" Type="http://schemas.openxmlformats.org/officeDocument/2006/relationships/image" Target="NULL"/><Relationship Id="rId246" Type="http://schemas.openxmlformats.org/officeDocument/2006/relationships/customXml" Target="../ink/ink757.xml"/><Relationship Id="rId267" Type="http://schemas.openxmlformats.org/officeDocument/2006/relationships/image" Target="NULL"/><Relationship Id="rId288" Type="http://schemas.openxmlformats.org/officeDocument/2006/relationships/customXml" Target="../ink/ink778.xml"/><Relationship Id="rId106" Type="http://schemas.openxmlformats.org/officeDocument/2006/relationships/customXml" Target="../ink/ink687.xml"/><Relationship Id="rId127" Type="http://schemas.openxmlformats.org/officeDocument/2006/relationships/image" Target="NULL"/><Relationship Id="rId313" Type="http://schemas.openxmlformats.org/officeDocument/2006/relationships/image" Target="NULL"/><Relationship Id="rId10" Type="http://schemas.openxmlformats.org/officeDocument/2006/relationships/customXml" Target="../ink/ink639.xml"/><Relationship Id="rId31" Type="http://schemas.openxmlformats.org/officeDocument/2006/relationships/image" Target="NULL"/><Relationship Id="rId52" Type="http://schemas.openxmlformats.org/officeDocument/2006/relationships/customXml" Target="../ink/ink660.xml"/><Relationship Id="rId73" Type="http://schemas.openxmlformats.org/officeDocument/2006/relationships/image" Target="NULL"/><Relationship Id="rId94" Type="http://schemas.openxmlformats.org/officeDocument/2006/relationships/customXml" Target="../ink/ink681.xml"/><Relationship Id="rId148" Type="http://schemas.openxmlformats.org/officeDocument/2006/relationships/customXml" Target="../ink/ink708.xml"/><Relationship Id="rId169" Type="http://schemas.openxmlformats.org/officeDocument/2006/relationships/image" Target="NULL"/><Relationship Id="rId4" Type="http://schemas.openxmlformats.org/officeDocument/2006/relationships/customXml" Target="../ink/ink636.xml"/><Relationship Id="rId180" Type="http://schemas.openxmlformats.org/officeDocument/2006/relationships/customXml" Target="../ink/ink724.xml"/><Relationship Id="rId215" Type="http://schemas.openxmlformats.org/officeDocument/2006/relationships/image" Target="NULL"/><Relationship Id="rId236" Type="http://schemas.openxmlformats.org/officeDocument/2006/relationships/customXml" Target="../ink/ink752.xml"/><Relationship Id="rId257" Type="http://schemas.openxmlformats.org/officeDocument/2006/relationships/image" Target="NULL"/><Relationship Id="rId278" Type="http://schemas.openxmlformats.org/officeDocument/2006/relationships/customXml" Target="../ink/ink773.xml"/><Relationship Id="rId303" Type="http://schemas.openxmlformats.org/officeDocument/2006/relationships/image" Target="NULL"/><Relationship Id="rId42" Type="http://schemas.openxmlformats.org/officeDocument/2006/relationships/customXml" Target="../ink/ink655.xml"/><Relationship Id="rId84" Type="http://schemas.openxmlformats.org/officeDocument/2006/relationships/customXml" Target="../ink/ink676.xml"/><Relationship Id="rId138" Type="http://schemas.openxmlformats.org/officeDocument/2006/relationships/customXml" Target="../ink/ink703.xml"/><Relationship Id="rId191" Type="http://schemas.openxmlformats.org/officeDocument/2006/relationships/image" Target="NULL"/><Relationship Id="rId205" Type="http://schemas.openxmlformats.org/officeDocument/2006/relationships/image" Target="NULL"/><Relationship Id="rId247" Type="http://schemas.openxmlformats.org/officeDocument/2006/relationships/image" Target="NULL"/><Relationship Id="rId107" Type="http://schemas.openxmlformats.org/officeDocument/2006/relationships/image" Target="NULL"/><Relationship Id="rId289" Type="http://schemas.openxmlformats.org/officeDocument/2006/relationships/image" Target="NULL"/><Relationship Id="rId11" Type="http://schemas.openxmlformats.org/officeDocument/2006/relationships/image" Target="NULL"/><Relationship Id="rId53" Type="http://schemas.openxmlformats.org/officeDocument/2006/relationships/image" Target="NULL"/><Relationship Id="rId149" Type="http://schemas.openxmlformats.org/officeDocument/2006/relationships/image" Target="NULL"/><Relationship Id="rId314" Type="http://schemas.openxmlformats.org/officeDocument/2006/relationships/customXml" Target="../ink/ink791.xml"/><Relationship Id="rId95" Type="http://schemas.openxmlformats.org/officeDocument/2006/relationships/image" Target="NULL"/><Relationship Id="rId160" Type="http://schemas.openxmlformats.org/officeDocument/2006/relationships/customXml" Target="../ink/ink714.xml"/><Relationship Id="rId216" Type="http://schemas.openxmlformats.org/officeDocument/2006/relationships/customXml" Target="../ink/ink742.xml"/><Relationship Id="rId258" Type="http://schemas.openxmlformats.org/officeDocument/2006/relationships/customXml" Target="../ink/ink763.xml"/><Relationship Id="rId22" Type="http://schemas.openxmlformats.org/officeDocument/2006/relationships/customXml" Target="../ink/ink645.xml"/><Relationship Id="rId64" Type="http://schemas.openxmlformats.org/officeDocument/2006/relationships/customXml" Target="../ink/ink666.xml"/><Relationship Id="rId118" Type="http://schemas.openxmlformats.org/officeDocument/2006/relationships/customXml" Target="../ink/ink693.xml"/><Relationship Id="rId325" Type="http://schemas.openxmlformats.org/officeDocument/2006/relationships/image" Target="NULL"/><Relationship Id="rId171" Type="http://schemas.openxmlformats.org/officeDocument/2006/relationships/image" Target="NULL"/><Relationship Id="rId227" Type="http://schemas.openxmlformats.org/officeDocument/2006/relationships/image" Target="NULL"/><Relationship Id="rId269" Type="http://schemas.openxmlformats.org/officeDocument/2006/relationships/image" Target="NULL"/><Relationship Id="rId33" Type="http://schemas.openxmlformats.org/officeDocument/2006/relationships/image" Target="NULL"/><Relationship Id="rId129" Type="http://schemas.openxmlformats.org/officeDocument/2006/relationships/image" Target="NULL"/><Relationship Id="rId280" Type="http://schemas.openxmlformats.org/officeDocument/2006/relationships/customXml" Target="../ink/ink774.xml"/><Relationship Id="rId75" Type="http://schemas.openxmlformats.org/officeDocument/2006/relationships/image" Target="NULL"/><Relationship Id="rId140" Type="http://schemas.openxmlformats.org/officeDocument/2006/relationships/customXml" Target="../ink/ink704.xml"/><Relationship Id="rId182" Type="http://schemas.openxmlformats.org/officeDocument/2006/relationships/customXml" Target="../ink/ink725.xml"/><Relationship Id="rId6" Type="http://schemas.openxmlformats.org/officeDocument/2006/relationships/customXml" Target="../ink/ink637.xml"/><Relationship Id="rId238" Type="http://schemas.openxmlformats.org/officeDocument/2006/relationships/customXml" Target="../ink/ink753.xml"/><Relationship Id="rId291" Type="http://schemas.openxmlformats.org/officeDocument/2006/relationships/image" Target="NULL"/><Relationship Id="rId305" Type="http://schemas.openxmlformats.org/officeDocument/2006/relationships/image" Target="NULL"/><Relationship Id="rId44" Type="http://schemas.openxmlformats.org/officeDocument/2006/relationships/customXml" Target="../ink/ink656.xml"/><Relationship Id="rId86" Type="http://schemas.openxmlformats.org/officeDocument/2006/relationships/customXml" Target="../ink/ink677.xml"/><Relationship Id="rId151" Type="http://schemas.openxmlformats.org/officeDocument/2006/relationships/image" Target="NULL"/><Relationship Id="rId193" Type="http://schemas.openxmlformats.org/officeDocument/2006/relationships/image" Target="NULL"/><Relationship Id="rId207" Type="http://schemas.openxmlformats.org/officeDocument/2006/relationships/image" Target="NULL"/><Relationship Id="rId249" Type="http://schemas.openxmlformats.org/officeDocument/2006/relationships/image" Target="NULL"/><Relationship Id="rId13" Type="http://schemas.openxmlformats.org/officeDocument/2006/relationships/image" Target="NULL"/><Relationship Id="rId109" Type="http://schemas.openxmlformats.org/officeDocument/2006/relationships/image" Target="NULL"/><Relationship Id="rId260" Type="http://schemas.openxmlformats.org/officeDocument/2006/relationships/customXml" Target="../ink/ink764.xml"/><Relationship Id="rId316" Type="http://schemas.openxmlformats.org/officeDocument/2006/relationships/customXml" Target="../ink/ink792.xml"/><Relationship Id="rId55" Type="http://schemas.openxmlformats.org/officeDocument/2006/relationships/image" Target="NULL"/><Relationship Id="rId97" Type="http://schemas.openxmlformats.org/officeDocument/2006/relationships/image" Target="NULL"/><Relationship Id="rId120" Type="http://schemas.openxmlformats.org/officeDocument/2006/relationships/customXml" Target="../ink/ink694.xml"/><Relationship Id="rId162" Type="http://schemas.openxmlformats.org/officeDocument/2006/relationships/customXml" Target="../ink/ink715.xml"/><Relationship Id="rId218" Type="http://schemas.openxmlformats.org/officeDocument/2006/relationships/customXml" Target="../ink/ink743.xml"/><Relationship Id="rId271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NULL"/><Relationship Id="rId299" Type="http://schemas.openxmlformats.org/officeDocument/2006/relationships/image" Target="NULL"/><Relationship Id="rId21" Type="http://schemas.openxmlformats.org/officeDocument/2006/relationships/image" Target="NULL"/><Relationship Id="rId63" Type="http://schemas.openxmlformats.org/officeDocument/2006/relationships/image" Target="NULL"/><Relationship Id="rId159" Type="http://schemas.openxmlformats.org/officeDocument/2006/relationships/image" Target="NULL"/><Relationship Id="rId324" Type="http://schemas.openxmlformats.org/officeDocument/2006/relationships/image" Target="NULL"/><Relationship Id="rId366" Type="http://schemas.openxmlformats.org/officeDocument/2006/relationships/image" Target="NULL"/><Relationship Id="rId170" Type="http://schemas.openxmlformats.org/officeDocument/2006/relationships/customXml" Target="../ink/ink885.xml"/><Relationship Id="rId226" Type="http://schemas.openxmlformats.org/officeDocument/2006/relationships/customXml" Target="../ink/ink913.xml"/><Relationship Id="rId268" Type="http://schemas.openxmlformats.org/officeDocument/2006/relationships/customXml" Target="../ink/ink934.xml"/><Relationship Id="rId32" Type="http://schemas.openxmlformats.org/officeDocument/2006/relationships/customXml" Target="../ink/ink816.xml"/><Relationship Id="rId74" Type="http://schemas.openxmlformats.org/officeDocument/2006/relationships/customXml" Target="../ink/ink837.xml"/><Relationship Id="rId128" Type="http://schemas.openxmlformats.org/officeDocument/2006/relationships/customXml" Target="../ink/ink864.xml"/><Relationship Id="rId335" Type="http://schemas.openxmlformats.org/officeDocument/2006/relationships/customXml" Target="../ink/ink968.xml"/><Relationship Id="rId377" Type="http://schemas.openxmlformats.org/officeDocument/2006/relationships/customXml" Target="../ink/ink989.xml"/><Relationship Id="rId5" Type="http://schemas.openxmlformats.org/officeDocument/2006/relationships/image" Target="NULL"/><Relationship Id="rId181" Type="http://schemas.openxmlformats.org/officeDocument/2006/relationships/image" Target="NULL"/><Relationship Id="rId237" Type="http://schemas.openxmlformats.org/officeDocument/2006/relationships/image" Target="NULL"/><Relationship Id="rId402" Type="http://schemas.openxmlformats.org/officeDocument/2006/relationships/image" Target="NULL"/><Relationship Id="rId279" Type="http://schemas.openxmlformats.org/officeDocument/2006/relationships/image" Target="NULL"/><Relationship Id="rId43" Type="http://schemas.openxmlformats.org/officeDocument/2006/relationships/image" Target="NULL"/><Relationship Id="rId139" Type="http://schemas.openxmlformats.org/officeDocument/2006/relationships/image" Target="NULL"/><Relationship Id="rId290" Type="http://schemas.openxmlformats.org/officeDocument/2006/relationships/customXml" Target="../ink/ink945.xml"/><Relationship Id="rId304" Type="http://schemas.openxmlformats.org/officeDocument/2006/relationships/customXml" Target="../ink/ink952.xml"/><Relationship Id="rId346" Type="http://schemas.openxmlformats.org/officeDocument/2006/relationships/image" Target="NULL"/><Relationship Id="rId388" Type="http://schemas.openxmlformats.org/officeDocument/2006/relationships/image" Target="NULL"/><Relationship Id="rId85" Type="http://schemas.openxmlformats.org/officeDocument/2006/relationships/image" Target="NULL"/><Relationship Id="rId150" Type="http://schemas.openxmlformats.org/officeDocument/2006/relationships/customXml" Target="../ink/ink875.xml"/><Relationship Id="rId192" Type="http://schemas.openxmlformats.org/officeDocument/2006/relationships/customXml" Target="../ink/ink896.xml"/><Relationship Id="rId206" Type="http://schemas.openxmlformats.org/officeDocument/2006/relationships/customXml" Target="../ink/ink903.xml"/><Relationship Id="rId248" Type="http://schemas.openxmlformats.org/officeDocument/2006/relationships/customXml" Target="../ink/ink924.xml"/><Relationship Id="rId12" Type="http://schemas.openxmlformats.org/officeDocument/2006/relationships/customXml" Target="../ink/ink806.xml"/><Relationship Id="rId108" Type="http://schemas.openxmlformats.org/officeDocument/2006/relationships/customXml" Target="../ink/ink854.xml"/><Relationship Id="rId315" Type="http://schemas.openxmlformats.org/officeDocument/2006/relationships/image" Target="NULL"/><Relationship Id="rId357" Type="http://schemas.openxmlformats.org/officeDocument/2006/relationships/customXml" Target="../ink/ink979.xml"/><Relationship Id="rId54" Type="http://schemas.openxmlformats.org/officeDocument/2006/relationships/customXml" Target="../ink/ink827.xml"/><Relationship Id="rId96" Type="http://schemas.openxmlformats.org/officeDocument/2006/relationships/customXml" Target="../ink/ink848.xml"/><Relationship Id="rId161" Type="http://schemas.openxmlformats.org/officeDocument/2006/relationships/image" Target="NULL"/><Relationship Id="rId217" Type="http://schemas.openxmlformats.org/officeDocument/2006/relationships/image" Target="NULL"/><Relationship Id="rId399" Type="http://schemas.openxmlformats.org/officeDocument/2006/relationships/customXml" Target="../ink/ink1000.xml"/><Relationship Id="rId259" Type="http://schemas.openxmlformats.org/officeDocument/2006/relationships/image" Target="NULL"/><Relationship Id="rId23" Type="http://schemas.openxmlformats.org/officeDocument/2006/relationships/image" Target="NULL"/><Relationship Id="rId119" Type="http://schemas.openxmlformats.org/officeDocument/2006/relationships/image" Target="NULL"/><Relationship Id="rId270" Type="http://schemas.openxmlformats.org/officeDocument/2006/relationships/customXml" Target="../ink/ink935.xml"/><Relationship Id="rId326" Type="http://schemas.openxmlformats.org/officeDocument/2006/relationships/image" Target="NULL"/><Relationship Id="rId65" Type="http://schemas.openxmlformats.org/officeDocument/2006/relationships/image" Target="NULL"/><Relationship Id="rId130" Type="http://schemas.openxmlformats.org/officeDocument/2006/relationships/customXml" Target="../ink/ink865.xml"/><Relationship Id="rId368" Type="http://schemas.openxmlformats.org/officeDocument/2006/relationships/image" Target="NULL"/><Relationship Id="rId172" Type="http://schemas.openxmlformats.org/officeDocument/2006/relationships/customXml" Target="../ink/ink886.xml"/><Relationship Id="rId228" Type="http://schemas.openxmlformats.org/officeDocument/2006/relationships/customXml" Target="../ink/ink914.xml"/><Relationship Id="rId281" Type="http://schemas.openxmlformats.org/officeDocument/2006/relationships/image" Target="NULL"/><Relationship Id="rId337" Type="http://schemas.openxmlformats.org/officeDocument/2006/relationships/customXml" Target="../ink/ink969.xml"/><Relationship Id="rId34" Type="http://schemas.openxmlformats.org/officeDocument/2006/relationships/customXml" Target="../ink/ink817.xml"/><Relationship Id="rId76" Type="http://schemas.openxmlformats.org/officeDocument/2006/relationships/customXml" Target="../ink/ink838.xml"/><Relationship Id="rId141" Type="http://schemas.openxmlformats.org/officeDocument/2006/relationships/image" Target="NULL"/><Relationship Id="rId379" Type="http://schemas.openxmlformats.org/officeDocument/2006/relationships/customXml" Target="../ink/ink990.xml"/><Relationship Id="rId7" Type="http://schemas.openxmlformats.org/officeDocument/2006/relationships/image" Target="NULL"/><Relationship Id="rId183" Type="http://schemas.openxmlformats.org/officeDocument/2006/relationships/image" Target="NULL"/><Relationship Id="rId239" Type="http://schemas.openxmlformats.org/officeDocument/2006/relationships/image" Target="NULL"/><Relationship Id="rId390" Type="http://schemas.openxmlformats.org/officeDocument/2006/relationships/image" Target="NULL"/><Relationship Id="rId404" Type="http://schemas.openxmlformats.org/officeDocument/2006/relationships/image" Target="NULL"/><Relationship Id="rId250" Type="http://schemas.openxmlformats.org/officeDocument/2006/relationships/customXml" Target="../ink/ink925.xml"/><Relationship Id="rId292" Type="http://schemas.openxmlformats.org/officeDocument/2006/relationships/customXml" Target="../ink/ink946.xml"/><Relationship Id="rId306" Type="http://schemas.openxmlformats.org/officeDocument/2006/relationships/customXml" Target="../ink/ink953.xml"/><Relationship Id="rId45" Type="http://schemas.openxmlformats.org/officeDocument/2006/relationships/image" Target="NULL"/><Relationship Id="rId87" Type="http://schemas.openxmlformats.org/officeDocument/2006/relationships/image" Target="NULL"/><Relationship Id="rId110" Type="http://schemas.openxmlformats.org/officeDocument/2006/relationships/customXml" Target="../ink/ink855.xml"/><Relationship Id="rId348" Type="http://schemas.openxmlformats.org/officeDocument/2006/relationships/image" Target="NULL"/><Relationship Id="rId152" Type="http://schemas.openxmlformats.org/officeDocument/2006/relationships/customXml" Target="../ink/ink876.xml"/><Relationship Id="rId194" Type="http://schemas.openxmlformats.org/officeDocument/2006/relationships/customXml" Target="../ink/ink897.xml"/><Relationship Id="rId208" Type="http://schemas.openxmlformats.org/officeDocument/2006/relationships/customXml" Target="../ink/ink904.xml"/><Relationship Id="rId261" Type="http://schemas.openxmlformats.org/officeDocument/2006/relationships/image" Target="NULL"/><Relationship Id="rId14" Type="http://schemas.openxmlformats.org/officeDocument/2006/relationships/customXml" Target="../ink/ink807.xml"/><Relationship Id="rId56" Type="http://schemas.openxmlformats.org/officeDocument/2006/relationships/customXml" Target="../ink/ink828.xml"/><Relationship Id="rId317" Type="http://schemas.openxmlformats.org/officeDocument/2006/relationships/image" Target="NULL"/><Relationship Id="rId359" Type="http://schemas.openxmlformats.org/officeDocument/2006/relationships/customXml" Target="../ink/ink980.xml"/><Relationship Id="rId98" Type="http://schemas.openxmlformats.org/officeDocument/2006/relationships/customXml" Target="../ink/ink849.xml"/><Relationship Id="rId121" Type="http://schemas.openxmlformats.org/officeDocument/2006/relationships/image" Target="NULL"/><Relationship Id="rId163" Type="http://schemas.openxmlformats.org/officeDocument/2006/relationships/image" Target="NULL"/><Relationship Id="rId219" Type="http://schemas.openxmlformats.org/officeDocument/2006/relationships/image" Target="NULL"/><Relationship Id="rId370" Type="http://schemas.openxmlformats.org/officeDocument/2006/relationships/image" Target="NULL"/><Relationship Id="rId230" Type="http://schemas.openxmlformats.org/officeDocument/2006/relationships/customXml" Target="../ink/ink915.xml"/><Relationship Id="rId25" Type="http://schemas.openxmlformats.org/officeDocument/2006/relationships/image" Target="NULL"/><Relationship Id="rId67" Type="http://schemas.openxmlformats.org/officeDocument/2006/relationships/image" Target="NULL"/><Relationship Id="rId272" Type="http://schemas.openxmlformats.org/officeDocument/2006/relationships/customXml" Target="../ink/ink936.xml"/><Relationship Id="rId328" Type="http://schemas.openxmlformats.org/officeDocument/2006/relationships/image" Target="NULL"/><Relationship Id="rId132" Type="http://schemas.openxmlformats.org/officeDocument/2006/relationships/customXml" Target="../ink/ink866.xml"/><Relationship Id="rId174" Type="http://schemas.openxmlformats.org/officeDocument/2006/relationships/customXml" Target="../ink/ink887.xml"/><Relationship Id="rId381" Type="http://schemas.openxmlformats.org/officeDocument/2006/relationships/customXml" Target="../ink/ink991.xml"/><Relationship Id="rId241" Type="http://schemas.openxmlformats.org/officeDocument/2006/relationships/image" Target="NULL"/><Relationship Id="rId36" Type="http://schemas.openxmlformats.org/officeDocument/2006/relationships/customXml" Target="../ink/ink818.xml"/><Relationship Id="rId283" Type="http://schemas.openxmlformats.org/officeDocument/2006/relationships/image" Target="NULL"/><Relationship Id="rId339" Type="http://schemas.openxmlformats.org/officeDocument/2006/relationships/customXml" Target="../ink/ink970.xml"/><Relationship Id="rId78" Type="http://schemas.openxmlformats.org/officeDocument/2006/relationships/customXml" Target="../ink/ink839.xml"/><Relationship Id="rId101" Type="http://schemas.openxmlformats.org/officeDocument/2006/relationships/image" Target="NULL"/><Relationship Id="rId143" Type="http://schemas.openxmlformats.org/officeDocument/2006/relationships/image" Target="NULL"/><Relationship Id="rId185" Type="http://schemas.openxmlformats.org/officeDocument/2006/relationships/image" Target="NULL"/><Relationship Id="rId350" Type="http://schemas.openxmlformats.org/officeDocument/2006/relationships/image" Target="NULL"/><Relationship Id="rId9" Type="http://schemas.openxmlformats.org/officeDocument/2006/relationships/image" Target="NULL"/><Relationship Id="rId210" Type="http://schemas.openxmlformats.org/officeDocument/2006/relationships/customXml" Target="../ink/ink905.xml"/><Relationship Id="rId392" Type="http://schemas.openxmlformats.org/officeDocument/2006/relationships/image" Target="NULL"/><Relationship Id="rId252" Type="http://schemas.openxmlformats.org/officeDocument/2006/relationships/customXml" Target="../ink/ink926.xml"/><Relationship Id="rId294" Type="http://schemas.openxmlformats.org/officeDocument/2006/relationships/customXml" Target="../ink/ink947.xml"/><Relationship Id="rId308" Type="http://schemas.openxmlformats.org/officeDocument/2006/relationships/customXml" Target="../ink/ink954.xml"/><Relationship Id="rId47" Type="http://schemas.openxmlformats.org/officeDocument/2006/relationships/image" Target="NULL"/><Relationship Id="rId89" Type="http://schemas.openxmlformats.org/officeDocument/2006/relationships/image" Target="NULL"/><Relationship Id="rId112" Type="http://schemas.openxmlformats.org/officeDocument/2006/relationships/customXml" Target="../ink/ink856.xml"/><Relationship Id="rId154" Type="http://schemas.openxmlformats.org/officeDocument/2006/relationships/customXml" Target="../ink/ink877.xml"/><Relationship Id="rId361" Type="http://schemas.openxmlformats.org/officeDocument/2006/relationships/customXml" Target="../ink/ink981.xml"/><Relationship Id="rId196" Type="http://schemas.openxmlformats.org/officeDocument/2006/relationships/customXml" Target="../ink/ink898.xml"/><Relationship Id="rId16" Type="http://schemas.openxmlformats.org/officeDocument/2006/relationships/customXml" Target="../ink/ink808.xml"/><Relationship Id="rId221" Type="http://schemas.openxmlformats.org/officeDocument/2006/relationships/image" Target="NULL"/><Relationship Id="rId263" Type="http://schemas.openxmlformats.org/officeDocument/2006/relationships/image" Target="NULL"/><Relationship Id="rId319" Type="http://schemas.openxmlformats.org/officeDocument/2006/relationships/image" Target="NULL"/><Relationship Id="rId58" Type="http://schemas.openxmlformats.org/officeDocument/2006/relationships/customXml" Target="../ink/ink829.xml"/><Relationship Id="rId123" Type="http://schemas.openxmlformats.org/officeDocument/2006/relationships/image" Target="NULL"/><Relationship Id="rId330" Type="http://schemas.openxmlformats.org/officeDocument/2006/relationships/image" Target="NULL"/><Relationship Id="rId90" Type="http://schemas.openxmlformats.org/officeDocument/2006/relationships/customXml" Target="../ink/ink845.xml"/><Relationship Id="rId165" Type="http://schemas.openxmlformats.org/officeDocument/2006/relationships/image" Target="NULL"/><Relationship Id="rId186" Type="http://schemas.openxmlformats.org/officeDocument/2006/relationships/customXml" Target="../ink/ink893.xml"/><Relationship Id="rId351" Type="http://schemas.openxmlformats.org/officeDocument/2006/relationships/customXml" Target="../ink/ink976.xml"/><Relationship Id="rId372" Type="http://schemas.openxmlformats.org/officeDocument/2006/relationships/image" Target="NULL"/><Relationship Id="rId393" Type="http://schemas.openxmlformats.org/officeDocument/2006/relationships/customXml" Target="../ink/ink997.xml"/><Relationship Id="rId211" Type="http://schemas.openxmlformats.org/officeDocument/2006/relationships/image" Target="NULL"/><Relationship Id="rId232" Type="http://schemas.openxmlformats.org/officeDocument/2006/relationships/customXml" Target="../ink/ink916.xml"/><Relationship Id="rId253" Type="http://schemas.openxmlformats.org/officeDocument/2006/relationships/image" Target="NULL"/><Relationship Id="rId274" Type="http://schemas.openxmlformats.org/officeDocument/2006/relationships/customXml" Target="../ink/ink937.xml"/><Relationship Id="rId295" Type="http://schemas.openxmlformats.org/officeDocument/2006/relationships/image" Target="NULL"/><Relationship Id="rId309" Type="http://schemas.openxmlformats.org/officeDocument/2006/relationships/image" Target="NULL"/><Relationship Id="rId27" Type="http://schemas.openxmlformats.org/officeDocument/2006/relationships/image" Target="NULL"/><Relationship Id="rId48" Type="http://schemas.openxmlformats.org/officeDocument/2006/relationships/customXml" Target="../ink/ink824.xml"/><Relationship Id="rId69" Type="http://schemas.openxmlformats.org/officeDocument/2006/relationships/image" Target="NULL"/><Relationship Id="rId113" Type="http://schemas.openxmlformats.org/officeDocument/2006/relationships/image" Target="NULL"/><Relationship Id="rId134" Type="http://schemas.openxmlformats.org/officeDocument/2006/relationships/customXml" Target="../ink/ink867.xml"/><Relationship Id="rId320" Type="http://schemas.openxmlformats.org/officeDocument/2006/relationships/customXml" Target="../ink/ink960.xml"/><Relationship Id="rId80" Type="http://schemas.openxmlformats.org/officeDocument/2006/relationships/customXml" Target="../ink/ink840.xml"/><Relationship Id="rId155" Type="http://schemas.openxmlformats.org/officeDocument/2006/relationships/image" Target="NULL"/><Relationship Id="rId176" Type="http://schemas.openxmlformats.org/officeDocument/2006/relationships/customXml" Target="../ink/ink888.xml"/><Relationship Id="rId197" Type="http://schemas.openxmlformats.org/officeDocument/2006/relationships/image" Target="NULL"/><Relationship Id="rId341" Type="http://schemas.openxmlformats.org/officeDocument/2006/relationships/customXml" Target="../ink/ink971.xml"/><Relationship Id="rId362" Type="http://schemas.openxmlformats.org/officeDocument/2006/relationships/image" Target="NULL"/><Relationship Id="rId383" Type="http://schemas.openxmlformats.org/officeDocument/2006/relationships/customXml" Target="../ink/ink992.xml"/><Relationship Id="rId201" Type="http://schemas.openxmlformats.org/officeDocument/2006/relationships/image" Target="NULL"/><Relationship Id="rId222" Type="http://schemas.openxmlformats.org/officeDocument/2006/relationships/customXml" Target="../ink/ink911.xml"/><Relationship Id="rId243" Type="http://schemas.openxmlformats.org/officeDocument/2006/relationships/image" Target="NULL"/><Relationship Id="rId264" Type="http://schemas.openxmlformats.org/officeDocument/2006/relationships/customXml" Target="../ink/ink932.xml"/><Relationship Id="rId285" Type="http://schemas.openxmlformats.org/officeDocument/2006/relationships/image" Target="NULL"/><Relationship Id="rId17" Type="http://schemas.openxmlformats.org/officeDocument/2006/relationships/image" Target="NULL"/><Relationship Id="rId38" Type="http://schemas.openxmlformats.org/officeDocument/2006/relationships/customXml" Target="../ink/ink819.xml"/><Relationship Id="rId59" Type="http://schemas.openxmlformats.org/officeDocument/2006/relationships/image" Target="NULL"/><Relationship Id="rId103" Type="http://schemas.openxmlformats.org/officeDocument/2006/relationships/image" Target="NULL"/><Relationship Id="rId124" Type="http://schemas.openxmlformats.org/officeDocument/2006/relationships/customXml" Target="../ink/ink862.xml"/><Relationship Id="rId310" Type="http://schemas.openxmlformats.org/officeDocument/2006/relationships/customXml" Target="../ink/ink955.xml"/><Relationship Id="rId70" Type="http://schemas.openxmlformats.org/officeDocument/2006/relationships/customXml" Target="../ink/ink835.xml"/><Relationship Id="rId91" Type="http://schemas.openxmlformats.org/officeDocument/2006/relationships/image" Target="NULL"/><Relationship Id="rId145" Type="http://schemas.openxmlformats.org/officeDocument/2006/relationships/image" Target="NULL"/><Relationship Id="rId166" Type="http://schemas.openxmlformats.org/officeDocument/2006/relationships/customXml" Target="../ink/ink883.xml"/><Relationship Id="rId187" Type="http://schemas.openxmlformats.org/officeDocument/2006/relationships/image" Target="NULL"/><Relationship Id="rId331" Type="http://schemas.openxmlformats.org/officeDocument/2006/relationships/customXml" Target="../ink/ink966.xml"/><Relationship Id="rId352" Type="http://schemas.openxmlformats.org/officeDocument/2006/relationships/image" Target="NULL"/><Relationship Id="rId373" Type="http://schemas.openxmlformats.org/officeDocument/2006/relationships/customXml" Target="../ink/ink987.xml"/><Relationship Id="rId394" Type="http://schemas.openxmlformats.org/officeDocument/2006/relationships/image" Target="NUL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906.xml"/><Relationship Id="rId233" Type="http://schemas.openxmlformats.org/officeDocument/2006/relationships/image" Target="NULL"/><Relationship Id="rId254" Type="http://schemas.openxmlformats.org/officeDocument/2006/relationships/customXml" Target="../ink/ink927.xml"/><Relationship Id="rId28" Type="http://schemas.openxmlformats.org/officeDocument/2006/relationships/customXml" Target="../ink/ink814.xml"/><Relationship Id="rId49" Type="http://schemas.openxmlformats.org/officeDocument/2006/relationships/image" Target="NULL"/><Relationship Id="rId114" Type="http://schemas.openxmlformats.org/officeDocument/2006/relationships/customXml" Target="../ink/ink857.xml"/><Relationship Id="rId275" Type="http://schemas.openxmlformats.org/officeDocument/2006/relationships/image" Target="NULL"/><Relationship Id="rId296" Type="http://schemas.openxmlformats.org/officeDocument/2006/relationships/customXml" Target="../ink/ink948.xml"/><Relationship Id="rId300" Type="http://schemas.openxmlformats.org/officeDocument/2006/relationships/customXml" Target="../ink/ink950.xml"/><Relationship Id="rId60" Type="http://schemas.openxmlformats.org/officeDocument/2006/relationships/customXml" Target="../ink/ink830.xml"/><Relationship Id="rId81" Type="http://schemas.openxmlformats.org/officeDocument/2006/relationships/image" Target="NULL"/><Relationship Id="rId135" Type="http://schemas.openxmlformats.org/officeDocument/2006/relationships/image" Target="NULL"/><Relationship Id="rId156" Type="http://schemas.openxmlformats.org/officeDocument/2006/relationships/customXml" Target="../ink/ink878.xml"/><Relationship Id="rId177" Type="http://schemas.openxmlformats.org/officeDocument/2006/relationships/image" Target="NULL"/><Relationship Id="rId198" Type="http://schemas.openxmlformats.org/officeDocument/2006/relationships/customXml" Target="../ink/ink899.xml"/><Relationship Id="rId321" Type="http://schemas.openxmlformats.org/officeDocument/2006/relationships/customXml" Target="../ink/ink961.xml"/><Relationship Id="rId342" Type="http://schemas.openxmlformats.org/officeDocument/2006/relationships/image" Target="NULL"/><Relationship Id="rId363" Type="http://schemas.openxmlformats.org/officeDocument/2006/relationships/customXml" Target="../ink/ink982.xml"/><Relationship Id="rId384" Type="http://schemas.openxmlformats.org/officeDocument/2006/relationships/image" Target="NULL"/><Relationship Id="rId202" Type="http://schemas.openxmlformats.org/officeDocument/2006/relationships/customXml" Target="../ink/ink901.xml"/><Relationship Id="rId223" Type="http://schemas.openxmlformats.org/officeDocument/2006/relationships/image" Target="NULL"/><Relationship Id="rId244" Type="http://schemas.openxmlformats.org/officeDocument/2006/relationships/customXml" Target="../ink/ink922.xml"/><Relationship Id="rId18" Type="http://schemas.openxmlformats.org/officeDocument/2006/relationships/customXml" Target="../ink/ink809.xml"/><Relationship Id="rId39" Type="http://schemas.openxmlformats.org/officeDocument/2006/relationships/image" Target="NULL"/><Relationship Id="rId265" Type="http://schemas.openxmlformats.org/officeDocument/2006/relationships/image" Target="NULL"/><Relationship Id="rId286" Type="http://schemas.openxmlformats.org/officeDocument/2006/relationships/customXml" Target="../ink/ink943.xml"/><Relationship Id="rId50" Type="http://schemas.openxmlformats.org/officeDocument/2006/relationships/customXml" Target="../ink/ink825.xml"/><Relationship Id="rId104" Type="http://schemas.openxmlformats.org/officeDocument/2006/relationships/customXml" Target="../ink/ink852.xml"/><Relationship Id="rId125" Type="http://schemas.openxmlformats.org/officeDocument/2006/relationships/image" Target="NULL"/><Relationship Id="rId146" Type="http://schemas.openxmlformats.org/officeDocument/2006/relationships/customXml" Target="../ink/ink873.xml"/><Relationship Id="rId167" Type="http://schemas.openxmlformats.org/officeDocument/2006/relationships/image" Target="NULL"/><Relationship Id="rId188" Type="http://schemas.openxmlformats.org/officeDocument/2006/relationships/customXml" Target="../ink/ink894.xml"/><Relationship Id="rId311" Type="http://schemas.openxmlformats.org/officeDocument/2006/relationships/image" Target="NULL"/><Relationship Id="rId332" Type="http://schemas.openxmlformats.org/officeDocument/2006/relationships/image" Target="NULL"/><Relationship Id="rId353" Type="http://schemas.openxmlformats.org/officeDocument/2006/relationships/customXml" Target="../ink/ink977.xml"/><Relationship Id="rId374" Type="http://schemas.openxmlformats.org/officeDocument/2006/relationships/image" Target="NULL"/><Relationship Id="rId395" Type="http://schemas.openxmlformats.org/officeDocument/2006/relationships/customXml" Target="../ink/ink998.xml"/><Relationship Id="rId71" Type="http://schemas.openxmlformats.org/officeDocument/2006/relationships/image" Target="NULL"/><Relationship Id="rId92" Type="http://schemas.openxmlformats.org/officeDocument/2006/relationships/customXml" Target="../ink/ink846.xml"/><Relationship Id="rId213" Type="http://schemas.openxmlformats.org/officeDocument/2006/relationships/image" Target="NULL"/><Relationship Id="rId234" Type="http://schemas.openxmlformats.org/officeDocument/2006/relationships/customXml" Target="../ink/ink917.xml"/><Relationship Id="rId2" Type="http://schemas.openxmlformats.org/officeDocument/2006/relationships/customXml" Target="../ink/ink801.xml"/><Relationship Id="rId29" Type="http://schemas.openxmlformats.org/officeDocument/2006/relationships/image" Target="NULL"/><Relationship Id="rId255" Type="http://schemas.openxmlformats.org/officeDocument/2006/relationships/image" Target="NULL"/><Relationship Id="rId276" Type="http://schemas.openxmlformats.org/officeDocument/2006/relationships/customXml" Target="../ink/ink938.xml"/><Relationship Id="rId297" Type="http://schemas.openxmlformats.org/officeDocument/2006/relationships/image" Target="NULL"/><Relationship Id="rId40" Type="http://schemas.openxmlformats.org/officeDocument/2006/relationships/customXml" Target="../ink/ink820.xml"/><Relationship Id="rId115" Type="http://schemas.openxmlformats.org/officeDocument/2006/relationships/image" Target="NULL"/><Relationship Id="rId136" Type="http://schemas.openxmlformats.org/officeDocument/2006/relationships/customXml" Target="../ink/ink868.xml"/><Relationship Id="rId157" Type="http://schemas.openxmlformats.org/officeDocument/2006/relationships/image" Target="NULL"/><Relationship Id="rId178" Type="http://schemas.openxmlformats.org/officeDocument/2006/relationships/customXml" Target="../ink/ink889.xml"/><Relationship Id="rId301" Type="http://schemas.openxmlformats.org/officeDocument/2006/relationships/image" Target="NULL"/><Relationship Id="rId322" Type="http://schemas.openxmlformats.org/officeDocument/2006/relationships/image" Target="NULL"/><Relationship Id="rId343" Type="http://schemas.openxmlformats.org/officeDocument/2006/relationships/customXml" Target="../ink/ink972.xml"/><Relationship Id="rId364" Type="http://schemas.openxmlformats.org/officeDocument/2006/relationships/image" Target="NULL"/><Relationship Id="rId61" Type="http://schemas.openxmlformats.org/officeDocument/2006/relationships/image" Target="NULL"/><Relationship Id="rId82" Type="http://schemas.openxmlformats.org/officeDocument/2006/relationships/customXml" Target="../ink/ink841.xml"/><Relationship Id="rId199" Type="http://schemas.openxmlformats.org/officeDocument/2006/relationships/image" Target="NULL"/><Relationship Id="rId203" Type="http://schemas.openxmlformats.org/officeDocument/2006/relationships/image" Target="NULL"/><Relationship Id="rId385" Type="http://schemas.openxmlformats.org/officeDocument/2006/relationships/customXml" Target="../ink/ink993.xml"/><Relationship Id="rId19" Type="http://schemas.openxmlformats.org/officeDocument/2006/relationships/image" Target="NULL"/><Relationship Id="rId224" Type="http://schemas.openxmlformats.org/officeDocument/2006/relationships/customXml" Target="../ink/ink912.xml"/><Relationship Id="rId245" Type="http://schemas.openxmlformats.org/officeDocument/2006/relationships/image" Target="NULL"/><Relationship Id="rId266" Type="http://schemas.openxmlformats.org/officeDocument/2006/relationships/customXml" Target="../ink/ink933.xml"/><Relationship Id="rId287" Type="http://schemas.openxmlformats.org/officeDocument/2006/relationships/image" Target="NULL"/><Relationship Id="rId30" Type="http://schemas.openxmlformats.org/officeDocument/2006/relationships/customXml" Target="../ink/ink815.xml"/><Relationship Id="rId105" Type="http://schemas.openxmlformats.org/officeDocument/2006/relationships/image" Target="NULL"/><Relationship Id="rId126" Type="http://schemas.openxmlformats.org/officeDocument/2006/relationships/customXml" Target="../ink/ink863.xml"/><Relationship Id="rId147" Type="http://schemas.openxmlformats.org/officeDocument/2006/relationships/image" Target="NULL"/><Relationship Id="rId168" Type="http://schemas.openxmlformats.org/officeDocument/2006/relationships/customXml" Target="../ink/ink884.xml"/><Relationship Id="rId312" Type="http://schemas.openxmlformats.org/officeDocument/2006/relationships/customXml" Target="../ink/ink956.xml"/><Relationship Id="rId333" Type="http://schemas.openxmlformats.org/officeDocument/2006/relationships/customXml" Target="../ink/ink967.xml"/><Relationship Id="rId354" Type="http://schemas.openxmlformats.org/officeDocument/2006/relationships/image" Target="NULL"/><Relationship Id="rId51" Type="http://schemas.openxmlformats.org/officeDocument/2006/relationships/image" Target="NULL"/><Relationship Id="rId72" Type="http://schemas.openxmlformats.org/officeDocument/2006/relationships/customXml" Target="../ink/ink836.xml"/><Relationship Id="rId93" Type="http://schemas.openxmlformats.org/officeDocument/2006/relationships/image" Target="NULL"/><Relationship Id="rId189" Type="http://schemas.openxmlformats.org/officeDocument/2006/relationships/image" Target="NULL"/><Relationship Id="rId375" Type="http://schemas.openxmlformats.org/officeDocument/2006/relationships/customXml" Target="../ink/ink988.xml"/><Relationship Id="rId396" Type="http://schemas.openxmlformats.org/officeDocument/2006/relationships/image" Target="NULL"/><Relationship Id="rId3" Type="http://schemas.openxmlformats.org/officeDocument/2006/relationships/image" Target="NULL"/><Relationship Id="rId214" Type="http://schemas.openxmlformats.org/officeDocument/2006/relationships/customXml" Target="../ink/ink907.xml"/><Relationship Id="rId235" Type="http://schemas.openxmlformats.org/officeDocument/2006/relationships/image" Target="NULL"/><Relationship Id="rId256" Type="http://schemas.openxmlformats.org/officeDocument/2006/relationships/customXml" Target="../ink/ink928.xml"/><Relationship Id="rId277" Type="http://schemas.openxmlformats.org/officeDocument/2006/relationships/image" Target="NULL"/><Relationship Id="rId298" Type="http://schemas.openxmlformats.org/officeDocument/2006/relationships/customXml" Target="../ink/ink949.xml"/><Relationship Id="rId400" Type="http://schemas.openxmlformats.org/officeDocument/2006/relationships/image" Target="NULL"/><Relationship Id="rId116" Type="http://schemas.openxmlformats.org/officeDocument/2006/relationships/customXml" Target="../ink/ink858.xml"/><Relationship Id="rId137" Type="http://schemas.openxmlformats.org/officeDocument/2006/relationships/image" Target="NULL"/><Relationship Id="rId158" Type="http://schemas.openxmlformats.org/officeDocument/2006/relationships/customXml" Target="../ink/ink879.xml"/><Relationship Id="rId302" Type="http://schemas.openxmlformats.org/officeDocument/2006/relationships/customXml" Target="../ink/ink951.xml"/><Relationship Id="rId323" Type="http://schemas.openxmlformats.org/officeDocument/2006/relationships/customXml" Target="../ink/ink962.xml"/><Relationship Id="rId344" Type="http://schemas.openxmlformats.org/officeDocument/2006/relationships/image" Target="NULL"/><Relationship Id="rId20" Type="http://schemas.openxmlformats.org/officeDocument/2006/relationships/customXml" Target="../ink/ink810.xml"/><Relationship Id="rId41" Type="http://schemas.openxmlformats.org/officeDocument/2006/relationships/image" Target="NULL"/><Relationship Id="rId62" Type="http://schemas.openxmlformats.org/officeDocument/2006/relationships/customXml" Target="../ink/ink831.xml"/><Relationship Id="rId83" Type="http://schemas.openxmlformats.org/officeDocument/2006/relationships/image" Target="NULL"/><Relationship Id="rId179" Type="http://schemas.openxmlformats.org/officeDocument/2006/relationships/image" Target="NULL"/><Relationship Id="rId365" Type="http://schemas.openxmlformats.org/officeDocument/2006/relationships/customXml" Target="../ink/ink983.xml"/><Relationship Id="rId386" Type="http://schemas.openxmlformats.org/officeDocument/2006/relationships/image" Target="NULL"/><Relationship Id="rId190" Type="http://schemas.openxmlformats.org/officeDocument/2006/relationships/customXml" Target="../ink/ink895.xml"/><Relationship Id="rId204" Type="http://schemas.openxmlformats.org/officeDocument/2006/relationships/customXml" Target="../ink/ink902.xml"/><Relationship Id="rId225" Type="http://schemas.openxmlformats.org/officeDocument/2006/relationships/image" Target="NULL"/><Relationship Id="rId246" Type="http://schemas.openxmlformats.org/officeDocument/2006/relationships/customXml" Target="../ink/ink923.xml"/><Relationship Id="rId267" Type="http://schemas.openxmlformats.org/officeDocument/2006/relationships/image" Target="NULL"/><Relationship Id="rId288" Type="http://schemas.openxmlformats.org/officeDocument/2006/relationships/customXml" Target="../ink/ink944.xml"/><Relationship Id="rId106" Type="http://schemas.openxmlformats.org/officeDocument/2006/relationships/customXml" Target="../ink/ink853.xml"/><Relationship Id="rId127" Type="http://schemas.openxmlformats.org/officeDocument/2006/relationships/image" Target="NULL"/><Relationship Id="rId313" Type="http://schemas.openxmlformats.org/officeDocument/2006/relationships/image" Target="NULL"/><Relationship Id="rId10" Type="http://schemas.openxmlformats.org/officeDocument/2006/relationships/customXml" Target="../ink/ink805.xml"/><Relationship Id="rId31" Type="http://schemas.openxmlformats.org/officeDocument/2006/relationships/image" Target="NULL"/><Relationship Id="rId52" Type="http://schemas.openxmlformats.org/officeDocument/2006/relationships/customXml" Target="../ink/ink826.xml"/><Relationship Id="rId73" Type="http://schemas.openxmlformats.org/officeDocument/2006/relationships/image" Target="NULL"/><Relationship Id="rId94" Type="http://schemas.openxmlformats.org/officeDocument/2006/relationships/customXml" Target="../ink/ink847.xml"/><Relationship Id="rId148" Type="http://schemas.openxmlformats.org/officeDocument/2006/relationships/customXml" Target="../ink/ink874.xml"/><Relationship Id="rId169" Type="http://schemas.openxmlformats.org/officeDocument/2006/relationships/image" Target="NULL"/><Relationship Id="rId334" Type="http://schemas.openxmlformats.org/officeDocument/2006/relationships/image" Target="NULL"/><Relationship Id="rId355" Type="http://schemas.openxmlformats.org/officeDocument/2006/relationships/customXml" Target="../ink/ink978.xml"/><Relationship Id="rId376" Type="http://schemas.openxmlformats.org/officeDocument/2006/relationships/image" Target="NULL"/><Relationship Id="rId397" Type="http://schemas.openxmlformats.org/officeDocument/2006/relationships/customXml" Target="../ink/ink999.xml"/><Relationship Id="rId4" Type="http://schemas.openxmlformats.org/officeDocument/2006/relationships/customXml" Target="../ink/ink802.xml"/><Relationship Id="rId180" Type="http://schemas.openxmlformats.org/officeDocument/2006/relationships/customXml" Target="../ink/ink890.xml"/><Relationship Id="rId215" Type="http://schemas.openxmlformats.org/officeDocument/2006/relationships/image" Target="NULL"/><Relationship Id="rId236" Type="http://schemas.openxmlformats.org/officeDocument/2006/relationships/customXml" Target="../ink/ink918.xml"/><Relationship Id="rId257" Type="http://schemas.openxmlformats.org/officeDocument/2006/relationships/image" Target="NULL"/><Relationship Id="rId278" Type="http://schemas.openxmlformats.org/officeDocument/2006/relationships/customXml" Target="../ink/ink939.xml"/><Relationship Id="rId401" Type="http://schemas.openxmlformats.org/officeDocument/2006/relationships/customXml" Target="../ink/ink1001.xml"/><Relationship Id="rId303" Type="http://schemas.openxmlformats.org/officeDocument/2006/relationships/image" Target="NULL"/><Relationship Id="rId42" Type="http://schemas.openxmlformats.org/officeDocument/2006/relationships/customXml" Target="../ink/ink821.xml"/><Relationship Id="rId84" Type="http://schemas.openxmlformats.org/officeDocument/2006/relationships/customXml" Target="../ink/ink842.xml"/><Relationship Id="rId138" Type="http://schemas.openxmlformats.org/officeDocument/2006/relationships/customXml" Target="../ink/ink869.xml"/><Relationship Id="rId345" Type="http://schemas.openxmlformats.org/officeDocument/2006/relationships/customXml" Target="../ink/ink973.xml"/><Relationship Id="rId387" Type="http://schemas.openxmlformats.org/officeDocument/2006/relationships/customXml" Target="../ink/ink994.xml"/><Relationship Id="rId191" Type="http://schemas.openxmlformats.org/officeDocument/2006/relationships/image" Target="NULL"/><Relationship Id="rId205" Type="http://schemas.openxmlformats.org/officeDocument/2006/relationships/image" Target="NULL"/><Relationship Id="rId247" Type="http://schemas.openxmlformats.org/officeDocument/2006/relationships/image" Target="NULL"/><Relationship Id="rId107" Type="http://schemas.openxmlformats.org/officeDocument/2006/relationships/image" Target="NULL"/><Relationship Id="rId289" Type="http://schemas.openxmlformats.org/officeDocument/2006/relationships/image" Target="NULL"/><Relationship Id="rId11" Type="http://schemas.openxmlformats.org/officeDocument/2006/relationships/image" Target="NULL"/><Relationship Id="rId53" Type="http://schemas.openxmlformats.org/officeDocument/2006/relationships/image" Target="NULL"/><Relationship Id="rId149" Type="http://schemas.openxmlformats.org/officeDocument/2006/relationships/image" Target="NULL"/><Relationship Id="rId314" Type="http://schemas.openxmlformats.org/officeDocument/2006/relationships/customXml" Target="../ink/ink957.xml"/><Relationship Id="rId356" Type="http://schemas.openxmlformats.org/officeDocument/2006/relationships/image" Target="NULL"/><Relationship Id="rId398" Type="http://schemas.openxmlformats.org/officeDocument/2006/relationships/image" Target="NULL"/><Relationship Id="rId95" Type="http://schemas.openxmlformats.org/officeDocument/2006/relationships/image" Target="NULL"/><Relationship Id="rId160" Type="http://schemas.openxmlformats.org/officeDocument/2006/relationships/customXml" Target="../ink/ink880.xml"/><Relationship Id="rId216" Type="http://schemas.openxmlformats.org/officeDocument/2006/relationships/customXml" Target="../ink/ink908.xml"/><Relationship Id="rId258" Type="http://schemas.openxmlformats.org/officeDocument/2006/relationships/customXml" Target="../ink/ink929.xml"/><Relationship Id="rId22" Type="http://schemas.openxmlformats.org/officeDocument/2006/relationships/customXml" Target="../ink/ink811.xml"/><Relationship Id="rId64" Type="http://schemas.openxmlformats.org/officeDocument/2006/relationships/customXml" Target="../ink/ink832.xml"/><Relationship Id="rId118" Type="http://schemas.openxmlformats.org/officeDocument/2006/relationships/customXml" Target="../ink/ink859.xml"/><Relationship Id="rId325" Type="http://schemas.openxmlformats.org/officeDocument/2006/relationships/customXml" Target="../ink/ink963.xml"/><Relationship Id="rId367" Type="http://schemas.openxmlformats.org/officeDocument/2006/relationships/customXml" Target="../ink/ink984.xml"/><Relationship Id="rId171" Type="http://schemas.openxmlformats.org/officeDocument/2006/relationships/image" Target="NULL"/><Relationship Id="rId227" Type="http://schemas.openxmlformats.org/officeDocument/2006/relationships/image" Target="NULL"/><Relationship Id="rId269" Type="http://schemas.openxmlformats.org/officeDocument/2006/relationships/image" Target="NULL"/><Relationship Id="rId33" Type="http://schemas.openxmlformats.org/officeDocument/2006/relationships/image" Target="NULL"/><Relationship Id="rId129" Type="http://schemas.openxmlformats.org/officeDocument/2006/relationships/image" Target="NULL"/><Relationship Id="rId280" Type="http://schemas.openxmlformats.org/officeDocument/2006/relationships/customXml" Target="../ink/ink940.xml"/><Relationship Id="rId336" Type="http://schemas.openxmlformats.org/officeDocument/2006/relationships/image" Target="NULL"/><Relationship Id="rId75" Type="http://schemas.openxmlformats.org/officeDocument/2006/relationships/image" Target="NULL"/><Relationship Id="rId140" Type="http://schemas.openxmlformats.org/officeDocument/2006/relationships/customXml" Target="../ink/ink870.xml"/><Relationship Id="rId182" Type="http://schemas.openxmlformats.org/officeDocument/2006/relationships/customXml" Target="../ink/ink891.xml"/><Relationship Id="rId378" Type="http://schemas.openxmlformats.org/officeDocument/2006/relationships/image" Target="NULL"/><Relationship Id="rId403" Type="http://schemas.openxmlformats.org/officeDocument/2006/relationships/customXml" Target="../ink/ink1002.xml"/><Relationship Id="rId6" Type="http://schemas.openxmlformats.org/officeDocument/2006/relationships/customXml" Target="../ink/ink803.xml"/><Relationship Id="rId238" Type="http://schemas.openxmlformats.org/officeDocument/2006/relationships/customXml" Target="../ink/ink919.xml"/><Relationship Id="rId291" Type="http://schemas.openxmlformats.org/officeDocument/2006/relationships/image" Target="NULL"/><Relationship Id="rId305" Type="http://schemas.openxmlformats.org/officeDocument/2006/relationships/image" Target="NULL"/><Relationship Id="rId347" Type="http://schemas.openxmlformats.org/officeDocument/2006/relationships/customXml" Target="../ink/ink974.xml"/><Relationship Id="rId44" Type="http://schemas.openxmlformats.org/officeDocument/2006/relationships/customXml" Target="../ink/ink822.xml"/><Relationship Id="rId86" Type="http://schemas.openxmlformats.org/officeDocument/2006/relationships/customXml" Target="../ink/ink843.xml"/><Relationship Id="rId151" Type="http://schemas.openxmlformats.org/officeDocument/2006/relationships/image" Target="NULL"/><Relationship Id="rId389" Type="http://schemas.openxmlformats.org/officeDocument/2006/relationships/customXml" Target="../ink/ink995.xml"/><Relationship Id="rId193" Type="http://schemas.openxmlformats.org/officeDocument/2006/relationships/image" Target="NULL"/><Relationship Id="rId207" Type="http://schemas.openxmlformats.org/officeDocument/2006/relationships/image" Target="NULL"/><Relationship Id="rId249" Type="http://schemas.openxmlformats.org/officeDocument/2006/relationships/image" Target="NULL"/><Relationship Id="rId13" Type="http://schemas.openxmlformats.org/officeDocument/2006/relationships/image" Target="NULL"/><Relationship Id="rId109" Type="http://schemas.openxmlformats.org/officeDocument/2006/relationships/image" Target="NULL"/><Relationship Id="rId260" Type="http://schemas.openxmlformats.org/officeDocument/2006/relationships/customXml" Target="../ink/ink930.xml"/><Relationship Id="rId316" Type="http://schemas.openxmlformats.org/officeDocument/2006/relationships/customXml" Target="../ink/ink958.xml"/><Relationship Id="rId55" Type="http://schemas.openxmlformats.org/officeDocument/2006/relationships/image" Target="NULL"/><Relationship Id="rId97" Type="http://schemas.openxmlformats.org/officeDocument/2006/relationships/image" Target="NULL"/><Relationship Id="rId120" Type="http://schemas.openxmlformats.org/officeDocument/2006/relationships/customXml" Target="../ink/ink860.xml"/><Relationship Id="rId358" Type="http://schemas.openxmlformats.org/officeDocument/2006/relationships/image" Target="NULL"/><Relationship Id="rId162" Type="http://schemas.openxmlformats.org/officeDocument/2006/relationships/customXml" Target="../ink/ink881.xml"/><Relationship Id="rId218" Type="http://schemas.openxmlformats.org/officeDocument/2006/relationships/customXml" Target="../ink/ink909.xml"/><Relationship Id="rId271" Type="http://schemas.openxmlformats.org/officeDocument/2006/relationships/image" Target="NULL"/><Relationship Id="rId24" Type="http://schemas.openxmlformats.org/officeDocument/2006/relationships/customXml" Target="../ink/ink812.xml"/><Relationship Id="rId66" Type="http://schemas.openxmlformats.org/officeDocument/2006/relationships/customXml" Target="../ink/ink833.xml"/><Relationship Id="rId131" Type="http://schemas.openxmlformats.org/officeDocument/2006/relationships/image" Target="NULL"/><Relationship Id="rId327" Type="http://schemas.openxmlformats.org/officeDocument/2006/relationships/customXml" Target="../ink/ink964.xml"/><Relationship Id="rId369" Type="http://schemas.openxmlformats.org/officeDocument/2006/relationships/customXml" Target="../ink/ink985.xml"/><Relationship Id="rId173" Type="http://schemas.openxmlformats.org/officeDocument/2006/relationships/image" Target="NULL"/><Relationship Id="rId229" Type="http://schemas.openxmlformats.org/officeDocument/2006/relationships/image" Target="NULL"/><Relationship Id="rId380" Type="http://schemas.openxmlformats.org/officeDocument/2006/relationships/image" Target="NULL"/><Relationship Id="rId240" Type="http://schemas.openxmlformats.org/officeDocument/2006/relationships/customXml" Target="../ink/ink920.xml"/><Relationship Id="rId35" Type="http://schemas.openxmlformats.org/officeDocument/2006/relationships/image" Target="NULL"/><Relationship Id="rId77" Type="http://schemas.openxmlformats.org/officeDocument/2006/relationships/image" Target="NULL"/><Relationship Id="rId100" Type="http://schemas.openxmlformats.org/officeDocument/2006/relationships/customXml" Target="../ink/ink850.xml"/><Relationship Id="rId282" Type="http://schemas.openxmlformats.org/officeDocument/2006/relationships/customXml" Target="../ink/ink941.xml"/><Relationship Id="rId338" Type="http://schemas.openxmlformats.org/officeDocument/2006/relationships/image" Target="NULL"/><Relationship Id="rId8" Type="http://schemas.openxmlformats.org/officeDocument/2006/relationships/customXml" Target="../ink/ink804.xml"/><Relationship Id="rId142" Type="http://schemas.openxmlformats.org/officeDocument/2006/relationships/customXml" Target="../ink/ink871.xml"/><Relationship Id="rId184" Type="http://schemas.openxmlformats.org/officeDocument/2006/relationships/customXml" Target="../ink/ink892.xml"/><Relationship Id="rId391" Type="http://schemas.openxmlformats.org/officeDocument/2006/relationships/customXml" Target="../ink/ink996.xml"/><Relationship Id="rId251" Type="http://schemas.openxmlformats.org/officeDocument/2006/relationships/image" Target="NULL"/><Relationship Id="rId46" Type="http://schemas.openxmlformats.org/officeDocument/2006/relationships/customXml" Target="../ink/ink823.xml"/><Relationship Id="rId293" Type="http://schemas.openxmlformats.org/officeDocument/2006/relationships/image" Target="NULL"/><Relationship Id="rId307" Type="http://schemas.openxmlformats.org/officeDocument/2006/relationships/image" Target="NULL"/><Relationship Id="rId349" Type="http://schemas.openxmlformats.org/officeDocument/2006/relationships/customXml" Target="../ink/ink975.xml"/><Relationship Id="rId88" Type="http://schemas.openxmlformats.org/officeDocument/2006/relationships/customXml" Target="../ink/ink844.xml"/><Relationship Id="rId111" Type="http://schemas.openxmlformats.org/officeDocument/2006/relationships/image" Target="NULL"/><Relationship Id="rId153" Type="http://schemas.openxmlformats.org/officeDocument/2006/relationships/image" Target="NULL"/><Relationship Id="rId195" Type="http://schemas.openxmlformats.org/officeDocument/2006/relationships/image" Target="NULL"/><Relationship Id="rId209" Type="http://schemas.openxmlformats.org/officeDocument/2006/relationships/image" Target="NULL"/><Relationship Id="rId360" Type="http://schemas.openxmlformats.org/officeDocument/2006/relationships/image" Target="NULL"/><Relationship Id="rId220" Type="http://schemas.openxmlformats.org/officeDocument/2006/relationships/customXml" Target="../ink/ink910.xml"/><Relationship Id="rId15" Type="http://schemas.openxmlformats.org/officeDocument/2006/relationships/image" Target="NULL"/><Relationship Id="rId57" Type="http://schemas.openxmlformats.org/officeDocument/2006/relationships/image" Target="NULL"/><Relationship Id="rId262" Type="http://schemas.openxmlformats.org/officeDocument/2006/relationships/customXml" Target="../ink/ink931.xml"/><Relationship Id="rId318" Type="http://schemas.openxmlformats.org/officeDocument/2006/relationships/customXml" Target="../ink/ink959.xml"/><Relationship Id="rId99" Type="http://schemas.openxmlformats.org/officeDocument/2006/relationships/image" Target="NULL"/><Relationship Id="rId122" Type="http://schemas.openxmlformats.org/officeDocument/2006/relationships/customXml" Target="../ink/ink861.xml"/><Relationship Id="rId164" Type="http://schemas.openxmlformats.org/officeDocument/2006/relationships/customXml" Target="../ink/ink882.xml"/><Relationship Id="rId371" Type="http://schemas.openxmlformats.org/officeDocument/2006/relationships/customXml" Target="../ink/ink986.xml"/><Relationship Id="rId26" Type="http://schemas.openxmlformats.org/officeDocument/2006/relationships/customXml" Target="../ink/ink813.xml"/><Relationship Id="rId231" Type="http://schemas.openxmlformats.org/officeDocument/2006/relationships/image" Target="NULL"/><Relationship Id="rId273" Type="http://schemas.openxmlformats.org/officeDocument/2006/relationships/image" Target="NULL"/><Relationship Id="rId329" Type="http://schemas.openxmlformats.org/officeDocument/2006/relationships/customXml" Target="../ink/ink965.xml"/><Relationship Id="rId68" Type="http://schemas.openxmlformats.org/officeDocument/2006/relationships/customXml" Target="../ink/ink834.xml"/><Relationship Id="rId133" Type="http://schemas.openxmlformats.org/officeDocument/2006/relationships/image" Target="NULL"/><Relationship Id="rId175" Type="http://schemas.openxmlformats.org/officeDocument/2006/relationships/image" Target="NULL"/><Relationship Id="rId340" Type="http://schemas.openxmlformats.org/officeDocument/2006/relationships/image" Target="NULL"/><Relationship Id="rId200" Type="http://schemas.openxmlformats.org/officeDocument/2006/relationships/customXml" Target="../ink/ink900.xml"/><Relationship Id="rId382" Type="http://schemas.openxmlformats.org/officeDocument/2006/relationships/image" Target="NULL"/><Relationship Id="rId242" Type="http://schemas.openxmlformats.org/officeDocument/2006/relationships/customXml" Target="../ink/ink921.xml"/><Relationship Id="rId284" Type="http://schemas.openxmlformats.org/officeDocument/2006/relationships/customXml" Target="../ink/ink942.xml"/><Relationship Id="rId37" Type="http://schemas.openxmlformats.org/officeDocument/2006/relationships/image" Target="NULL"/><Relationship Id="rId79" Type="http://schemas.openxmlformats.org/officeDocument/2006/relationships/image" Target="NULL"/><Relationship Id="rId102" Type="http://schemas.openxmlformats.org/officeDocument/2006/relationships/customXml" Target="../ink/ink851.xml"/><Relationship Id="rId144" Type="http://schemas.openxmlformats.org/officeDocument/2006/relationships/customXml" Target="../ink/ink872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NULL"/><Relationship Id="rId21" Type="http://schemas.openxmlformats.org/officeDocument/2006/relationships/image" Target="NULL"/><Relationship Id="rId324" Type="http://schemas.openxmlformats.org/officeDocument/2006/relationships/customXml" Target="../ink/ink1164.xml"/><Relationship Id="rId531" Type="http://schemas.openxmlformats.org/officeDocument/2006/relationships/image" Target="NULL"/><Relationship Id="rId170" Type="http://schemas.openxmlformats.org/officeDocument/2006/relationships/customXml" Target="../ink/ink1087.xml"/><Relationship Id="rId268" Type="http://schemas.openxmlformats.org/officeDocument/2006/relationships/customXml" Target="../ink/ink1136.xml"/><Relationship Id="rId475" Type="http://schemas.openxmlformats.org/officeDocument/2006/relationships/image" Target="NULL"/><Relationship Id="rId32" Type="http://schemas.openxmlformats.org/officeDocument/2006/relationships/customXml" Target="../ink/ink1018.xml"/><Relationship Id="rId128" Type="http://schemas.openxmlformats.org/officeDocument/2006/relationships/customXml" Target="../ink/ink1066.xml"/><Relationship Id="rId335" Type="http://schemas.openxmlformats.org/officeDocument/2006/relationships/image" Target="NULL"/><Relationship Id="rId542" Type="http://schemas.openxmlformats.org/officeDocument/2006/relationships/customXml" Target="../ink/ink1273.xml"/><Relationship Id="rId181" Type="http://schemas.openxmlformats.org/officeDocument/2006/relationships/image" Target="NULL"/><Relationship Id="rId402" Type="http://schemas.openxmlformats.org/officeDocument/2006/relationships/customXml" Target="../ink/ink1203.xml"/><Relationship Id="rId279" Type="http://schemas.openxmlformats.org/officeDocument/2006/relationships/image" Target="NULL"/><Relationship Id="rId486" Type="http://schemas.openxmlformats.org/officeDocument/2006/relationships/customXml" Target="../ink/ink1245.xml"/><Relationship Id="rId43" Type="http://schemas.openxmlformats.org/officeDocument/2006/relationships/image" Target="NULL"/><Relationship Id="rId139" Type="http://schemas.openxmlformats.org/officeDocument/2006/relationships/image" Target="NULL"/><Relationship Id="rId346" Type="http://schemas.openxmlformats.org/officeDocument/2006/relationships/customXml" Target="../ink/ink1175.xml"/><Relationship Id="rId553" Type="http://schemas.openxmlformats.org/officeDocument/2006/relationships/image" Target="NULL"/><Relationship Id="rId192" Type="http://schemas.openxmlformats.org/officeDocument/2006/relationships/customXml" Target="../ink/ink1098.xml"/><Relationship Id="rId206" Type="http://schemas.openxmlformats.org/officeDocument/2006/relationships/customXml" Target="../ink/ink1105.xml"/><Relationship Id="rId413" Type="http://schemas.openxmlformats.org/officeDocument/2006/relationships/image" Target="NULL"/><Relationship Id="rId497" Type="http://schemas.openxmlformats.org/officeDocument/2006/relationships/image" Target="NULL"/><Relationship Id="rId357" Type="http://schemas.openxmlformats.org/officeDocument/2006/relationships/image" Target="NULL"/><Relationship Id="rId54" Type="http://schemas.openxmlformats.org/officeDocument/2006/relationships/customXml" Target="../ink/ink1029.xml"/><Relationship Id="rId217" Type="http://schemas.openxmlformats.org/officeDocument/2006/relationships/image" Target="NULL"/><Relationship Id="rId564" Type="http://schemas.openxmlformats.org/officeDocument/2006/relationships/customXml" Target="../ink/ink1284.xml"/><Relationship Id="rId424" Type="http://schemas.openxmlformats.org/officeDocument/2006/relationships/customXml" Target="../ink/ink1214.xml"/><Relationship Id="rId270" Type="http://schemas.openxmlformats.org/officeDocument/2006/relationships/customXml" Target="../ink/ink1137.xml"/><Relationship Id="rId65" Type="http://schemas.openxmlformats.org/officeDocument/2006/relationships/image" Target="NULL"/><Relationship Id="rId130" Type="http://schemas.openxmlformats.org/officeDocument/2006/relationships/customXml" Target="../ink/ink1067.xml"/><Relationship Id="rId368" Type="http://schemas.openxmlformats.org/officeDocument/2006/relationships/customXml" Target="../ink/ink1186.xml"/><Relationship Id="rId575" Type="http://schemas.openxmlformats.org/officeDocument/2006/relationships/image" Target="NULL"/><Relationship Id="rId228" Type="http://schemas.openxmlformats.org/officeDocument/2006/relationships/customXml" Target="../ink/ink1116.xml"/><Relationship Id="rId435" Type="http://schemas.openxmlformats.org/officeDocument/2006/relationships/image" Target="NULL"/><Relationship Id="rId281" Type="http://schemas.openxmlformats.org/officeDocument/2006/relationships/image" Target="NULL"/><Relationship Id="rId502" Type="http://schemas.openxmlformats.org/officeDocument/2006/relationships/customXml" Target="../ink/ink1253.xml"/><Relationship Id="rId76" Type="http://schemas.openxmlformats.org/officeDocument/2006/relationships/customXml" Target="../ink/ink1040.xml"/><Relationship Id="rId141" Type="http://schemas.openxmlformats.org/officeDocument/2006/relationships/image" Target="NULL"/><Relationship Id="rId379" Type="http://schemas.openxmlformats.org/officeDocument/2006/relationships/image" Target="NULL"/><Relationship Id="rId586" Type="http://schemas.openxmlformats.org/officeDocument/2006/relationships/customXml" Target="../ink/ink1295.xml"/><Relationship Id="rId7" Type="http://schemas.openxmlformats.org/officeDocument/2006/relationships/image" Target="NULL"/><Relationship Id="rId239" Type="http://schemas.openxmlformats.org/officeDocument/2006/relationships/image" Target="NULL"/><Relationship Id="rId446" Type="http://schemas.openxmlformats.org/officeDocument/2006/relationships/customXml" Target="../ink/ink1225.xml"/><Relationship Id="rId292" Type="http://schemas.openxmlformats.org/officeDocument/2006/relationships/customXml" Target="../ink/ink1148.xml"/><Relationship Id="rId306" Type="http://schemas.openxmlformats.org/officeDocument/2006/relationships/customXml" Target="../ink/ink1155.xml"/><Relationship Id="rId87" Type="http://schemas.openxmlformats.org/officeDocument/2006/relationships/image" Target="NULL"/><Relationship Id="rId513" Type="http://schemas.openxmlformats.org/officeDocument/2006/relationships/image" Target="NULL"/><Relationship Id="rId152" Type="http://schemas.openxmlformats.org/officeDocument/2006/relationships/customXml" Target="../ink/ink1078.xml"/><Relationship Id="rId194" Type="http://schemas.openxmlformats.org/officeDocument/2006/relationships/customXml" Target="../ink/ink1099.xml"/><Relationship Id="rId208" Type="http://schemas.openxmlformats.org/officeDocument/2006/relationships/customXml" Target="../ink/ink1106.xml"/><Relationship Id="rId415" Type="http://schemas.openxmlformats.org/officeDocument/2006/relationships/image" Target="NULL"/><Relationship Id="rId457" Type="http://schemas.openxmlformats.org/officeDocument/2006/relationships/image" Target="NULL"/><Relationship Id="rId261" Type="http://schemas.openxmlformats.org/officeDocument/2006/relationships/image" Target="NULL"/><Relationship Id="rId499" Type="http://schemas.openxmlformats.org/officeDocument/2006/relationships/image" Target="NULL"/><Relationship Id="rId14" Type="http://schemas.openxmlformats.org/officeDocument/2006/relationships/customXml" Target="../ink/ink1009.xml"/><Relationship Id="rId56" Type="http://schemas.openxmlformats.org/officeDocument/2006/relationships/customXml" Target="../ink/ink1030.xml"/><Relationship Id="rId317" Type="http://schemas.openxmlformats.org/officeDocument/2006/relationships/image" Target="NULL"/><Relationship Id="rId359" Type="http://schemas.openxmlformats.org/officeDocument/2006/relationships/image" Target="NULL"/><Relationship Id="rId524" Type="http://schemas.openxmlformats.org/officeDocument/2006/relationships/customXml" Target="../ink/ink1264.xml"/><Relationship Id="rId566" Type="http://schemas.openxmlformats.org/officeDocument/2006/relationships/customXml" Target="../ink/ink1285.xml"/><Relationship Id="rId98" Type="http://schemas.openxmlformats.org/officeDocument/2006/relationships/customXml" Target="../ink/ink1051.xml"/><Relationship Id="rId121" Type="http://schemas.openxmlformats.org/officeDocument/2006/relationships/image" Target="NULL"/><Relationship Id="rId163" Type="http://schemas.openxmlformats.org/officeDocument/2006/relationships/image" Target="NULL"/><Relationship Id="rId219" Type="http://schemas.openxmlformats.org/officeDocument/2006/relationships/image" Target="NULL"/><Relationship Id="rId370" Type="http://schemas.openxmlformats.org/officeDocument/2006/relationships/customXml" Target="../ink/ink1187.xml"/><Relationship Id="rId426" Type="http://schemas.openxmlformats.org/officeDocument/2006/relationships/customXml" Target="../ink/ink1215.xml"/><Relationship Id="rId230" Type="http://schemas.openxmlformats.org/officeDocument/2006/relationships/customXml" Target="../ink/ink1117.xml"/><Relationship Id="rId468" Type="http://schemas.openxmlformats.org/officeDocument/2006/relationships/customXml" Target="../ink/ink1236.xml"/><Relationship Id="rId25" Type="http://schemas.openxmlformats.org/officeDocument/2006/relationships/image" Target="NULL"/><Relationship Id="rId67" Type="http://schemas.openxmlformats.org/officeDocument/2006/relationships/image" Target="NULL"/><Relationship Id="rId272" Type="http://schemas.openxmlformats.org/officeDocument/2006/relationships/customXml" Target="../ink/ink1138.xml"/><Relationship Id="rId328" Type="http://schemas.openxmlformats.org/officeDocument/2006/relationships/customXml" Target="../ink/ink1166.xml"/><Relationship Id="rId535" Type="http://schemas.openxmlformats.org/officeDocument/2006/relationships/image" Target="NULL"/><Relationship Id="rId577" Type="http://schemas.openxmlformats.org/officeDocument/2006/relationships/image" Target="NULL"/><Relationship Id="rId132" Type="http://schemas.openxmlformats.org/officeDocument/2006/relationships/customXml" Target="../ink/ink1068.xml"/><Relationship Id="rId174" Type="http://schemas.openxmlformats.org/officeDocument/2006/relationships/customXml" Target="../ink/ink1089.xml"/><Relationship Id="rId381" Type="http://schemas.openxmlformats.org/officeDocument/2006/relationships/image" Target="NULL"/><Relationship Id="rId241" Type="http://schemas.openxmlformats.org/officeDocument/2006/relationships/image" Target="NULL"/><Relationship Id="rId437" Type="http://schemas.openxmlformats.org/officeDocument/2006/relationships/image" Target="NULL"/><Relationship Id="rId479" Type="http://schemas.openxmlformats.org/officeDocument/2006/relationships/image" Target="NULL"/><Relationship Id="rId36" Type="http://schemas.openxmlformats.org/officeDocument/2006/relationships/customXml" Target="../ink/ink1020.xml"/><Relationship Id="rId283" Type="http://schemas.openxmlformats.org/officeDocument/2006/relationships/image" Target="NULL"/><Relationship Id="rId339" Type="http://schemas.openxmlformats.org/officeDocument/2006/relationships/image" Target="NULL"/><Relationship Id="rId490" Type="http://schemas.openxmlformats.org/officeDocument/2006/relationships/customXml" Target="../ink/ink1247.xml"/><Relationship Id="rId504" Type="http://schemas.openxmlformats.org/officeDocument/2006/relationships/customXml" Target="../ink/ink1254.xml"/><Relationship Id="rId546" Type="http://schemas.openxmlformats.org/officeDocument/2006/relationships/customXml" Target="../ink/ink1275.xml"/><Relationship Id="rId78" Type="http://schemas.openxmlformats.org/officeDocument/2006/relationships/customXml" Target="../ink/ink1041.xml"/><Relationship Id="rId101" Type="http://schemas.openxmlformats.org/officeDocument/2006/relationships/image" Target="NULL"/><Relationship Id="rId143" Type="http://schemas.openxmlformats.org/officeDocument/2006/relationships/image" Target="NULL"/><Relationship Id="rId185" Type="http://schemas.openxmlformats.org/officeDocument/2006/relationships/image" Target="NULL"/><Relationship Id="rId350" Type="http://schemas.openxmlformats.org/officeDocument/2006/relationships/customXml" Target="../ink/ink1177.xml"/><Relationship Id="rId406" Type="http://schemas.openxmlformats.org/officeDocument/2006/relationships/customXml" Target="../ink/ink1205.xml"/><Relationship Id="rId588" Type="http://schemas.openxmlformats.org/officeDocument/2006/relationships/customXml" Target="../ink/ink1296.xml"/><Relationship Id="rId9" Type="http://schemas.openxmlformats.org/officeDocument/2006/relationships/image" Target="NULL"/><Relationship Id="rId210" Type="http://schemas.openxmlformats.org/officeDocument/2006/relationships/customXml" Target="../ink/ink1107.xml"/><Relationship Id="rId392" Type="http://schemas.openxmlformats.org/officeDocument/2006/relationships/customXml" Target="../ink/ink1198.xml"/><Relationship Id="rId448" Type="http://schemas.openxmlformats.org/officeDocument/2006/relationships/customXml" Target="../ink/ink1226.xml"/><Relationship Id="rId252" Type="http://schemas.openxmlformats.org/officeDocument/2006/relationships/customXml" Target="../ink/ink1128.xml"/><Relationship Id="rId294" Type="http://schemas.openxmlformats.org/officeDocument/2006/relationships/customXml" Target="../ink/ink1149.xml"/><Relationship Id="rId308" Type="http://schemas.openxmlformats.org/officeDocument/2006/relationships/customXml" Target="../ink/ink1156.xml"/><Relationship Id="rId515" Type="http://schemas.openxmlformats.org/officeDocument/2006/relationships/image" Target="NULL"/><Relationship Id="rId47" Type="http://schemas.openxmlformats.org/officeDocument/2006/relationships/image" Target="NULL"/><Relationship Id="rId89" Type="http://schemas.openxmlformats.org/officeDocument/2006/relationships/image" Target="NULL"/><Relationship Id="rId112" Type="http://schemas.openxmlformats.org/officeDocument/2006/relationships/customXml" Target="../ink/ink1058.xml"/><Relationship Id="rId154" Type="http://schemas.openxmlformats.org/officeDocument/2006/relationships/customXml" Target="../ink/ink1079.xml"/><Relationship Id="rId361" Type="http://schemas.openxmlformats.org/officeDocument/2006/relationships/image" Target="NULL"/><Relationship Id="rId557" Type="http://schemas.openxmlformats.org/officeDocument/2006/relationships/image" Target="NULL"/><Relationship Id="rId196" Type="http://schemas.openxmlformats.org/officeDocument/2006/relationships/customXml" Target="../ink/ink1100.xml"/><Relationship Id="rId417" Type="http://schemas.openxmlformats.org/officeDocument/2006/relationships/image" Target="NULL"/><Relationship Id="rId459" Type="http://schemas.openxmlformats.org/officeDocument/2006/relationships/image" Target="NULL"/><Relationship Id="rId16" Type="http://schemas.openxmlformats.org/officeDocument/2006/relationships/customXml" Target="../ink/ink1010.xml"/><Relationship Id="rId221" Type="http://schemas.openxmlformats.org/officeDocument/2006/relationships/image" Target="NULL"/><Relationship Id="rId263" Type="http://schemas.openxmlformats.org/officeDocument/2006/relationships/image" Target="NULL"/><Relationship Id="rId319" Type="http://schemas.openxmlformats.org/officeDocument/2006/relationships/image" Target="NULL"/><Relationship Id="rId470" Type="http://schemas.openxmlformats.org/officeDocument/2006/relationships/customXml" Target="../ink/ink1237.xml"/><Relationship Id="rId526" Type="http://schemas.openxmlformats.org/officeDocument/2006/relationships/customXml" Target="../ink/ink1265.xml"/><Relationship Id="rId58" Type="http://schemas.openxmlformats.org/officeDocument/2006/relationships/customXml" Target="../ink/ink1031.xml"/><Relationship Id="rId123" Type="http://schemas.openxmlformats.org/officeDocument/2006/relationships/image" Target="NULL"/><Relationship Id="rId330" Type="http://schemas.openxmlformats.org/officeDocument/2006/relationships/customXml" Target="../ink/ink1167.xml"/><Relationship Id="rId568" Type="http://schemas.openxmlformats.org/officeDocument/2006/relationships/customXml" Target="../ink/ink1286.xml"/><Relationship Id="rId165" Type="http://schemas.openxmlformats.org/officeDocument/2006/relationships/image" Target="NULL"/><Relationship Id="rId372" Type="http://schemas.openxmlformats.org/officeDocument/2006/relationships/customXml" Target="../ink/ink1188.xml"/><Relationship Id="rId428" Type="http://schemas.openxmlformats.org/officeDocument/2006/relationships/customXml" Target="../ink/ink1216.xml"/><Relationship Id="rId232" Type="http://schemas.openxmlformats.org/officeDocument/2006/relationships/customXml" Target="../ink/ink1118.xml"/><Relationship Id="rId274" Type="http://schemas.openxmlformats.org/officeDocument/2006/relationships/customXml" Target="../ink/ink1139.xml"/><Relationship Id="rId481" Type="http://schemas.openxmlformats.org/officeDocument/2006/relationships/image" Target="NULL"/><Relationship Id="rId27" Type="http://schemas.openxmlformats.org/officeDocument/2006/relationships/image" Target="NULL"/><Relationship Id="rId69" Type="http://schemas.openxmlformats.org/officeDocument/2006/relationships/image" Target="NULL"/><Relationship Id="rId134" Type="http://schemas.openxmlformats.org/officeDocument/2006/relationships/customXml" Target="../ink/ink1069.xml"/><Relationship Id="rId537" Type="http://schemas.openxmlformats.org/officeDocument/2006/relationships/image" Target="NULL"/><Relationship Id="rId579" Type="http://schemas.openxmlformats.org/officeDocument/2006/relationships/image" Target="NULL"/><Relationship Id="rId80" Type="http://schemas.openxmlformats.org/officeDocument/2006/relationships/customXml" Target="../ink/ink1042.xml"/><Relationship Id="rId176" Type="http://schemas.openxmlformats.org/officeDocument/2006/relationships/customXml" Target="../ink/ink1090.xml"/><Relationship Id="rId341" Type="http://schemas.openxmlformats.org/officeDocument/2006/relationships/image" Target="NULL"/><Relationship Id="rId383" Type="http://schemas.openxmlformats.org/officeDocument/2006/relationships/image" Target="NULL"/><Relationship Id="rId439" Type="http://schemas.openxmlformats.org/officeDocument/2006/relationships/image" Target="NULL"/><Relationship Id="rId590" Type="http://schemas.openxmlformats.org/officeDocument/2006/relationships/customXml" Target="../ink/ink1297.xml"/><Relationship Id="rId201" Type="http://schemas.openxmlformats.org/officeDocument/2006/relationships/image" Target="NULL"/><Relationship Id="rId243" Type="http://schemas.openxmlformats.org/officeDocument/2006/relationships/image" Target="NULL"/><Relationship Id="rId285" Type="http://schemas.openxmlformats.org/officeDocument/2006/relationships/image" Target="NULL"/><Relationship Id="rId450" Type="http://schemas.openxmlformats.org/officeDocument/2006/relationships/customXml" Target="../ink/ink1227.xml"/><Relationship Id="rId506" Type="http://schemas.openxmlformats.org/officeDocument/2006/relationships/customXml" Target="../ink/ink1255.xml"/><Relationship Id="rId38" Type="http://schemas.openxmlformats.org/officeDocument/2006/relationships/customXml" Target="../ink/ink1021.xml"/><Relationship Id="rId103" Type="http://schemas.openxmlformats.org/officeDocument/2006/relationships/image" Target="NULL"/><Relationship Id="rId310" Type="http://schemas.openxmlformats.org/officeDocument/2006/relationships/customXml" Target="../ink/ink1157.xml"/><Relationship Id="rId492" Type="http://schemas.openxmlformats.org/officeDocument/2006/relationships/customXml" Target="../ink/ink1248.xml"/><Relationship Id="rId548" Type="http://schemas.openxmlformats.org/officeDocument/2006/relationships/customXml" Target="../ink/ink1276.xml"/><Relationship Id="rId91" Type="http://schemas.openxmlformats.org/officeDocument/2006/relationships/image" Target="NULL"/><Relationship Id="rId145" Type="http://schemas.openxmlformats.org/officeDocument/2006/relationships/image" Target="NULL"/><Relationship Id="rId187" Type="http://schemas.openxmlformats.org/officeDocument/2006/relationships/image" Target="NULL"/><Relationship Id="rId352" Type="http://schemas.openxmlformats.org/officeDocument/2006/relationships/customXml" Target="../ink/ink1178.xml"/><Relationship Id="rId394" Type="http://schemas.openxmlformats.org/officeDocument/2006/relationships/customXml" Target="../ink/ink1199.xml"/><Relationship Id="rId408" Type="http://schemas.openxmlformats.org/officeDocument/2006/relationships/customXml" Target="../ink/ink1206.xml"/><Relationship Id="rId212" Type="http://schemas.openxmlformats.org/officeDocument/2006/relationships/customXml" Target="../ink/ink1108.xml"/><Relationship Id="rId254" Type="http://schemas.openxmlformats.org/officeDocument/2006/relationships/customXml" Target="../ink/ink1129.xml"/><Relationship Id="rId49" Type="http://schemas.openxmlformats.org/officeDocument/2006/relationships/image" Target="NULL"/><Relationship Id="rId114" Type="http://schemas.openxmlformats.org/officeDocument/2006/relationships/customXml" Target="../ink/ink1059.xml"/><Relationship Id="rId296" Type="http://schemas.openxmlformats.org/officeDocument/2006/relationships/customXml" Target="../ink/ink1150.xml"/><Relationship Id="rId461" Type="http://schemas.openxmlformats.org/officeDocument/2006/relationships/image" Target="NULL"/><Relationship Id="rId517" Type="http://schemas.openxmlformats.org/officeDocument/2006/relationships/image" Target="NULL"/><Relationship Id="rId559" Type="http://schemas.openxmlformats.org/officeDocument/2006/relationships/image" Target="NULL"/><Relationship Id="rId60" Type="http://schemas.openxmlformats.org/officeDocument/2006/relationships/customXml" Target="../ink/ink1032.xml"/><Relationship Id="rId156" Type="http://schemas.openxmlformats.org/officeDocument/2006/relationships/customXml" Target="../ink/ink1080.xml"/><Relationship Id="rId198" Type="http://schemas.openxmlformats.org/officeDocument/2006/relationships/customXml" Target="../ink/ink1101.xml"/><Relationship Id="rId321" Type="http://schemas.openxmlformats.org/officeDocument/2006/relationships/image" Target="NULL"/><Relationship Id="rId363" Type="http://schemas.openxmlformats.org/officeDocument/2006/relationships/image" Target="NULL"/><Relationship Id="rId419" Type="http://schemas.openxmlformats.org/officeDocument/2006/relationships/image" Target="NULL"/><Relationship Id="rId570" Type="http://schemas.openxmlformats.org/officeDocument/2006/relationships/customXml" Target="../ink/ink1287.xml"/><Relationship Id="rId223" Type="http://schemas.openxmlformats.org/officeDocument/2006/relationships/image" Target="NULL"/><Relationship Id="rId430" Type="http://schemas.openxmlformats.org/officeDocument/2006/relationships/customXml" Target="../ink/ink1217.xml"/><Relationship Id="rId18" Type="http://schemas.openxmlformats.org/officeDocument/2006/relationships/customXml" Target="../ink/ink1011.xml"/><Relationship Id="rId265" Type="http://schemas.openxmlformats.org/officeDocument/2006/relationships/image" Target="NULL"/><Relationship Id="rId472" Type="http://schemas.openxmlformats.org/officeDocument/2006/relationships/customXml" Target="../ink/ink1238.xml"/><Relationship Id="rId528" Type="http://schemas.openxmlformats.org/officeDocument/2006/relationships/customXml" Target="../ink/ink1266.xml"/><Relationship Id="rId125" Type="http://schemas.openxmlformats.org/officeDocument/2006/relationships/image" Target="NULL"/><Relationship Id="rId167" Type="http://schemas.openxmlformats.org/officeDocument/2006/relationships/image" Target="NULL"/><Relationship Id="rId332" Type="http://schemas.openxmlformats.org/officeDocument/2006/relationships/customXml" Target="../ink/ink1168.xml"/><Relationship Id="rId374" Type="http://schemas.openxmlformats.org/officeDocument/2006/relationships/customXml" Target="../ink/ink1189.xml"/><Relationship Id="rId581" Type="http://schemas.openxmlformats.org/officeDocument/2006/relationships/image" Target="NULL"/><Relationship Id="rId71" Type="http://schemas.openxmlformats.org/officeDocument/2006/relationships/image" Target="NULL"/><Relationship Id="rId234" Type="http://schemas.openxmlformats.org/officeDocument/2006/relationships/customXml" Target="../ink/ink1119.xml"/><Relationship Id="rId2" Type="http://schemas.openxmlformats.org/officeDocument/2006/relationships/customXml" Target="../ink/ink1003.xml"/><Relationship Id="rId29" Type="http://schemas.openxmlformats.org/officeDocument/2006/relationships/image" Target="NULL"/><Relationship Id="rId276" Type="http://schemas.openxmlformats.org/officeDocument/2006/relationships/customXml" Target="../ink/ink1140.xml"/><Relationship Id="rId441" Type="http://schemas.openxmlformats.org/officeDocument/2006/relationships/image" Target="NULL"/><Relationship Id="rId483" Type="http://schemas.openxmlformats.org/officeDocument/2006/relationships/image" Target="NULL"/><Relationship Id="rId539" Type="http://schemas.openxmlformats.org/officeDocument/2006/relationships/image" Target="NULL"/><Relationship Id="rId40" Type="http://schemas.openxmlformats.org/officeDocument/2006/relationships/customXml" Target="../ink/ink1022.xml"/><Relationship Id="rId136" Type="http://schemas.openxmlformats.org/officeDocument/2006/relationships/customXml" Target="../ink/ink1070.xml"/><Relationship Id="rId178" Type="http://schemas.openxmlformats.org/officeDocument/2006/relationships/customXml" Target="../ink/ink1091.xml"/><Relationship Id="rId301" Type="http://schemas.openxmlformats.org/officeDocument/2006/relationships/image" Target="NULL"/><Relationship Id="rId343" Type="http://schemas.openxmlformats.org/officeDocument/2006/relationships/image" Target="NULL"/><Relationship Id="rId550" Type="http://schemas.openxmlformats.org/officeDocument/2006/relationships/customXml" Target="../ink/ink1277.xml"/><Relationship Id="rId82" Type="http://schemas.openxmlformats.org/officeDocument/2006/relationships/customXml" Target="../ink/ink1043.xml"/><Relationship Id="rId203" Type="http://schemas.openxmlformats.org/officeDocument/2006/relationships/image" Target="NULL"/><Relationship Id="rId385" Type="http://schemas.openxmlformats.org/officeDocument/2006/relationships/image" Target="NULL"/><Relationship Id="rId592" Type="http://schemas.openxmlformats.org/officeDocument/2006/relationships/customXml" Target="../ink/ink1298.xml"/><Relationship Id="rId245" Type="http://schemas.openxmlformats.org/officeDocument/2006/relationships/image" Target="NULL"/><Relationship Id="rId287" Type="http://schemas.openxmlformats.org/officeDocument/2006/relationships/image" Target="NULL"/><Relationship Id="rId410" Type="http://schemas.openxmlformats.org/officeDocument/2006/relationships/customXml" Target="../ink/ink1207.xml"/><Relationship Id="rId452" Type="http://schemas.openxmlformats.org/officeDocument/2006/relationships/customXml" Target="../ink/ink1228.xml"/><Relationship Id="rId494" Type="http://schemas.openxmlformats.org/officeDocument/2006/relationships/customXml" Target="../ink/ink1249.xml"/><Relationship Id="rId508" Type="http://schemas.openxmlformats.org/officeDocument/2006/relationships/customXml" Target="../ink/ink1256.xml"/><Relationship Id="rId105" Type="http://schemas.openxmlformats.org/officeDocument/2006/relationships/image" Target="NULL"/><Relationship Id="rId147" Type="http://schemas.openxmlformats.org/officeDocument/2006/relationships/image" Target="NULL"/><Relationship Id="rId312" Type="http://schemas.openxmlformats.org/officeDocument/2006/relationships/customXml" Target="../ink/ink1158.xml"/><Relationship Id="rId354" Type="http://schemas.openxmlformats.org/officeDocument/2006/relationships/customXml" Target="../ink/ink1179.xml"/><Relationship Id="rId51" Type="http://schemas.openxmlformats.org/officeDocument/2006/relationships/image" Target="NULL"/><Relationship Id="rId93" Type="http://schemas.openxmlformats.org/officeDocument/2006/relationships/image" Target="NULL"/><Relationship Id="rId189" Type="http://schemas.openxmlformats.org/officeDocument/2006/relationships/image" Target="NULL"/><Relationship Id="rId396" Type="http://schemas.openxmlformats.org/officeDocument/2006/relationships/customXml" Target="../ink/ink1200.xml"/><Relationship Id="rId561" Type="http://schemas.openxmlformats.org/officeDocument/2006/relationships/image" Target="NULL"/><Relationship Id="rId214" Type="http://schemas.openxmlformats.org/officeDocument/2006/relationships/customXml" Target="../ink/ink1109.xml"/><Relationship Id="rId256" Type="http://schemas.openxmlformats.org/officeDocument/2006/relationships/customXml" Target="../ink/ink1130.xml"/><Relationship Id="rId298" Type="http://schemas.openxmlformats.org/officeDocument/2006/relationships/customXml" Target="../ink/ink1151.xml"/><Relationship Id="rId421" Type="http://schemas.openxmlformats.org/officeDocument/2006/relationships/image" Target="NULL"/><Relationship Id="rId463" Type="http://schemas.openxmlformats.org/officeDocument/2006/relationships/image" Target="NULL"/><Relationship Id="rId519" Type="http://schemas.openxmlformats.org/officeDocument/2006/relationships/image" Target="NULL"/><Relationship Id="rId116" Type="http://schemas.openxmlformats.org/officeDocument/2006/relationships/customXml" Target="../ink/ink1060.xml"/><Relationship Id="rId158" Type="http://schemas.openxmlformats.org/officeDocument/2006/relationships/customXml" Target="../ink/ink1081.xml"/><Relationship Id="rId323" Type="http://schemas.openxmlformats.org/officeDocument/2006/relationships/image" Target="NULL"/><Relationship Id="rId530" Type="http://schemas.openxmlformats.org/officeDocument/2006/relationships/customXml" Target="../ink/ink1267.xml"/><Relationship Id="rId20" Type="http://schemas.openxmlformats.org/officeDocument/2006/relationships/customXml" Target="../ink/ink1012.xml"/><Relationship Id="rId62" Type="http://schemas.openxmlformats.org/officeDocument/2006/relationships/customXml" Target="../ink/ink1033.xml"/><Relationship Id="rId365" Type="http://schemas.openxmlformats.org/officeDocument/2006/relationships/image" Target="NULL"/><Relationship Id="rId572" Type="http://schemas.openxmlformats.org/officeDocument/2006/relationships/customXml" Target="../ink/ink1288.xml"/><Relationship Id="rId225" Type="http://schemas.openxmlformats.org/officeDocument/2006/relationships/image" Target="NULL"/><Relationship Id="rId267" Type="http://schemas.openxmlformats.org/officeDocument/2006/relationships/image" Target="NULL"/><Relationship Id="rId432" Type="http://schemas.openxmlformats.org/officeDocument/2006/relationships/customXml" Target="../ink/ink1218.xml"/><Relationship Id="rId474" Type="http://schemas.openxmlformats.org/officeDocument/2006/relationships/customXml" Target="../ink/ink1239.xml"/><Relationship Id="rId127" Type="http://schemas.openxmlformats.org/officeDocument/2006/relationships/image" Target="NULL"/><Relationship Id="rId31" Type="http://schemas.openxmlformats.org/officeDocument/2006/relationships/image" Target="NULL"/><Relationship Id="rId73" Type="http://schemas.openxmlformats.org/officeDocument/2006/relationships/image" Target="NULL"/><Relationship Id="rId169" Type="http://schemas.openxmlformats.org/officeDocument/2006/relationships/image" Target="NULL"/><Relationship Id="rId334" Type="http://schemas.openxmlformats.org/officeDocument/2006/relationships/customXml" Target="../ink/ink1169.xml"/><Relationship Id="rId376" Type="http://schemas.openxmlformats.org/officeDocument/2006/relationships/customXml" Target="../ink/ink1190.xml"/><Relationship Id="rId541" Type="http://schemas.openxmlformats.org/officeDocument/2006/relationships/image" Target="NULL"/><Relationship Id="rId583" Type="http://schemas.openxmlformats.org/officeDocument/2006/relationships/image" Target="NULL"/><Relationship Id="rId4" Type="http://schemas.openxmlformats.org/officeDocument/2006/relationships/customXml" Target="../ink/ink1004.xml"/><Relationship Id="rId180" Type="http://schemas.openxmlformats.org/officeDocument/2006/relationships/customXml" Target="../ink/ink1092.xml"/><Relationship Id="rId236" Type="http://schemas.openxmlformats.org/officeDocument/2006/relationships/customXml" Target="../ink/ink1120.xml"/><Relationship Id="rId278" Type="http://schemas.openxmlformats.org/officeDocument/2006/relationships/customXml" Target="../ink/ink1141.xml"/><Relationship Id="rId401" Type="http://schemas.openxmlformats.org/officeDocument/2006/relationships/image" Target="NULL"/><Relationship Id="rId443" Type="http://schemas.openxmlformats.org/officeDocument/2006/relationships/image" Target="NULL"/><Relationship Id="rId303" Type="http://schemas.openxmlformats.org/officeDocument/2006/relationships/image" Target="NULL"/><Relationship Id="rId485" Type="http://schemas.openxmlformats.org/officeDocument/2006/relationships/image" Target="NULL"/><Relationship Id="rId42" Type="http://schemas.openxmlformats.org/officeDocument/2006/relationships/customXml" Target="../ink/ink1023.xml"/><Relationship Id="rId84" Type="http://schemas.openxmlformats.org/officeDocument/2006/relationships/customXml" Target="../ink/ink1044.xml"/><Relationship Id="rId138" Type="http://schemas.openxmlformats.org/officeDocument/2006/relationships/customXml" Target="../ink/ink1071.xml"/><Relationship Id="rId345" Type="http://schemas.openxmlformats.org/officeDocument/2006/relationships/image" Target="NULL"/><Relationship Id="rId387" Type="http://schemas.openxmlformats.org/officeDocument/2006/relationships/image" Target="NULL"/><Relationship Id="rId510" Type="http://schemas.openxmlformats.org/officeDocument/2006/relationships/customXml" Target="../ink/ink1257.xml"/><Relationship Id="rId552" Type="http://schemas.openxmlformats.org/officeDocument/2006/relationships/customXml" Target="../ink/ink1278.xml"/><Relationship Id="rId191" Type="http://schemas.openxmlformats.org/officeDocument/2006/relationships/image" Target="NULL"/><Relationship Id="rId205" Type="http://schemas.openxmlformats.org/officeDocument/2006/relationships/image" Target="NULL"/><Relationship Id="rId247" Type="http://schemas.openxmlformats.org/officeDocument/2006/relationships/image" Target="NULL"/><Relationship Id="rId412" Type="http://schemas.openxmlformats.org/officeDocument/2006/relationships/customXml" Target="../ink/ink1208.xml"/><Relationship Id="rId107" Type="http://schemas.openxmlformats.org/officeDocument/2006/relationships/image" Target="NULL"/><Relationship Id="rId289" Type="http://schemas.openxmlformats.org/officeDocument/2006/relationships/image" Target="NULL"/><Relationship Id="rId454" Type="http://schemas.openxmlformats.org/officeDocument/2006/relationships/customXml" Target="../ink/ink1229.xml"/><Relationship Id="rId496" Type="http://schemas.openxmlformats.org/officeDocument/2006/relationships/customXml" Target="../ink/ink1250.xml"/><Relationship Id="rId11" Type="http://schemas.openxmlformats.org/officeDocument/2006/relationships/image" Target="NULL"/><Relationship Id="rId53" Type="http://schemas.openxmlformats.org/officeDocument/2006/relationships/image" Target="NULL"/><Relationship Id="rId149" Type="http://schemas.openxmlformats.org/officeDocument/2006/relationships/image" Target="NULL"/><Relationship Id="rId314" Type="http://schemas.openxmlformats.org/officeDocument/2006/relationships/customXml" Target="../ink/ink1159.xml"/><Relationship Id="rId356" Type="http://schemas.openxmlformats.org/officeDocument/2006/relationships/customXml" Target="../ink/ink1180.xml"/><Relationship Id="rId398" Type="http://schemas.openxmlformats.org/officeDocument/2006/relationships/customXml" Target="../ink/ink1201.xml"/><Relationship Id="rId521" Type="http://schemas.openxmlformats.org/officeDocument/2006/relationships/image" Target="NULL"/><Relationship Id="rId563" Type="http://schemas.openxmlformats.org/officeDocument/2006/relationships/image" Target="NULL"/><Relationship Id="rId95" Type="http://schemas.openxmlformats.org/officeDocument/2006/relationships/image" Target="NULL"/><Relationship Id="rId160" Type="http://schemas.openxmlformats.org/officeDocument/2006/relationships/customXml" Target="../ink/ink1082.xml"/><Relationship Id="rId216" Type="http://schemas.openxmlformats.org/officeDocument/2006/relationships/customXml" Target="../ink/ink1110.xml"/><Relationship Id="rId423" Type="http://schemas.openxmlformats.org/officeDocument/2006/relationships/image" Target="NULL"/><Relationship Id="rId258" Type="http://schemas.openxmlformats.org/officeDocument/2006/relationships/customXml" Target="../ink/ink1131.xml"/><Relationship Id="rId465" Type="http://schemas.openxmlformats.org/officeDocument/2006/relationships/image" Target="NULL"/><Relationship Id="rId22" Type="http://schemas.openxmlformats.org/officeDocument/2006/relationships/customXml" Target="../ink/ink1013.xml"/><Relationship Id="rId64" Type="http://schemas.openxmlformats.org/officeDocument/2006/relationships/customXml" Target="../ink/ink1034.xml"/><Relationship Id="rId118" Type="http://schemas.openxmlformats.org/officeDocument/2006/relationships/customXml" Target="../ink/ink1061.xml"/><Relationship Id="rId325" Type="http://schemas.openxmlformats.org/officeDocument/2006/relationships/image" Target="NULL"/><Relationship Id="rId367" Type="http://schemas.openxmlformats.org/officeDocument/2006/relationships/image" Target="NULL"/><Relationship Id="rId532" Type="http://schemas.openxmlformats.org/officeDocument/2006/relationships/customXml" Target="../ink/ink1268.xml"/><Relationship Id="rId574" Type="http://schemas.openxmlformats.org/officeDocument/2006/relationships/customXml" Target="../ink/ink1289.xml"/><Relationship Id="rId171" Type="http://schemas.openxmlformats.org/officeDocument/2006/relationships/image" Target="NULL"/><Relationship Id="rId227" Type="http://schemas.openxmlformats.org/officeDocument/2006/relationships/image" Target="NULL"/><Relationship Id="rId269" Type="http://schemas.openxmlformats.org/officeDocument/2006/relationships/image" Target="NULL"/><Relationship Id="rId434" Type="http://schemas.openxmlformats.org/officeDocument/2006/relationships/customXml" Target="../ink/ink1219.xml"/><Relationship Id="rId476" Type="http://schemas.openxmlformats.org/officeDocument/2006/relationships/customXml" Target="../ink/ink1240.xml"/><Relationship Id="rId33" Type="http://schemas.openxmlformats.org/officeDocument/2006/relationships/image" Target="NULL"/><Relationship Id="rId129" Type="http://schemas.openxmlformats.org/officeDocument/2006/relationships/image" Target="NULL"/><Relationship Id="rId280" Type="http://schemas.openxmlformats.org/officeDocument/2006/relationships/customXml" Target="../ink/ink1142.xml"/><Relationship Id="rId336" Type="http://schemas.openxmlformats.org/officeDocument/2006/relationships/customXml" Target="../ink/ink1170.xml"/><Relationship Id="rId501" Type="http://schemas.openxmlformats.org/officeDocument/2006/relationships/image" Target="NULL"/><Relationship Id="rId543" Type="http://schemas.openxmlformats.org/officeDocument/2006/relationships/image" Target="NULL"/><Relationship Id="rId75" Type="http://schemas.openxmlformats.org/officeDocument/2006/relationships/image" Target="NULL"/><Relationship Id="rId140" Type="http://schemas.openxmlformats.org/officeDocument/2006/relationships/customXml" Target="../ink/ink1072.xml"/><Relationship Id="rId182" Type="http://schemas.openxmlformats.org/officeDocument/2006/relationships/customXml" Target="../ink/ink1093.xml"/><Relationship Id="rId378" Type="http://schemas.openxmlformats.org/officeDocument/2006/relationships/customXml" Target="../ink/ink1191.xml"/><Relationship Id="rId403" Type="http://schemas.openxmlformats.org/officeDocument/2006/relationships/image" Target="NULL"/><Relationship Id="rId585" Type="http://schemas.openxmlformats.org/officeDocument/2006/relationships/image" Target="NULL"/><Relationship Id="rId6" Type="http://schemas.openxmlformats.org/officeDocument/2006/relationships/customXml" Target="../ink/ink1005.xml"/><Relationship Id="rId238" Type="http://schemas.openxmlformats.org/officeDocument/2006/relationships/customXml" Target="../ink/ink1121.xml"/><Relationship Id="rId445" Type="http://schemas.openxmlformats.org/officeDocument/2006/relationships/image" Target="NULL"/><Relationship Id="rId487" Type="http://schemas.openxmlformats.org/officeDocument/2006/relationships/image" Target="NULL"/><Relationship Id="rId291" Type="http://schemas.openxmlformats.org/officeDocument/2006/relationships/image" Target="NULL"/><Relationship Id="rId305" Type="http://schemas.openxmlformats.org/officeDocument/2006/relationships/image" Target="NULL"/><Relationship Id="rId347" Type="http://schemas.openxmlformats.org/officeDocument/2006/relationships/image" Target="NULL"/><Relationship Id="rId512" Type="http://schemas.openxmlformats.org/officeDocument/2006/relationships/customXml" Target="../ink/ink1258.xml"/><Relationship Id="rId44" Type="http://schemas.openxmlformats.org/officeDocument/2006/relationships/customXml" Target="../ink/ink1024.xml"/><Relationship Id="rId86" Type="http://schemas.openxmlformats.org/officeDocument/2006/relationships/customXml" Target="../ink/ink1045.xml"/><Relationship Id="rId151" Type="http://schemas.openxmlformats.org/officeDocument/2006/relationships/image" Target="NULL"/><Relationship Id="rId389" Type="http://schemas.openxmlformats.org/officeDocument/2006/relationships/image" Target="NULL"/><Relationship Id="rId554" Type="http://schemas.openxmlformats.org/officeDocument/2006/relationships/customXml" Target="../ink/ink1279.xml"/><Relationship Id="rId193" Type="http://schemas.openxmlformats.org/officeDocument/2006/relationships/image" Target="NULL"/><Relationship Id="rId207" Type="http://schemas.openxmlformats.org/officeDocument/2006/relationships/image" Target="NULL"/><Relationship Id="rId249" Type="http://schemas.openxmlformats.org/officeDocument/2006/relationships/image" Target="NULL"/><Relationship Id="rId414" Type="http://schemas.openxmlformats.org/officeDocument/2006/relationships/customXml" Target="../ink/ink1209.xml"/><Relationship Id="rId456" Type="http://schemas.openxmlformats.org/officeDocument/2006/relationships/customXml" Target="../ink/ink1230.xml"/><Relationship Id="rId498" Type="http://schemas.openxmlformats.org/officeDocument/2006/relationships/customXml" Target="../ink/ink1251.xml"/><Relationship Id="rId13" Type="http://schemas.openxmlformats.org/officeDocument/2006/relationships/image" Target="NULL"/><Relationship Id="rId109" Type="http://schemas.openxmlformats.org/officeDocument/2006/relationships/image" Target="NULL"/><Relationship Id="rId260" Type="http://schemas.openxmlformats.org/officeDocument/2006/relationships/customXml" Target="../ink/ink1132.xml"/><Relationship Id="rId316" Type="http://schemas.openxmlformats.org/officeDocument/2006/relationships/customXml" Target="../ink/ink1160.xml"/><Relationship Id="rId523" Type="http://schemas.openxmlformats.org/officeDocument/2006/relationships/image" Target="NULL"/><Relationship Id="rId55" Type="http://schemas.openxmlformats.org/officeDocument/2006/relationships/image" Target="NULL"/><Relationship Id="rId97" Type="http://schemas.openxmlformats.org/officeDocument/2006/relationships/image" Target="NULL"/><Relationship Id="rId120" Type="http://schemas.openxmlformats.org/officeDocument/2006/relationships/customXml" Target="../ink/ink1062.xml"/><Relationship Id="rId358" Type="http://schemas.openxmlformats.org/officeDocument/2006/relationships/customXml" Target="../ink/ink1181.xml"/><Relationship Id="rId565" Type="http://schemas.openxmlformats.org/officeDocument/2006/relationships/image" Target="NULL"/><Relationship Id="rId162" Type="http://schemas.openxmlformats.org/officeDocument/2006/relationships/customXml" Target="../ink/ink1083.xml"/><Relationship Id="rId218" Type="http://schemas.openxmlformats.org/officeDocument/2006/relationships/customXml" Target="../ink/ink1111.xml"/><Relationship Id="rId425" Type="http://schemas.openxmlformats.org/officeDocument/2006/relationships/image" Target="NULL"/><Relationship Id="rId467" Type="http://schemas.openxmlformats.org/officeDocument/2006/relationships/image" Target="NULL"/><Relationship Id="rId271" Type="http://schemas.openxmlformats.org/officeDocument/2006/relationships/image" Target="NULL"/><Relationship Id="rId24" Type="http://schemas.openxmlformats.org/officeDocument/2006/relationships/customXml" Target="../ink/ink1014.xml"/><Relationship Id="rId66" Type="http://schemas.openxmlformats.org/officeDocument/2006/relationships/customXml" Target="../ink/ink1035.xml"/><Relationship Id="rId131" Type="http://schemas.openxmlformats.org/officeDocument/2006/relationships/image" Target="NULL"/><Relationship Id="rId327" Type="http://schemas.openxmlformats.org/officeDocument/2006/relationships/image" Target="NULL"/><Relationship Id="rId369" Type="http://schemas.openxmlformats.org/officeDocument/2006/relationships/image" Target="NULL"/><Relationship Id="rId534" Type="http://schemas.openxmlformats.org/officeDocument/2006/relationships/customXml" Target="../ink/ink1269.xml"/><Relationship Id="rId576" Type="http://schemas.openxmlformats.org/officeDocument/2006/relationships/customXml" Target="../ink/ink1290.xml"/><Relationship Id="rId173" Type="http://schemas.openxmlformats.org/officeDocument/2006/relationships/image" Target="NULL"/><Relationship Id="rId229" Type="http://schemas.openxmlformats.org/officeDocument/2006/relationships/image" Target="NULL"/><Relationship Id="rId380" Type="http://schemas.openxmlformats.org/officeDocument/2006/relationships/customXml" Target="../ink/ink1192.xml"/><Relationship Id="rId436" Type="http://schemas.openxmlformats.org/officeDocument/2006/relationships/customXml" Target="../ink/ink1220.xml"/><Relationship Id="rId240" Type="http://schemas.openxmlformats.org/officeDocument/2006/relationships/customXml" Target="../ink/ink1122.xml"/><Relationship Id="rId478" Type="http://schemas.openxmlformats.org/officeDocument/2006/relationships/customXml" Target="../ink/ink1241.xml"/><Relationship Id="rId35" Type="http://schemas.openxmlformats.org/officeDocument/2006/relationships/image" Target="NULL"/><Relationship Id="rId77" Type="http://schemas.openxmlformats.org/officeDocument/2006/relationships/image" Target="NULL"/><Relationship Id="rId100" Type="http://schemas.openxmlformats.org/officeDocument/2006/relationships/customXml" Target="../ink/ink1052.xml"/><Relationship Id="rId282" Type="http://schemas.openxmlformats.org/officeDocument/2006/relationships/customXml" Target="../ink/ink1143.xml"/><Relationship Id="rId338" Type="http://schemas.openxmlformats.org/officeDocument/2006/relationships/customXml" Target="../ink/ink1171.xml"/><Relationship Id="rId503" Type="http://schemas.openxmlformats.org/officeDocument/2006/relationships/image" Target="NULL"/><Relationship Id="rId545" Type="http://schemas.openxmlformats.org/officeDocument/2006/relationships/image" Target="NULL"/><Relationship Id="rId587" Type="http://schemas.openxmlformats.org/officeDocument/2006/relationships/image" Target="NULL"/><Relationship Id="rId8" Type="http://schemas.openxmlformats.org/officeDocument/2006/relationships/customXml" Target="../ink/ink1006.xml"/><Relationship Id="rId142" Type="http://schemas.openxmlformats.org/officeDocument/2006/relationships/customXml" Target="../ink/ink1073.xml"/><Relationship Id="rId184" Type="http://schemas.openxmlformats.org/officeDocument/2006/relationships/customXml" Target="../ink/ink1094.xml"/><Relationship Id="rId391" Type="http://schemas.openxmlformats.org/officeDocument/2006/relationships/image" Target="NULL"/><Relationship Id="rId405" Type="http://schemas.openxmlformats.org/officeDocument/2006/relationships/image" Target="NULL"/><Relationship Id="rId447" Type="http://schemas.openxmlformats.org/officeDocument/2006/relationships/image" Target="NULL"/><Relationship Id="rId251" Type="http://schemas.openxmlformats.org/officeDocument/2006/relationships/image" Target="NULL"/><Relationship Id="rId489" Type="http://schemas.openxmlformats.org/officeDocument/2006/relationships/image" Target="NULL"/><Relationship Id="rId46" Type="http://schemas.openxmlformats.org/officeDocument/2006/relationships/customXml" Target="../ink/ink1025.xml"/><Relationship Id="rId293" Type="http://schemas.openxmlformats.org/officeDocument/2006/relationships/image" Target="NULL"/><Relationship Id="rId307" Type="http://schemas.openxmlformats.org/officeDocument/2006/relationships/image" Target="NULL"/><Relationship Id="rId349" Type="http://schemas.openxmlformats.org/officeDocument/2006/relationships/image" Target="NULL"/><Relationship Id="rId514" Type="http://schemas.openxmlformats.org/officeDocument/2006/relationships/customXml" Target="../ink/ink1259.xml"/><Relationship Id="rId556" Type="http://schemas.openxmlformats.org/officeDocument/2006/relationships/customXml" Target="../ink/ink1280.xml"/><Relationship Id="rId88" Type="http://schemas.openxmlformats.org/officeDocument/2006/relationships/customXml" Target="../ink/ink1046.xml"/><Relationship Id="rId111" Type="http://schemas.openxmlformats.org/officeDocument/2006/relationships/image" Target="NULL"/><Relationship Id="rId153" Type="http://schemas.openxmlformats.org/officeDocument/2006/relationships/image" Target="NULL"/><Relationship Id="rId195" Type="http://schemas.openxmlformats.org/officeDocument/2006/relationships/image" Target="NULL"/><Relationship Id="rId209" Type="http://schemas.openxmlformats.org/officeDocument/2006/relationships/image" Target="NULL"/><Relationship Id="rId360" Type="http://schemas.openxmlformats.org/officeDocument/2006/relationships/customXml" Target="../ink/ink1182.xml"/><Relationship Id="rId416" Type="http://schemas.openxmlformats.org/officeDocument/2006/relationships/customXml" Target="../ink/ink1210.xml"/><Relationship Id="rId220" Type="http://schemas.openxmlformats.org/officeDocument/2006/relationships/customXml" Target="../ink/ink1112.xml"/><Relationship Id="rId458" Type="http://schemas.openxmlformats.org/officeDocument/2006/relationships/customXml" Target="../ink/ink1231.xml"/><Relationship Id="rId15" Type="http://schemas.openxmlformats.org/officeDocument/2006/relationships/image" Target="NULL"/><Relationship Id="rId57" Type="http://schemas.openxmlformats.org/officeDocument/2006/relationships/image" Target="NULL"/><Relationship Id="rId262" Type="http://schemas.openxmlformats.org/officeDocument/2006/relationships/customXml" Target="../ink/ink1133.xml"/><Relationship Id="rId318" Type="http://schemas.openxmlformats.org/officeDocument/2006/relationships/customXml" Target="../ink/ink1161.xml"/><Relationship Id="rId525" Type="http://schemas.openxmlformats.org/officeDocument/2006/relationships/image" Target="NULL"/><Relationship Id="rId567" Type="http://schemas.openxmlformats.org/officeDocument/2006/relationships/image" Target="NULL"/><Relationship Id="rId99" Type="http://schemas.openxmlformats.org/officeDocument/2006/relationships/image" Target="NULL"/><Relationship Id="rId122" Type="http://schemas.openxmlformats.org/officeDocument/2006/relationships/customXml" Target="../ink/ink1063.xml"/><Relationship Id="rId164" Type="http://schemas.openxmlformats.org/officeDocument/2006/relationships/customXml" Target="../ink/ink1084.xml"/><Relationship Id="rId371" Type="http://schemas.openxmlformats.org/officeDocument/2006/relationships/image" Target="NULL"/><Relationship Id="rId427" Type="http://schemas.openxmlformats.org/officeDocument/2006/relationships/image" Target="NULL"/><Relationship Id="rId469" Type="http://schemas.openxmlformats.org/officeDocument/2006/relationships/image" Target="NULL"/><Relationship Id="rId26" Type="http://schemas.openxmlformats.org/officeDocument/2006/relationships/customXml" Target="../ink/ink1015.xml"/><Relationship Id="rId231" Type="http://schemas.openxmlformats.org/officeDocument/2006/relationships/image" Target="NULL"/><Relationship Id="rId273" Type="http://schemas.openxmlformats.org/officeDocument/2006/relationships/image" Target="NULL"/><Relationship Id="rId329" Type="http://schemas.openxmlformats.org/officeDocument/2006/relationships/image" Target="NULL"/><Relationship Id="rId480" Type="http://schemas.openxmlformats.org/officeDocument/2006/relationships/customXml" Target="../ink/ink1242.xml"/><Relationship Id="rId536" Type="http://schemas.openxmlformats.org/officeDocument/2006/relationships/customXml" Target="../ink/ink1270.xml"/><Relationship Id="rId68" Type="http://schemas.openxmlformats.org/officeDocument/2006/relationships/customXml" Target="../ink/ink1036.xml"/><Relationship Id="rId133" Type="http://schemas.openxmlformats.org/officeDocument/2006/relationships/image" Target="NULL"/><Relationship Id="rId175" Type="http://schemas.openxmlformats.org/officeDocument/2006/relationships/image" Target="NULL"/><Relationship Id="rId340" Type="http://schemas.openxmlformats.org/officeDocument/2006/relationships/customXml" Target="../ink/ink1172.xml"/><Relationship Id="rId578" Type="http://schemas.openxmlformats.org/officeDocument/2006/relationships/customXml" Target="../ink/ink1291.xml"/><Relationship Id="rId200" Type="http://schemas.openxmlformats.org/officeDocument/2006/relationships/customXml" Target="../ink/ink1102.xml"/><Relationship Id="rId382" Type="http://schemas.openxmlformats.org/officeDocument/2006/relationships/customXml" Target="../ink/ink1193.xml"/><Relationship Id="rId438" Type="http://schemas.openxmlformats.org/officeDocument/2006/relationships/customXml" Target="../ink/ink1221.xml"/><Relationship Id="rId242" Type="http://schemas.openxmlformats.org/officeDocument/2006/relationships/customXml" Target="../ink/ink1123.xml"/><Relationship Id="rId284" Type="http://schemas.openxmlformats.org/officeDocument/2006/relationships/customXml" Target="../ink/ink1144.xml"/><Relationship Id="rId491" Type="http://schemas.openxmlformats.org/officeDocument/2006/relationships/image" Target="NULL"/><Relationship Id="rId505" Type="http://schemas.openxmlformats.org/officeDocument/2006/relationships/image" Target="NULL"/><Relationship Id="rId37" Type="http://schemas.openxmlformats.org/officeDocument/2006/relationships/image" Target="NULL"/><Relationship Id="rId79" Type="http://schemas.openxmlformats.org/officeDocument/2006/relationships/image" Target="NULL"/><Relationship Id="rId102" Type="http://schemas.openxmlformats.org/officeDocument/2006/relationships/customXml" Target="../ink/ink1053.xml"/><Relationship Id="rId144" Type="http://schemas.openxmlformats.org/officeDocument/2006/relationships/customXml" Target="../ink/ink1074.xml"/><Relationship Id="rId547" Type="http://schemas.openxmlformats.org/officeDocument/2006/relationships/image" Target="NULL"/><Relationship Id="rId589" Type="http://schemas.openxmlformats.org/officeDocument/2006/relationships/image" Target="NULL"/><Relationship Id="rId90" Type="http://schemas.openxmlformats.org/officeDocument/2006/relationships/customXml" Target="../ink/ink1047.xml"/><Relationship Id="rId186" Type="http://schemas.openxmlformats.org/officeDocument/2006/relationships/customXml" Target="../ink/ink1095.xml"/><Relationship Id="rId351" Type="http://schemas.openxmlformats.org/officeDocument/2006/relationships/image" Target="NULL"/><Relationship Id="rId393" Type="http://schemas.openxmlformats.org/officeDocument/2006/relationships/image" Target="NULL"/><Relationship Id="rId407" Type="http://schemas.openxmlformats.org/officeDocument/2006/relationships/image" Target="NULL"/><Relationship Id="rId449" Type="http://schemas.openxmlformats.org/officeDocument/2006/relationships/image" Target="NULL"/><Relationship Id="rId211" Type="http://schemas.openxmlformats.org/officeDocument/2006/relationships/image" Target="NULL"/><Relationship Id="rId253" Type="http://schemas.openxmlformats.org/officeDocument/2006/relationships/image" Target="NULL"/><Relationship Id="rId295" Type="http://schemas.openxmlformats.org/officeDocument/2006/relationships/image" Target="NULL"/><Relationship Id="rId309" Type="http://schemas.openxmlformats.org/officeDocument/2006/relationships/image" Target="NULL"/><Relationship Id="rId460" Type="http://schemas.openxmlformats.org/officeDocument/2006/relationships/customXml" Target="../ink/ink1232.xml"/><Relationship Id="rId516" Type="http://schemas.openxmlformats.org/officeDocument/2006/relationships/customXml" Target="../ink/ink1260.xml"/><Relationship Id="rId48" Type="http://schemas.openxmlformats.org/officeDocument/2006/relationships/customXml" Target="../ink/ink1026.xml"/><Relationship Id="rId113" Type="http://schemas.openxmlformats.org/officeDocument/2006/relationships/image" Target="NULL"/><Relationship Id="rId320" Type="http://schemas.openxmlformats.org/officeDocument/2006/relationships/customXml" Target="../ink/ink1162.xml"/><Relationship Id="rId558" Type="http://schemas.openxmlformats.org/officeDocument/2006/relationships/customXml" Target="../ink/ink1281.xml"/><Relationship Id="rId155" Type="http://schemas.openxmlformats.org/officeDocument/2006/relationships/image" Target="NULL"/><Relationship Id="rId197" Type="http://schemas.openxmlformats.org/officeDocument/2006/relationships/image" Target="NULL"/><Relationship Id="rId362" Type="http://schemas.openxmlformats.org/officeDocument/2006/relationships/customXml" Target="../ink/ink1183.xml"/><Relationship Id="rId418" Type="http://schemas.openxmlformats.org/officeDocument/2006/relationships/customXml" Target="../ink/ink1211.xml"/><Relationship Id="rId222" Type="http://schemas.openxmlformats.org/officeDocument/2006/relationships/customXml" Target="../ink/ink1113.xml"/><Relationship Id="rId264" Type="http://schemas.openxmlformats.org/officeDocument/2006/relationships/customXml" Target="../ink/ink1134.xml"/><Relationship Id="rId471" Type="http://schemas.openxmlformats.org/officeDocument/2006/relationships/image" Target="NULL"/><Relationship Id="rId17" Type="http://schemas.openxmlformats.org/officeDocument/2006/relationships/image" Target="NULL"/><Relationship Id="rId59" Type="http://schemas.openxmlformats.org/officeDocument/2006/relationships/image" Target="NULL"/><Relationship Id="rId124" Type="http://schemas.openxmlformats.org/officeDocument/2006/relationships/customXml" Target="../ink/ink1064.xml"/><Relationship Id="rId527" Type="http://schemas.openxmlformats.org/officeDocument/2006/relationships/image" Target="NULL"/><Relationship Id="rId569" Type="http://schemas.openxmlformats.org/officeDocument/2006/relationships/image" Target="NULL"/><Relationship Id="rId70" Type="http://schemas.openxmlformats.org/officeDocument/2006/relationships/customXml" Target="../ink/ink1037.xml"/><Relationship Id="rId166" Type="http://schemas.openxmlformats.org/officeDocument/2006/relationships/customXml" Target="../ink/ink1085.xml"/><Relationship Id="rId331" Type="http://schemas.openxmlformats.org/officeDocument/2006/relationships/image" Target="NULL"/><Relationship Id="rId373" Type="http://schemas.openxmlformats.org/officeDocument/2006/relationships/image" Target="NULL"/><Relationship Id="rId429" Type="http://schemas.openxmlformats.org/officeDocument/2006/relationships/image" Target="NULL"/><Relationship Id="rId580" Type="http://schemas.openxmlformats.org/officeDocument/2006/relationships/customXml" Target="../ink/ink1292.xml"/><Relationship Id="rId1" Type="http://schemas.openxmlformats.org/officeDocument/2006/relationships/slideLayout" Target="../slideLayouts/slideLayout7.xml"/><Relationship Id="rId233" Type="http://schemas.openxmlformats.org/officeDocument/2006/relationships/image" Target="NULL"/><Relationship Id="rId440" Type="http://schemas.openxmlformats.org/officeDocument/2006/relationships/customXml" Target="../ink/ink1222.xml"/><Relationship Id="rId28" Type="http://schemas.openxmlformats.org/officeDocument/2006/relationships/customXml" Target="../ink/ink1016.xml"/><Relationship Id="rId275" Type="http://schemas.openxmlformats.org/officeDocument/2006/relationships/image" Target="NULL"/><Relationship Id="rId300" Type="http://schemas.openxmlformats.org/officeDocument/2006/relationships/customXml" Target="../ink/ink1152.xml"/><Relationship Id="rId482" Type="http://schemas.openxmlformats.org/officeDocument/2006/relationships/customXml" Target="../ink/ink1243.xml"/><Relationship Id="rId538" Type="http://schemas.openxmlformats.org/officeDocument/2006/relationships/customXml" Target="../ink/ink1271.xml"/><Relationship Id="rId81" Type="http://schemas.openxmlformats.org/officeDocument/2006/relationships/image" Target="NULL"/><Relationship Id="rId135" Type="http://schemas.openxmlformats.org/officeDocument/2006/relationships/image" Target="NULL"/><Relationship Id="rId177" Type="http://schemas.openxmlformats.org/officeDocument/2006/relationships/image" Target="NULL"/><Relationship Id="rId342" Type="http://schemas.openxmlformats.org/officeDocument/2006/relationships/customXml" Target="../ink/ink1173.xml"/><Relationship Id="rId384" Type="http://schemas.openxmlformats.org/officeDocument/2006/relationships/customXml" Target="../ink/ink1194.xml"/><Relationship Id="rId591" Type="http://schemas.openxmlformats.org/officeDocument/2006/relationships/image" Target="NULL"/><Relationship Id="rId202" Type="http://schemas.openxmlformats.org/officeDocument/2006/relationships/customXml" Target="../ink/ink1103.xml"/><Relationship Id="rId244" Type="http://schemas.openxmlformats.org/officeDocument/2006/relationships/customXml" Target="../ink/ink1124.xml"/><Relationship Id="rId39" Type="http://schemas.openxmlformats.org/officeDocument/2006/relationships/image" Target="NULL"/><Relationship Id="rId286" Type="http://schemas.openxmlformats.org/officeDocument/2006/relationships/customXml" Target="../ink/ink1145.xml"/><Relationship Id="rId451" Type="http://schemas.openxmlformats.org/officeDocument/2006/relationships/image" Target="NULL"/><Relationship Id="rId493" Type="http://schemas.openxmlformats.org/officeDocument/2006/relationships/image" Target="NULL"/><Relationship Id="rId507" Type="http://schemas.openxmlformats.org/officeDocument/2006/relationships/image" Target="NULL"/><Relationship Id="rId549" Type="http://schemas.openxmlformats.org/officeDocument/2006/relationships/image" Target="NULL"/><Relationship Id="rId50" Type="http://schemas.openxmlformats.org/officeDocument/2006/relationships/customXml" Target="../ink/ink1027.xml"/><Relationship Id="rId104" Type="http://schemas.openxmlformats.org/officeDocument/2006/relationships/customXml" Target="../ink/ink1054.xml"/><Relationship Id="rId146" Type="http://schemas.openxmlformats.org/officeDocument/2006/relationships/customXml" Target="../ink/ink1075.xml"/><Relationship Id="rId188" Type="http://schemas.openxmlformats.org/officeDocument/2006/relationships/customXml" Target="../ink/ink1096.xml"/><Relationship Id="rId311" Type="http://schemas.openxmlformats.org/officeDocument/2006/relationships/image" Target="NULL"/><Relationship Id="rId353" Type="http://schemas.openxmlformats.org/officeDocument/2006/relationships/image" Target="NULL"/><Relationship Id="rId395" Type="http://schemas.openxmlformats.org/officeDocument/2006/relationships/image" Target="NULL"/><Relationship Id="rId409" Type="http://schemas.openxmlformats.org/officeDocument/2006/relationships/image" Target="NULL"/><Relationship Id="rId560" Type="http://schemas.openxmlformats.org/officeDocument/2006/relationships/customXml" Target="../ink/ink1282.xml"/><Relationship Id="rId92" Type="http://schemas.openxmlformats.org/officeDocument/2006/relationships/customXml" Target="../ink/ink1048.xml"/><Relationship Id="rId213" Type="http://schemas.openxmlformats.org/officeDocument/2006/relationships/image" Target="NULL"/><Relationship Id="rId420" Type="http://schemas.openxmlformats.org/officeDocument/2006/relationships/customXml" Target="../ink/ink1212.xml"/><Relationship Id="rId255" Type="http://schemas.openxmlformats.org/officeDocument/2006/relationships/image" Target="NULL"/><Relationship Id="rId297" Type="http://schemas.openxmlformats.org/officeDocument/2006/relationships/image" Target="NULL"/><Relationship Id="rId462" Type="http://schemas.openxmlformats.org/officeDocument/2006/relationships/customXml" Target="../ink/ink1233.xml"/><Relationship Id="rId518" Type="http://schemas.openxmlformats.org/officeDocument/2006/relationships/customXml" Target="../ink/ink1261.xml"/><Relationship Id="rId115" Type="http://schemas.openxmlformats.org/officeDocument/2006/relationships/image" Target="NULL"/><Relationship Id="rId157" Type="http://schemas.openxmlformats.org/officeDocument/2006/relationships/image" Target="NULL"/><Relationship Id="rId322" Type="http://schemas.openxmlformats.org/officeDocument/2006/relationships/customXml" Target="../ink/ink1163.xml"/><Relationship Id="rId364" Type="http://schemas.openxmlformats.org/officeDocument/2006/relationships/customXml" Target="../ink/ink1184.xml"/><Relationship Id="rId61" Type="http://schemas.openxmlformats.org/officeDocument/2006/relationships/image" Target="NULL"/><Relationship Id="rId199" Type="http://schemas.openxmlformats.org/officeDocument/2006/relationships/image" Target="NULL"/><Relationship Id="rId571" Type="http://schemas.openxmlformats.org/officeDocument/2006/relationships/image" Target="NULL"/><Relationship Id="rId19" Type="http://schemas.openxmlformats.org/officeDocument/2006/relationships/image" Target="NULL"/><Relationship Id="rId224" Type="http://schemas.openxmlformats.org/officeDocument/2006/relationships/customXml" Target="../ink/ink1114.xml"/><Relationship Id="rId266" Type="http://schemas.openxmlformats.org/officeDocument/2006/relationships/customXml" Target="../ink/ink1135.xml"/><Relationship Id="rId431" Type="http://schemas.openxmlformats.org/officeDocument/2006/relationships/image" Target="NULL"/><Relationship Id="rId473" Type="http://schemas.openxmlformats.org/officeDocument/2006/relationships/image" Target="NULL"/><Relationship Id="rId529" Type="http://schemas.openxmlformats.org/officeDocument/2006/relationships/image" Target="NULL"/><Relationship Id="rId30" Type="http://schemas.openxmlformats.org/officeDocument/2006/relationships/customXml" Target="../ink/ink1017.xml"/><Relationship Id="rId126" Type="http://schemas.openxmlformats.org/officeDocument/2006/relationships/customXml" Target="../ink/ink1065.xml"/><Relationship Id="rId168" Type="http://schemas.openxmlformats.org/officeDocument/2006/relationships/customXml" Target="../ink/ink1086.xml"/><Relationship Id="rId333" Type="http://schemas.openxmlformats.org/officeDocument/2006/relationships/image" Target="NULL"/><Relationship Id="rId540" Type="http://schemas.openxmlformats.org/officeDocument/2006/relationships/customXml" Target="../ink/ink1272.xml"/><Relationship Id="rId72" Type="http://schemas.openxmlformats.org/officeDocument/2006/relationships/customXml" Target="../ink/ink1038.xml"/><Relationship Id="rId375" Type="http://schemas.openxmlformats.org/officeDocument/2006/relationships/image" Target="NULL"/><Relationship Id="rId582" Type="http://schemas.openxmlformats.org/officeDocument/2006/relationships/customXml" Target="../ink/ink1293.xml"/><Relationship Id="rId3" Type="http://schemas.openxmlformats.org/officeDocument/2006/relationships/image" Target="NULL"/><Relationship Id="rId235" Type="http://schemas.openxmlformats.org/officeDocument/2006/relationships/image" Target="NULL"/><Relationship Id="rId277" Type="http://schemas.openxmlformats.org/officeDocument/2006/relationships/image" Target="NULL"/><Relationship Id="rId400" Type="http://schemas.openxmlformats.org/officeDocument/2006/relationships/customXml" Target="../ink/ink1202.xml"/><Relationship Id="rId442" Type="http://schemas.openxmlformats.org/officeDocument/2006/relationships/customXml" Target="../ink/ink1223.xml"/><Relationship Id="rId484" Type="http://schemas.openxmlformats.org/officeDocument/2006/relationships/customXml" Target="../ink/ink1244.xml"/><Relationship Id="rId137" Type="http://schemas.openxmlformats.org/officeDocument/2006/relationships/image" Target="NULL"/><Relationship Id="rId302" Type="http://schemas.openxmlformats.org/officeDocument/2006/relationships/customXml" Target="../ink/ink1153.xml"/><Relationship Id="rId344" Type="http://schemas.openxmlformats.org/officeDocument/2006/relationships/customXml" Target="../ink/ink1174.xml"/><Relationship Id="rId41" Type="http://schemas.openxmlformats.org/officeDocument/2006/relationships/image" Target="NULL"/><Relationship Id="rId83" Type="http://schemas.openxmlformats.org/officeDocument/2006/relationships/image" Target="NULL"/><Relationship Id="rId179" Type="http://schemas.openxmlformats.org/officeDocument/2006/relationships/image" Target="NULL"/><Relationship Id="rId386" Type="http://schemas.openxmlformats.org/officeDocument/2006/relationships/customXml" Target="../ink/ink1195.xml"/><Relationship Id="rId551" Type="http://schemas.openxmlformats.org/officeDocument/2006/relationships/image" Target="NULL"/><Relationship Id="rId593" Type="http://schemas.openxmlformats.org/officeDocument/2006/relationships/image" Target="NULL"/><Relationship Id="rId190" Type="http://schemas.openxmlformats.org/officeDocument/2006/relationships/customXml" Target="../ink/ink1097.xml"/><Relationship Id="rId204" Type="http://schemas.openxmlformats.org/officeDocument/2006/relationships/customXml" Target="../ink/ink1104.xml"/><Relationship Id="rId246" Type="http://schemas.openxmlformats.org/officeDocument/2006/relationships/customXml" Target="../ink/ink1125.xml"/><Relationship Id="rId288" Type="http://schemas.openxmlformats.org/officeDocument/2006/relationships/customXml" Target="../ink/ink1146.xml"/><Relationship Id="rId411" Type="http://schemas.openxmlformats.org/officeDocument/2006/relationships/image" Target="NULL"/><Relationship Id="rId453" Type="http://schemas.openxmlformats.org/officeDocument/2006/relationships/image" Target="NULL"/><Relationship Id="rId509" Type="http://schemas.openxmlformats.org/officeDocument/2006/relationships/image" Target="NULL"/><Relationship Id="rId106" Type="http://schemas.openxmlformats.org/officeDocument/2006/relationships/customXml" Target="../ink/ink1055.xml"/><Relationship Id="rId313" Type="http://schemas.openxmlformats.org/officeDocument/2006/relationships/image" Target="NULL"/><Relationship Id="rId495" Type="http://schemas.openxmlformats.org/officeDocument/2006/relationships/image" Target="NULL"/><Relationship Id="rId10" Type="http://schemas.openxmlformats.org/officeDocument/2006/relationships/customXml" Target="../ink/ink1007.xml"/><Relationship Id="rId52" Type="http://schemas.openxmlformats.org/officeDocument/2006/relationships/customXml" Target="../ink/ink1028.xml"/><Relationship Id="rId94" Type="http://schemas.openxmlformats.org/officeDocument/2006/relationships/customXml" Target="../ink/ink1049.xml"/><Relationship Id="rId148" Type="http://schemas.openxmlformats.org/officeDocument/2006/relationships/customXml" Target="../ink/ink1076.xml"/><Relationship Id="rId355" Type="http://schemas.openxmlformats.org/officeDocument/2006/relationships/image" Target="NULL"/><Relationship Id="rId397" Type="http://schemas.openxmlformats.org/officeDocument/2006/relationships/image" Target="NULL"/><Relationship Id="rId520" Type="http://schemas.openxmlformats.org/officeDocument/2006/relationships/customXml" Target="../ink/ink1262.xml"/><Relationship Id="rId562" Type="http://schemas.openxmlformats.org/officeDocument/2006/relationships/customXml" Target="../ink/ink1283.xml"/><Relationship Id="rId215" Type="http://schemas.openxmlformats.org/officeDocument/2006/relationships/image" Target="NULL"/><Relationship Id="rId257" Type="http://schemas.openxmlformats.org/officeDocument/2006/relationships/image" Target="NULL"/><Relationship Id="rId422" Type="http://schemas.openxmlformats.org/officeDocument/2006/relationships/customXml" Target="../ink/ink1213.xml"/><Relationship Id="rId464" Type="http://schemas.openxmlformats.org/officeDocument/2006/relationships/customXml" Target="../ink/ink1234.xml"/><Relationship Id="rId299" Type="http://schemas.openxmlformats.org/officeDocument/2006/relationships/image" Target="NULL"/><Relationship Id="rId63" Type="http://schemas.openxmlformats.org/officeDocument/2006/relationships/image" Target="NULL"/><Relationship Id="rId159" Type="http://schemas.openxmlformats.org/officeDocument/2006/relationships/image" Target="NULL"/><Relationship Id="rId366" Type="http://schemas.openxmlformats.org/officeDocument/2006/relationships/customXml" Target="../ink/ink1185.xml"/><Relationship Id="rId573" Type="http://schemas.openxmlformats.org/officeDocument/2006/relationships/image" Target="NULL"/><Relationship Id="rId226" Type="http://schemas.openxmlformats.org/officeDocument/2006/relationships/customXml" Target="../ink/ink1115.xml"/><Relationship Id="rId433" Type="http://schemas.openxmlformats.org/officeDocument/2006/relationships/image" Target="NULL"/><Relationship Id="rId74" Type="http://schemas.openxmlformats.org/officeDocument/2006/relationships/customXml" Target="../ink/ink1039.xml"/><Relationship Id="rId377" Type="http://schemas.openxmlformats.org/officeDocument/2006/relationships/image" Target="NULL"/><Relationship Id="rId500" Type="http://schemas.openxmlformats.org/officeDocument/2006/relationships/customXml" Target="../ink/ink1252.xml"/><Relationship Id="rId584" Type="http://schemas.openxmlformats.org/officeDocument/2006/relationships/customXml" Target="../ink/ink1294.xml"/><Relationship Id="rId5" Type="http://schemas.openxmlformats.org/officeDocument/2006/relationships/image" Target="NULL"/><Relationship Id="rId237" Type="http://schemas.openxmlformats.org/officeDocument/2006/relationships/image" Target="NULL"/><Relationship Id="rId444" Type="http://schemas.openxmlformats.org/officeDocument/2006/relationships/customXml" Target="../ink/ink1224.xml"/><Relationship Id="rId290" Type="http://schemas.openxmlformats.org/officeDocument/2006/relationships/customXml" Target="../ink/ink1147.xml"/><Relationship Id="rId304" Type="http://schemas.openxmlformats.org/officeDocument/2006/relationships/customXml" Target="../ink/ink1154.xml"/><Relationship Id="rId388" Type="http://schemas.openxmlformats.org/officeDocument/2006/relationships/customXml" Target="../ink/ink1196.xml"/><Relationship Id="rId511" Type="http://schemas.openxmlformats.org/officeDocument/2006/relationships/image" Target="NULL"/><Relationship Id="rId85" Type="http://schemas.openxmlformats.org/officeDocument/2006/relationships/image" Target="NULL"/><Relationship Id="rId150" Type="http://schemas.openxmlformats.org/officeDocument/2006/relationships/customXml" Target="../ink/ink1077.xml"/><Relationship Id="rId248" Type="http://schemas.openxmlformats.org/officeDocument/2006/relationships/customXml" Target="../ink/ink1126.xml"/><Relationship Id="rId455" Type="http://schemas.openxmlformats.org/officeDocument/2006/relationships/image" Target="NULL"/><Relationship Id="rId12" Type="http://schemas.openxmlformats.org/officeDocument/2006/relationships/customXml" Target="../ink/ink1008.xml"/><Relationship Id="rId108" Type="http://schemas.openxmlformats.org/officeDocument/2006/relationships/customXml" Target="../ink/ink1056.xml"/><Relationship Id="rId315" Type="http://schemas.openxmlformats.org/officeDocument/2006/relationships/image" Target="NULL"/><Relationship Id="rId522" Type="http://schemas.openxmlformats.org/officeDocument/2006/relationships/customXml" Target="../ink/ink1263.xml"/><Relationship Id="rId96" Type="http://schemas.openxmlformats.org/officeDocument/2006/relationships/customXml" Target="../ink/ink1050.xml"/><Relationship Id="rId161" Type="http://schemas.openxmlformats.org/officeDocument/2006/relationships/image" Target="NULL"/><Relationship Id="rId399" Type="http://schemas.openxmlformats.org/officeDocument/2006/relationships/image" Target="NULL"/><Relationship Id="rId259" Type="http://schemas.openxmlformats.org/officeDocument/2006/relationships/image" Target="NULL"/><Relationship Id="rId466" Type="http://schemas.openxmlformats.org/officeDocument/2006/relationships/customXml" Target="../ink/ink1235.xml"/><Relationship Id="rId23" Type="http://schemas.openxmlformats.org/officeDocument/2006/relationships/image" Target="NULL"/><Relationship Id="rId119" Type="http://schemas.openxmlformats.org/officeDocument/2006/relationships/image" Target="NULL"/><Relationship Id="rId326" Type="http://schemas.openxmlformats.org/officeDocument/2006/relationships/customXml" Target="../ink/ink1165.xml"/><Relationship Id="rId533" Type="http://schemas.openxmlformats.org/officeDocument/2006/relationships/image" Target="NULL"/><Relationship Id="rId172" Type="http://schemas.openxmlformats.org/officeDocument/2006/relationships/customXml" Target="../ink/ink1088.xml"/><Relationship Id="rId477" Type="http://schemas.openxmlformats.org/officeDocument/2006/relationships/image" Target="NULL"/><Relationship Id="rId337" Type="http://schemas.openxmlformats.org/officeDocument/2006/relationships/image" Target="NULL"/><Relationship Id="rId34" Type="http://schemas.openxmlformats.org/officeDocument/2006/relationships/customXml" Target="../ink/ink1019.xml"/><Relationship Id="rId544" Type="http://schemas.openxmlformats.org/officeDocument/2006/relationships/customXml" Target="../ink/ink1274.xml"/><Relationship Id="rId183" Type="http://schemas.openxmlformats.org/officeDocument/2006/relationships/image" Target="NULL"/><Relationship Id="rId390" Type="http://schemas.openxmlformats.org/officeDocument/2006/relationships/customXml" Target="../ink/ink1197.xml"/><Relationship Id="rId404" Type="http://schemas.openxmlformats.org/officeDocument/2006/relationships/customXml" Target="../ink/ink1204.xml"/><Relationship Id="rId250" Type="http://schemas.openxmlformats.org/officeDocument/2006/relationships/customXml" Target="../ink/ink1127.xml"/><Relationship Id="rId488" Type="http://schemas.openxmlformats.org/officeDocument/2006/relationships/customXml" Target="../ink/ink1246.xml"/><Relationship Id="rId45" Type="http://schemas.openxmlformats.org/officeDocument/2006/relationships/image" Target="NULL"/><Relationship Id="rId110" Type="http://schemas.openxmlformats.org/officeDocument/2006/relationships/customXml" Target="../ink/ink1057.xml"/><Relationship Id="rId348" Type="http://schemas.openxmlformats.org/officeDocument/2006/relationships/customXml" Target="../ink/ink1176.xml"/><Relationship Id="rId555" Type="http://schemas.openxmlformats.org/officeDocument/2006/relationships/image" Target="NUL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NULL"/><Relationship Id="rId671" Type="http://schemas.openxmlformats.org/officeDocument/2006/relationships/image" Target="NULL"/><Relationship Id="rId769" Type="http://schemas.openxmlformats.org/officeDocument/2006/relationships/image" Target="NULL"/><Relationship Id="rId21" Type="http://schemas.openxmlformats.org/officeDocument/2006/relationships/image" Target="NULL"/><Relationship Id="rId324" Type="http://schemas.openxmlformats.org/officeDocument/2006/relationships/customXml" Target="../ink/ink1460.xml"/><Relationship Id="rId531" Type="http://schemas.openxmlformats.org/officeDocument/2006/relationships/image" Target="NULL"/><Relationship Id="rId629" Type="http://schemas.openxmlformats.org/officeDocument/2006/relationships/image" Target="NULL"/><Relationship Id="rId170" Type="http://schemas.openxmlformats.org/officeDocument/2006/relationships/customXml" Target="../ink/ink1383.xml"/><Relationship Id="rId268" Type="http://schemas.openxmlformats.org/officeDocument/2006/relationships/customXml" Target="../ink/ink1432.xml"/><Relationship Id="rId475" Type="http://schemas.openxmlformats.org/officeDocument/2006/relationships/image" Target="NULL"/><Relationship Id="rId682" Type="http://schemas.openxmlformats.org/officeDocument/2006/relationships/customXml" Target="../ink/ink1639.xml"/><Relationship Id="rId32" Type="http://schemas.openxmlformats.org/officeDocument/2006/relationships/customXml" Target="../ink/ink1314.xml"/><Relationship Id="rId128" Type="http://schemas.openxmlformats.org/officeDocument/2006/relationships/customXml" Target="../ink/ink1362.xml"/><Relationship Id="rId335" Type="http://schemas.openxmlformats.org/officeDocument/2006/relationships/image" Target="NULL"/><Relationship Id="rId542" Type="http://schemas.openxmlformats.org/officeDocument/2006/relationships/customXml" Target="../ink/ink1569.xml"/><Relationship Id="rId181" Type="http://schemas.openxmlformats.org/officeDocument/2006/relationships/image" Target="NULL"/><Relationship Id="rId402" Type="http://schemas.openxmlformats.org/officeDocument/2006/relationships/customXml" Target="../ink/ink1499.xml"/><Relationship Id="rId279" Type="http://schemas.openxmlformats.org/officeDocument/2006/relationships/image" Target="NULL"/><Relationship Id="rId486" Type="http://schemas.openxmlformats.org/officeDocument/2006/relationships/customXml" Target="../ink/ink1541.xml"/><Relationship Id="rId693" Type="http://schemas.openxmlformats.org/officeDocument/2006/relationships/image" Target="NULL"/><Relationship Id="rId707" Type="http://schemas.openxmlformats.org/officeDocument/2006/relationships/image" Target="NULL"/><Relationship Id="rId43" Type="http://schemas.openxmlformats.org/officeDocument/2006/relationships/image" Target="NULL"/><Relationship Id="rId139" Type="http://schemas.openxmlformats.org/officeDocument/2006/relationships/image" Target="NULL"/><Relationship Id="rId346" Type="http://schemas.openxmlformats.org/officeDocument/2006/relationships/customXml" Target="../ink/ink1471.xml"/><Relationship Id="rId553" Type="http://schemas.openxmlformats.org/officeDocument/2006/relationships/image" Target="NULL"/><Relationship Id="rId760" Type="http://schemas.openxmlformats.org/officeDocument/2006/relationships/customXml" Target="../ink/ink1678.xml"/><Relationship Id="rId192" Type="http://schemas.openxmlformats.org/officeDocument/2006/relationships/customXml" Target="../ink/ink1394.xml"/><Relationship Id="rId206" Type="http://schemas.openxmlformats.org/officeDocument/2006/relationships/customXml" Target="../ink/ink1401.xml"/><Relationship Id="rId413" Type="http://schemas.openxmlformats.org/officeDocument/2006/relationships/image" Target="NULL"/><Relationship Id="rId497" Type="http://schemas.openxmlformats.org/officeDocument/2006/relationships/image" Target="NULL"/><Relationship Id="rId620" Type="http://schemas.openxmlformats.org/officeDocument/2006/relationships/customXml" Target="../ink/ink1608.xml"/><Relationship Id="rId718" Type="http://schemas.openxmlformats.org/officeDocument/2006/relationships/customXml" Target="../ink/ink1657.xml"/><Relationship Id="rId357" Type="http://schemas.openxmlformats.org/officeDocument/2006/relationships/image" Target="NULL"/><Relationship Id="rId54" Type="http://schemas.openxmlformats.org/officeDocument/2006/relationships/customXml" Target="../ink/ink1325.xml"/><Relationship Id="rId217" Type="http://schemas.openxmlformats.org/officeDocument/2006/relationships/image" Target="NULL"/><Relationship Id="rId564" Type="http://schemas.openxmlformats.org/officeDocument/2006/relationships/customXml" Target="../ink/ink1580.xml"/><Relationship Id="rId771" Type="http://schemas.openxmlformats.org/officeDocument/2006/relationships/image" Target="NULL"/><Relationship Id="rId424" Type="http://schemas.openxmlformats.org/officeDocument/2006/relationships/customXml" Target="../ink/ink1510.xml"/><Relationship Id="rId631" Type="http://schemas.openxmlformats.org/officeDocument/2006/relationships/image" Target="NULL"/><Relationship Id="rId729" Type="http://schemas.openxmlformats.org/officeDocument/2006/relationships/image" Target="NULL"/><Relationship Id="rId270" Type="http://schemas.openxmlformats.org/officeDocument/2006/relationships/customXml" Target="../ink/ink1433.xml"/><Relationship Id="rId65" Type="http://schemas.openxmlformats.org/officeDocument/2006/relationships/image" Target="NULL"/><Relationship Id="rId130" Type="http://schemas.openxmlformats.org/officeDocument/2006/relationships/customXml" Target="../ink/ink1363.xml"/><Relationship Id="rId368" Type="http://schemas.openxmlformats.org/officeDocument/2006/relationships/customXml" Target="../ink/ink1482.xml"/><Relationship Id="rId575" Type="http://schemas.openxmlformats.org/officeDocument/2006/relationships/image" Target="NULL"/><Relationship Id="rId228" Type="http://schemas.openxmlformats.org/officeDocument/2006/relationships/customXml" Target="../ink/ink1412.xml"/><Relationship Id="rId435" Type="http://schemas.openxmlformats.org/officeDocument/2006/relationships/image" Target="NULL"/><Relationship Id="rId642" Type="http://schemas.openxmlformats.org/officeDocument/2006/relationships/customXml" Target="../ink/ink1619.xml"/><Relationship Id="rId281" Type="http://schemas.openxmlformats.org/officeDocument/2006/relationships/image" Target="NULL"/><Relationship Id="rId502" Type="http://schemas.openxmlformats.org/officeDocument/2006/relationships/customXml" Target="../ink/ink1549.xml"/><Relationship Id="rId76" Type="http://schemas.openxmlformats.org/officeDocument/2006/relationships/customXml" Target="../ink/ink1336.xml"/><Relationship Id="rId141" Type="http://schemas.openxmlformats.org/officeDocument/2006/relationships/image" Target="NULL"/><Relationship Id="rId379" Type="http://schemas.openxmlformats.org/officeDocument/2006/relationships/image" Target="NULL"/><Relationship Id="rId586" Type="http://schemas.openxmlformats.org/officeDocument/2006/relationships/customXml" Target="../ink/ink1591.xml"/><Relationship Id="rId7" Type="http://schemas.openxmlformats.org/officeDocument/2006/relationships/image" Target="NULL"/><Relationship Id="rId239" Type="http://schemas.openxmlformats.org/officeDocument/2006/relationships/image" Target="NULL"/><Relationship Id="rId446" Type="http://schemas.openxmlformats.org/officeDocument/2006/relationships/customXml" Target="../ink/ink1521.xml"/><Relationship Id="rId653" Type="http://schemas.openxmlformats.org/officeDocument/2006/relationships/image" Target="NULL"/><Relationship Id="rId292" Type="http://schemas.openxmlformats.org/officeDocument/2006/relationships/customXml" Target="../ink/ink1444.xml"/><Relationship Id="rId306" Type="http://schemas.openxmlformats.org/officeDocument/2006/relationships/customXml" Target="../ink/ink1451.xml"/><Relationship Id="rId87" Type="http://schemas.openxmlformats.org/officeDocument/2006/relationships/image" Target="NULL"/><Relationship Id="rId513" Type="http://schemas.openxmlformats.org/officeDocument/2006/relationships/image" Target="NULL"/><Relationship Id="rId597" Type="http://schemas.openxmlformats.org/officeDocument/2006/relationships/image" Target="NULL"/><Relationship Id="rId720" Type="http://schemas.openxmlformats.org/officeDocument/2006/relationships/customXml" Target="../ink/ink1658.xml"/><Relationship Id="rId152" Type="http://schemas.openxmlformats.org/officeDocument/2006/relationships/customXml" Target="../ink/ink1374.xml"/><Relationship Id="rId457" Type="http://schemas.openxmlformats.org/officeDocument/2006/relationships/image" Target="NULL"/><Relationship Id="rId664" Type="http://schemas.openxmlformats.org/officeDocument/2006/relationships/customXml" Target="../ink/ink1630.xml"/><Relationship Id="rId14" Type="http://schemas.openxmlformats.org/officeDocument/2006/relationships/customXml" Target="../ink/ink1305.xml"/><Relationship Id="rId317" Type="http://schemas.openxmlformats.org/officeDocument/2006/relationships/image" Target="NULL"/><Relationship Id="rId524" Type="http://schemas.openxmlformats.org/officeDocument/2006/relationships/customXml" Target="../ink/ink1560.xml"/><Relationship Id="rId731" Type="http://schemas.openxmlformats.org/officeDocument/2006/relationships/image" Target="NULL"/><Relationship Id="rId98" Type="http://schemas.openxmlformats.org/officeDocument/2006/relationships/customXml" Target="../ink/ink1347.xml"/><Relationship Id="rId163" Type="http://schemas.openxmlformats.org/officeDocument/2006/relationships/image" Target="NULL"/><Relationship Id="rId370" Type="http://schemas.openxmlformats.org/officeDocument/2006/relationships/customXml" Target="../ink/ink1483.xml"/><Relationship Id="rId230" Type="http://schemas.openxmlformats.org/officeDocument/2006/relationships/customXml" Target="../ink/ink1413.xml"/><Relationship Id="rId468" Type="http://schemas.openxmlformats.org/officeDocument/2006/relationships/customXml" Target="../ink/ink1532.xml"/><Relationship Id="rId675" Type="http://schemas.openxmlformats.org/officeDocument/2006/relationships/image" Target="NULL"/><Relationship Id="rId25" Type="http://schemas.openxmlformats.org/officeDocument/2006/relationships/image" Target="NULL"/><Relationship Id="rId328" Type="http://schemas.openxmlformats.org/officeDocument/2006/relationships/customXml" Target="../ink/ink1462.xml"/><Relationship Id="rId535" Type="http://schemas.openxmlformats.org/officeDocument/2006/relationships/image" Target="NULL"/><Relationship Id="rId742" Type="http://schemas.openxmlformats.org/officeDocument/2006/relationships/customXml" Target="../ink/ink1669.xml"/><Relationship Id="rId174" Type="http://schemas.openxmlformats.org/officeDocument/2006/relationships/customXml" Target="../ink/ink1385.xml"/><Relationship Id="rId381" Type="http://schemas.openxmlformats.org/officeDocument/2006/relationships/image" Target="NULL"/><Relationship Id="rId602" Type="http://schemas.openxmlformats.org/officeDocument/2006/relationships/customXml" Target="../ink/ink1599.xml"/><Relationship Id="rId241" Type="http://schemas.openxmlformats.org/officeDocument/2006/relationships/image" Target="NULL"/><Relationship Id="rId479" Type="http://schemas.openxmlformats.org/officeDocument/2006/relationships/image" Target="NULL"/><Relationship Id="rId686" Type="http://schemas.openxmlformats.org/officeDocument/2006/relationships/customXml" Target="../ink/ink1641.xml"/><Relationship Id="rId36" Type="http://schemas.openxmlformats.org/officeDocument/2006/relationships/customXml" Target="../ink/ink1316.xml"/><Relationship Id="rId339" Type="http://schemas.openxmlformats.org/officeDocument/2006/relationships/image" Target="NULL"/><Relationship Id="rId546" Type="http://schemas.openxmlformats.org/officeDocument/2006/relationships/customXml" Target="../ink/ink1571.xml"/><Relationship Id="rId753" Type="http://schemas.openxmlformats.org/officeDocument/2006/relationships/image" Target="NULL"/><Relationship Id="rId101" Type="http://schemas.openxmlformats.org/officeDocument/2006/relationships/image" Target="NULL"/><Relationship Id="rId185" Type="http://schemas.openxmlformats.org/officeDocument/2006/relationships/image" Target="NULL"/><Relationship Id="rId406" Type="http://schemas.openxmlformats.org/officeDocument/2006/relationships/customXml" Target="../ink/ink1501.xml"/><Relationship Id="rId392" Type="http://schemas.openxmlformats.org/officeDocument/2006/relationships/customXml" Target="../ink/ink1494.xml"/><Relationship Id="rId613" Type="http://schemas.openxmlformats.org/officeDocument/2006/relationships/image" Target="NULL"/><Relationship Id="rId697" Type="http://schemas.openxmlformats.org/officeDocument/2006/relationships/image" Target="NULL"/><Relationship Id="rId252" Type="http://schemas.openxmlformats.org/officeDocument/2006/relationships/customXml" Target="../ink/ink1424.xml"/><Relationship Id="rId47" Type="http://schemas.openxmlformats.org/officeDocument/2006/relationships/image" Target="NULL"/><Relationship Id="rId112" Type="http://schemas.openxmlformats.org/officeDocument/2006/relationships/customXml" Target="../ink/ink1354.xml"/><Relationship Id="rId557" Type="http://schemas.openxmlformats.org/officeDocument/2006/relationships/image" Target="NULL"/><Relationship Id="rId764" Type="http://schemas.openxmlformats.org/officeDocument/2006/relationships/customXml" Target="../ink/ink1680.xml"/><Relationship Id="rId196" Type="http://schemas.openxmlformats.org/officeDocument/2006/relationships/customXml" Target="../ink/ink1396.xml"/><Relationship Id="rId417" Type="http://schemas.openxmlformats.org/officeDocument/2006/relationships/image" Target="NULL"/><Relationship Id="rId624" Type="http://schemas.openxmlformats.org/officeDocument/2006/relationships/customXml" Target="../ink/ink1610.xml"/><Relationship Id="rId263" Type="http://schemas.openxmlformats.org/officeDocument/2006/relationships/image" Target="NULL"/><Relationship Id="rId470" Type="http://schemas.openxmlformats.org/officeDocument/2006/relationships/customXml" Target="../ink/ink1533.xml"/><Relationship Id="rId58" Type="http://schemas.openxmlformats.org/officeDocument/2006/relationships/customXml" Target="../ink/ink1327.xml"/><Relationship Id="rId123" Type="http://schemas.openxmlformats.org/officeDocument/2006/relationships/image" Target="NULL"/><Relationship Id="rId330" Type="http://schemas.openxmlformats.org/officeDocument/2006/relationships/customXml" Target="../ink/ink1463.xml"/><Relationship Id="rId568" Type="http://schemas.openxmlformats.org/officeDocument/2006/relationships/customXml" Target="../ink/ink1582.xml"/><Relationship Id="rId775" Type="http://schemas.openxmlformats.org/officeDocument/2006/relationships/image" Target="../media/image1.png"/><Relationship Id="rId428" Type="http://schemas.openxmlformats.org/officeDocument/2006/relationships/customXml" Target="../ink/ink1512.xml"/><Relationship Id="rId635" Type="http://schemas.openxmlformats.org/officeDocument/2006/relationships/image" Target="NULL"/><Relationship Id="rId274" Type="http://schemas.openxmlformats.org/officeDocument/2006/relationships/customXml" Target="../ink/ink1435.xml"/><Relationship Id="rId481" Type="http://schemas.openxmlformats.org/officeDocument/2006/relationships/image" Target="NULL"/><Relationship Id="rId702" Type="http://schemas.openxmlformats.org/officeDocument/2006/relationships/customXml" Target="../ink/ink1649.xml"/><Relationship Id="rId69" Type="http://schemas.openxmlformats.org/officeDocument/2006/relationships/image" Target="NULL"/><Relationship Id="rId134" Type="http://schemas.openxmlformats.org/officeDocument/2006/relationships/customXml" Target="../ink/ink1365.xml"/><Relationship Id="rId579" Type="http://schemas.openxmlformats.org/officeDocument/2006/relationships/image" Target="NULL"/><Relationship Id="rId341" Type="http://schemas.openxmlformats.org/officeDocument/2006/relationships/image" Target="NULL"/><Relationship Id="rId439" Type="http://schemas.openxmlformats.org/officeDocument/2006/relationships/image" Target="NULL"/><Relationship Id="rId646" Type="http://schemas.openxmlformats.org/officeDocument/2006/relationships/customXml" Target="../ink/ink1621.xml"/><Relationship Id="rId201" Type="http://schemas.openxmlformats.org/officeDocument/2006/relationships/image" Target="NULL"/><Relationship Id="rId285" Type="http://schemas.openxmlformats.org/officeDocument/2006/relationships/image" Target="NULL"/><Relationship Id="rId506" Type="http://schemas.openxmlformats.org/officeDocument/2006/relationships/customXml" Target="../ink/ink1551.xml"/><Relationship Id="rId492" Type="http://schemas.openxmlformats.org/officeDocument/2006/relationships/customXml" Target="../ink/ink1544.xml"/><Relationship Id="rId713" Type="http://schemas.openxmlformats.org/officeDocument/2006/relationships/image" Target="NULL"/><Relationship Id="rId145" Type="http://schemas.openxmlformats.org/officeDocument/2006/relationships/image" Target="NULL"/><Relationship Id="rId352" Type="http://schemas.openxmlformats.org/officeDocument/2006/relationships/customXml" Target="../ink/ink1474.xml"/><Relationship Id="rId212" Type="http://schemas.openxmlformats.org/officeDocument/2006/relationships/customXml" Target="../ink/ink1404.xml"/><Relationship Id="rId657" Type="http://schemas.openxmlformats.org/officeDocument/2006/relationships/image" Target="NULL"/><Relationship Id="rId296" Type="http://schemas.openxmlformats.org/officeDocument/2006/relationships/customXml" Target="../ink/ink1446.xml"/><Relationship Id="rId517" Type="http://schemas.openxmlformats.org/officeDocument/2006/relationships/image" Target="NULL"/><Relationship Id="rId724" Type="http://schemas.openxmlformats.org/officeDocument/2006/relationships/customXml" Target="../ink/ink1660.xml"/><Relationship Id="rId60" Type="http://schemas.openxmlformats.org/officeDocument/2006/relationships/customXml" Target="../ink/ink1328.xml"/><Relationship Id="rId156" Type="http://schemas.openxmlformats.org/officeDocument/2006/relationships/customXml" Target="../ink/ink1376.xml"/><Relationship Id="rId363" Type="http://schemas.openxmlformats.org/officeDocument/2006/relationships/image" Target="NULL"/><Relationship Id="rId570" Type="http://schemas.openxmlformats.org/officeDocument/2006/relationships/customXml" Target="../ink/ink1583.xml"/><Relationship Id="rId223" Type="http://schemas.openxmlformats.org/officeDocument/2006/relationships/image" Target="NULL"/><Relationship Id="rId430" Type="http://schemas.openxmlformats.org/officeDocument/2006/relationships/customXml" Target="../ink/ink1513.xml"/><Relationship Id="rId668" Type="http://schemas.openxmlformats.org/officeDocument/2006/relationships/customXml" Target="../ink/ink1632.xml"/><Relationship Id="rId18" Type="http://schemas.openxmlformats.org/officeDocument/2006/relationships/customXml" Target="../ink/ink1307.xml"/><Relationship Id="rId528" Type="http://schemas.openxmlformats.org/officeDocument/2006/relationships/customXml" Target="../ink/ink1562.xml"/><Relationship Id="rId735" Type="http://schemas.openxmlformats.org/officeDocument/2006/relationships/image" Target="NULL"/><Relationship Id="rId167" Type="http://schemas.openxmlformats.org/officeDocument/2006/relationships/image" Target="NULL"/><Relationship Id="rId374" Type="http://schemas.openxmlformats.org/officeDocument/2006/relationships/customXml" Target="../ink/ink1485.xml"/><Relationship Id="rId581" Type="http://schemas.openxmlformats.org/officeDocument/2006/relationships/image" Target="NULL"/><Relationship Id="rId71" Type="http://schemas.openxmlformats.org/officeDocument/2006/relationships/image" Target="NULL"/><Relationship Id="rId234" Type="http://schemas.openxmlformats.org/officeDocument/2006/relationships/customXml" Target="../ink/ink1415.xml"/><Relationship Id="rId679" Type="http://schemas.openxmlformats.org/officeDocument/2006/relationships/image" Target="NULL"/><Relationship Id="rId2" Type="http://schemas.openxmlformats.org/officeDocument/2006/relationships/customXml" Target="../ink/ink1299.xml"/><Relationship Id="rId29" Type="http://schemas.openxmlformats.org/officeDocument/2006/relationships/image" Target="NULL"/><Relationship Id="rId441" Type="http://schemas.openxmlformats.org/officeDocument/2006/relationships/image" Target="NULL"/><Relationship Id="rId539" Type="http://schemas.openxmlformats.org/officeDocument/2006/relationships/image" Target="NULL"/><Relationship Id="rId746" Type="http://schemas.openxmlformats.org/officeDocument/2006/relationships/customXml" Target="../ink/ink1671.xml"/><Relationship Id="rId178" Type="http://schemas.openxmlformats.org/officeDocument/2006/relationships/customXml" Target="../ink/ink1387.xml"/><Relationship Id="rId301" Type="http://schemas.openxmlformats.org/officeDocument/2006/relationships/image" Target="NULL"/><Relationship Id="rId82" Type="http://schemas.openxmlformats.org/officeDocument/2006/relationships/customXml" Target="../ink/ink1339.xml"/><Relationship Id="rId385" Type="http://schemas.openxmlformats.org/officeDocument/2006/relationships/image" Target="NULL"/><Relationship Id="rId592" Type="http://schemas.openxmlformats.org/officeDocument/2006/relationships/customXml" Target="../ink/ink1594.xml"/><Relationship Id="rId606" Type="http://schemas.openxmlformats.org/officeDocument/2006/relationships/customXml" Target="../ink/ink1601.xml"/><Relationship Id="rId245" Type="http://schemas.openxmlformats.org/officeDocument/2006/relationships/image" Target="NULL"/><Relationship Id="rId452" Type="http://schemas.openxmlformats.org/officeDocument/2006/relationships/customXml" Target="../ink/ink1524.xml"/><Relationship Id="rId105" Type="http://schemas.openxmlformats.org/officeDocument/2006/relationships/image" Target="NULL"/><Relationship Id="rId312" Type="http://schemas.openxmlformats.org/officeDocument/2006/relationships/customXml" Target="../ink/ink1454.xml"/><Relationship Id="rId757" Type="http://schemas.openxmlformats.org/officeDocument/2006/relationships/image" Target="NULL"/><Relationship Id="rId93" Type="http://schemas.openxmlformats.org/officeDocument/2006/relationships/image" Target="NULL"/><Relationship Id="rId189" Type="http://schemas.openxmlformats.org/officeDocument/2006/relationships/image" Target="NULL"/><Relationship Id="rId396" Type="http://schemas.openxmlformats.org/officeDocument/2006/relationships/customXml" Target="../ink/ink1496.xml"/><Relationship Id="rId617" Type="http://schemas.openxmlformats.org/officeDocument/2006/relationships/image" Target="NULL"/><Relationship Id="rId256" Type="http://schemas.openxmlformats.org/officeDocument/2006/relationships/customXml" Target="../ink/ink1426.xml"/><Relationship Id="rId463" Type="http://schemas.openxmlformats.org/officeDocument/2006/relationships/image" Target="NULL"/><Relationship Id="rId670" Type="http://schemas.openxmlformats.org/officeDocument/2006/relationships/customXml" Target="../ink/ink1633.xml"/><Relationship Id="rId116" Type="http://schemas.openxmlformats.org/officeDocument/2006/relationships/customXml" Target="../ink/ink1356.xml"/><Relationship Id="rId323" Type="http://schemas.openxmlformats.org/officeDocument/2006/relationships/image" Target="NULL"/><Relationship Id="rId530" Type="http://schemas.openxmlformats.org/officeDocument/2006/relationships/customXml" Target="../ink/ink1563.xml"/><Relationship Id="rId768" Type="http://schemas.openxmlformats.org/officeDocument/2006/relationships/customXml" Target="../ink/ink1682.xml"/><Relationship Id="rId20" Type="http://schemas.openxmlformats.org/officeDocument/2006/relationships/customXml" Target="../ink/ink1308.xml"/><Relationship Id="rId628" Type="http://schemas.openxmlformats.org/officeDocument/2006/relationships/customXml" Target="../ink/ink1612.xml"/><Relationship Id="rId267" Type="http://schemas.openxmlformats.org/officeDocument/2006/relationships/image" Target="NULL"/><Relationship Id="rId474" Type="http://schemas.openxmlformats.org/officeDocument/2006/relationships/customXml" Target="../ink/ink1535.xml"/><Relationship Id="rId127" Type="http://schemas.openxmlformats.org/officeDocument/2006/relationships/image" Target="NULL"/><Relationship Id="rId681" Type="http://schemas.openxmlformats.org/officeDocument/2006/relationships/image" Target="NULL"/><Relationship Id="rId31" Type="http://schemas.openxmlformats.org/officeDocument/2006/relationships/image" Target="NULL"/><Relationship Id="rId334" Type="http://schemas.openxmlformats.org/officeDocument/2006/relationships/customXml" Target="../ink/ink1465.xml"/><Relationship Id="rId541" Type="http://schemas.openxmlformats.org/officeDocument/2006/relationships/image" Target="NULL"/><Relationship Id="rId639" Type="http://schemas.openxmlformats.org/officeDocument/2006/relationships/image" Target="NULL"/><Relationship Id="rId180" Type="http://schemas.openxmlformats.org/officeDocument/2006/relationships/customXml" Target="../ink/ink1388.xml"/><Relationship Id="rId278" Type="http://schemas.openxmlformats.org/officeDocument/2006/relationships/customXml" Target="../ink/ink1437.xml"/><Relationship Id="rId401" Type="http://schemas.openxmlformats.org/officeDocument/2006/relationships/image" Target="NULL"/><Relationship Id="rId485" Type="http://schemas.openxmlformats.org/officeDocument/2006/relationships/image" Target="NULL"/><Relationship Id="rId692" Type="http://schemas.openxmlformats.org/officeDocument/2006/relationships/customXml" Target="../ink/ink1644.xml"/><Relationship Id="rId706" Type="http://schemas.openxmlformats.org/officeDocument/2006/relationships/customXml" Target="../ink/ink1651.xml"/><Relationship Id="rId42" Type="http://schemas.openxmlformats.org/officeDocument/2006/relationships/customXml" Target="../ink/ink1319.xml"/><Relationship Id="rId138" Type="http://schemas.openxmlformats.org/officeDocument/2006/relationships/customXml" Target="../ink/ink1367.xml"/><Relationship Id="rId345" Type="http://schemas.openxmlformats.org/officeDocument/2006/relationships/image" Target="NULL"/><Relationship Id="rId552" Type="http://schemas.openxmlformats.org/officeDocument/2006/relationships/customXml" Target="../ink/ink1574.xml"/><Relationship Id="rId191" Type="http://schemas.openxmlformats.org/officeDocument/2006/relationships/image" Target="NULL"/><Relationship Id="rId205" Type="http://schemas.openxmlformats.org/officeDocument/2006/relationships/image" Target="NULL"/><Relationship Id="rId247" Type="http://schemas.openxmlformats.org/officeDocument/2006/relationships/image" Target="NULL"/><Relationship Id="rId412" Type="http://schemas.openxmlformats.org/officeDocument/2006/relationships/customXml" Target="../ink/ink1504.xml"/><Relationship Id="rId107" Type="http://schemas.openxmlformats.org/officeDocument/2006/relationships/image" Target="NULL"/><Relationship Id="rId289" Type="http://schemas.openxmlformats.org/officeDocument/2006/relationships/image" Target="NULL"/><Relationship Id="rId454" Type="http://schemas.openxmlformats.org/officeDocument/2006/relationships/customXml" Target="../ink/ink1525.xml"/><Relationship Id="rId496" Type="http://schemas.openxmlformats.org/officeDocument/2006/relationships/customXml" Target="../ink/ink1546.xml"/><Relationship Id="rId661" Type="http://schemas.openxmlformats.org/officeDocument/2006/relationships/image" Target="NULL"/><Relationship Id="rId717" Type="http://schemas.openxmlformats.org/officeDocument/2006/relationships/image" Target="NULL"/><Relationship Id="rId759" Type="http://schemas.openxmlformats.org/officeDocument/2006/relationships/image" Target="NULL"/><Relationship Id="rId11" Type="http://schemas.openxmlformats.org/officeDocument/2006/relationships/image" Target="NULL"/><Relationship Id="rId53" Type="http://schemas.openxmlformats.org/officeDocument/2006/relationships/image" Target="NULL"/><Relationship Id="rId149" Type="http://schemas.openxmlformats.org/officeDocument/2006/relationships/image" Target="NULL"/><Relationship Id="rId314" Type="http://schemas.openxmlformats.org/officeDocument/2006/relationships/customXml" Target="../ink/ink1455.xml"/><Relationship Id="rId356" Type="http://schemas.openxmlformats.org/officeDocument/2006/relationships/customXml" Target="../ink/ink1476.xml"/><Relationship Id="rId398" Type="http://schemas.openxmlformats.org/officeDocument/2006/relationships/customXml" Target="../ink/ink1497.xml"/><Relationship Id="rId521" Type="http://schemas.openxmlformats.org/officeDocument/2006/relationships/image" Target="NULL"/><Relationship Id="rId563" Type="http://schemas.openxmlformats.org/officeDocument/2006/relationships/image" Target="NULL"/><Relationship Id="rId619" Type="http://schemas.openxmlformats.org/officeDocument/2006/relationships/image" Target="NULL"/><Relationship Id="rId770" Type="http://schemas.openxmlformats.org/officeDocument/2006/relationships/customXml" Target="../ink/ink1683.xml"/><Relationship Id="rId95" Type="http://schemas.openxmlformats.org/officeDocument/2006/relationships/image" Target="NULL"/><Relationship Id="rId160" Type="http://schemas.openxmlformats.org/officeDocument/2006/relationships/customXml" Target="../ink/ink1378.xml"/><Relationship Id="rId216" Type="http://schemas.openxmlformats.org/officeDocument/2006/relationships/customXml" Target="../ink/ink1406.xml"/><Relationship Id="rId423" Type="http://schemas.openxmlformats.org/officeDocument/2006/relationships/image" Target="NULL"/><Relationship Id="rId258" Type="http://schemas.openxmlformats.org/officeDocument/2006/relationships/customXml" Target="../ink/ink1427.xml"/><Relationship Id="rId465" Type="http://schemas.openxmlformats.org/officeDocument/2006/relationships/image" Target="NULL"/><Relationship Id="rId630" Type="http://schemas.openxmlformats.org/officeDocument/2006/relationships/customXml" Target="../ink/ink1613.xml"/><Relationship Id="rId672" Type="http://schemas.openxmlformats.org/officeDocument/2006/relationships/customXml" Target="../ink/ink1634.xml"/><Relationship Id="rId728" Type="http://schemas.openxmlformats.org/officeDocument/2006/relationships/customXml" Target="../ink/ink1662.xml"/><Relationship Id="rId22" Type="http://schemas.openxmlformats.org/officeDocument/2006/relationships/customXml" Target="../ink/ink1309.xml"/><Relationship Id="rId64" Type="http://schemas.openxmlformats.org/officeDocument/2006/relationships/customXml" Target="../ink/ink1330.xml"/><Relationship Id="rId118" Type="http://schemas.openxmlformats.org/officeDocument/2006/relationships/customXml" Target="../ink/ink1357.xml"/><Relationship Id="rId325" Type="http://schemas.openxmlformats.org/officeDocument/2006/relationships/image" Target="NULL"/><Relationship Id="rId367" Type="http://schemas.openxmlformats.org/officeDocument/2006/relationships/image" Target="NULL"/><Relationship Id="rId532" Type="http://schemas.openxmlformats.org/officeDocument/2006/relationships/customXml" Target="../ink/ink1564.xml"/><Relationship Id="rId574" Type="http://schemas.openxmlformats.org/officeDocument/2006/relationships/customXml" Target="../ink/ink1585.xml"/><Relationship Id="rId171" Type="http://schemas.openxmlformats.org/officeDocument/2006/relationships/image" Target="NULL"/><Relationship Id="rId227" Type="http://schemas.openxmlformats.org/officeDocument/2006/relationships/image" Target="NULL"/><Relationship Id="rId269" Type="http://schemas.openxmlformats.org/officeDocument/2006/relationships/image" Target="NULL"/><Relationship Id="rId434" Type="http://schemas.openxmlformats.org/officeDocument/2006/relationships/customXml" Target="../ink/ink1515.xml"/><Relationship Id="rId476" Type="http://schemas.openxmlformats.org/officeDocument/2006/relationships/customXml" Target="../ink/ink1536.xml"/><Relationship Id="rId641" Type="http://schemas.openxmlformats.org/officeDocument/2006/relationships/image" Target="NULL"/><Relationship Id="rId683" Type="http://schemas.openxmlformats.org/officeDocument/2006/relationships/image" Target="NULL"/><Relationship Id="rId739" Type="http://schemas.openxmlformats.org/officeDocument/2006/relationships/image" Target="NULL"/><Relationship Id="rId33" Type="http://schemas.openxmlformats.org/officeDocument/2006/relationships/image" Target="NULL"/><Relationship Id="rId129" Type="http://schemas.openxmlformats.org/officeDocument/2006/relationships/image" Target="NULL"/><Relationship Id="rId280" Type="http://schemas.openxmlformats.org/officeDocument/2006/relationships/customXml" Target="../ink/ink1438.xml"/><Relationship Id="rId336" Type="http://schemas.openxmlformats.org/officeDocument/2006/relationships/customXml" Target="../ink/ink1466.xml"/><Relationship Id="rId501" Type="http://schemas.openxmlformats.org/officeDocument/2006/relationships/image" Target="NULL"/><Relationship Id="rId543" Type="http://schemas.openxmlformats.org/officeDocument/2006/relationships/image" Target="NULL"/><Relationship Id="rId75" Type="http://schemas.openxmlformats.org/officeDocument/2006/relationships/image" Target="NULL"/><Relationship Id="rId140" Type="http://schemas.openxmlformats.org/officeDocument/2006/relationships/customXml" Target="../ink/ink1368.xml"/><Relationship Id="rId182" Type="http://schemas.openxmlformats.org/officeDocument/2006/relationships/customXml" Target="../ink/ink1389.xml"/><Relationship Id="rId378" Type="http://schemas.openxmlformats.org/officeDocument/2006/relationships/customXml" Target="../ink/ink1487.xml"/><Relationship Id="rId403" Type="http://schemas.openxmlformats.org/officeDocument/2006/relationships/image" Target="NULL"/><Relationship Id="rId585" Type="http://schemas.openxmlformats.org/officeDocument/2006/relationships/image" Target="NULL"/><Relationship Id="rId750" Type="http://schemas.openxmlformats.org/officeDocument/2006/relationships/customXml" Target="../ink/ink1673.xml"/><Relationship Id="rId6" Type="http://schemas.openxmlformats.org/officeDocument/2006/relationships/customXml" Target="../ink/ink1301.xml"/><Relationship Id="rId238" Type="http://schemas.openxmlformats.org/officeDocument/2006/relationships/customXml" Target="../ink/ink1417.xml"/><Relationship Id="rId445" Type="http://schemas.openxmlformats.org/officeDocument/2006/relationships/image" Target="NULL"/><Relationship Id="rId487" Type="http://schemas.openxmlformats.org/officeDocument/2006/relationships/image" Target="NULL"/><Relationship Id="rId610" Type="http://schemas.openxmlformats.org/officeDocument/2006/relationships/customXml" Target="../ink/ink1603.xml"/><Relationship Id="rId652" Type="http://schemas.openxmlformats.org/officeDocument/2006/relationships/customXml" Target="../ink/ink1624.xml"/><Relationship Id="rId694" Type="http://schemas.openxmlformats.org/officeDocument/2006/relationships/customXml" Target="../ink/ink1645.xml"/><Relationship Id="rId708" Type="http://schemas.openxmlformats.org/officeDocument/2006/relationships/customXml" Target="../ink/ink1652.xml"/><Relationship Id="rId291" Type="http://schemas.openxmlformats.org/officeDocument/2006/relationships/image" Target="NULL"/><Relationship Id="rId305" Type="http://schemas.openxmlformats.org/officeDocument/2006/relationships/image" Target="NULL"/><Relationship Id="rId347" Type="http://schemas.openxmlformats.org/officeDocument/2006/relationships/image" Target="NULL"/><Relationship Id="rId512" Type="http://schemas.openxmlformats.org/officeDocument/2006/relationships/customXml" Target="../ink/ink1554.xml"/><Relationship Id="rId44" Type="http://schemas.openxmlformats.org/officeDocument/2006/relationships/customXml" Target="../ink/ink1320.xml"/><Relationship Id="rId86" Type="http://schemas.openxmlformats.org/officeDocument/2006/relationships/customXml" Target="../ink/ink1341.xml"/><Relationship Id="rId151" Type="http://schemas.openxmlformats.org/officeDocument/2006/relationships/image" Target="NULL"/><Relationship Id="rId389" Type="http://schemas.openxmlformats.org/officeDocument/2006/relationships/image" Target="NULL"/><Relationship Id="rId554" Type="http://schemas.openxmlformats.org/officeDocument/2006/relationships/customXml" Target="../ink/ink1575.xml"/><Relationship Id="rId596" Type="http://schemas.openxmlformats.org/officeDocument/2006/relationships/customXml" Target="../ink/ink1596.xml"/><Relationship Id="rId761" Type="http://schemas.openxmlformats.org/officeDocument/2006/relationships/image" Target="NULL"/><Relationship Id="rId193" Type="http://schemas.openxmlformats.org/officeDocument/2006/relationships/image" Target="NULL"/><Relationship Id="rId207" Type="http://schemas.openxmlformats.org/officeDocument/2006/relationships/image" Target="NULL"/><Relationship Id="rId249" Type="http://schemas.openxmlformats.org/officeDocument/2006/relationships/image" Target="NULL"/><Relationship Id="rId414" Type="http://schemas.openxmlformats.org/officeDocument/2006/relationships/customXml" Target="../ink/ink1505.xml"/><Relationship Id="rId456" Type="http://schemas.openxmlformats.org/officeDocument/2006/relationships/customXml" Target="../ink/ink1526.xml"/><Relationship Id="rId498" Type="http://schemas.openxmlformats.org/officeDocument/2006/relationships/customXml" Target="../ink/ink1547.xml"/><Relationship Id="rId621" Type="http://schemas.openxmlformats.org/officeDocument/2006/relationships/image" Target="NULL"/><Relationship Id="rId663" Type="http://schemas.openxmlformats.org/officeDocument/2006/relationships/image" Target="NULL"/><Relationship Id="rId13" Type="http://schemas.openxmlformats.org/officeDocument/2006/relationships/image" Target="NULL"/><Relationship Id="rId109" Type="http://schemas.openxmlformats.org/officeDocument/2006/relationships/image" Target="NULL"/><Relationship Id="rId260" Type="http://schemas.openxmlformats.org/officeDocument/2006/relationships/customXml" Target="../ink/ink1428.xml"/><Relationship Id="rId316" Type="http://schemas.openxmlformats.org/officeDocument/2006/relationships/customXml" Target="../ink/ink1456.xml"/><Relationship Id="rId523" Type="http://schemas.openxmlformats.org/officeDocument/2006/relationships/image" Target="NULL"/><Relationship Id="rId719" Type="http://schemas.openxmlformats.org/officeDocument/2006/relationships/image" Target="NULL"/><Relationship Id="rId55" Type="http://schemas.openxmlformats.org/officeDocument/2006/relationships/image" Target="NULL"/><Relationship Id="rId97" Type="http://schemas.openxmlformats.org/officeDocument/2006/relationships/image" Target="NULL"/><Relationship Id="rId120" Type="http://schemas.openxmlformats.org/officeDocument/2006/relationships/customXml" Target="../ink/ink1358.xml"/><Relationship Id="rId358" Type="http://schemas.openxmlformats.org/officeDocument/2006/relationships/customXml" Target="../ink/ink1477.xml"/><Relationship Id="rId565" Type="http://schemas.openxmlformats.org/officeDocument/2006/relationships/image" Target="NULL"/><Relationship Id="rId730" Type="http://schemas.openxmlformats.org/officeDocument/2006/relationships/customXml" Target="../ink/ink1663.xml"/><Relationship Id="rId772" Type="http://schemas.openxmlformats.org/officeDocument/2006/relationships/customXml" Target="../ink/ink1684.xml"/><Relationship Id="rId162" Type="http://schemas.openxmlformats.org/officeDocument/2006/relationships/customXml" Target="../ink/ink1379.xml"/><Relationship Id="rId218" Type="http://schemas.openxmlformats.org/officeDocument/2006/relationships/customXml" Target="../ink/ink1407.xml"/><Relationship Id="rId425" Type="http://schemas.openxmlformats.org/officeDocument/2006/relationships/image" Target="NULL"/><Relationship Id="rId467" Type="http://schemas.openxmlformats.org/officeDocument/2006/relationships/image" Target="NULL"/><Relationship Id="rId632" Type="http://schemas.openxmlformats.org/officeDocument/2006/relationships/customXml" Target="../ink/ink1614.xml"/><Relationship Id="rId271" Type="http://schemas.openxmlformats.org/officeDocument/2006/relationships/image" Target="NULL"/><Relationship Id="rId674" Type="http://schemas.openxmlformats.org/officeDocument/2006/relationships/customXml" Target="../ink/ink1635.xml"/><Relationship Id="rId24" Type="http://schemas.openxmlformats.org/officeDocument/2006/relationships/customXml" Target="../ink/ink1310.xml"/><Relationship Id="rId66" Type="http://schemas.openxmlformats.org/officeDocument/2006/relationships/customXml" Target="../ink/ink1331.xml"/><Relationship Id="rId131" Type="http://schemas.openxmlformats.org/officeDocument/2006/relationships/image" Target="NULL"/><Relationship Id="rId327" Type="http://schemas.openxmlformats.org/officeDocument/2006/relationships/image" Target="NULL"/><Relationship Id="rId369" Type="http://schemas.openxmlformats.org/officeDocument/2006/relationships/image" Target="NULL"/><Relationship Id="rId534" Type="http://schemas.openxmlformats.org/officeDocument/2006/relationships/customXml" Target="../ink/ink1565.xml"/><Relationship Id="rId576" Type="http://schemas.openxmlformats.org/officeDocument/2006/relationships/customXml" Target="../ink/ink1586.xml"/><Relationship Id="rId741" Type="http://schemas.openxmlformats.org/officeDocument/2006/relationships/image" Target="NULL"/><Relationship Id="rId173" Type="http://schemas.openxmlformats.org/officeDocument/2006/relationships/image" Target="NULL"/><Relationship Id="rId229" Type="http://schemas.openxmlformats.org/officeDocument/2006/relationships/image" Target="NULL"/><Relationship Id="rId380" Type="http://schemas.openxmlformats.org/officeDocument/2006/relationships/customXml" Target="../ink/ink1488.xml"/><Relationship Id="rId436" Type="http://schemas.openxmlformats.org/officeDocument/2006/relationships/customXml" Target="../ink/ink1516.xml"/><Relationship Id="rId601" Type="http://schemas.openxmlformats.org/officeDocument/2006/relationships/image" Target="NULL"/><Relationship Id="rId643" Type="http://schemas.openxmlformats.org/officeDocument/2006/relationships/image" Target="NULL"/><Relationship Id="rId240" Type="http://schemas.openxmlformats.org/officeDocument/2006/relationships/customXml" Target="../ink/ink1418.xml"/><Relationship Id="rId478" Type="http://schemas.openxmlformats.org/officeDocument/2006/relationships/customXml" Target="../ink/ink1537.xml"/><Relationship Id="rId685" Type="http://schemas.openxmlformats.org/officeDocument/2006/relationships/image" Target="NULL"/><Relationship Id="rId35" Type="http://schemas.openxmlformats.org/officeDocument/2006/relationships/image" Target="NULL"/><Relationship Id="rId77" Type="http://schemas.openxmlformats.org/officeDocument/2006/relationships/image" Target="NULL"/><Relationship Id="rId100" Type="http://schemas.openxmlformats.org/officeDocument/2006/relationships/customXml" Target="../ink/ink1348.xml"/><Relationship Id="rId282" Type="http://schemas.openxmlformats.org/officeDocument/2006/relationships/customXml" Target="../ink/ink1439.xml"/><Relationship Id="rId338" Type="http://schemas.openxmlformats.org/officeDocument/2006/relationships/customXml" Target="../ink/ink1467.xml"/><Relationship Id="rId503" Type="http://schemas.openxmlformats.org/officeDocument/2006/relationships/image" Target="NULL"/><Relationship Id="rId545" Type="http://schemas.openxmlformats.org/officeDocument/2006/relationships/image" Target="NULL"/><Relationship Id="rId587" Type="http://schemas.openxmlformats.org/officeDocument/2006/relationships/image" Target="NULL"/><Relationship Id="rId710" Type="http://schemas.openxmlformats.org/officeDocument/2006/relationships/customXml" Target="../ink/ink1653.xml"/><Relationship Id="rId752" Type="http://schemas.openxmlformats.org/officeDocument/2006/relationships/customXml" Target="../ink/ink1674.xml"/><Relationship Id="rId8" Type="http://schemas.openxmlformats.org/officeDocument/2006/relationships/customXml" Target="../ink/ink1302.xml"/><Relationship Id="rId142" Type="http://schemas.openxmlformats.org/officeDocument/2006/relationships/customXml" Target="../ink/ink1369.xml"/><Relationship Id="rId184" Type="http://schemas.openxmlformats.org/officeDocument/2006/relationships/customXml" Target="../ink/ink1390.xml"/><Relationship Id="rId391" Type="http://schemas.openxmlformats.org/officeDocument/2006/relationships/image" Target="NULL"/><Relationship Id="rId405" Type="http://schemas.openxmlformats.org/officeDocument/2006/relationships/image" Target="NULL"/><Relationship Id="rId447" Type="http://schemas.openxmlformats.org/officeDocument/2006/relationships/image" Target="NULL"/><Relationship Id="rId612" Type="http://schemas.openxmlformats.org/officeDocument/2006/relationships/customXml" Target="../ink/ink1604.xml"/><Relationship Id="rId251" Type="http://schemas.openxmlformats.org/officeDocument/2006/relationships/image" Target="NULL"/><Relationship Id="rId489" Type="http://schemas.openxmlformats.org/officeDocument/2006/relationships/image" Target="NULL"/><Relationship Id="rId654" Type="http://schemas.openxmlformats.org/officeDocument/2006/relationships/customXml" Target="../ink/ink1625.xml"/><Relationship Id="rId696" Type="http://schemas.openxmlformats.org/officeDocument/2006/relationships/customXml" Target="../ink/ink1646.xml"/><Relationship Id="rId46" Type="http://schemas.openxmlformats.org/officeDocument/2006/relationships/customXml" Target="../ink/ink1321.xml"/><Relationship Id="rId293" Type="http://schemas.openxmlformats.org/officeDocument/2006/relationships/image" Target="NULL"/><Relationship Id="rId307" Type="http://schemas.openxmlformats.org/officeDocument/2006/relationships/image" Target="NULL"/><Relationship Id="rId349" Type="http://schemas.openxmlformats.org/officeDocument/2006/relationships/image" Target="NULL"/><Relationship Id="rId514" Type="http://schemas.openxmlformats.org/officeDocument/2006/relationships/customXml" Target="../ink/ink1555.xml"/><Relationship Id="rId556" Type="http://schemas.openxmlformats.org/officeDocument/2006/relationships/customXml" Target="../ink/ink1576.xml"/><Relationship Id="rId721" Type="http://schemas.openxmlformats.org/officeDocument/2006/relationships/image" Target="NULL"/><Relationship Id="rId763" Type="http://schemas.openxmlformats.org/officeDocument/2006/relationships/image" Target="NULL"/><Relationship Id="rId88" Type="http://schemas.openxmlformats.org/officeDocument/2006/relationships/customXml" Target="../ink/ink1342.xml"/><Relationship Id="rId111" Type="http://schemas.openxmlformats.org/officeDocument/2006/relationships/image" Target="NULL"/><Relationship Id="rId153" Type="http://schemas.openxmlformats.org/officeDocument/2006/relationships/image" Target="NULL"/><Relationship Id="rId195" Type="http://schemas.openxmlformats.org/officeDocument/2006/relationships/image" Target="NULL"/><Relationship Id="rId209" Type="http://schemas.openxmlformats.org/officeDocument/2006/relationships/image" Target="NULL"/><Relationship Id="rId360" Type="http://schemas.openxmlformats.org/officeDocument/2006/relationships/customXml" Target="../ink/ink1478.xml"/><Relationship Id="rId416" Type="http://schemas.openxmlformats.org/officeDocument/2006/relationships/customXml" Target="../ink/ink1506.xml"/><Relationship Id="rId598" Type="http://schemas.openxmlformats.org/officeDocument/2006/relationships/customXml" Target="../ink/ink1597.xml"/><Relationship Id="rId220" Type="http://schemas.openxmlformats.org/officeDocument/2006/relationships/customXml" Target="../ink/ink1408.xml"/><Relationship Id="rId458" Type="http://schemas.openxmlformats.org/officeDocument/2006/relationships/customXml" Target="../ink/ink1527.xml"/><Relationship Id="rId623" Type="http://schemas.openxmlformats.org/officeDocument/2006/relationships/image" Target="NULL"/><Relationship Id="rId665" Type="http://schemas.openxmlformats.org/officeDocument/2006/relationships/image" Target="NULL"/><Relationship Id="rId15" Type="http://schemas.openxmlformats.org/officeDocument/2006/relationships/image" Target="NULL"/><Relationship Id="rId57" Type="http://schemas.openxmlformats.org/officeDocument/2006/relationships/image" Target="NULL"/><Relationship Id="rId262" Type="http://schemas.openxmlformats.org/officeDocument/2006/relationships/customXml" Target="../ink/ink1429.xml"/><Relationship Id="rId318" Type="http://schemas.openxmlformats.org/officeDocument/2006/relationships/customXml" Target="../ink/ink1457.xml"/><Relationship Id="rId525" Type="http://schemas.openxmlformats.org/officeDocument/2006/relationships/image" Target="NULL"/><Relationship Id="rId567" Type="http://schemas.openxmlformats.org/officeDocument/2006/relationships/image" Target="NULL"/><Relationship Id="rId732" Type="http://schemas.openxmlformats.org/officeDocument/2006/relationships/customXml" Target="../ink/ink1664.xml"/><Relationship Id="rId99" Type="http://schemas.openxmlformats.org/officeDocument/2006/relationships/image" Target="NULL"/><Relationship Id="rId122" Type="http://schemas.openxmlformats.org/officeDocument/2006/relationships/customXml" Target="../ink/ink1359.xml"/><Relationship Id="rId164" Type="http://schemas.openxmlformats.org/officeDocument/2006/relationships/customXml" Target="../ink/ink1380.xml"/><Relationship Id="rId371" Type="http://schemas.openxmlformats.org/officeDocument/2006/relationships/image" Target="NULL"/><Relationship Id="rId774" Type="http://schemas.openxmlformats.org/officeDocument/2006/relationships/customXml" Target="../ink/ink1685.xml"/><Relationship Id="rId427" Type="http://schemas.openxmlformats.org/officeDocument/2006/relationships/image" Target="NULL"/><Relationship Id="rId469" Type="http://schemas.openxmlformats.org/officeDocument/2006/relationships/image" Target="NULL"/><Relationship Id="rId634" Type="http://schemas.openxmlformats.org/officeDocument/2006/relationships/customXml" Target="../ink/ink1615.xml"/><Relationship Id="rId676" Type="http://schemas.openxmlformats.org/officeDocument/2006/relationships/customXml" Target="../ink/ink1636.xml"/><Relationship Id="rId26" Type="http://schemas.openxmlformats.org/officeDocument/2006/relationships/customXml" Target="../ink/ink1311.xml"/><Relationship Id="rId231" Type="http://schemas.openxmlformats.org/officeDocument/2006/relationships/image" Target="NULL"/><Relationship Id="rId273" Type="http://schemas.openxmlformats.org/officeDocument/2006/relationships/image" Target="NULL"/><Relationship Id="rId329" Type="http://schemas.openxmlformats.org/officeDocument/2006/relationships/image" Target="NULL"/><Relationship Id="rId480" Type="http://schemas.openxmlformats.org/officeDocument/2006/relationships/customXml" Target="../ink/ink1538.xml"/><Relationship Id="rId536" Type="http://schemas.openxmlformats.org/officeDocument/2006/relationships/customXml" Target="../ink/ink1566.xml"/><Relationship Id="rId701" Type="http://schemas.openxmlformats.org/officeDocument/2006/relationships/image" Target="NULL"/><Relationship Id="rId68" Type="http://schemas.openxmlformats.org/officeDocument/2006/relationships/customXml" Target="../ink/ink1332.xml"/><Relationship Id="rId133" Type="http://schemas.openxmlformats.org/officeDocument/2006/relationships/image" Target="NULL"/><Relationship Id="rId175" Type="http://schemas.openxmlformats.org/officeDocument/2006/relationships/image" Target="NULL"/><Relationship Id="rId340" Type="http://schemas.openxmlformats.org/officeDocument/2006/relationships/customXml" Target="../ink/ink1468.xml"/><Relationship Id="rId578" Type="http://schemas.openxmlformats.org/officeDocument/2006/relationships/customXml" Target="../ink/ink1587.xml"/><Relationship Id="rId743" Type="http://schemas.openxmlformats.org/officeDocument/2006/relationships/image" Target="NULL"/><Relationship Id="rId200" Type="http://schemas.openxmlformats.org/officeDocument/2006/relationships/customXml" Target="../ink/ink1398.xml"/><Relationship Id="rId382" Type="http://schemas.openxmlformats.org/officeDocument/2006/relationships/customXml" Target="../ink/ink1489.xml"/><Relationship Id="rId438" Type="http://schemas.openxmlformats.org/officeDocument/2006/relationships/customXml" Target="../ink/ink1517.xml"/><Relationship Id="rId603" Type="http://schemas.openxmlformats.org/officeDocument/2006/relationships/image" Target="NULL"/><Relationship Id="rId645" Type="http://schemas.openxmlformats.org/officeDocument/2006/relationships/image" Target="NULL"/><Relationship Id="rId687" Type="http://schemas.openxmlformats.org/officeDocument/2006/relationships/image" Target="NULL"/><Relationship Id="rId242" Type="http://schemas.openxmlformats.org/officeDocument/2006/relationships/customXml" Target="../ink/ink1419.xml"/><Relationship Id="rId284" Type="http://schemas.openxmlformats.org/officeDocument/2006/relationships/customXml" Target="../ink/ink1440.xml"/><Relationship Id="rId491" Type="http://schemas.openxmlformats.org/officeDocument/2006/relationships/image" Target="NULL"/><Relationship Id="rId505" Type="http://schemas.openxmlformats.org/officeDocument/2006/relationships/image" Target="NULL"/><Relationship Id="rId712" Type="http://schemas.openxmlformats.org/officeDocument/2006/relationships/customXml" Target="../ink/ink1654.xml"/><Relationship Id="rId37" Type="http://schemas.openxmlformats.org/officeDocument/2006/relationships/image" Target="NULL"/><Relationship Id="rId79" Type="http://schemas.openxmlformats.org/officeDocument/2006/relationships/image" Target="NULL"/><Relationship Id="rId102" Type="http://schemas.openxmlformats.org/officeDocument/2006/relationships/customXml" Target="../ink/ink1349.xml"/><Relationship Id="rId144" Type="http://schemas.openxmlformats.org/officeDocument/2006/relationships/customXml" Target="../ink/ink1370.xml"/><Relationship Id="rId547" Type="http://schemas.openxmlformats.org/officeDocument/2006/relationships/image" Target="NULL"/><Relationship Id="rId589" Type="http://schemas.openxmlformats.org/officeDocument/2006/relationships/image" Target="NULL"/><Relationship Id="rId754" Type="http://schemas.openxmlformats.org/officeDocument/2006/relationships/customXml" Target="../ink/ink1675.xml"/><Relationship Id="rId90" Type="http://schemas.openxmlformats.org/officeDocument/2006/relationships/customXml" Target="../ink/ink1343.xml"/><Relationship Id="rId186" Type="http://schemas.openxmlformats.org/officeDocument/2006/relationships/customXml" Target="../ink/ink1391.xml"/><Relationship Id="rId351" Type="http://schemas.openxmlformats.org/officeDocument/2006/relationships/image" Target="NULL"/><Relationship Id="rId393" Type="http://schemas.openxmlformats.org/officeDocument/2006/relationships/image" Target="NULL"/><Relationship Id="rId407" Type="http://schemas.openxmlformats.org/officeDocument/2006/relationships/image" Target="NULL"/><Relationship Id="rId449" Type="http://schemas.openxmlformats.org/officeDocument/2006/relationships/image" Target="NULL"/><Relationship Id="rId614" Type="http://schemas.openxmlformats.org/officeDocument/2006/relationships/customXml" Target="../ink/ink1605.xml"/><Relationship Id="rId656" Type="http://schemas.openxmlformats.org/officeDocument/2006/relationships/customXml" Target="../ink/ink1626.xml"/><Relationship Id="rId211" Type="http://schemas.openxmlformats.org/officeDocument/2006/relationships/image" Target="NULL"/><Relationship Id="rId253" Type="http://schemas.openxmlformats.org/officeDocument/2006/relationships/image" Target="NULL"/><Relationship Id="rId295" Type="http://schemas.openxmlformats.org/officeDocument/2006/relationships/image" Target="NULL"/><Relationship Id="rId309" Type="http://schemas.openxmlformats.org/officeDocument/2006/relationships/image" Target="NULL"/><Relationship Id="rId460" Type="http://schemas.openxmlformats.org/officeDocument/2006/relationships/customXml" Target="../ink/ink1528.xml"/><Relationship Id="rId516" Type="http://schemas.openxmlformats.org/officeDocument/2006/relationships/customXml" Target="../ink/ink1556.xml"/><Relationship Id="rId698" Type="http://schemas.openxmlformats.org/officeDocument/2006/relationships/customXml" Target="../ink/ink1647.xml"/><Relationship Id="rId48" Type="http://schemas.openxmlformats.org/officeDocument/2006/relationships/customXml" Target="../ink/ink1322.xml"/><Relationship Id="rId113" Type="http://schemas.openxmlformats.org/officeDocument/2006/relationships/image" Target="NULL"/><Relationship Id="rId320" Type="http://schemas.openxmlformats.org/officeDocument/2006/relationships/customXml" Target="../ink/ink1458.xml"/><Relationship Id="rId558" Type="http://schemas.openxmlformats.org/officeDocument/2006/relationships/customXml" Target="../ink/ink1577.xml"/><Relationship Id="rId723" Type="http://schemas.openxmlformats.org/officeDocument/2006/relationships/image" Target="NULL"/><Relationship Id="rId765" Type="http://schemas.openxmlformats.org/officeDocument/2006/relationships/image" Target="NULL"/><Relationship Id="rId155" Type="http://schemas.openxmlformats.org/officeDocument/2006/relationships/image" Target="NULL"/><Relationship Id="rId197" Type="http://schemas.openxmlformats.org/officeDocument/2006/relationships/image" Target="NULL"/><Relationship Id="rId362" Type="http://schemas.openxmlformats.org/officeDocument/2006/relationships/customXml" Target="../ink/ink1479.xml"/><Relationship Id="rId418" Type="http://schemas.openxmlformats.org/officeDocument/2006/relationships/customXml" Target="../ink/ink1507.xml"/><Relationship Id="rId625" Type="http://schemas.openxmlformats.org/officeDocument/2006/relationships/image" Target="NULL"/><Relationship Id="rId222" Type="http://schemas.openxmlformats.org/officeDocument/2006/relationships/customXml" Target="../ink/ink1409.xml"/><Relationship Id="rId264" Type="http://schemas.openxmlformats.org/officeDocument/2006/relationships/customXml" Target="../ink/ink1430.xml"/><Relationship Id="rId471" Type="http://schemas.openxmlformats.org/officeDocument/2006/relationships/image" Target="NULL"/><Relationship Id="rId667" Type="http://schemas.openxmlformats.org/officeDocument/2006/relationships/image" Target="NULL"/><Relationship Id="rId17" Type="http://schemas.openxmlformats.org/officeDocument/2006/relationships/image" Target="NULL"/><Relationship Id="rId59" Type="http://schemas.openxmlformats.org/officeDocument/2006/relationships/image" Target="NULL"/><Relationship Id="rId124" Type="http://schemas.openxmlformats.org/officeDocument/2006/relationships/customXml" Target="../ink/ink1360.xml"/><Relationship Id="rId527" Type="http://schemas.openxmlformats.org/officeDocument/2006/relationships/image" Target="NULL"/><Relationship Id="rId569" Type="http://schemas.openxmlformats.org/officeDocument/2006/relationships/image" Target="NULL"/><Relationship Id="rId734" Type="http://schemas.openxmlformats.org/officeDocument/2006/relationships/customXml" Target="../ink/ink1665.xml"/><Relationship Id="rId70" Type="http://schemas.openxmlformats.org/officeDocument/2006/relationships/customXml" Target="../ink/ink1333.xml"/><Relationship Id="rId166" Type="http://schemas.openxmlformats.org/officeDocument/2006/relationships/customXml" Target="../ink/ink1381.xml"/><Relationship Id="rId331" Type="http://schemas.openxmlformats.org/officeDocument/2006/relationships/image" Target="NULL"/><Relationship Id="rId373" Type="http://schemas.openxmlformats.org/officeDocument/2006/relationships/image" Target="NULL"/><Relationship Id="rId429" Type="http://schemas.openxmlformats.org/officeDocument/2006/relationships/image" Target="NULL"/><Relationship Id="rId580" Type="http://schemas.openxmlformats.org/officeDocument/2006/relationships/customXml" Target="../ink/ink1588.xml"/><Relationship Id="rId636" Type="http://schemas.openxmlformats.org/officeDocument/2006/relationships/customXml" Target="../ink/ink1616.xml"/><Relationship Id="rId1" Type="http://schemas.openxmlformats.org/officeDocument/2006/relationships/slideLayout" Target="../slideLayouts/slideLayout7.xml"/><Relationship Id="rId233" Type="http://schemas.openxmlformats.org/officeDocument/2006/relationships/image" Target="NULL"/><Relationship Id="rId440" Type="http://schemas.openxmlformats.org/officeDocument/2006/relationships/customXml" Target="../ink/ink1518.xml"/><Relationship Id="rId678" Type="http://schemas.openxmlformats.org/officeDocument/2006/relationships/customXml" Target="../ink/ink1637.xml"/><Relationship Id="rId28" Type="http://schemas.openxmlformats.org/officeDocument/2006/relationships/customXml" Target="../ink/ink1312.xml"/><Relationship Id="rId275" Type="http://schemas.openxmlformats.org/officeDocument/2006/relationships/image" Target="NULL"/><Relationship Id="rId300" Type="http://schemas.openxmlformats.org/officeDocument/2006/relationships/customXml" Target="../ink/ink1448.xml"/><Relationship Id="rId482" Type="http://schemas.openxmlformats.org/officeDocument/2006/relationships/customXml" Target="../ink/ink1539.xml"/><Relationship Id="rId538" Type="http://schemas.openxmlformats.org/officeDocument/2006/relationships/customXml" Target="../ink/ink1567.xml"/><Relationship Id="rId703" Type="http://schemas.openxmlformats.org/officeDocument/2006/relationships/image" Target="NULL"/><Relationship Id="rId745" Type="http://schemas.openxmlformats.org/officeDocument/2006/relationships/image" Target="NULL"/><Relationship Id="rId81" Type="http://schemas.openxmlformats.org/officeDocument/2006/relationships/image" Target="NULL"/><Relationship Id="rId135" Type="http://schemas.openxmlformats.org/officeDocument/2006/relationships/image" Target="NULL"/><Relationship Id="rId177" Type="http://schemas.openxmlformats.org/officeDocument/2006/relationships/image" Target="NULL"/><Relationship Id="rId342" Type="http://schemas.openxmlformats.org/officeDocument/2006/relationships/customXml" Target="../ink/ink1469.xml"/><Relationship Id="rId384" Type="http://schemas.openxmlformats.org/officeDocument/2006/relationships/customXml" Target="../ink/ink1490.xml"/><Relationship Id="rId591" Type="http://schemas.openxmlformats.org/officeDocument/2006/relationships/image" Target="NULL"/><Relationship Id="rId605" Type="http://schemas.openxmlformats.org/officeDocument/2006/relationships/image" Target="NULL"/><Relationship Id="rId202" Type="http://schemas.openxmlformats.org/officeDocument/2006/relationships/customXml" Target="../ink/ink1399.xml"/><Relationship Id="rId244" Type="http://schemas.openxmlformats.org/officeDocument/2006/relationships/customXml" Target="../ink/ink1420.xml"/><Relationship Id="rId647" Type="http://schemas.openxmlformats.org/officeDocument/2006/relationships/image" Target="NULL"/><Relationship Id="rId689" Type="http://schemas.openxmlformats.org/officeDocument/2006/relationships/image" Target="NULL"/><Relationship Id="rId39" Type="http://schemas.openxmlformats.org/officeDocument/2006/relationships/image" Target="NULL"/><Relationship Id="rId286" Type="http://schemas.openxmlformats.org/officeDocument/2006/relationships/customXml" Target="../ink/ink1441.xml"/><Relationship Id="rId451" Type="http://schemas.openxmlformats.org/officeDocument/2006/relationships/image" Target="NULL"/><Relationship Id="rId493" Type="http://schemas.openxmlformats.org/officeDocument/2006/relationships/image" Target="NULL"/><Relationship Id="rId507" Type="http://schemas.openxmlformats.org/officeDocument/2006/relationships/image" Target="NULL"/><Relationship Id="rId549" Type="http://schemas.openxmlformats.org/officeDocument/2006/relationships/image" Target="NULL"/><Relationship Id="rId714" Type="http://schemas.openxmlformats.org/officeDocument/2006/relationships/customXml" Target="../ink/ink1655.xml"/><Relationship Id="rId756" Type="http://schemas.openxmlformats.org/officeDocument/2006/relationships/customXml" Target="../ink/ink1676.xml"/><Relationship Id="rId50" Type="http://schemas.openxmlformats.org/officeDocument/2006/relationships/customXml" Target="../ink/ink1323.xml"/><Relationship Id="rId104" Type="http://schemas.openxmlformats.org/officeDocument/2006/relationships/customXml" Target="../ink/ink1350.xml"/><Relationship Id="rId146" Type="http://schemas.openxmlformats.org/officeDocument/2006/relationships/customXml" Target="../ink/ink1371.xml"/><Relationship Id="rId188" Type="http://schemas.openxmlformats.org/officeDocument/2006/relationships/customXml" Target="../ink/ink1392.xml"/><Relationship Id="rId311" Type="http://schemas.openxmlformats.org/officeDocument/2006/relationships/image" Target="NULL"/><Relationship Id="rId353" Type="http://schemas.openxmlformats.org/officeDocument/2006/relationships/image" Target="NULL"/><Relationship Id="rId395" Type="http://schemas.openxmlformats.org/officeDocument/2006/relationships/image" Target="NULL"/><Relationship Id="rId409" Type="http://schemas.openxmlformats.org/officeDocument/2006/relationships/image" Target="NULL"/><Relationship Id="rId560" Type="http://schemas.openxmlformats.org/officeDocument/2006/relationships/customXml" Target="../ink/ink1578.xml"/><Relationship Id="rId92" Type="http://schemas.openxmlformats.org/officeDocument/2006/relationships/customXml" Target="../ink/ink1344.xml"/><Relationship Id="rId213" Type="http://schemas.openxmlformats.org/officeDocument/2006/relationships/image" Target="NULL"/><Relationship Id="rId420" Type="http://schemas.openxmlformats.org/officeDocument/2006/relationships/customXml" Target="../ink/ink1508.xml"/><Relationship Id="rId616" Type="http://schemas.openxmlformats.org/officeDocument/2006/relationships/customXml" Target="../ink/ink1606.xml"/><Relationship Id="rId658" Type="http://schemas.openxmlformats.org/officeDocument/2006/relationships/customXml" Target="../ink/ink1627.xml"/><Relationship Id="rId255" Type="http://schemas.openxmlformats.org/officeDocument/2006/relationships/image" Target="NULL"/><Relationship Id="rId297" Type="http://schemas.openxmlformats.org/officeDocument/2006/relationships/image" Target="NULL"/><Relationship Id="rId462" Type="http://schemas.openxmlformats.org/officeDocument/2006/relationships/customXml" Target="../ink/ink1529.xml"/><Relationship Id="rId518" Type="http://schemas.openxmlformats.org/officeDocument/2006/relationships/customXml" Target="../ink/ink1557.xml"/><Relationship Id="rId725" Type="http://schemas.openxmlformats.org/officeDocument/2006/relationships/image" Target="NULL"/><Relationship Id="rId115" Type="http://schemas.openxmlformats.org/officeDocument/2006/relationships/image" Target="NULL"/><Relationship Id="rId157" Type="http://schemas.openxmlformats.org/officeDocument/2006/relationships/image" Target="NULL"/><Relationship Id="rId322" Type="http://schemas.openxmlformats.org/officeDocument/2006/relationships/customXml" Target="../ink/ink1459.xml"/><Relationship Id="rId364" Type="http://schemas.openxmlformats.org/officeDocument/2006/relationships/customXml" Target="../ink/ink1480.xml"/><Relationship Id="rId767" Type="http://schemas.openxmlformats.org/officeDocument/2006/relationships/image" Target="NULL"/><Relationship Id="rId61" Type="http://schemas.openxmlformats.org/officeDocument/2006/relationships/image" Target="NULL"/><Relationship Id="rId199" Type="http://schemas.openxmlformats.org/officeDocument/2006/relationships/image" Target="NULL"/><Relationship Id="rId571" Type="http://schemas.openxmlformats.org/officeDocument/2006/relationships/image" Target="NULL"/><Relationship Id="rId627" Type="http://schemas.openxmlformats.org/officeDocument/2006/relationships/image" Target="NULL"/><Relationship Id="rId669" Type="http://schemas.openxmlformats.org/officeDocument/2006/relationships/image" Target="NULL"/><Relationship Id="rId19" Type="http://schemas.openxmlformats.org/officeDocument/2006/relationships/image" Target="NULL"/><Relationship Id="rId224" Type="http://schemas.openxmlformats.org/officeDocument/2006/relationships/customXml" Target="../ink/ink1410.xml"/><Relationship Id="rId266" Type="http://schemas.openxmlformats.org/officeDocument/2006/relationships/customXml" Target="../ink/ink1431.xml"/><Relationship Id="rId431" Type="http://schemas.openxmlformats.org/officeDocument/2006/relationships/image" Target="NULL"/><Relationship Id="rId473" Type="http://schemas.openxmlformats.org/officeDocument/2006/relationships/image" Target="NULL"/><Relationship Id="rId529" Type="http://schemas.openxmlformats.org/officeDocument/2006/relationships/image" Target="NULL"/><Relationship Id="rId680" Type="http://schemas.openxmlformats.org/officeDocument/2006/relationships/customXml" Target="../ink/ink1638.xml"/><Relationship Id="rId736" Type="http://schemas.openxmlformats.org/officeDocument/2006/relationships/customXml" Target="../ink/ink1666.xml"/><Relationship Id="rId30" Type="http://schemas.openxmlformats.org/officeDocument/2006/relationships/customXml" Target="../ink/ink1313.xml"/><Relationship Id="rId126" Type="http://schemas.openxmlformats.org/officeDocument/2006/relationships/customXml" Target="../ink/ink1361.xml"/><Relationship Id="rId168" Type="http://schemas.openxmlformats.org/officeDocument/2006/relationships/customXml" Target="../ink/ink1382.xml"/><Relationship Id="rId333" Type="http://schemas.openxmlformats.org/officeDocument/2006/relationships/image" Target="NULL"/><Relationship Id="rId540" Type="http://schemas.openxmlformats.org/officeDocument/2006/relationships/customXml" Target="../ink/ink1568.xml"/><Relationship Id="rId72" Type="http://schemas.openxmlformats.org/officeDocument/2006/relationships/customXml" Target="../ink/ink1334.xml"/><Relationship Id="rId375" Type="http://schemas.openxmlformats.org/officeDocument/2006/relationships/image" Target="NULL"/><Relationship Id="rId582" Type="http://schemas.openxmlformats.org/officeDocument/2006/relationships/customXml" Target="../ink/ink1589.xml"/><Relationship Id="rId638" Type="http://schemas.openxmlformats.org/officeDocument/2006/relationships/customXml" Target="../ink/ink1617.xml"/><Relationship Id="rId3" Type="http://schemas.openxmlformats.org/officeDocument/2006/relationships/image" Target="NULL"/><Relationship Id="rId235" Type="http://schemas.openxmlformats.org/officeDocument/2006/relationships/image" Target="NULL"/><Relationship Id="rId277" Type="http://schemas.openxmlformats.org/officeDocument/2006/relationships/image" Target="NULL"/><Relationship Id="rId400" Type="http://schemas.openxmlformats.org/officeDocument/2006/relationships/customXml" Target="../ink/ink1498.xml"/><Relationship Id="rId442" Type="http://schemas.openxmlformats.org/officeDocument/2006/relationships/customXml" Target="../ink/ink1519.xml"/><Relationship Id="rId484" Type="http://schemas.openxmlformats.org/officeDocument/2006/relationships/customXml" Target="../ink/ink1540.xml"/><Relationship Id="rId705" Type="http://schemas.openxmlformats.org/officeDocument/2006/relationships/image" Target="NULL"/><Relationship Id="rId137" Type="http://schemas.openxmlformats.org/officeDocument/2006/relationships/image" Target="NULL"/><Relationship Id="rId302" Type="http://schemas.openxmlformats.org/officeDocument/2006/relationships/customXml" Target="../ink/ink1449.xml"/><Relationship Id="rId344" Type="http://schemas.openxmlformats.org/officeDocument/2006/relationships/customXml" Target="../ink/ink1470.xml"/><Relationship Id="rId691" Type="http://schemas.openxmlformats.org/officeDocument/2006/relationships/image" Target="NULL"/><Relationship Id="rId747" Type="http://schemas.openxmlformats.org/officeDocument/2006/relationships/image" Target="NULL"/><Relationship Id="rId41" Type="http://schemas.openxmlformats.org/officeDocument/2006/relationships/image" Target="NULL"/><Relationship Id="rId83" Type="http://schemas.openxmlformats.org/officeDocument/2006/relationships/image" Target="NULL"/><Relationship Id="rId179" Type="http://schemas.openxmlformats.org/officeDocument/2006/relationships/image" Target="NULL"/><Relationship Id="rId386" Type="http://schemas.openxmlformats.org/officeDocument/2006/relationships/customXml" Target="../ink/ink1491.xml"/><Relationship Id="rId551" Type="http://schemas.openxmlformats.org/officeDocument/2006/relationships/image" Target="NULL"/><Relationship Id="rId593" Type="http://schemas.openxmlformats.org/officeDocument/2006/relationships/image" Target="NULL"/><Relationship Id="rId607" Type="http://schemas.openxmlformats.org/officeDocument/2006/relationships/image" Target="NULL"/><Relationship Id="rId649" Type="http://schemas.openxmlformats.org/officeDocument/2006/relationships/image" Target="NULL"/><Relationship Id="rId190" Type="http://schemas.openxmlformats.org/officeDocument/2006/relationships/customXml" Target="../ink/ink1393.xml"/><Relationship Id="rId204" Type="http://schemas.openxmlformats.org/officeDocument/2006/relationships/customXml" Target="../ink/ink1400.xml"/><Relationship Id="rId246" Type="http://schemas.openxmlformats.org/officeDocument/2006/relationships/customXml" Target="../ink/ink1421.xml"/><Relationship Id="rId288" Type="http://schemas.openxmlformats.org/officeDocument/2006/relationships/customXml" Target="../ink/ink1442.xml"/><Relationship Id="rId411" Type="http://schemas.openxmlformats.org/officeDocument/2006/relationships/image" Target="NULL"/><Relationship Id="rId453" Type="http://schemas.openxmlformats.org/officeDocument/2006/relationships/image" Target="NULL"/><Relationship Id="rId509" Type="http://schemas.openxmlformats.org/officeDocument/2006/relationships/image" Target="NULL"/><Relationship Id="rId660" Type="http://schemas.openxmlformats.org/officeDocument/2006/relationships/customXml" Target="../ink/ink1628.xml"/><Relationship Id="rId106" Type="http://schemas.openxmlformats.org/officeDocument/2006/relationships/customXml" Target="../ink/ink1351.xml"/><Relationship Id="rId313" Type="http://schemas.openxmlformats.org/officeDocument/2006/relationships/image" Target="NULL"/><Relationship Id="rId495" Type="http://schemas.openxmlformats.org/officeDocument/2006/relationships/image" Target="NULL"/><Relationship Id="rId716" Type="http://schemas.openxmlformats.org/officeDocument/2006/relationships/customXml" Target="../ink/ink1656.xml"/><Relationship Id="rId758" Type="http://schemas.openxmlformats.org/officeDocument/2006/relationships/customXml" Target="../ink/ink1677.xml"/><Relationship Id="rId10" Type="http://schemas.openxmlformats.org/officeDocument/2006/relationships/customXml" Target="../ink/ink1303.xml"/><Relationship Id="rId52" Type="http://schemas.openxmlformats.org/officeDocument/2006/relationships/customXml" Target="../ink/ink1324.xml"/><Relationship Id="rId94" Type="http://schemas.openxmlformats.org/officeDocument/2006/relationships/customXml" Target="../ink/ink1345.xml"/><Relationship Id="rId148" Type="http://schemas.openxmlformats.org/officeDocument/2006/relationships/customXml" Target="../ink/ink1372.xml"/><Relationship Id="rId355" Type="http://schemas.openxmlformats.org/officeDocument/2006/relationships/image" Target="NULL"/><Relationship Id="rId397" Type="http://schemas.openxmlformats.org/officeDocument/2006/relationships/image" Target="NULL"/><Relationship Id="rId520" Type="http://schemas.openxmlformats.org/officeDocument/2006/relationships/customXml" Target="../ink/ink1558.xml"/><Relationship Id="rId562" Type="http://schemas.openxmlformats.org/officeDocument/2006/relationships/customXml" Target="../ink/ink1579.xml"/><Relationship Id="rId618" Type="http://schemas.openxmlformats.org/officeDocument/2006/relationships/customXml" Target="../ink/ink1607.xml"/><Relationship Id="rId215" Type="http://schemas.openxmlformats.org/officeDocument/2006/relationships/image" Target="NULL"/><Relationship Id="rId257" Type="http://schemas.openxmlformats.org/officeDocument/2006/relationships/image" Target="NULL"/><Relationship Id="rId422" Type="http://schemas.openxmlformats.org/officeDocument/2006/relationships/customXml" Target="../ink/ink1509.xml"/><Relationship Id="rId464" Type="http://schemas.openxmlformats.org/officeDocument/2006/relationships/customXml" Target="../ink/ink1530.xml"/><Relationship Id="rId299" Type="http://schemas.openxmlformats.org/officeDocument/2006/relationships/image" Target="NULL"/><Relationship Id="rId727" Type="http://schemas.openxmlformats.org/officeDocument/2006/relationships/image" Target="NULL"/><Relationship Id="rId63" Type="http://schemas.openxmlformats.org/officeDocument/2006/relationships/image" Target="NULL"/><Relationship Id="rId159" Type="http://schemas.openxmlformats.org/officeDocument/2006/relationships/image" Target="NULL"/><Relationship Id="rId366" Type="http://schemas.openxmlformats.org/officeDocument/2006/relationships/customXml" Target="../ink/ink1481.xml"/><Relationship Id="rId573" Type="http://schemas.openxmlformats.org/officeDocument/2006/relationships/image" Target="NULL"/><Relationship Id="rId226" Type="http://schemas.openxmlformats.org/officeDocument/2006/relationships/customXml" Target="../ink/ink1411.xml"/><Relationship Id="rId433" Type="http://schemas.openxmlformats.org/officeDocument/2006/relationships/image" Target="NULL"/><Relationship Id="rId640" Type="http://schemas.openxmlformats.org/officeDocument/2006/relationships/customXml" Target="../ink/ink1618.xml"/><Relationship Id="rId738" Type="http://schemas.openxmlformats.org/officeDocument/2006/relationships/customXml" Target="../ink/ink1667.xml"/><Relationship Id="rId74" Type="http://schemas.openxmlformats.org/officeDocument/2006/relationships/customXml" Target="../ink/ink1335.xml"/><Relationship Id="rId377" Type="http://schemas.openxmlformats.org/officeDocument/2006/relationships/image" Target="NULL"/><Relationship Id="rId500" Type="http://schemas.openxmlformats.org/officeDocument/2006/relationships/customXml" Target="../ink/ink1548.xml"/><Relationship Id="rId584" Type="http://schemas.openxmlformats.org/officeDocument/2006/relationships/customXml" Target="../ink/ink1590.xml"/><Relationship Id="rId5" Type="http://schemas.openxmlformats.org/officeDocument/2006/relationships/image" Target="NULL"/><Relationship Id="rId237" Type="http://schemas.openxmlformats.org/officeDocument/2006/relationships/image" Target="NULL"/><Relationship Id="rId444" Type="http://schemas.openxmlformats.org/officeDocument/2006/relationships/customXml" Target="../ink/ink1520.xml"/><Relationship Id="rId651" Type="http://schemas.openxmlformats.org/officeDocument/2006/relationships/image" Target="NULL"/><Relationship Id="rId749" Type="http://schemas.openxmlformats.org/officeDocument/2006/relationships/image" Target="NULL"/><Relationship Id="rId290" Type="http://schemas.openxmlformats.org/officeDocument/2006/relationships/customXml" Target="../ink/ink1443.xml"/><Relationship Id="rId304" Type="http://schemas.openxmlformats.org/officeDocument/2006/relationships/customXml" Target="../ink/ink1450.xml"/><Relationship Id="rId388" Type="http://schemas.openxmlformats.org/officeDocument/2006/relationships/customXml" Target="../ink/ink1492.xml"/><Relationship Id="rId511" Type="http://schemas.openxmlformats.org/officeDocument/2006/relationships/image" Target="NULL"/><Relationship Id="rId609" Type="http://schemas.openxmlformats.org/officeDocument/2006/relationships/image" Target="NULL"/><Relationship Id="rId85" Type="http://schemas.openxmlformats.org/officeDocument/2006/relationships/image" Target="NULL"/><Relationship Id="rId150" Type="http://schemas.openxmlformats.org/officeDocument/2006/relationships/customXml" Target="../ink/ink1373.xml"/><Relationship Id="rId595" Type="http://schemas.openxmlformats.org/officeDocument/2006/relationships/image" Target="NULL"/><Relationship Id="rId248" Type="http://schemas.openxmlformats.org/officeDocument/2006/relationships/customXml" Target="../ink/ink1422.xml"/><Relationship Id="rId455" Type="http://schemas.openxmlformats.org/officeDocument/2006/relationships/image" Target="NULL"/><Relationship Id="rId662" Type="http://schemas.openxmlformats.org/officeDocument/2006/relationships/customXml" Target="../ink/ink1629.xml"/><Relationship Id="rId12" Type="http://schemas.openxmlformats.org/officeDocument/2006/relationships/customXml" Target="../ink/ink1304.xml"/><Relationship Id="rId108" Type="http://schemas.openxmlformats.org/officeDocument/2006/relationships/customXml" Target="../ink/ink1352.xml"/><Relationship Id="rId315" Type="http://schemas.openxmlformats.org/officeDocument/2006/relationships/image" Target="NULL"/><Relationship Id="rId522" Type="http://schemas.openxmlformats.org/officeDocument/2006/relationships/customXml" Target="../ink/ink1559.xml"/><Relationship Id="rId96" Type="http://schemas.openxmlformats.org/officeDocument/2006/relationships/customXml" Target="../ink/ink1346.xml"/><Relationship Id="rId161" Type="http://schemas.openxmlformats.org/officeDocument/2006/relationships/image" Target="NULL"/><Relationship Id="rId399" Type="http://schemas.openxmlformats.org/officeDocument/2006/relationships/image" Target="NULL"/><Relationship Id="rId259" Type="http://schemas.openxmlformats.org/officeDocument/2006/relationships/image" Target="NULL"/><Relationship Id="rId466" Type="http://schemas.openxmlformats.org/officeDocument/2006/relationships/customXml" Target="../ink/ink1531.xml"/><Relationship Id="rId673" Type="http://schemas.openxmlformats.org/officeDocument/2006/relationships/image" Target="NULL"/><Relationship Id="rId23" Type="http://schemas.openxmlformats.org/officeDocument/2006/relationships/image" Target="NULL"/><Relationship Id="rId119" Type="http://schemas.openxmlformats.org/officeDocument/2006/relationships/image" Target="NULL"/><Relationship Id="rId326" Type="http://schemas.openxmlformats.org/officeDocument/2006/relationships/customXml" Target="../ink/ink1461.xml"/><Relationship Id="rId533" Type="http://schemas.openxmlformats.org/officeDocument/2006/relationships/image" Target="NULL"/><Relationship Id="rId740" Type="http://schemas.openxmlformats.org/officeDocument/2006/relationships/customXml" Target="../ink/ink1668.xml"/><Relationship Id="rId172" Type="http://schemas.openxmlformats.org/officeDocument/2006/relationships/customXml" Target="../ink/ink1384.xml"/><Relationship Id="rId477" Type="http://schemas.openxmlformats.org/officeDocument/2006/relationships/image" Target="NULL"/><Relationship Id="rId600" Type="http://schemas.openxmlformats.org/officeDocument/2006/relationships/customXml" Target="../ink/ink1598.xml"/><Relationship Id="rId684" Type="http://schemas.openxmlformats.org/officeDocument/2006/relationships/customXml" Target="../ink/ink1640.xml"/><Relationship Id="rId337" Type="http://schemas.openxmlformats.org/officeDocument/2006/relationships/image" Target="NULL"/><Relationship Id="rId34" Type="http://schemas.openxmlformats.org/officeDocument/2006/relationships/customXml" Target="../ink/ink1315.xml"/><Relationship Id="rId544" Type="http://schemas.openxmlformats.org/officeDocument/2006/relationships/customXml" Target="../ink/ink1570.xml"/><Relationship Id="rId751" Type="http://schemas.openxmlformats.org/officeDocument/2006/relationships/image" Target="NULL"/><Relationship Id="rId183" Type="http://schemas.openxmlformats.org/officeDocument/2006/relationships/image" Target="NULL"/><Relationship Id="rId390" Type="http://schemas.openxmlformats.org/officeDocument/2006/relationships/customXml" Target="../ink/ink1493.xml"/><Relationship Id="rId404" Type="http://schemas.openxmlformats.org/officeDocument/2006/relationships/customXml" Target="../ink/ink1500.xml"/><Relationship Id="rId611" Type="http://schemas.openxmlformats.org/officeDocument/2006/relationships/image" Target="NULL"/><Relationship Id="rId250" Type="http://schemas.openxmlformats.org/officeDocument/2006/relationships/customXml" Target="../ink/ink1423.xml"/><Relationship Id="rId488" Type="http://schemas.openxmlformats.org/officeDocument/2006/relationships/customXml" Target="../ink/ink1542.xml"/><Relationship Id="rId695" Type="http://schemas.openxmlformats.org/officeDocument/2006/relationships/image" Target="NULL"/><Relationship Id="rId709" Type="http://schemas.openxmlformats.org/officeDocument/2006/relationships/image" Target="NULL"/><Relationship Id="rId45" Type="http://schemas.openxmlformats.org/officeDocument/2006/relationships/image" Target="NULL"/><Relationship Id="rId110" Type="http://schemas.openxmlformats.org/officeDocument/2006/relationships/customXml" Target="../ink/ink1353.xml"/><Relationship Id="rId348" Type="http://schemas.openxmlformats.org/officeDocument/2006/relationships/customXml" Target="../ink/ink1472.xml"/><Relationship Id="rId555" Type="http://schemas.openxmlformats.org/officeDocument/2006/relationships/image" Target="NULL"/><Relationship Id="rId762" Type="http://schemas.openxmlformats.org/officeDocument/2006/relationships/customXml" Target="../ink/ink1679.xml"/><Relationship Id="rId194" Type="http://schemas.openxmlformats.org/officeDocument/2006/relationships/customXml" Target="../ink/ink1395.xml"/><Relationship Id="rId208" Type="http://schemas.openxmlformats.org/officeDocument/2006/relationships/customXml" Target="../ink/ink1402.xml"/><Relationship Id="rId415" Type="http://schemas.openxmlformats.org/officeDocument/2006/relationships/image" Target="NULL"/><Relationship Id="rId622" Type="http://schemas.openxmlformats.org/officeDocument/2006/relationships/customXml" Target="../ink/ink1609.xml"/><Relationship Id="rId261" Type="http://schemas.openxmlformats.org/officeDocument/2006/relationships/image" Target="NULL"/><Relationship Id="rId499" Type="http://schemas.openxmlformats.org/officeDocument/2006/relationships/image" Target="NULL"/><Relationship Id="rId56" Type="http://schemas.openxmlformats.org/officeDocument/2006/relationships/customXml" Target="../ink/ink1326.xml"/><Relationship Id="rId359" Type="http://schemas.openxmlformats.org/officeDocument/2006/relationships/image" Target="NULL"/><Relationship Id="rId566" Type="http://schemas.openxmlformats.org/officeDocument/2006/relationships/customXml" Target="../ink/ink1581.xml"/><Relationship Id="rId773" Type="http://schemas.openxmlformats.org/officeDocument/2006/relationships/image" Target="NULL"/><Relationship Id="rId121" Type="http://schemas.openxmlformats.org/officeDocument/2006/relationships/image" Target="NULL"/><Relationship Id="rId219" Type="http://schemas.openxmlformats.org/officeDocument/2006/relationships/image" Target="NULL"/><Relationship Id="rId426" Type="http://schemas.openxmlformats.org/officeDocument/2006/relationships/customXml" Target="../ink/ink1511.xml"/><Relationship Id="rId633" Type="http://schemas.openxmlformats.org/officeDocument/2006/relationships/image" Target="NULL"/><Relationship Id="rId67" Type="http://schemas.openxmlformats.org/officeDocument/2006/relationships/image" Target="NULL"/><Relationship Id="rId272" Type="http://schemas.openxmlformats.org/officeDocument/2006/relationships/customXml" Target="../ink/ink1434.xml"/><Relationship Id="rId577" Type="http://schemas.openxmlformats.org/officeDocument/2006/relationships/image" Target="NULL"/><Relationship Id="rId700" Type="http://schemas.openxmlformats.org/officeDocument/2006/relationships/customXml" Target="../ink/ink1648.xml"/><Relationship Id="rId132" Type="http://schemas.openxmlformats.org/officeDocument/2006/relationships/customXml" Target="../ink/ink1364.xml"/><Relationship Id="rId437" Type="http://schemas.openxmlformats.org/officeDocument/2006/relationships/image" Target="NULL"/><Relationship Id="rId644" Type="http://schemas.openxmlformats.org/officeDocument/2006/relationships/customXml" Target="../ink/ink1620.xml"/><Relationship Id="rId283" Type="http://schemas.openxmlformats.org/officeDocument/2006/relationships/image" Target="NULL"/><Relationship Id="rId490" Type="http://schemas.openxmlformats.org/officeDocument/2006/relationships/customXml" Target="../ink/ink1543.xml"/><Relationship Id="rId504" Type="http://schemas.openxmlformats.org/officeDocument/2006/relationships/customXml" Target="../ink/ink1550.xml"/><Relationship Id="rId711" Type="http://schemas.openxmlformats.org/officeDocument/2006/relationships/image" Target="NULL"/><Relationship Id="rId78" Type="http://schemas.openxmlformats.org/officeDocument/2006/relationships/customXml" Target="../ink/ink1337.xml"/><Relationship Id="rId143" Type="http://schemas.openxmlformats.org/officeDocument/2006/relationships/image" Target="NULL"/><Relationship Id="rId350" Type="http://schemas.openxmlformats.org/officeDocument/2006/relationships/customXml" Target="../ink/ink1473.xml"/><Relationship Id="rId588" Type="http://schemas.openxmlformats.org/officeDocument/2006/relationships/customXml" Target="../ink/ink1592.xml"/><Relationship Id="rId9" Type="http://schemas.openxmlformats.org/officeDocument/2006/relationships/image" Target="NULL"/><Relationship Id="rId210" Type="http://schemas.openxmlformats.org/officeDocument/2006/relationships/customXml" Target="../ink/ink1403.xml"/><Relationship Id="rId448" Type="http://schemas.openxmlformats.org/officeDocument/2006/relationships/customXml" Target="../ink/ink1522.xml"/><Relationship Id="rId655" Type="http://schemas.openxmlformats.org/officeDocument/2006/relationships/image" Target="NULL"/><Relationship Id="rId294" Type="http://schemas.openxmlformats.org/officeDocument/2006/relationships/customXml" Target="../ink/ink1445.xml"/><Relationship Id="rId308" Type="http://schemas.openxmlformats.org/officeDocument/2006/relationships/customXml" Target="../ink/ink1452.xml"/><Relationship Id="rId515" Type="http://schemas.openxmlformats.org/officeDocument/2006/relationships/image" Target="NULL"/><Relationship Id="rId722" Type="http://schemas.openxmlformats.org/officeDocument/2006/relationships/customXml" Target="../ink/ink1659.xml"/><Relationship Id="rId89" Type="http://schemas.openxmlformats.org/officeDocument/2006/relationships/image" Target="NULL"/><Relationship Id="rId154" Type="http://schemas.openxmlformats.org/officeDocument/2006/relationships/customXml" Target="../ink/ink1375.xml"/><Relationship Id="rId361" Type="http://schemas.openxmlformats.org/officeDocument/2006/relationships/image" Target="NULL"/><Relationship Id="rId599" Type="http://schemas.openxmlformats.org/officeDocument/2006/relationships/image" Target="NULL"/><Relationship Id="rId459" Type="http://schemas.openxmlformats.org/officeDocument/2006/relationships/image" Target="NULL"/><Relationship Id="rId666" Type="http://schemas.openxmlformats.org/officeDocument/2006/relationships/customXml" Target="../ink/ink1631.xml"/><Relationship Id="rId16" Type="http://schemas.openxmlformats.org/officeDocument/2006/relationships/customXml" Target="../ink/ink1306.xml"/><Relationship Id="rId221" Type="http://schemas.openxmlformats.org/officeDocument/2006/relationships/image" Target="NULL"/><Relationship Id="rId319" Type="http://schemas.openxmlformats.org/officeDocument/2006/relationships/image" Target="NULL"/><Relationship Id="rId526" Type="http://schemas.openxmlformats.org/officeDocument/2006/relationships/customXml" Target="../ink/ink1561.xml"/><Relationship Id="rId733" Type="http://schemas.openxmlformats.org/officeDocument/2006/relationships/image" Target="NULL"/><Relationship Id="rId165" Type="http://schemas.openxmlformats.org/officeDocument/2006/relationships/image" Target="NULL"/><Relationship Id="rId372" Type="http://schemas.openxmlformats.org/officeDocument/2006/relationships/customXml" Target="../ink/ink1484.xml"/><Relationship Id="rId677" Type="http://schemas.openxmlformats.org/officeDocument/2006/relationships/image" Target="NULL"/><Relationship Id="rId232" Type="http://schemas.openxmlformats.org/officeDocument/2006/relationships/customXml" Target="../ink/ink1414.xml"/><Relationship Id="rId27" Type="http://schemas.openxmlformats.org/officeDocument/2006/relationships/image" Target="NULL"/><Relationship Id="rId537" Type="http://schemas.openxmlformats.org/officeDocument/2006/relationships/image" Target="NULL"/><Relationship Id="rId744" Type="http://schemas.openxmlformats.org/officeDocument/2006/relationships/customXml" Target="../ink/ink1670.xml"/><Relationship Id="rId80" Type="http://schemas.openxmlformats.org/officeDocument/2006/relationships/customXml" Target="../ink/ink1338.xml"/><Relationship Id="rId176" Type="http://schemas.openxmlformats.org/officeDocument/2006/relationships/customXml" Target="../ink/ink1386.xml"/><Relationship Id="rId383" Type="http://schemas.openxmlformats.org/officeDocument/2006/relationships/image" Target="NULL"/><Relationship Id="rId590" Type="http://schemas.openxmlformats.org/officeDocument/2006/relationships/customXml" Target="../ink/ink1593.xml"/><Relationship Id="rId604" Type="http://schemas.openxmlformats.org/officeDocument/2006/relationships/customXml" Target="../ink/ink1600.xml"/><Relationship Id="rId243" Type="http://schemas.openxmlformats.org/officeDocument/2006/relationships/image" Target="NULL"/><Relationship Id="rId450" Type="http://schemas.openxmlformats.org/officeDocument/2006/relationships/customXml" Target="../ink/ink1523.xml"/><Relationship Id="rId688" Type="http://schemas.openxmlformats.org/officeDocument/2006/relationships/customXml" Target="../ink/ink1642.xml"/><Relationship Id="rId38" Type="http://schemas.openxmlformats.org/officeDocument/2006/relationships/customXml" Target="../ink/ink1317.xml"/><Relationship Id="rId103" Type="http://schemas.openxmlformats.org/officeDocument/2006/relationships/image" Target="NULL"/><Relationship Id="rId310" Type="http://schemas.openxmlformats.org/officeDocument/2006/relationships/customXml" Target="../ink/ink1453.xml"/><Relationship Id="rId548" Type="http://schemas.openxmlformats.org/officeDocument/2006/relationships/customXml" Target="../ink/ink1572.xml"/><Relationship Id="rId755" Type="http://schemas.openxmlformats.org/officeDocument/2006/relationships/image" Target="NULL"/><Relationship Id="rId91" Type="http://schemas.openxmlformats.org/officeDocument/2006/relationships/image" Target="NULL"/><Relationship Id="rId187" Type="http://schemas.openxmlformats.org/officeDocument/2006/relationships/image" Target="NULL"/><Relationship Id="rId394" Type="http://schemas.openxmlformats.org/officeDocument/2006/relationships/customXml" Target="../ink/ink1495.xml"/><Relationship Id="rId408" Type="http://schemas.openxmlformats.org/officeDocument/2006/relationships/customXml" Target="../ink/ink1502.xml"/><Relationship Id="rId615" Type="http://schemas.openxmlformats.org/officeDocument/2006/relationships/image" Target="NULL"/><Relationship Id="rId254" Type="http://schemas.openxmlformats.org/officeDocument/2006/relationships/customXml" Target="../ink/ink1425.xml"/><Relationship Id="rId699" Type="http://schemas.openxmlformats.org/officeDocument/2006/relationships/image" Target="NULL"/><Relationship Id="rId49" Type="http://schemas.openxmlformats.org/officeDocument/2006/relationships/image" Target="NULL"/><Relationship Id="rId114" Type="http://schemas.openxmlformats.org/officeDocument/2006/relationships/customXml" Target="../ink/ink1355.xml"/><Relationship Id="rId461" Type="http://schemas.openxmlformats.org/officeDocument/2006/relationships/image" Target="NULL"/><Relationship Id="rId559" Type="http://schemas.openxmlformats.org/officeDocument/2006/relationships/image" Target="NULL"/><Relationship Id="rId766" Type="http://schemas.openxmlformats.org/officeDocument/2006/relationships/customXml" Target="../ink/ink1681.xml"/><Relationship Id="rId198" Type="http://schemas.openxmlformats.org/officeDocument/2006/relationships/customXml" Target="../ink/ink1397.xml"/><Relationship Id="rId321" Type="http://schemas.openxmlformats.org/officeDocument/2006/relationships/image" Target="NULL"/><Relationship Id="rId419" Type="http://schemas.openxmlformats.org/officeDocument/2006/relationships/image" Target="NULL"/><Relationship Id="rId626" Type="http://schemas.openxmlformats.org/officeDocument/2006/relationships/customXml" Target="../ink/ink1611.xml"/><Relationship Id="rId265" Type="http://schemas.openxmlformats.org/officeDocument/2006/relationships/image" Target="NULL"/><Relationship Id="rId472" Type="http://schemas.openxmlformats.org/officeDocument/2006/relationships/customXml" Target="../ink/ink1534.xml"/><Relationship Id="rId125" Type="http://schemas.openxmlformats.org/officeDocument/2006/relationships/image" Target="NULL"/><Relationship Id="rId332" Type="http://schemas.openxmlformats.org/officeDocument/2006/relationships/customXml" Target="../ink/ink1464.xml"/><Relationship Id="rId637" Type="http://schemas.openxmlformats.org/officeDocument/2006/relationships/image" Target="NULL"/><Relationship Id="rId276" Type="http://schemas.openxmlformats.org/officeDocument/2006/relationships/customXml" Target="../ink/ink1436.xml"/><Relationship Id="rId483" Type="http://schemas.openxmlformats.org/officeDocument/2006/relationships/image" Target="NULL"/><Relationship Id="rId690" Type="http://schemas.openxmlformats.org/officeDocument/2006/relationships/customXml" Target="../ink/ink1643.xml"/><Relationship Id="rId704" Type="http://schemas.openxmlformats.org/officeDocument/2006/relationships/customXml" Target="../ink/ink1650.xml"/><Relationship Id="rId40" Type="http://schemas.openxmlformats.org/officeDocument/2006/relationships/customXml" Target="../ink/ink1318.xml"/><Relationship Id="rId136" Type="http://schemas.openxmlformats.org/officeDocument/2006/relationships/customXml" Target="../ink/ink1366.xml"/><Relationship Id="rId343" Type="http://schemas.openxmlformats.org/officeDocument/2006/relationships/image" Target="NULL"/><Relationship Id="rId550" Type="http://schemas.openxmlformats.org/officeDocument/2006/relationships/customXml" Target="../ink/ink1573.xml"/><Relationship Id="rId203" Type="http://schemas.openxmlformats.org/officeDocument/2006/relationships/image" Target="NULL"/><Relationship Id="rId648" Type="http://schemas.openxmlformats.org/officeDocument/2006/relationships/customXml" Target="../ink/ink1622.xml"/><Relationship Id="rId287" Type="http://schemas.openxmlformats.org/officeDocument/2006/relationships/image" Target="NULL"/><Relationship Id="rId410" Type="http://schemas.openxmlformats.org/officeDocument/2006/relationships/customXml" Target="../ink/ink1503.xml"/><Relationship Id="rId494" Type="http://schemas.openxmlformats.org/officeDocument/2006/relationships/customXml" Target="../ink/ink1545.xml"/><Relationship Id="rId508" Type="http://schemas.openxmlformats.org/officeDocument/2006/relationships/customXml" Target="../ink/ink1552.xml"/><Relationship Id="rId715" Type="http://schemas.openxmlformats.org/officeDocument/2006/relationships/image" Target="NULL"/><Relationship Id="rId147" Type="http://schemas.openxmlformats.org/officeDocument/2006/relationships/image" Target="NULL"/><Relationship Id="rId354" Type="http://schemas.openxmlformats.org/officeDocument/2006/relationships/customXml" Target="../ink/ink1475.xml"/><Relationship Id="rId51" Type="http://schemas.openxmlformats.org/officeDocument/2006/relationships/image" Target="NULL"/><Relationship Id="rId561" Type="http://schemas.openxmlformats.org/officeDocument/2006/relationships/image" Target="NULL"/><Relationship Id="rId659" Type="http://schemas.openxmlformats.org/officeDocument/2006/relationships/image" Target="NULL"/><Relationship Id="rId214" Type="http://schemas.openxmlformats.org/officeDocument/2006/relationships/customXml" Target="../ink/ink1405.xml"/><Relationship Id="rId298" Type="http://schemas.openxmlformats.org/officeDocument/2006/relationships/customXml" Target="../ink/ink1447.xml"/><Relationship Id="rId421" Type="http://schemas.openxmlformats.org/officeDocument/2006/relationships/image" Target="NULL"/><Relationship Id="rId519" Type="http://schemas.openxmlformats.org/officeDocument/2006/relationships/image" Target="NULL"/><Relationship Id="rId158" Type="http://schemas.openxmlformats.org/officeDocument/2006/relationships/customXml" Target="../ink/ink1377.xml"/><Relationship Id="rId726" Type="http://schemas.openxmlformats.org/officeDocument/2006/relationships/customXml" Target="../ink/ink1661.xml"/><Relationship Id="rId62" Type="http://schemas.openxmlformats.org/officeDocument/2006/relationships/customXml" Target="../ink/ink1329.xml"/><Relationship Id="rId365" Type="http://schemas.openxmlformats.org/officeDocument/2006/relationships/image" Target="NULL"/><Relationship Id="rId572" Type="http://schemas.openxmlformats.org/officeDocument/2006/relationships/customXml" Target="../ink/ink1584.xml"/><Relationship Id="rId225" Type="http://schemas.openxmlformats.org/officeDocument/2006/relationships/image" Target="NULL"/><Relationship Id="rId432" Type="http://schemas.openxmlformats.org/officeDocument/2006/relationships/customXml" Target="../ink/ink1514.xml"/><Relationship Id="rId737" Type="http://schemas.openxmlformats.org/officeDocument/2006/relationships/image" Target="NULL"/><Relationship Id="rId73" Type="http://schemas.openxmlformats.org/officeDocument/2006/relationships/image" Target="NULL"/><Relationship Id="rId169" Type="http://schemas.openxmlformats.org/officeDocument/2006/relationships/image" Target="NULL"/><Relationship Id="rId376" Type="http://schemas.openxmlformats.org/officeDocument/2006/relationships/customXml" Target="../ink/ink1486.xml"/><Relationship Id="rId583" Type="http://schemas.openxmlformats.org/officeDocument/2006/relationships/image" Target="NULL"/><Relationship Id="rId4" Type="http://schemas.openxmlformats.org/officeDocument/2006/relationships/customXml" Target="../ink/ink1300.xml"/><Relationship Id="rId236" Type="http://schemas.openxmlformats.org/officeDocument/2006/relationships/customXml" Target="../ink/ink1416.xml"/><Relationship Id="rId443" Type="http://schemas.openxmlformats.org/officeDocument/2006/relationships/image" Target="NULL"/><Relationship Id="rId650" Type="http://schemas.openxmlformats.org/officeDocument/2006/relationships/customXml" Target="../ink/ink1623.xml"/><Relationship Id="rId303" Type="http://schemas.openxmlformats.org/officeDocument/2006/relationships/image" Target="NULL"/><Relationship Id="rId748" Type="http://schemas.openxmlformats.org/officeDocument/2006/relationships/customXml" Target="../ink/ink1672.xml"/><Relationship Id="rId84" Type="http://schemas.openxmlformats.org/officeDocument/2006/relationships/customXml" Target="../ink/ink1340.xml"/><Relationship Id="rId387" Type="http://schemas.openxmlformats.org/officeDocument/2006/relationships/image" Target="NULL"/><Relationship Id="rId510" Type="http://schemas.openxmlformats.org/officeDocument/2006/relationships/customXml" Target="../ink/ink1553.xml"/><Relationship Id="rId594" Type="http://schemas.openxmlformats.org/officeDocument/2006/relationships/customXml" Target="../ink/ink1595.xml"/><Relationship Id="rId608" Type="http://schemas.openxmlformats.org/officeDocument/2006/relationships/customXml" Target="../ink/ink1602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NULL"/><Relationship Id="rId671" Type="http://schemas.openxmlformats.org/officeDocument/2006/relationships/customXml" Target="../ink/ink2021.xml"/><Relationship Id="rId21" Type="http://schemas.openxmlformats.org/officeDocument/2006/relationships/image" Target="NULL"/><Relationship Id="rId324" Type="http://schemas.openxmlformats.org/officeDocument/2006/relationships/customXml" Target="../ink/ink1847.xml"/><Relationship Id="rId531" Type="http://schemas.openxmlformats.org/officeDocument/2006/relationships/customXml" Target="../ink/ink1951.xml"/><Relationship Id="rId629" Type="http://schemas.openxmlformats.org/officeDocument/2006/relationships/customXml" Target="../ink/ink2000.xml"/><Relationship Id="rId170" Type="http://schemas.openxmlformats.org/officeDocument/2006/relationships/customXml" Target="../ink/ink1770.xml"/><Relationship Id="rId268" Type="http://schemas.openxmlformats.org/officeDocument/2006/relationships/customXml" Target="../ink/ink1819.xml"/><Relationship Id="rId475" Type="http://schemas.openxmlformats.org/officeDocument/2006/relationships/customXml" Target="../ink/ink1923.xml"/><Relationship Id="rId32" Type="http://schemas.openxmlformats.org/officeDocument/2006/relationships/customXml" Target="../ink/ink1701.xml"/><Relationship Id="rId128" Type="http://schemas.openxmlformats.org/officeDocument/2006/relationships/customXml" Target="../ink/ink1749.xml"/><Relationship Id="rId335" Type="http://schemas.openxmlformats.org/officeDocument/2006/relationships/customXml" Target="../ink/ink1853.xml"/><Relationship Id="rId542" Type="http://schemas.openxmlformats.org/officeDocument/2006/relationships/image" Target="NULL"/><Relationship Id="rId181" Type="http://schemas.openxmlformats.org/officeDocument/2006/relationships/image" Target="NULL"/><Relationship Id="rId402" Type="http://schemas.openxmlformats.org/officeDocument/2006/relationships/image" Target="NULL"/><Relationship Id="rId279" Type="http://schemas.openxmlformats.org/officeDocument/2006/relationships/image" Target="NULL"/><Relationship Id="rId486" Type="http://schemas.openxmlformats.org/officeDocument/2006/relationships/image" Target="NULL"/><Relationship Id="rId43" Type="http://schemas.openxmlformats.org/officeDocument/2006/relationships/image" Target="NULL"/><Relationship Id="rId139" Type="http://schemas.openxmlformats.org/officeDocument/2006/relationships/image" Target="NULL"/><Relationship Id="rId346" Type="http://schemas.openxmlformats.org/officeDocument/2006/relationships/image" Target="NULL"/><Relationship Id="rId553" Type="http://schemas.openxmlformats.org/officeDocument/2006/relationships/customXml" Target="../ink/ink1962.xml"/><Relationship Id="rId192" Type="http://schemas.openxmlformats.org/officeDocument/2006/relationships/customXml" Target="../ink/ink1781.xml"/><Relationship Id="rId206" Type="http://schemas.openxmlformats.org/officeDocument/2006/relationships/customXml" Target="../ink/ink1788.xml"/><Relationship Id="rId413" Type="http://schemas.openxmlformats.org/officeDocument/2006/relationships/customXml" Target="../ink/ink1892.xml"/><Relationship Id="rId497" Type="http://schemas.openxmlformats.org/officeDocument/2006/relationships/customXml" Target="../ink/ink1934.xml"/><Relationship Id="rId620" Type="http://schemas.openxmlformats.org/officeDocument/2006/relationships/image" Target="NULL"/><Relationship Id="rId357" Type="http://schemas.openxmlformats.org/officeDocument/2006/relationships/customXml" Target="../ink/ink1864.xml"/><Relationship Id="rId54" Type="http://schemas.openxmlformats.org/officeDocument/2006/relationships/customXml" Target="../ink/ink1712.xml"/><Relationship Id="rId217" Type="http://schemas.openxmlformats.org/officeDocument/2006/relationships/image" Target="NULL"/><Relationship Id="rId564" Type="http://schemas.openxmlformats.org/officeDocument/2006/relationships/image" Target="NULL"/><Relationship Id="rId424" Type="http://schemas.openxmlformats.org/officeDocument/2006/relationships/image" Target="NULL"/><Relationship Id="rId631" Type="http://schemas.openxmlformats.org/officeDocument/2006/relationships/customXml" Target="../ink/ink2001.xml"/><Relationship Id="rId270" Type="http://schemas.openxmlformats.org/officeDocument/2006/relationships/customXml" Target="../ink/ink1820.xml"/><Relationship Id="rId65" Type="http://schemas.openxmlformats.org/officeDocument/2006/relationships/image" Target="NULL"/><Relationship Id="rId130" Type="http://schemas.openxmlformats.org/officeDocument/2006/relationships/customXml" Target="../ink/ink1750.xml"/><Relationship Id="rId368" Type="http://schemas.openxmlformats.org/officeDocument/2006/relationships/image" Target="NULL"/><Relationship Id="rId575" Type="http://schemas.openxmlformats.org/officeDocument/2006/relationships/customXml" Target="../ink/ink1973.xml"/><Relationship Id="rId228" Type="http://schemas.openxmlformats.org/officeDocument/2006/relationships/customXml" Target="../ink/ink1799.xml"/><Relationship Id="rId435" Type="http://schemas.openxmlformats.org/officeDocument/2006/relationships/customXml" Target="../ink/ink1903.xml"/><Relationship Id="rId642" Type="http://schemas.openxmlformats.org/officeDocument/2006/relationships/image" Target="NULL"/><Relationship Id="rId281" Type="http://schemas.openxmlformats.org/officeDocument/2006/relationships/image" Target="NULL"/><Relationship Id="rId502" Type="http://schemas.openxmlformats.org/officeDocument/2006/relationships/image" Target="NULL"/><Relationship Id="rId76" Type="http://schemas.openxmlformats.org/officeDocument/2006/relationships/customXml" Target="../ink/ink1723.xml"/><Relationship Id="rId141" Type="http://schemas.openxmlformats.org/officeDocument/2006/relationships/image" Target="NULL"/><Relationship Id="rId379" Type="http://schemas.openxmlformats.org/officeDocument/2006/relationships/customXml" Target="../ink/ink1875.xml"/><Relationship Id="rId586" Type="http://schemas.openxmlformats.org/officeDocument/2006/relationships/image" Target="NULL"/><Relationship Id="rId7" Type="http://schemas.openxmlformats.org/officeDocument/2006/relationships/image" Target="NULL"/><Relationship Id="rId239" Type="http://schemas.openxmlformats.org/officeDocument/2006/relationships/image" Target="NULL"/><Relationship Id="rId446" Type="http://schemas.openxmlformats.org/officeDocument/2006/relationships/image" Target="NULL"/><Relationship Id="rId653" Type="http://schemas.openxmlformats.org/officeDocument/2006/relationships/customXml" Target="../ink/ink2012.xml"/><Relationship Id="rId292" Type="http://schemas.openxmlformats.org/officeDocument/2006/relationships/customXml" Target="../ink/ink1831.xml"/><Relationship Id="rId306" Type="http://schemas.openxmlformats.org/officeDocument/2006/relationships/customXml" Target="../ink/ink1838.xml"/><Relationship Id="rId87" Type="http://schemas.openxmlformats.org/officeDocument/2006/relationships/image" Target="NULL"/><Relationship Id="rId513" Type="http://schemas.openxmlformats.org/officeDocument/2006/relationships/customXml" Target="../ink/ink1942.xml"/><Relationship Id="rId597" Type="http://schemas.openxmlformats.org/officeDocument/2006/relationships/customXml" Target="../ink/ink1984.xml"/><Relationship Id="rId152" Type="http://schemas.openxmlformats.org/officeDocument/2006/relationships/customXml" Target="../ink/ink1761.xml"/><Relationship Id="rId457" Type="http://schemas.openxmlformats.org/officeDocument/2006/relationships/customXml" Target="../ink/ink1914.xml"/><Relationship Id="rId664" Type="http://schemas.openxmlformats.org/officeDocument/2006/relationships/image" Target="NULL"/><Relationship Id="rId14" Type="http://schemas.openxmlformats.org/officeDocument/2006/relationships/customXml" Target="../ink/ink1692.xml"/><Relationship Id="rId317" Type="http://schemas.openxmlformats.org/officeDocument/2006/relationships/image" Target="NULL"/><Relationship Id="rId524" Type="http://schemas.openxmlformats.org/officeDocument/2006/relationships/image" Target="NULL"/><Relationship Id="rId98" Type="http://schemas.openxmlformats.org/officeDocument/2006/relationships/customXml" Target="../ink/ink1734.xml"/><Relationship Id="rId163" Type="http://schemas.openxmlformats.org/officeDocument/2006/relationships/image" Target="NULL"/><Relationship Id="rId370" Type="http://schemas.openxmlformats.org/officeDocument/2006/relationships/image" Target="NULL"/><Relationship Id="rId230" Type="http://schemas.openxmlformats.org/officeDocument/2006/relationships/customXml" Target="../ink/ink1800.xml"/><Relationship Id="rId468" Type="http://schemas.openxmlformats.org/officeDocument/2006/relationships/image" Target="NULL"/><Relationship Id="rId675" Type="http://schemas.openxmlformats.org/officeDocument/2006/relationships/customXml" Target="../ink/ink2023.xml"/><Relationship Id="rId25" Type="http://schemas.openxmlformats.org/officeDocument/2006/relationships/image" Target="NULL"/><Relationship Id="rId328" Type="http://schemas.openxmlformats.org/officeDocument/2006/relationships/customXml" Target="../ink/ink1849.xml"/><Relationship Id="rId535" Type="http://schemas.openxmlformats.org/officeDocument/2006/relationships/customXml" Target="../ink/ink1953.xml"/><Relationship Id="rId174" Type="http://schemas.openxmlformats.org/officeDocument/2006/relationships/customXml" Target="../ink/ink1772.xml"/><Relationship Id="rId381" Type="http://schemas.openxmlformats.org/officeDocument/2006/relationships/customXml" Target="../ink/ink1876.xml"/><Relationship Id="rId602" Type="http://schemas.openxmlformats.org/officeDocument/2006/relationships/image" Target="NULL"/><Relationship Id="rId241" Type="http://schemas.openxmlformats.org/officeDocument/2006/relationships/image" Target="NULL"/><Relationship Id="rId479" Type="http://schemas.openxmlformats.org/officeDocument/2006/relationships/customXml" Target="../ink/ink1925.xml"/><Relationship Id="rId36" Type="http://schemas.openxmlformats.org/officeDocument/2006/relationships/customXml" Target="../ink/ink1703.xml"/><Relationship Id="rId339" Type="http://schemas.openxmlformats.org/officeDocument/2006/relationships/customXml" Target="../ink/ink1855.xml"/><Relationship Id="rId546" Type="http://schemas.openxmlformats.org/officeDocument/2006/relationships/image" Target="NULL"/><Relationship Id="rId101" Type="http://schemas.openxmlformats.org/officeDocument/2006/relationships/image" Target="NULL"/><Relationship Id="rId185" Type="http://schemas.openxmlformats.org/officeDocument/2006/relationships/image" Target="NULL"/><Relationship Id="rId406" Type="http://schemas.openxmlformats.org/officeDocument/2006/relationships/image" Target="NULL"/><Relationship Id="rId392" Type="http://schemas.openxmlformats.org/officeDocument/2006/relationships/image" Target="NULL"/><Relationship Id="rId613" Type="http://schemas.openxmlformats.org/officeDocument/2006/relationships/customXml" Target="../ink/ink1992.xml"/><Relationship Id="rId252" Type="http://schemas.openxmlformats.org/officeDocument/2006/relationships/customXml" Target="../ink/ink1811.xml"/><Relationship Id="rId47" Type="http://schemas.openxmlformats.org/officeDocument/2006/relationships/image" Target="NULL"/><Relationship Id="rId112" Type="http://schemas.openxmlformats.org/officeDocument/2006/relationships/customXml" Target="../ink/ink1741.xml"/><Relationship Id="rId557" Type="http://schemas.openxmlformats.org/officeDocument/2006/relationships/customXml" Target="../ink/ink1964.xml"/><Relationship Id="rId196" Type="http://schemas.openxmlformats.org/officeDocument/2006/relationships/customXml" Target="../ink/ink1783.xml"/><Relationship Id="rId417" Type="http://schemas.openxmlformats.org/officeDocument/2006/relationships/customXml" Target="../ink/ink1894.xml"/><Relationship Id="rId624" Type="http://schemas.openxmlformats.org/officeDocument/2006/relationships/image" Target="NULL"/><Relationship Id="rId263" Type="http://schemas.openxmlformats.org/officeDocument/2006/relationships/image" Target="NULL"/><Relationship Id="rId470" Type="http://schemas.openxmlformats.org/officeDocument/2006/relationships/image" Target="NULL"/><Relationship Id="rId58" Type="http://schemas.openxmlformats.org/officeDocument/2006/relationships/customXml" Target="../ink/ink1714.xml"/><Relationship Id="rId123" Type="http://schemas.openxmlformats.org/officeDocument/2006/relationships/image" Target="NULL"/><Relationship Id="rId330" Type="http://schemas.openxmlformats.org/officeDocument/2006/relationships/customXml" Target="../ink/ink1850.xml"/><Relationship Id="rId568" Type="http://schemas.openxmlformats.org/officeDocument/2006/relationships/image" Target="NULL"/><Relationship Id="rId428" Type="http://schemas.openxmlformats.org/officeDocument/2006/relationships/image" Target="NULL"/><Relationship Id="rId635" Type="http://schemas.openxmlformats.org/officeDocument/2006/relationships/customXml" Target="../ink/ink2003.xml"/><Relationship Id="rId274" Type="http://schemas.openxmlformats.org/officeDocument/2006/relationships/customXml" Target="../ink/ink1822.xml"/><Relationship Id="rId481" Type="http://schemas.openxmlformats.org/officeDocument/2006/relationships/customXml" Target="../ink/ink1926.xml"/><Relationship Id="rId69" Type="http://schemas.openxmlformats.org/officeDocument/2006/relationships/image" Target="NULL"/><Relationship Id="rId134" Type="http://schemas.openxmlformats.org/officeDocument/2006/relationships/customXml" Target="../ink/ink1752.xml"/><Relationship Id="rId579" Type="http://schemas.openxmlformats.org/officeDocument/2006/relationships/customXml" Target="../ink/ink1975.xml"/><Relationship Id="rId341" Type="http://schemas.openxmlformats.org/officeDocument/2006/relationships/customXml" Target="../ink/ink1856.xml"/><Relationship Id="rId439" Type="http://schemas.openxmlformats.org/officeDocument/2006/relationships/customXml" Target="../ink/ink1905.xml"/><Relationship Id="rId646" Type="http://schemas.openxmlformats.org/officeDocument/2006/relationships/image" Target="NULL"/><Relationship Id="rId201" Type="http://schemas.openxmlformats.org/officeDocument/2006/relationships/image" Target="NULL"/><Relationship Id="rId243" Type="http://schemas.openxmlformats.org/officeDocument/2006/relationships/image" Target="NULL"/><Relationship Id="rId285" Type="http://schemas.openxmlformats.org/officeDocument/2006/relationships/image" Target="NULL"/><Relationship Id="rId450" Type="http://schemas.openxmlformats.org/officeDocument/2006/relationships/image" Target="NULL"/><Relationship Id="rId506" Type="http://schemas.openxmlformats.org/officeDocument/2006/relationships/image" Target="NULL"/><Relationship Id="rId38" Type="http://schemas.openxmlformats.org/officeDocument/2006/relationships/customXml" Target="../ink/ink1704.xml"/><Relationship Id="rId103" Type="http://schemas.openxmlformats.org/officeDocument/2006/relationships/image" Target="NULL"/><Relationship Id="rId310" Type="http://schemas.openxmlformats.org/officeDocument/2006/relationships/customXml" Target="../ink/ink1840.xml"/><Relationship Id="rId492" Type="http://schemas.openxmlformats.org/officeDocument/2006/relationships/image" Target="NULL"/><Relationship Id="rId548" Type="http://schemas.openxmlformats.org/officeDocument/2006/relationships/image" Target="NULL"/><Relationship Id="rId91" Type="http://schemas.openxmlformats.org/officeDocument/2006/relationships/image" Target="NULL"/><Relationship Id="rId145" Type="http://schemas.openxmlformats.org/officeDocument/2006/relationships/image" Target="NULL"/><Relationship Id="rId187" Type="http://schemas.openxmlformats.org/officeDocument/2006/relationships/image" Target="NULL"/><Relationship Id="rId352" Type="http://schemas.openxmlformats.org/officeDocument/2006/relationships/image" Target="NULL"/><Relationship Id="rId394" Type="http://schemas.openxmlformats.org/officeDocument/2006/relationships/image" Target="NULL"/><Relationship Id="rId408" Type="http://schemas.openxmlformats.org/officeDocument/2006/relationships/image" Target="NULL"/><Relationship Id="rId615" Type="http://schemas.openxmlformats.org/officeDocument/2006/relationships/customXml" Target="../ink/ink1993.xml"/><Relationship Id="rId212" Type="http://schemas.openxmlformats.org/officeDocument/2006/relationships/customXml" Target="../ink/ink1791.xml"/><Relationship Id="rId254" Type="http://schemas.openxmlformats.org/officeDocument/2006/relationships/customXml" Target="../ink/ink1812.xml"/><Relationship Id="rId657" Type="http://schemas.openxmlformats.org/officeDocument/2006/relationships/customXml" Target="../ink/ink2014.xml"/><Relationship Id="rId49" Type="http://schemas.openxmlformats.org/officeDocument/2006/relationships/image" Target="NULL"/><Relationship Id="rId114" Type="http://schemas.openxmlformats.org/officeDocument/2006/relationships/customXml" Target="../ink/ink1742.xml"/><Relationship Id="rId296" Type="http://schemas.openxmlformats.org/officeDocument/2006/relationships/customXml" Target="../ink/ink1833.xml"/><Relationship Id="rId461" Type="http://schemas.openxmlformats.org/officeDocument/2006/relationships/customXml" Target="../ink/ink1916.xml"/><Relationship Id="rId517" Type="http://schemas.openxmlformats.org/officeDocument/2006/relationships/customXml" Target="../ink/ink1944.xml"/><Relationship Id="rId559" Type="http://schemas.openxmlformats.org/officeDocument/2006/relationships/customXml" Target="../ink/ink1965.xml"/><Relationship Id="rId60" Type="http://schemas.openxmlformats.org/officeDocument/2006/relationships/customXml" Target="../ink/ink1715.xml"/><Relationship Id="rId156" Type="http://schemas.openxmlformats.org/officeDocument/2006/relationships/customXml" Target="../ink/ink1763.xml"/><Relationship Id="rId198" Type="http://schemas.openxmlformats.org/officeDocument/2006/relationships/customXml" Target="../ink/ink1784.xml"/><Relationship Id="rId321" Type="http://schemas.openxmlformats.org/officeDocument/2006/relationships/image" Target="NULL"/><Relationship Id="rId363" Type="http://schemas.openxmlformats.org/officeDocument/2006/relationships/customXml" Target="../ink/ink1867.xml"/><Relationship Id="rId419" Type="http://schemas.openxmlformats.org/officeDocument/2006/relationships/customXml" Target="../ink/ink1895.xml"/><Relationship Id="rId570" Type="http://schemas.openxmlformats.org/officeDocument/2006/relationships/image" Target="NULL"/><Relationship Id="rId626" Type="http://schemas.openxmlformats.org/officeDocument/2006/relationships/image" Target="NULL"/><Relationship Id="rId223" Type="http://schemas.openxmlformats.org/officeDocument/2006/relationships/image" Target="NULL"/><Relationship Id="rId430" Type="http://schemas.openxmlformats.org/officeDocument/2006/relationships/image" Target="NULL"/><Relationship Id="rId668" Type="http://schemas.openxmlformats.org/officeDocument/2006/relationships/image" Target="NULL"/><Relationship Id="rId18" Type="http://schemas.openxmlformats.org/officeDocument/2006/relationships/customXml" Target="../ink/ink1694.xml"/><Relationship Id="rId265" Type="http://schemas.openxmlformats.org/officeDocument/2006/relationships/image" Target="NULL"/><Relationship Id="rId472" Type="http://schemas.openxmlformats.org/officeDocument/2006/relationships/image" Target="NULL"/><Relationship Id="rId528" Type="http://schemas.openxmlformats.org/officeDocument/2006/relationships/image" Target="NULL"/><Relationship Id="rId125" Type="http://schemas.openxmlformats.org/officeDocument/2006/relationships/image" Target="NULL"/><Relationship Id="rId167" Type="http://schemas.openxmlformats.org/officeDocument/2006/relationships/image" Target="NULL"/><Relationship Id="rId332" Type="http://schemas.openxmlformats.org/officeDocument/2006/relationships/customXml" Target="../ink/ink1851.xml"/><Relationship Id="rId374" Type="http://schemas.openxmlformats.org/officeDocument/2006/relationships/image" Target="NULL"/><Relationship Id="rId581" Type="http://schemas.openxmlformats.org/officeDocument/2006/relationships/customXml" Target="../ink/ink1976.xml"/><Relationship Id="rId71" Type="http://schemas.openxmlformats.org/officeDocument/2006/relationships/image" Target="NULL"/><Relationship Id="rId234" Type="http://schemas.openxmlformats.org/officeDocument/2006/relationships/customXml" Target="../ink/ink1802.xml"/><Relationship Id="rId637" Type="http://schemas.openxmlformats.org/officeDocument/2006/relationships/customXml" Target="../ink/ink2004.xml"/><Relationship Id="rId2" Type="http://schemas.openxmlformats.org/officeDocument/2006/relationships/customXml" Target="../ink/ink1686.xml"/><Relationship Id="rId29" Type="http://schemas.openxmlformats.org/officeDocument/2006/relationships/image" Target="NULL"/><Relationship Id="rId276" Type="http://schemas.openxmlformats.org/officeDocument/2006/relationships/customXml" Target="../ink/ink1823.xml"/><Relationship Id="rId441" Type="http://schemas.openxmlformats.org/officeDocument/2006/relationships/customXml" Target="../ink/ink1906.xml"/><Relationship Id="rId483" Type="http://schemas.openxmlformats.org/officeDocument/2006/relationships/customXml" Target="../ink/ink1927.xml"/><Relationship Id="rId539" Type="http://schemas.openxmlformats.org/officeDocument/2006/relationships/customXml" Target="../ink/ink1955.xml"/><Relationship Id="rId40" Type="http://schemas.openxmlformats.org/officeDocument/2006/relationships/customXml" Target="../ink/ink1705.xml"/><Relationship Id="rId136" Type="http://schemas.openxmlformats.org/officeDocument/2006/relationships/customXml" Target="../ink/ink1753.xml"/><Relationship Id="rId178" Type="http://schemas.openxmlformats.org/officeDocument/2006/relationships/customXml" Target="../ink/ink1774.xml"/><Relationship Id="rId301" Type="http://schemas.openxmlformats.org/officeDocument/2006/relationships/image" Target="NULL"/><Relationship Id="rId343" Type="http://schemas.openxmlformats.org/officeDocument/2006/relationships/customXml" Target="../ink/ink1857.xml"/><Relationship Id="rId550" Type="http://schemas.openxmlformats.org/officeDocument/2006/relationships/image" Target="NULL"/><Relationship Id="rId82" Type="http://schemas.openxmlformats.org/officeDocument/2006/relationships/customXml" Target="../ink/ink1726.xml"/><Relationship Id="rId203" Type="http://schemas.openxmlformats.org/officeDocument/2006/relationships/image" Target="NULL"/><Relationship Id="rId385" Type="http://schemas.openxmlformats.org/officeDocument/2006/relationships/customXml" Target="../ink/ink1878.xml"/><Relationship Id="rId592" Type="http://schemas.openxmlformats.org/officeDocument/2006/relationships/image" Target="NULL"/><Relationship Id="rId606" Type="http://schemas.openxmlformats.org/officeDocument/2006/relationships/image" Target="NULL"/><Relationship Id="rId648" Type="http://schemas.openxmlformats.org/officeDocument/2006/relationships/image" Target="NULL"/><Relationship Id="rId245" Type="http://schemas.openxmlformats.org/officeDocument/2006/relationships/image" Target="NULL"/><Relationship Id="rId287" Type="http://schemas.openxmlformats.org/officeDocument/2006/relationships/image" Target="NULL"/><Relationship Id="rId410" Type="http://schemas.openxmlformats.org/officeDocument/2006/relationships/image" Target="NULL"/><Relationship Id="rId452" Type="http://schemas.openxmlformats.org/officeDocument/2006/relationships/image" Target="NULL"/><Relationship Id="rId494" Type="http://schemas.openxmlformats.org/officeDocument/2006/relationships/image" Target="NULL"/><Relationship Id="rId508" Type="http://schemas.openxmlformats.org/officeDocument/2006/relationships/image" Target="NULL"/><Relationship Id="rId105" Type="http://schemas.openxmlformats.org/officeDocument/2006/relationships/image" Target="NULL"/><Relationship Id="rId147" Type="http://schemas.openxmlformats.org/officeDocument/2006/relationships/image" Target="NULL"/><Relationship Id="rId312" Type="http://schemas.openxmlformats.org/officeDocument/2006/relationships/customXml" Target="../ink/ink1841.xml"/><Relationship Id="rId354" Type="http://schemas.openxmlformats.org/officeDocument/2006/relationships/image" Target="NULL"/><Relationship Id="rId51" Type="http://schemas.openxmlformats.org/officeDocument/2006/relationships/image" Target="NULL"/><Relationship Id="rId93" Type="http://schemas.openxmlformats.org/officeDocument/2006/relationships/image" Target="NULL"/><Relationship Id="rId189" Type="http://schemas.openxmlformats.org/officeDocument/2006/relationships/image" Target="NULL"/><Relationship Id="rId396" Type="http://schemas.openxmlformats.org/officeDocument/2006/relationships/image" Target="NULL"/><Relationship Id="rId561" Type="http://schemas.openxmlformats.org/officeDocument/2006/relationships/customXml" Target="../ink/ink1966.xml"/><Relationship Id="rId617" Type="http://schemas.openxmlformats.org/officeDocument/2006/relationships/customXml" Target="../ink/ink1994.xml"/><Relationship Id="rId659" Type="http://schemas.openxmlformats.org/officeDocument/2006/relationships/customXml" Target="../ink/ink2015.xml"/><Relationship Id="rId214" Type="http://schemas.openxmlformats.org/officeDocument/2006/relationships/customXml" Target="../ink/ink1792.xml"/><Relationship Id="rId256" Type="http://schemas.openxmlformats.org/officeDocument/2006/relationships/customXml" Target="../ink/ink1813.xml"/><Relationship Id="rId298" Type="http://schemas.openxmlformats.org/officeDocument/2006/relationships/customXml" Target="../ink/ink1834.xml"/><Relationship Id="rId421" Type="http://schemas.openxmlformats.org/officeDocument/2006/relationships/customXml" Target="../ink/ink1896.xml"/><Relationship Id="rId463" Type="http://schemas.openxmlformats.org/officeDocument/2006/relationships/customXml" Target="../ink/ink1917.xml"/><Relationship Id="rId519" Type="http://schemas.openxmlformats.org/officeDocument/2006/relationships/customXml" Target="../ink/ink1945.xml"/><Relationship Id="rId670" Type="http://schemas.openxmlformats.org/officeDocument/2006/relationships/image" Target="NULL"/><Relationship Id="rId116" Type="http://schemas.openxmlformats.org/officeDocument/2006/relationships/customXml" Target="../ink/ink1743.xml"/><Relationship Id="rId158" Type="http://schemas.openxmlformats.org/officeDocument/2006/relationships/customXml" Target="../ink/ink1764.xml"/><Relationship Id="rId323" Type="http://schemas.openxmlformats.org/officeDocument/2006/relationships/image" Target="NULL"/><Relationship Id="rId530" Type="http://schemas.openxmlformats.org/officeDocument/2006/relationships/image" Target="NULL"/><Relationship Id="rId20" Type="http://schemas.openxmlformats.org/officeDocument/2006/relationships/customXml" Target="../ink/ink1695.xml"/><Relationship Id="rId62" Type="http://schemas.openxmlformats.org/officeDocument/2006/relationships/customXml" Target="../ink/ink1716.xml"/><Relationship Id="rId365" Type="http://schemas.openxmlformats.org/officeDocument/2006/relationships/customXml" Target="../ink/ink1868.xml"/><Relationship Id="rId572" Type="http://schemas.openxmlformats.org/officeDocument/2006/relationships/image" Target="NULL"/><Relationship Id="rId628" Type="http://schemas.openxmlformats.org/officeDocument/2006/relationships/image" Target="NULL"/><Relationship Id="rId225" Type="http://schemas.openxmlformats.org/officeDocument/2006/relationships/image" Target="NULL"/><Relationship Id="rId267" Type="http://schemas.openxmlformats.org/officeDocument/2006/relationships/image" Target="NULL"/><Relationship Id="rId432" Type="http://schemas.openxmlformats.org/officeDocument/2006/relationships/image" Target="NULL"/><Relationship Id="rId474" Type="http://schemas.openxmlformats.org/officeDocument/2006/relationships/image" Target="NULL"/><Relationship Id="rId127" Type="http://schemas.openxmlformats.org/officeDocument/2006/relationships/image" Target="NULL"/><Relationship Id="rId31" Type="http://schemas.openxmlformats.org/officeDocument/2006/relationships/image" Target="NULL"/><Relationship Id="rId73" Type="http://schemas.openxmlformats.org/officeDocument/2006/relationships/image" Target="NULL"/><Relationship Id="rId169" Type="http://schemas.openxmlformats.org/officeDocument/2006/relationships/image" Target="NULL"/><Relationship Id="rId334" Type="http://schemas.openxmlformats.org/officeDocument/2006/relationships/customXml" Target="../ink/ink1852.xml"/><Relationship Id="rId376" Type="http://schemas.openxmlformats.org/officeDocument/2006/relationships/image" Target="NULL"/><Relationship Id="rId541" Type="http://schemas.openxmlformats.org/officeDocument/2006/relationships/customXml" Target="../ink/ink1956.xml"/><Relationship Id="rId583" Type="http://schemas.openxmlformats.org/officeDocument/2006/relationships/customXml" Target="../ink/ink1977.xml"/><Relationship Id="rId639" Type="http://schemas.openxmlformats.org/officeDocument/2006/relationships/customXml" Target="../ink/ink2005.xml"/><Relationship Id="rId4" Type="http://schemas.openxmlformats.org/officeDocument/2006/relationships/customXml" Target="../ink/ink1687.xml"/><Relationship Id="rId180" Type="http://schemas.openxmlformats.org/officeDocument/2006/relationships/customXml" Target="../ink/ink1775.xml"/><Relationship Id="rId236" Type="http://schemas.openxmlformats.org/officeDocument/2006/relationships/customXml" Target="../ink/ink1803.xml"/><Relationship Id="rId278" Type="http://schemas.openxmlformats.org/officeDocument/2006/relationships/customXml" Target="../ink/ink1824.xml"/><Relationship Id="rId401" Type="http://schemas.openxmlformats.org/officeDocument/2006/relationships/customXml" Target="../ink/ink1886.xml"/><Relationship Id="rId443" Type="http://schemas.openxmlformats.org/officeDocument/2006/relationships/customXml" Target="../ink/ink1907.xml"/><Relationship Id="rId650" Type="http://schemas.openxmlformats.org/officeDocument/2006/relationships/image" Target="NULL"/><Relationship Id="rId303" Type="http://schemas.openxmlformats.org/officeDocument/2006/relationships/image" Target="NULL"/><Relationship Id="rId485" Type="http://schemas.openxmlformats.org/officeDocument/2006/relationships/customXml" Target="../ink/ink1928.xml"/><Relationship Id="rId42" Type="http://schemas.openxmlformats.org/officeDocument/2006/relationships/customXml" Target="../ink/ink1706.xml"/><Relationship Id="rId84" Type="http://schemas.openxmlformats.org/officeDocument/2006/relationships/customXml" Target="../ink/ink1727.xml"/><Relationship Id="rId138" Type="http://schemas.openxmlformats.org/officeDocument/2006/relationships/customXml" Target="../ink/ink1754.xml"/><Relationship Id="rId345" Type="http://schemas.openxmlformats.org/officeDocument/2006/relationships/customXml" Target="../ink/ink1858.xml"/><Relationship Id="rId387" Type="http://schemas.openxmlformats.org/officeDocument/2006/relationships/customXml" Target="../ink/ink1879.xml"/><Relationship Id="rId510" Type="http://schemas.openxmlformats.org/officeDocument/2006/relationships/image" Target="NULL"/><Relationship Id="rId552" Type="http://schemas.openxmlformats.org/officeDocument/2006/relationships/image" Target="NULL"/><Relationship Id="rId594" Type="http://schemas.openxmlformats.org/officeDocument/2006/relationships/image" Target="NULL"/><Relationship Id="rId608" Type="http://schemas.openxmlformats.org/officeDocument/2006/relationships/image" Target="NULL"/><Relationship Id="rId191" Type="http://schemas.openxmlformats.org/officeDocument/2006/relationships/image" Target="NULL"/><Relationship Id="rId205" Type="http://schemas.openxmlformats.org/officeDocument/2006/relationships/image" Target="NULL"/><Relationship Id="rId247" Type="http://schemas.openxmlformats.org/officeDocument/2006/relationships/image" Target="NULL"/><Relationship Id="rId412" Type="http://schemas.openxmlformats.org/officeDocument/2006/relationships/image" Target="NULL"/><Relationship Id="rId107" Type="http://schemas.openxmlformats.org/officeDocument/2006/relationships/image" Target="NULL"/><Relationship Id="rId289" Type="http://schemas.openxmlformats.org/officeDocument/2006/relationships/image" Target="NULL"/><Relationship Id="rId454" Type="http://schemas.openxmlformats.org/officeDocument/2006/relationships/image" Target="NULL"/><Relationship Id="rId496" Type="http://schemas.openxmlformats.org/officeDocument/2006/relationships/image" Target="NULL"/><Relationship Id="rId661" Type="http://schemas.openxmlformats.org/officeDocument/2006/relationships/customXml" Target="../ink/ink2016.xml"/><Relationship Id="rId11" Type="http://schemas.openxmlformats.org/officeDocument/2006/relationships/image" Target="NULL"/><Relationship Id="rId53" Type="http://schemas.openxmlformats.org/officeDocument/2006/relationships/image" Target="NULL"/><Relationship Id="rId149" Type="http://schemas.openxmlformats.org/officeDocument/2006/relationships/image" Target="NULL"/><Relationship Id="rId314" Type="http://schemas.openxmlformats.org/officeDocument/2006/relationships/customXml" Target="../ink/ink1842.xml"/><Relationship Id="rId356" Type="http://schemas.openxmlformats.org/officeDocument/2006/relationships/image" Target="NULL"/><Relationship Id="rId398" Type="http://schemas.openxmlformats.org/officeDocument/2006/relationships/image" Target="NULL"/><Relationship Id="rId521" Type="http://schemas.openxmlformats.org/officeDocument/2006/relationships/customXml" Target="../ink/ink1946.xml"/><Relationship Id="rId563" Type="http://schemas.openxmlformats.org/officeDocument/2006/relationships/customXml" Target="../ink/ink1967.xml"/><Relationship Id="rId619" Type="http://schemas.openxmlformats.org/officeDocument/2006/relationships/customXml" Target="../ink/ink1995.xml"/><Relationship Id="rId95" Type="http://schemas.openxmlformats.org/officeDocument/2006/relationships/image" Target="NULL"/><Relationship Id="rId160" Type="http://schemas.openxmlformats.org/officeDocument/2006/relationships/customXml" Target="../ink/ink1765.xml"/><Relationship Id="rId216" Type="http://schemas.openxmlformats.org/officeDocument/2006/relationships/customXml" Target="../ink/ink1793.xml"/><Relationship Id="rId423" Type="http://schemas.openxmlformats.org/officeDocument/2006/relationships/customXml" Target="../ink/ink1897.xml"/><Relationship Id="rId258" Type="http://schemas.openxmlformats.org/officeDocument/2006/relationships/customXml" Target="../ink/ink1814.xml"/><Relationship Id="rId465" Type="http://schemas.openxmlformats.org/officeDocument/2006/relationships/customXml" Target="../ink/ink1918.xml"/><Relationship Id="rId630" Type="http://schemas.openxmlformats.org/officeDocument/2006/relationships/image" Target="NULL"/><Relationship Id="rId672" Type="http://schemas.openxmlformats.org/officeDocument/2006/relationships/image" Target="NULL"/><Relationship Id="rId22" Type="http://schemas.openxmlformats.org/officeDocument/2006/relationships/customXml" Target="../ink/ink1696.xml"/><Relationship Id="rId64" Type="http://schemas.openxmlformats.org/officeDocument/2006/relationships/customXml" Target="../ink/ink1717.xml"/><Relationship Id="rId118" Type="http://schemas.openxmlformats.org/officeDocument/2006/relationships/customXml" Target="../ink/ink1744.xml"/><Relationship Id="rId325" Type="http://schemas.openxmlformats.org/officeDocument/2006/relationships/image" Target="NULL"/><Relationship Id="rId367" Type="http://schemas.openxmlformats.org/officeDocument/2006/relationships/customXml" Target="../ink/ink1869.xml"/><Relationship Id="rId532" Type="http://schemas.openxmlformats.org/officeDocument/2006/relationships/image" Target="NULL"/><Relationship Id="rId574" Type="http://schemas.openxmlformats.org/officeDocument/2006/relationships/image" Target="NULL"/><Relationship Id="rId171" Type="http://schemas.openxmlformats.org/officeDocument/2006/relationships/image" Target="NULL"/><Relationship Id="rId227" Type="http://schemas.openxmlformats.org/officeDocument/2006/relationships/image" Target="NULL"/><Relationship Id="rId269" Type="http://schemas.openxmlformats.org/officeDocument/2006/relationships/image" Target="NULL"/><Relationship Id="rId434" Type="http://schemas.openxmlformats.org/officeDocument/2006/relationships/image" Target="NULL"/><Relationship Id="rId476" Type="http://schemas.openxmlformats.org/officeDocument/2006/relationships/image" Target="NULL"/><Relationship Id="rId641" Type="http://schemas.openxmlformats.org/officeDocument/2006/relationships/customXml" Target="../ink/ink2006.xml"/><Relationship Id="rId33" Type="http://schemas.openxmlformats.org/officeDocument/2006/relationships/image" Target="NULL"/><Relationship Id="rId129" Type="http://schemas.openxmlformats.org/officeDocument/2006/relationships/image" Target="NULL"/><Relationship Id="rId280" Type="http://schemas.openxmlformats.org/officeDocument/2006/relationships/customXml" Target="../ink/ink1825.xml"/><Relationship Id="rId336" Type="http://schemas.openxmlformats.org/officeDocument/2006/relationships/image" Target="NULL"/><Relationship Id="rId501" Type="http://schemas.openxmlformats.org/officeDocument/2006/relationships/customXml" Target="../ink/ink1936.xml"/><Relationship Id="rId543" Type="http://schemas.openxmlformats.org/officeDocument/2006/relationships/customXml" Target="../ink/ink1957.xml"/><Relationship Id="rId75" Type="http://schemas.openxmlformats.org/officeDocument/2006/relationships/image" Target="NULL"/><Relationship Id="rId140" Type="http://schemas.openxmlformats.org/officeDocument/2006/relationships/customXml" Target="../ink/ink1755.xml"/><Relationship Id="rId182" Type="http://schemas.openxmlformats.org/officeDocument/2006/relationships/customXml" Target="../ink/ink1776.xml"/><Relationship Id="rId378" Type="http://schemas.openxmlformats.org/officeDocument/2006/relationships/image" Target="NULL"/><Relationship Id="rId403" Type="http://schemas.openxmlformats.org/officeDocument/2006/relationships/customXml" Target="../ink/ink1887.xml"/><Relationship Id="rId585" Type="http://schemas.openxmlformats.org/officeDocument/2006/relationships/customXml" Target="../ink/ink1978.xml"/><Relationship Id="rId6" Type="http://schemas.openxmlformats.org/officeDocument/2006/relationships/customXml" Target="../ink/ink1688.xml"/><Relationship Id="rId238" Type="http://schemas.openxmlformats.org/officeDocument/2006/relationships/customXml" Target="../ink/ink1804.xml"/><Relationship Id="rId445" Type="http://schemas.openxmlformats.org/officeDocument/2006/relationships/customXml" Target="../ink/ink1908.xml"/><Relationship Id="rId487" Type="http://schemas.openxmlformats.org/officeDocument/2006/relationships/customXml" Target="../ink/ink1929.xml"/><Relationship Id="rId610" Type="http://schemas.openxmlformats.org/officeDocument/2006/relationships/image" Target="NULL"/><Relationship Id="rId652" Type="http://schemas.openxmlformats.org/officeDocument/2006/relationships/image" Target="NULL"/><Relationship Id="rId291" Type="http://schemas.openxmlformats.org/officeDocument/2006/relationships/image" Target="NULL"/><Relationship Id="rId305" Type="http://schemas.openxmlformats.org/officeDocument/2006/relationships/image" Target="NULL"/><Relationship Id="rId347" Type="http://schemas.openxmlformats.org/officeDocument/2006/relationships/customXml" Target="../ink/ink1859.xml"/><Relationship Id="rId512" Type="http://schemas.openxmlformats.org/officeDocument/2006/relationships/image" Target="NULL"/><Relationship Id="rId44" Type="http://schemas.openxmlformats.org/officeDocument/2006/relationships/customXml" Target="../ink/ink1707.xml"/><Relationship Id="rId86" Type="http://schemas.openxmlformats.org/officeDocument/2006/relationships/customXml" Target="../ink/ink1728.xml"/><Relationship Id="rId151" Type="http://schemas.openxmlformats.org/officeDocument/2006/relationships/image" Target="NULL"/><Relationship Id="rId389" Type="http://schemas.openxmlformats.org/officeDocument/2006/relationships/customXml" Target="../ink/ink1880.xml"/><Relationship Id="rId554" Type="http://schemas.openxmlformats.org/officeDocument/2006/relationships/image" Target="NULL"/><Relationship Id="rId596" Type="http://schemas.openxmlformats.org/officeDocument/2006/relationships/image" Target="NULL"/><Relationship Id="rId193" Type="http://schemas.openxmlformats.org/officeDocument/2006/relationships/image" Target="NULL"/><Relationship Id="rId207" Type="http://schemas.openxmlformats.org/officeDocument/2006/relationships/image" Target="NULL"/><Relationship Id="rId249" Type="http://schemas.openxmlformats.org/officeDocument/2006/relationships/image" Target="NULL"/><Relationship Id="rId414" Type="http://schemas.openxmlformats.org/officeDocument/2006/relationships/image" Target="NULL"/><Relationship Id="rId456" Type="http://schemas.openxmlformats.org/officeDocument/2006/relationships/image" Target="NULL"/><Relationship Id="rId498" Type="http://schemas.openxmlformats.org/officeDocument/2006/relationships/image" Target="NULL"/><Relationship Id="rId621" Type="http://schemas.openxmlformats.org/officeDocument/2006/relationships/customXml" Target="../ink/ink1996.xml"/><Relationship Id="rId663" Type="http://schemas.openxmlformats.org/officeDocument/2006/relationships/customXml" Target="../ink/ink2017.xml"/><Relationship Id="rId13" Type="http://schemas.openxmlformats.org/officeDocument/2006/relationships/image" Target="NULL"/><Relationship Id="rId109" Type="http://schemas.openxmlformats.org/officeDocument/2006/relationships/image" Target="NULL"/><Relationship Id="rId260" Type="http://schemas.openxmlformats.org/officeDocument/2006/relationships/customXml" Target="../ink/ink1815.xml"/><Relationship Id="rId316" Type="http://schemas.openxmlformats.org/officeDocument/2006/relationships/customXml" Target="../ink/ink1843.xml"/><Relationship Id="rId523" Type="http://schemas.openxmlformats.org/officeDocument/2006/relationships/customXml" Target="../ink/ink1947.xml"/><Relationship Id="rId55" Type="http://schemas.openxmlformats.org/officeDocument/2006/relationships/image" Target="NULL"/><Relationship Id="rId97" Type="http://schemas.openxmlformats.org/officeDocument/2006/relationships/image" Target="NULL"/><Relationship Id="rId120" Type="http://schemas.openxmlformats.org/officeDocument/2006/relationships/customXml" Target="../ink/ink1745.xml"/><Relationship Id="rId358" Type="http://schemas.openxmlformats.org/officeDocument/2006/relationships/image" Target="NULL"/><Relationship Id="rId565" Type="http://schemas.openxmlformats.org/officeDocument/2006/relationships/customXml" Target="../ink/ink1968.xml"/><Relationship Id="rId162" Type="http://schemas.openxmlformats.org/officeDocument/2006/relationships/customXml" Target="../ink/ink1766.xml"/><Relationship Id="rId218" Type="http://schemas.openxmlformats.org/officeDocument/2006/relationships/customXml" Target="../ink/ink1794.xml"/><Relationship Id="rId425" Type="http://schemas.openxmlformats.org/officeDocument/2006/relationships/customXml" Target="../ink/ink1898.xml"/><Relationship Id="rId467" Type="http://schemas.openxmlformats.org/officeDocument/2006/relationships/customXml" Target="../ink/ink1919.xml"/><Relationship Id="rId632" Type="http://schemas.openxmlformats.org/officeDocument/2006/relationships/image" Target="NULL"/><Relationship Id="rId271" Type="http://schemas.openxmlformats.org/officeDocument/2006/relationships/image" Target="NULL"/><Relationship Id="rId674" Type="http://schemas.openxmlformats.org/officeDocument/2006/relationships/image" Target="NULL"/><Relationship Id="rId24" Type="http://schemas.openxmlformats.org/officeDocument/2006/relationships/customXml" Target="../ink/ink1697.xml"/><Relationship Id="rId66" Type="http://schemas.openxmlformats.org/officeDocument/2006/relationships/customXml" Target="../ink/ink1718.xml"/><Relationship Id="rId131" Type="http://schemas.openxmlformats.org/officeDocument/2006/relationships/image" Target="NULL"/><Relationship Id="rId327" Type="http://schemas.openxmlformats.org/officeDocument/2006/relationships/image" Target="NULL"/><Relationship Id="rId369" Type="http://schemas.openxmlformats.org/officeDocument/2006/relationships/customXml" Target="../ink/ink1870.xml"/><Relationship Id="rId534" Type="http://schemas.openxmlformats.org/officeDocument/2006/relationships/image" Target="NULL"/><Relationship Id="rId576" Type="http://schemas.openxmlformats.org/officeDocument/2006/relationships/image" Target="NULL"/><Relationship Id="rId173" Type="http://schemas.openxmlformats.org/officeDocument/2006/relationships/image" Target="NULL"/><Relationship Id="rId229" Type="http://schemas.openxmlformats.org/officeDocument/2006/relationships/image" Target="NULL"/><Relationship Id="rId380" Type="http://schemas.openxmlformats.org/officeDocument/2006/relationships/image" Target="NULL"/><Relationship Id="rId436" Type="http://schemas.openxmlformats.org/officeDocument/2006/relationships/image" Target="NULL"/><Relationship Id="rId601" Type="http://schemas.openxmlformats.org/officeDocument/2006/relationships/customXml" Target="../ink/ink1986.xml"/><Relationship Id="rId643" Type="http://schemas.openxmlformats.org/officeDocument/2006/relationships/customXml" Target="../ink/ink2007.xml"/><Relationship Id="rId240" Type="http://schemas.openxmlformats.org/officeDocument/2006/relationships/customXml" Target="../ink/ink1805.xml"/><Relationship Id="rId478" Type="http://schemas.openxmlformats.org/officeDocument/2006/relationships/image" Target="NULL"/><Relationship Id="rId35" Type="http://schemas.openxmlformats.org/officeDocument/2006/relationships/image" Target="NULL"/><Relationship Id="rId77" Type="http://schemas.openxmlformats.org/officeDocument/2006/relationships/image" Target="NULL"/><Relationship Id="rId100" Type="http://schemas.openxmlformats.org/officeDocument/2006/relationships/customXml" Target="../ink/ink1735.xml"/><Relationship Id="rId282" Type="http://schemas.openxmlformats.org/officeDocument/2006/relationships/customXml" Target="../ink/ink1826.xml"/><Relationship Id="rId338" Type="http://schemas.openxmlformats.org/officeDocument/2006/relationships/image" Target="NULL"/><Relationship Id="rId503" Type="http://schemas.openxmlformats.org/officeDocument/2006/relationships/customXml" Target="../ink/ink1937.xml"/><Relationship Id="rId545" Type="http://schemas.openxmlformats.org/officeDocument/2006/relationships/customXml" Target="../ink/ink1958.xml"/><Relationship Id="rId587" Type="http://schemas.openxmlformats.org/officeDocument/2006/relationships/customXml" Target="../ink/ink1979.xml"/><Relationship Id="rId8" Type="http://schemas.openxmlformats.org/officeDocument/2006/relationships/customXml" Target="../ink/ink1689.xml"/><Relationship Id="rId142" Type="http://schemas.openxmlformats.org/officeDocument/2006/relationships/customXml" Target="../ink/ink1756.xml"/><Relationship Id="rId184" Type="http://schemas.openxmlformats.org/officeDocument/2006/relationships/customXml" Target="../ink/ink1777.xml"/><Relationship Id="rId391" Type="http://schemas.openxmlformats.org/officeDocument/2006/relationships/customXml" Target="../ink/ink1881.xml"/><Relationship Id="rId405" Type="http://schemas.openxmlformats.org/officeDocument/2006/relationships/customXml" Target="../ink/ink1888.xml"/><Relationship Id="rId447" Type="http://schemas.openxmlformats.org/officeDocument/2006/relationships/customXml" Target="../ink/ink1909.xml"/><Relationship Id="rId612" Type="http://schemas.openxmlformats.org/officeDocument/2006/relationships/image" Target="NULL"/><Relationship Id="rId251" Type="http://schemas.openxmlformats.org/officeDocument/2006/relationships/image" Target="NULL"/><Relationship Id="rId489" Type="http://schemas.openxmlformats.org/officeDocument/2006/relationships/customXml" Target="../ink/ink1930.xml"/><Relationship Id="rId654" Type="http://schemas.openxmlformats.org/officeDocument/2006/relationships/image" Target="NULL"/><Relationship Id="rId46" Type="http://schemas.openxmlformats.org/officeDocument/2006/relationships/customXml" Target="../ink/ink1708.xml"/><Relationship Id="rId293" Type="http://schemas.openxmlformats.org/officeDocument/2006/relationships/image" Target="NULL"/><Relationship Id="rId307" Type="http://schemas.openxmlformats.org/officeDocument/2006/relationships/image" Target="NULL"/><Relationship Id="rId349" Type="http://schemas.openxmlformats.org/officeDocument/2006/relationships/customXml" Target="../ink/ink1860.xml"/><Relationship Id="rId514" Type="http://schemas.openxmlformats.org/officeDocument/2006/relationships/image" Target="NULL"/><Relationship Id="rId556" Type="http://schemas.openxmlformats.org/officeDocument/2006/relationships/image" Target="NULL"/><Relationship Id="rId88" Type="http://schemas.openxmlformats.org/officeDocument/2006/relationships/customXml" Target="../ink/ink1729.xml"/><Relationship Id="rId111" Type="http://schemas.openxmlformats.org/officeDocument/2006/relationships/image" Target="NULL"/><Relationship Id="rId153" Type="http://schemas.openxmlformats.org/officeDocument/2006/relationships/image" Target="NULL"/><Relationship Id="rId195" Type="http://schemas.openxmlformats.org/officeDocument/2006/relationships/image" Target="NULL"/><Relationship Id="rId209" Type="http://schemas.openxmlformats.org/officeDocument/2006/relationships/image" Target="NULL"/><Relationship Id="rId360" Type="http://schemas.openxmlformats.org/officeDocument/2006/relationships/image" Target="NULL"/><Relationship Id="rId416" Type="http://schemas.openxmlformats.org/officeDocument/2006/relationships/image" Target="NULL"/><Relationship Id="rId598" Type="http://schemas.openxmlformats.org/officeDocument/2006/relationships/image" Target="NULL"/><Relationship Id="rId220" Type="http://schemas.openxmlformats.org/officeDocument/2006/relationships/customXml" Target="../ink/ink1795.xml"/><Relationship Id="rId458" Type="http://schemas.openxmlformats.org/officeDocument/2006/relationships/image" Target="NULL"/><Relationship Id="rId623" Type="http://schemas.openxmlformats.org/officeDocument/2006/relationships/customXml" Target="../ink/ink1997.xml"/><Relationship Id="rId665" Type="http://schemas.openxmlformats.org/officeDocument/2006/relationships/customXml" Target="../ink/ink2018.xml"/><Relationship Id="rId15" Type="http://schemas.openxmlformats.org/officeDocument/2006/relationships/image" Target="NULL"/><Relationship Id="rId57" Type="http://schemas.openxmlformats.org/officeDocument/2006/relationships/image" Target="NULL"/><Relationship Id="rId262" Type="http://schemas.openxmlformats.org/officeDocument/2006/relationships/customXml" Target="../ink/ink1816.xml"/><Relationship Id="rId318" Type="http://schemas.openxmlformats.org/officeDocument/2006/relationships/customXml" Target="../ink/ink1844.xml"/><Relationship Id="rId525" Type="http://schemas.openxmlformats.org/officeDocument/2006/relationships/customXml" Target="../ink/ink1948.xml"/><Relationship Id="rId567" Type="http://schemas.openxmlformats.org/officeDocument/2006/relationships/customXml" Target="../ink/ink1969.xml"/><Relationship Id="rId99" Type="http://schemas.openxmlformats.org/officeDocument/2006/relationships/image" Target="NULL"/><Relationship Id="rId122" Type="http://schemas.openxmlformats.org/officeDocument/2006/relationships/customXml" Target="../ink/ink1746.xml"/><Relationship Id="rId164" Type="http://schemas.openxmlformats.org/officeDocument/2006/relationships/customXml" Target="../ink/ink1767.xml"/><Relationship Id="rId371" Type="http://schemas.openxmlformats.org/officeDocument/2006/relationships/customXml" Target="../ink/ink1871.xml"/><Relationship Id="rId427" Type="http://schemas.openxmlformats.org/officeDocument/2006/relationships/customXml" Target="../ink/ink1899.xml"/><Relationship Id="rId469" Type="http://schemas.openxmlformats.org/officeDocument/2006/relationships/customXml" Target="../ink/ink1920.xml"/><Relationship Id="rId634" Type="http://schemas.openxmlformats.org/officeDocument/2006/relationships/image" Target="NULL"/><Relationship Id="rId676" Type="http://schemas.openxmlformats.org/officeDocument/2006/relationships/image" Target="NULL"/><Relationship Id="rId26" Type="http://schemas.openxmlformats.org/officeDocument/2006/relationships/customXml" Target="../ink/ink1698.xml"/><Relationship Id="rId231" Type="http://schemas.openxmlformats.org/officeDocument/2006/relationships/image" Target="NULL"/><Relationship Id="rId273" Type="http://schemas.openxmlformats.org/officeDocument/2006/relationships/image" Target="NULL"/><Relationship Id="rId329" Type="http://schemas.openxmlformats.org/officeDocument/2006/relationships/image" Target="NULL"/><Relationship Id="rId480" Type="http://schemas.openxmlformats.org/officeDocument/2006/relationships/image" Target="NULL"/><Relationship Id="rId536" Type="http://schemas.openxmlformats.org/officeDocument/2006/relationships/image" Target="NULL"/><Relationship Id="rId68" Type="http://schemas.openxmlformats.org/officeDocument/2006/relationships/customXml" Target="../ink/ink1719.xml"/><Relationship Id="rId133" Type="http://schemas.openxmlformats.org/officeDocument/2006/relationships/image" Target="NULL"/><Relationship Id="rId175" Type="http://schemas.openxmlformats.org/officeDocument/2006/relationships/image" Target="NULL"/><Relationship Id="rId340" Type="http://schemas.openxmlformats.org/officeDocument/2006/relationships/image" Target="NULL"/><Relationship Id="rId578" Type="http://schemas.openxmlformats.org/officeDocument/2006/relationships/image" Target="NULL"/><Relationship Id="rId200" Type="http://schemas.openxmlformats.org/officeDocument/2006/relationships/customXml" Target="../ink/ink1785.xml"/><Relationship Id="rId382" Type="http://schemas.openxmlformats.org/officeDocument/2006/relationships/image" Target="NULL"/><Relationship Id="rId438" Type="http://schemas.openxmlformats.org/officeDocument/2006/relationships/image" Target="NULL"/><Relationship Id="rId603" Type="http://schemas.openxmlformats.org/officeDocument/2006/relationships/customXml" Target="../ink/ink1987.xml"/><Relationship Id="rId645" Type="http://schemas.openxmlformats.org/officeDocument/2006/relationships/customXml" Target="../ink/ink2008.xml"/><Relationship Id="rId242" Type="http://schemas.openxmlformats.org/officeDocument/2006/relationships/customXml" Target="../ink/ink1806.xml"/><Relationship Id="rId284" Type="http://schemas.openxmlformats.org/officeDocument/2006/relationships/customXml" Target="../ink/ink1827.xml"/><Relationship Id="rId491" Type="http://schemas.openxmlformats.org/officeDocument/2006/relationships/customXml" Target="../ink/ink1931.xml"/><Relationship Id="rId505" Type="http://schemas.openxmlformats.org/officeDocument/2006/relationships/customXml" Target="../ink/ink1938.xml"/><Relationship Id="rId37" Type="http://schemas.openxmlformats.org/officeDocument/2006/relationships/image" Target="NULL"/><Relationship Id="rId79" Type="http://schemas.openxmlformats.org/officeDocument/2006/relationships/image" Target="NULL"/><Relationship Id="rId102" Type="http://schemas.openxmlformats.org/officeDocument/2006/relationships/customXml" Target="../ink/ink1736.xml"/><Relationship Id="rId144" Type="http://schemas.openxmlformats.org/officeDocument/2006/relationships/customXml" Target="../ink/ink1757.xml"/><Relationship Id="rId547" Type="http://schemas.openxmlformats.org/officeDocument/2006/relationships/customXml" Target="../ink/ink1959.xml"/><Relationship Id="rId589" Type="http://schemas.openxmlformats.org/officeDocument/2006/relationships/customXml" Target="../ink/ink1980.xml"/><Relationship Id="rId90" Type="http://schemas.openxmlformats.org/officeDocument/2006/relationships/customXml" Target="../ink/ink1730.xml"/><Relationship Id="rId186" Type="http://schemas.openxmlformats.org/officeDocument/2006/relationships/customXml" Target="../ink/ink1778.xml"/><Relationship Id="rId351" Type="http://schemas.openxmlformats.org/officeDocument/2006/relationships/customXml" Target="../ink/ink1861.xml"/><Relationship Id="rId393" Type="http://schemas.openxmlformats.org/officeDocument/2006/relationships/customXml" Target="../ink/ink1882.xml"/><Relationship Id="rId407" Type="http://schemas.openxmlformats.org/officeDocument/2006/relationships/customXml" Target="../ink/ink1889.xml"/><Relationship Id="rId449" Type="http://schemas.openxmlformats.org/officeDocument/2006/relationships/customXml" Target="../ink/ink1910.xml"/><Relationship Id="rId614" Type="http://schemas.openxmlformats.org/officeDocument/2006/relationships/image" Target="NULL"/><Relationship Id="rId656" Type="http://schemas.openxmlformats.org/officeDocument/2006/relationships/image" Target="NULL"/><Relationship Id="rId211" Type="http://schemas.openxmlformats.org/officeDocument/2006/relationships/image" Target="NULL"/><Relationship Id="rId253" Type="http://schemas.openxmlformats.org/officeDocument/2006/relationships/image" Target="NULL"/><Relationship Id="rId295" Type="http://schemas.openxmlformats.org/officeDocument/2006/relationships/image" Target="NULL"/><Relationship Id="rId309" Type="http://schemas.openxmlformats.org/officeDocument/2006/relationships/image" Target="NULL"/><Relationship Id="rId460" Type="http://schemas.openxmlformats.org/officeDocument/2006/relationships/image" Target="NULL"/><Relationship Id="rId516" Type="http://schemas.openxmlformats.org/officeDocument/2006/relationships/image" Target="NULL"/><Relationship Id="rId48" Type="http://schemas.openxmlformats.org/officeDocument/2006/relationships/customXml" Target="../ink/ink1709.xml"/><Relationship Id="rId113" Type="http://schemas.openxmlformats.org/officeDocument/2006/relationships/image" Target="NULL"/><Relationship Id="rId320" Type="http://schemas.openxmlformats.org/officeDocument/2006/relationships/customXml" Target="../ink/ink1845.xml"/><Relationship Id="rId558" Type="http://schemas.openxmlformats.org/officeDocument/2006/relationships/image" Target="NULL"/><Relationship Id="rId155" Type="http://schemas.openxmlformats.org/officeDocument/2006/relationships/image" Target="NULL"/><Relationship Id="rId197" Type="http://schemas.openxmlformats.org/officeDocument/2006/relationships/image" Target="NULL"/><Relationship Id="rId362" Type="http://schemas.openxmlformats.org/officeDocument/2006/relationships/image" Target="NULL"/><Relationship Id="rId418" Type="http://schemas.openxmlformats.org/officeDocument/2006/relationships/image" Target="NULL"/><Relationship Id="rId625" Type="http://schemas.openxmlformats.org/officeDocument/2006/relationships/customXml" Target="../ink/ink1998.xml"/><Relationship Id="rId222" Type="http://schemas.openxmlformats.org/officeDocument/2006/relationships/customXml" Target="../ink/ink1796.xml"/><Relationship Id="rId264" Type="http://schemas.openxmlformats.org/officeDocument/2006/relationships/customXml" Target="../ink/ink1817.xml"/><Relationship Id="rId471" Type="http://schemas.openxmlformats.org/officeDocument/2006/relationships/customXml" Target="../ink/ink1921.xml"/><Relationship Id="rId667" Type="http://schemas.openxmlformats.org/officeDocument/2006/relationships/customXml" Target="../ink/ink2019.xml"/><Relationship Id="rId17" Type="http://schemas.openxmlformats.org/officeDocument/2006/relationships/image" Target="NULL"/><Relationship Id="rId59" Type="http://schemas.openxmlformats.org/officeDocument/2006/relationships/image" Target="NULL"/><Relationship Id="rId124" Type="http://schemas.openxmlformats.org/officeDocument/2006/relationships/customXml" Target="../ink/ink1747.xml"/><Relationship Id="rId527" Type="http://schemas.openxmlformats.org/officeDocument/2006/relationships/customXml" Target="../ink/ink1949.xml"/><Relationship Id="rId569" Type="http://schemas.openxmlformats.org/officeDocument/2006/relationships/customXml" Target="../ink/ink1970.xml"/><Relationship Id="rId70" Type="http://schemas.openxmlformats.org/officeDocument/2006/relationships/customXml" Target="../ink/ink1720.xml"/><Relationship Id="rId166" Type="http://schemas.openxmlformats.org/officeDocument/2006/relationships/customXml" Target="../ink/ink1768.xml"/><Relationship Id="rId331" Type="http://schemas.openxmlformats.org/officeDocument/2006/relationships/image" Target="NULL"/><Relationship Id="rId373" Type="http://schemas.openxmlformats.org/officeDocument/2006/relationships/customXml" Target="../ink/ink1872.xml"/><Relationship Id="rId429" Type="http://schemas.openxmlformats.org/officeDocument/2006/relationships/customXml" Target="../ink/ink1900.xml"/><Relationship Id="rId580" Type="http://schemas.openxmlformats.org/officeDocument/2006/relationships/image" Target="NULL"/><Relationship Id="rId636" Type="http://schemas.openxmlformats.org/officeDocument/2006/relationships/image" Target="NULL"/><Relationship Id="rId1" Type="http://schemas.openxmlformats.org/officeDocument/2006/relationships/slideLayout" Target="../slideLayouts/slideLayout7.xml"/><Relationship Id="rId233" Type="http://schemas.openxmlformats.org/officeDocument/2006/relationships/image" Target="NULL"/><Relationship Id="rId440" Type="http://schemas.openxmlformats.org/officeDocument/2006/relationships/image" Target="NULL"/><Relationship Id="rId28" Type="http://schemas.openxmlformats.org/officeDocument/2006/relationships/customXml" Target="../ink/ink1699.xml"/><Relationship Id="rId275" Type="http://schemas.openxmlformats.org/officeDocument/2006/relationships/image" Target="NULL"/><Relationship Id="rId300" Type="http://schemas.openxmlformats.org/officeDocument/2006/relationships/customXml" Target="../ink/ink1835.xml"/><Relationship Id="rId482" Type="http://schemas.openxmlformats.org/officeDocument/2006/relationships/image" Target="NULL"/><Relationship Id="rId538" Type="http://schemas.openxmlformats.org/officeDocument/2006/relationships/image" Target="NULL"/><Relationship Id="rId81" Type="http://schemas.openxmlformats.org/officeDocument/2006/relationships/image" Target="NULL"/><Relationship Id="rId135" Type="http://schemas.openxmlformats.org/officeDocument/2006/relationships/image" Target="NULL"/><Relationship Id="rId177" Type="http://schemas.openxmlformats.org/officeDocument/2006/relationships/image" Target="NULL"/><Relationship Id="rId342" Type="http://schemas.openxmlformats.org/officeDocument/2006/relationships/image" Target="NULL"/><Relationship Id="rId384" Type="http://schemas.openxmlformats.org/officeDocument/2006/relationships/image" Target="NULL"/><Relationship Id="rId591" Type="http://schemas.openxmlformats.org/officeDocument/2006/relationships/customXml" Target="../ink/ink1981.xml"/><Relationship Id="rId605" Type="http://schemas.openxmlformats.org/officeDocument/2006/relationships/customXml" Target="../ink/ink1988.xml"/><Relationship Id="rId202" Type="http://schemas.openxmlformats.org/officeDocument/2006/relationships/customXml" Target="../ink/ink1786.xml"/><Relationship Id="rId244" Type="http://schemas.openxmlformats.org/officeDocument/2006/relationships/customXml" Target="../ink/ink1807.xml"/><Relationship Id="rId647" Type="http://schemas.openxmlformats.org/officeDocument/2006/relationships/customXml" Target="../ink/ink2009.xml"/><Relationship Id="rId39" Type="http://schemas.openxmlformats.org/officeDocument/2006/relationships/image" Target="NULL"/><Relationship Id="rId286" Type="http://schemas.openxmlformats.org/officeDocument/2006/relationships/customXml" Target="../ink/ink1828.xml"/><Relationship Id="rId451" Type="http://schemas.openxmlformats.org/officeDocument/2006/relationships/customXml" Target="../ink/ink1911.xml"/><Relationship Id="rId493" Type="http://schemas.openxmlformats.org/officeDocument/2006/relationships/customXml" Target="../ink/ink1932.xml"/><Relationship Id="rId507" Type="http://schemas.openxmlformats.org/officeDocument/2006/relationships/customXml" Target="../ink/ink1939.xml"/><Relationship Id="rId549" Type="http://schemas.openxmlformats.org/officeDocument/2006/relationships/customXml" Target="../ink/ink1960.xml"/><Relationship Id="rId50" Type="http://schemas.openxmlformats.org/officeDocument/2006/relationships/customXml" Target="../ink/ink1710.xml"/><Relationship Id="rId104" Type="http://schemas.openxmlformats.org/officeDocument/2006/relationships/customXml" Target="../ink/ink1737.xml"/><Relationship Id="rId146" Type="http://schemas.openxmlformats.org/officeDocument/2006/relationships/customXml" Target="../ink/ink1758.xml"/><Relationship Id="rId188" Type="http://schemas.openxmlformats.org/officeDocument/2006/relationships/customXml" Target="../ink/ink1779.xml"/><Relationship Id="rId311" Type="http://schemas.openxmlformats.org/officeDocument/2006/relationships/image" Target="NULL"/><Relationship Id="rId353" Type="http://schemas.openxmlformats.org/officeDocument/2006/relationships/customXml" Target="../ink/ink1862.xml"/><Relationship Id="rId395" Type="http://schemas.openxmlformats.org/officeDocument/2006/relationships/customXml" Target="../ink/ink1883.xml"/><Relationship Id="rId409" Type="http://schemas.openxmlformats.org/officeDocument/2006/relationships/customXml" Target="../ink/ink1890.xml"/><Relationship Id="rId560" Type="http://schemas.openxmlformats.org/officeDocument/2006/relationships/image" Target="NULL"/><Relationship Id="rId92" Type="http://schemas.openxmlformats.org/officeDocument/2006/relationships/customXml" Target="../ink/ink1731.xml"/><Relationship Id="rId213" Type="http://schemas.openxmlformats.org/officeDocument/2006/relationships/image" Target="NULL"/><Relationship Id="rId420" Type="http://schemas.openxmlformats.org/officeDocument/2006/relationships/image" Target="NULL"/><Relationship Id="rId616" Type="http://schemas.openxmlformats.org/officeDocument/2006/relationships/image" Target="NULL"/><Relationship Id="rId658" Type="http://schemas.openxmlformats.org/officeDocument/2006/relationships/image" Target="NULL"/><Relationship Id="rId255" Type="http://schemas.openxmlformats.org/officeDocument/2006/relationships/image" Target="NULL"/><Relationship Id="rId297" Type="http://schemas.openxmlformats.org/officeDocument/2006/relationships/image" Target="NULL"/><Relationship Id="rId462" Type="http://schemas.openxmlformats.org/officeDocument/2006/relationships/image" Target="NULL"/><Relationship Id="rId518" Type="http://schemas.openxmlformats.org/officeDocument/2006/relationships/image" Target="NULL"/><Relationship Id="rId115" Type="http://schemas.openxmlformats.org/officeDocument/2006/relationships/image" Target="NULL"/><Relationship Id="rId157" Type="http://schemas.openxmlformats.org/officeDocument/2006/relationships/image" Target="NULL"/><Relationship Id="rId322" Type="http://schemas.openxmlformats.org/officeDocument/2006/relationships/customXml" Target="../ink/ink1846.xml"/><Relationship Id="rId364" Type="http://schemas.openxmlformats.org/officeDocument/2006/relationships/image" Target="NULL"/><Relationship Id="rId61" Type="http://schemas.openxmlformats.org/officeDocument/2006/relationships/image" Target="NULL"/><Relationship Id="rId199" Type="http://schemas.openxmlformats.org/officeDocument/2006/relationships/image" Target="NULL"/><Relationship Id="rId571" Type="http://schemas.openxmlformats.org/officeDocument/2006/relationships/customXml" Target="../ink/ink1971.xml"/><Relationship Id="rId627" Type="http://schemas.openxmlformats.org/officeDocument/2006/relationships/customXml" Target="../ink/ink1999.xml"/><Relationship Id="rId669" Type="http://schemas.openxmlformats.org/officeDocument/2006/relationships/customXml" Target="../ink/ink2020.xml"/><Relationship Id="rId19" Type="http://schemas.openxmlformats.org/officeDocument/2006/relationships/image" Target="NULL"/><Relationship Id="rId224" Type="http://schemas.openxmlformats.org/officeDocument/2006/relationships/customXml" Target="../ink/ink1797.xml"/><Relationship Id="rId266" Type="http://schemas.openxmlformats.org/officeDocument/2006/relationships/customXml" Target="../ink/ink1818.xml"/><Relationship Id="rId431" Type="http://schemas.openxmlformats.org/officeDocument/2006/relationships/customXml" Target="../ink/ink1901.xml"/><Relationship Id="rId473" Type="http://schemas.openxmlformats.org/officeDocument/2006/relationships/customXml" Target="../ink/ink1922.xml"/><Relationship Id="rId529" Type="http://schemas.openxmlformats.org/officeDocument/2006/relationships/customXml" Target="../ink/ink1950.xml"/><Relationship Id="rId30" Type="http://schemas.openxmlformats.org/officeDocument/2006/relationships/customXml" Target="../ink/ink1700.xml"/><Relationship Id="rId126" Type="http://schemas.openxmlformats.org/officeDocument/2006/relationships/customXml" Target="../ink/ink1748.xml"/><Relationship Id="rId168" Type="http://schemas.openxmlformats.org/officeDocument/2006/relationships/customXml" Target="../ink/ink1769.xml"/><Relationship Id="rId333" Type="http://schemas.openxmlformats.org/officeDocument/2006/relationships/image" Target="NULL"/><Relationship Id="rId540" Type="http://schemas.openxmlformats.org/officeDocument/2006/relationships/image" Target="NULL"/><Relationship Id="rId72" Type="http://schemas.openxmlformats.org/officeDocument/2006/relationships/customXml" Target="../ink/ink1721.xml"/><Relationship Id="rId375" Type="http://schemas.openxmlformats.org/officeDocument/2006/relationships/customXml" Target="../ink/ink1873.xml"/><Relationship Id="rId582" Type="http://schemas.openxmlformats.org/officeDocument/2006/relationships/image" Target="NULL"/><Relationship Id="rId638" Type="http://schemas.openxmlformats.org/officeDocument/2006/relationships/image" Target="NULL"/><Relationship Id="rId3" Type="http://schemas.openxmlformats.org/officeDocument/2006/relationships/image" Target="NULL"/><Relationship Id="rId235" Type="http://schemas.openxmlformats.org/officeDocument/2006/relationships/image" Target="NULL"/><Relationship Id="rId277" Type="http://schemas.openxmlformats.org/officeDocument/2006/relationships/image" Target="NULL"/><Relationship Id="rId400" Type="http://schemas.openxmlformats.org/officeDocument/2006/relationships/image" Target="NULL"/><Relationship Id="rId442" Type="http://schemas.openxmlformats.org/officeDocument/2006/relationships/image" Target="NULL"/><Relationship Id="rId484" Type="http://schemas.openxmlformats.org/officeDocument/2006/relationships/image" Target="NULL"/><Relationship Id="rId137" Type="http://schemas.openxmlformats.org/officeDocument/2006/relationships/image" Target="NULL"/><Relationship Id="rId302" Type="http://schemas.openxmlformats.org/officeDocument/2006/relationships/customXml" Target="../ink/ink1836.xml"/><Relationship Id="rId344" Type="http://schemas.openxmlformats.org/officeDocument/2006/relationships/image" Target="NULL"/><Relationship Id="rId41" Type="http://schemas.openxmlformats.org/officeDocument/2006/relationships/image" Target="NULL"/><Relationship Id="rId83" Type="http://schemas.openxmlformats.org/officeDocument/2006/relationships/image" Target="NULL"/><Relationship Id="rId179" Type="http://schemas.openxmlformats.org/officeDocument/2006/relationships/image" Target="NULL"/><Relationship Id="rId386" Type="http://schemas.openxmlformats.org/officeDocument/2006/relationships/image" Target="NULL"/><Relationship Id="rId551" Type="http://schemas.openxmlformats.org/officeDocument/2006/relationships/customXml" Target="../ink/ink1961.xml"/><Relationship Id="rId593" Type="http://schemas.openxmlformats.org/officeDocument/2006/relationships/customXml" Target="../ink/ink1982.xml"/><Relationship Id="rId607" Type="http://schemas.openxmlformats.org/officeDocument/2006/relationships/customXml" Target="../ink/ink1989.xml"/><Relationship Id="rId649" Type="http://schemas.openxmlformats.org/officeDocument/2006/relationships/customXml" Target="../ink/ink2010.xml"/><Relationship Id="rId190" Type="http://schemas.openxmlformats.org/officeDocument/2006/relationships/customXml" Target="../ink/ink1780.xml"/><Relationship Id="rId204" Type="http://schemas.openxmlformats.org/officeDocument/2006/relationships/customXml" Target="../ink/ink1787.xml"/><Relationship Id="rId246" Type="http://schemas.openxmlformats.org/officeDocument/2006/relationships/customXml" Target="../ink/ink1808.xml"/><Relationship Id="rId288" Type="http://schemas.openxmlformats.org/officeDocument/2006/relationships/customXml" Target="../ink/ink1829.xml"/><Relationship Id="rId411" Type="http://schemas.openxmlformats.org/officeDocument/2006/relationships/customXml" Target="../ink/ink1891.xml"/><Relationship Id="rId453" Type="http://schemas.openxmlformats.org/officeDocument/2006/relationships/customXml" Target="../ink/ink1912.xml"/><Relationship Id="rId509" Type="http://schemas.openxmlformats.org/officeDocument/2006/relationships/customXml" Target="../ink/ink1940.xml"/><Relationship Id="rId660" Type="http://schemas.openxmlformats.org/officeDocument/2006/relationships/image" Target="NULL"/><Relationship Id="rId106" Type="http://schemas.openxmlformats.org/officeDocument/2006/relationships/customXml" Target="../ink/ink1738.xml"/><Relationship Id="rId313" Type="http://schemas.openxmlformats.org/officeDocument/2006/relationships/image" Target="NULL"/><Relationship Id="rId495" Type="http://schemas.openxmlformats.org/officeDocument/2006/relationships/customXml" Target="../ink/ink1933.xml"/><Relationship Id="rId10" Type="http://schemas.openxmlformats.org/officeDocument/2006/relationships/customXml" Target="../ink/ink1690.xml"/><Relationship Id="rId52" Type="http://schemas.openxmlformats.org/officeDocument/2006/relationships/customXml" Target="../ink/ink1711.xml"/><Relationship Id="rId94" Type="http://schemas.openxmlformats.org/officeDocument/2006/relationships/customXml" Target="../ink/ink1732.xml"/><Relationship Id="rId148" Type="http://schemas.openxmlformats.org/officeDocument/2006/relationships/customXml" Target="../ink/ink1759.xml"/><Relationship Id="rId355" Type="http://schemas.openxmlformats.org/officeDocument/2006/relationships/customXml" Target="../ink/ink1863.xml"/><Relationship Id="rId397" Type="http://schemas.openxmlformats.org/officeDocument/2006/relationships/customXml" Target="../ink/ink1884.xml"/><Relationship Id="rId520" Type="http://schemas.openxmlformats.org/officeDocument/2006/relationships/image" Target="NULL"/><Relationship Id="rId562" Type="http://schemas.openxmlformats.org/officeDocument/2006/relationships/image" Target="NULL"/><Relationship Id="rId618" Type="http://schemas.openxmlformats.org/officeDocument/2006/relationships/image" Target="NULL"/><Relationship Id="rId215" Type="http://schemas.openxmlformats.org/officeDocument/2006/relationships/image" Target="NULL"/><Relationship Id="rId257" Type="http://schemas.openxmlformats.org/officeDocument/2006/relationships/image" Target="NULL"/><Relationship Id="rId422" Type="http://schemas.openxmlformats.org/officeDocument/2006/relationships/image" Target="NULL"/><Relationship Id="rId464" Type="http://schemas.openxmlformats.org/officeDocument/2006/relationships/image" Target="NULL"/><Relationship Id="rId299" Type="http://schemas.openxmlformats.org/officeDocument/2006/relationships/image" Target="NULL"/><Relationship Id="rId63" Type="http://schemas.openxmlformats.org/officeDocument/2006/relationships/image" Target="NULL"/><Relationship Id="rId159" Type="http://schemas.openxmlformats.org/officeDocument/2006/relationships/image" Target="NULL"/><Relationship Id="rId366" Type="http://schemas.openxmlformats.org/officeDocument/2006/relationships/image" Target="NULL"/><Relationship Id="rId573" Type="http://schemas.openxmlformats.org/officeDocument/2006/relationships/customXml" Target="../ink/ink1972.xml"/><Relationship Id="rId226" Type="http://schemas.openxmlformats.org/officeDocument/2006/relationships/customXml" Target="../ink/ink1798.xml"/><Relationship Id="rId433" Type="http://schemas.openxmlformats.org/officeDocument/2006/relationships/customXml" Target="../ink/ink1902.xml"/><Relationship Id="rId640" Type="http://schemas.openxmlformats.org/officeDocument/2006/relationships/image" Target="NULL"/><Relationship Id="rId74" Type="http://schemas.openxmlformats.org/officeDocument/2006/relationships/customXml" Target="../ink/ink1722.xml"/><Relationship Id="rId377" Type="http://schemas.openxmlformats.org/officeDocument/2006/relationships/customXml" Target="../ink/ink1874.xml"/><Relationship Id="rId500" Type="http://schemas.openxmlformats.org/officeDocument/2006/relationships/image" Target="NULL"/><Relationship Id="rId584" Type="http://schemas.openxmlformats.org/officeDocument/2006/relationships/image" Target="NULL"/><Relationship Id="rId5" Type="http://schemas.openxmlformats.org/officeDocument/2006/relationships/image" Target="NULL"/><Relationship Id="rId237" Type="http://schemas.openxmlformats.org/officeDocument/2006/relationships/image" Target="NULL"/><Relationship Id="rId444" Type="http://schemas.openxmlformats.org/officeDocument/2006/relationships/image" Target="NULL"/><Relationship Id="rId651" Type="http://schemas.openxmlformats.org/officeDocument/2006/relationships/customXml" Target="../ink/ink2011.xml"/><Relationship Id="rId290" Type="http://schemas.openxmlformats.org/officeDocument/2006/relationships/customXml" Target="../ink/ink1830.xml"/><Relationship Id="rId304" Type="http://schemas.openxmlformats.org/officeDocument/2006/relationships/customXml" Target="../ink/ink1837.xml"/><Relationship Id="rId388" Type="http://schemas.openxmlformats.org/officeDocument/2006/relationships/image" Target="NULL"/><Relationship Id="rId511" Type="http://schemas.openxmlformats.org/officeDocument/2006/relationships/customXml" Target="../ink/ink1941.xml"/><Relationship Id="rId609" Type="http://schemas.openxmlformats.org/officeDocument/2006/relationships/customXml" Target="../ink/ink1990.xml"/><Relationship Id="rId85" Type="http://schemas.openxmlformats.org/officeDocument/2006/relationships/image" Target="NULL"/><Relationship Id="rId150" Type="http://schemas.openxmlformats.org/officeDocument/2006/relationships/customXml" Target="../ink/ink1760.xml"/><Relationship Id="rId595" Type="http://schemas.openxmlformats.org/officeDocument/2006/relationships/customXml" Target="../ink/ink1983.xml"/><Relationship Id="rId248" Type="http://schemas.openxmlformats.org/officeDocument/2006/relationships/customXml" Target="../ink/ink1809.xml"/><Relationship Id="rId455" Type="http://schemas.openxmlformats.org/officeDocument/2006/relationships/customXml" Target="../ink/ink1913.xml"/><Relationship Id="rId662" Type="http://schemas.openxmlformats.org/officeDocument/2006/relationships/image" Target="NULL"/><Relationship Id="rId12" Type="http://schemas.openxmlformats.org/officeDocument/2006/relationships/customXml" Target="../ink/ink1691.xml"/><Relationship Id="rId108" Type="http://schemas.openxmlformats.org/officeDocument/2006/relationships/customXml" Target="../ink/ink1739.xml"/><Relationship Id="rId315" Type="http://schemas.openxmlformats.org/officeDocument/2006/relationships/image" Target="NULL"/><Relationship Id="rId522" Type="http://schemas.openxmlformats.org/officeDocument/2006/relationships/image" Target="NULL"/><Relationship Id="rId96" Type="http://schemas.openxmlformats.org/officeDocument/2006/relationships/customXml" Target="../ink/ink1733.xml"/><Relationship Id="rId161" Type="http://schemas.openxmlformats.org/officeDocument/2006/relationships/image" Target="NULL"/><Relationship Id="rId399" Type="http://schemas.openxmlformats.org/officeDocument/2006/relationships/customXml" Target="../ink/ink1885.xml"/><Relationship Id="rId259" Type="http://schemas.openxmlformats.org/officeDocument/2006/relationships/image" Target="NULL"/><Relationship Id="rId466" Type="http://schemas.openxmlformats.org/officeDocument/2006/relationships/image" Target="NULL"/><Relationship Id="rId673" Type="http://schemas.openxmlformats.org/officeDocument/2006/relationships/customXml" Target="../ink/ink2022.xml"/><Relationship Id="rId23" Type="http://schemas.openxmlformats.org/officeDocument/2006/relationships/image" Target="NULL"/><Relationship Id="rId119" Type="http://schemas.openxmlformats.org/officeDocument/2006/relationships/image" Target="NULL"/><Relationship Id="rId326" Type="http://schemas.openxmlformats.org/officeDocument/2006/relationships/customXml" Target="../ink/ink1848.xml"/><Relationship Id="rId533" Type="http://schemas.openxmlformats.org/officeDocument/2006/relationships/customXml" Target="../ink/ink1952.xml"/><Relationship Id="rId172" Type="http://schemas.openxmlformats.org/officeDocument/2006/relationships/customXml" Target="../ink/ink1771.xml"/><Relationship Id="rId477" Type="http://schemas.openxmlformats.org/officeDocument/2006/relationships/customXml" Target="../ink/ink1924.xml"/><Relationship Id="rId600" Type="http://schemas.openxmlformats.org/officeDocument/2006/relationships/image" Target="NULL"/><Relationship Id="rId337" Type="http://schemas.openxmlformats.org/officeDocument/2006/relationships/customXml" Target="../ink/ink1854.xml"/><Relationship Id="rId34" Type="http://schemas.openxmlformats.org/officeDocument/2006/relationships/customXml" Target="../ink/ink1702.xml"/><Relationship Id="rId544" Type="http://schemas.openxmlformats.org/officeDocument/2006/relationships/image" Target="NULL"/><Relationship Id="rId183" Type="http://schemas.openxmlformats.org/officeDocument/2006/relationships/image" Target="NULL"/><Relationship Id="rId390" Type="http://schemas.openxmlformats.org/officeDocument/2006/relationships/image" Target="NULL"/><Relationship Id="rId404" Type="http://schemas.openxmlformats.org/officeDocument/2006/relationships/image" Target="NULL"/><Relationship Id="rId611" Type="http://schemas.openxmlformats.org/officeDocument/2006/relationships/customXml" Target="../ink/ink1991.xml"/><Relationship Id="rId250" Type="http://schemas.openxmlformats.org/officeDocument/2006/relationships/customXml" Target="../ink/ink1810.xml"/><Relationship Id="rId488" Type="http://schemas.openxmlformats.org/officeDocument/2006/relationships/image" Target="NULL"/><Relationship Id="rId45" Type="http://schemas.openxmlformats.org/officeDocument/2006/relationships/image" Target="NULL"/><Relationship Id="rId110" Type="http://schemas.openxmlformats.org/officeDocument/2006/relationships/customXml" Target="../ink/ink1740.xml"/><Relationship Id="rId348" Type="http://schemas.openxmlformats.org/officeDocument/2006/relationships/image" Target="NULL"/><Relationship Id="rId555" Type="http://schemas.openxmlformats.org/officeDocument/2006/relationships/customXml" Target="../ink/ink1963.xml"/><Relationship Id="rId194" Type="http://schemas.openxmlformats.org/officeDocument/2006/relationships/customXml" Target="../ink/ink1782.xml"/><Relationship Id="rId208" Type="http://schemas.openxmlformats.org/officeDocument/2006/relationships/customXml" Target="../ink/ink1789.xml"/><Relationship Id="rId415" Type="http://schemas.openxmlformats.org/officeDocument/2006/relationships/customXml" Target="../ink/ink1893.xml"/><Relationship Id="rId622" Type="http://schemas.openxmlformats.org/officeDocument/2006/relationships/image" Target="NULL"/><Relationship Id="rId261" Type="http://schemas.openxmlformats.org/officeDocument/2006/relationships/image" Target="NULL"/><Relationship Id="rId499" Type="http://schemas.openxmlformats.org/officeDocument/2006/relationships/customXml" Target="../ink/ink1935.xml"/><Relationship Id="rId56" Type="http://schemas.openxmlformats.org/officeDocument/2006/relationships/customXml" Target="../ink/ink1713.xml"/><Relationship Id="rId359" Type="http://schemas.openxmlformats.org/officeDocument/2006/relationships/customXml" Target="../ink/ink1865.xml"/><Relationship Id="rId566" Type="http://schemas.openxmlformats.org/officeDocument/2006/relationships/image" Target="NULL"/><Relationship Id="rId121" Type="http://schemas.openxmlformats.org/officeDocument/2006/relationships/image" Target="NULL"/><Relationship Id="rId219" Type="http://schemas.openxmlformats.org/officeDocument/2006/relationships/image" Target="NULL"/><Relationship Id="rId426" Type="http://schemas.openxmlformats.org/officeDocument/2006/relationships/image" Target="NULL"/><Relationship Id="rId633" Type="http://schemas.openxmlformats.org/officeDocument/2006/relationships/customXml" Target="../ink/ink2002.xml"/><Relationship Id="rId67" Type="http://schemas.openxmlformats.org/officeDocument/2006/relationships/image" Target="NULL"/><Relationship Id="rId272" Type="http://schemas.openxmlformats.org/officeDocument/2006/relationships/customXml" Target="../ink/ink1821.xml"/><Relationship Id="rId577" Type="http://schemas.openxmlformats.org/officeDocument/2006/relationships/customXml" Target="../ink/ink1974.xml"/><Relationship Id="rId132" Type="http://schemas.openxmlformats.org/officeDocument/2006/relationships/customXml" Target="../ink/ink1751.xml"/><Relationship Id="rId437" Type="http://schemas.openxmlformats.org/officeDocument/2006/relationships/customXml" Target="../ink/ink1904.xml"/><Relationship Id="rId644" Type="http://schemas.openxmlformats.org/officeDocument/2006/relationships/image" Target="NULL"/><Relationship Id="rId283" Type="http://schemas.openxmlformats.org/officeDocument/2006/relationships/image" Target="NULL"/><Relationship Id="rId490" Type="http://schemas.openxmlformats.org/officeDocument/2006/relationships/image" Target="NULL"/><Relationship Id="rId504" Type="http://schemas.openxmlformats.org/officeDocument/2006/relationships/image" Target="NULL"/><Relationship Id="rId78" Type="http://schemas.openxmlformats.org/officeDocument/2006/relationships/customXml" Target="../ink/ink1724.xml"/><Relationship Id="rId143" Type="http://schemas.openxmlformats.org/officeDocument/2006/relationships/image" Target="NULL"/><Relationship Id="rId350" Type="http://schemas.openxmlformats.org/officeDocument/2006/relationships/image" Target="NULL"/><Relationship Id="rId588" Type="http://schemas.openxmlformats.org/officeDocument/2006/relationships/image" Target="NULL"/><Relationship Id="rId9" Type="http://schemas.openxmlformats.org/officeDocument/2006/relationships/image" Target="NULL"/><Relationship Id="rId210" Type="http://schemas.openxmlformats.org/officeDocument/2006/relationships/customXml" Target="../ink/ink1790.xml"/><Relationship Id="rId448" Type="http://schemas.openxmlformats.org/officeDocument/2006/relationships/image" Target="NULL"/><Relationship Id="rId655" Type="http://schemas.openxmlformats.org/officeDocument/2006/relationships/customXml" Target="../ink/ink2013.xml"/><Relationship Id="rId294" Type="http://schemas.openxmlformats.org/officeDocument/2006/relationships/customXml" Target="../ink/ink1832.xml"/><Relationship Id="rId308" Type="http://schemas.openxmlformats.org/officeDocument/2006/relationships/customXml" Target="../ink/ink1839.xml"/><Relationship Id="rId515" Type="http://schemas.openxmlformats.org/officeDocument/2006/relationships/customXml" Target="../ink/ink1943.xml"/><Relationship Id="rId89" Type="http://schemas.openxmlformats.org/officeDocument/2006/relationships/image" Target="NULL"/><Relationship Id="rId154" Type="http://schemas.openxmlformats.org/officeDocument/2006/relationships/customXml" Target="../ink/ink1762.xml"/><Relationship Id="rId361" Type="http://schemas.openxmlformats.org/officeDocument/2006/relationships/customXml" Target="../ink/ink1866.xml"/><Relationship Id="rId599" Type="http://schemas.openxmlformats.org/officeDocument/2006/relationships/customXml" Target="../ink/ink1985.xml"/><Relationship Id="rId459" Type="http://schemas.openxmlformats.org/officeDocument/2006/relationships/customXml" Target="../ink/ink1915.xml"/><Relationship Id="rId666" Type="http://schemas.openxmlformats.org/officeDocument/2006/relationships/image" Target="NULL"/><Relationship Id="rId16" Type="http://schemas.openxmlformats.org/officeDocument/2006/relationships/customXml" Target="../ink/ink1693.xml"/><Relationship Id="rId221" Type="http://schemas.openxmlformats.org/officeDocument/2006/relationships/image" Target="NULL"/><Relationship Id="rId319" Type="http://schemas.openxmlformats.org/officeDocument/2006/relationships/image" Target="NULL"/><Relationship Id="rId526" Type="http://schemas.openxmlformats.org/officeDocument/2006/relationships/image" Target="NULL"/><Relationship Id="rId165" Type="http://schemas.openxmlformats.org/officeDocument/2006/relationships/image" Target="NULL"/><Relationship Id="rId372" Type="http://schemas.openxmlformats.org/officeDocument/2006/relationships/image" Target="NULL"/><Relationship Id="rId232" Type="http://schemas.openxmlformats.org/officeDocument/2006/relationships/customXml" Target="../ink/ink1801.xml"/><Relationship Id="rId27" Type="http://schemas.openxmlformats.org/officeDocument/2006/relationships/image" Target="NULL"/><Relationship Id="rId537" Type="http://schemas.openxmlformats.org/officeDocument/2006/relationships/customXml" Target="../ink/ink1954.xml"/><Relationship Id="rId80" Type="http://schemas.openxmlformats.org/officeDocument/2006/relationships/customXml" Target="../ink/ink1725.xml"/><Relationship Id="rId176" Type="http://schemas.openxmlformats.org/officeDocument/2006/relationships/customXml" Target="../ink/ink1773.xml"/><Relationship Id="rId383" Type="http://schemas.openxmlformats.org/officeDocument/2006/relationships/customXml" Target="../ink/ink1877.xml"/><Relationship Id="rId590" Type="http://schemas.openxmlformats.org/officeDocument/2006/relationships/image" Target="NULL"/><Relationship Id="rId604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NULL"/><Relationship Id="rId21" Type="http://schemas.openxmlformats.org/officeDocument/2006/relationships/image" Target="NULL"/><Relationship Id="rId324" Type="http://schemas.openxmlformats.org/officeDocument/2006/relationships/image" Target="NULL"/><Relationship Id="rId531" Type="http://schemas.openxmlformats.org/officeDocument/2006/relationships/customXml" Target="../ink/ink2289.xml"/><Relationship Id="rId170" Type="http://schemas.openxmlformats.org/officeDocument/2006/relationships/customXml" Target="../ink/ink2108.xml"/><Relationship Id="rId268" Type="http://schemas.openxmlformats.org/officeDocument/2006/relationships/image" Target="NULL"/><Relationship Id="rId475" Type="http://schemas.openxmlformats.org/officeDocument/2006/relationships/customXml" Target="../ink/ink2261.xml"/><Relationship Id="rId32" Type="http://schemas.openxmlformats.org/officeDocument/2006/relationships/customXml" Target="../ink/ink2039.xml"/><Relationship Id="rId128" Type="http://schemas.openxmlformats.org/officeDocument/2006/relationships/customXml" Target="../ink/ink2087.xml"/><Relationship Id="rId335" Type="http://schemas.openxmlformats.org/officeDocument/2006/relationships/customXml" Target="../ink/ink2191.xml"/><Relationship Id="rId542" Type="http://schemas.openxmlformats.org/officeDocument/2006/relationships/image" Target="NULL"/><Relationship Id="rId181" Type="http://schemas.openxmlformats.org/officeDocument/2006/relationships/image" Target="NULL"/><Relationship Id="rId402" Type="http://schemas.openxmlformats.org/officeDocument/2006/relationships/image" Target="NULL"/><Relationship Id="rId279" Type="http://schemas.openxmlformats.org/officeDocument/2006/relationships/customXml" Target="../ink/ink2163.xml"/><Relationship Id="rId486" Type="http://schemas.openxmlformats.org/officeDocument/2006/relationships/image" Target="NULL"/><Relationship Id="rId43" Type="http://schemas.openxmlformats.org/officeDocument/2006/relationships/image" Target="NULL"/><Relationship Id="rId139" Type="http://schemas.openxmlformats.org/officeDocument/2006/relationships/image" Target="NULL"/><Relationship Id="rId346" Type="http://schemas.openxmlformats.org/officeDocument/2006/relationships/image" Target="NULL"/><Relationship Id="rId553" Type="http://schemas.openxmlformats.org/officeDocument/2006/relationships/customXml" Target="../ink/ink2300.xml"/><Relationship Id="rId192" Type="http://schemas.openxmlformats.org/officeDocument/2006/relationships/customXml" Target="../ink/ink2119.xml"/><Relationship Id="rId206" Type="http://schemas.openxmlformats.org/officeDocument/2006/relationships/customXml" Target="../ink/ink2126.xml"/><Relationship Id="rId413" Type="http://schemas.openxmlformats.org/officeDocument/2006/relationships/customXml" Target="../ink/ink2230.xml"/><Relationship Id="rId497" Type="http://schemas.openxmlformats.org/officeDocument/2006/relationships/customXml" Target="../ink/ink2272.xml"/><Relationship Id="rId357" Type="http://schemas.openxmlformats.org/officeDocument/2006/relationships/customXml" Target="../ink/ink2202.xml"/><Relationship Id="rId54" Type="http://schemas.openxmlformats.org/officeDocument/2006/relationships/customXml" Target="../ink/ink2050.xml"/><Relationship Id="rId217" Type="http://schemas.openxmlformats.org/officeDocument/2006/relationships/image" Target="NULL"/><Relationship Id="rId564" Type="http://schemas.openxmlformats.org/officeDocument/2006/relationships/image" Target="NULL"/><Relationship Id="rId424" Type="http://schemas.openxmlformats.org/officeDocument/2006/relationships/image" Target="NULL"/><Relationship Id="rId270" Type="http://schemas.openxmlformats.org/officeDocument/2006/relationships/image" Target="NULL"/><Relationship Id="rId65" Type="http://schemas.openxmlformats.org/officeDocument/2006/relationships/image" Target="NULL"/><Relationship Id="rId130" Type="http://schemas.openxmlformats.org/officeDocument/2006/relationships/customXml" Target="../ink/ink2088.xml"/><Relationship Id="rId368" Type="http://schemas.openxmlformats.org/officeDocument/2006/relationships/image" Target="NULL"/><Relationship Id="rId575" Type="http://schemas.openxmlformats.org/officeDocument/2006/relationships/customXml" Target="../ink/ink2311.xml"/><Relationship Id="rId228" Type="http://schemas.openxmlformats.org/officeDocument/2006/relationships/customXml" Target="../ink/ink2137.xml"/><Relationship Id="rId435" Type="http://schemas.openxmlformats.org/officeDocument/2006/relationships/customXml" Target="../ink/ink2241.xml"/><Relationship Id="rId281" Type="http://schemas.openxmlformats.org/officeDocument/2006/relationships/customXml" Target="../ink/ink2164.xml"/><Relationship Id="rId502" Type="http://schemas.openxmlformats.org/officeDocument/2006/relationships/image" Target="NULL"/><Relationship Id="rId76" Type="http://schemas.openxmlformats.org/officeDocument/2006/relationships/customXml" Target="../ink/ink2061.xml"/><Relationship Id="rId141" Type="http://schemas.openxmlformats.org/officeDocument/2006/relationships/image" Target="NULL"/><Relationship Id="rId379" Type="http://schemas.openxmlformats.org/officeDocument/2006/relationships/customXml" Target="../ink/ink2213.xml"/><Relationship Id="rId586" Type="http://schemas.openxmlformats.org/officeDocument/2006/relationships/image" Target="NULL"/><Relationship Id="rId7" Type="http://schemas.openxmlformats.org/officeDocument/2006/relationships/image" Target="NULL"/><Relationship Id="rId239" Type="http://schemas.openxmlformats.org/officeDocument/2006/relationships/image" Target="NULL"/><Relationship Id="rId446" Type="http://schemas.openxmlformats.org/officeDocument/2006/relationships/image" Target="NULL"/><Relationship Id="rId292" Type="http://schemas.openxmlformats.org/officeDocument/2006/relationships/image" Target="NULL"/><Relationship Id="rId306" Type="http://schemas.openxmlformats.org/officeDocument/2006/relationships/image" Target="NULL"/><Relationship Id="rId87" Type="http://schemas.openxmlformats.org/officeDocument/2006/relationships/image" Target="NULL"/><Relationship Id="rId513" Type="http://schemas.openxmlformats.org/officeDocument/2006/relationships/customXml" Target="../ink/ink2280.xml"/><Relationship Id="rId597" Type="http://schemas.openxmlformats.org/officeDocument/2006/relationships/customXml" Target="../ink/ink2322.xml"/><Relationship Id="rId152" Type="http://schemas.openxmlformats.org/officeDocument/2006/relationships/customXml" Target="../ink/ink2099.xml"/><Relationship Id="rId457" Type="http://schemas.openxmlformats.org/officeDocument/2006/relationships/customXml" Target="../ink/ink2252.xml"/><Relationship Id="rId261" Type="http://schemas.openxmlformats.org/officeDocument/2006/relationships/customXml" Target="../ink/ink2154.xml"/><Relationship Id="rId499" Type="http://schemas.openxmlformats.org/officeDocument/2006/relationships/customXml" Target="../ink/ink2273.xml"/><Relationship Id="rId14" Type="http://schemas.openxmlformats.org/officeDocument/2006/relationships/customXml" Target="../ink/ink2030.xml"/><Relationship Id="rId56" Type="http://schemas.openxmlformats.org/officeDocument/2006/relationships/customXml" Target="../ink/ink2051.xml"/><Relationship Id="rId317" Type="http://schemas.openxmlformats.org/officeDocument/2006/relationships/customXml" Target="../ink/ink2182.xml"/><Relationship Id="rId359" Type="http://schemas.openxmlformats.org/officeDocument/2006/relationships/customXml" Target="../ink/ink2203.xml"/><Relationship Id="rId524" Type="http://schemas.openxmlformats.org/officeDocument/2006/relationships/image" Target="NULL"/><Relationship Id="rId566" Type="http://schemas.openxmlformats.org/officeDocument/2006/relationships/image" Target="NULL"/><Relationship Id="rId98" Type="http://schemas.openxmlformats.org/officeDocument/2006/relationships/customXml" Target="../ink/ink2072.xml"/><Relationship Id="rId121" Type="http://schemas.openxmlformats.org/officeDocument/2006/relationships/image" Target="NULL"/><Relationship Id="rId163" Type="http://schemas.openxmlformats.org/officeDocument/2006/relationships/image" Target="NULL"/><Relationship Id="rId219" Type="http://schemas.openxmlformats.org/officeDocument/2006/relationships/image" Target="NULL"/><Relationship Id="rId370" Type="http://schemas.openxmlformats.org/officeDocument/2006/relationships/image" Target="NULL"/><Relationship Id="rId426" Type="http://schemas.openxmlformats.org/officeDocument/2006/relationships/image" Target="NULL"/><Relationship Id="rId230" Type="http://schemas.openxmlformats.org/officeDocument/2006/relationships/customXml" Target="../ink/ink2138.xml"/><Relationship Id="rId468" Type="http://schemas.openxmlformats.org/officeDocument/2006/relationships/image" Target="NULL"/><Relationship Id="rId25" Type="http://schemas.openxmlformats.org/officeDocument/2006/relationships/image" Target="NULL"/><Relationship Id="rId67" Type="http://schemas.openxmlformats.org/officeDocument/2006/relationships/image" Target="NULL"/><Relationship Id="rId272" Type="http://schemas.openxmlformats.org/officeDocument/2006/relationships/image" Target="NULL"/><Relationship Id="rId328" Type="http://schemas.openxmlformats.org/officeDocument/2006/relationships/image" Target="NULL"/><Relationship Id="rId535" Type="http://schemas.openxmlformats.org/officeDocument/2006/relationships/customXml" Target="../ink/ink2291.xml"/><Relationship Id="rId577" Type="http://schemas.openxmlformats.org/officeDocument/2006/relationships/customXml" Target="../ink/ink2312.xml"/><Relationship Id="rId132" Type="http://schemas.openxmlformats.org/officeDocument/2006/relationships/customXml" Target="../ink/ink2089.xml"/><Relationship Id="rId174" Type="http://schemas.openxmlformats.org/officeDocument/2006/relationships/customXml" Target="../ink/ink2110.xml"/><Relationship Id="rId381" Type="http://schemas.openxmlformats.org/officeDocument/2006/relationships/customXml" Target="../ink/ink2214.xml"/><Relationship Id="rId241" Type="http://schemas.openxmlformats.org/officeDocument/2006/relationships/image" Target="NULL"/><Relationship Id="rId437" Type="http://schemas.openxmlformats.org/officeDocument/2006/relationships/customXml" Target="../ink/ink2242.xml"/><Relationship Id="rId479" Type="http://schemas.openxmlformats.org/officeDocument/2006/relationships/customXml" Target="../ink/ink2263.xml"/><Relationship Id="rId36" Type="http://schemas.openxmlformats.org/officeDocument/2006/relationships/customXml" Target="../ink/ink2041.xml"/><Relationship Id="rId283" Type="http://schemas.openxmlformats.org/officeDocument/2006/relationships/customXml" Target="../ink/ink2165.xml"/><Relationship Id="rId339" Type="http://schemas.openxmlformats.org/officeDocument/2006/relationships/customXml" Target="../ink/ink2193.xml"/><Relationship Id="rId490" Type="http://schemas.openxmlformats.org/officeDocument/2006/relationships/image" Target="NULL"/><Relationship Id="rId504" Type="http://schemas.openxmlformats.org/officeDocument/2006/relationships/image" Target="NULL"/><Relationship Id="rId546" Type="http://schemas.openxmlformats.org/officeDocument/2006/relationships/image" Target="NULL"/><Relationship Id="rId78" Type="http://schemas.openxmlformats.org/officeDocument/2006/relationships/customXml" Target="../ink/ink2062.xml"/><Relationship Id="rId101" Type="http://schemas.openxmlformats.org/officeDocument/2006/relationships/image" Target="NULL"/><Relationship Id="rId143" Type="http://schemas.openxmlformats.org/officeDocument/2006/relationships/image" Target="NULL"/><Relationship Id="rId185" Type="http://schemas.openxmlformats.org/officeDocument/2006/relationships/image" Target="NULL"/><Relationship Id="rId350" Type="http://schemas.openxmlformats.org/officeDocument/2006/relationships/image" Target="NULL"/><Relationship Id="rId406" Type="http://schemas.openxmlformats.org/officeDocument/2006/relationships/image" Target="NULL"/><Relationship Id="rId588" Type="http://schemas.openxmlformats.org/officeDocument/2006/relationships/image" Target="NULL"/><Relationship Id="rId9" Type="http://schemas.openxmlformats.org/officeDocument/2006/relationships/image" Target="NULL"/><Relationship Id="rId210" Type="http://schemas.openxmlformats.org/officeDocument/2006/relationships/customXml" Target="../ink/ink2128.xml"/><Relationship Id="rId392" Type="http://schemas.openxmlformats.org/officeDocument/2006/relationships/image" Target="NULL"/><Relationship Id="rId448" Type="http://schemas.openxmlformats.org/officeDocument/2006/relationships/image" Target="NULL"/><Relationship Id="rId252" Type="http://schemas.openxmlformats.org/officeDocument/2006/relationships/image" Target="NULL"/><Relationship Id="rId294" Type="http://schemas.openxmlformats.org/officeDocument/2006/relationships/image" Target="NULL"/><Relationship Id="rId308" Type="http://schemas.openxmlformats.org/officeDocument/2006/relationships/image" Target="NULL"/><Relationship Id="rId515" Type="http://schemas.openxmlformats.org/officeDocument/2006/relationships/customXml" Target="../ink/ink2281.xml"/><Relationship Id="rId47" Type="http://schemas.openxmlformats.org/officeDocument/2006/relationships/image" Target="NULL"/><Relationship Id="rId89" Type="http://schemas.openxmlformats.org/officeDocument/2006/relationships/image" Target="NULL"/><Relationship Id="rId112" Type="http://schemas.openxmlformats.org/officeDocument/2006/relationships/customXml" Target="../ink/ink2079.xml"/><Relationship Id="rId154" Type="http://schemas.openxmlformats.org/officeDocument/2006/relationships/customXml" Target="../ink/ink2100.xml"/><Relationship Id="rId361" Type="http://schemas.openxmlformats.org/officeDocument/2006/relationships/customXml" Target="../ink/ink2204.xml"/><Relationship Id="rId557" Type="http://schemas.openxmlformats.org/officeDocument/2006/relationships/customXml" Target="../ink/ink2302.xml"/><Relationship Id="rId196" Type="http://schemas.openxmlformats.org/officeDocument/2006/relationships/customXml" Target="../ink/ink2121.xml"/><Relationship Id="rId417" Type="http://schemas.openxmlformats.org/officeDocument/2006/relationships/customXml" Target="../ink/ink2232.xml"/><Relationship Id="rId459" Type="http://schemas.openxmlformats.org/officeDocument/2006/relationships/customXml" Target="../ink/ink2253.xml"/><Relationship Id="rId16" Type="http://schemas.openxmlformats.org/officeDocument/2006/relationships/customXml" Target="../ink/ink2031.xml"/><Relationship Id="rId221" Type="http://schemas.openxmlformats.org/officeDocument/2006/relationships/image" Target="NULL"/><Relationship Id="rId263" Type="http://schemas.openxmlformats.org/officeDocument/2006/relationships/customXml" Target="../ink/ink2155.xml"/><Relationship Id="rId319" Type="http://schemas.openxmlformats.org/officeDocument/2006/relationships/customXml" Target="../ink/ink2183.xml"/><Relationship Id="rId470" Type="http://schemas.openxmlformats.org/officeDocument/2006/relationships/image" Target="NULL"/><Relationship Id="rId526" Type="http://schemas.openxmlformats.org/officeDocument/2006/relationships/image" Target="NULL"/><Relationship Id="rId58" Type="http://schemas.openxmlformats.org/officeDocument/2006/relationships/customXml" Target="../ink/ink2052.xml"/><Relationship Id="rId123" Type="http://schemas.openxmlformats.org/officeDocument/2006/relationships/image" Target="NULL"/><Relationship Id="rId330" Type="http://schemas.openxmlformats.org/officeDocument/2006/relationships/image" Target="NULL"/><Relationship Id="rId568" Type="http://schemas.openxmlformats.org/officeDocument/2006/relationships/image" Target="NULL"/><Relationship Id="rId165" Type="http://schemas.openxmlformats.org/officeDocument/2006/relationships/image" Target="NULL"/><Relationship Id="rId372" Type="http://schemas.openxmlformats.org/officeDocument/2006/relationships/image" Target="NULL"/><Relationship Id="rId428" Type="http://schemas.openxmlformats.org/officeDocument/2006/relationships/image" Target="NULL"/><Relationship Id="rId232" Type="http://schemas.openxmlformats.org/officeDocument/2006/relationships/customXml" Target="../ink/ink2139.xml"/><Relationship Id="rId274" Type="http://schemas.openxmlformats.org/officeDocument/2006/relationships/image" Target="NULL"/><Relationship Id="rId481" Type="http://schemas.openxmlformats.org/officeDocument/2006/relationships/customXml" Target="../ink/ink2264.xml"/><Relationship Id="rId27" Type="http://schemas.openxmlformats.org/officeDocument/2006/relationships/image" Target="NULL"/><Relationship Id="rId69" Type="http://schemas.openxmlformats.org/officeDocument/2006/relationships/image" Target="NULL"/><Relationship Id="rId134" Type="http://schemas.openxmlformats.org/officeDocument/2006/relationships/customXml" Target="../ink/ink2090.xml"/><Relationship Id="rId537" Type="http://schemas.openxmlformats.org/officeDocument/2006/relationships/customXml" Target="../ink/ink2292.xml"/><Relationship Id="rId579" Type="http://schemas.openxmlformats.org/officeDocument/2006/relationships/customXml" Target="../ink/ink2313.xml"/><Relationship Id="rId80" Type="http://schemas.openxmlformats.org/officeDocument/2006/relationships/customXml" Target="../ink/ink2063.xml"/><Relationship Id="rId176" Type="http://schemas.openxmlformats.org/officeDocument/2006/relationships/customXml" Target="../ink/ink2111.xml"/><Relationship Id="rId341" Type="http://schemas.openxmlformats.org/officeDocument/2006/relationships/customXml" Target="../ink/ink2194.xml"/><Relationship Id="rId383" Type="http://schemas.openxmlformats.org/officeDocument/2006/relationships/customXml" Target="../ink/ink2215.xml"/><Relationship Id="rId439" Type="http://schemas.openxmlformats.org/officeDocument/2006/relationships/customXml" Target="../ink/ink2243.xml"/><Relationship Id="rId590" Type="http://schemas.openxmlformats.org/officeDocument/2006/relationships/image" Target="NULL"/><Relationship Id="rId201" Type="http://schemas.openxmlformats.org/officeDocument/2006/relationships/image" Target="NULL"/><Relationship Id="rId243" Type="http://schemas.openxmlformats.org/officeDocument/2006/relationships/image" Target="NULL"/><Relationship Id="rId285" Type="http://schemas.openxmlformats.org/officeDocument/2006/relationships/customXml" Target="../ink/ink2166.xml"/><Relationship Id="rId450" Type="http://schemas.openxmlformats.org/officeDocument/2006/relationships/image" Target="NULL"/><Relationship Id="rId506" Type="http://schemas.openxmlformats.org/officeDocument/2006/relationships/image" Target="NULL"/><Relationship Id="rId38" Type="http://schemas.openxmlformats.org/officeDocument/2006/relationships/customXml" Target="../ink/ink2042.xml"/><Relationship Id="rId103" Type="http://schemas.openxmlformats.org/officeDocument/2006/relationships/image" Target="NULL"/><Relationship Id="rId310" Type="http://schemas.openxmlformats.org/officeDocument/2006/relationships/image" Target="NULL"/><Relationship Id="rId492" Type="http://schemas.openxmlformats.org/officeDocument/2006/relationships/image" Target="NULL"/><Relationship Id="rId548" Type="http://schemas.openxmlformats.org/officeDocument/2006/relationships/image" Target="NULL"/><Relationship Id="rId91" Type="http://schemas.openxmlformats.org/officeDocument/2006/relationships/image" Target="NULL"/><Relationship Id="rId145" Type="http://schemas.openxmlformats.org/officeDocument/2006/relationships/image" Target="NULL"/><Relationship Id="rId187" Type="http://schemas.openxmlformats.org/officeDocument/2006/relationships/image" Target="NULL"/><Relationship Id="rId352" Type="http://schemas.openxmlformats.org/officeDocument/2006/relationships/image" Target="NULL"/><Relationship Id="rId394" Type="http://schemas.openxmlformats.org/officeDocument/2006/relationships/image" Target="NULL"/><Relationship Id="rId408" Type="http://schemas.openxmlformats.org/officeDocument/2006/relationships/image" Target="NULL"/><Relationship Id="rId212" Type="http://schemas.openxmlformats.org/officeDocument/2006/relationships/customXml" Target="../ink/ink2129.xml"/><Relationship Id="rId254" Type="http://schemas.openxmlformats.org/officeDocument/2006/relationships/image" Target="NULL"/><Relationship Id="rId49" Type="http://schemas.openxmlformats.org/officeDocument/2006/relationships/image" Target="NULL"/><Relationship Id="rId114" Type="http://schemas.openxmlformats.org/officeDocument/2006/relationships/customXml" Target="../ink/ink2080.xml"/><Relationship Id="rId296" Type="http://schemas.openxmlformats.org/officeDocument/2006/relationships/image" Target="NULL"/><Relationship Id="rId461" Type="http://schemas.openxmlformats.org/officeDocument/2006/relationships/customXml" Target="../ink/ink2254.xml"/><Relationship Id="rId517" Type="http://schemas.openxmlformats.org/officeDocument/2006/relationships/customXml" Target="../ink/ink2282.xml"/><Relationship Id="rId559" Type="http://schemas.openxmlformats.org/officeDocument/2006/relationships/customXml" Target="../ink/ink2303.xml"/><Relationship Id="rId60" Type="http://schemas.openxmlformats.org/officeDocument/2006/relationships/customXml" Target="../ink/ink2053.xml"/><Relationship Id="rId156" Type="http://schemas.openxmlformats.org/officeDocument/2006/relationships/customXml" Target="../ink/ink2101.xml"/><Relationship Id="rId198" Type="http://schemas.openxmlformats.org/officeDocument/2006/relationships/customXml" Target="../ink/ink2122.xml"/><Relationship Id="rId321" Type="http://schemas.openxmlformats.org/officeDocument/2006/relationships/customXml" Target="../ink/ink2184.xml"/><Relationship Id="rId363" Type="http://schemas.openxmlformats.org/officeDocument/2006/relationships/customXml" Target="../ink/ink2205.xml"/><Relationship Id="rId419" Type="http://schemas.openxmlformats.org/officeDocument/2006/relationships/customXml" Target="../ink/ink2233.xml"/><Relationship Id="rId570" Type="http://schemas.openxmlformats.org/officeDocument/2006/relationships/image" Target="NULL"/><Relationship Id="rId223" Type="http://schemas.openxmlformats.org/officeDocument/2006/relationships/image" Target="NULL"/><Relationship Id="rId430" Type="http://schemas.openxmlformats.org/officeDocument/2006/relationships/image" Target="NULL"/><Relationship Id="rId18" Type="http://schemas.openxmlformats.org/officeDocument/2006/relationships/customXml" Target="../ink/ink2032.xml"/><Relationship Id="rId265" Type="http://schemas.openxmlformats.org/officeDocument/2006/relationships/customXml" Target="../ink/ink2156.xml"/><Relationship Id="rId472" Type="http://schemas.openxmlformats.org/officeDocument/2006/relationships/image" Target="NULL"/><Relationship Id="rId528" Type="http://schemas.openxmlformats.org/officeDocument/2006/relationships/image" Target="NULL"/><Relationship Id="rId125" Type="http://schemas.openxmlformats.org/officeDocument/2006/relationships/image" Target="NULL"/><Relationship Id="rId167" Type="http://schemas.openxmlformats.org/officeDocument/2006/relationships/image" Target="NULL"/><Relationship Id="rId332" Type="http://schemas.openxmlformats.org/officeDocument/2006/relationships/image" Target="NULL"/><Relationship Id="rId374" Type="http://schemas.openxmlformats.org/officeDocument/2006/relationships/image" Target="NULL"/><Relationship Id="rId581" Type="http://schemas.openxmlformats.org/officeDocument/2006/relationships/customXml" Target="../ink/ink2314.xml"/><Relationship Id="rId71" Type="http://schemas.openxmlformats.org/officeDocument/2006/relationships/image" Target="NULL"/><Relationship Id="rId234" Type="http://schemas.openxmlformats.org/officeDocument/2006/relationships/customXml" Target="../ink/ink2140.xml"/><Relationship Id="rId2" Type="http://schemas.openxmlformats.org/officeDocument/2006/relationships/customXml" Target="../ink/ink2024.xml"/><Relationship Id="rId29" Type="http://schemas.openxmlformats.org/officeDocument/2006/relationships/image" Target="NULL"/><Relationship Id="rId276" Type="http://schemas.openxmlformats.org/officeDocument/2006/relationships/image" Target="NULL"/><Relationship Id="rId441" Type="http://schemas.openxmlformats.org/officeDocument/2006/relationships/customXml" Target="../ink/ink2244.xml"/><Relationship Id="rId483" Type="http://schemas.openxmlformats.org/officeDocument/2006/relationships/customXml" Target="../ink/ink2265.xml"/><Relationship Id="rId539" Type="http://schemas.openxmlformats.org/officeDocument/2006/relationships/customXml" Target="../ink/ink2293.xml"/><Relationship Id="rId40" Type="http://schemas.openxmlformats.org/officeDocument/2006/relationships/customXml" Target="../ink/ink2043.xml"/><Relationship Id="rId136" Type="http://schemas.openxmlformats.org/officeDocument/2006/relationships/customXml" Target="../ink/ink2091.xml"/><Relationship Id="rId178" Type="http://schemas.openxmlformats.org/officeDocument/2006/relationships/customXml" Target="../ink/ink2112.xml"/><Relationship Id="rId301" Type="http://schemas.openxmlformats.org/officeDocument/2006/relationships/customXml" Target="../ink/ink2174.xml"/><Relationship Id="rId343" Type="http://schemas.openxmlformats.org/officeDocument/2006/relationships/customXml" Target="../ink/ink2195.xml"/><Relationship Id="rId550" Type="http://schemas.openxmlformats.org/officeDocument/2006/relationships/image" Target="NULL"/><Relationship Id="rId82" Type="http://schemas.openxmlformats.org/officeDocument/2006/relationships/customXml" Target="../ink/ink2064.xml"/><Relationship Id="rId203" Type="http://schemas.openxmlformats.org/officeDocument/2006/relationships/image" Target="NULL"/><Relationship Id="rId385" Type="http://schemas.openxmlformats.org/officeDocument/2006/relationships/customXml" Target="../ink/ink2216.xml"/><Relationship Id="rId592" Type="http://schemas.openxmlformats.org/officeDocument/2006/relationships/image" Target="NULL"/><Relationship Id="rId245" Type="http://schemas.openxmlformats.org/officeDocument/2006/relationships/image" Target="NULL"/><Relationship Id="rId287" Type="http://schemas.openxmlformats.org/officeDocument/2006/relationships/customXml" Target="../ink/ink2167.xml"/><Relationship Id="rId410" Type="http://schemas.openxmlformats.org/officeDocument/2006/relationships/image" Target="NULL"/><Relationship Id="rId452" Type="http://schemas.openxmlformats.org/officeDocument/2006/relationships/image" Target="NULL"/><Relationship Id="rId494" Type="http://schemas.openxmlformats.org/officeDocument/2006/relationships/image" Target="NULL"/><Relationship Id="rId508" Type="http://schemas.openxmlformats.org/officeDocument/2006/relationships/image" Target="NULL"/><Relationship Id="rId105" Type="http://schemas.openxmlformats.org/officeDocument/2006/relationships/image" Target="NULL"/><Relationship Id="rId147" Type="http://schemas.openxmlformats.org/officeDocument/2006/relationships/image" Target="NULL"/><Relationship Id="rId312" Type="http://schemas.openxmlformats.org/officeDocument/2006/relationships/image" Target="NULL"/><Relationship Id="rId354" Type="http://schemas.openxmlformats.org/officeDocument/2006/relationships/image" Target="NULL"/><Relationship Id="rId51" Type="http://schemas.openxmlformats.org/officeDocument/2006/relationships/image" Target="NULL"/><Relationship Id="rId93" Type="http://schemas.openxmlformats.org/officeDocument/2006/relationships/image" Target="NULL"/><Relationship Id="rId189" Type="http://schemas.openxmlformats.org/officeDocument/2006/relationships/image" Target="NULL"/><Relationship Id="rId396" Type="http://schemas.openxmlformats.org/officeDocument/2006/relationships/image" Target="NULL"/><Relationship Id="rId561" Type="http://schemas.openxmlformats.org/officeDocument/2006/relationships/customXml" Target="../ink/ink2304.xml"/><Relationship Id="rId214" Type="http://schemas.openxmlformats.org/officeDocument/2006/relationships/customXml" Target="../ink/ink2130.xml"/><Relationship Id="rId256" Type="http://schemas.openxmlformats.org/officeDocument/2006/relationships/image" Target="NULL"/><Relationship Id="rId298" Type="http://schemas.openxmlformats.org/officeDocument/2006/relationships/image" Target="NULL"/><Relationship Id="rId421" Type="http://schemas.openxmlformats.org/officeDocument/2006/relationships/customXml" Target="../ink/ink2234.xml"/><Relationship Id="rId463" Type="http://schemas.openxmlformats.org/officeDocument/2006/relationships/customXml" Target="../ink/ink2255.xml"/><Relationship Id="rId519" Type="http://schemas.openxmlformats.org/officeDocument/2006/relationships/customXml" Target="../ink/ink2283.xml"/><Relationship Id="rId116" Type="http://schemas.openxmlformats.org/officeDocument/2006/relationships/customXml" Target="../ink/ink2081.xml"/><Relationship Id="rId158" Type="http://schemas.openxmlformats.org/officeDocument/2006/relationships/customXml" Target="../ink/ink2102.xml"/><Relationship Id="rId323" Type="http://schemas.openxmlformats.org/officeDocument/2006/relationships/customXml" Target="../ink/ink2185.xml"/><Relationship Id="rId530" Type="http://schemas.openxmlformats.org/officeDocument/2006/relationships/image" Target="NULL"/><Relationship Id="rId20" Type="http://schemas.openxmlformats.org/officeDocument/2006/relationships/customXml" Target="../ink/ink2033.xml"/><Relationship Id="rId62" Type="http://schemas.openxmlformats.org/officeDocument/2006/relationships/customXml" Target="../ink/ink2054.xml"/><Relationship Id="rId365" Type="http://schemas.openxmlformats.org/officeDocument/2006/relationships/customXml" Target="../ink/ink2206.xml"/><Relationship Id="rId572" Type="http://schemas.openxmlformats.org/officeDocument/2006/relationships/image" Target="NULL"/><Relationship Id="rId225" Type="http://schemas.openxmlformats.org/officeDocument/2006/relationships/image" Target="NULL"/><Relationship Id="rId267" Type="http://schemas.openxmlformats.org/officeDocument/2006/relationships/customXml" Target="../ink/ink2157.xml"/><Relationship Id="rId432" Type="http://schemas.openxmlformats.org/officeDocument/2006/relationships/image" Target="NULL"/><Relationship Id="rId474" Type="http://schemas.openxmlformats.org/officeDocument/2006/relationships/image" Target="NULL"/><Relationship Id="rId127" Type="http://schemas.openxmlformats.org/officeDocument/2006/relationships/image" Target="NULL"/><Relationship Id="rId31" Type="http://schemas.openxmlformats.org/officeDocument/2006/relationships/image" Target="NULL"/><Relationship Id="rId73" Type="http://schemas.openxmlformats.org/officeDocument/2006/relationships/image" Target="NULL"/><Relationship Id="rId169" Type="http://schemas.openxmlformats.org/officeDocument/2006/relationships/image" Target="NULL"/><Relationship Id="rId334" Type="http://schemas.openxmlformats.org/officeDocument/2006/relationships/image" Target="NULL"/><Relationship Id="rId376" Type="http://schemas.openxmlformats.org/officeDocument/2006/relationships/image" Target="NULL"/><Relationship Id="rId541" Type="http://schemas.openxmlformats.org/officeDocument/2006/relationships/customXml" Target="../ink/ink2294.xml"/><Relationship Id="rId583" Type="http://schemas.openxmlformats.org/officeDocument/2006/relationships/customXml" Target="../ink/ink2315.xml"/><Relationship Id="rId4" Type="http://schemas.openxmlformats.org/officeDocument/2006/relationships/customXml" Target="../ink/ink2025.xml"/><Relationship Id="rId180" Type="http://schemas.openxmlformats.org/officeDocument/2006/relationships/customXml" Target="../ink/ink2113.xml"/><Relationship Id="rId236" Type="http://schemas.openxmlformats.org/officeDocument/2006/relationships/customXml" Target="../ink/ink2141.xml"/><Relationship Id="rId278" Type="http://schemas.openxmlformats.org/officeDocument/2006/relationships/image" Target="NULL"/><Relationship Id="rId401" Type="http://schemas.openxmlformats.org/officeDocument/2006/relationships/customXml" Target="../ink/ink2224.xml"/><Relationship Id="rId443" Type="http://schemas.openxmlformats.org/officeDocument/2006/relationships/customXml" Target="../ink/ink2245.xml"/><Relationship Id="rId303" Type="http://schemas.openxmlformats.org/officeDocument/2006/relationships/customXml" Target="../ink/ink2175.xml"/><Relationship Id="rId485" Type="http://schemas.openxmlformats.org/officeDocument/2006/relationships/customXml" Target="../ink/ink2266.xml"/><Relationship Id="rId42" Type="http://schemas.openxmlformats.org/officeDocument/2006/relationships/customXml" Target="../ink/ink2044.xml"/><Relationship Id="rId84" Type="http://schemas.openxmlformats.org/officeDocument/2006/relationships/customXml" Target="../ink/ink2065.xml"/><Relationship Id="rId138" Type="http://schemas.openxmlformats.org/officeDocument/2006/relationships/customXml" Target="../ink/ink2092.xml"/><Relationship Id="rId345" Type="http://schemas.openxmlformats.org/officeDocument/2006/relationships/customXml" Target="../ink/ink2196.xml"/><Relationship Id="rId387" Type="http://schemas.openxmlformats.org/officeDocument/2006/relationships/customXml" Target="../ink/ink2217.xml"/><Relationship Id="rId510" Type="http://schemas.openxmlformats.org/officeDocument/2006/relationships/image" Target="NULL"/><Relationship Id="rId552" Type="http://schemas.openxmlformats.org/officeDocument/2006/relationships/image" Target="NULL"/><Relationship Id="rId594" Type="http://schemas.openxmlformats.org/officeDocument/2006/relationships/image" Target="NULL"/><Relationship Id="rId191" Type="http://schemas.openxmlformats.org/officeDocument/2006/relationships/image" Target="NULL"/><Relationship Id="rId205" Type="http://schemas.openxmlformats.org/officeDocument/2006/relationships/image" Target="NULL"/><Relationship Id="rId247" Type="http://schemas.openxmlformats.org/officeDocument/2006/relationships/image" Target="NULL"/><Relationship Id="rId412" Type="http://schemas.openxmlformats.org/officeDocument/2006/relationships/image" Target="NULL"/><Relationship Id="rId107" Type="http://schemas.openxmlformats.org/officeDocument/2006/relationships/image" Target="NULL"/><Relationship Id="rId289" Type="http://schemas.openxmlformats.org/officeDocument/2006/relationships/customXml" Target="../ink/ink2168.xml"/><Relationship Id="rId454" Type="http://schemas.openxmlformats.org/officeDocument/2006/relationships/image" Target="NULL"/><Relationship Id="rId496" Type="http://schemas.openxmlformats.org/officeDocument/2006/relationships/image" Target="NULL"/><Relationship Id="rId11" Type="http://schemas.openxmlformats.org/officeDocument/2006/relationships/image" Target="NULL"/><Relationship Id="rId53" Type="http://schemas.openxmlformats.org/officeDocument/2006/relationships/image" Target="NULL"/><Relationship Id="rId149" Type="http://schemas.openxmlformats.org/officeDocument/2006/relationships/image" Target="NULL"/><Relationship Id="rId314" Type="http://schemas.openxmlformats.org/officeDocument/2006/relationships/image" Target="NULL"/><Relationship Id="rId356" Type="http://schemas.openxmlformats.org/officeDocument/2006/relationships/image" Target="NULL"/><Relationship Id="rId398" Type="http://schemas.openxmlformats.org/officeDocument/2006/relationships/image" Target="NULL"/><Relationship Id="rId521" Type="http://schemas.openxmlformats.org/officeDocument/2006/relationships/customXml" Target="../ink/ink2284.xml"/><Relationship Id="rId563" Type="http://schemas.openxmlformats.org/officeDocument/2006/relationships/customXml" Target="../ink/ink2305.xml"/><Relationship Id="rId95" Type="http://schemas.openxmlformats.org/officeDocument/2006/relationships/image" Target="NULL"/><Relationship Id="rId160" Type="http://schemas.openxmlformats.org/officeDocument/2006/relationships/customXml" Target="../ink/ink2103.xml"/><Relationship Id="rId216" Type="http://schemas.openxmlformats.org/officeDocument/2006/relationships/customXml" Target="../ink/ink2131.xml"/><Relationship Id="rId423" Type="http://schemas.openxmlformats.org/officeDocument/2006/relationships/customXml" Target="../ink/ink2235.xml"/><Relationship Id="rId258" Type="http://schemas.openxmlformats.org/officeDocument/2006/relationships/image" Target="NULL"/><Relationship Id="rId465" Type="http://schemas.openxmlformats.org/officeDocument/2006/relationships/customXml" Target="../ink/ink2256.xml"/><Relationship Id="rId22" Type="http://schemas.openxmlformats.org/officeDocument/2006/relationships/customXml" Target="../ink/ink2034.xml"/><Relationship Id="rId64" Type="http://schemas.openxmlformats.org/officeDocument/2006/relationships/customXml" Target="../ink/ink2055.xml"/><Relationship Id="rId118" Type="http://schemas.openxmlformats.org/officeDocument/2006/relationships/customXml" Target="../ink/ink2082.xml"/><Relationship Id="rId325" Type="http://schemas.openxmlformats.org/officeDocument/2006/relationships/customXml" Target="../ink/ink2186.xml"/><Relationship Id="rId367" Type="http://schemas.openxmlformats.org/officeDocument/2006/relationships/customXml" Target="../ink/ink2207.xml"/><Relationship Id="rId532" Type="http://schemas.openxmlformats.org/officeDocument/2006/relationships/image" Target="NULL"/><Relationship Id="rId574" Type="http://schemas.openxmlformats.org/officeDocument/2006/relationships/image" Target="NULL"/><Relationship Id="rId171" Type="http://schemas.openxmlformats.org/officeDocument/2006/relationships/image" Target="NULL"/><Relationship Id="rId227" Type="http://schemas.openxmlformats.org/officeDocument/2006/relationships/image" Target="NULL"/><Relationship Id="rId269" Type="http://schemas.openxmlformats.org/officeDocument/2006/relationships/customXml" Target="../ink/ink2158.xml"/><Relationship Id="rId434" Type="http://schemas.openxmlformats.org/officeDocument/2006/relationships/image" Target="NULL"/><Relationship Id="rId476" Type="http://schemas.openxmlformats.org/officeDocument/2006/relationships/image" Target="NULL"/><Relationship Id="rId33" Type="http://schemas.openxmlformats.org/officeDocument/2006/relationships/image" Target="NULL"/><Relationship Id="rId129" Type="http://schemas.openxmlformats.org/officeDocument/2006/relationships/image" Target="NULL"/><Relationship Id="rId280" Type="http://schemas.openxmlformats.org/officeDocument/2006/relationships/image" Target="NULL"/><Relationship Id="rId336" Type="http://schemas.openxmlformats.org/officeDocument/2006/relationships/image" Target="NULL"/><Relationship Id="rId501" Type="http://schemas.openxmlformats.org/officeDocument/2006/relationships/customXml" Target="../ink/ink2274.xml"/><Relationship Id="rId543" Type="http://schemas.openxmlformats.org/officeDocument/2006/relationships/customXml" Target="../ink/ink2295.xml"/><Relationship Id="rId75" Type="http://schemas.openxmlformats.org/officeDocument/2006/relationships/image" Target="NULL"/><Relationship Id="rId140" Type="http://schemas.openxmlformats.org/officeDocument/2006/relationships/customXml" Target="../ink/ink2093.xml"/><Relationship Id="rId182" Type="http://schemas.openxmlformats.org/officeDocument/2006/relationships/customXml" Target="../ink/ink2114.xml"/><Relationship Id="rId378" Type="http://schemas.openxmlformats.org/officeDocument/2006/relationships/image" Target="NULL"/><Relationship Id="rId403" Type="http://schemas.openxmlformats.org/officeDocument/2006/relationships/customXml" Target="../ink/ink2225.xml"/><Relationship Id="rId585" Type="http://schemas.openxmlformats.org/officeDocument/2006/relationships/customXml" Target="../ink/ink2316.xml"/><Relationship Id="rId6" Type="http://schemas.openxmlformats.org/officeDocument/2006/relationships/customXml" Target="../ink/ink2026.xml"/><Relationship Id="rId238" Type="http://schemas.openxmlformats.org/officeDocument/2006/relationships/customXml" Target="../ink/ink2142.xml"/><Relationship Id="rId445" Type="http://schemas.openxmlformats.org/officeDocument/2006/relationships/customXml" Target="../ink/ink2246.xml"/><Relationship Id="rId487" Type="http://schemas.openxmlformats.org/officeDocument/2006/relationships/customXml" Target="../ink/ink2267.xml"/><Relationship Id="rId291" Type="http://schemas.openxmlformats.org/officeDocument/2006/relationships/customXml" Target="../ink/ink2169.xml"/><Relationship Id="rId305" Type="http://schemas.openxmlformats.org/officeDocument/2006/relationships/customXml" Target="../ink/ink2176.xml"/><Relationship Id="rId347" Type="http://schemas.openxmlformats.org/officeDocument/2006/relationships/customXml" Target="../ink/ink2197.xml"/><Relationship Id="rId512" Type="http://schemas.openxmlformats.org/officeDocument/2006/relationships/image" Target="NULL"/><Relationship Id="rId44" Type="http://schemas.openxmlformats.org/officeDocument/2006/relationships/customXml" Target="../ink/ink2045.xml"/><Relationship Id="rId86" Type="http://schemas.openxmlformats.org/officeDocument/2006/relationships/customXml" Target="../ink/ink2066.xml"/><Relationship Id="rId151" Type="http://schemas.openxmlformats.org/officeDocument/2006/relationships/image" Target="NULL"/><Relationship Id="rId389" Type="http://schemas.openxmlformats.org/officeDocument/2006/relationships/customXml" Target="../ink/ink2218.xml"/><Relationship Id="rId554" Type="http://schemas.openxmlformats.org/officeDocument/2006/relationships/image" Target="NULL"/><Relationship Id="rId596" Type="http://schemas.openxmlformats.org/officeDocument/2006/relationships/image" Target="NULL"/><Relationship Id="rId193" Type="http://schemas.openxmlformats.org/officeDocument/2006/relationships/image" Target="NULL"/><Relationship Id="rId207" Type="http://schemas.openxmlformats.org/officeDocument/2006/relationships/image" Target="NULL"/><Relationship Id="rId249" Type="http://schemas.openxmlformats.org/officeDocument/2006/relationships/image" Target="NULL"/><Relationship Id="rId414" Type="http://schemas.openxmlformats.org/officeDocument/2006/relationships/image" Target="NULL"/><Relationship Id="rId456" Type="http://schemas.openxmlformats.org/officeDocument/2006/relationships/image" Target="NULL"/><Relationship Id="rId498" Type="http://schemas.openxmlformats.org/officeDocument/2006/relationships/image" Target="NULL"/><Relationship Id="rId13" Type="http://schemas.openxmlformats.org/officeDocument/2006/relationships/image" Target="NULL"/><Relationship Id="rId109" Type="http://schemas.openxmlformats.org/officeDocument/2006/relationships/image" Target="NULL"/><Relationship Id="rId260" Type="http://schemas.openxmlformats.org/officeDocument/2006/relationships/image" Target="NULL"/><Relationship Id="rId316" Type="http://schemas.openxmlformats.org/officeDocument/2006/relationships/image" Target="NULL"/><Relationship Id="rId523" Type="http://schemas.openxmlformats.org/officeDocument/2006/relationships/customXml" Target="../ink/ink2285.xml"/><Relationship Id="rId55" Type="http://schemas.openxmlformats.org/officeDocument/2006/relationships/image" Target="NULL"/><Relationship Id="rId97" Type="http://schemas.openxmlformats.org/officeDocument/2006/relationships/image" Target="NULL"/><Relationship Id="rId120" Type="http://schemas.openxmlformats.org/officeDocument/2006/relationships/customXml" Target="../ink/ink2083.xml"/><Relationship Id="rId358" Type="http://schemas.openxmlformats.org/officeDocument/2006/relationships/image" Target="NULL"/><Relationship Id="rId565" Type="http://schemas.openxmlformats.org/officeDocument/2006/relationships/customXml" Target="../ink/ink2306.xml"/><Relationship Id="rId162" Type="http://schemas.openxmlformats.org/officeDocument/2006/relationships/customXml" Target="../ink/ink2104.xml"/><Relationship Id="rId218" Type="http://schemas.openxmlformats.org/officeDocument/2006/relationships/customXml" Target="../ink/ink2132.xml"/><Relationship Id="rId425" Type="http://schemas.openxmlformats.org/officeDocument/2006/relationships/customXml" Target="../ink/ink2236.xml"/><Relationship Id="rId467" Type="http://schemas.openxmlformats.org/officeDocument/2006/relationships/customXml" Target="../ink/ink2257.xml"/><Relationship Id="rId271" Type="http://schemas.openxmlformats.org/officeDocument/2006/relationships/customXml" Target="../ink/ink2159.xml"/><Relationship Id="rId24" Type="http://schemas.openxmlformats.org/officeDocument/2006/relationships/customXml" Target="../ink/ink2035.xml"/><Relationship Id="rId66" Type="http://schemas.openxmlformats.org/officeDocument/2006/relationships/customXml" Target="../ink/ink2056.xml"/><Relationship Id="rId131" Type="http://schemas.openxmlformats.org/officeDocument/2006/relationships/image" Target="NULL"/><Relationship Id="rId327" Type="http://schemas.openxmlformats.org/officeDocument/2006/relationships/customXml" Target="../ink/ink2187.xml"/><Relationship Id="rId369" Type="http://schemas.openxmlformats.org/officeDocument/2006/relationships/customXml" Target="../ink/ink2208.xml"/><Relationship Id="rId534" Type="http://schemas.openxmlformats.org/officeDocument/2006/relationships/image" Target="NULL"/><Relationship Id="rId576" Type="http://schemas.openxmlformats.org/officeDocument/2006/relationships/image" Target="NULL"/><Relationship Id="rId173" Type="http://schemas.openxmlformats.org/officeDocument/2006/relationships/image" Target="NULL"/><Relationship Id="rId229" Type="http://schemas.openxmlformats.org/officeDocument/2006/relationships/image" Target="NULL"/><Relationship Id="rId380" Type="http://schemas.openxmlformats.org/officeDocument/2006/relationships/image" Target="NULL"/><Relationship Id="rId436" Type="http://schemas.openxmlformats.org/officeDocument/2006/relationships/image" Target="NULL"/><Relationship Id="rId240" Type="http://schemas.openxmlformats.org/officeDocument/2006/relationships/customXml" Target="../ink/ink2143.xml"/><Relationship Id="rId478" Type="http://schemas.openxmlformats.org/officeDocument/2006/relationships/image" Target="NULL"/><Relationship Id="rId35" Type="http://schemas.openxmlformats.org/officeDocument/2006/relationships/image" Target="NULL"/><Relationship Id="rId77" Type="http://schemas.openxmlformats.org/officeDocument/2006/relationships/image" Target="NULL"/><Relationship Id="rId100" Type="http://schemas.openxmlformats.org/officeDocument/2006/relationships/customXml" Target="../ink/ink2073.xml"/><Relationship Id="rId282" Type="http://schemas.openxmlformats.org/officeDocument/2006/relationships/image" Target="NULL"/><Relationship Id="rId338" Type="http://schemas.openxmlformats.org/officeDocument/2006/relationships/image" Target="NULL"/><Relationship Id="rId503" Type="http://schemas.openxmlformats.org/officeDocument/2006/relationships/customXml" Target="../ink/ink2275.xml"/><Relationship Id="rId545" Type="http://schemas.openxmlformats.org/officeDocument/2006/relationships/customXml" Target="../ink/ink2296.xml"/><Relationship Id="rId587" Type="http://schemas.openxmlformats.org/officeDocument/2006/relationships/customXml" Target="../ink/ink2317.xml"/><Relationship Id="rId8" Type="http://schemas.openxmlformats.org/officeDocument/2006/relationships/customXml" Target="../ink/ink2027.xml"/><Relationship Id="rId142" Type="http://schemas.openxmlformats.org/officeDocument/2006/relationships/customXml" Target="../ink/ink2094.xml"/><Relationship Id="rId184" Type="http://schemas.openxmlformats.org/officeDocument/2006/relationships/customXml" Target="../ink/ink2115.xml"/><Relationship Id="rId391" Type="http://schemas.openxmlformats.org/officeDocument/2006/relationships/customXml" Target="../ink/ink2219.xml"/><Relationship Id="rId405" Type="http://schemas.openxmlformats.org/officeDocument/2006/relationships/customXml" Target="../ink/ink2226.xml"/><Relationship Id="rId447" Type="http://schemas.openxmlformats.org/officeDocument/2006/relationships/customXml" Target="../ink/ink2247.xml"/><Relationship Id="rId251" Type="http://schemas.openxmlformats.org/officeDocument/2006/relationships/customXml" Target="../ink/ink2149.xml"/><Relationship Id="rId489" Type="http://schemas.openxmlformats.org/officeDocument/2006/relationships/customXml" Target="../ink/ink2268.xml"/><Relationship Id="rId46" Type="http://schemas.openxmlformats.org/officeDocument/2006/relationships/customXml" Target="../ink/ink2046.xml"/><Relationship Id="rId293" Type="http://schemas.openxmlformats.org/officeDocument/2006/relationships/customXml" Target="../ink/ink2170.xml"/><Relationship Id="rId307" Type="http://schemas.openxmlformats.org/officeDocument/2006/relationships/customXml" Target="../ink/ink2177.xml"/><Relationship Id="rId349" Type="http://schemas.openxmlformats.org/officeDocument/2006/relationships/customXml" Target="../ink/ink2198.xml"/><Relationship Id="rId514" Type="http://schemas.openxmlformats.org/officeDocument/2006/relationships/image" Target="NULL"/><Relationship Id="rId556" Type="http://schemas.openxmlformats.org/officeDocument/2006/relationships/image" Target="NULL"/><Relationship Id="rId88" Type="http://schemas.openxmlformats.org/officeDocument/2006/relationships/customXml" Target="../ink/ink2067.xml"/><Relationship Id="rId111" Type="http://schemas.openxmlformats.org/officeDocument/2006/relationships/image" Target="NULL"/><Relationship Id="rId153" Type="http://schemas.openxmlformats.org/officeDocument/2006/relationships/image" Target="NULL"/><Relationship Id="rId195" Type="http://schemas.openxmlformats.org/officeDocument/2006/relationships/image" Target="NULL"/><Relationship Id="rId209" Type="http://schemas.openxmlformats.org/officeDocument/2006/relationships/image" Target="NULL"/><Relationship Id="rId360" Type="http://schemas.openxmlformats.org/officeDocument/2006/relationships/image" Target="NULL"/><Relationship Id="rId416" Type="http://schemas.openxmlformats.org/officeDocument/2006/relationships/image" Target="NULL"/><Relationship Id="rId598" Type="http://schemas.openxmlformats.org/officeDocument/2006/relationships/image" Target="NULL"/><Relationship Id="rId220" Type="http://schemas.openxmlformats.org/officeDocument/2006/relationships/customXml" Target="../ink/ink2133.xml"/><Relationship Id="rId458" Type="http://schemas.openxmlformats.org/officeDocument/2006/relationships/image" Target="NULL"/><Relationship Id="rId15" Type="http://schemas.openxmlformats.org/officeDocument/2006/relationships/image" Target="NULL"/><Relationship Id="rId57" Type="http://schemas.openxmlformats.org/officeDocument/2006/relationships/image" Target="NULL"/><Relationship Id="rId262" Type="http://schemas.openxmlformats.org/officeDocument/2006/relationships/image" Target="NULL"/><Relationship Id="rId318" Type="http://schemas.openxmlformats.org/officeDocument/2006/relationships/image" Target="NULL"/><Relationship Id="rId525" Type="http://schemas.openxmlformats.org/officeDocument/2006/relationships/customXml" Target="../ink/ink2286.xml"/><Relationship Id="rId567" Type="http://schemas.openxmlformats.org/officeDocument/2006/relationships/customXml" Target="../ink/ink2307.xml"/><Relationship Id="rId99" Type="http://schemas.openxmlformats.org/officeDocument/2006/relationships/image" Target="NULL"/><Relationship Id="rId122" Type="http://schemas.openxmlformats.org/officeDocument/2006/relationships/customXml" Target="../ink/ink2084.xml"/><Relationship Id="rId164" Type="http://schemas.openxmlformats.org/officeDocument/2006/relationships/customXml" Target="../ink/ink2105.xml"/><Relationship Id="rId371" Type="http://schemas.openxmlformats.org/officeDocument/2006/relationships/customXml" Target="../ink/ink2209.xml"/><Relationship Id="rId427" Type="http://schemas.openxmlformats.org/officeDocument/2006/relationships/customXml" Target="../ink/ink2237.xml"/><Relationship Id="rId469" Type="http://schemas.openxmlformats.org/officeDocument/2006/relationships/customXml" Target="../ink/ink2258.xml"/><Relationship Id="rId26" Type="http://schemas.openxmlformats.org/officeDocument/2006/relationships/customXml" Target="../ink/ink2036.xml"/><Relationship Id="rId231" Type="http://schemas.openxmlformats.org/officeDocument/2006/relationships/image" Target="NULL"/><Relationship Id="rId273" Type="http://schemas.openxmlformats.org/officeDocument/2006/relationships/customXml" Target="../ink/ink2160.xml"/><Relationship Id="rId329" Type="http://schemas.openxmlformats.org/officeDocument/2006/relationships/customXml" Target="../ink/ink2188.xml"/><Relationship Id="rId480" Type="http://schemas.openxmlformats.org/officeDocument/2006/relationships/image" Target="NULL"/><Relationship Id="rId536" Type="http://schemas.openxmlformats.org/officeDocument/2006/relationships/image" Target="NULL"/><Relationship Id="rId68" Type="http://schemas.openxmlformats.org/officeDocument/2006/relationships/customXml" Target="../ink/ink2057.xml"/><Relationship Id="rId133" Type="http://schemas.openxmlformats.org/officeDocument/2006/relationships/image" Target="NULL"/><Relationship Id="rId175" Type="http://schemas.openxmlformats.org/officeDocument/2006/relationships/image" Target="NULL"/><Relationship Id="rId340" Type="http://schemas.openxmlformats.org/officeDocument/2006/relationships/image" Target="NULL"/><Relationship Id="rId578" Type="http://schemas.openxmlformats.org/officeDocument/2006/relationships/image" Target="NULL"/><Relationship Id="rId200" Type="http://schemas.openxmlformats.org/officeDocument/2006/relationships/customXml" Target="../ink/ink2123.xml"/><Relationship Id="rId382" Type="http://schemas.openxmlformats.org/officeDocument/2006/relationships/image" Target="NULL"/><Relationship Id="rId438" Type="http://schemas.openxmlformats.org/officeDocument/2006/relationships/image" Target="NULL"/><Relationship Id="rId242" Type="http://schemas.openxmlformats.org/officeDocument/2006/relationships/customXml" Target="../ink/ink2144.xml"/><Relationship Id="rId284" Type="http://schemas.openxmlformats.org/officeDocument/2006/relationships/image" Target="NULL"/><Relationship Id="rId491" Type="http://schemas.openxmlformats.org/officeDocument/2006/relationships/customXml" Target="../ink/ink2269.xml"/><Relationship Id="rId505" Type="http://schemas.openxmlformats.org/officeDocument/2006/relationships/customXml" Target="../ink/ink2276.xml"/><Relationship Id="rId37" Type="http://schemas.openxmlformats.org/officeDocument/2006/relationships/image" Target="NULL"/><Relationship Id="rId79" Type="http://schemas.openxmlformats.org/officeDocument/2006/relationships/image" Target="NULL"/><Relationship Id="rId102" Type="http://schemas.openxmlformats.org/officeDocument/2006/relationships/customXml" Target="../ink/ink2074.xml"/><Relationship Id="rId144" Type="http://schemas.openxmlformats.org/officeDocument/2006/relationships/customXml" Target="../ink/ink2095.xml"/><Relationship Id="rId547" Type="http://schemas.openxmlformats.org/officeDocument/2006/relationships/customXml" Target="../ink/ink2297.xml"/><Relationship Id="rId589" Type="http://schemas.openxmlformats.org/officeDocument/2006/relationships/customXml" Target="../ink/ink2318.xml"/><Relationship Id="rId90" Type="http://schemas.openxmlformats.org/officeDocument/2006/relationships/customXml" Target="../ink/ink2068.xml"/><Relationship Id="rId186" Type="http://schemas.openxmlformats.org/officeDocument/2006/relationships/customXml" Target="../ink/ink2116.xml"/><Relationship Id="rId351" Type="http://schemas.openxmlformats.org/officeDocument/2006/relationships/customXml" Target="../ink/ink2199.xml"/><Relationship Id="rId393" Type="http://schemas.openxmlformats.org/officeDocument/2006/relationships/customXml" Target="../ink/ink2220.xml"/><Relationship Id="rId407" Type="http://schemas.openxmlformats.org/officeDocument/2006/relationships/customXml" Target="../ink/ink2227.xml"/><Relationship Id="rId449" Type="http://schemas.openxmlformats.org/officeDocument/2006/relationships/customXml" Target="../ink/ink2248.xml"/><Relationship Id="rId211" Type="http://schemas.openxmlformats.org/officeDocument/2006/relationships/image" Target="NULL"/><Relationship Id="rId253" Type="http://schemas.openxmlformats.org/officeDocument/2006/relationships/customXml" Target="../ink/ink2150.xml"/><Relationship Id="rId295" Type="http://schemas.openxmlformats.org/officeDocument/2006/relationships/customXml" Target="../ink/ink2171.xml"/><Relationship Id="rId309" Type="http://schemas.openxmlformats.org/officeDocument/2006/relationships/customXml" Target="../ink/ink2178.xml"/><Relationship Id="rId460" Type="http://schemas.openxmlformats.org/officeDocument/2006/relationships/image" Target="NULL"/><Relationship Id="rId516" Type="http://schemas.openxmlformats.org/officeDocument/2006/relationships/image" Target="NULL"/><Relationship Id="rId48" Type="http://schemas.openxmlformats.org/officeDocument/2006/relationships/customXml" Target="../ink/ink2047.xml"/><Relationship Id="rId113" Type="http://schemas.openxmlformats.org/officeDocument/2006/relationships/image" Target="NULL"/><Relationship Id="rId320" Type="http://schemas.openxmlformats.org/officeDocument/2006/relationships/image" Target="NULL"/><Relationship Id="rId558" Type="http://schemas.openxmlformats.org/officeDocument/2006/relationships/image" Target="NULL"/><Relationship Id="rId155" Type="http://schemas.openxmlformats.org/officeDocument/2006/relationships/image" Target="NULL"/><Relationship Id="rId197" Type="http://schemas.openxmlformats.org/officeDocument/2006/relationships/image" Target="NULL"/><Relationship Id="rId362" Type="http://schemas.openxmlformats.org/officeDocument/2006/relationships/image" Target="NULL"/><Relationship Id="rId418" Type="http://schemas.openxmlformats.org/officeDocument/2006/relationships/image" Target="NULL"/><Relationship Id="rId222" Type="http://schemas.openxmlformats.org/officeDocument/2006/relationships/customXml" Target="../ink/ink2134.xml"/><Relationship Id="rId264" Type="http://schemas.openxmlformats.org/officeDocument/2006/relationships/image" Target="NULL"/><Relationship Id="rId471" Type="http://schemas.openxmlformats.org/officeDocument/2006/relationships/customXml" Target="../ink/ink2259.xml"/><Relationship Id="rId17" Type="http://schemas.openxmlformats.org/officeDocument/2006/relationships/image" Target="NULL"/><Relationship Id="rId59" Type="http://schemas.openxmlformats.org/officeDocument/2006/relationships/image" Target="NULL"/><Relationship Id="rId124" Type="http://schemas.openxmlformats.org/officeDocument/2006/relationships/customXml" Target="../ink/ink2085.xml"/><Relationship Id="rId527" Type="http://schemas.openxmlformats.org/officeDocument/2006/relationships/customXml" Target="../ink/ink2287.xml"/><Relationship Id="rId569" Type="http://schemas.openxmlformats.org/officeDocument/2006/relationships/customXml" Target="../ink/ink2308.xml"/><Relationship Id="rId70" Type="http://schemas.openxmlformats.org/officeDocument/2006/relationships/customXml" Target="../ink/ink2058.xml"/><Relationship Id="rId166" Type="http://schemas.openxmlformats.org/officeDocument/2006/relationships/customXml" Target="../ink/ink2106.xml"/><Relationship Id="rId331" Type="http://schemas.openxmlformats.org/officeDocument/2006/relationships/customXml" Target="../ink/ink2189.xml"/><Relationship Id="rId373" Type="http://schemas.openxmlformats.org/officeDocument/2006/relationships/customXml" Target="../ink/ink2210.xml"/><Relationship Id="rId429" Type="http://schemas.openxmlformats.org/officeDocument/2006/relationships/customXml" Target="../ink/ink2238.xml"/><Relationship Id="rId580" Type="http://schemas.openxmlformats.org/officeDocument/2006/relationships/image" Target="NULL"/><Relationship Id="rId1" Type="http://schemas.openxmlformats.org/officeDocument/2006/relationships/slideLayout" Target="../slideLayouts/slideLayout7.xml"/><Relationship Id="rId233" Type="http://schemas.openxmlformats.org/officeDocument/2006/relationships/image" Target="NULL"/><Relationship Id="rId440" Type="http://schemas.openxmlformats.org/officeDocument/2006/relationships/image" Target="NULL"/><Relationship Id="rId28" Type="http://schemas.openxmlformats.org/officeDocument/2006/relationships/customXml" Target="../ink/ink2037.xml"/><Relationship Id="rId275" Type="http://schemas.openxmlformats.org/officeDocument/2006/relationships/customXml" Target="../ink/ink2161.xml"/><Relationship Id="rId300" Type="http://schemas.openxmlformats.org/officeDocument/2006/relationships/image" Target="NULL"/><Relationship Id="rId482" Type="http://schemas.openxmlformats.org/officeDocument/2006/relationships/image" Target="NULL"/><Relationship Id="rId538" Type="http://schemas.openxmlformats.org/officeDocument/2006/relationships/image" Target="NULL"/><Relationship Id="rId81" Type="http://schemas.openxmlformats.org/officeDocument/2006/relationships/image" Target="NULL"/><Relationship Id="rId135" Type="http://schemas.openxmlformats.org/officeDocument/2006/relationships/image" Target="NULL"/><Relationship Id="rId177" Type="http://schemas.openxmlformats.org/officeDocument/2006/relationships/image" Target="NULL"/><Relationship Id="rId342" Type="http://schemas.openxmlformats.org/officeDocument/2006/relationships/image" Target="NULL"/><Relationship Id="rId384" Type="http://schemas.openxmlformats.org/officeDocument/2006/relationships/image" Target="NULL"/><Relationship Id="rId591" Type="http://schemas.openxmlformats.org/officeDocument/2006/relationships/customXml" Target="../ink/ink2319.xml"/><Relationship Id="rId202" Type="http://schemas.openxmlformats.org/officeDocument/2006/relationships/customXml" Target="../ink/ink2124.xml"/><Relationship Id="rId244" Type="http://schemas.openxmlformats.org/officeDocument/2006/relationships/customXml" Target="../ink/ink2145.xml"/><Relationship Id="rId39" Type="http://schemas.openxmlformats.org/officeDocument/2006/relationships/image" Target="NULL"/><Relationship Id="rId286" Type="http://schemas.openxmlformats.org/officeDocument/2006/relationships/image" Target="NULL"/><Relationship Id="rId451" Type="http://schemas.openxmlformats.org/officeDocument/2006/relationships/customXml" Target="../ink/ink2249.xml"/><Relationship Id="rId493" Type="http://schemas.openxmlformats.org/officeDocument/2006/relationships/customXml" Target="../ink/ink2270.xml"/><Relationship Id="rId507" Type="http://schemas.openxmlformats.org/officeDocument/2006/relationships/customXml" Target="../ink/ink2277.xml"/><Relationship Id="rId549" Type="http://schemas.openxmlformats.org/officeDocument/2006/relationships/customXml" Target="../ink/ink2298.xml"/><Relationship Id="rId50" Type="http://schemas.openxmlformats.org/officeDocument/2006/relationships/customXml" Target="../ink/ink2048.xml"/><Relationship Id="rId104" Type="http://schemas.openxmlformats.org/officeDocument/2006/relationships/customXml" Target="../ink/ink2075.xml"/><Relationship Id="rId146" Type="http://schemas.openxmlformats.org/officeDocument/2006/relationships/customXml" Target="../ink/ink2096.xml"/><Relationship Id="rId188" Type="http://schemas.openxmlformats.org/officeDocument/2006/relationships/customXml" Target="../ink/ink2117.xml"/><Relationship Id="rId311" Type="http://schemas.openxmlformats.org/officeDocument/2006/relationships/customXml" Target="../ink/ink2179.xml"/><Relationship Id="rId353" Type="http://schemas.openxmlformats.org/officeDocument/2006/relationships/customXml" Target="../ink/ink2200.xml"/><Relationship Id="rId395" Type="http://schemas.openxmlformats.org/officeDocument/2006/relationships/customXml" Target="../ink/ink2221.xml"/><Relationship Id="rId409" Type="http://schemas.openxmlformats.org/officeDocument/2006/relationships/customXml" Target="../ink/ink2228.xml"/><Relationship Id="rId560" Type="http://schemas.openxmlformats.org/officeDocument/2006/relationships/image" Target="NULL"/><Relationship Id="rId92" Type="http://schemas.openxmlformats.org/officeDocument/2006/relationships/customXml" Target="../ink/ink2069.xml"/><Relationship Id="rId213" Type="http://schemas.openxmlformats.org/officeDocument/2006/relationships/image" Target="NULL"/><Relationship Id="rId420" Type="http://schemas.openxmlformats.org/officeDocument/2006/relationships/image" Target="NULL"/><Relationship Id="rId255" Type="http://schemas.openxmlformats.org/officeDocument/2006/relationships/customXml" Target="../ink/ink2151.xml"/><Relationship Id="rId297" Type="http://schemas.openxmlformats.org/officeDocument/2006/relationships/customXml" Target="../ink/ink2172.xml"/><Relationship Id="rId462" Type="http://schemas.openxmlformats.org/officeDocument/2006/relationships/image" Target="NULL"/><Relationship Id="rId518" Type="http://schemas.openxmlformats.org/officeDocument/2006/relationships/image" Target="NULL"/><Relationship Id="rId115" Type="http://schemas.openxmlformats.org/officeDocument/2006/relationships/image" Target="NULL"/><Relationship Id="rId157" Type="http://schemas.openxmlformats.org/officeDocument/2006/relationships/image" Target="NULL"/><Relationship Id="rId322" Type="http://schemas.openxmlformats.org/officeDocument/2006/relationships/image" Target="NULL"/><Relationship Id="rId364" Type="http://schemas.openxmlformats.org/officeDocument/2006/relationships/image" Target="NULL"/><Relationship Id="rId61" Type="http://schemas.openxmlformats.org/officeDocument/2006/relationships/image" Target="NULL"/><Relationship Id="rId199" Type="http://schemas.openxmlformats.org/officeDocument/2006/relationships/image" Target="NULL"/><Relationship Id="rId571" Type="http://schemas.openxmlformats.org/officeDocument/2006/relationships/customXml" Target="../ink/ink2309.xml"/><Relationship Id="rId19" Type="http://schemas.openxmlformats.org/officeDocument/2006/relationships/image" Target="NULL"/><Relationship Id="rId224" Type="http://schemas.openxmlformats.org/officeDocument/2006/relationships/customXml" Target="../ink/ink2135.xml"/><Relationship Id="rId266" Type="http://schemas.openxmlformats.org/officeDocument/2006/relationships/image" Target="NULL"/><Relationship Id="rId431" Type="http://schemas.openxmlformats.org/officeDocument/2006/relationships/customXml" Target="../ink/ink2239.xml"/><Relationship Id="rId473" Type="http://schemas.openxmlformats.org/officeDocument/2006/relationships/customXml" Target="../ink/ink2260.xml"/><Relationship Id="rId529" Type="http://schemas.openxmlformats.org/officeDocument/2006/relationships/customXml" Target="../ink/ink2288.xml"/><Relationship Id="rId30" Type="http://schemas.openxmlformats.org/officeDocument/2006/relationships/customXml" Target="../ink/ink2038.xml"/><Relationship Id="rId126" Type="http://schemas.openxmlformats.org/officeDocument/2006/relationships/customXml" Target="../ink/ink2086.xml"/><Relationship Id="rId168" Type="http://schemas.openxmlformats.org/officeDocument/2006/relationships/customXml" Target="../ink/ink2107.xml"/><Relationship Id="rId333" Type="http://schemas.openxmlformats.org/officeDocument/2006/relationships/customXml" Target="../ink/ink2190.xml"/><Relationship Id="rId540" Type="http://schemas.openxmlformats.org/officeDocument/2006/relationships/image" Target="NULL"/><Relationship Id="rId72" Type="http://schemas.openxmlformats.org/officeDocument/2006/relationships/customXml" Target="../ink/ink2059.xml"/><Relationship Id="rId375" Type="http://schemas.openxmlformats.org/officeDocument/2006/relationships/customXml" Target="../ink/ink2211.xml"/><Relationship Id="rId582" Type="http://schemas.openxmlformats.org/officeDocument/2006/relationships/image" Target="NULL"/><Relationship Id="rId3" Type="http://schemas.openxmlformats.org/officeDocument/2006/relationships/image" Target="NULL"/><Relationship Id="rId235" Type="http://schemas.openxmlformats.org/officeDocument/2006/relationships/image" Target="NULL"/><Relationship Id="rId277" Type="http://schemas.openxmlformats.org/officeDocument/2006/relationships/customXml" Target="../ink/ink2162.xml"/><Relationship Id="rId400" Type="http://schemas.openxmlformats.org/officeDocument/2006/relationships/image" Target="NULL"/><Relationship Id="rId442" Type="http://schemas.openxmlformats.org/officeDocument/2006/relationships/image" Target="NULL"/><Relationship Id="rId484" Type="http://schemas.openxmlformats.org/officeDocument/2006/relationships/image" Target="NULL"/><Relationship Id="rId137" Type="http://schemas.openxmlformats.org/officeDocument/2006/relationships/image" Target="NULL"/><Relationship Id="rId302" Type="http://schemas.openxmlformats.org/officeDocument/2006/relationships/image" Target="NULL"/><Relationship Id="rId344" Type="http://schemas.openxmlformats.org/officeDocument/2006/relationships/image" Target="NULL"/><Relationship Id="rId41" Type="http://schemas.openxmlformats.org/officeDocument/2006/relationships/image" Target="NULL"/><Relationship Id="rId83" Type="http://schemas.openxmlformats.org/officeDocument/2006/relationships/image" Target="NULL"/><Relationship Id="rId179" Type="http://schemas.openxmlformats.org/officeDocument/2006/relationships/image" Target="NULL"/><Relationship Id="rId386" Type="http://schemas.openxmlformats.org/officeDocument/2006/relationships/image" Target="NULL"/><Relationship Id="rId551" Type="http://schemas.openxmlformats.org/officeDocument/2006/relationships/customXml" Target="../ink/ink2299.xml"/><Relationship Id="rId593" Type="http://schemas.openxmlformats.org/officeDocument/2006/relationships/customXml" Target="../ink/ink2320.xml"/><Relationship Id="rId190" Type="http://schemas.openxmlformats.org/officeDocument/2006/relationships/customXml" Target="../ink/ink2118.xml"/><Relationship Id="rId204" Type="http://schemas.openxmlformats.org/officeDocument/2006/relationships/customXml" Target="../ink/ink2125.xml"/><Relationship Id="rId246" Type="http://schemas.openxmlformats.org/officeDocument/2006/relationships/customXml" Target="../ink/ink2146.xml"/><Relationship Id="rId288" Type="http://schemas.openxmlformats.org/officeDocument/2006/relationships/image" Target="NULL"/><Relationship Id="rId411" Type="http://schemas.openxmlformats.org/officeDocument/2006/relationships/customXml" Target="../ink/ink2229.xml"/><Relationship Id="rId453" Type="http://schemas.openxmlformats.org/officeDocument/2006/relationships/customXml" Target="../ink/ink2250.xml"/><Relationship Id="rId509" Type="http://schemas.openxmlformats.org/officeDocument/2006/relationships/customXml" Target="../ink/ink2278.xml"/><Relationship Id="rId106" Type="http://schemas.openxmlformats.org/officeDocument/2006/relationships/customXml" Target="../ink/ink2076.xml"/><Relationship Id="rId313" Type="http://schemas.openxmlformats.org/officeDocument/2006/relationships/customXml" Target="../ink/ink2180.xml"/><Relationship Id="rId495" Type="http://schemas.openxmlformats.org/officeDocument/2006/relationships/customXml" Target="../ink/ink2271.xml"/><Relationship Id="rId10" Type="http://schemas.openxmlformats.org/officeDocument/2006/relationships/customXml" Target="../ink/ink2028.xml"/><Relationship Id="rId52" Type="http://schemas.openxmlformats.org/officeDocument/2006/relationships/customXml" Target="../ink/ink2049.xml"/><Relationship Id="rId94" Type="http://schemas.openxmlformats.org/officeDocument/2006/relationships/customXml" Target="../ink/ink2070.xml"/><Relationship Id="rId148" Type="http://schemas.openxmlformats.org/officeDocument/2006/relationships/customXml" Target="../ink/ink2097.xml"/><Relationship Id="rId355" Type="http://schemas.openxmlformats.org/officeDocument/2006/relationships/customXml" Target="../ink/ink2201.xml"/><Relationship Id="rId397" Type="http://schemas.openxmlformats.org/officeDocument/2006/relationships/customXml" Target="../ink/ink2222.xml"/><Relationship Id="rId520" Type="http://schemas.openxmlformats.org/officeDocument/2006/relationships/image" Target="NULL"/><Relationship Id="rId562" Type="http://schemas.openxmlformats.org/officeDocument/2006/relationships/image" Target="NULL"/><Relationship Id="rId215" Type="http://schemas.openxmlformats.org/officeDocument/2006/relationships/image" Target="NULL"/><Relationship Id="rId257" Type="http://schemas.openxmlformats.org/officeDocument/2006/relationships/customXml" Target="../ink/ink2152.xml"/><Relationship Id="rId422" Type="http://schemas.openxmlformats.org/officeDocument/2006/relationships/image" Target="NULL"/><Relationship Id="rId464" Type="http://schemas.openxmlformats.org/officeDocument/2006/relationships/image" Target="NULL"/><Relationship Id="rId299" Type="http://schemas.openxmlformats.org/officeDocument/2006/relationships/customXml" Target="../ink/ink2173.xml"/><Relationship Id="rId63" Type="http://schemas.openxmlformats.org/officeDocument/2006/relationships/image" Target="NULL"/><Relationship Id="rId159" Type="http://schemas.openxmlformats.org/officeDocument/2006/relationships/image" Target="NULL"/><Relationship Id="rId366" Type="http://schemas.openxmlformats.org/officeDocument/2006/relationships/image" Target="NULL"/><Relationship Id="rId573" Type="http://schemas.openxmlformats.org/officeDocument/2006/relationships/customXml" Target="../ink/ink2310.xml"/><Relationship Id="rId226" Type="http://schemas.openxmlformats.org/officeDocument/2006/relationships/customXml" Target="../ink/ink2136.xml"/><Relationship Id="rId433" Type="http://schemas.openxmlformats.org/officeDocument/2006/relationships/customXml" Target="../ink/ink2240.xml"/><Relationship Id="rId74" Type="http://schemas.openxmlformats.org/officeDocument/2006/relationships/customXml" Target="../ink/ink2060.xml"/><Relationship Id="rId377" Type="http://schemas.openxmlformats.org/officeDocument/2006/relationships/customXml" Target="../ink/ink2212.xml"/><Relationship Id="rId500" Type="http://schemas.openxmlformats.org/officeDocument/2006/relationships/image" Target="NULL"/><Relationship Id="rId584" Type="http://schemas.openxmlformats.org/officeDocument/2006/relationships/image" Target="NULL"/><Relationship Id="rId5" Type="http://schemas.openxmlformats.org/officeDocument/2006/relationships/image" Target="NULL"/><Relationship Id="rId237" Type="http://schemas.openxmlformats.org/officeDocument/2006/relationships/image" Target="NULL"/><Relationship Id="rId444" Type="http://schemas.openxmlformats.org/officeDocument/2006/relationships/image" Target="NULL"/><Relationship Id="rId290" Type="http://schemas.openxmlformats.org/officeDocument/2006/relationships/image" Target="NULL"/><Relationship Id="rId304" Type="http://schemas.openxmlformats.org/officeDocument/2006/relationships/image" Target="NULL"/><Relationship Id="rId388" Type="http://schemas.openxmlformats.org/officeDocument/2006/relationships/image" Target="NULL"/><Relationship Id="rId511" Type="http://schemas.openxmlformats.org/officeDocument/2006/relationships/customXml" Target="../ink/ink2279.xml"/><Relationship Id="rId85" Type="http://schemas.openxmlformats.org/officeDocument/2006/relationships/image" Target="NULL"/><Relationship Id="rId150" Type="http://schemas.openxmlformats.org/officeDocument/2006/relationships/customXml" Target="../ink/ink2098.xml"/><Relationship Id="rId595" Type="http://schemas.openxmlformats.org/officeDocument/2006/relationships/customXml" Target="../ink/ink2321.xml"/><Relationship Id="rId248" Type="http://schemas.openxmlformats.org/officeDocument/2006/relationships/customXml" Target="../ink/ink2147.xml"/><Relationship Id="rId455" Type="http://schemas.openxmlformats.org/officeDocument/2006/relationships/customXml" Target="../ink/ink2251.xml"/><Relationship Id="rId12" Type="http://schemas.openxmlformats.org/officeDocument/2006/relationships/customXml" Target="../ink/ink2029.xml"/><Relationship Id="rId108" Type="http://schemas.openxmlformats.org/officeDocument/2006/relationships/customXml" Target="../ink/ink2077.xml"/><Relationship Id="rId315" Type="http://schemas.openxmlformats.org/officeDocument/2006/relationships/customXml" Target="../ink/ink2181.xml"/><Relationship Id="rId522" Type="http://schemas.openxmlformats.org/officeDocument/2006/relationships/image" Target="NULL"/><Relationship Id="rId96" Type="http://schemas.openxmlformats.org/officeDocument/2006/relationships/customXml" Target="../ink/ink2071.xml"/><Relationship Id="rId161" Type="http://schemas.openxmlformats.org/officeDocument/2006/relationships/image" Target="NULL"/><Relationship Id="rId399" Type="http://schemas.openxmlformats.org/officeDocument/2006/relationships/customXml" Target="../ink/ink2223.xml"/><Relationship Id="rId259" Type="http://schemas.openxmlformats.org/officeDocument/2006/relationships/customXml" Target="../ink/ink2153.xml"/><Relationship Id="rId466" Type="http://schemas.openxmlformats.org/officeDocument/2006/relationships/image" Target="NULL"/><Relationship Id="rId23" Type="http://schemas.openxmlformats.org/officeDocument/2006/relationships/image" Target="NULL"/><Relationship Id="rId119" Type="http://schemas.openxmlformats.org/officeDocument/2006/relationships/image" Target="NULL"/><Relationship Id="rId326" Type="http://schemas.openxmlformats.org/officeDocument/2006/relationships/image" Target="NULL"/><Relationship Id="rId533" Type="http://schemas.openxmlformats.org/officeDocument/2006/relationships/customXml" Target="../ink/ink2290.xml"/><Relationship Id="rId172" Type="http://schemas.openxmlformats.org/officeDocument/2006/relationships/customXml" Target="../ink/ink2109.xml"/><Relationship Id="rId477" Type="http://schemas.openxmlformats.org/officeDocument/2006/relationships/customXml" Target="../ink/ink2262.xml"/><Relationship Id="rId337" Type="http://schemas.openxmlformats.org/officeDocument/2006/relationships/customXml" Target="../ink/ink2192.xml"/><Relationship Id="rId34" Type="http://schemas.openxmlformats.org/officeDocument/2006/relationships/customXml" Target="../ink/ink2040.xml"/><Relationship Id="rId544" Type="http://schemas.openxmlformats.org/officeDocument/2006/relationships/image" Target="NULL"/><Relationship Id="rId183" Type="http://schemas.openxmlformats.org/officeDocument/2006/relationships/image" Target="NULL"/><Relationship Id="rId390" Type="http://schemas.openxmlformats.org/officeDocument/2006/relationships/image" Target="NULL"/><Relationship Id="rId404" Type="http://schemas.openxmlformats.org/officeDocument/2006/relationships/image" Target="NULL"/><Relationship Id="rId250" Type="http://schemas.openxmlformats.org/officeDocument/2006/relationships/customXml" Target="../ink/ink2148.xml"/><Relationship Id="rId488" Type="http://schemas.openxmlformats.org/officeDocument/2006/relationships/image" Target="NULL"/><Relationship Id="rId45" Type="http://schemas.openxmlformats.org/officeDocument/2006/relationships/image" Target="NULL"/><Relationship Id="rId110" Type="http://schemas.openxmlformats.org/officeDocument/2006/relationships/customXml" Target="../ink/ink2078.xml"/><Relationship Id="rId348" Type="http://schemas.openxmlformats.org/officeDocument/2006/relationships/image" Target="NULL"/><Relationship Id="rId555" Type="http://schemas.openxmlformats.org/officeDocument/2006/relationships/customXml" Target="../ink/ink2301.xml"/><Relationship Id="rId194" Type="http://schemas.openxmlformats.org/officeDocument/2006/relationships/customXml" Target="../ink/ink2120.xml"/><Relationship Id="rId208" Type="http://schemas.openxmlformats.org/officeDocument/2006/relationships/customXml" Target="../ink/ink2127.xml"/><Relationship Id="rId415" Type="http://schemas.openxmlformats.org/officeDocument/2006/relationships/customXml" Target="../ink/ink2231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NULL"/><Relationship Id="rId671" Type="http://schemas.openxmlformats.org/officeDocument/2006/relationships/image" Target="NULL"/><Relationship Id="rId21" Type="http://schemas.openxmlformats.org/officeDocument/2006/relationships/image" Target="NULL"/><Relationship Id="rId324" Type="http://schemas.openxmlformats.org/officeDocument/2006/relationships/customXml" Target="../ink/ink2484.xml"/><Relationship Id="rId531" Type="http://schemas.openxmlformats.org/officeDocument/2006/relationships/image" Target="NULL"/><Relationship Id="rId629" Type="http://schemas.openxmlformats.org/officeDocument/2006/relationships/image" Target="NULL"/><Relationship Id="rId170" Type="http://schemas.openxmlformats.org/officeDocument/2006/relationships/customXml" Target="../ink/ink2407.xml"/><Relationship Id="rId268" Type="http://schemas.openxmlformats.org/officeDocument/2006/relationships/customXml" Target="../ink/ink2456.xml"/><Relationship Id="rId475" Type="http://schemas.openxmlformats.org/officeDocument/2006/relationships/image" Target="NULL"/><Relationship Id="rId682" Type="http://schemas.openxmlformats.org/officeDocument/2006/relationships/customXml" Target="../ink/ink2663.xml"/><Relationship Id="rId32" Type="http://schemas.openxmlformats.org/officeDocument/2006/relationships/customXml" Target="../ink/ink2338.xml"/><Relationship Id="rId128" Type="http://schemas.openxmlformats.org/officeDocument/2006/relationships/customXml" Target="../ink/ink2386.xml"/><Relationship Id="rId335" Type="http://schemas.openxmlformats.org/officeDocument/2006/relationships/image" Target="NULL"/><Relationship Id="rId542" Type="http://schemas.openxmlformats.org/officeDocument/2006/relationships/customXml" Target="../ink/ink2593.xml"/><Relationship Id="rId181" Type="http://schemas.openxmlformats.org/officeDocument/2006/relationships/image" Target="NULL"/><Relationship Id="rId402" Type="http://schemas.openxmlformats.org/officeDocument/2006/relationships/customXml" Target="../ink/ink2523.xml"/><Relationship Id="rId279" Type="http://schemas.openxmlformats.org/officeDocument/2006/relationships/image" Target="NULL"/><Relationship Id="rId486" Type="http://schemas.openxmlformats.org/officeDocument/2006/relationships/customXml" Target="../ink/ink2565.xml"/><Relationship Id="rId693" Type="http://schemas.openxmlformats.org/officeDocument/2006/relationships/image" Target="NULL"/><Relationship Id="rId43" Type="http://schemas.openxmlformats.org/officeDocument/2006/relationships/image" Target="NULL"/><Relationship Id="rId139" Type="http://schemas.openxmlformats.org/officeDocument/2006/relationships/image" Target="NULL"/><Relationship Id="rId346" Type="http://schemas.openxmlformats.org/officeDocument/2006/relationships/customXml" Target="../ink/ink2495.xml"/><Relationship Id="rId553" Type="http://schemas.openxmlformats.org/officeDocument/2006/relationships/image" Target="NULL"/><Relationship Id="rId192" Type="http://schemas.openxmlformats.org/officeDocument/2006/relationships/customXml" Target="../ink/ink2418.xml"/><Relationship Id="rId206" Type="http://schemas.openxmlformats.org/officeDocument/2006/relationships/customXml" Target="../ink/ink2425.xml"/><Relationship Id="rId413" Type="http://schemas.openxmlformats.org/officeDocument/2006/relationships/image" Target="NULL"/><Relationship Id="rId497" Type="http://schemas.openxmlformats.org/officeDocument/2006/relationships/image" Target="NULL"/><Relationship Id="rId620" Type="http://schemas.openxmlformats.org/officeDocument/2006/relationships/customXml" Target="../ink/ink2632.xml"/><Relationship Id="rId357" Type="http://schemas.openxmlformats.org/officeDocument/2006/relationships/image" Target="NULL"/><Relationship Id="rId54" Type="http://schemas.openxmlformats.org/officeDocument/2006/relationships/customXml" Target="../ink/ink2349.xml"/><Relationship Id="rId217" Type="http://schemas.openxmlformats.org/officeDocument/2006/relationships/image" Target="NULL"/><Relationship Id="rId564" Type="http://schemas.openxmlformats.org/officeDocument/2006/relationships/customXml" Target="../ink/ink2604.xml"/><Relationship Id="rId424" Type="http://schemas.openxmlformats.org/officeDocument/2006/relationships/customXml" Target="../ink/ink2534.xml"/><Relationship Id="rId631" Type="http://schemas.openxmlformats.org/officeDocument/2006/relationships/image" Target="NULL"/><Relationship Id="rId270" Type="http://schemas.openxmlformats.org/officeDocument/2006/relationships/customXml" Target="../ink/ink2457.xml"/><Relationship Id="rId65" Type="http://schemas.openxmlformats.org/officeDocument/2006/relationships/image" Target="NULL"/><Relationship Id="rId130" Type="http://schemas.openxmlformats.org/officeDocument/2006/relationships/customXml" Target="../ink/ink2387.xml"/><Relationship Id="rId368" Type="http://schemas.openxmlformats.org/officeDocument/2006/relationships/customXml" Target="../ink/ink2506.xml"/><Relationship Id="rId575" Type="http://schemas.openxmlformats.org/officeDocument/2006/relationships/image" Target="NULL"/><Relationship Id="rId228" Type="http://schemas.openxmlformats.org/officeDocument/2006/relationships/customXml" Target="../ink/ink2436.xml"/><Relationship Id="rId435" Type="http://schemas.openxmlformats.org/officeDocument/2006/relationships/image" Target="NULL"/><Relationship Id="rId642" Type="http://schemas.openxmlformats.org/officeDocument/2006/relationships/customXml" Target="../ink/ink2643.xml"/><Relationship Id="rId281" Type="http://schemas.openxmlformats.org/officeDocument/2006/relationships/image" Target="NULL"/><Relationship Id="rId502" Type="http://schemas.openxmlformats.org/officeDocument/2006/relationships/customXml" Target="../ink/ink2573.xml"/><Relationship Id="rId76" Type="http://schemas.openxmlformats.org/officeDocument/2006/relationships/customXml" Target="../ink/ink2360.xml"/><Relationship Id="rId141" Type="http://schemas.openxmlformats.org/officeDocument/2006/relationships/image" Target="NULL"/><Relationship Id="rId379" Type="http://schemas.openxmlformats.org/officeDocument/2006/relationships/image" Target="NULL"/><Relationship Id="rId586" Type="http://schemas.openxmlformats.org/officeDocument/2006/relationships/customXml" Target="../ink/ink2615.xml"/><Relationship Id="rId7" Type="http://schemas.openxmlformats.org/officeDocument/2006/relationships/image" Target="NULL"/><Relationship Id="rId239" Type="http://schemas.openxmlformats.org/officeDocument/2006/relationships/image" Target="NULL"/><Relationship Id="rId446" Type="http://schemas.openxmlformats.org/officeDocument/2006/relationships/customXml" Target="../ink/ink2545.xml"/><Relationship Id="rId653" Type="http://schemas.openxmlformats.org/officeDocument/2006/relationships/image" Target="NULL"/><Relationship Id="rId292" Type="http://schemas.openxmlformats.org/officeDocument/2006/relationships/customXml" Target="../ink/ink2468.xml"/><Relationship Id="rId306" Type="http://schemas.openxmlformats.org/officeDocument/2006/relationships/customXml" Target="../ink/ink2475.xml"/><Relationship Id="rId87" Type="http://schemas.openxmlformats.org/officeDocument/2006/relationships/image" Target="NULL"/><Relationship Id="rId513" Type="http://schemas.openxmlformats.org/officeDocument/2006/relationships/image" Target="NULL"/><Relationship Id="rId597" Type="http://schemas.openxmlformats.org/officeDocument/2006/relationships/image" Target="NULL"/><Relationship Id="rId152" Type="http://schemas.openxmlformats.org/officeDocument/2006/relationships/customXml" Target="../ink/ink2398.xml"/><Relationship Id="rId457" Type="http://schemas.openxmlformats.org/officeDocument/2006/relationships/image" Target="NULL"/><Relationship Id="rId664" Type="http://schemas.openxmlformats.org/officeDocument/2006/relationships/customXml" Target="../ink/ink2654.xml"/><Relationship Id="rId14" Type="http://schemas.openxmlformats.org/officeDocument/2006/relationships/customXml" Target="../ink/ink2329.xml"/><Relationship Id="rId317" Type="http://schemas.openxmlformats.org/officeDocument/2006/relationships/image" Target="NULL"/><Relationship Id="rId524" Type="http://schemas.openxmlformats.org/officeDocument/2006/relationships/customXml" Target="../ink/ink2584.xml"/><Relationship Id="rId98" Type="http://schemas.openxmlformats.org/officeDocument/2006/relationships/customXml" Target="../ink/ink2371.xml"/><Relationship Id="rId163" Type="http://schemas.openxmlformats.org/officeDocument/2006/relationships/image" Target="NULL"/><Relationship Id="rId370" Type="http://schemas.openxmlformats.org/officeDocument/2006/relationships/customXml" Target="../ink/ink2507.xml"/><Relationship Id="rId230" Type="http://schemas.openxmlformats.org/officeDocument/2006/relationships/customXml" Target="../ink/ink2437.xml"/><Relationship Id="rId468" Type="http://schemas.openxmlformats.org/officeDocument/2006/relationships/customXml" Target="../ink/ink2556.xml"/><Relationship Id="rId675" Type="http://schemas.openxmlformats.org/officeDocument/2006/relationships/image" Target="NULL"/><Relationship Id="rId25" Type="http://schemas.openxmlformats.org/officeDocument/2006/relationships/image" Target="NULL"/><Relationship Id="rId328" Type="http://schemas.openxmlformats.org/officeDocument/2006/relationships/customXml" Target="../ink/ink2486.xml"/><Relationship Id="rId535" Type="http://schemas.openxmlformats.org/officeDocument/2006/relationships/image" Target="NULL"/><Relationship Id="rId174" Type="http://schemas.openxmlformats.org/officeDocument/2006/relationships/customXml" Target="../ink/ink2409.xml"/><Relationship Id="rId381" Type="http://schemas.openxmlformats.org/officeDocument/2006/relationships/image" Target="NULL"/><Relationship Id="rId602" Type="http://schemas.openxmlformats.org/officeDocument/2006/relationships/customXml" Target="../ink/ink2623.xml"/><Relationship Id="rId241" Type="http://schemas.openxmlformats.org/officeDocument/2006/relationships/image" Target="NULL"/><Relationship Id="rId479" Type="http://schemas.openxmlformats.org/officeDocument/2006/relationships/image" Target="NULL"/><Relationship Id="rId686" Type="http://schemas.openxmlformats.org/officeDocument/2006/relationships/customXml" Target="../ink/ink2665.xml"/><Relationship Id="rId36" Type="http://schemas.openxmlformats.org/officeDocument/2006/relationships/customXml" Target="../ink/ink2340.xml"/><Relationship Id="rId339" Type="http://schemas.openxmlformats.org/officeDocument/2006/relationships/image" Target="NULL"/><Relationship Id="rId546" Type="http://schemas.openxmlformats.org/officeDocument/2006/relationships/customXml" Target="../ink/ink2595.xml"/><Relationship Id="rId101" Type="http://schemas.openxmlformats.org/officeDocument/2006/relationships/image" Target="NULL"/><Relationship Id="rId185" Type="http://schemas.openxmlformats.org/officeDocument/2006/relationships/image" Target="NULL"/><Relationship Id="rId406" Type="http://schemas.openxmlformats.org/officeDocument/2006/relationships/customXml" Target="../ink/ink2525.xml"/><Relationship Id="rId392" Type="http://schemas.openxmlformats.org/officeDocument/2006/relationships/customXml" Target="../ink/ink2518.xml"/><Relationship Id="rId613" Type="http://schemas.openxmlformats.org/officeDocument/2006/relationships/image" Target="NULL"/><Relationship Id="rId252" Type="http://schemas.openxmlformats.org/officeDocument/2006/relationships/customXml" Target="../ink/ink2448.xml"/><Relationship Id="rId47" Type="http://schemas.openxmlformats.org/officeDocument/2006/relationships/image" Target="NULL"/><Relationship Id="rId112" Type="http://schemas.openxmlformats.org/officeDocument/2006/relationships/customXml" Target="../ink/ink2378.xml"/><Relationship Id="rId557" Type="http://schemas.openxmlformats.org/officeDocument/2006/relationships/image" Target="NULL"/><Relationship Id="rId196" Type="http://schemas.openxmlformats.org/officeDocument/2006/relationships/customXml" Target="../ink/ink2420.xml"/><Relationship Id="rId417" Type="http://schemas.openxmlformats.org/officeDocument/2006/relationships/image" Target="NULL"/><Relationship Id="rId624" Type="http://schemas.openxmlformats.org/officeDocument/2006/relationships/customXml" Target="../ink/ink2634.xml"/><Relationship Id="rId263" Type="http://schemas.openxmlformats.org/officeDocument/2006/relationships/image" Target="NULL"/><Relationship Id="rId470" Type="http://schemas.openxmlformats.org/officeDocument/2006/relationships/customXml" Target="../ink/ink2557.xml"/><Relationship Id="rId58" Type="http://schemas.openxmlformats.org/officeDocument/2006/relationships/customXml" Target="../ink/ink2351.xml"/><Relationship Id="rId123" Type="http://schemas.openxmlformats.org/officeDocument/2006/relationships/image" Target="NULL"/><Relationship Id="rId330" Type="http://schemas.openxmlformats.org/officeDocument/2006/relationships/customXml" Target="../ink/ink2487.xml"/><Relationship Id="rId568" Type="http://schemas.openxmlformats.org/officeDocument/2006/relationships/customXml" Target="../ink/ink2606.xml"/><Relationship Id="rId428" Type="http://schemas.openxmlformats.org/officeDocument/2006/relationships/customXml" Target="../ink/ink2536.xml"/><Relationship Id="rId635" Type="http://schemas.openxmlformats.org/officeDocument/2006/relationships/image" Target="NULL"/><Relationship Id="rId274" Type="http://schemas.openxmlformats.org/officeDocument/2006/relationships/customXml" Target="../ink/ink2459.xml"/><Relationship Id="rId481" Type="http://schemas.openxmlformats.org/officeDocument/2006/relationships/image" Target="NULL"/><Relationship Id="rId69" Type="http://schemas.openxmlformats.org/officeDocument/2006/relationships/image" Target="NULL"/><Relationship Id="rId134" Type="http://schemas.openxmlformats.org/officeDocument/2006/relationships/customXml" Target="../ink/ink2389.xml"/><Relationship Id="rId579" Type="http://schemas.openxmlformats.org/officeDocument/2006/relationships/image" Target="NULL"/><Relationship Id="rId341" Type="http://schemas.openxmlformats.org/officeDocument/2006/relationships/image" Target="NULL"/><Relationship Id="rId439" Type="http://schemas.openxmlformats.org/officeDocument/2006/relationships/image" Target="NULL"/><Relationship Id="rId646" Type="http://schemas.openxmlformats.org/officeDocument/2006/relationships/customXml" Target="../ink/ink2645.xml"/><Relationship Id="rId201" Type="http://schemas.openxmlformats.org/officeDocument/2006/relationships/image" Target="NULL"/><Relationship Id="rId285" Type="http://schemas.openxmlformats.org/officeDocument/2006/relationships/image" Target="NULL"/><Relationship Id="rId506" Type="http://schemas.openxmlformats.org/officeDocument/2006/relationships/customXml" Target="../ink/ink2575.xml"/><Relationship Id="rId492" Type="http://schemas.openxmlformats.org/officeDocument/2006/relationships/customXml" Target="../ink/ink2568.xml"/><Relationship Id="rId145" Type="http://schemas.openxmlformats.org/officeDocument/2006/relationships/image" Target="NULL"/><Relationship Id="rId352" Type="http://schemas.openxmlformats.org/officeDocument/2006/relationships/customXml" Target="../ink/ink2498.xml"/><Relationship Id="rId212" Type="http://schemas.openxmlformats.org/officeDocument/2006/relationships/customXml" Target="../ink/ink2428.xml"/><Relationship Id="rId657" Type="http://schemas.openxmlformats.org/officeDocument/2006/relationships/image" Target="NULL"/><Relationship Id="rId296" Type="http://schemas.openxmlformats.org/officeDocument/2006/relationships/customXml" Target="../ink/ink2470.xml"/><Relationship Id="rId517" Type="http://schemas.openxmlformats.org/officeDocument/2006/relationships/image" Target="NULL"/><Relationship Id="rId60" Type="http://schemas.openxmlformats.org/officeDocument/2006/relationships/customXml" Target="../ink/ink2352.xml"/><Relationship Id="rId156" Type="http://schemas.openxmlformats.org/officeDocument/2006/relationships/customXml" Target="../ink/ink2400.xml"/><Relationship Id="rId198" Type="http://schemas.openxmlformats.org/officeDocument/2006/relationships/customXml" Target="../ink/ink2421.xml"/><Relationship Id="rId321" Type="http://schemas.openxmlformats.org/officeDocument/2006/relationships/image" Target="NULL"/><Relationship Id="rId363" Type="http://schemas.openxmlformats.org/officeDocument/2006/relationships/image" Target="NULL"/><Relationship Id="rId419" Type="http://schemas.openxmlformats.org/officeDocument/2006/relationships/image" Target="NULL"/><Relationship Id="rId570" Type="http://schemas.openxmlformats.org/officeDocument/2006/relationships/customXml" Target="../ink/ink2607.xml"/><Relationship Id="rId626" Type="http://schemas.openxmlformats.org/officeDocument/2006/relationships/customXml" Target="../ink/ink2635.xml"/><Relationship Id="rId223" Type="http://schemas.openxmlformats.org/officeDocument/2006/relationships/image" Target="NULL"/><Relationship Id="rId430" Type="http://schemas.openxmlformats.org/officeDocument/2006/relationships/customXml" Target="../ink/ink2537.xml"/><Relationship Id="rId668" Type="http://schemas.openxmlformats.org/officeDocument/2006/relationships/customXml" Target="../ink/ink2656.xml"/><Relationship Id="rId18" Type="http://schemas.openxmlformats.org/officeDocument/2006/relationships/customXml" Target="../ink/ink2331.xml"/><Relationship Id="rId265" Type="http://schemas.openxmlformats.org/officeDocument/2006/relationships/image" Target="NULL"/><Relationship Id="rId472" Type="http://schemas.openxmlformats.org/officeDocument/2006/relationships/customXml" Target="../ink/ink2558.xml"/><Relationship Id="rId528" Type="http://schemas.openxmlformats.org/officeDocument/2006/relationships/customXml" Target="../ink/ink2586.xml"/><Relationship Id="rId125" Type="http://schemas.openxmlformats.org/officeDocument/2006/relationships/image" Target="NULL"/><Relationship Id="rId167" Type="http://schemas.openxmlformats.org/officeDocument/2006/relationships/image" Target="NULL"/><Relationship Id="rId332" Type="http://schemas.openxmlformats.org/officeDocument/2006/relationships/customXml" Target="../ink/ink2488.xml"/><Relationship Id="rId374" Type="http://schemas.openxmlformats.org/officeDocument/2006/relationships/customXml" Target="../ink/ink2509.xml"/><Relationship Id="rId581" Type="http://schemas.openxmlformats.org/officeDocument/2006/relationships/image" Target="NULL"/><Relationship Id="rId71" Type="http://schemas.openxmlformats.org/officeDocument/2006/relationships/image" Target="NULL"/><Relationship Id="rId234" Type="http://schemas.openxmlformats.org/officeDocument/2006/relationships/customXml" Target="../ink/ink2439.xml"/><Relationship Id="rId637" Type="http://schemas.openxmlformats.org/officeDocument/2006/relationships/image" Target="NULL"/><Relationship Id="rId679" Type="http://schemas.openxmlformats.org/officeDocument/2006/relationships/image" Target="NULL"/><Relationship Id="rId2" Type="http://schemas.openxmlformats.org/officeDocument/2006/relationships/customXml" Target="../ink/ink2323.xml"/><Relationship Id="rId29" Type="http://schemas.openxmlformats.org/officeDocument/2006/relationships/image" Target="NULL"/><Relationship Id="rId276" Type="http://schemas.openxmlformats.org/officeDocument/2006/relationships/customXml" Target="../ink/ink2460.xml"/><Relationship Id="rId441" Type="http://schemas.openxmlformats.org/officeDocument/2006/relationships/image" Target="NULL"/><Relationship Id="rId483" Type="http://schemas.openxmlformats.org/officeDocument/2006/relationships/image" Target="NULL"/><Relationship Id="rId539" Type="http://schemas.openxmlformats.org/officeDocument/2006/relationships/image" Target="NULL"/><Relationship Id="rId690" Type="http://schemas.openxmlformats.org/officeDocument/2006/relationships/customXml" Target="../ink/ink2667.xml"/><Relationship Id="rId40" Type="http://schemas.openxmlformats.org/officeDocument/2006/relationships/customXml" Target="../ink/ink2342.xml"/><Relationship Id="rId136" Type="http://schemas.openxmlformats.org/officeDocument/2006/relationships/customXml" Target="../ink/ink2390.xml"/><Relationship Id="rId178" Type="http://schemas.openxmlformats.org/officeDocument/2006/relationships/customXml" Target="../ink/ink2411.xml"/><Relationship Id="rId301" Type="http://schemas.openxmlformats.org/officeDocument/2006/relationships/image" Target="NULL"/><Relationship Id="rId343" Type="http://schemas.openxmlformats.org/officeDocument/2006/relationships/image" Target="NULL"/><Relationship Id="rId550" Type="http://schemas.openxmlformats.org/officeDocument/2006/relationships/customXml" Target="../ink/ink2597.xml"/><Relationship Id="rId82" Type="http://schemas.openxmlformats.org/officeDocument/2006/relationships/customXml" Target="../ink/ink2363.xml"/><Relationship Id="rId203" Type="http://schemas.openxmlformats.org/officeDocument/2006/relationships/image" Target="NULL"/><Relationship Id="rId385" Type="http://schemas.openxmlformats.org/officeDocument/2006/relationships/image" Target="NULL"/><Relationship Id="rId592" Type="http://schemas.openxmlformats.org/officeDocument/2006/relationships/customXml" Target="../ink/ink2618.xml"/><Relationship Id="rId606" Type="http://schemas.openxmlformats.org/officeDocument/2006/relationships/customXml" Target="../ink/ink2625.xml"/><Relationship Id="rId648" Type="http://schemas.openxmlformats.org/officeDocument/2006/relationships/customXml" Target="../ink/ink2646.xml"/><Relationship Id="rId245" Type="http://schemas.openxmlformats.org/officeDocument/2006/relationships/image" Target="NULL"/><Relationship Id="rId287" Type="http://schemas.openxmlformats.org/officeDocument/2006/relationships/image" Target="NULL"/><Relationship Id="rId410" Type="http://schemas.openxmlformats.org/officeDocument/2006/relationships/customXml" Target="../ink/ink2527.xml"/><Relationship Id="rId452" Type="http://schemas.openxmlformats.org/officeDocument/2006/relationships/customXml" Target="../ink/ink2548.xml"/><Relationship Id="rId494" Type="http://schemas.openxmlformats.org/officeDocument/2006/relationships/customXml" Target="../ink/ink2569.xml"/><Relationship Id="rId508" Type="http://schemas.openxmlformats.org/officeDocument/2006/relationships/customXml" Target="../ink/ink2576.xml"/><Relationship Id="rId105" Type="http://schemas.openxmlformats.org/officeDocument/2006/relationships/image" Target="NULL"/><Relationship Id="rId147" Type="http://schemas.openxmlformats.org/officeDocument/2006/relationships/image" Target="NULL"/><Relationship Id="rId312" Type="http://schemas.openxmlformats.org/officeDocument/2006/relationships/customXml" Target="../ink/ink2478.xml"/><Relationship Id="rId354" Type="http://schemas.openxmlformats.org/officeDocument/2006/relationships/customXml" Target="../ink/ink2499.xml"/><Relationship Id="rId51" Type="http://schemas.openxmlformats.org/officeDocument/2006/relationships/image" Target="NULL"/><Relationship Id="rId93" Type="http://schemas.openxmlformats.org/officeDocument/2006/relationships/image" Target="NULL"/><Relationship Id="rId189" Type="http://schemas.openxmlformats.org/officeDocument/2006/relationships/image" Target="NULL"/><Relationship Id="rId396" Type="http://schemas.openxmlformats.org/officeDocument/2006/relationships/customXml" Target="../ink/ink2520.xml"/><Relationship Id="rId561" Type="http://schemas.openxmlformats.org/officeDocument/2006/relationships/image" Target="NULL"/><Relationship Id="rId617" Type="http://schemas.openxmlformats.org/officeDocument/2006/relationships/image" Target="NULL"/><Relationship Id="rId659" Type="http://schemas.openxmlformats.org/officeDocument/2006/relationships/image" Target="NULL"/><Relationship Id="rId214" Type="http://schemas.openxmlformats.org/officeDocument/2006/relationships/customXml" Target="../ink/ink2429.xml"/><Relationship Id="rId256" Type="http://schemas.openxmlformats.org/officeDocument/2006/relationships/customXml" Target="../ink/ink2450.xml"/><Relationship Id="rId298" Type="http://schemas.openxmlformats.org/officeDocument/2006/relationships/customXml" Target="../ink/ink2471.xml"/><Relationship Id="rId421" Type="http://schemas.openxmlformats.org/officeDocument/2006/relationships/image" Target="NULL"/><Relationship Id="rId463" Type="http://schemas.openxmlformats.org/officeDocument/2006/relationships/image" Target="NULL"/><Relationship Id="rId519" Type="http://schemas.openxmlformats.org/officeDocument/2006/relationships/image" Target="NULL"/><Relationship Id="rId670" Type="http://schemas.openxmlformats.org/officeDocument/2006/relationships/customXml" Target="../ink/ink2657.xml"/><Relationship Id="rId116" Type="http://schemas.openxmlformats.org/officeDocument/2006/relationships/customXml" Target="../ink/ink2380.xml"/><Relationship Id="rId158" Type="http://schemas.openxmlformats.org/officeDocument/2006/relationships/customXml" Target="../ink/ink2401.xml"/><Relationship Id="rId323" Type="http://schemas.openxmlformats.org/officeDocument/2006/relationships/image" Target="NULL"/><Relationship Id="rId530" Type="http://schemas.openxmlformats.org/officeDocument/2006/relationships/customXml" Target="../ink/ink2587.xml"/><Relationship Id="rId20" Type="http://schemas.openxmlformats.org/officeDocument/2006/relationships/customXml" Target="../ink/ink2332.xml"/><Relationship Id="rId62" Type="http://schemas.openxmlformats.org/officeDocument/2006/relationships/customXml" Target="../ink/ink2353.xml"/><Relationship Id="rId365" Type="http://schemas.openxmlformats.org/officeDocument/2006/relationships/image" Target="NULL"/><Relationship Id="rId572" Type="http://schemas.openxmlformats.org/officeDocument/2006/relationships/customXml" Target="../ink/ink2608.xml"/><Relationship Id="rId628" Type="http://schemas.openxmlformats.org/officeDocument/2006/relationships/customXml" Target="../ink/ink2636.xml"/><Relationship Id="rId225" Type="http://schemas.openxmlformats.org/officeDocument/2006/relationships/image" Target="NULL"/><Relationship Id="rId267" Type="http://schemas.openxmlformats.org/officeDocument/2006/relationships/image" Target="NULL"/><Relationship Id="rId432" Type="http://schemas.openxmlformats.org/officeDocument/2006/relationships/customXml" Target="../ink/ink2538.xml"/><Relationship Id="rId474" Type="http://schemas.openxmlformats.org/officeDocument/2006/relationships/customXml" Target="../ink/ink2559.xml"/><Relationship Id="rId127" Type="http://schemas.openxmlformats.org/officeDocument/2006/relationships/image" Target="NULL"/><Relationship Id="rId681" Type="http://schemas.openxmlformats.org/officeDocument/2006/relationships/image" Target="NULL"/><Relationship Id="rId31" Type="http://schemas.openxmlformats.org/officeDocument/2006/relationships/image" Target="NULL"/><Relationship Id="rId73" Type="http://schemas.openxmlformats.org/officeDocument/2006/relationships/image" Target="NULL"/><Relationship Id="rId169" Type="http://schemas.openxmlformats.org/officeDocument/2006/relationships/image" Target="NULL"/><Relationship Id="rId334" Type="http://schemas.openxmlformats.org/officeDocument/2006/relationships/customXml" Target="../ink/ink2489.xml"/><Relationship Id="rId376" Type="http://schemas.openxmlformats.org/officeDocument/2006/relationships/customXml" Target="../ink/ink2510.xml"/><Relationship Id="rId541" Type="http://schemas.openxmlformats.org/officeDocument/2006/relationships/image" Target="NULL"/><Relationship Id="rId583" Type="http://schemas.openxmlformats.org/officeDocument/2006/relationships/image" Target="NULL"/><Relationship Id="rId639" Type="http://schemas.openxmlformats.org/officeDocument/2006/relationships/image" Target="NULL"/><Relationship Id="rId4" Type="http://schemas.openxmlformats.org/officeDocument/2006/relationships/customXml" Target="../ink/ink2324.xml"/><Relationship Id="rId180" Type="http://schemas.openxmlformats.org/officeDocument/2006/relationships/customXml" Target="../ink/ink2412.xml"/><Relationship Id="rId236" Type="http://schemas.openxmlformats.org/officeDocument/2006/relationships/customXml" Target="../ink/ink2440.xml"/><Relationship Id="rId278" Type="http://schemas.openxmlformats.org/officeDocument/2006/relationships/customXml" Target="../ink/ink2461.xml"/><Relationship Id="rId401" Type="http://schemas.openxmlformats.org/officeDocument/2006/relationships/image" Target="NULL"/><Relationship Id="rId443" Type="http://schemas.openxmlformats.org/officeDocument/2006/relationships/image" Target="NULL"/><Relationship Id="rId650" Type="http://schemas.openxmlformats.org/officeDocument/2006/relationships/customXml" Target="../ink/ink2647.xml"/><Relationship Id="rId303" Type="http://schemas.openxmlformats.org/officeDocument/2006/relationships/image" Target="NULL"/><Relationship Id="rId485" Type="http://schemas.openxmlformats.org/officeDocument/2006/relationships/image" Target="NULL"/><Relationship Id="rId692" Type="http://schemas.openxmlformats.org/officeDocument/2006/relationships/customXml" Target="../ink/ink2668.xml"/><Relationship Id="rId42" Type="http://schemas.openxmlformats.org/officeDocument/2006/relationships/customXml" Target="../ink/ink2343.xml"/><Relationship Id="rId84" Type="http://schemas.openxmlformats.org/officeDocument/2006/relationships/customXml" Target="../ink/ink2364.xml"/><Relationship Id="rId138" Type="http://schemas.openxmlformats.org/officeDocument/2006/relationships/customXml" Target="../ink/ink2391.xml"/><Relationship Id="rId345" Type="http://schemas.openxmlformats.org/officeDocument/2006/relationships/image" Target="NULL"/><Relationship Id="rId387" Type="http://schemas.openxmlformats.org/officeDocument/2006/relationships/image" Target="NULL"/><Relationship Id="rId510" Type="http://schemas.openxmlformats.org/officeDocument/2006/relationships/customXml" Target="../ink/ink2577.xml"/><Relationship Id="rId552" Type="http://schemas.openxmlformats.org/officeDocument/2006/relationships/customXml" Target="../ink/ink2598.xml"/><Relationship Id="rId594" Type="http://schemas.openxmlformats.org/officeDocument/2006/relationships/customXml" Target="../ink/ink2619.xml"/><Relationship Id="rId608" Type="http://schemas.openxmlformats.org/officeDocument/2006/relationships/customXml" Target="../ink/ink2626.xml"/><Relationship Id="rId191" Type="http://schemas.openxmlformats.org/officeDocument/2006/relationships/image" Target="NULL"/><Relationship Id="rId205" Type="http://schemas.openxmlformats.org/officeDocument/2006/relationships/image" Target="NULL"/><Relationship Id="rId247" Type="http://schemas.openxmlformats.org/officeDocument/2006/relationships/image" Target="NULL"/><Relationship Id="rId412" Type="http://schemas.openxmlformats.org/officeDocument/2006/relationships/customXml" Target="../ink/ink2528.xml"/><Relationship Id="rId107" Type="http://schemas.openxmlformats.org/officeDocument/2006/relationships/image" Target="NULL"/><Relationship Id="rId289" Type="http://schemas.openxmlformats.org/officeDocument/2006/relationships/image" Target="NULL"/><Relationship Id="rId454" Type="http://schemas.openxmlformats.org/officeDocument/2006/relationships/customXml" Target="../ink/ink2549.xml"/><Relationship Id="rId496" Type="http://schemas.openxmlformats.org/officeDocument/2006/relationships/customXml" Target="../ink/ink2570.xml"/><Relationship Id="rId661" Type="http://schemas.openxmlformats.org/officeDocument/2006/relationships/image" Target="NULL"/><Relationship Id="rId11" Type="http://schemas.openxmlformats.org/officeDocument/2006/relationships/image" Target="NULL"/><Relationship Id="rId53" Type="http://schemas.openxmlformats.org/officeDocument/2006/relationships/image" Target="NULL"/><Relationship Id="rId149" Type="http://schemas.openxmlformats.org/officeDocument/2006/relationships/image" Target="NULL"/><Relationship Id="rId314" Type="http://schemas.openxmlformats.org/officeDocument/2006/relationships/customXml" Target="../ink/ink2479.xml"/><Relationship Id="rId356" Type="http://schemas.openxmlformats.org/officeDocument/2006/relationships/customXml" Target="../ink/ink2500.xml"/><Relationship Id="rId398" Type="http://schemas.openxmlformats.org/officeDocument/2006/relationships/customXml" Target="../ink/ink2521.xml"/><Relationship Id="rId521" Type="http://schemas.openxmlformats.org/officeDocument/2006/relationships/image" Target="NULL"/><Relationship Id="rId563" Type="http://schemas.openxmlformats.org/officeDocument/2006/relationships/image" Target="NULL"/><Relationship Id="rId619" Type="http://schemas.openxmlformats.org/officeDocument/2006/relationships/image" Target="NULL"/><Relationship Id="rId95" Type="http://schemas.openxmlformats.org/officeDocument/2006/relationships/image" Target="NULL"/><Relationship Id="rId160" Type="http://schemas.openxmlformats.org/officeDocument/2006/relationships/customXml" Target="../ink/ink2402.xml"/><Relationship Id="rId216" Type="http://schemas.openxmlformats.org/officeDocument/2006/relationships/customXml" Target="../ink/ink2430.xml"/><Relationship Id="rId423" Type="http://schemas.openxmlformats.org/officeDocument/2006/relationships/image" Target="NULL"/><Relationship Id="rId258" Type="http://schemas.openxmlformats.org/officeDocument/2006/relationships/customXml" Target="../ink/ink2451.xml"/><Relationship Id="rId465" Type="http://schemas.openxmlformats.org/officeDocument/2006/relationships/image" Target="NULL"/><Relationship Id="rId630" Type="http://schemas.openxmlformats.org/officeDocument/2006/relationships/customXml" Target="../ink/ink2637.xml"/><Relationship Id="rId672" Type="http://schemas.openxmlformats.org/officeDocument/2006/relationships/customXml" Target="../ink/ink2658.xml"/><Relationship Id="rId22" Type="http://schemas.openxmlformats.org/officeDocument/2006/relationships/customXml" Target="../ink/ink2333.xml"/><Relationship Id="rId64" Type="http://schemas.openxmlformats.org/officeDocument/2006/relationships/customXml" Target="../ink/ink2354.xml"/><Relationship Id="rId118" Type="http://schemas.openxmlformats.org/officeDocument/2006/relationships/customXml" Target="../ink/ink2381.xml"/><Relationship Id="rId325" Type="http://schemas.openxmlformats.org/officeDocument/2006/relationships/image" Target="NULL"/><Relationship Id="rId367" Type="http://schemas.openxmlformats.org/officeDocument/2006/relationships/image" Target="NULL"/><Relationship Id="rId532" Type="http://schemas.openxmlformats.org/officeDocument/2006/relationships/customXml" Target="../ink/ink2588.xml"/><Relationship Id="rId574" Type="http://schemas.openxmlformats.org/officeDocument/2006/relationships/customXml" Target="../ink/ink2609.xml"/><Relationship Id="rId171" Type="http://schemas.openxmlformats.org/officeDocument/2006/relationships/image" Target="NULL"/><Relationship Id="rId227" Type="http://schemas.openxmlformats.org/officeDocument/2006/relationships/image" Target="NULL"/><Relationship Id="rId269" Type="http://schemas.openxmlformats.org/officeDocument/2006/relationships/image" Target="NULL"/><Relationship Id="rId434" Type="http://schemas.openxmlformats.org/officeDocument/2006/relationships/customXml" Target="../ink/ink2539.xml"/><Relationship Id="rId476" Type="http://schemas.openxmlformats.org/officeDocument/2006/relationships/customXml" Target="../ink/ink2560.xml"/><Relationship Id="rId641" Type="http://schemas.openxmlformats.org/officeDocument/2006/relationships/image" Target="NULL"/><Relationship Id="rId683" Type="http://schemas.openxmlformats.org/officeDocument/2006/relationships/image" Target="NULL"/><Relationship Id="rId33" Type="http://schemas.openxmlformats.org/officeDocument/2006/relationships/image" Target="NULL"/><Relationship Id="rId129" Type="http://schemas.openxmlformats.org/officeDocument/2006/relationships/image" Target="NULL"/><Relationship Id="rId280" Type="http://schemas.openxmlformats.org/officeDocument/2006/relationships/customXml" Target="../ink/ink2462.xml"/><Relationship Id="rId336" Type="http://schemas.openxmlformats.org/officeDocument/2006/relationships/customXml" Target="../ink/ink2490.xml"/><Relationship Id="rId501" Type="http://schemas.openxmlformats.org/officeDocument/2006/relationships/image" Target="NULL"/><Relationship Id="rId543" Type="http://schemas.openxmlformats.org/officeDocument/2006/relationships/image" Target="NULL"/><Relationship Id="rId75" Type="http://schemas.openxmlformats.org/officeDocument/2006/relationships/image" Target="NULL"/><Relationship Id="rId140" Type="http://schemas.openxmlformats.org/officeDocument/2006/relationships/customXml" Target="../ink/ink2392.xml"/><Relationship Id="rId182" Type="http://schemas.openxmlformats.org/officeDocument/2006/relationships/customXml" Target="../ink/ink2413.xml"/><Relationship Id="rId378" Type="http://schemas.openxmlformats.org/officeDocument/2006/relationships/customXml" Target="../ink/ink2511.xml"/><Relationship Id="rId403" Type="http://schemas.openxmlformats.org/officeDocument/2006/relationships/image" Target="NULL"/><Relationship Id="rId585" Type="http://schemas.openxmlformats.org/officeDocument/2006/relationships/image" Target="NULL"/><Relationship Id="rId6" Type="http://schemas.openxmlformats.org/officeDocument/2006/relationships/customXml" Target="../ink/ink2325.xml"/><Relationship Id="rId238" Type="http://schemas.openxmlformats.org/officeDocument/2006/relationships/customXml" Target="../ink/ink2441.xml"/><Relationship Id="rId445" Type="http://schemas.openxmlformats.org/officeDocument/2006/relationships/image" Target="NULL"/><Relationship Id="rId487" Type="http://schemas.openxmlformats.org/officeDocument/2006/relationships/image" Target="NULL"/><Relationship Id="rId610" Type="http://schemas.openxmlformats.org/officeDocument/2006/relationships/customXml" Target="../ink/ink2627.xml"/><Relationship Id="rId652" Type="http://schemas.openxmlformats.org/officeDocument/2006/relationships/customXml" Target="../ink/ink2648.xml"/><Relationship Id="rId291" Type="http://schemas.openxmlformats.org/officeDocument/2006/relationships/image" Target="NULL"/><Relationship Id="rId305" Type="http://schemas.openxmlformats.org/officeDocument/2006/relationships/image" Target="NULL"/><Relationship Id="rId347" Type="http://schemas.openxmlformats.org/officeDocument/2006/relationships/image" Target="NULL"/><Relationship Id="rId512" Type="http://schemas.openxmlformats.org/officeDocument/2006/relationships/customXml" Target="../ink/ink2578.xml"/><Relationship Id="rId44" Type="http://schemas.openxmlformats.org/officeDocument/2006/relationships/customXml" Target="../ink/ink2344.xml"/><Relationship Id="rId86" Type="http://schemas.openxmlformats.org/officeDocument/2006/relationships/customXml" Target="../ink/ink2365.xml"/><Relationship Id="rId151" Type="http://schemas.openxmlformats.org/officeDocument/2006/relationships/image" Target="NULL"/><Relationship Id="rId389" Type="http://schemas.openxmlformats.org/officeDocument/2006/relationships/image" Target="NULL"/><Relationship Id="rId554" Type="http://schemas.openxmlformats.org/officeDocument/2006/relationships/customXml" Target="../ink/ink2599.xml"/><Relationship Id="rId596" Type="http://schemas.openxmlformats.org/officeDocument/2006/relationships/customXml" Target="../ink/ink2620.xml"/><Relationship Id="rId193" Type="http://schemas.openxmlformats.org/officeDocument/2006/relationships/image" Target="NULL"/><Relationship Id="rId207" Type="http://schemas.openxmlformats.org/officeDocument/2006/relationships/image" Target="NULL"/><Relationship Id="rId249" Type="http://schemas.openxmlformats.org/officeDocument/2006/relationships/image" Target="NULL"/><Relationship Id="rId414" Type="http://schemas.openxmlformats.org/officeDocument/2006/relationships/customXml" Target="../ink/ink2529.xml"/><Relationship Id="rId456" Type="http://schemas.openxmlformats.org/officeDocument/2006/relationships/customXml" Target="../ink/ink2550.xml"/><Relationship Id="rId498" Type="http://schemas.openxmlformats.org/officeDocument/2006/relationships/customXml" Target="../ink/ink2571.xml"/><Relationship Id="rId621" Type="http://schemas.openxmlformats.org/officeDocument/2006/relationships/image" Target="NULL"/><Relationship Id="rId663" Type="http://schemas.openxmlformats.org/officeDocument/2006/relationships/image" Target="NULL"/><Relationship Id="rId13" Type="http://schemas.openxmlformats.org/officeDocument/2006/relationships/image" Target="NULL"/><Relationship Id="rId109" Type="http://schemas.openxmlformats.org/officeDocument/2006/relationships/image" Target="NULL"/><Relationship Id="rId260" Type="http://schemas.openxmlformats.org/officeDocument/2006/relationships/customXml" Target="../ink/ink2452.xml"/><Relationship Id="rId316" Type="http://schemas.openxmlformats.org/officeDocument/2006/relationships/customXml" Target="../ink/ink2480.xml"/><Relationship Id="rId523" Type="http://schemas.openxmlformats.org/officeDocument/2006/relationships/image" Target="NULL"/><Relationship Id="rId55" Type="http://schemas.openxmlformats.org/officeDocument/2006/relationships/image" Target="NULL"/><Relationship Id="rId97" Type="http://schemas.openxmlformats.org/officeDocument/2006/relationships/image" Target="NULL"/><Relationship Id="rId120" Type="http://schemas.openxmlformats.org/officeDocument/2006/relationships/customXml" Target="../ink/ink2382.xml"/><Relationship Id="rId358" Type="http://schemas.openxmlformats.org/officeDocument/2006/relationships/customXml" Target="../ink/ink2501.xml"/><Relationship Id="rId565" Type="http://schemas.openxmlformats.org/officeDocument/2006/relationships/image" Target="NULL"/><Relationship Id="rId162" Type="http://schemas.openxmlformats.org/officeDocument/2006/relationships/customXml" Target="../ink/ink2403.xml"/><Relationship Id="rId218" Type="http://schemas.openxmlformats.org/officeDocument/2006/relationships/customXml" Target="../ink/ink2431.xml"/><Relationship Id="rId425" Type="http://schemas.openxmlformats.org/officeDocument/2006/relationships/image" Target="NULL"/><Relationship Id="rId467" Type="http://schemas.openxmlformats.org/officeDocument/2006/relationships/image" Target="NULL"/><Relationship Id="rId632" Type="http://schemas.openxmlformats.org/officeDocument/2006/relationships/customXml" Target="../ink/ink2638.xml"/><Relationship Id="rId271" Type="http://schemas.openxmlformats.org/officeDocument/2006/relationships/image" Target="NULL"/><Relationship Id="rId674" Type="http://schemas.openxmlformats.org/officeDocument/2006/relationships/customXml" Target="../ink/ink2659.xml"/><Relationship Id="rId24" Type="http://schemas.openxmlformats.org/officeDocument/2006/relationships/customXml" Target="../ink/ink2334.xml"/><Relationship Id="rId66" Type="http://schemas.openxmlformats.org/officeDocument/2006/relationships/customXml" Target="../ink/ink2355.xml"/><Relationship Id="rId131" Type="http://schemas.openxmlformats.org/officeDocument/2006/relationships/image" Target="NULL"/><Relationship Id="rId327" Type="http://schemas.openxmlformats.org/officeDocument/2006/relationships/image" Target="NULL"/><Relationship Id="rId369" Type="http://schemas.openxmlformats.org/officeDocument/2006/relationships/image" Target="NULL"/><Relationship Id="rId534" Type="http://schemas.openxmlformats.org/officeDocument/2006/relationships/customXml" Target="../ink/ink2589.xml"/><Relationship Id="rId576" Type="http://schemas.openxmlformats.org/officeDocument/2006/relationships/customXml" Target="../ink/ink2610.xml"/><Relationship Id="rId173" Type="http://schemas.openxmlformats.org/officeDocument/2006/relationships/image" Target="NULL"/><Relationship Id="rId229" Type="http://schemas.openxmlformats.org/officeDocument/2006/relationships/image" Target="NULL"/><Relationship Id="rId380" Type="http://schemas.openxmlformats.org/officeDocument/2006/relationships/customXml" Target="../ink/ink2512.xml"/><Relationship Id="rId436" Type="http://schemas.openxmlformats.org/officeDocument/2006/relationships/customXml" Target="../ink/ink2540.xml"/><Relationship Id="rId601" Type="http://schemas.openxmlformats.org/officeDocument/2006/relationships/image" Target="NULL"/><Relationship Id="rId643" Type="http://schemas.openxmlformats.org/officeDocument/2006/relationships/image" Target="NULL"/><Relationship Id="rId240" Type="http://schemas.openxmlformats.org/officeDocument/2006/relationships/customXml" Target="../ink/ink2442.xml"/><Relationship Id="rId478" Type="http://schemas.openxmlformats.org/officeDocument/2006/relationships/customXml" Target="../ink/ink2561.xml"/><Relationship Id="rId685" Type="http://schemas.openxmlformats.org/officeDocument/2006/relationships/image" Target="NULL"/><Relationship Id="rId35" Type="http://schemas.openxmlformats.org/officeDocument/2006/relationships/image" Target="NULL"/><Relationship Id="rId77" Type="http://schemas.openxmlformats.org/officeDocument/2006/relationships/image" Target="NULL"/><Relationship Id="rId100" Type="http://schemas.openxmlformats.org/officeDocument/2006/relationships/customXml" Target="../ink/ink2372.xml"/><Relationship Id="rId282" Type="http://schemas.openxmlformats.org/officeDocument/2006/relationships/customXml" Target="../ink/ink2463.xml"/><Relationship Id="rId338" Type="http://schemas.openxmlformats.org/officeDocument/2006/relationships/customXml" Target="../ink/ink2491.xml"/><Relationship Id="rId503" Type="http://schemas.openxmlformats.org/officeDocument/2006/relationships/image" Target="NULL"/><Relationship Id="rId545" Type="http://schemas.openxmlformats.org/officeDocument/2006/relationships/image" Target="NULL"/><Relationship Id="rId587" Type="http://schemas.openxmlformats.org/officeDocument/2006/relationships/image" Target="NULL"/><Relationship Id="rId8" Type="http://schemas.openxmlformats.org/officeDocument/2006/relationships/customXml" Target="../ink/ink2326.xml"/><Relationship Id="rId142" Type="http://schemas.openxmlformats.org/officeDocument/2006/relationships/customXml" Target="../ink/ink2393.xml"/><Relationship Id="rId184" Type="http://schemas.openxmlformats.org/officeDocument/2006/relationships/customXml" Target="../ink/ink2414.xml"/><Relationship Id="rId391" Type="http://schemas.openxmlformats.org/officeDocument/2006/relationships/image" Target="NULL"/><Relationship Id="rId405" Type="http://schemas.openxmlformats.org/officeDocument/2006/relationships/image" Target="NULL"/><Relationship Id="rId447" Type="http://schemas.openxmlformats.org/officeDocument/2006/relationships/image" Target="NULL"/><Relationship Id="rId612" Type="http://schemas.openxmlformats.org/officeDocument/2006/relationships/customXml" Target="../ink/ink2628.xml"/><Relationship Id="rId251" Type="http://schemas.openxmlformats.org/officeDocument/2006/relationships/image" Target="NULL"/><Relationship Id="rId489" Type="http://schemas.openxmlformats.org/officeDocument/2006/relationships/image" Target="NULL"/><Relationship Id="rId654" Type="http://schemas.openxmlformats.org/officeDocument/2006/relationships/customXml" Target="../ink/ink2649.xml"/><Relationship Id="rId46" Type="http://schemas.openxmlformats.org/officeDocument/2006/relationships/customXml" Target="../ink/ink2345.xml"/><Relationship Id="rId293" Type="http://schemas.openxmlformats.org/officeDocument/2006/relationships/image" Target="NULL"/><Relationship Id="rId307" Type="http://schemas.openxmlformats.org/officeDocument/2006/relationships/image" Target="NULL"/><Relationship Id="rId349" Type="http://schemas.openxmlformats.org/officeDocument/2006/relationships/image" Target="NULL"/><Relationship Id="rId514" Type="http://schemas.openxmlformats.org/officeDocument/2006/relationships/customXml" Target="../ink/ink2579.xml"/><Relationship Id="rId556" Type="http://schemas.openxmlformats.org/officeDocument/2006/relationships/customXml" Target="../ink/ink2600.xml"/><Relationship Id="rId88" Type="http://schemas.openxmlformats.org/officeDocument/2006/relationships/customXml" Target="../ink/ink2366.xml"/><Relationship Id="rId111" Type="http://schemas.openxmlformats.org/officeDocument/2006/relationships/image" Target="NULL"/><Relationship Id="rId153" Type="http://schemas.openxmlformats.org/officeDocument/2006/relationships/image" Target="NULL"/><Relationship Id="rId195" Type="http://schemas.openxmlformats.org/officeDocument/2006/relationships/image" Target="NULL"/><Relationship Id="rId209" Type="http://schemas.openxmlformats.org/officeDocument/2006/relationships/image" Target="NULL"/><Relationship Id="rId360" Type="http://schemas.openxmlformats.org/officeDocument/2006/relationships/customXml" Target="../ink/ink2502.xml"/><Relationship Id="rId416" Type="http://schemas.openxmlformats.org/officeDocument/2006/relationships/customXml" Target="../ink/ink2530.xml"/><Relationship Id="rId598" Type="http://schemas.openxmlformats.org/officeDocument/2006/relationships/customXml" Target="../ink/ink2621.xml"/><Relationship Id="rId220" Type="http://schemas.openxmlformats.org/officeDocument/2006/relationships/customXml" Target="../ink/ink2432.xml"/><Relationship Id="rId458" Type="http://schemas.openxmlformats.org/officeDocument/2006/relationships/customXml" Target="../ink/ink2551.xml"/><Relationship Id="rId623" Type="http://schemas.openxmlformats.org/officeDocument/2006/relationships/image" Target="NULL"/><Relationship Id="rId665" Type="http://schemas.openxmlformats.org/officeDocument/2006/relationships/image" Target="NULL"/><Relationship Id="rId15" Type="http://schemas.openxmlformats.org/officeDocument/2006/relationships/image" Target="NULL"/><Relationship Id="rId57" Type="http://schemas.openxmlformats.org/officeDocument/2006/relationships/image" Target="NULL"/><Relationship Id="rId262" Type="http://schemas.openxmlformats.org/officeDocument/2006/relationships/customXml" Target="../ink/ink2453.xml"/><Relationship Id="rId318" Type="http://schemas.openxmlformats.org/officeDocument/2006/relationships/customXml" Target="../ink/ink2481.xml"/><Relationship Id="rId525" Type="http://schemas.openxmlformats.org/officeDocument/2006/relationships/image" Target="NULL"/><Relationship Id="rId567" Type="http://schemas.openxmlformats.org/officeDocument/2006/relationships/image" Target="NULL"/><Relationship Id="rId99" Type="http://schemas.openxmlformats.org/officeDocument/2006/relationships/image" Target="NULL"/><Relationship Id="rId122" Type="http://schemas.openxmlformats.org/officeDocument/2006/relationships/customXml" Target="../ink/ink2383.xml"/><Relationship Id="rId164" Type="http://schemas.openxmlformats.org/officeDocument/2006/relationships/customXml" Target="../ink/ink2404.xml"/><Relationship Id="rId371" Type="http://schemas.openxmlformats.org/officeDocument/2006/relationships/image" Target="NULL"/><Relationship Id="rId427" Type="http://schemas.openxmlformats.org/officeDocument/2006/relationships/image" Target="NULL"/><Relationship Id="rId469" Type="http://schemas.openxmlformats.org/officeDocument/2006/relationships/image" Target="NULL"/><Relationship Id="rId634" Type="http://schemas.openxmlformats.org/officeDocument/2006/relationships/customXml" Target="../ink/ink2639.xml"/><Relationship Id="rId676" Type="http://schemas.openxmlformats.org/officeDocument/2006/relationships/customXml" Target="../ink/ink2660.xml"/><Relationship Id="rId26" Type="http://schemas.openxmlformats.org/officeDocument/2006/relationships/customXml" Target="../ink/ink2335.xml"/><Relationship Id="rId231" Type="http://schemas.openxmlformats.org/officeDocument/2006/relationships/image" Target="NULL"/><Relationship Id="rId273" Type="http://schemas.openxmlformats.org/officeDocument/2006/relationships/image" Target="NULL"/><Relationship Id="rId329" Type="http://schemas.openxmlformats.org/officeDocument/2006/relationships/image" Target="NULL"/><Relationship Id="rId480" Type="http://schemas.openxmlformats.org/officeDocument/2006/relationships/customXml" Target="../ink/ink2562.xml"/><Relationship Id="rId536" Type="http://schemas.openxmlformats.org/officeDocument/2006/relationships/customXml" Target="../ink/ink2590.xml"/><Relationship Id="rId68" Type="http://schemas.openxmlformats.org/officeDocument/2006/relationships/customXml" Target="../ink/ink2356.xml"/><Relationship Id="rId133" Type="http://schemas.openxmlformats.org/officeDocument/2006/relationships/image" Target="NULL"/><Relationship Id="rId175" Type="http://schemas.openxmlformats.org/officeDocument/2006/relationships/image" Target="NULL"/><Relationship Id="rId340" Type="http://schemas.openxmlformats.org/officeDocument/2006/relationships/customXml" Target="../ink/ink2492.xml"/><Relationship Id="rId578" Type="http://schemas.openxmlformats.org/officeDocument/2006/relationships/customXml" Target="../ink/ink2611.xml"/><Relationship Id="rId200" Type="http://schemas.openxmlformats.org/officeDocument/2006/relationships/customXml" Target="../ink/ink2422.xml"/><Relationship Id="rId382" Type="http://schemas.openxmlformats.org/officeDocument/2006/relationships/customXml" Target="../ink/ink2513.xml"/><Relationship Id="rId438" Type="http://schemas.openxmlformats.org/officeDocument/2006/relationships/customXml" Target="../ink/ink2541.xml"/><Relationship Id="rId603" Type="http://schemas.openxmlformats.org/officeDocument/2006/relationships/image" Target="NULL"/><Relationship Id="rId645" Type="http://schemas.openxmlformats.org/officeDocument/2006/relationships/image" Target="NULL"/><Relationship Id="rId687" Type="http://schemas.openxmlformats.org/officeDocument/2006/relationships/image" Target="NULL"/><Relationship Id="rId242" Type="http://schemas.openxmlformats.org/officeDocument/2006/relationships/customXml" Target="../ink/ink2443.xml"/><Relationship Id="rId284" Type="http://schemas.openxmlformats.org/officeDocument/2006/relationships/customXml" Target="../ink/ink2464.xml"/><Relationship Id="rId491" Type="http://schemas.openxmlformats.org/officeDocument/2006/relationships/image" Target="NULL"/><Relationship Id="rId505" Type="http://schemas.openxmlformats.org/officeDocument/2006/relationships/image" Target="NULL"/><Relationship Id="rId37" Type="http://schemas.openxmlformats.org/officeDocument/2006/relationships/image" Target="NULL"/><Relationship Id="rId79" Type="http://schemas.openxmlformats.org/officeDocument/2006/relationships/image" Target="NULL"/><Relationship Id="rId102" Type="http://schemas.openxmlformats.org/officeDocument/2006/relationships/customXml" Target="../ink/ink2373.xml"/><Relationship Id="rId144" Type="http://schemas.openxmlformats.org/officeDocument/2006/relationships/customXml" Target="../ink/ink2394.xml"/><Relationship Id="rId547" Type="http://schemas.openxmlformats.org/officeDocument/2006/relationships/image" Target="NULL"/><Relationship Id="rId589" Type="http://schemas.openxmlformats.org/officeDocument/2006/relationships/image" Target="NULL"/><Relationship Id="rId90" Type="http://schemas.openxmlformats.org/officeDocument/2006/relationships/customXml" Target="../ink/ink2367.xml"/><Relationship Id="rId186" Type="http://schemas.openxmlformats.org/officeDocument/2006/relationships/customXml" Target="../ink/ink2415.xml"/><Relationship Id="rId351" Type="http://schemas.openxmlformats.org/officeDocument/2006/relationships/image" Target="NULL"/><Relationship Id="rId393" Type="http://schemas.openxmlformats.org/officeDocument/2006/relationships/image" Target="NULL"/><Relationship Id="rId407" Type="http://schemas.openxmlformats.org/officeDocument/2006/relationships/image" Target="NULL"/><Relationship Id="rId449" Type="http://schemas.openxmlformats.org/officeDocument/2006/relationships/image" Target="NULL"/><Relationship Id="rId614" Type="http://schemas.openxmlformats.org/officeDocument/2006/relationships/customXml" Target="../ink/ink2629.xml"/><Relationship Id="rId656" Type="http://schemas.openxmlformats.org/officeDocument/2006/relationships/customXml" Target="../ink/ink2650.xml"/><Relationship Id="rId211" Type="http://schemas.openxmlformats.org/officeDocument/2006/relationships/image" Target="NULL"/><Relationship Id="rId253" Type="http://schemas.openxmlformats.org/officeDocument/2006/relationships/image" Target="NULL"/><Relationship Id="rId295" Type="http://schemas.openxmlformats.org/officeDocument/2006/relationships/image" Target="NULL"/><Relationship Id="rId309" Type="http://schemas.openxmlformats.org/officeDocument/2006/relationships/image" Target="NULL"/><Relationship Id="rId460" Type="http://schemas.openxmlformats.org/officeDocument/2006/relationships/customXml" Target="../ink/ink2552.xml"/><Relationship Id="rId516" Type="http://schemas.openxmlformats.org/officeDocument/2006/relationships/customXml" Target="../ink/ink2580.xml"/><Relationship Id="rId48" Type="http://schemas.openxmlformats.org/officeDocument/2006/relationships/customXml" Target="../ink/ink2346.xml"/><Relationship Id="rId113" Type="http://schemas.openxmlformats.org/officeDocument/2006/relationships/image" Target="NULL"/><Relationship Id="rId320" Type="http://schemas.openxmlformats.org/officeDocument/2006/relationships/customXml" Target="../ink/ink2482.xml"/><Relationship Id="rId558" Type="http://schemas.openxmlformats.org/officeDocument/2006/relationships/customXml" Target="../ink/ink2601.xml"/><Relationship Id="rId155" Type="http://schemas.openxmlformats.org/officeDocument/2006/relationships/image" Target="NULL"/><Relationship Id="rId197" Type="http://schemas.openxmlformats.org/officeDocument/2006/relationships/image" Target="NULL"/><Relationship Id="rId362" Type="http://schemas.openxmlformats.org/officeDocument/2006/relationships/customXml" Target="../ink/ink2503.xml"/><Relationship Id="rId418" Type="http://schemas.openxmlformats.org/officeDocument/2006/relationships/customXml" Target="../ink/ink2531.xml"/><Relationship Id="rId625" Type="http://schemas.openxmlformats.org/officeDocument/2006/relationships/image" Target="NULL"/><Relationship Id="rId222" Type="http://schemas.openxmlformats.org/officeDocument/2006/relationships/customXml" Target="../ink/ink2433.xml"/><Relationship Id="rId264" Type="http://schemas.openxmlformats.org/officeDocument/2006/relationships/customXml" Target="../ink/ink2454.xml"/><Relationship Id="rId471" Type="http://schemas.openxmlformats.org/officeDocument/2006/relationships/image" Target="NULL"/><Relationship Id="rId667" Type="http://schemas.openxmlformats.org/officeDocument/2006/relationships/image" Target="NULL"/><Relationship Id="rId17" Type="http://schemas.openxmlformats.org/officeDocument/2006/relationships/image" Target="NULL"/><Relationship Id="rId59" Type="http://schemas.openxmlformats.org/officeDocument/2006/relationships/image" Target="NULL"/><Relationship Id="rId124" Type="http://schemas.openxmlformats.org/officeDocument/2006/relationships/customXml" Target="../ink/ink2384.xml"/><Relationship Id="rId527" Type="http://schemas.openxmlformats.org/officeDocument/2006/relationships/image" Target="NULL"/><Relationship Id="rId569" Type="http://schemas.openxmlformats.org/officeDocument/2006/relationships/image" Target="NULL"/><Relationship Id="rId70" Type="http://schemas.openxmlformats.org/officeDocument/2006/relationships/customXml" Target="../ink/ink2357.xml"/><Relationship Id="rId166" Type="http://schemas.openxmlformats.org/officeDocument/2006/relationships/customXml" Target="../ink/ink2405.xml"/><Relationship Id="rId331" Type="http://schemas.openxmlformats.org/officeDocument/2006/relationships/image" Target="NULL"/><Relationship Id="rId373" Type="http://schemas.openxmlformats.org/officeDocument/2006/relationships/image" Target="NULL"/><Relationship Id="rId429" Type="http://schemas.openxmlformats.org/officeDocument/2006/relationships/image" Target="NULL"/><Relationship Id="rId580" Type="http://schemas.openxmlformats.org/officeDocument/2006/relationships/customXml" Target="../ink/ink2612.xml"/><Relationship Id="rId636" Type="http://schemas.openxmlformats.org/officeDocument/2006/relationships/customXml" Target="../ink/ink2640.xml"/><Relationship Id="rId1" Type="http://schemas.openxmlformats.org/officeDocument/2006/relationships/slideLayout" Target="../slideLayouts/slideLayout7.xml"/><Relationship Id="rId233" Type="http://schemas.openxmlformats.org/officeDocument/2006/relationships/image" Target="NULL"/><Relationship Id="rId440" Type="http://schemas.openxmlformats.org/officeDocument/2006/relationships/customXml" Target="../ink/ink2542.xml"/><Relationship Id="rId678" Type="http://schemas.openxmlformats.org/officeDocument/2006/relationships/customXml" Target="../ink/ink2661.xml"/><Relationship Id="rId28" Type="http://schemas.openxmlformats.org/officeDocument/2006/relationships/customXml" Target="../ink/ink2336.xml"/><Relationship Id="rId275" Type="http://schemas.openxmlformats.org/officeDocument/2006/relationships/image" Target="NULL"/><Relationship Id="rId300" Type="http://schemas.openxmlformats.org/officeDocument/2006/relationships/customXml" Target="../ink/ink2472.xml"/><Relationship Id="rId482" Type="http://schemas.openxmlformats.org/officeDocument/2006/relationships/customXml" Target="../ink/ink2563.xml"/><Relationship Id="rId538" Type="http://schemas.openxmlformats.org/officeDocument/2006/relationships/customXml" Target="../ink/ink2591.xml"/><Relationship Id="rId81" Type="http://schemas.openxmlformats.org/officeDocument/2006/relationships/image" Target="NULL"/><Relationship Id="rId135" Type="http://schemas.openxmlformats.org/officeDocument/2006/relationships/image" Target="NULL"/><Relationship Id="rId177" Type="http://schemas.openxmlformats.org/officeDocument/2006/relationships/image" Target="NULL"/><Relationship Id="rId342" Type="http://schemas.openxmlformats.org/officeDocument/2006/relationships/customXml" Target="../ink/ink2493.xml"/><Relationship Id="rId384" Type="http://schemas.openxmlformats.org/officeDocument/2006/relationships/customXml" Target="../ink/ink2514.xml"/><Relationship Id="rId591" Type="http://schemas.openxmlformats.org/officeDocument/2006/relationships/image" Target="NULL"/><Relationship Id="rId605" Type="http://schemas.openxmlformats.org/officeDocument/2006/relationships/image" Target="NULL"/><Relationship Id="rId202" Type="http://schemas.openxmlformats.org/officeDocument/2006/relationships/customXml" Target="../ink/ink2423.xml"/><Relationship Id="rId244" Type="http://schemas.openxmlformats.org/officeDocument/2006/relationships/customXml" Target="../ink/ink2444.xml"/><Relationship Id="rId647" Type="http://schemas.openxmlformats.org/officeDocument/2006/relationships/image" Target="NULL"/><Relationship Id="rId689" Type="http://schemas.openxmlformats.org/officeDocument/2006/relationships/image" Target="NULL"/><Relationship Id="rId39" Type="http://schemas.openxmlformats.org/officeDocument/2006/relationships/image" Target="NULL"/><Relationship Id="rId286" Type="http://schemas.openxmlformats.org/officeDocument/2006/relationships/customXml" Target="../ink/ink2465.xml"/><Relationship Id="rId451" Type="http://schemas.openxmlformats.org/officeDocument/2006/relationships/image" Target="NULL"/><Relationship Id="rId493" Type="http://schemas.openxmlformats.org/officeDocument/2006/relationships/image" Target="NULL"/><Relationship Id="rId507" Type="http://schemas.openxmlformats.org/officeDocument/2006/relationships/image" Target="NULL"/><Relationship Id="rId549" Type="http://schemas.openxmlformats.org/officeDocument/2006/relationships/image" Target="NULL"/><Relationship Id="rId50" Type="http://schemas.openxmlformats.org/officeDocument/2006/relationships/customXml" Target="../ink/ink2347.xml"/><Relationship Id="rId104" Type="http://schemas.openxmlformats.org/officeDocument/2006/relationships/customXml" Target="../ink/ink2374.xml"/><Relationship Id="rId146" Type="http://schemas.openxmlformats.org/officeDocument/2006/relationships/customXml" Target="../ink/ink2395.xml"/><Relationship Id="rId188" Type="http://schemas.openxmlformats.org/officeDocument/2006/relationships/customXml" Target="../ink/ink2416.xml"/><Relationship Id="rId311" Type="http://schemas.openxmlformats.org/officeDocument/2006/relationships/image" Target="NULL"/><Relationship Id="rId353" Type="http://schemas.openxmlformats.org/officeDocument/2006/relationships/image" Target="NULL"/><Relationship Id="rId395" Type="http://schemas.openxmlformats.org/officeDocument/2006/relationships/image" Target="NULL"/><Relationship Id="rId409" Type="http://schemas.openxmlformats.org/officeDocument/2006/relationships/image" Target="NULL"/><Relationship Id="rId560" Type="http://schemas.openxmlformats.org/officeDocument/2006/relationships/customXml" Target="../ink/ink2602.xml"/><Relationship Id="rId92" Type="http://schemas.openxmlformats.org/officeDocument/2006/relationships/customXml" Target="../ink/ink2368.xml"/><Relationship Id="rId213" Type="http://schemas.openxmlformats.org/officeDocument/2006/relationships/image" Target="NULL"/><Relationship Id="rId420" Type="http://schemas.openxmlformats.org/officeDocument/2006/relationships/customXml" Target="../ink/ink2532.xml"/><Relationship Id="rId616" Type="http://schemas.openxmlformats.org/officeDocument/2006/relationships/customXml" Target="../ink/ink2630.xml"/><Relationship Id="rId658" Type="http://schemas.openxmlformats.org/officeDocument/2006/relationships/customXml" Target="../ink/ink2651.xml"/><Relationship Id="rId255" Type="http://schemas.openxmlformats.org/officeDocument/2006/relationships/image" Target="NULL"/><Relationship Id="rId297" Type="http://schemas.openxmlformats.org/officeDocument/2006/relationships/image" Target="NULL"/><Relationship Id="rId462" Type="http://schemas.openxmlformats.org/officeDocument/2006/relationships/customXml" Target="../ink/ink2553.xml"/><Relationship Id="rId518" Type="http://schemas.openxmlformats.org/officeDocument/2006/relationships/customXml" Target="../ink/ink2581.xml"/><Relationship Id="rId115" Type="http://schemas.openxmlformats.org/officeDocument/2006/relationships/image" Target="NULL"/><Relationship Id="rId157" Type="http://schemas.openxmlformats.org/officeDocument/2006/relationships/image" Target="NULL"/><Relationship Id="rId322" Type="http://schemas.openxmlformats.org/officeDocument/2006/relationships/customXml" Target="../ink/ink2483.xml"/><Relationship Id="rId364" Type="http://schemas.openxmlformats.org/officeDocument/2006/relationships/customXml" Target="../ink/ink2504.xml"/><Relationship Id="rId61" Type="http://schemas.openxmlformats.org/officeDocument/2006/relationships/image" Target="NULL"/><Relationship Id="rId199" Type="http://schemas.openxmlformats.org/officeDocument/2006/relationships/image" Target="NULL"/><Relationship Id="rId571" Type="http://schemas.openxmlformats.org/officeDocument/2006/relationships/image" Target="NULL"/><Relationship Id="rId627" Type="http://schemas.openxmlformats.org/officeDocument/2006/relationships/image" Target="NULL"/><Relationship Id="rId669" Type="http://schemas.openxmlformats.org/officeDocument/2006/relationships/image" Target="NULL"/><Relationship Id="rId19" Type="http://schemas.openxmlformats.org/officeDocument/2006/relationships/image" Target="NULL"/><Relationship Id="rId224" Type="http://schemas.openxmlformats.org/officeDocument/2006/relationships/customXml" Target="../ink/ink2434.xml"/><Relationship Id="rId266" Type="http://schemas.openxmlformats.org/officeDocument/2006/relationships/customXml" Target="../ink/ink2455.xml"/><Relationship Id="rId431" Type="http://schemas.openxmlformats.org/officeDocument/2006/relationships/image" Target="NULL"/><Relationship Id="rId473" Type="http://schemas.openxmlformats.org/officeDocument/2006/relationships/image" Target="NULL"/><Relationship Id="rId529" Type="http://schemas.openxmlformats.org/officeDocument/2006/relationships/image" Target="NULL"/><Relationship Id="rId680" Type="http://schemas.openxmlformats.org/officeDocument/2006/relationships/customXml" Target="../ink/ink2662.xml"/><Relationship Id="rId30" Type="http://schemas.openxmlformats.org/officeDocument/2006/relationships/customXml" Target="../ink/ink2337.xml"/><Relationship Id="rId126" Type="http://schemas.openxmlformats.org/officeDocument/2006/relationships/customXml" Target="../ink/ink2385.xml"/><Relationship Id="rId168" Type="http://schemas.openxmlformats.org/officeDocument/2006/relationships/customXml" Target="../ink/ink2406.xml"/><Relationship Id="rId333" Type="http://schemas.openxmlformats.org/officeDocument/2006/relationships/image" Target="NULL"/><Relationship Id="rId540" Type="http://schemas.openxmlformats.org/officeDocument/2006/relationships/customXml" Target="../ink/ink2592.xml"/><Relationship Id="rId72" Type="http://schemas.openxmlformats.org/officeDocument/2006/relationships/customXml" Target="../ink/ink2358.xml"/><Relationship Id="rId375" Type="http://schemas.openxmlformats.org/officeDocument/2006/relationships/image" Target="NULL"/><Relationship Id="rId582" Type="http://schemas.openxmlformats.org/officeDocument/2006/relationships/customXml" Target="../ink/ink2613.xml"/><Relationship Id="rId638" Type="http://schemas.openxmlformats.org/officeDocument/2006/relationships/customXml" Target="../ink/ink2641.xml"/><Relationship Id="rId3" Type="http://schemas.openxmlformats.org/officeDocument/2006/relationships/image" Target="NULL"/><Relationship Id="rId235" Type="http://schemas.openxmlformats.org/officeDocument/2006/relationships/image" Target="NULL"/><Relationship Id="rId277" Type="http://schemas.openxmlformats.org/officeDocument/2006/relationships/image" Target="NULL"/><Relationship Id="rId400" Type="http://schemas.openxmlformats.org/officeDocument/2006/relationships/customXml" Target="../ink/ink2522.xml"/><Relationship Id="rId442" Type="http://schemas.openxmlformats.org/officeDocument/2006/relationships/customXml" Target="../ink/ink2543.xml"/><Relationship Id="rId484" Type="http://schemas.openxmlformats.org/officeDocument/2006/relationships/customXml" Target="../ink/ink2564.xml"/><Relationship Id="rId137" Type="http://schemas.openxmlformats.org/officeDocument/2006/relationships/image" Target="NULL"/><Relationship Id="rId302" Type="http://schemas.openxmlformats.org/officeDocument/2006/relationships/customXml" Target="../ink/ink2473.xml"/><Relationship Id="rId344" Type="http://schemas.openxmlformats.org/officeDocument/2006/relationships/customXml" Target="../ink/ink2494.xml"/><Relationship Id="rId691" Type="http://schemas.openxmlformats.org/officeDocument/2006/relationships/image" Target="NULL"/><Relationship Id="rId41" Type="http://schemas.openxmlformats.org/officeDocument/2006/relationships/image" Target="NULL"/><Relationship Id="rId83" Type="http://schemas.openxmlformats.org/officeDocument/2006/relationships/image" Target="NULL"/><Relationship Id="rId179" Type="http://schemas.openxmlformats.org/officeDocument/2006/relationships/image" Target="NULL"/><Relationship Id="rId386" Type="http://schemas.openxmlformats.org/officeDocument/2006/relationships/customXml" Target="../ink/ink2515.xml"/><Relationship Id="rId551" Type="http://schemas.openxmlformats.org/officeDocument/2006/relationships/image" Target="NULL"/><Relationship Id="rId593" Type="http://schemas.openxmlformats.org/officeDocument/2006/relationships/image" Target="NULL"/><Relationship Id="rId607" Type="http://schemas.openxmlformats.org/officeDocument/2006/relationships/image" Target="NULL"/><Relationship Id="rId649" Type="http://schemas.openxmlformats.org/officeDocument/2006/relationships/image" Target="NULL"/><Relationship Id="rId190" Type="http://schemas.openxmlformats.org/officeDocument/2006/relationships/customXml" Target="../ink/ink2417.xml"/><Relationship Id="rId204" Type="http://schemas.openxmlformats.org/officeDocument/2006/relationships/customXml" Target="../ink/ink2424.xml"/><Relationship Id="rId246" Type="http://schemas.openxmlformats.org/officeDocument/2006/relationships/customXml" Target="../ink/ink2445.xml"/><Relationship Id="rId288" Type="http://schemas.openxmlformats.org/officeDocument/2006/relationships/customXml" Target="../ink/ink2466.xml"/><Relationship Id="rId411" Type="http://schemas.openxmlformats.org/officeDocument/2006/relationships/image" Target="NULL"/><Relationship Id="rId453" Type="http://schemas.openxmlformats.org/officeDocument/2006/relationships/image" Target="NULL"/><Relationship Id="rId509" Type="http://schemas.openxmlformats.org/officeDocument/2006/relationships/image" Target="NULL"/><Relationship Id="rId660" Type="http://schemas.openxmlformats.org/officeDocument/2006/relationships/customXml" Target="../ink/ink2652.xml"/><Relationship Id="rId106" Type="http://schemas.openxmlformats.org/officeDocument/2006/relationships/customXml" Target="../ink/ink2375.xml"/><Relationship Id="rId313" Type="http://schemas.openxmlformats.org/officeDocument/2006/relationships/image" Target="NULL"/><Relationship Id="rId495" Type="http://schemas.openxmlformats.org/officeDocument/2006/relationships/image" Target="NULL"/><Relationship Id="rId10" Type="http://schemas.openxmlformats.org/officeDocument/2006/relationships/customXml" Target="../ink/ink2327.xml"/><Relationship Id="rId52" Type="http://schemas.openxmlformats.org/officeDocument/2006/relationships/customXml" Target="../ink/ink2348.xml"/><Relationship Id="rId94" Type="http://schemas.openxmlformats.org/officeDocument/2006/relationships/customXml" Target="../ink/ink2369.xml"/><Relationship Id="rId148" Type="http://schemas.openxmlformats.org/officeDocument/2006/relationships/customXml" Target="../ink/ink2396.xml"/><Relationship Id="rId355" Type="http://schemas.openxmlformats.org/officeDocument/2006/relationships/image" Target="NULL"/><Relationship Id="rId397" Type="http://schemas.openxmlformats.org/officeDocument/2006/relationships/image" Target="NULL"/><Relationship Id="rId520" Type="http://schemas.openxmlformats.org/officeDocument/2006/relationships/customXml" Target="../ink/ink2582.xml"/><Relationship Id="rId562" Type="http://schemas.openxmlformats.org/officeDocument/2006/relationships/customXml" Target="../ink/ink2603.xml"/><Relationship Id="rId618" Type="http://schemas.openxmlformats.org/officeDocument/2006/relationships/customXml" Target="../ink/ink2631.xml"/><Relationship Id="rId215" Type="http://schemas.openxmlformats.org/officeDocument/2006/relationships/image" Target="NULL"/><Relationship Id="rId257" Type="http://schemas.openxmlformats.org/officeDocument/2006/relationships/image" Target="NULL"/><Relationship Id="rId422" Type="http://schemas.openxmlformats.org/officeDocument/2006/relationships/customXml" Target="../ink/ink2533.xml"/><Relationship Id="rId464" Type="http://schemas.openxmlformats.org/officeDocument/2006/relationships/customXml" Target="../ink/ink2554.xml"/><Relationship Id="rId299" Type="http://schemas.openxmlformats.org/officeDocument/2006/relationships/image" Target="NULL"/><Relationship Id="rId63" Type="http://schemas.openxmlformats.org/officeDocument/2006/relationships/image" Target="NULL"/><Relationship Id="rId159" Type="http://schemas.openxmlformats.org/officeDocument/2006/relationships/image" Target="NULL"/><Relationship Id="rId366" Type="http://schemas.openxmlformats.org/officeDocument/2006/relationships/customXml" Target="../ink/ink2505.xml"/><Relationship Id="rId573" Type="http://schemas.openxmlformats.org/officeDocument/2006/relationships/image" Target="NULL"/><Relationship Id="rId226" Type="http://schemas.openxmlformats.org/officeDocument/2006/relationships/customXml" Target="../ink/ink2435.xml"/><Relationship Id="rId433" Type="http://schemas.openxmlformats.org/officeDocument/2006/relationships/image" Target="NULL"/><Relationship Id="rId640" Type="http://schemas.openxmlformats.org/officeDocument/2006/relationships/customXml" Target="../ink/ink2642.xml"/><Relationship Id="rId74" Type="http://schemas.openxmlformats.org/officeDocument/2006/relationships/customXml" Target="../ink/ink2359.xml"/><Relationship Id="rId377" Type="http://schemas.openxmlformats.org/officeDocument/2006/relationships/image" Target="NULL"/><Relationship Id="rId500" Type="http://schemas.openxmlformats.org/officeDocument/2006/relationships/customXml" Target="../ink/ink2572.xml"/><Relationship Id="rId584" Type="http://schemas.openxmlformats.org/officeDocument/2006/relationships/customXml" Target="../ink/ink2614.xml"/><Relationship Id="rId5" Type="http://schemas.openxmlformats.org/officeDocument/2006/relationships/image" Target="NULL"/><Relationship Id="rId237" Type="http://schemas.openxmlformats.org/officeDocument/2006/relationships/image" Target="NULL"/><Relationship Id="rId444" Type="http://schemas.openxmlformats.org/officeDocument/2006/relationships/customXml" Target="../ink/ink2544.xml"/><Relationship Id="rId651" Type="http://schemas.openxmlformats.org/officeDocument/2006/relationships/image" Target="NULL"/><Relationship Id="rId290" Type="http://schemas.openxmlformats.org/officeDocument/2006/relationships/customXml" Target="../ink/ink2467.xml"/><Relationship Id="rId304" Type="http://schemas.openxmlformats.org/officeDocument/2006/relationships/customXml" Target="../ink/ink2474.xml"/><Relationship Id="rId388" Type="http://schemas.openxmlformats.org/officeDocument/2006/relationships/customXml" Target="../ink/ink2516.xml"/><Relationship Id="rId511" Type="http://schemas.openxmlformats.org/officeDocument/2006/relationships/image" Target="NULL"/><Relationship Id="rId609" Type="http://schemas.openxmlformats.org/officeDocument/2006/relationships/image" Target="NULL"/><Relationship Id="rId85" Type="http://schemas.openxmlformats.org/officeDocument/2006/relationships/image" Target="NULL"/><Relationship Id="rId150" Type="http://schemas.openxmlformats.org/officeDocument/2006/relationships/customXml" Target="../ink/ink2397.xml"/><Relationship Id="rId595" Type="http://schemas.openxmlformats.org/officeDocument/2006/relationships/image" Target="NULL"/><Relationship Id="rId248" Type="http://schemas.openxmlformats.org/officeDocument/2006/relationships/customXml" Target="../ink/ink2446.xml"/><Relationship Id="rId455" Type="http://schemas.openxmlformats.org/officeDocument/2006/relationships/image" Target="NULL"/><Relationship Id="rId662" Type="http://schemas.openxmlformats.org/officeDocument/2006/relationships/customXml" Target="../ink/ink2653.xml"/><Relationship Id="rId12" Type="http://schemas.openxmlformats.org/officeDocument/2006/relationships/customXml" Target="../ink/ink2328.xml"/><Relationship Id="rId108" Type="http://schemas.openxmlformats.org/officeDocument/2006/relationships/customXml" Target="../ink/ink2376.xml"/><Relationship Id="rId315" Type="http://schemas.openxmlformats.org/officeDocument/2006/relationships/image" Target="NULL"/><Relationship Id="rId522" Type="http://schemas.openxmlformats.org/officeDocument/2006/relationships/customXml" Target="../ink/ink2583.xml"/><Relationship Id="rId96" Type="http://schemas.openxmlformats.org/officeDocument/2006/relationships/customXml" Target="../ink/ink2370.xml"/><Relationship Id="rId161" Type="http://schemas.openxmlformats.org/officeDocument/2006/relationships/image" Target="NULL"/><Relationship Id="rId399" Type="http://schemas.openxmlformats.org/officeDocument/2006/relationships/image" Target="NULL"/><Relationship Id="rId259" Type="http://schemas.openxmlformats.org/officeDocument/2006/relationships/image" Target="NULL"/><Relationship Id="rId466" Type="http://schemas.openxmlformats.org/officeDocument/2006/relationships/customXml" Target="../ink/ink2555.xml"/><Relationship Id="rId673" Type="http://schemas.openxmlformats.org/officeDocument/2006/relationships/image" Target="NULL"/><Relationship Id="rId23" Type="http://schemas.openxmlformats.org/officeDocument/2006/relationships/image" Target="NULL"/><Relationship Id="rId119" Type="http://schemas.openxmlformats.org/officeDocument/2006/relationships/image" Target="NULL"/><Relationship Id="rId326" Type="http://schemas.openxmlformats.org/officeDocument/2006/relationships/customXml" Target="../ink/ink2485.xml"/><Relationship Id="rId533" Type="http://schemas.openxmlformats.org/officeDocument/2006/relationships/image" Target="NULL"/><Relationship Id="rId172" Type="http://schemas.openxmlformats.org/officeDocument/2006/relationships/customXml" Target="../ink/ink2408.xml"/><Relationship Id="rId477" Type="http://schemas.openxmlformats.org/officeDocument/2006/relationships/image" Target="NULL"/><Relationship Id="rId600" Type="http://schemas.openxmlformats.org/officeDocument/2006/relationships/customXml" Target="../ink/ink2622.xml"/><Relationship Id="rId684" Type="http://schemas.openxmlformats.org/officeDocument/2006/relationships/customXml" Target="../ink/ink2664.xml"/><Relationship Id="rId337" Type="http://schemas.openxmlformats.org/officeDocument/2006/relationships/image" Target="NULL"/><Relationship Id="rId34" Type="http://schemas.openxmlformats.org/officeDocument/2006/relationships/customXml" Target="../ink/ink2339.xml"/><Relationship Id="rId544" Type="http://schemas.openxmlformats.org/officeDocument/2006/relationships/customXml" Target="../ink/ink2594.xml"/><Relationship Id="rId183" Type="http://schemas.openxmlformats.org/officeDocument/2006/relationships/image" Target="NULL"/><Relationship Id="rId390" Type="http://schemas.openxmlformats.org/officeDocument/2006/relationships/customXml" Target="../ink/ink2517.xml"/><Relationship Id="rId404" Type="http://schemas.openxmlformats.org/officeDocument/2006/relationships/customXml" Target="../ink/ink2524.xml"/><Relationship Id="rId611" Type="http://schemas.openxmlformats.org/officeDocument/2006/relationships/image" Target="NULL"/><Relationship Id="rId250" Type="http://schemas.openxmlformats.org/officeDocument/2006/relationships/customXml" Target="../ink/ink2447.xml"/><Relationship Id="rId488" Type="http://schemas.openxmlformats.org/officeDocument/2006/relationships/customXml" Target="../ink/ink2566.xml"/><Relationship Id="rId45" Type="http://schemas.openxmlformats.org/officeDocument/2006/relationships/image" Target="NULL"/><Relationship Id="rId110" Type="http://schemas.openxmlformats.org/officeDocument/2006/relationships/customXml" Target="../ink/ink2377.xml"/><Relationship Id="rId348" Type="http://schemas.openxmlformats.org/officeDocument/2006/relationships/customXml" Target="../ink/ink2496.xml"/><Relationship Id="rId555" Type="http://schemas.openxmlformats.org/officeDocument/2006/relationships/image" Target="NULL"/><Relationship Id="rId194" Type="http://schemas.openxmlformats.org/officeDocument/2006/relationships/customXml" Target="../ink/ink2419.xml"/><Relationship Id="rId208" Type="http://schemas.openxmlformats.org/officeDocument/2006/relationships/customXml" Target="../ink/ink2426.xml"/><Relationship Id="rId415" Type="http://schemas.openxmlformats.org/officeDocument/2006/relationships/image" Target="NULL"/><Relationship Id="rId622" Type="http://schemas.openxmlformats.org/officeDocument/2006/relationships/customXml" Target="../ink/ink2633.xml"/><Relationship Id="rId261" Type="http://schemas.openxmlformats.org/officeDocument/2006/relationships/image" Target="NULL"/><Relationship Id="rId499" Type="http://schemas.openxmlformats.org/officeDocument/2006/relationships/image" Target="NULL"/><Relationship Id="rId56" Type="http://schemas.openxmlformats.org/officeDocument/2006/relationships/customXml" Target="../ink/ink2350.xml"/><Relationship Id="rId359" Type="http://schemas.openxmlformats.org/officeDocument/2006/relationships/image" Target="NULL"/><Relationship Id="rId566" Type="http://schemas.openxmlformats.org/officeDocument/2006/relationships/customXml" Target="../ink/ink2605.xml"/><Relationship Id="rId121" Type="http://schemas.openxmlformats.org/officeDocument/2006/relationships/image" Target="NULL"/><Relationship Id="rId219" Type="http://schemas.openxmlformats.org/officeDocument/2006/relationships/image" Target="NULL"/><Relationship Id="rId426" Type="http://schemas.openxmlformats.org/officeDocument/2006/relationships/customXml" Target="../ink/ink2535.xml"/><Relationship Id="rId633" Type="http://schemas.openxmlformats.org/officeDocument/2006/relationships/image" Target="NULL"/><Relationship Id="rId67" Type="http://schemas.openxmlformats.org/officeDocument/2006/relationships/image" Target="NULL"/><Relationship Id="rId272" Type="http://schemas.openxmlformats.org/officeDocument/2006/relationships/customXml" Target="../ink/ink2458.xml"/><Relationship Id="rId577" Type="http://schemas.openxmlformats.org/officeDocument/2006/relationships/image" Target="NULL"/><Relationship Id="rId132" Type="http://schemas.openxmlformats.org/officeDocument/2006/relationships/customXml" Target="../ink/ink2388.xml"/><Relationship Id="rId437" Type="http://schemas.openxmlformats.org/officeDocument/2006/relationships/image" Target="NULL"/><Relationship Id="rId644" Type="http://schemas.openxmlformats.org/officeDocument/2006/relationships/customXml" Target="../ink/ink2644.xml"/><Relationship Id="rId283" Type="http://schemas.openxmlformats.org/officeDocument/2006/relationships/image" Target="NULL"/><Relationship Id="rId490" Type="http://schemas.openxmlformats.org/officeDocument/2006/relationships/customXml" Target="../ink/ink2567.xml"/><Relationship Id="rId504" Type="http://schemas.openxmlformats.org/officeDocument/2006/relationships/customXml" Target="../ink/ink2574.xml"/><Relationship Id="rId78" Type="http://schemas.openxmlformats.org/officeDocument/2006/relationships/customXml" Target="../ink/ink2361.xml"/><Relationship Id="rId143" Type="http://schemas.openxmlformats.org/officeDocument/2006/relationships/image" Target="NULL"/><Relationship Id="rId350" Type="http://schemas.openxmlformats.org/officeDocument/2006/relationships/customXml" Target="../ink/ink2497.xml"/><Relationship Id="rId588" Type="http://schemas.openxmlformats.org/officeDocument/2006/relationships/customXml" Target="../ink/ink2616.xml"/><Relationship Id="rId9" Type="http://schemas.openxmlformats.org/officeDocument/2006/relationships/image" Target="NULL"/><Relationship Id="rId210" Type="http://schemas.openxmlformats.org/officeDocument/2006/relationships/customXml" Target="../ink/ink2427.xml"/><Relationship Id="rId448" Type="http://schemas.openxmlformats.org/officeDocument/2006/relationships/customXml" Target="../ink/ink2546.xml"/><Relationship Id="rId655" Type="http://schemas.openxmlformats.org/officeDocument/2006/relationships/image" Target="NULL"/><Relationship Id="rId294" Type="http://schemas.openxmlformats.org/officeDocument/2006/relationships/customXml" Target="../ink/ink2469.xml"/><Relationship Id="rId308" Type="http://schemas.openxmlformats.org/officeDocument/2006/relationships/customXml" Target="../ink/ink2476.xml"/><Relationship Id="rId515" Type="http://schemas.openxmlformats.org/officeDocument/2006/relationships/image" Target="NULL"/><Relationship Id="rId89" Type="http://schemas.openxmlformats.org/officeDocument/2006/relationships/image" Target="NULL"/><Relationship Id="rId154" Type="http://schemas.openxmlformats.org/officeDocument/2006/relationships/customXml" Target="../ink/ink2399.xml"/><Relationship Id="rId361" Type="http://schemas.openxmlformats.org/officeDocument/2006/relationships/image" Target="NULL"/><Relationship Id="rId599" Type="http://schemas.openxmlformats.org/officeDocument/2006/relationships/image" Target="NULL"/><Relationship Id="rId459" Type="http://schemas.openxmlformats.org/officeDocument/2006/relationships/image" Target="NULL"/><Relationship Id="rId666" Type="http://schemas.openxmlformats.org/officeDocument/2006/relationships/customXml" Target="../ink/ink2655.xml"/><Relationship Id="rId16" Type="http://schemas.openxmlformats.org/officeDocument/2006/relationships/customXml" Target="../ink/ink2330.xml"/><Relationship Id="rId221" Type="http://schemas.openxmlformats.org/officeDocument/2006/relationships/image" Target="NULL"/><Relationship Id="rId319" Type="http://schemas.openxmlformats.org/officeDocument/2006/relationships/image" Target="NULL"/><Relationship Id="rId526" Type="http://schemas.openxmlformats.org/officeDocument/2006/relationships/customXml" Target="../ink/ink2585.xml"/><Relationship Id="rId165" Type="http://schemas.openxmlformats.org/officeDocument/2006/relationships/image" Target="NULL"/><Relationship Id="rId372" Type="http://schemas.openxmlformats.org/officeDocument/2006/relationships/customXml" Target="../ink/ink2508.xml"/><Relationship Id="rId677" Type="http://schemas.openxmlformats.org/officeDocument/2006/relationships/image" Target="NULL"/><Relationship Id="rId232" Type="http://schemas.openxmlformats.org/officeDocument/2006/relationships/customXml" Target="../ink/ink2438.xml"/><Relationship Id="rId27" Type="http://schemas.openxmlformats.org/officeDocument/2006/relationships/image" Target="NULL"/><Relationship Id="rId537" Type="http://schemas.openxmlformats.org/officeDocument/2006/relationships/image" Target="NULL"/><Relationship Id="rId80" Type="http://schemas.openxmlformats.org/officeDocument/2006/relationships/customXml" Target="../ink/ink2362.xml"/><Relationship Id="rId176" Type="http://schemas.openxmlformats.org/officeDocument/2006/relationships/customXml" Target="../ink/ink2410.xml"/><Relationship Id="rId383" Type="http://schemas.openxmlformats.org/officeDocument/2006/relationships/image" Target="NULL"/><Relationship Id="rId590" Type="http://schemas.openxmlformats.org/officeDocument/2006/relationships/customXml" Target="../ink/ink2617.xml"/><Relationship Id="rId604" Type="http://schemas.openxmlformats.org/officeDocument/2006/relationships/customXml" Target="../ink/ink2624.xml"/><Relationship Id="rId243" Type="http://schemas.openxmlformats.org/officeDocument/2006/relationships/image" Target="NULL"/><Relationship Id="rId450" Type="http://schemas.openxmlformats.org/officeDocument/2006/relationships/customXml" Target="../ink/ink2547.xml"/><Relationship Id="rId688" Type="http://schemas.openxmlformats.org/officeDocument/2006/relationships/customXml" Target="../ink/ink2666.xml"/><Relationship Id="rId38" Type="http://schemas.openxmlformats.org/officeDocument/2006/relationships/customXml" Target="../ink/ink2341.xml"/><Relationship Id="rId103" Type="http://schemas.openxmlformats.org/officeDocument/2006/relationships/image" Target="NULL"/><Relationship Id="rId310" Type="http://schemas.openxmlformats.org/officeDocument/2006/relationships/customXml" Target="../ink/ink2477.xml"/><Relationship Id="rId548" Type="http://schemas.openxmlformats.org/officeDocument/2006/relationships/customXml" Target="../ink/ink2596.xml"/><Relationship Id="rId91" Type="http://schemas.openxmlformats.org/officeDocument/2006/relationships/image" Target="NULL"/><Relationship Id="rId187" Type="http://schemas.openxmlformats.org/officeDocument/2006/relationships/image" Target="NULL"/><Relationship Id="rId394" Type="http://schemas.openxmlformats.org/officeDocument/2006/relationships/customXml" Target="../ink/ink2519.xml"/><Relationship Id="rId408" Type="http://schemas.openxmlformats.org/officeDocument/2006/relationships/customXml" Target="../ink/ink2526.xml"/><Relationship Id="rId615" Type="http://schemas.openxmlformats.org/officeDocument/2006/relationships/image" Target="NULL"/><Relationship Id="rId254" Type="http://schemas.openxmlformats.org/officeDocument/2006/relationships/customXml" Target="../ink/ink2449.xml"/><Relationship Id="rId49" Type="http://schemas.openxmlformats.org/officeDocument/2006/relationships/image" Target="NULL"/><Relationship Id="rId114" Type="http://schemas.openxmlformats.org/officeDocument/2006/relationships/customXml" Target="../ink/ink2379.xml"/><Relationship Id="rId461" Type="http://schemas.openxmlformats.org/officeDocument/2006/relationships/image" Target="NULL"/><Relationship Id="rId559" Type="http://schemas.openxmlformats.org/officeDocument/2006/relationships/image" Target="NUL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NULL"/><Relationship Id="rId299" Type="http://schemas.openxmlformats.org/officeDocument/2006/relationships/customXml" Target="../ink/ink2822.xml"/><Relationship Id="rId21" Type="http://schemas.openxmlformats.org/officeDocument/2006/relationships/image" Target="NULL"/><Relationship Id="rId63" Type="http://schemas.openxmlformats.org/officeDocument/2006/relationships/image" Target="NULL"/><Relationship Id="rId159" Type="http://schemas.openxmlformats.org/officeDocument/2006/relationships/image" Target="NULL"/><Relationship Id="rId324" Type="http://schemas.openxmlformats.org/officeDocument/2006/relationships/customXml" Target="../ink/ink2835.xml"/><Relationship Id="rId366" Type="http://schemas.openxmlformats.org/officeDocument/2006/relationships/customXml" Target="../ink/ink2856.xml"/><Relationship Id="rId170" Type="http://schemas.openxmlformats.org/officeDocument/2006/relationships/customXml" Target="../ink/ink2753.xml"/><Relationship Id="rId226" Type="http://schemas.openxmlformats.org/officeDocument/2006/relationships/image" Target="NULL"/><Relationship Id="rId268" Type="http://schemas.openxmlformats.org/officeDocument/2006/relationships/image" Target="NULL"/><Relationship Id="rId32" Type="http://schemas.openxmlformats.org/officeDocument/2006/relationships/customXml" Target="../ink/ink2684.xml"/><Relationship Id="rId74" Type="http://schemas.openxmlformats.org/officeDocument/2006/relationships/customXml" Target="../ink/ink2705.xml"/><Relationship Id="rId128" Type="http://schemas.openxmlformats.org/officeDocument/2006/relationships/customXml" Target="../ink/ink2732.xml"/><Relationship Id="rId335" Type="http://schemas.openxmlformats.org/officeDocument/2006/relationships/image" Target="NULL"/><Relationship Id="rId377" Type="http://schemas.openxmlformats.org/officeDocument/2006/relationships/image" Target="NULL"/><Relationship Id="rId5" Type="http://schemas.openxmlformats.org/officeDocument/2006/relationships/image" Target="NULL"/><Relationship Id="rId181" Type="http://schemas.openxmlformats.org/officeDocument/2006/relationships/image" Target="NULL"/><Relationship Id="rId237" Type="http://schemas.openxmlformats.org/officeDocument/2006/relationships/image" Target="NULL"/><Relationship Id="rId279" Type="http://schemas.openxmlformats.org/officeDocument/2006/relationships/customXml" Target="../ink/ink2811.xml"/><Relationship Id="rId43" Type="http://schemas.openxmlformats.org/officeDocument/2006/relationships/image" Target="NULL"/><Relationship Id="rId139" Type="http://schemas.openxmlformats.org/officeDocument/2006/relationships/image" Target="NULL"/><Relationship Id="rId290" Type="http://schemas.openxmlformats.org/officeDocument/2006/relationships/image" Target="NULL"/><Relationship Id="rId304" Type="http://schemas.openxmlformats.org/officeDocument/2006/relationships/image" Target="NULL"/><Relationship Id="rId346" Type="http://schemas.openxmlformats.org/officeDocument/2006/relationships/customXml" Target="../ink/ink2846.xml"/><Relationship Id="rId388" Type="http://schemas.openxmlformats.org/officeDocument/2006/relationships/customXml" Target="../ink/ink2867.xml"/><Relationship Id="rId85" Type="http://schemas.openxmlformats.org/officeDocument/2006/relationships/image" Target="NULL"/><Relationship Id="rId150" Type="http://schemas.openxmlformats.org/officeDocument/2006/relationships/customXml" Target="../ink/ink2743.xml"/><Relationship Id="rId192" Type="http://schemas.openxmlformats.org/officeDocument/2006/relationships/image" Target="NULL"/><Relationship Id="rId206" Type="http://schemas.openxmlformats.org/officeDocument/2006/relationships/image" Target="NULL"/><Relationship Id="rId248" Type="http://schemas.openxmlformats.org/officeDocument/2006/relationships/customXml" Target="../ink/ink2795.xml"/><Relationship Id="rId12" Type="http://schemas.openxmlformats.org/officeDocument/2006/relationships/customXml" Target="../ink/ink2674.xml"/><Relationship Id="rId108" Type="http://schemas.openxmlformats.org/officeDocument/2006/relationships/customXml" Target="../ink/ink2722.xml"/><Relationship Id="rId315" Type="http://schemas.openxmlformats.org/officeDocument/2006/relationships/image" Target="NULL"/><Relationship Id="rId357" Type="http://schemas.openxmlformats.org/officeDocument/2006/relationships/image" Target="NULL"/><Relationship Id="rId54" Type="http://schemas.openxmlformats.org/officeDocument/2006/relationships/customXml" Target="../ink/ink2695.xml"/><Relationship Id="rId96" Type="http://schemas.openxmlformats.org/officeDocument/2006/relationships/customXml" Target="../ink/ink2716.xml"/><Relationship Id="rId161" Type="http://schemas.openxmlformats.org/officeDocument/2006/relationships/image" Target="NULL"/><Relationship Id="rId217" Type="http://schemas.openxmlformats.org/officeDocument/2006/relationships/customXml" Target="../ink/ink2778.xml"/><Relationship Id="rId259" Type="http://schemas.openxmlformats.org/officeDocument/2006/relationships/customXml" Target="../ink/ink2801.xml"/><Relationship Id="rId23" Type="http://schemas.openxmlformats.org/officeDocument/2006/relationships/image" Target="NULL"/><Relationship Id="rId119" Type="http://schemas.openxmlformats.org/officeDocument/2006/relationships/image" Target="NULL"/><Relationship Id="rId270" Type="http://schemas.openxmlformats.org/officeDocument/2006/relationships/image" Target="NULL"/><Relationship Id="rId326" Type="http://schemas.openxmlformats.org/officeDocument/2006/relationships/customXml" Target="../ink/ink2836.xml"/><Relationship Id="rId65" Type="http://schemas.openxmlformats.org/officeDocument/2006/relationships/image" Target="NULL"/><Relationship Id="rId130" Type="http://schemas.openxmlformats.org/officeDocument/2006/relationships/customXml" Target="../ink/ink2733.xml"/><Relationship Id="rId368" Type="http://schemas.openxmlformats.org/officeDocument/2006/relationships/customXml" Target="../ink/ink2857.xml"/><Relationship Id="rId172" Type="http://schemas.openxmlformats.org/officeDocument/2006/relationships/customXml" Target="../ink/ink2754.xml"/><Relationship Id="rId228" Type="http://schemas.openxmlformats.org/officeDocument/2006/relationships/image" Target="NULL"/><Relationship Id="rId281" Type="http://schemas.openxmlformats.org/officeDocument/2006/relationships/customXml" Target="../ink/ink2812.xml"/><Relationship Id="rId337" Type="http://schemas.openxmlformats.org/officeDocument/2006/relationships/image" Target="NULL"/><Relationship Id="rId34" Type="http://schemas.openxmlformats.org/officeDocument/2006/relationships/customXml" Target="../ink/ink2685.xml"/><Relationship Id="rId76" Type="http://schemas.openxmlformats.org/officeDocument/2006/relationships/customXml" Target="../ink/ink2706.xml"/><Relationship Id="rId141" Type="http://schemas.openxmlformats.org/officeDocument/2006/relationships/image" Target="NULL"/><Relationship Id="rId379" Type="http://schemas.openxmlformats.org/officeDocument/2006/relationships/image" Target="NULL"/><Relationship Id="rId7" Type="http://schemas.openxmlformats.org/officeDocument/2006/relationships/image" Target="NULL"/><Relationship Id="rId183" Type="http://schemas.openxmlformats.org/officeDocument/2006/relationships/image" Target="NULL"/><Relationship Id="rId239" Type="http://schemas.openxmlformats.org/officeDocument/2006/relationships/image" Target="NULL"/><Relationship Id="rId390" Type="http://schemas.openxmlformats.org/officeDocument/2006/relationships/customXml" Target="../ink/ink2868.xml"/><Relationship Id="rId250" Type="http://schemas.openxmlformats.org/officeDocument/2006/relationships/customXml" Target="../ink/ink2796.xml"/><Relationship Id="rId292" Type="http://schemas.openxmlformats.org/officeDocument/2006/relationships/image" Target="NULL"/><Relationship Id="rId306" Type="http://schemas.openxmlformats.org/officeDocument/2006/relationships/image" Target="NULL"/><Relationship Id="rId45" Type="http://schemas.openxmlformats.org/officeDocument/2006/relationships/image" Target="NULL"/><Relationship Id="rId87" Type="http://schemas.openxmlformats.org/officeDocument/2006/relationships/image" Target="NULL"/><Relationship Id="rId110" Type="http://schemas.openxmlformats.org/officeDocument/2006/relationships/customXml" Target="../ink/ink2723.xml"/><Relationship Id="rId348" Type="http://schemas.openxmlformats.org/officeDocument/2006/relationships/customXml" Target="../ink/ink2847.xml"/><Relationship Id="rId152" Type="http://schemas.openxmlformats.org/officeDocument/2006/relationships/customXml" Target="../ink/ink2744.xml"/><Relationship Id="rId194" Type="http://schemas.openxmlformats.org/officeDocument/2006/relationships/image" Target="NULL"/><Relationship Id="rId208" Type="http://schemas.openxmlformats.org/officeDocument/2006/relationships/image" Target="NULL"/><Relationship Id="rId261" Type="http://schemas.openxmlformats.org/officeDocument/2006/relationships/customXml" Target="../ink/ink2802.xml"/><Relationship Id="rId14" Type="http://schemas.openxmlformats.org/officeDocument/2006/relationships/customXml" Target="../ink/ink2675.xml"/><Relationship Id="rId56" Type="http://schemas.openxmlformats.org/officeDocument/2006/relationships/customXml" Target="../ink/ink2696.xml"/><Relationship Id="rId317" Type="http://schemas.openxmlformats.org/officeDocument/2006/relationships/image" Target="NULL"/><Relationship Id="rId359" Type="http://schemas.openxmlformats.org/officeDocument/2006/relationships/image" Target="NULL"/><Relationship Id="rId98" Type="http://schemas.openxmlformats.org/officeDocument/2006/relationships/customXml" Target="../ink/ink2717.xml"/><Relationship Id="rId121" Type="http://schemas.openxmlformats.org/officeDocument/2006/relationships/image" Target="NULL"/><Relationship Id="rId163" Type="http://schemas.openxmlformats.org/officeDocument/2006/relationships/image" Target="NULL"/><Relationship Id="rId219" Type="http://schemas.openxmlformats.org/officeDocument/2006/relationships/customXml" Target="../ink/ink2779.xml"/><Relationship Id="rId370" Type="http://schemas.openxmlformats.org/officeDocument/2006/relationships/customXml" Target="../ink/ink2858.xml"/><Relationship Id="rId230" Type="http://schemas.openxmlformats.org/officeDocument/2006/relationships/image" Target="NULL"/><Relationship Id="rId25" Type="http://schemas.openxmlformats.org/officeDocument/2006/relationships/image" Target="NULL"/><Relationship Id="rId67" Type="http://schemas.openxmlformats.org/officeDocument/2006/relationships/image" Target="NULL"/><Relationship Id="rId272" Type="http://schemas.openxmlformats.org/officeDocument/2006/relationships/image" Target="NULL"/><Relationship Id="rId328" Type="http://schemas.openxmlformats.org/officeDocument/2006/relationships/customXml" Target="../ink/ink2837.xml"/><Relationship Id="rId132" Type="http://schemas.openxmlformats.org/officeDocument/2006/relationships/customXml" Target="../ink/ink2734.xml"/><Relationship Id="rId174" Type="http://schemas.openxmlformats.org/officeDocument/2006/relationships/customXml" Target="../ink/ink2755.xml"/><Relationship Id="rId381" Type="http://schemas.openxmlformats.org/officeDocument/2006/relationships/image" Target="NULL"/><Relationship Id="rId241" Type="http://schemas.openxmlformats.org/officeDocument/2006/relationships/customXml" Target="../ink/ink2791.xml"/><Relationship Id="rId36" Type="http://schemas.openxmlformats.org/officeDocument/2006/relationships/customXml" Target="../ink/ink2686.xml"/><Relationship Id="rId283" Type="http://schemas.openxmlformats.org/officeDocument/2006/relationships/image" Target="NULL"/><Relationship Id="rId339" Type="http://schemas.openxmlformats.org/officeDocument/2006/relationships/image" Target="NULL"/><Relationship Id="rId78" Type="http://schemas.openxmlformats.org/officeDocument/2006/relationships/customXml" Target="../ink/ink2707.xml"/><Relationship Id="rId101" Type="http://schemas.openxmlformats.org/officeDocument/2006/relationships/image" Target="NULL"/><Relationship Id="rId143" Type="http://schemas.openxmlformats.org/officeDocument/2006/relationships/image" Target="NULL"/><Relationship Id="rId185" Type="http://schemas.openxmlformats.org/officeDocument/2006/relationships/image" Target="NULL"/><Relationship Id="rId350" Type="http://schemas.openxmlformats.org/officeDocument/2006/relationships/customXml" Target="../ink/ink2848.xml"/><Relationship Id="rId9" Type="http://schemas.openxmlformats.org/officeDocument/2006/relationships/image" Target="NULL"/><Relationship Id="rId210" Type="http://schemas.openxmlformats.org/officeDocument/2006/relationships/customXml" Target="../ink/ink2774.xml"/><Relationship Id="rId252" Type="http://schemas.openxmlformats.org/officeDocument/2006/relationships/customXml" Target="../ink/ink2797.xml"/><Relationship Id="rId294" Type="http://schemas.openxmlformats.org/officeDocument/2006/relationships/image" Target="NULL"/><Relationship Id="rId308" Type="http://schemas.openxmlformats.org/officeDocument/2006/relationships/image" Target="NULL"/><Relationship Id="rId47" Type="http://schemas.openxmlformats.org/officeDocument/2006/relationships/image" Target="NULL"/><Relationship Id="rId89" Type="http://schemas.openxmlformats.org/officeDocument/2006/relationships/image" Target="NULL"/><Relationship Id="rId112" Type="http://schemas.openxmlformats.org/officeDocument/2006/relationships/customXml" Target="../ink/ink2724.xml"/><Relationship Id="rId154" Type="http://schemas.openxmlformats.org/officeDocument/2006/relationships/customXml" Target="../ink/ink2745.xml"/><Relationship Id="rId361" Type="http://schemas.openxmlformats.org/officeDocument/2006/relationships/image" Target="NULL"/><Relationship Id="rId196" Type="http://schemas.openxmlformats.org/officeDocument/2006/relationships/image" Target="NULL"/><Relationship Id="rId200" Type="http://schemas.openxmlformats.org/officeDocument/2006/relationships/image" Target="NULL"/><Relationship Id="rId382" Type="http://schemas.openxmlformats.org/officeDocument/2006/relationships/customXml" Target="../ink/ink2864.xml"/><Relationship Id="rId16" Type="http://schemas.openxmlformats.org/officeDocument/2006/relationships/customXml" Target="../ink/ink2676.xml"/><Relationship Id="rId221" Type="http://schemas.openxmlformats.org/officeDocument/2006/relationships/customXml" Target="../ink/ink2780.xml"/><Relationship Id="rId242" Type="http://schemas.openxmlformats.org/officeDocument/2006/relationships/image" Target="NULL"/><Relationship Id="rId263" Type="http://schemas.openxmlformats.org/officeDocument/2006/relationships/customXml" Target="../ink/ink2803.xml"/><Relationship Id="rId284" Type="http://schemas.openxmlformats.org/officeDocument/2006/relationships/customXml" Target="../ink/ink2814.xml"/><Relationship Id="rId319" Type="http://schemas.openxmlformats.org/officeDocument/2006/relationships/image" Target="NULL"/><Relationship Id="rId37" Type="http://schemas.openxmlformats.org/officeDocument/2006/relationships/image" Target="NULL"/><Relationship Id="rId58" Type="http://schemas.openxmlformats.org/officeDocument/2006/relationships/customXml" Target="../ink/ink2697.xml"/><Relationship Id="rId79" Type="http://schemas.openxmlformats.org/officeDocument/2006/relationships/image" Target="NULL"/><Relationship Id="rId102" Type="http://schemas.openxmlformats.org/officeDocument/2006/relationships/customXml" Target="../ink/ink2719.xml"/><Relationship Id="rId123" Type="http://schemas.openxmlformats.org/officeDocument/2006/relationships/image" Target="NULL"/><Relationship Id="rId144" Type="http://schemas.openxmlformats.org/officeDocument/2006/relationships/customXml" Target="../ink/ink2740.xml"/><Relationship Id="rId330" Type="http://schemas.openxmlformats.org/officeDocument/2006/relationships/customXml" Target="../ink/ink2838.xml"/><Relationship Id="rId90" Type="http://schemas.openxmlformats.org/officeDocument/2006/relationships/customXml" Target="../ink/ink2713.xml"/><Relationship Id="rId165" Type="http://schemas.openxmlformats.org/officeDocument/2006/relationships/image" Target="NULL"/><Relationship Id="rId186" Type="http://schemas.openxmlformats.org/officeDocument/2006/relationships/customXml" Target="../ink/ink2761.xml"/><Relationship Id="rId351" Type="http://schemas.openxmlformats.org/officeDocument/2006/relationships/image" Target="NULL"/><Relationship Id="rId372" Type="http://schemas.openxmlformats.org/officeDocument/2006/relationships/customXml" Target="../ink/ink2859.xml"/><Relationship Id="rId211" Type="http://schemas.openxmlformats.org/officeDocument/2006/relationships/image" Target="NULL"/><Relationship Id="rId232" Type="http://schemas.openxmlformats.org/officeDocument/2006/relationships/customXml" Target="../ink/ink2786.xml"/><Relationship Id="rId253" Type="http://schemas.openxmlformats.org/officeDocument/2006/relationships/image" Target="NULL"/><Relationship Id="rId274" Type="http://schemas.openxmlformats.org/officeDocument/2006/relationships/image" Target="NULL"/><Relationship Id="rId295" Type="http://schemas.openxmlformats.org/officeDocument/2006/relationships/customXml" Target="../ink/ink2820.xml"/><Relationship Id="rId309" Type="http://schemas.openxmlformats.org/officeDocument/2006/relationships/customXml" Target="../ink/ink2827.xml"/><Relationship Id="rId27" Type="http://schemas.openxmlformats.org/officeDocument/2006/relationships/image" Target="NULL"/><Relationship Id="rId48" Type="http://schemas.openxmlformats.org/officeDocument/2006/relationships/customXml" Target="../ink/ink2692.xml"/><Relationship Id="rId69" Type="http://schemas.openxmlformats.org/officeDocument/2006/relationships/image" Target="NULL"/><Relationship Id="rId113" Type="http://schemas.openxmlformats.org/officeDocument/2006/relationships/image" Target="NULL"/><Relationship Id="rId134" Type="http://schemas.openxmlformats.org/officeDocument/2006/relationships/customXml" Target="../ink/ink2735.xml"/><Relationship Id="rId320" Type="http://schemas.openxmlformats.org/officeDocument/2006/relationships/customXml" Target="../ink/ink2833.xml"/><Relationship Id="rId80" Type="http://schemas.openxmlformats.org/officeDocument/2006/relationships/customXml" Target="../ink/ink2708.xml"/><Relationship Id="rId155" Type="http://schemas.openxmlformats.org/officeDocument/2006/relationships/image" Target="NULL"/><Relationship Id="rId176" Type="http://schemas.openxmlformats.org/officeDocument/2006/relationships/customXml" Target="../ink/ink2756.xml"/><Relationship Id="rId197" Type="http://schemas.openxmlformats.org/officeDocument/2006/relationships/customXml" Target="../ink/ink2767.xml"/><Relationship Id="rId341" Type="http://schemas.openxmlformats.org/officeDocument/2006/relationships/image" Target="NULL"/><Relationship Id="rId362" Type="http://schemas.openxmlformats.org/officeDocument/2006/relationships/customXml" Target="../ink/ink2854.xml"/><Relationship Id="rId383" Type="http://schemas.openxmlformats.org/officeDocument/2006/relationships/image" Target="NULL"/><Relationship Id="rId201" Type="http://schemas.openxmlformats.org/officeDocument/2006/relationships/customXml" Target="../ink/ink2769.xml"/><Relationship Id="rId222" Type="http://schemas.openxmlformats.org/officeDocument/2006/relationships/image" Target="NULL"/><Relationship Id="rId243" Type="http://schemas.openxmlformats.org/officeDocument/2006/relationships/customXml" Target="../ink/ink2792.xml"/><Relationship Id="rId264" Type="http://schemas.openxmlformats.org/officeDocument/2006/relationships/image" Target="NULL"/><Relationship Id="rId285" Type="http://schemas.openxmlformats.org/officeDocument/2006/relationships/customXml" Target="../ink/ink2815.xml"/><Relationship Id="rId17" Type="http://schemas.openxmlformats.org/officeDocument/2006/relationships/image" Target="NULL"/><Relationship Id="rId38" Type="http://schemas.openxmlformats.org/officeDocument/2006/relationships/customXml" Target="../ink/ink2687.xml"/><Relationship Id="rId59" Type="http://schemas.openxmlformats.org/officeDocument/2006/relationships/image" Target="NULL"/><Relationship Id="rId103" Type="http://schemas.openxmlformats.org/officeDocument/2006/relationships/image" Target="NULL"/><Relationship Id="rId124" Type="http://schemas.openxmlformats.org/officeDocument/2006/relationships/customXml" Target="../ink/ink2730.xml"/><Relationship Id="rId310" Type="http://schemas.openxmlformats.org/officeDocument/2006/relationships/image" Target="NULL"/><Relationship Id="rId70" Type="http://schemas.openxmlformats.org/officeDocument/2006/relationships/customXml" Target="../ink/ink2703.xml"/><Relationship Id="rId91" Type="http://schemas.openxmlformats.org/officeDocument/2006/relationships/image" Target="NULL"/><Relationship Id="rId145" Type="http://schemas.openxmlformats.org/officeDocument/2006/relationships/image" Target="NULL"/><Relationship Id="rId166" Type="http://schemas.openxmlformats.org/officeDocument/2006/relationships/customXml" Target="../ink/ink2751.xml"/><Relationship Id="rId187" Type="http://schemas.openxmlformats.org/officeDocument/2006/relationships/image" Target="NULL"/><Relationship Id="rId331" Type="http://schemas.openxmlformats.org/officeDocument/2006/relationships/image" Target="NULL"/><Relationship Id="rId352" Type="http://schemas.openxmlformats.org/officeDocument/2006/relationships/customXml" Target="../ink/ink2849.xml"/><Relationship Id="rId373" Type="http://schemas.openxmlformats.org/officeDocument/2006/relationships/image" Target="NUL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775.xml"/><Relationship Id="rId233" Type="http://schemas.openxmlformats.org/officeDocument/2006/relationships/image" Target="NULL"/><Relationship Id="rId254" Type="http://schemas.openxmlformats.org/officeDocument/2006/relationships/customXml" Target="../ink/ink2798.xml"/><Relationship Id="rId28" Type="http://schemas.openxmlformats.org/officeDocument/2006/relationships/customXml" Target="../ink/ink2682.xml"/><Relationship Id="rId49" Type="http://schemas.openxmlformats.org/officeDocument/2006/relationships/image" Target="NULL"/><Relationship Id="rId114" Type="http://schemas.openxmlformats.org/officeDocument/2006/relationships/customXml" Target="../ink/ink2725.xml"/><Relationship Id="rId275" Type="http://schemas.openxmlformats.org/officeDocument/2006/relationships/customXml" Target="../ink/ink2809.xml"/><Relationship Id="rId296" Type="http://schemas.openxmlformats.org/officeDocument/2006/relationships/image" Target="NULL"/><Relationship Id="rId300" Type="http://schemas.openxmlformats.org/officeDocument/2006/relationships/image" Target="NULL"/><Relationship Id="rId60" Type="http://schemas.openxmlformats.org/officeDocument/2006/relationships/customXml" Target="../ink/ink2698.xml"/><Relationship Id="rId81" Type="http://schemas.openxmlformats.org/officeDocument/2006/relationships/image" Target="NULL"/><Relationship Id="rId135" Type="http://schemas.openxmlformats.org/officeDocument/2006/relationships/image" Target="NULL"/><Relationship Id="rId156" Type="http://schemas.openxmlformats.org/officeDocument/2006/relationships/customXml" Target="../ink/ink2746.xml"/><Relationship Id="rId177" Type="http://schemas.openxmlformats.org/officeDocument/2006/relationships/image" Target="NULL"/><Relationship Id="rId198" Type="http://schemas.openxmlformats.org/officeDocument/2006/relationships/image" Target="NULL"/><Relationship Id="rId321" Type="http://schemas.openxmlformats.org/officeDocument/2006/relationships/image" Target="NULL"/><Relationship Id="rId342" Type="http://schemas.openxmlformats.org/officeDocument/2006/relationships/customXml" Target="../ink/ink2844.xml"/><Relationship Id="rId363" Type="http://schemas.openxmlformats.org/officeDocument/2006/relationships/image" Target="NULL"/><Relationship Id="rId384" Type="http://schemas.openxmlformats.org/officeDocument/2006/relationships/customXml" Target="../ink/ink2865.xml"/><Relationship Id="rId202" Type="http://schemas.openxmlformats.org/officeDocument/2006/relationships/image" Target="NULL"/><Relationship Id="rId223" Type="http://schemas.openxmlformats.org/officeDocument/2006/relationships/customXml" Target="../ink/ink2781.xml"/><Relationship Id="rId244" Type="http://schemas.openxmlformats.org/officeDocument/2006/relationships/image" Target="NULL"/><Relationship Id="rId18" Type="http://schemas.openxmlformats.org/officeDocument/2006/relationships/customXml" Target="../ink/ink2677.xml"/><Relationship Id="rId39" Type="http://schemas.openxmlformats.org/officeDocument/2006/relationships/image" Target="NULL"/><Relationship Id="rId265" Type="http://schemas.openxmlformats.org/officeDocument/2006/relationships/customXml" Target="../ink/ink2804.xml"/><Relationship Id="rId286" Type="http://schemas.openxmlformats.org/officeDocument/2006/relationships/image" Target="NULL"/><Relationship Id="rId50" Type="http://schemas.openxmlformats.org/officeDocument/2006/relationships/customXml" Target="../ink/ink2693.xml"/><Relationship Id="rId104" Type="http://schemas.openxmlformats.org/officeDocument/2006/relationships/customXml" Target="../ink/ink2720.xml"/><Relationship Id="rId125" Type="http://schemas.openxmlformats.org/officeDocument/2006/relationships/image" Target="NULL"/><Relationship Id="rId146" Type="http://schemas.openxmlformats.org/officeDocument/2006/relationships/customXml" Target="../ink/ink2741.xml"/><Relationship Id="rId167" Type="http://schemas.openxmlformats.org/officeDocument/2006/relationships/image" Target="NULL"/><Relationship Id="rId188" Type="http://schemas.openxmlformats.org/officeDocument/2006/relationships/customXml" Target="../ink/ink2762.xml"/><Relationship Id="rId311" Type="http://schemas.openxmlformats.org/officeDocument/2006/relationships/customXml" Target="../ink/ink2828.xml"/><Relationship Id="rId332" Type="http://schemas.openxmlformats.org/officeDocument/2006/relationships/customXml" Target="../ink/ink2839.xml"/><Relationship Id="rId353" Type="http://schemas.openxmlformats.org/officeDocument/2006/relationships/image" Target="NULL"/><Relationship Id="rId374" Type="http://schemas.openxmlformats.org/officeDocument/2006/relationships/customXml" Target="../ink/ink2860.xml"/><Relationship Id="rId71" Type="http://schemas.openxmlformats.org/officeDocument/2006/relationships/image" Target="NULL"/><Relationship Id="rId92" Type="http://schemas.openxmlformats.org/officeDocument/2006/relationships/customXml" Target="../ink/ink2714.xml"/><Relationship Id="rId213" Type="http://schemas.openxmlformats.org/officeDocument/2006/relationships/image" Target="NULL"/><Relationship Id="rId234" Type="http://schemas.openxmlformats.org/officeDocument/2006/relationships/customXml" Target="../ink/ink2787.xml"/><Relationship Id="rId2" Type="http://schemas.openxmlformats.org/officeDocument/2006/relationships/customXml" Target="../ink/ink2669.xml"/><Relationship Id="rId29" Type="http://schemas.openxmlformats.org/officeDocument/2006/relationships/image" Target="NULL"/><Relationship Id="rId255" Type="http://schemas.openxmlformats.org/officeDocument/2006/relationships/image" Target="NULL"/><Relationship Id="rId276" Type="http://schemas.openxmlformats.org/officeDocument/2006/relationships/image" Target="NULL"/><Relationship Id="rId297" Type="http://schemas.openxmlformats.org/officeDocument/2006/relationships/customXml" Target="../ink/ink2821.xml"/><Relationship Id="rId40" Type="http://schemas.openxmlformats.org/officeDocument/2006/relationships/customXml" Target="../ink/ink2688.xml"/><Relationship Id="rId115" Type="http://schemas.openxmlformats.org/officeDocument/2006/relationships/image" Target="NULL"/><Relationship Id="rId136" Type="http://schemas.openxmlformats.org/officeDocument/2006/relationships/customXml" Target="../ink/ink2736.xml"/><Relationship Id="rId157" Type="http://schemas.openxmlformats.org/officeDocument/2006/relationships/image" Target="NULL"/><Relationship Id="rId178" Type="http://schemas.openxmlformats.org/officeDocument/2006/relationships/customXml" Target="../ink/ink2757.xml"/><Relationship Id="rId301" Type="http://schemas.openxmlformats.org/officeDocument/2006/relationships/customXml" Target="../ink/ink2823.xml"/><Relationship Id="rId322" Type="http://schemas.openxmlformats.org/officeDocument/2006/relationships/customXml" Target="../ink/ink2834.xml"/><Relationship Id="rId343" Type="http://schemas.openxmlformats.org/officeDocument/2006/relationships/image" Target="NULL"/><Relationship Id="rId364" Type="http://schemas.openxmlformats.org/officeDocument/2006/relationships/customXml" Target="../ink/ink2855.xml"/><Relationship Id="rId61" Type="http://schemas.openxmlformats.org/officeDocument/2006/relationships/image" Target="NULL"/><Relationship Id="rId82" Type="http://schemas.openxmlformats.org/officeDocument/2006/relationships/customXml" Target="../ink/ink2709.xml"/><Relationship Id="rId199" Type="http://schemas.openxmlformats.org/officeDocument/2006/relationships/customXml" Target="../ink/ink2768.xml"/><Relationship Id="rId203" Type="http://schemas.openxmlformats.org/officeDocument/2006/relationships/customXml" Target="../ink/ink2770.xml"/><Relationship Id="rId385" Type="http://schemas.openxmlformats.org/officeDocument/2006/relationships/image" Target="NULL"/><Relationship Id="rId19" Type="http://schemas.openxmlformats.org/officeDocument/2006/relationships/image" Target="NULL"/><Relationship Id="rId224" Type="http://schemas.openxmlformats.org/officeDocument/2006/relationships/image" Target="NULL"/><Relationship Id="rId245" Type="http://schemas.openxmlformats.org/officeDocument/2006/relationships/customXml" Target="../ink/ink2793.xml"/><Relationship Id="rId266" Type="http://schemas.openxmlformats.org/officeDocument/2006/relationships/image" Target="NULL"/><Relationship Id="rId287" Type="http://schemas.openxmlformats.org/officeDocument/2006/relationships/customXml" Target="../ink/ink2816.xml"/><Relationship Id="rId30" Type="http://schemas.openxmlformats.org/officeDocument/2006/relationships/customXml" Target="../ink/ink2683.xml"/><Relationship Id="rId105" Type="http://schemas.openxmlformats.org/officeDocument/2006/relationships/image" Target="NULL"/><Relationship Id="rId126" Type="http://schemas.openxmlformats.org/officeDocument/2006/relationships/customXml" Target="../ink/ink2731.xml"/><Relationship Id="rId147" Type="http://schemas.openxmlformats.org/officeDocument/2006/relationships/image" Target="NULL"/><Relationship Id="rId168" Type="http://schemas.openxmlformats.org/officeDocument/2006/relationships/customXml" Target="../ink/ink2752.xml"/><Relationship Id="rId312" Type="http://schemas.openxmlformats.org/officeDocument/2006/relationships/image" Target="NULL"/><Relationship Id="rId333" Type="http://schemas.openxmlformats.org/officeDocument/2006/relationships/image" Target="NULL"/><Relationship Id="rId354" Type="http://schemas.openxmlformats.org/officeDocument/2006/relationships/customXml" Target="../ink/ink2850.xml"/><Relationship Id="rId51" Type="http://schemas.openxmlformats.org/officeDocument/2006/relationships/image" Target="NULL"/><Relationship Id="rId72" Type="http://schemas.openxmlformats.org/officeDocument/2006/relationships/customXml" Target="../ink/ink2704.xml"/><Relationship Id="rId93" Type="http://schemas.openxmlformats.org/officeDocument/2006/relationships/image" Target="NULL"/><Relationship Id="rId189" Type="http://schemas.openxmlformats.org/officeDocument/2006/relationships/customXml" Target="../ink/ink2763.xml"/><Relationship Id="rId375" Type="http://schemas.openxmlformats.org/officeDocument/2006/relationships/image" Target="NULL"/><Relationship Id="rId3" Type="http://schemas.openxmlformats.org/officeDocument/2006/relationships/image" Target="NULL"/><Relationship Id="rId214" Type="http://schemas.openxmlformats.org/officeDocument/2006/relationships/customXml" Target="../ink/ink2776.xml"/><Relationship Id="rId235" Type="http://schemas.openxmlformats.org/officeDocument/2006/relationships/image" Target="NULL"/><Relationship Id="rId256" Type="http://schemas.openxmlformats.org/officeDocument/2006/relationships/customXml" Target="../ink/ink2799.xml"/><Relationship Id="rId277" Type="http://schemas.openxmlformats.org/officeDocument/2006/relationships/customXml" Target="../ink/ink2810.xml"/><Relationship Id="rId298" Type="http://schemas.openxmlformats.org/officeDocument/2006/relationships/image" Target="NULL"/><Relationship Id="rId116" Type="http://schemas.openxmlformats.org/officeDocument/2006/relationships/customXml" Target="../ink/ink2726.xml"/><Relationship Id="rId137" Type="http://schemas.openxmlformats.org/officeDocument/2006/relationships/image" Target="NULL"/><Relationship Id="rId158" Type="http://schemas.openxmlformats.org/officeDocument/2006/relationships/customXml" Target="../ink/ink2747.xml"/><Relationship Id="rId302" Type="http://schemas.openxmlformats.org/officeDocument/2006/relationships/image" Target="NULL"/><Relationship Id="rId323" Type="http://schemas.openxmlformats.org/officeDocument/2006/relationships/image" Target="NULL"/><Relationship Id="rId344" Type="http://schemas.openxmlformats.org/officeDocument/2006/relationships/customXml" Target="../ink/ink2845.xml"/><Relationship Id="rId20" Type="http://schemas.openxmlformats.org/officeDocument/2006/relationships/customXml" Target="../ink/ink2678.xml"/><Relationship Id="rId41" Type="http://schemas.openxmlformats.org/officeDocument/2006/relationships/image" Target="NULL"/><Relationship Id="rId62" Type="http://schemas.openxmlformats.org/officeDocument/2006/relationships/customXml" Target="../ink/ink2699.xml"/><Relationship Id="rId83" Type="http://schemas.openxmlformats.org/officeDocument/2006/relationships/image" Target="NULL"/><Relationship Id="rId179" Type="http://schemas.openxmlformats.org/officeDocument/2006/relationships/image" Target="NULL"/><Relationship Id="rId365" Type="http://schemas.openxmlformats.org/officeDocument/2006/relationships/image" Target="NULL"/><Relationship Id="rId386" Type="http://schemas.openxmlformats.org/officeDocument/2006/relationships/customXml" Target="../ink/ink2866.xml"/><Relationship Id="rId190" Type="http://schemas.openxmlformats.org/officeDocument/2006/relationships/image" Target="NULL"/><Relationship Id="rId204" Type="http://schemas.openxmlformats.org/officeDocument/2006/relationships/image" Target="NULL"/><Relationship Id="rId225" Type="http://schemas.openxmlformats.org/officeDocument/2006/relationships/customXml" Target="../ink/ink2782.xml"/><Relationship Id="rId246" Type="http://schemas.openxmlformats.org/officeDocument/2006/relationships/customXml" Target="../ink/ink2794.xml"/><Relationship Id="rId267" Type="http://schemas.openxmlformats.org/officeDocument/2006/relationships/customXml" Target="../ink/ink2805.xml"/><Relationship Id="rId288" Type="http://schemas.openxmlformats.org/officeDocument/2006/relationships/image" Target="NULL"/><Relationship Id="rId106" Type="http://schemas.openxmlformats.org/officeDocument/2006/relationships/customXml" Target="../ink/ink2721.xml"/><Relationship Id="rId127" Type="http://schemas.openxmlformats.org/officeDocument/2006/relationships/image" Target="NULL"/><Relationship Id="rId313" Type="http://schemas.openxmlformats.org/officeDocument/2006/relationships/customXml" Target="../ink/ink2829.xml"/><Relationship Id="rId10" Type="http://schemas.openxmlformats.org/officeDocument/2006/relationships/customXml" Target="../ink/ink2673.xml"/><Relationship Id="rId31" Type="http://schemas.openxmlformats.org/officeDocument/2006/relationships/image" Target="NULL"/><Relationship Id="rId52" Type="http://schemas.openxmlformats.org/officeDocument/2006/relationships/customXml" Target="../ink/ink2694.xml"/><Relationship Id="rId73" Type="http://schemas.openxmlformats.org/officeDocument/2006/relationships/image" Target="NULL"/><Relationship Id="rId94" Type="http://schemas.openxmlformats.org/officeDocument/2006/relationships/customXml" Target="../ink/ink2715.xml"/><Relationship Id="rId148" Type="http://schemas.openxmlformats.org/officeDocument/2006/relationships/customXml" Target="../ink/ink2742.xml"/><Relationship Id="rId169" Type="http://schemas.openxmlformats.org/officeDocument/2006/relationships/image" Target="NULL"/><Relationship Id="rId334" Type="http://schemas.openxmlformats.org/officeDocument/2006/relationships/customXml" Target="../ink/ink2840.xml"/><Relationship Id="rId355" Type="http://schemas.openxmlformats.org/officeDocument/2006/relationships/image" Target="NULL"/><Relationship Id="rId376" Type="http://schemas.openxmlformats.org/officeDocument/2006/relationships/customXml" Target="../ink/ink2861.xml"/><Relationship Id="rId4" Type="http://schemas.openxmlformats.org/officeDocument/2006/relationships/customXml" Target="../ink/ink2670.xml"/><Relationship Id="rId180" Type="http://schemas.openxmlformats.org/officeDocument/2006/relationships/customXml" Target="../ink/ink2758.xml"/><Relationship Id="rId215" Type="http://schemas.openxmlformats.org/officeDocument/2006/relationships/customXml" Target="../ink/ink2777.xml"/><Relationship Id="rId236" Type="http://schemas.openxmlformats.org/officeDocument/2006/relationships/customXml" Target="../ink/ink2788.xml"/><Relationship Id="rId257" Type="http://schemas.openxmlformats.org/officeDocument/2006/relationships/image" Target="NULL"/><Relationship Id="rId278" Type="http://schemas.openxmlformats.org/officeDocument/2006/relationships/image" Target="NULL"/><Relationship Id="rId303" Type="http://schemas.openxmlformats.org/officeDocument/2006/relationships/customXml" Target="../ink/ink2824.xml"/><Relationship Id="rId42" Type="http://schemas.openxmlformats.org/officeDocument/2006/relationships/customXml" Target="../ink/ink2689.xml"/><Relationship Id="rId84" Type="http://schemas.openxmlformats.org/officeDocument/2006/relationships/customXml" Target="../ink/ink2710.xml"/><Relationship Id="rId138" Type="http://schemas.openxmlformats.org/officeDocument/2006/relationships/customXml" Target="../ink/ink2737.xml"/><Relationship Id="rId345" Type="http://schemas.openxmlformats.org/officeDocument/2006/relationships/image" Target="NULL"/><Relationship Id="rId387" Type="http://schemas.openxmlformats.org/officeDocument/2006/relationships/image" Target="NULL"/><Relationship Id="rId191" Type="http://schemas.openxmlformats.org/officeDocument/2006/relationships/customXml" Target="../ink/ink2764.xml"/><Relationship Id="rId205" Type="http://schemas.openxmlformats.org/officeDocument/2006/relationships/customXml" Target="../ink/ink2771.xml"/><Relationship Id="rId247" Type="http://schemas.openxmlformats.org/officeDocument/2006/relationships/image" Target="NULL"/><Relationship Id="rId107" Type="http://schemas.openxmlformats.org/officeDocument/2006/relationships/image" Target="NULL"/><Relationship Id="rId289" Type="http://schemas.openxmlformats.org/officeDocument/2006/relationships/customXml" Target="../ink/ink2817.xml"/><Relationship Id="rId11" Type="http://schemas.openxmlformats.org/officeDocument/2006/relationships/image" Target="NULL"/><Relationship Id="rId53" Type="http://schemas.openxmlformats.org/officeDocument/2006/relationships/image" Target="NULL"/><Relationship Id="rId149" Type="http://schemas.openxmlformats.org/officeDocument/2006/relationships/image" Target="NULL"/><Relationship Id="rId314" Type="http://schemas.openxmlformats.org/officeDocument/2006/relationships/customXml" Target="../ink/ink2830.xml"/><Relationship Id="rId356" Type="http://schemas.openxmlformats.org/officeDocument/2006/relationships/customXml" Target="../ink/ink2851.xml"/><Relationship Id="rId95" Type="http://schemas.openxmlformats.org/officeDocument/2006/relationships/image" Target="NULL"/><Relationship Id="rId160" Type="http://schemas.openxmlformats.org/officeDocument/2006/relationships/customXml" Target="../ink/ink2748.xml"/><Relationship Id="rId216" Type="http://schemas.openxmlformats.org/officeDocument/2006/relationships/image" Target="NULL"/><Relationship Id="rId258" Type="http://schemas.openxmlformats.org/officeDocument/2006/relationships/customXml" Target="../ink/ink2800.xml"/><Relationship Id="rId22" Type="http://schemas.openxmlformats.org/officeDocument/2006/relationships/customXml" Target="../ink/ink2679.xml"/><Relationship Id="rId64" Type="http://schemas.openxmlformats.org/officeDocument/2006/relationships/customXml" Target="../ink/ink2700.xml"/><Relationship Id="rId118" Type="http://schemas.openxmlformats.org/officeDocument/2006/relationships/customXml" Target="../ink/ink2727.xml"/><Relationship Id="rId325" Type="http://schemas.openxmlformats.org/officeDocument/2006/relationships/image" Target="NULL"/><Relationship Id="rId367" Type="http://schemas.openxmlformats.org/officeDocument/2006/relationships/image" Target="NULL"/><Relationship Id="rId171" Type="http://schemas.openxmlformats.org/officeDocument/2006/relationships/image" Target="NULL"/><Relationship Id="rId227" Type="http://schemas.openxmlformats.org/officeDocument/2006/relationships/customXml" Target="../ink/ink2783.xml"/><Relationship Id="rId269" Type="http://schemas.openxmlformats.org/officeDocument/2006/relationships/customXml" Target="../ink/ink2806.xml"/><Relationship Id="rId33" Type="http://schemas.openxmlformats.org/officeDocument/2006/relationships/image" Target="NULL"/><Relationship Id="rId129" Type="http://schemas.openxmlformats.org/officeDocument/2006/relationships/image" Target="NULL"/><Relationship Id="rId280" Type="http://schemas.openxmlformats.org/officeDocument/2006/relationships/image" Target="NULL"/><Relationship Id="rId336" Type="http://schemas.openxmlformats.org/officeDocument/2006/relationships/customXml" Target="../ink/ink2841.xml"/><Relationship Id="rId75" Type="http://schemas.openxmlformats.org/officeDocument/2006/relationships/image" Target="NULL"/><Relationship Id="rId140" Type="http://schemas.openxmlformats.org/officeDocument/2006/relationships/customXml" Target="../ink/ink2738.xml"/><Relationship Id="rId182" Type="http://schemas.openxmlformats.org/officeDocument/2006/relationships/customXml" Target="../ink/ink2759.xml"/><Relationship Id="rId378" Type="http://schemas.openxmlformats.org/officeDocument/2006/relationships/customXml" Target="../ink/ink2862.xml"/><Relationship Id="rId6" Type="http://schemas.openxmlformats.org/officeDocument/2006/relationships/customXml" Target="../ink/ink2671.xml"/><Relationship Id="rId238" Type="http://schemas.openxmlformats.org/officeDocument/2006/relationships/customXml" Target="../ink/ink2789.xml"/><Relationship Id="rId291" Type="http://schemas.openxmlformats.org/officeDocument/2006/relationships/customXml" Target="../ink/ink2818.xml"/><Relationship Id="rId305" Type="http://schemas.openxmlformats.org/officeDocument/2006/relationships/customXml" Target="../ink/ink2825.xml"/><Relationship Id="rId347" Type="http://schemas.openxmlformats.org/officeDocument/2006/relationships/image" Target="NULL"/><Relationship Id="rId44" Type="http://schemas.openxmlformats.org/officeDocument/2006/relationships/customXml" Target="../ink/ink2690.xml"/><Relationship Id="rId86" Type="http://schemas.openxmlformats.org/officeDocument/2006/relationships/customXml" Target="../ink/ink2711.xml"/><Relationship Id="rId151" Type="http://schemas.openxmlformats.org/officeDocument/2006/relationships/image" Target="NULL"/><Relationship Id="rId389" Type="http://schemas.openxmlformats.org/officeDocument/2006/relationships/image" Target="NULL"/><Relationship Id="rId193" Type="http://schemas.openxmlformats.org/officeDocument/2006/relationships/customXml" Target="../ink/ink2765.xml"/><Relationship Id="rId207" Type="http://schemas.openxmlformats.org/officeDocument/2006/relationships/customXml" Target="../ink/ink2772.xml"/><Relationship Id="rId249" Type="http://schemas.openxmlformats.org/officeDocument/2006/relationships/image" Target="NULL"/><Relationship Id="rId13" Type="http://schemas.openxmlformats.org/officeDocument/2006/relationships/image" Target="NULL"/><Relationship Id="rId109" Type="http://schemas.openxmlformats.org/officeDocument/2006/relationships/image" Target="NULL"/><Relationship Id="rId260" Type="http://schemas.openxmlformats.org/officeDocument/2006/relationships/image" Target="NULL"/><Relationship Id="rId316" Type="http://schemas.openxmlformats.org/officeDocument/2006/relationships/customXml" Target="../ink/ink2831.xml"/><Relationship Id="rId55" Type="http://schemas.openxmlformats.org/officeDocument/2006/relationships/image" Target="NULL"/><Relationship Id="rId97" Type="http://schemas.openxmlformats.org/officeDocument/2006/relationships/image" Target="NULL"/><Relationship Id="rId120" Type="http://schemas.openxmlformats.org/officeDocument/2006/relationships/customXml" Target="../ink/ink2728.xml"/><Relationship Id="rId358" Type="http://schemas.openxmlformats.org/officeDocument/2006/relationships/customXml" Target="../ink/ink2852.xml"/><Relationship Id="rId162" Type="http://schemas.openxmlformats.org/officeDocument/2006/relationships/customXml" Target="../ink/ink2749.xml"/><Relationship Id="rId218" Type="http://schemas.openxmlformats.org/officeDocument/2006/relationships/image" Target="NULL"/><Relationship Id="rId271" Type="http://schemas.openxmlformats.org/officeDocument/2006/relationships/customXml" Target="../ink/ink2807.xml"/><Relationship Id="rId24" Type="http://schemas.openxmlformats.org/officeDocument/2006/relationships/customXml" Target="../ink/ink2680.xml"/><Relationship Id="rId66" Type="http://schemas.openxmlformats.org/officeDocument/2006/relationships/customXml" Target="../ink/ink2701.xml"/><Relationship Id="rId131" Type="http://schemas.openxmlformats.org/officeDocument/2006/relationships/image" Target="NULL"/><Relationship Id="rId327" Type="http://schemas.openxmlformats.org/officeDocument/2006/relationships/image" Target="NULL"/><Relationship Id="rId369" Type="http://schemas.openxmlformats.org/officeDocument/2006/relationships/image" Target="NULL"/><Relationship Id="rId173" Type="http://schemas.openxmlformats.org/officeDocument/2006/relationships/image" Target="NULL"/><Relationship Id="rId229" Type="http://schemas.openxmlformats.org/officeDocument/2006/relationships/customXml" Target="../ink/ink2784.xml"/><Relationship Id="rId380" Type="http://schemas.openxmlformats.org/officeDocument/2006/relationships/customXml" Target="../ink/ink2863.xml"/><Relationship Id="rId240" Type="http://schemas.openxmlformats.org/officeDocument/2006/relationships/customXml" Target="../ink/ink2790.xml"/><Relationship Id="rId35" Type="http://schemas.openxmlformats.org/officeDocument/2006/relationships/image" Target="NULL"/><Relationship Id="rId77" Type="http://schemas.openxmlformats.org/officeDocument/2006/relationships/image" Target="NULL"/><Relationship Id="rId100" Type="http://schemas.openxmlformats.org/officeDocument/2006/relationships/customXml" Target="../ink/ink2718.xml"/><Relationship Id="rId282" Type="http://schemas.openxmlformats.org/officeDocument/2006/relationships/customXml" Target="../ink/ink2813.xml"/><Relationship Id="rId338" Type="http://schemas.openxmlformats.org/officeDocument/2006/relationships/customXml" Target="../ink/ink2842.xml"/><Relationship Id="rId8" Type="http://schemas.openxmlformats.org/officeDocument/2006/relationships/customXml" Target="../ink/ink2672.xml"/><Relationship Id="rId142" Type="http://schemas.openxmlformats.org/officeDocument/2006/relationships/customXml" Target="../ink/ink2739.xml"/><Relationship Id="rId184" Type="http://schemas.openxmlformats.org/officeDocument/2006/relationships/customXml" Target="../ink/ink2760.xml"/><Relationship Id="rId391" Type="http://schemas.openxmlformats.org/officeDocument/2006/relationships/image" Target="NULL"/><Relationship Id="rId251" Type="http://schemas.openxmlformats.org/officeDocument/2006/relationships/image" Target="NULL"/><Relationship Id="rId46" Type="http://schemas.openxmlformats.org/officeDocument/2006/relationships/customXml" Target="../ink/ink2691.xml"/><Relationship Id="rId293" Type="http://schemas.openxmlformats.org/officeDocument/2006/relationships/customXml" Target="../ink/ink2819.xml"/><Relationship Id="rId307" Type="http://schemas.openxmlformats.org/officeDocument/2006/relationships/customXml" Target="../ink/ink2826.xml"/><Relationship Id="rId349" Type="http://schemas.openxmlformats.org/officeDocument/2006/relationships/image" Target="NULL"/><Relationship Id="rId88" Type="http://schemas.openxmlformats.org/officeDocument/2006/relationships/customXml" Target="../ink/ink2712.xml"/><Relationship Id="rId111" Type="http://schemas.openxmlformats.org/officeDocument/2006/relationships/image" Target="NULL"/><Relationship Id="rId153" Type="http://schemas.openxmlformats.org/officeDocument/2006/relationships/image" Target="NULL"/><Relationship Id="rId195" Type="http://schemas.openxmlformats.org/officeDocument/2006/relationships/customXml" Target="../ink/ink2766.xml"/><Relationship Id="rId209" Type="http://schemas.openxmlformats.org/officeDocument/2006/relationships/customXml" Target="../ink/ink2773.xml"/><Relationship Id="rId360" Type="http://schemas.openxmlformats.org/officeDocument/2006/relationships/customXml" Target="../ink/ink2853.xml"/><Relationship Id="rId220" Type="http://schemas.openxmlformats.org/officeDocument/2006/relationships/image" Target="NULL"/><Relationship Id="rId15" Type="http://schemas.openxmlformats.org/officeDocument/2006/relationships/image" Target="NULL"/><Relationship Id="rId57" Type="http://schemas.openxmlformats.org/officeDocument/2006/relationships/image" Target="NULL"/><Relationship Id="rId262" Type="http://schemas.openxmlformats.org/officeDocument/2006/relationships/image" Target="NULL"/><Relationship Id="rId318" Type="http://schemas.openxmlformats.org/officeDocument/2006/relationships/customXml" Target="../ink/ink2832.xml"/><Relationship Id="rId99" Type="http://schemas.openxmlformats.org/officeDocument/2006/relationships/image" Target="NULL"/><Relationship Id="rId122" Type="http://schemas.openxmlformats.org/officeDocument/2006/relationships/customXml" Target="../ink/ink2729.xml"/><Relationship Id="rId164" Type="http://schemas.openxmlformats.org/officeDocument/2006/relationships/customXml" Target="../ink/ink2750.xml"/><Relationship Id="rId371" Type="http://schemas.openxmlformats.org/officeDocument/2006/relationships/image" Target="NULL"/><Relationship Id="rId26" Type="http://schemas.openxmlformats.org/officeDocument/2006/relationships/customXml" Target="../ink/ink2681.xml"/><Relationship Id="rId231" Type="http://schemas.openxmlformats.org/officeDocument/2006/relationships/customXml" Target="../ink/ink2785.xml"/><Relationship Id="rId273" Type="http://schemas.openxmlformats.org/officeDocument/2006/relationships/customXml" Target="../ink/ink2808.xml"/><Relationship Id="rId329" Type="http://schemas.openxmlformats.org/officeDocument/2006/relationships/image" Target="NULL"/><Relationship Id="rId68" Type="http://schemas.openxmlformats.org/officeDocument/2006/relationships/customXml" Target="../ink/ink2702.xml"/><Relationship Id="rId133" Type="http://schemas.openxmlformats.org/officeDocument/2006/relationships/image" Target="NULL"/><Relationship Id="rId175" Type="http://schemas.openxmlformats.org/officeDocument/2006/relationships/image" Target="NULL"/><Relationship Id="rId340" Type="http://schemas.openxmlformats.org/officeDocument/2006/relationships/customXml" Target="../ink/ink2843.xml"/></Relationships>
</file>

<file path=ppt/slides/_rels/slide13.xml.rels><?xml version="1.0" encoding="UTF-8" standalone="yes"?>
<Relationships xmlns="http://schemas.openxmlformats.org/package/2006/relationships"><Relationship Id="rId21" Type="http://schemas.openxmlformats.org/officeDocument/2006/relationships/image" Target="NULL"/><Relationship Id="rId170" Type="http://schemas.openxmlformats.org/officeDocument/2006/relationships/customXml" Target="../ink/ink2955.xml"/><Relationship Id="rId268" Type="http://schemas.openxmlformats.org/officeDocument/2006/relationships/image" Target="NULL"/><Relationship Id="rId475" Type="http://schemas.openxmlformats.org/officeDocument/2006/relationships/customXml" Target="../ink/ink3205.xml"/><Relationship Id="rId682" Type="http://schemas.openxmlformats.org/officeDocument/2006/relationships/customXml" Target="../ink/ink3377.xml"/><Relationship Id="rId128" Type="http://schemas.openxmlformats.org/officeDocument/2006/relationships/customXml" Target="../ink/ink2934.xml"/><Relationship Id="rId335" Type="http://schemas.openxmlformats.org/officeDocument/2006/relationships/customXml" Target="../ink/ink3065.xml"/><Relationship Id="rId542" Type="http://schemas.openxmlformats.org/officeDocument/2006/relationships/customXml" Target="../ink/ink3272.xml"/><Relationship Id="rId987" Type="http://schemas.openxmlformats.org/officeDocument/2006/relationships/customXml" Target="../ink/ink3529.xml"/><Relationship Id="rId1172" Type="http://schemas.openxmlformats.org/officeDocument/2006/relationships/customXml" Target="../ink/ink3619.xml"/><Relationship Id="rId402" Type="http://schemas.openxmlformats.org/officeDocument/2006/relationships/customXml" Target="../ink/ink3132.xml"/><Relationship Id="rId1032" Type="http://schemas.openxmlformats.org/officeDocument/2006/relationships/image" Target="NULL"/><Relationship Id="rId707" Type="http://schemas.openxmlformats.org/officeDocument/2006/relationships/customXml" Target="../ink/ink3402.xml"/><Relationship Id="rId914" Type="http://schemas.openxmlformats.org/officeDocument/2006/relationships/image" Target="NULL"/><Relationship Id="rId1337" Type="http://schemas.openxmlformats.org/officeDocument/2006/relationships/image" Target="NULL"/><Relationship Id="rId43" Type="http://schemas.openxmlformats.org/officeDocument/2006/relationships/image" Target="NULL"/><Relationship Id="rId192" Type="http://schemas.openxmlformats.org/officeDocument/2006/relationships/customXml" Target="../ink/ink2966.xml"/><Relationship Id="rId497" Type="http://schemas.openxmlformats.org/officeDocument/2006/relationships/customXml" Target="../ink/ink3227.xml"/><Relationship Id="rId357" Type="http://schemas.openxmlformats.org/officeDocument/2006/relationships/customXml" Target="../ink/ink3087.xml"/><Relationship Id="rId1194" Type="http://schemas.openxmlformats.org/officeDocument/2006/relationships/customXml" Target="../ink/ink3630.xml"/><Relationship Id="rId217" Type="http://schemas.openxmlformats.org/officeDocument/2006/relationships/customXml" Target="../ink/ink2980.xml"/><Relationship Id="rId564" Type="http://schemas.openxmlformats.org/officeDocument/2006/relationships/customXml" Target="../ink/ink3294.xml"/><Relationship Id="rId771" Type="http://schemas.openxmlformats.org/officeDocument/2006/relationships/customXml" Target="../ink/ink3463.xml"/><Relationship Id="rId424" Type="http://schemas.openxmlformats.org/officeDocument/2006/relationships/customXml" Target="../ink/ink3154.xml"/><Relationship Id="rId631" Type="http://schemas.openxmlformats.org/officeDocument/2006/relationships/image" Target="NULL"/><Relationship Id="rId729" Type="http://schemas.openxmlformats.org/officeDocument/2006/relationships/customXml" Target="../ink/ink3424.xml"/><Relationship Id="rId1054" Type="http://schemas.openxmlformats.org/officeDocument/2006/relationships/image" Target="NULL"/><Relationship Id="rId1261" Type="http://schemas.openxmlformats.org/officeDocument/2006/relationships/image" Target="NULL"/><Relationship Id="rId1359" Type="http://schemas.openxmlformats.org/officeDocument/2006/relationships/image" Target="NULL"/><Relationship Id="rId936" Type="http://schemas.openxmlformats.org/officeDocument/2006/relationships/image" Target="NULL"/><Relationship Id="rId1121" Type="http://schemas.openxmlformats.org/officeDocument/2006/relationships/image" Target="NULL"/><Relationship Id="rId1219" Type="http://schemas.openxmlformats.org/officeDocument/2006/relationships/image" Target="NULL"/><Relationship Id="rId65" Type="http://schemas.openxmlformats.org/officeDocument/2006/relationships/image" Target="NULL"/><Relationship Id="rId281" Type="http://schemas.openxmlformats.org/officeDocument/2006/relationships/image" Target="NULL"/><Relationship Id="rId141" Type="http://schemas.openxmlformats.org/officeDocument/2006/relationships/image" Target="NULL"/><Relationship Id="rId379" Type="http://schemas.openxmlformats.org/officeDocument/2006/relationships/customXml" Target="../ink/ink3109.xml"/><Relationship Id="rId586" Type="http://schemas.openxmlformats.org/officeDocument/2006/relationships/customXml" Target="../ink/ink3315.xml"/><Relationship Id="rId7" Type="http://schemas.openxmlformats.org/officeDocument/2006/relationships/image" Target="NULL"/><Relationship Id="rId239" Type="http://schemas.openxmlformats.org/officeDocument/2006/relationships/image" Target="NULL"/><Relationship Id="rId446" Type="http://schemas.openxmlformats.org/officeDocument/2006/relationships/customXml" Target="../ink/ink3176.xml"/><Relationship Id="rId653" Type="http://schemas.openxmlformats.org/officeDocument/2006/relationships/customXml" Target="../ink/ink3356.xml"/><Relationship Id="rId1076" Type="http://schemas.openxmlformats.org/officeDocument/2006/relationships/image" Target="NULL"/><Relationship Id="rId1283" Type="http://schemas.openxmlformats.org/officeDocument/2006/relationships/image" Target="NULL"/><Relationship Id="rId306" Type="http://schemas.openxmlformats.org/officeDocument/2006/relationships/customXml" Target="../ink/ink3036.xml"/><Relationship Id="rId958" Type="http://schemas.openxmlformats.org/officeDocument/2006/relationships/image" Target="NULL"/><Relationship Id="rId1143" Type="http://schemas.openxmlformats.org/officeDocument/2006/relationships/image" Target="NULL"/><Relationship Id="rId87" Type="http://schemas.openxmlformats.org/officeDocument/2006/relationships/image" Target="NULL"/><Relationship Id="rId513" Type="http://schemas.openxmlformats.org/officeDocument/2006/relationships/customXml" Target="../ink/ink3243.xml"/><Relationship Id="rId720" Type="http://schemas.openxmlformats.org/officeDocument/2006/relationships/customXml" Target="../ink/ink3415.xml"/><Relationship Id="rId1350" Type="http://schemas.openxmlformats.org/officeDocument/2006/relationships/customXml" Target="../ink/ink3703.xml"/><Relationship Id="rId1003" Type="http://schemas.openxmlformats.org/officeDocument/2006/relationships/customXml" Target="../ink/ink3537.xml"/><Relationship Id="rId1210" Type="http://schemas.openxmlformats.org/officeDocument/2006/relationships/customXml" Target="../ink/ink3638.xml"/><Relationship Id="rId14" Type="http://schemas.openxmlformats.org/officeDocument/2006/relationships/customXml" Target="../ink/ink2877.xml"/><Relationship Id="rId163" Type="http://schemas.openxmlformats.org/officeDocument/2006/relationships/image" Target="NULL"/><Relationship Id="rId370" Type="http://schemas.openxmlformats.org/officeDocument/2006/relationships/customXml" Target="../ink/ink3100.xml"/><Relationship Id="rId230" Type="http://schemas.openxmlformats.org/officeDocument/2006/relationships/customXml" Target="../ink/ink2987.xml"/><Relationship Id="rId468" Type="http://schemas.openxmlformats.org/officeDocument/2006/relationships/customXml" Target="../ink/ink3198.xml"/><Relationship Id="rId675" Type="http://schemas.openxmlformats.org/officeDocument/2006/relationships/customXml" Target="../ink/ink3370.xml"/><Relationship Id="rId1098" Type="http://schemas.openxmlformats.org/officeDocument/2006/relationships/customXml" Target="../ink/ink3585.xml"/><Relationship Id="rId328" Type="http://schemas.openxmlformats.org/officeDocument/2006/relationships/customXml" Target="../ink/ink3058.xml"/><Relationship Id="rId535" Type="http://schemas.openxmlformats.org/officeDocument/2006/relationships/customXml" Target="../ink/ink3265.xml"/><Relationship Id="rId742" Type="http://schemas.openxmlformats.org/officeDocument/2006/relationships/customXml" Target="../ink/ink3437.xml"/><Relationship Id="rId1165" Type="http://schemas.openxmlformats.org/officeDocument/2006/relationships/image" Target="NULL"/><Relationship Id="rId1372" Type="http://schemas.openxmlformats.org/officeDocument/2006/relationships/customXml" Target="../ink/ink3714.xml"/><Relationship Id="rId602" Type="http://schemas.openxmlformats.org/officeDocument/2006/relationships/customXml" Target="../ink/ink3323.xml"/><Relationship Id="rId1025" Type="http://schemas.openxmlformats.org/officeDocument/2006/relationships/customXml" Target="../ink/ink3548.xml"/><Relationship Id="rId1232" Type="http://schemas.openxmlformats.org/officeDocument/2006/relationships/customXml" Target="../ink/ink3649.xml"/><Relationship Id="rId907" Type="http://schemas.openxmlformats.org/officeDocument/2006/relationships/customXml" Target="../ink/ink3489.xml"/><Relationship Id="rId36" Type="http://schemas.openxmlformats.org/officeDocument/2006/relationships/customXml" Target="../ink/ink2888.xml"/><Relationship Id="rId185" Type="http://schemas.openxmlformats.org/officeDocument/2006/relationships/image" Target="NULL"/><Relationship Id="rId392" Type="http://schemas.openxmlformats.org/officeDocument/2006/relationships/customXml" Target="../ink/ink3122.xml"/><Relationship Id="rId697" Type="http://schemas.openxmlformats.org/officeDocument/2006/relationships/customXml" Target="../ink/ink3392.xml"/><Relationship Id="rId252" Type="http://schemas.openxmlformats.org/officeDocument/2006/relationships/customXml" Target="../ink/ink2999.xml"/><Relationship Id="rId1187" Type="http://schemas.openxmlformats.org/officeDocument/2006/relationships/image" Target="NULL"/><Relationship Id="rId112" Type="http://schemas.openxmlformats.org/officeDocument/2006/relationships/customXml" Target="../ink/ink2926.xml"/><Relationship Id="rId557" Type="http://schemas.openxmlformats.org/officeDocument/2006/relationships/customXml" Target="../ink/ink3287.xml"/><Relationship Id="rId764" Type="http://schemas.openxmlformats.org/officeDocument/2006/relationships/customXml" Target="../ink/ink3456.xml"/><Relationship Id="rId971" Type="http://schemas.openxmlformats.org/officeDocument/2006/relationships/customXml" Target="../ink/ink3521.xml"/><Relationship Id="rId417" Type="http://schemas.openxmlformats.org/officeDocument/2006/relationships/customXml" Target="../ink/ink3147.xml"/><Relationship Id="rId624" Type="http://schemas.openxmlformats.org/officeDocument/2006/relationships/customXml" Target="../ink/ink3334.xml"/><Relationship Id="rId1047" Type="http://schemas.openxmlformats.org/officeDocument/2006/relationships/customXml" Target="../ink/ink3559.xml"/><Relationship Id="rId1254" Type="http://schemas.openxmlformats.org/officeDocument/2006/relationships/customXml" Target="../ink/ink3660.xml"/><Relationship Id="rId929" Type="http://schemas.openxmlformats.org/officeDocument/2006/relationships/customXml" Target="../ink/ink3500.xml"/><Relationship Id="rId1114" Type="http://schemas.openxmlformats.org/officeDocument/2006/relationships/customXml" Target="../ink/ink3593.xml"/><Relationship Id="rId1321" Type="http://schemas.openxmlformats.org/officeDocument/2006/relationships/image" Target="NULL"/><Relationship Id="rId58" Type="http://schemas.openxmlformats.org/officeDocument/2006/relationships/customXml" Target="../ink/ink2899.xml"/><Relationship Id="rId274" Type="http://schemas.openxmlformats.org/officeDocument/2006/relationships/image" Target="NULL"/><Relationship Id="rId481" Type="http://schemas.openxmlformats.org/officeDocument/2006/relationships/customXml" Target="../ink/ink3211.xml"/><Relationship Id="rId134" Type="http://schemas.openxmlformats.org/officeDocument/2006/relationships/customXml" Target="../ink/ink2937.xml"/><Relationship Id="rId579" Type="http://schemas.openxmlformats.org/officeDocument/2006/relationships/customXml" Target="../ink/ink3309.xml"/><Relationship Id="rId993" Type="http://schemas.openxmlformats.org/officeDocument/2006/relationships/customXml" Target="../ink/ink3532.xml"/><Relationship Id="rId341" Type="http://schemas.openxmlformats.org/officeDocument/2006/relationships/customXml" Target="../ink/ink3071.xml"/><Relationship Id="rId439" Type="http://schemas.openxmlformats.org/officeDocument/2006/relationships/customXml" Target="../ink/ink3169.xml"/><Relationship Id="rId646" Type="http://schemas.openxmlformats.org/officeDocument/2006/relationships/customXml" Target="../ink/ink3349.xml"/><Relationship Id="rId1069" Type="http://schemas.openxmlformats.org/officeDocument/2006/relationships/customXml" Target="../ink/ink3570.xml"/><Relationship Id="rId1276" Type="http://schemas.openxmlformats.org/officeDocument/2006/relationships/customXml" Target="../ink/ink3668.xml"/><Relationship Id="rId201" Type="http://schemas.openxmlformats.org/officeDocument/2006/relationships/image" Target="NULL"/><Relationship Id="rId506" Type="http://schemas.openxmlformats.org/officeDocument/2006/relationships/customXml" Target="../ink/ink3236.xml"/><Relationship Id="rId713" Type="http://schemas.openxmlformats.org/officeDocument/2006/relationships/customXml" Target="../ink/ink3408.xml"/><Relationship Id="rId920" Type="http://schemas.openxmlformats.org/officeDocument/2006/relationships/image" Target="NULL"/><Relationship Id="rId1343" Type="http://schemas.openxmlformats.org/officeDocument/2006/relationships/image" Target="NULL"/><Relationship Id="rId1203" Type="http://schemas.openxmlformats.org/officeDocument/2006/relationships/image" Target="NULL"/><Relationship Id="rId296" Type="http://schemas.openxmlformats.org/officeDocument/2006/relationships/customXml" Target="../ink/ink3026.xml"/><Relationship Id="rId156" Type="http://schemas.openxmlformats.org/officeDocument/2006/relationships/customXml" Target="../ink/ink2948.xml"/><Relationship Id="rId363" Type="http://schemas.openxmlformats.org/officeDocument/2006/relationships/customXml" Target="../ink/ink3093.xml"/><Relationship Id="rId570" Type="http://schemas.openxmlformats.org/officeDocument/2006/relationships/customXml" Target="../ink/ink3300.xml"/><Relationship Id="rId223" Type="http://schemas.openxmlformats.org/officeDocument/2006/relationships/image" Target="NULL"/><Relationship Id="rId430" Type="http://schemas.openxmlformats.org/officeDocument/2006/relationships/customXml" Target="../ink/ink3160.xml"/><Relationship Id="rId1060" Type="http://schemas.openxmlformats.org/officeDocument/2006/relationships/image" Target="NULL"/><Relationship Id="rId1298" Type="http://schemas.openxmlformats.org/officeDocument/2006/relationships/customXml" Target="../ink/ink3679.xml"/><Relationship Id="rId528" Type="http://schemas.openxmlformats.org/officeDocument/2006/relationships/customXml" Target="../ink/ink3258.xml"/><Relationship Id="rId735" Type="http://schemas.openxmlformats.org/officeDocument/2006/relationships/customXml" Target="../ink/ink3430.xml"/><Relationship Id="rId942" Type="http://schemas.openxmlformats.org/officeDocument/2006/relationships/image" Target="NULL"/><Relationship Id="rId1158" Type="http://schemas.openxmlformats.org/officeDocument/2006/relationships/customXml" Target="../ink/ink3612.xml"/><Relationship Id="rId1365" Type="http://schemas.openxmlformats.org/officeDocument/2006/relationships/image" Target="NULL"/><Relationship Id="rId1018" Type="http://schemas.openxmlformats.org/officeDocument/2006/relationships/image" Target="NULL"/><Relationship Id="rId1225" Type="http://schemas.openxmlformats.org/officeDocument/2006/relationships/image" Target="NULL"/><Relationship Id="rId71" Type="http://schemas.openxmlformats.org/officeDocument/2006/relationships/image" Target="NULL"/><Relationship Id="rId29" Type="http://schemas.openxmlformats.org/officeDocument/2006/relationships/image" Target="NULL"/><Relationship Id="rId178" Type="http://schemas.openxmlformats.org/officeDocument/2006/relationships/customXml" Target="../ink/ink2959.xml"/><Relationship Id="rId385" Type="http://schemas.openxmlformats.org/officeDocument/2006/relationships/customXml" Target="../ink/ink3115.xml"/><Relationship Id="rId592" Type="http://schemas.openxmlformats.org/officeDocument/2006/relationships/customXml" Target="../ink/ink3318.xml"/><Relationship Id="rId245" Type="http://schemas.openxmlformats.org/officeDocument/2006/relationships/customXml" Target="../ink/ink2995.xml"/><Relationship Id="rId452" Type="http://schemas.openxmlformats.org/officeDocument/2006/relationships/customXml" Target="../ink/ink3182.xml"/><Relationship Id="rId897" Type="http://schemas.openxmlformats.org/officeDocument/2006/relationships/customXml" Target="../ink/ink3484.xml"/><Relationship Id="rId1082" Type="http://schemas.openxmlformats.org/officeDocument/2006/relationships/image" Target="NULL"/><Relationship Id="rId105" Type="http://schemas.openxmlformats.org/officeDocument/2006/relationships/image" Target="NULL"/><Relationship Id="rId312" Type="http://schemas.openxmlformats.org/officeDocument/2006/relationships/customXml" Target="../ink/ink3042.xml"/><Relationship Id="rId757" Type="http://schemas.openxmlformats.org/officeDocument/2006/relationships/customXml" Target="../ink/ink3449.xml"/><Relationship Id="rId964" Type="http://schemas.openxmlformats.org/officeDocument/2006/relationships/image" Target="NULL"/><Relationship Id="rId93" Type="http://schemas.openxmlformats.org/officeDocument/2006/relationships/image" Target="NULL"/><Relationship Id="rId617" Type="http://schemas.openxmlformats.org/officeDocument/2006/relationships/image" Target="NULL"/><Relationship Id="rId1247" Type="http://schemas.openxmlformats.org/officeDocument/2006/relationships/image" Target="NULL"/><Relationship Id="rId1107" Type="http://schemas.openxmlformats.org/officeDocument/2006/relationships/image" Target="NULL"/><Relationship Id="rId1314" Type="http://schemas.openxmlformats.org/officeDocument/2006/relationships/customXml" Target="../ink/ink3685.xml"/><Relationship Id="rId116" Type="http://schemas.openxmlformats.org/officeDocument/2006/relationships/customXml" Target="../ink/ink2928.xml"/><Relationship Id="rId323" Type="http://schemas.openxmlformats.org/officeDocument/2006/relationships/customXml" Target="../ink/ink3053.xml"/><Relationship Id="rId530" Type="http://schemas.openxmlformats.org/officeDocument/2006/relationships/customXml" Target="../ink/ink3260.xml"/><Relationship Id="rId768" Type="http://schemas.openxmlformats.org/officeDocument/2006/relationships/customXml" Target="../ink/ink3460.xml"/><Relationship Id="rId975" Type="http://schemas.openxmlformats.org/officeDocument/2006/relationships/customXml" Target="../ink/ink3523.xml"/><Relationship Id="rId1160" Type="http://schemas.openxmlformats.org/officeDocument/2006/relationships/customXml" Target="../ink/ink3613.xml"/><Relationship Id="rId20" Type="http://schemas.openxmlformats.org/officeDocument/2006/relationships/customXml" Target="../ink/ink2880.xml"/><Relationship Id="rId628" Type="http://schemas.openxmlformats.org/officeDocument/2006/relationships/customXml" Target="../ink/ink3336.xml"/><Relationship Id="rId267" Type="http://schemas.openxmlformats.org/officeDocument/2006/relationships/customXml" Target="../ink/ink3007.xml"/><Relationship Id="rId474" Type="http://schemas.openxmlformats.org/officeDocument/2006/relationships/customXml" Target="../ink/ink3204.xml"/><Relationship Id="rId1020" Type="http://schemas.openxmlformats.org/officeDocument/2006/relationships/image" Target="NULL"/><Relationship Id="rId1118" Type="http://schemas.openxmlformats.org/officeDocument/2006/relationships/customXml" Target="../ink/ink3595.xml"/><Relationship Id="rId1325" Type="http://schemas.openxmlformats.org/officeDocument/2006/relationships/image" Target="NULL"/><Relationship Id="rId127" Type="http://schemas.openxmlformats.org/officeDocument/2006/relationships/image" Target="NULL"/><Relationship Id="rId681" Type="http://schemas.openxmlformats.org/officeDocument/2006/relationships/customXml" Target="../ink/ink3376.xml"/><Relationship Id="rId779" Type="http://schemas.openxmlformats.org/officeDocument/2006/relationships/customXml" Target="../ink/ink3471.xml"/><Relationship Id="rId902" Type="http://schemas.openxmlformats.org/officeDocument/2006/relationships/image" Target="NULL"/><Relationship Id="rId986" Type="http://schemas.openxmlformats.org/officeDocument/2006/relationships/image" Target="NULL"/><Relationship Id="rId31" Type="http://schemas.openxmlformats.org/officeDocument/2006/relationships/image" Target="NULL"/><Relationship Id="rId334" Type="http://schemas.openxmlformats.org/officeDocument/2006/relationships/customXml" Target="../ink/ink3064.xml"/><Relationship Id="rId541" Type="http://schemas.openxmlformats.org/officeDocument/2006/relationships/customXml" Target="../ink/ink3271.xml"/><Relationship Id="rId639" Type="http://schemas.openxmlformats.org/officeDocument/2006/relationships/customXml" Target="../ink/ink3342.xml"/><Relationship Id="rId1171" Type="http://schemas.openxmlformats.org/officeDocument/2006/relationships/image" Target="NULL"/><Relationship Id="rId1269" Type="http://schemas.openxmlformats.org/officeDocument/2006/relationships/image" Target="NULL"/><Relationship Id="rId180" Type="http://schemas.openxmlformats.org/officeDocument/2006/relationships/customXml" Target="../ink/ink2960.xml"/><Relationship Id="rId278" Type="http://schemas.openxmlformats.org/officeDocument/2006/relationships/customXml" Target="../ink/ink3013.xml"/><Relationship Id="rId401" Type="http://schemas.openxmlformats.org/officeDocument/2006/relationships/customXml" Target="../ink/ink3131.xml"/><Relationship Id="rId1031" Type="http://schemas.openxmlformats.org/officeDocument/2006/relationships/customXml" Target="../ink/ink3551.xml"/><Relationship Id="rId1129" Type="http://schemas.openxmlformats.org/officeDocument/2006/relationships/image" Target="NULL"/><Relationship Id="rId485" Type="http://schemas.openxmlformats.org/officeDocument/2006/relationships/customXml" Target="../ink/ink3215.xml"/><Relationship Id="rId692" Type="http://schemas.openxmlformats.org/officeDocument/2006/relationships/customXml" Target="../ink/ink3387.xml"/><Relationship Id="rId706" Type="http://schemas.openxmlformats.org/officeDocument/2006/relationships/customXml" Target="../ink/ink3401.xml"/><Relationship Id="rId913" Type="http://schemas.openxmlformats.org/officeDocument/2006/relationships/customXml" Target="../ink/ink3492.xml"/><Relationship Id="rId1336" Type="http://schemas.openxmlformats.org/officeDocument/2006/relationships/customXml" Target="../ink/ink3696.xml"/><Relationship Id="rId42" Type="http://schemas.openxmlformats.org/officeDocument/2006/relationships/customXml" Target="../ink/ink2891.xml"/><Relationship Id="rId138" Type="http://schemas.openxmlformats.org/officeDocument/2006/relationships/customXml" Target="../ink/ink2939.xml"/><Relationship Id="rId345" Type="http://schemas.openxmlformats.org/officeDocument/2006/relationships/customXml" Target="../ink/ink3075.xml"/><Relationship Id="rId552" Type="http://schemas.openxmlformats.org/officeDocument/2006/relationships/customXml" Target="../ink/ink3282.xml"/><Relationship Id="rId997" Type="http://schemas.openxmlformats.org/officeDocument/2006/relationships/customXml" Target="../ink/ink3534.xml"/><Relationship Id="rId1182" Type="http://schemas.openxmlformats.org/officeDocument/2006/relationships/customXml" Target="../ink/ink3624.xml"/><Relationship Id="rId191" Type="http://schemas.openxmlformats.org/officeDocument/2006/relationships/image" Target="NULL"/><Relationship Id="rId205" Type="http://schemas.openxmlformats.org/officeDocument/2006/relationships/image" Target="NULL"/><Relationship Id="rId412" Type="http://schemas.openxmlformats.org/officeDocument/2006/relationships/customXml" Target="../ink/ink3142.xml"/><Relationship Id="rId1042" Type="http://schemas.openxmlformats.org/officeDocument/2006/relationships/image" Target="NULL"/><Relationship Id="rId289" Type="http://schemas.openxmlformats.org/officeDocument/2006/relationships/image" Target="NULL"/><Relationship Id="rId496" Type="http://schemas.openxmlformats.org/officeDocument/2006/relationships/customXml" Target="../ink/ink3226.xml"/><Relationship Id="rId717" Type="http://schemas.openxmlformats.org/officeDocument/2006/relationships/customXml" Target="../ink/ink3412.xml"/><Relationship Id="rId924" Type="http://schemas.openxmlformats.org/officeDocument/2006/relationships/image" Target="NULL"/><Relationship Id="rId1347" Type="http://schemas.openxmlformats.org/officeDocument/2006/relationships/image" Target="NULL"/><Relationship Id="rId53" Type="http://schemas.openxmlformats.org/officeDocument/2006/relationships/image" Target="NULL"/><Relationship Id="rId149" Type="http://schemas.openxmlformats.org/officeDocument/2006/relationships/image" Target="NULL"/><Relationship Id="rId356" Type="http://schemas.openxmlformats.org/officeDocument/2006/relationships/customXml" Target="../ink/ink3086.xml"/><Relationship Id="rId563" Type="http://schemas.openxmlformats.org/officeDocument/2006/relationships/customXml" Target="../ink/ink3293.xml"/><Relationship Id="rId770" Type="http://schemas.openxmlformats.org/officeDocument/2006/relationships/customXml" Target="../ink/ink3462.xml"/><Relationship Id="rId1193" Type="http://schemas.openxmlformats.org/officeDocument/2006/relationships/image" Target="NULL"/><Relationship Id="rId1207" Type="http://schemas.openxmlformats.org/officeDocument/2006/relationships/image" Target="NULL"/><Relationship Id="rId216" Type="http://schemas.openxmlformats.org/officeDocument/2006/relationships/image" Target="NULL"/><Relationship Id="rId423" Type="http://schemas.openxmlformats.org/officeDocument/2006/relationships/customXml" Target="../ink/ink3153.xml"/><Relationship Id="rId1053" Type="http://schemas.openxmlformats.org/officeDocument/2006/relationships/customXml" Target="../ink/ink3562.xml"/><Relationship Id="rId1260" Type="http://schemas.openxmlformats.org/officeDocument/2006/relationships/customXml" Target="../ink/ink3661.xml"/><Relationship Id="rId630" Type="http://schemas.openxmlformats.org/officeDocument/2006/relationships/customXml" Target="../ink/ink3337.xml"/><Relationship Id="rId728" Type="http://schemas.openxmlformats.org/officeDocument/2006/relationships/customXml" Target="../ink/ink3423.xml"/><Relationship Id="rId935" Type="http://schemas.openxmlformats.org/officeDocument/2006/relationships/customXml" Target="../ink/ink3503.xml"/><Relationship Id="rId1358" Type="http://schemas.openxmlformats.org/officeDocument/2006/relationships/customXml" Target="../ink/ink3707.xml"/><Relationship Id="rId64" Type="http://schemas.openxmlformats.org/officeDocument/2006/relationships/customXml" Target="../ink/ink2902.xml"/><Relationship Id="rId367" Type="http://schemas.openxmlformats.org/officeDocument/2006/relationships/customXml" Target="../ink/ink3097.xml"/><Relationship Id="rId574" Type="http://schemas.openxmlformats.org/officeDocument/2006/relationships/customXml" Target="../ink/ink3304.xml"/><Relationship Id="rId1120" Type="http://schemas.openxmlformats.org/officeDocument/2006/relationships/customXml" Target="../ink/ink3596.xml"/><Relationship Id="rId1218" Type="http://schemas.openxmlformats.org/officeDocument/2006/relationships/customXml" Target="../ink/ink3642.xml"/><Relationship Id="rId227" Type="http://schemas.openxmlformats.org/officeDocument/2006/relationships/image" Target="NULL"/><Relationship Id="rId781" Type="http://schemas.openxmlformats.org/officeDocument/2006/relationships/customXml" Target="../ink/ink3473.xml"/><Relationship Id="rId434" Type="http://schemas.openxmlformats.org/officeDocument/2006/relationships/customXml" Target="../ink/ink3164.xml"/><Relationship Id="rId641" Type="http://schemas.openxmlformats.org/officeDocument/2006/relationships/customXml" Target="../ink/ink3344.xml"/><Relationship Id="rId739" Type="http://schemas.openxmlformats.org/officeDocument/2006/relationships/customXml" Target="../ink/ink3434.xml"/><Relationship Id="rId1064" Type="http://schemas.openxmlformats.org/officeDocument/2006/relationships/image" Target="NULL"/><Relationship Id="rId1369" Type="http://schemas.openxmlformats.org/officeDocument/2006/relationships/image" Target="NULL"/><Relationship Id="rId280" Type="http://schemas.openxmlformats.org/officeDocument/2006/relationships/customXml" Target="../ink/ink3014.xml"/><Relationship Id="rId501" Type="http://schemas.openxmlformats.org/officeDocument/2006/relationships/customXml" Target="../ink/ink3231.xml"/><Relationship Id="rId946" Type="http://schemas.openxmlformats.org/officeDocument/2006/relationships/image" Target="NULL"/><Relationship Id="rId1229" Type="http://schemas.openxmlformats.org/officeDocument/2006/relationships/image" Target="NULL"/><Relationship Id="rId75" Type="http://schemas.openxmlformats.org/officeDocument/2006/relationships/image" Target="NULL"/><Relationship Id="rId140" Type="http://schemas.openxmlformats.org/officeDocument/2006/relationships/customXml" Target="../ink/ink2940.xml"/><Relationship Id="rId378" Type="http://schemas.openxmlformats.org/officeDocument/2006/relationships/customXml" Target="../ink/ink3108.xml"/><Relationship Id="rId585" Type="http://schemas.openxmlformats.org/officeDocument/2006/relationships/image" Target="NULL"/><Relationship Id="rId6" Type="http://schemas.openxmlformats.org/officeDocument/2006/relationships/customXml" Target="../ink/ink2871.xml"/><Relationship Id="rId238" Type="http://schemas.openxmlformats.org/officeDocument/2006/relationships/customXml" Target="../ink/ink2991.xml"/><Relationship Id="rId445" Type="http://schemas.openxmlformats.org/officeDocument/2006/relationships/customXml" Target="../ink/ink3175.xml"/><Relationship Id="rId652" Type="http://schemas.openxmlformats.org/officeDocument/2006/relationships/customXml" Target="../ink/ink3355.xml"/><Relationship Id="rId1075" Type="http://schemas.openxmlformats.org/officeDocument/2006/relationships/customXml" Target="../ink/ink3573.xml"/><Relationship Id="rId1282" Type="http://schemas.openxmlformats.org/officeDocument/2006/relationships/customXml" Target="../ink/ink3671.xml"/><Relationship Id="rId291" Type="http://schemas.openxmlformats.org/officeDocument/2006/relationships/customXml" Target="../ink/ink3021.xml"/><Relationship Id="rId305" Type="http://schemas.openxmlformats.org/officeDocument/2006/relationships/customXml" Target="../ink/ink3035.xml"/><Relationship Id="rId512" Type="http://schemas.openxmlformats.org/officeDocument/2006/relationships/customXml" Target="../ink/ink3242.xml"/><Relationship Id="rId957" Type="http://schemas.openxmlformats.org/officeDocument/2006/relationships/customXml" Target="../ink/ink3514.xml"/><Relationship Id="rId1142" Type="http://schemas.openxmlformats.org/officeDocument/2006/relationships/customXml" Target="../ink/ink3604.xml"/><Relationship Id="rId86" Type="http://schemas.openxmlformats.org/officeDocument/2006/relationships/customXml" Target="../ink/ink2913.xml"/><Relationship Id="rId151" Type="http://schemas.openxmlformats.org/officeDocument/2006/relationships/image" Target="NULL"/><Relationship Id="rId389" Type="http://schemas.openxmlformats.org/officeDocument/2006/relationships/customXml" Target="../ink/ink3119.xml"/><Relationship Id="rId596" Type="http://schemas.openxmlformats.org/officeDocument/2006/relationships/customXml" Target="../ink/ink3320.xml"/><Relationship Id="rId1002" Type="http://schemas.openxmlformats.org/officeDocument/2006/relationships/image" Target="NULL"/><Relationship Id="rId249" Type="http://schemas.openxmlformats.org/officeDocument/2006/relationships/customXml" Target="../ink/ink2997.xml"/><Relationship Id="rId456" Type="http://schemas.openxmlformats.org/officeDocument/2006/relationships/customXml" Target="../ink/ink3186.xml"/><Relationship Id="rId663" Type="http://schemas.openxmlformats.org/officeDocument/2006/relationships/customXml" Target="../ink/ink3366.xml"/><Relationship Id="rId1086" Type="http://schemas.openxmlformats.org/officeDocument/2006/relationships/customXml" Target="../ink/ink3579.xml"/><Relationship Id="rId1293" Type="http://schemas.openxmlformats.org/officeDocument/2006/relationships/image" Target="NULL"/><Relationship Id="rId13" Type="http://schemas.openxmlformats.org/officeDocument/2006/relationships/customXml" Target="../ink/ink2876.xml"/><Relationship Id="rId109" Type="http://schemas.openxmlformats.org/officeDocument/2006/relationships/image" Target="NULL"/><Relationship Id="rId316" Type="http://schemas.openxmlformats.org/officeDocument/2006/relationships/customXml" Target="../ink/ink3046.xml"/><Relationship Id="rId523" Type="http://schemas.openxmlformats.org/officeDocument/2006/relationships/customXml" Target="../ink/ink3253.xml"/><Relationship Id="rId968" Type="http://schemas.openxmlformats.org/officeDocument/2006/relationships/image" Target="NULL"/><Relationship Id="rId1153" Type="http://schemas.openxmlformats.org/officeDocument/2006/relationships/image" Target="NULL"/><Relationship Id="rId97" Type="http://schemas.openxmlformats.org/officeDocument/2006/relationships/image" Target="NULL"/><Relationship Id="rId730" Type="http://schemas.openxmlformats.org/officeDocument/2006/relationships/customXml" Target="../ink/ink3425.xml"/><Relationship Id="rId1013" Type="http://schemas.openxmlformats.org/officeDocument/2006/relationships/customXml" Target="../ink/ink3542.xml"/><Relationship Id="rId1360" Type="http://schemas.openxmlformats.org/officeDocument/2006/relationships/customXml" Target="../ink/ink3708.xml"/><Relationship Id="rId162" Type="http://schemas.openxmlformats.org/officeDocument/2006/relationships/customXml" Target="../ink/ink2951.xml"/><Relationship Id="rId467" Type="http://schemas.openxmlformats.org/officeDocument/2006/relationships/customXml" Target="../ink/ink3197.xml"/><Relationship Id="rId1097" Type="http://schemas.openxmlformats.org/officeDocument/2006/relationships/image" Target="NULL"/><Relationship Id="rId1220" Type="http://schemas.openxmlformats.org/officeDocument/2006/relationships/customXml" Target="../ink/ink3643.xml"/><Relationship Id="rId1318" Type="http://schemas.openxmlformats.org/officeDocument/2006/relationships/customXml" Target="../ink/ink3687.xml"/><Relationship Id="rId674" Type="http://schemas.openxmlformats.org/officeDocument/2006/relationships/image" Target="NULL"/><Relationship Id="rId979" Type="http://schemas.openxmlformats.org/officeDocument/2006/relationships/customXml" Target="../ink/ink3525.xml"/><Relationship Id="rId24" Type="http://schemas.openxmlformats.org/officeDocument/2006/relationships/customXml" Target="../ink/ink2882.xml"/><Relationship Id="rId327" Type="http://schemas.openxmlformats.org/officeDocument/2006/relationships/customXml" Target="../ink/ink3057.xml"/><Relationship Id="rId534" Type="http://schemas.openxmlformats.org/officeDocument/2006/relationships/customXml" Target="../ink/ink3264.xml"/><Relationship Id="rId741" Type="http://schemas.openxmlformats.org/officeDocument/2006/relationships/customXml" Target="../ink/ink3436.xml"/><Relationship Id="rId1164" Type="http://schemas.openxmlformats.org/officeDocument/2006/relationships/customXml" Target="../ink/ink3615.xml"/><Relationship Id="rId1371" Type="http://schemas.openxmlformats.org/officeDocument/2006/relationships/image" Target="NULL"/><Relationship Id="rId173" Type="http://schemas.openxmlformats.org/officeDocument/2006/relationships/image" Target="NULL"/><Relationship Id="rId380" Type="http://schemas.openxmlformats.org/officeDocument/2006/relationships/customXml" Target="../ink/ink3110.xml"/><Relationship Id="rId601" Type="http://schemas.openxmlformats.org/officeDocument/2006/relationships/image" Target="NULL"/><Relationship Id="rId1024" Type="http://schemas.openxmlformats.org/officeDocument/2006/relationships/image" Target="NULL"/><Relationship Id="rId1231" Type="http://schemas.openxmlformats.org/officeDocument/2006/relationships/image" Target="NULL"/><Relationship Id="rId240" Type="http://schemas.openxmlformats.org/officeDocument/2006/relationships/customXml" Target="../ink/ink2992.xml"/><Relationship Id="rId478" Type="http://schemas.openxmlformats.org/officeDocument/2006/relationships/customXml" Target="../ink/ink3208.xml"/><Relationship Id="rId685" Type="http://schemas.openxmlformats.org/officeDocument/2006/relationships/customXml" Target="../ink/ink3380.xml"/><Relationship Id="rId892" Type="http://schemas.openxmlformats.org/officeDocument/2006/relationships/image" Target="NULL"/><Relationship Id="rId906" Type="http://schemas.openxmlformats.org/officeDocument/2006/relationships/image" Target="NULL"/><Relationship Id="rId1329" Type="http://schemas.openxmlformats.org/officeDocument/2006/relationships/image" Target="NULL"/><Relationship Id="rId35" Type="http://schemas.openxmlformats.org/officeDocument/2006/relationships/image" Target="NULL"/><Relationship Id="rId100" Type="http://schemas.openxmlformats.org/officeDocument/2006/relationships/customXml" Target="../ink/ink2920.xml"/><Relationship Id="rId338" Type="http://schemas.openxmlformats.org/officeDocument/2006/relationships/customXml" Target="../ink/ink3068.xml"/><Relationship Id="rId545" Type="http://schemas.openxmlformats.org/officeDocument/2006/relationships/customXml" Target="../ink/ink3275.xml"/><Relationship Id="rId752" Type="http://schemas.openxmlformats.org/officeDocument/2006/relationships/image" Target="NULL"/><Relationship Id="rId1175" Type="http://schemas.openxmlformats.org/officeDocument/2006/relationships/image" Target="NULL"/><Relationship Id="rId184" Type="http://schemas.openxmlformats.org/officeDocument/2006/relationships/customXml" Target="../ink/ink2962.xml"/><Relationship Id="rId391" Type="http://schemas.openxmlformats.org/officeDocument/2006/relationships/customXml" Target="../ink/ink3121.xml"/><Relationship Id="rId405" Type="http://schemas.openxmlformats.org/officeDocument/2006/relationships/customXml" Target="../ink/ink3135.xml"/><Relationship Id="rId612" Type="http://schemas.openxmlformats.org/officeDocument/2006/relationships/customXml" Target="../ink/ink3328.xml"/><Relationship Id="rId1035" Type="http://schemas.openxmlformats.org/officeDocument/2006/relationships/customXml" Target="../ink/ink3553.xml"/><Relationship Id="rId1242" Type="http://schemas.openxmlformats.org/officeDocument/2006/relationships/customXml" Target="../ink/ink3654.xml"/><Relationship Id="rId251" Type="http://schemas.openxmlformats.org/officeDocument/2006/relationships/image" Target="NULL"/><Relationship Id="rId489" Type="http://schemas.openxmlformats.org/officeDocument/2006/relationships/customXml" Target="../ink/ink3219.xml"/><Relationship Id="rId696" Type="http://schemas.openxmlformats.org/officeDocument/2006/relationships/customXml" Target="../ink/ink3391.xml"/><Relationship Id="rId917" Type="http://schemas.openxmlformats.org/officeDocument/2006/relationships/customXml" Target="../ink/ink3494.xml"/><Relationship Id="rId1102" Type="http://schemas.openxmlformats.org/officeDocument/2006/relationships/customXml" Target="../ink/ink3587.xml"/><Relationship Id="rId46" Type="http://schemas.openxmlformats.org/officeDocument/2006/relationships/customXml" Target="../ink/ink2893.xml"/><Relationship Id="rId349" Type="http://schemas.openxmlformats.org/officeDocument/2006/relationships/customXml" Target="../ink/ink3079.xml"/><Relationship Id="rId556" Type="http://schemas.openxmlformats.org/officeDocument/2006/relationships/customXml" Target="../ink/ink3286.xml"/><Relationship Id="rId763" Type="http://schemas.openxmlformats.org/officeDocument/2006/relationships/customXml" Target="../ink/ink3455.xml"/><Relationship Id="rId1186" Type="http://schemas.openxmlformats.org/officeDocument/2006/relationships/customXml" Target="../ink/ink3626.xml"/><Relationship Id="rId111" Type="http://schemas.openxmlformats.org/officeDocument/2006/relationships/image" Target="NULL"/><Relationship Id="rId195" Type="http://schemas.openxmlformats.org/officeDocument/2006/relationships/customXml" Target="../ink/ink2968.xml"/><Relationship Id="rId209" Type="http://schemas.openxmlformats.org/officeDocument/2006/relationships/image" Target="NULL"/><Relationship Id="rId416" Type="http://schemas.openxmlformats.org/officeDocument/2006/relationships/customXml" Target="../ink/ink3146.xml"/><Relationship Id="rId970" Type="http://schemas.openxmlformats.org/officeDocument/2006/relationships/image" Target="NULL"/><Relationship Id="rId1046" Type="http://schemas.openxmlformats.org/officeDocument/2006/relationships/image" Target="NULL"/><Relationship Id="rId1253" Type="http://schemas.openxmlformats.org/officeDocument/2006/relationships/image" Target="NULL"/><Relationship Id="rId623" Type="http://schemas.openxmlformats.org/officeDocument/2006/relationships/image" Target="NULL"/><Relationship Id="rId928" Type="http://schemas.openxmlformats.org/officeDocument/2006/relationships/image" Target="NULL"/><Relationship Id="rId57" Type="http://schemas.openxmlformats.org/officeDocument/2006/relationships/image" Target="NULL"/><Relationship Id="rId262" Type="http://schemas.openxmlformats.org/officeDocument/2006/relationships/customXml" Target="../ink/ink3004.xml"/><Relationship Id="rId567" Type="http://schemas.openxmlformats.org/officeDocument/2006/relationships/customXml" Target="../ink/ink3297.xml"/><Relationship Id="rId1113" Type="http://schemas.openxmlformats.org/officeDocument/2006/relationships/image" Target="NULL"/><Relationship Id="rId1197" Type="http://schemas.openxmlformats.org/officeDocument/2006/relationships/image" Target="NULL"/><Relationship Id="rId1320" Type="http://schemas.openxmlformats.org/officeDocument/2006/relationships/customXml" Target="../ink/ink3688.xml"/><Relationship Id="rId122" Type="http://schemas.openxmlformats.org/officeDocument/2006/relationships/customXml" Target="../ink/ink2931.xml"/><Relationship Id="rId774" Type="http://schemas.openxmlformats.org/officeDocument/2006/relationships/customXml" Target="../ink/ink3466.xml"/><Relationship Id="rId981" Type="http://schemas.openxmlformats.org/officeDocument/2006/relationships/customXml" Target="../ink/ink3526.xml"/><Relationship Id="rId1057" Type="http://schemas.openxmlformats.org/officeDocument/2006/relationships/customXml" Target="../ink/ink3564.xml"/><Relationship Id="rId427" Type="http://schemas.openxmlformats.org/officeDocument/2006/relationships/customXml" Target="../ink/ink3157.xml"/><Relationship Id="rId634" Type="http://schemas.openxmlformats.org/officeDocument/2006/relationships/customXml" Target="../ink/ink3339.xml"/><Relationship Id="rId1264" Type="http://schemas.openxmlformats.org/officeDocument/2006/relationships/customXml" Target="../ink/ink3663.xml"/><Relationship Id="rId273" Type="http://schemas.openxmlformats.org/officeDocument/2006/relationships/customXml" Target="../ink/ink3010.xml"/><Relationship Id="rId480" Type="http://schemas.openxmlformats.org/officeDocument/2006/relationships/customXml" Target="../ink/ink3210.xml"/><Relationship Id="rId701" Type="http://schemas.openxmlformats.org/officeDocument/2006/relationships/customXml" Target="../ink/ink3396.xml"/><Relationship Id="rId939" Type="http://schemas.openxmlformats.org/officeDocument/2006/relationships/customXml" Target="../ink/ink3505.xml"/><Relationship Id="rId1124" Type="http://schemas.openxmlformats.org/officeDocument/2006/relationships/customXml" Target="../ink/ink3598.xml"/><Relationship Id="rId1331" Type="http://schemas.openxmlformats.org/officeDocument/2006/relationships/image" Target="NULL"/><Relationship Id="rId68" Type="http://schemas.openxmlformats.org/officeDocument/2006/relationships/customXml" Target="../ink/ink2904.xml"/><Relationship Id="rId133" Type="http://schemas.openxmlformats.org/officeDocument/2006/relationships/image" Target="NULL"/><Relationship Id="rId340" Type="http://schemas.openxmlformats.org/officeDocument/2006/relationships/customXml" Target="../ink/ink3070.xml"/><Relationship Id="rId578" Type="http://schemas.openxmlformats.org/officeDocument/2006/relationships/customXml" Target="../ink/ink3308.xml"/><Relationship Id="rId992" Type="http://schemas.openxmlformats.org/officeDocument/2006/relationships/image" Target="NULL"/><Relationship Id="rId200" Type="http://schemas.openxmlformats.org/officeDocument/2006/relationships/customXml" Target="../ink/ink2971.xml"/><Relationship Id="rId438" Type="http://schemas.openxmlformats.org/officeDocument/2006/relationships/customXml" Target="../ink/ink3168.xml"/><Relationship Id="rId645" Type="http://schemas.openxmlformats.org/officeDocument/2006/relationships/customXml" Target="../ink/ink3348.xml"/><Relationship Id="rId1068" Type="http://schemas.openxmlformats.org/officeDocument/2006/relationships/image" Target="NULL"/><Relationship Id="rId1275" Type="http://schemas.openxmlformats.org/officeDocument/2006/relationships/image" Target="NULL"/><Relationship Id="rId284" Type="http://schemas.openxmlformats.org/officeDocument/2006/relationships/image" Target="NULL"/><Relationship Id="rId491" Type="http://schemas.openxmlformats.org/officeDocument/2006/relationships/customXml" Target="../ink/ink3221.xml"/><Relationship Id="rId505" Type="http://schemas.openxmlformats.org/officeDocument/2006/relationships/customXml" Target="../ink/ink3235.xml"/><Relationship Id="rId712" Type="http://schemas.openxmlformats.org/officeDocument/2006/relationships/customXml" Target="../ink/ink3407.xml"/><Relationship Id="rId1342" Type="http://schemas.openxmlformats.org/officeDocument/2006/relationships/customXml" Target="../ink/ink3699.xml"/><Relationship Id="rId79" Type="http://schemas.openxmlformats.org/officeDocument/2006/relationships/image" Target="NULL"/><Relationship Id="rId144" Type="http://schemas.openxmlformats.org/officeDocument/2006/relationships/customXml" Target="../ink/ink2942.xml"/><Relationship Id="rId589" Type="http://schemas.openxmlformats.org/officeDocument/2006/relationships/image" Target="NULL"/><Relationship Id="rId796" Type="http://schemas.openxmlformats.org/officeDocument/2006/relationships/image" Target="NULL"/><Relationship Id="rId1202" Type="http://schemas.openxmlformats.org/officeDocument/2006/relationships/customXml" Target="../ink/ink3634.xml"/><Relationship Id="rId351" Type="http://schemas.openxmlformats.org/officeDocument/2006/relationships/customXml" Target="../ink/ink3081.xml"/><Relationship Id="rId449" Type="http://schemas.openxmlformats.org/officeDocument/2006/relationships/customXml" Target="../ink/ink3179.xml"/><Relationship Id="rId656" Type="http://schemas.openxmlformats.org/officeDocument/2006/relationships/customXml" Target="../ink/ink3359.xml"/><Relationship Id="rId1079" Type="http://schemas.openxmlformats.org/officeDocument/2006/relationships/customXml" Target="../ink/ink3575.xml"/><Relationship Id="rId1286" Type="http://schemas.openxmlformats.org/officeDocument/2006/relationships/customXml" Target="../ink/ink3673.xml"/><Relationship Id="rId211" Type="http://schemas.openxmlformats.org/officeDocument/2006/relationships/image" Target="NULL"/><Relationship Id="rId295" Type="http://schemas.openxmlformats.org/officeDocument/2006/relationships/customXml" Target="../ink/ink3025.xml"/><Relationship Id="rId309" Type="http://schemas.openxmlformats.org/officeDocument/2006/relationships/customXml" Target="../ink/ink3039.xml"/><Relationship Id="rId516" Type="http://schemas.openxmlformats.org/officeDocument/2006/relationships/customXml" Target="../ink/ink3246.xml"/><Relationship Id="rId1146" Type="http://schemas.openxmlformats.org/officeDocument/2006/relationships/customXml" Target="../ink/ink3606.xml"/><Relationship Id="rId723" Type="http://schemas.openxmlformats.org/officeDocument/2006/relationships/customXml" Target="../ink/ink3418.xml"/><Relationship Id="rId930" Type="http://schemas.openxmlformats.org/officeDocument/2006/relationships/image" Target="NULL"/><Relationship Id="rId1006" Type="http://schemas.openxmlformats.org/officeDocument/2006/relationships/image" Target="NULL"/><Relationship Id="rId1353" Type="http://schemas.openxmlformats.org/officeDocument/2006/relationships/image" Target="NULL"/><Relationship Id="rId155" Type="http://schemas.openxmlformats.org/officeDocument/2006/relationships/image" Target="NULL"/><Relationship Id="rId362" Type="http://schemas.openxmlformats.org/officeDocument/2006/relationships/customXml" Target="../ink/ink3092.xml"/><Relationship Id="rId1213" Type="http://schemas.openxmlformats.org/officeDocument/2006/relationships/image" Target="NULL"/><Relationship Id="rId1297" Type="http://schemas.openxmlformats.org/officeDocument/2006/relationships/image" Target="NULL"/><Relationship Id="rId222" Type="http://schemas.openxmlformats.org/officeDocument/2006/relationships/customXml" Target="../ink/ink2983.xml"/><Relationship Id="rId17" Type="http://schemas.openxmlformats.org/officeDocument/2006/relationships/image" Target="NULL"/><Relationship Id="rId527" Type="http://schemas.openxmlformats.org/officeDocument/2006/relationships/customXml" Target="../ink/ink3257.xml"/><Relationship Id="rId734" Type="http://schemas.openxmlformats.org/officeDocument/2006/relationships/customXml" Target="../ink/ink3429.xml"/><Relationship Id="rId941" Type="http://schemas.openxmlformats.org/officeDocument/2006/relationships/customXml" Target="../ink/ink3506.xml"/><Relationship Id="rId1157" Type="http://schemas.openxmlformats.org/officeDocument/2006/relationships/image" Target="NULL"/><Relationship Id="rId1364" Type="http://schemas.openxmlformats.org/officeDocument/2006/relationships/customXml" Target="../ink/ink3710.xml"/><Relationship Id="rId70" Type="http://schemas.openxmlformats.org/officeDocument/2006/relationships/customXml" Target="../ink/ink2905.xml"/><Relationship Id="rId166" Type="http://schemas.openxmlformats.org/officeDocument/2006/relationships/customXml" Target="../ink/ink2953.xml"/><Relationship Id="rId373" Type="http://schemas.openxmlformats.org/officeDocument/2006/relationships/customXml" Target="../ink/ink3103.xml"/><Relationship Id="rId580" Type="http://schemas.openxmlformats.org/officeDocument/2006/relationships/customXml" Target="../ink/ink3310.xml"/><Relationship Id="rId1017" Type="http://schemas.openxmlformats.org/officeDocument/2006/relationships/customXml" Target="../ink/ink3544.xml"/><Relationship Id="rId1224" Type="http://schemas.openxmlformats.org/officeDocument/2006/relationships/customXml" Target="../ink/ink3645.xml"/><Relationship Id="rId1" Type="http://schemas.openxmlformats.org/officeDocument/2006/relationships/slideLayout" Target="../slideLayouts/slideLayout7.xml"/><Relationship Id="rId233" Type="http://schemas.openxmlformats.org/officeDocument/2006/relationships/image" Target="NULL"/><Relationship Id="rId440" Type="http://schemas.openxmlformats.org/officeDocument/2006/relationships/customXml" Target="../ink/ink3170.xml"/><Relationship Id="rId678" Type="http://schemas.openxmlformats.org/officeDocument/2006/relationships/customXml" Target="../ink/ink3373.xml"/><Relationship Id="rId1070" Type="http://schemas.openxmlformats.org/officeDocument/2006/relationships/image" Target="NULL"/><Relationship Id="rId28" Type="http://schemas.openxmlformats.org/officeDocument/2006/relationships/customXml" Target="../ink/ink2884.xml"/><Relationship Id="rId300" Type="http://schemas.openxmlformats.org/officeDocument/2006/relationships/customXml" Target="../ink/ink3030.xml"/><Relationship Id="rId538" Type="http://schemas.openxmlformats.org/officeDocument/2006/relationships/customXml" Target="../ink/ink3268.xml"/><Relationship Id="rId745" Type="http://schemas.openxmlformats.org/officeDocument/2006/relationships/customXml" Target="../ink/ink3440.xml"/><Relationship Id="rId952" Type="http://schemas.openxmlformats.org/officeDocument/2006/relationships/image" Target="NULL"/><Relationship Id="rId1168" Type="http://schemas.openxmlformats.org/officeDocument/2006/relationships/customXml" Target="../ink/ink3617.xml"/><Relationship Id="rId81" Type="http://schemas.openxmlformats.org/officeDocument/2006/relationships/image" Target="NULL"/><Relationship Id="rId177" Type="http://schemas.openxmlformats.org/officeDocument/2006/relationships/image" Target="NULL"/><Relationship Id="rId384" Type="http://schemas.openxmlformats.org/officeDocument/2006/relationships/customXml" Target="../ink/ink3114.xml"/><Relationship Id="rId591" Type="http://schemas.openxmlformats.org/officeDocument/2006/relationships/image" Target="NULL"/><Relationship Id="rId605" Type="http://schemas.openxmlformats.org/officeDocument/2006/relationships/image" Target="NULL"/><Relationship Id="rId1028" Type="http://schemas.openxmlformats.org/officeDocument/2006/relationships/image" Target="NULL"/><Relationship Id="rId1235" Type="http://schemas.openxmlformats.org/officeDocument/2006/relationships/image" Target="NULL"/><Relationship Id="rId244" Type="http://schemas.openxmlformats.org/officeDocument/2006/relationships/customXml" Target="../ink/ink2994.xml"/><Relationship Id="rId689" Type="http://schemas.openxmlformats.org/officeDocument/2006/relationships/customXml" Target="../ink/ink3384.xml"/><Relationship Id="rId896" Type="http://schemas.openxmlformats.org/officeDocument/2006/relationships/image" Target="NULL"/><Relationship Id="rId1081" Type="http://schemas.openxmlformats.org/officeDocument/2006/relationships/customXml" Target="../ink/ink3576.xml"/><Relationship Id="rId1302" Type="http://schemas.openxmlformats.org/officeDocument/2006/relationships/customXml" Target="../ink/ink3681.xml"/><Relationship Id="rId39" Type="http://schemas.openxmlformats.org/officeDocument/2006/relationships/image" Target="NULL"/><Relationship Id="rId451" Type="http://schemas.openxmlformats.org/officeDocument/2006/relationships/customXml" Target="../ink/ink3181.xml"/><Relationship Id="rId549" Type="http://schemas.openxmlformats.org/officeDocument/2006/relationships/customXml" Target="../ink/ink3279.xml"/><Relationship Id="rId756" Type="http://schemas.openxmlformats.org/officeDocument/2006/relationships/customXml" Target="../ink/ink3448.xml"/><Relationship Id="rId1179" Type="http://schemas.openxmlformats.org/officeDocument/2006/relationships/image" Target="NULL"/><Relationship Id="rId104" Type="http://schemas.openxmlformats.org/officeDocument/2006/relationships/customXml" Target="../ink/ink2922.xml"/><Relationship Id="rId188" Type="http://schemas.openxmlformats.org/officeDocument/2006/relationships/customXml" Target="../ink/ink2964.xml"/><Relationship Id="rId311" Type="http://schemas.openxmlformats.org/officeDocument/2006/relationships/customXml" Target="../ink/ink3041.xml"/><Relationship Id="rId395" Type="http://schemas.openxmlformats.org/officeDocument/2006/relationships/customXml" Target="../ink/ink3125.xml"/><Relationship Id="rId409" Type="http://schemas.openxmlformats.org/officeDocument/2006/relationships/customXml" Target="../ink/ink3139.xml"/><Relationship Id="rId963" Type="http://schemas.openxmlformats.org/officeDocument/2006/relationships/customXml" Target="../ink/ink3517.xml"/><Relationship Id="rId1039" Type="http://schemas.openxmlformats.org/officeDocument/2006/relationships/customXml" Target="../ink/ink3555.xml"/><Relationship Id="rId1246" Type="http://schemas.openxmlformats.org/officeDocument/2006/relationships/customXml" Target="../ink/ink3656.xml"/><Relationship Id="rId92" Type="http://schemas.openxmlformats.org/officeDocument/2006/relationships/customXml" Target="../ink/ink2916.xml"/><Relationship Id="rId616" Type="http://schemas.openxmlformats.org/officeDocument/2006/relationships/customXml" Target="../ink/ink3330.xml"/><Relationship Id="rId255" Type="http://schemas.openxmlformats.org/officeDocument/2006/relationships/image" Target="NULL"/><Relationship Id="rId462" Type="http://schemas.openxmlformats.org/officeDocument/2006/relationships/customXml" Target="../ink/ink3192.xml"/><Relationship Id="rId1092" Type="http://schemas.openxmlformats.org/officeDocument/2006/relationships/customXml" Target="../ink/ink3582.xml"/><Relationship Id="rId1106" Type="http://schemas.openxmlformats.org/officeDocument/2006/relationships/customXml" Target="../ink/ink3589.xml"/><Relationship Id="rId1313" Type="http://schemas.openxmlformats.org/officeDocument/2006/relationships/image" Target="NULL"/><Relationship Id="rId115" Type="http://schemas.openxmlformats.org/officeDocument/2006/relationships/image" Target="NULL"/><Relationship Id="rId322" Type="http://schemas.openxmlformats.org/officeDocument/2006/relationships/customXml" Target="../ink/ink3052.xml"/><Relationship Id="rId767" Type="http://schemas.openxmlformats.org/officeDocument/2006/relationships/customXml" Target="../ink/ink3459.xml"/><Relationship Id="rId974" Type="http://schemas.openxmlformats.org/officeDocument/2006/relationships/image" Target="NULL"/><Relationship Id="rId199" Type="http://schemas.openxmlformats.org/officeDocument/2006/relationships/customXml" Target="../ink/ink2970.xml"/><Relationship Id="rId627" Type="http://schemas.openxmlformats.org/officeDocument/2006/relationships/image" Target="NULL"/><Relationship Id="rId266" Type="http://schemas.openxmlformats.org/officeDocument/2006/relationships/image" Target="NULL"/><Relationship Id="rId473" Type="http://schemas.openxmlformats.org/officeDocument/2006/relationships/customXml" Target="../ink/ink3203.xml"/><Relationship Id="rId680" Type="http://schemas.openxmlformats.org/officeDocument/2006/relationships/customXml" Target="../ink/ink3375.xml"/><Relationship Id="rId901" Type="http://schemas.openxmlformats.org/officeDocument/2006/relationships/customXml" Target="../ink/ink3486.xml"/><Relationship Id="rId1117" Type="http://schemas.openxmlformats.org/officeDocument/2006/relationships/image" Target="NULL"/><Relationship Id="rId1324" Type="http://schemas.openxmlformats.org/officeDocument/2006/relationships/customXml" Target="../ink/ink3690.xml"/><Relationship Id="rId30" Type="http://schemas.openxmlformats.org/officeDocument/2006/relationships/customXml" Target="../ink/ink2885.xml"/><Relationship Id="rId126" Type="http://schemas.openxmlformats.org/officeDocument/2006/relationships/customXml" Target="../ink/ink2933.xml"/><Relationship Id="rId333" Type="http://schemas.openxmlformats.org/officeDocument/2006/relationships/customXml" Target="../ink/ink3063.xml"/><Relationship Id="rId540" Type="http://schemas.openxmlformats.org/officeDocument/2006/relationships/customXml" Target="../ink/ink3270.xml"/><Relationship Id="rId778" Type="http://schemas.openxmlformats.org/officeDocument/2006/relationships/customXml" Target="../ink/ink3470.xml"/><Relationship Id="rId985" Type="http://schemas.openxmlformats.org/officeDocument/2006/relationships/customXml" Target="../ink/ink3528.xml"/><Relationship Id="rId1170" Type="http://schemas.openxmlformats.org/officeDocument/2006/relationships/customXml" Target="../ink/ink3618.xml"/><Relationship Id="rId638" Type="http://schemas.openxmlformats.org/officeDocument/2006/relationships/customXml" Target="../ink/ink3341.xml"/><Relationship Id="rId1030" Type="http://schemas.openxmlformats.org/officeDocument/2006/relationships/image" Target="NULL"/><Relationship Id="rId1268" Type="http://schemas.openxmlformats.org/officeDocument/2006/relationships/customXml" Target="../ink/ink3665.xml"/><Relationship Id="rId277" Type="http://schemas.openxmlformats.org/officeDocument/2006/relationships/customXml" Target="../ink/ink3012.xml"/><Relationship Id="rId400" Type="http://schemas.openxmlformats.org/officeDocument/2006/relationships/customXml" Target="../ink/ink3130.xml"/><Relationship Id="rId484" Type="http://schemas.openxmlformats.org/officeDocument/2006/relationships/customXml" Target="../ink/ink3214.xml"/><Relationship Id="rId705" Type="http://schemas.openxmlformats.org/officeDocument/2006/relationships/customXml" Target="../ink/ink3400.xml"/><Relationship Id="rId1128" Type="http://schemas.openxmlformats.org/officeDocument/2006/relationships/customXml" Target="../ink/ink3600.xml"/><Relationship Id="rId1335" Type="http://schemas.openxmlformats.org/officeDocument/2006/relationships/image" Target="NULL"/><Relationship Id="rId137" Type="http://schemas.openxmlformats.org/officeDocument/2006/relationships/image" Target="NULL"/><Relationship Id="rId344" Type="http://schemas.openxmlformats.org/officeDocument/2006/relationships/customXml" Target="../ink/ink3074.xml"/><Relationship Id="rId691" Type="http://schemas.openxmlformats.org/officeDocument/2006/relationships/customXml" Target="../ink/ink3386.xml"/><Relationship Id="rId912" Type="http://schemas.openxmlformats.org/officeDocument/2006/relationships/image" Target="NULL"/><Relationship Id="rId996" Type="http://schemas.openxmlformats.org/officeDocument/2006/relationships/image" Target="NULL"/><Relationship Id="rId41" Type="http://schemas.openxmlformats.org/officeDocument/2006/relationships/image" Target="NULL"/><Relationship Id="rId551" Type="http://schemas.openxmlformats.org/officeDocument/2006/relationships/customXml" Target="../ink/ink3281.xml"/><Relationship Id="rId649" Type="http://schemas.openxmlformats.org/officeDocument/2006/relationships/customXml" Target="../ink/ink3352.xml"/><Relationship Id="rId1181" Type="http://schemas.openxmlformats.org/officeDocument/2006/relationships/image" Target="NULL"/><Relationship Id="rId1279" Type="http://schemas.openxmlformats.org/officeDocument/2006/relationships/image" Target="NULL"/><Relationship Id="rId190" Type="http://schemas.openxmlformats.org/officeDocument/2006/relationships/customXml" Target="../ink/ink2965.xml"/><Relationship Id="rId204" Type="http://schemas.openxmlformats.org/officeDocument/2006/relationships/customXml" Target="../ink/ink2973.xml"/><Relationship Id="rId288" Type="http://schemas.openxmlformats.org/officeDocument/2006/relationships/customXml" Target="../ink/ink3019.xml"/><Relationship Id="rId411" Type="http://schemas.openxmlformats.org/officeDocument/2006/relationships/customXml" Target="../ink/ink3141.xml"/><Relationship Id="rId509" Type="http://schemas.openxmlformats.org/officeDocument/2006/relationships/customXml" Target="../ink/ink3239.xml"/><Relationship Id="rId1041" Type="http://schemas.openxmlformats.org/officeDocument/2006/relationships/customXml" Target="../ink/ink3556.xml"/><Relationship Id="rId1139" Type="http://schemas.openxmlformats.org/officeDocument/2006/relationships/image" Target="NULL"/><Relationship Id="rId1346" Type="http://schemas.openxmlformats.org/officeDocument/2006/relationships/customXml" Target="../ink/ink3701.xml"/><Relationship Id="rId495" Type="http://schemas.openxmlformats.org/officeDocument/2006/relationships/customXml" Target="../ink/ink3225.xml"/><Relationship Id="rId716" Type="http://schemas.openxmlformats.org/officeDocument/2006/relationships/customXml" Target="../ink/ink3411.xml"/><Relationship Id="rId923" Type="http://schemas.openxmlformats.org/officeDocument/2006/relationships/customXml" Target="../ink/ink3497.xml"/><Relationship Id="rId52" Type="http://schemas.openxmlformats.org/officeDocument/2006/relationships/customXml" Target="../ink/ink2896.xml"/><Relationship Id="rId148" Type="http://schemas.openxmlformats.org/officeDocument/2006/relationships/customXml" Target="../ink/ink2944.xml"/><Relationship Id="rId355" Type="http://schemas.openxmlformats.org/officeDocument/2006/relationships/customXml" Target="../ink/ink3085.xml"/><Relationship Id="rId562" Type="http://schemas.openxmlformats.org/officeDocument/2006/relationships/customXml" Target="../ink/ink3292.xml"/><Relationship Id="rId1192" Type="http://schemas.openxmlformats.org/officeDocument/2006/relationships/customXml" Target="../ink/ink3629.xml"/><Relationship Id="rId1206" Type="http://schemas.openxmlformats.org/officeDocument/2006/relationships/customXml" Target="../ink/ink3636.xml"/><Relationship Id="rId215" Type="http://schemas.openxmlformats.org/officeDocument/2006/relationships/customXml" Target="../ink/ink2979.xml"/><Relationship Id="rId422" Type="http://schemas.openxmlformats.org/officeDocument/2006/relationships/customXml" Target="../ink/ink3152.xml"/><Relationship Id="rId1052" Type="http://schemas.openxmlformats.org/officeDocument/2006/relationships/image" Target="NULL"/><Relationship Id="rId299" Type="http://schemas.openxmlformats.org/officeDocument/2006/relationships/customXml" Target="../ink/ink3029.xml"/><Relationship Id="rId727" Type="http://schemas.openxmlformats.org/officeDocument/2006/relationships/customXml" Target="../ink/ink3422.xml"/><Relationship Id="rId934" Type="http://schemas.openxmlformats.org/officeDocument/2006/relationships/image" Target="NULL"/><Relationship Id="rId1357" Type="http://schemas.openxmlformats.org/officeDocument/2006/relationships/image" Target="NULL"/><Relationship Id="rId63" Type="http://schemas.openxmlformats.org/officeDocument/2006/relationships/image" Target="NULL"/><Relationship Id="rId159" Type="http://schemas.openxmlformats.org/officeDocument/2006/relationships/image" Target="NULL"/><Relationship Id="rId366" Type="http://schemas.openxmlformats.org/officeDocument/2006/relationships/customXml" Target="../ink/ink3096.xml"/><Relationship Id="rId573" Type="http://schemas.openxmlformats.org/officeDocument/2006/relationships/customXml" Target="../ink/ink3303.xml"/><Relationship Id="rId780" Type="http://schemas.openxmlformats.org/officeDocument/2006/relationships/customXml" Target="../ink/ink3472.xml"/><Relationship Id="rId1217" Type="http://schemas.openxmlformats.org/officeDocument/2006/relationships/image" Target="NULL"/><Relationship Id="rId226" Type="http://schemas.openxmlformats.org/officeDocument/2006/relationships/customXml" Target="../ink/ink2985.xml"/><Relationship Id="rId433" Type="http://schemas.openxmlformats.org/officeDocument/2006/relationships/customXml" Target="../ink/ink3163.xml"/><Relationship Id="rId1063" Type="http://schemas.openxmlformats.org/officeDocument/2006/relationships/customXml" Target="../ink/ink3567.xml"/><Relationship Id="rId1270" Type="http://schemas.openxmlformats.org/officeDocument/2006/relationships/customXml" Target="../ink/ink3666.xml"/><Relationship Id="rId640" Type="http://schemas.openxmlformats.org/officeDocument/2006/relationships/customXml" Target="../ink/ink3343.xml"/><Relationship Id="rId738" Type="http://schemas.openxmlformats.org/officeDocument/2006/relationships/customXml" Target="../ink/ink3433.xml"/><Relationship Id="rId945" Type="http://schemas.openxmlformats.org/officeDocument/2006/relationships/customXml" Target="../ink/ink3508.xml"/><Relationship Id="rId1368" Type="http://schemas.openxmlformats.org/officeDocument/2006/relationships/customXml" Target="../ink/ink3712.xml"/><Relationship Id="rId74" Type="http://schemas.openxmlformats.org/officeDocument/2006/relationships/customXml" Target="../ink/ink2907.xml"/><Relationship Id="rId377" Type="http://schemas.openxmlformats.org/officeDocument/2006/relationships/customXml" Target="../ink/ink3107.xml"/><Relationship Id="rId500" Type="http://schemas.openxmlformats.org/officeDocument/2006/relationships/customXml" Target="../ink/ink3230.xml"/><Relationship Id="rId584" Type="http://schemas.openxmlformats.org/officeDocument/2006/relationships/customXml" Target="../ink/ink3314.xml"/><Relationship Id="rId1130" Type="http://schemas.openxmlformats.org/officeDocument/2006/relationships/customXml" Target="../ink/ink3601.xml"/><Relationship Id="rId1228" Type="http://schemas.openxmlformats.org/officeDocument/2006/relationships/customXml" Target="../ink/ink3647.xml"/><Relationship Id="rId5" Type="http://schemas.openxmlformats.org/officeDocument/2006/relationships/image" Target="NULL"/><Relationship Id="rId237" Type="http://schemas.openxmlformats.org/officeDocument/2006/relationships/image" Target="NULL"/><Relationship Id="rId889" Type="http://schemas.openxmlformats.org/officeDocument/2006/relationships/customXml" Target="../ink/ink3480.xml"/><Relationship Id="rId1074" Type="http://schemas.openxmlformats.org/officeDocument/2006/relationships/image" Target="NULL"/><Relationship Id="rId444" Type="http://schemas.openxmlformats.org/officeDocument/2006/relationships/customXml" Target="../ink/ink3174.xml"/><Relationship Id="rId651" Type="http://schemas.openxmlformats.org/officeDocument/2006/relationships/customXml" Target="../ink/ink3354.xml"/><Relationship Id="rId749" Type="http://schemas.openxmlformats.org/officeDocument/2006/relationships/customXml" Target="../ink/ink3443.xml"/><Relationship Id="rId1281" Type="http://schemas.openxmlformats.org/officeDocument/2006/relationships/image" Target="NULL"/><Relationship Id="rId290" Type="http://schemas.openxmlformats.org/officeDocument/2006/relationships/customXml" Target="../ink/ink3020.xml"/><Relationship Id="rId304" Type="http://schemas.openxmlformats.org/officeDocument/2006/relationships/customXml" Target="../ink/ink3034.xml"/><Relationship Id="rId388" Type="http://schemas.openxmlformats.org/officeDocument/2006/relationships/customXml" Target="../ink/ink3118.xml"/><Relationship Id="rId511" Type="http://schemas.openxmlformats.org/officeDocument/2006/relationships/customXml" Target="../ink/ink3241.xml"/><Relationship Id="rId609" Type="http://schemas.openxmlformats.org/officeDocument/2006/relationships/image" Target="NULL"/><Relationship Id="rId956" Type="http://schemas.openxmlformats.org/officeDocument/2006/relationships/image" Target="NULL"/><Relationship Id="rId1141" Type="http://schemas.openxmlformats.org/officeDocument/2006/relationships/image" Target="NULL"/><Relationship Id="rId1239" Type="http://schemas.openxmlformats.org/officeDocument/2006/relationships/image" Target="NULL"/><Relationship Id="rId85" Type="http://schemas.openxmlformats.org/officeDocument/2006/relationships/image" Target="NULL"/><Relationship Id="rId150" Type="http://schemas.openxmlformats.org/officeDocument/2006/relationships/customXml" Target="../ink/ink2945.xml"/><Relationship Id="rId595" Type="http://schemas.openxmlformats.org/officeDocument/2006/relationships/image" Target="NULL"/><Relationship Id="rId1001" Type="http://schemas.openxmlformats.org/officeDocument/2006/relationships/customXml" Target="../ink/ink3536.xml"/><Relationship Id="rId248" Type="http://schemas.openxmlformats.org/officeDocument/2006/relationships/image" Target="NULL"/><Relationship Id="rId455" Type="http://schemas.openxmlformats.org/officeDocument/2006/relationships/customXml" Target="../ink/ink3185.xml"/><Relationship Id="rId662" Type="http://schemas.openxmlformats.org/officeDocument/2006/relationships/customXml" Target="../ink/ink3365.xml"/><Relationship Id="rId1085" Type="http://schemas.openxmlformats.org/officeDocument/2006/relationships/customXml" Target="../ink/ink3578.xml"/><Relationship Id="rId1292" Type="http://schemas.openxmlformats.org/officeDocument/2006/relationships/customXml" Target="../ink/ink3676.xml"/><Relationship Id="rId1306" Type="http://schemas.openxmlformats.org/officeDocument/2006/relationships/customXml" Target="../ink/ink3683.xml"/><Relationship Id="rId12" Type="http://schemas.openxmlformats.org/officeDocument/2006/relationships/customXml" Target="../ink/ink2875.xml"/><Relationship Id="rId108" Type="http://schemas.openxmlformats.org/officeDocument/2006/relationships/customXml" Target="../ink/ink2924.xml"/><Relationship Id="rId315" Type="http://schemas.openxmlformats.org/officeDocument/2006/relationships/customXml" Target="../ink/ink3045.xml"/><Relationship Id="rId522" Type="http://schemas.openxmlformats.org/officeDocument/2006/relationships/customXml" Target="../ink/ink3252.xml"/><Relationship Id="rId967" Type="http://schemas.openxmlformats.org/officeDocument/2006/relationships/customXml" Target="../ink/ink3519.xml"/><Relationship Id="rId1152" Type="http://schemas.openxmlformats.org/officeDocument/2006/relationships/customXml" Target="../ink/ink3609.xml"/><Relationship Id="rId96" Type="http://schemas.openxmlformats.org/officeDocument/2006/relationships/customXml" Target="../ink/ink2918.xml"/><Relationship Id="rId161" Type="http://schemas.openxmlformats.org/officeDocument/2006/relationships/image" Target="NULL"/><Relationship Id="rId399" Type="http://schemas.openxmlformats.org/officeDocument/2006/relationships/customXml" Target="../ink/ink3129.xml"/><Relationship Id="rId1012" Type="http://schemas.openxmlformats.org/officeDocument/2006/relationships/image" Target="NULL"/><Relationship Id="rId259" Type="http://schemas.openxmlformats.org/officeDocument/2006/relationships/image" Target="NULL"/><Relationship Id="rId466" Type="http://schemas.openxmlformats.org/officeDocument/2006/relationships/customXml" Target="../ink/ink3196.xml"/><Relationship Id="rId673" Type="http://schemas.openxmlformats.org/officeDocument/2006/relationships/customXml" Target="../ink/ink3369.xml"/><Relationship Id="rId1096" Type="http://schemas.openxmlformats.org/officeDocument/2006/relationships/customXml" Target="../ink/ink3584.xml"/><Relationship Id="rId1317" Type="http://schemas.openxmlformats.org/officeDocument/2006/relationships/image" Target="NULL"/><Relationship Id="rId23" Type="http://schemas.openxmlformats.org/officeDocument/2006/relationships/image" Target="NULL"/><Relationship Id="rId119" Type="http://schemas.openxmlformats.org/officeDocument/2006/relationships/image" Target="NULL"/><Relationship Id="rId326" Type="http://schemas.openxmlformats.org/officeDocument/2006/relationships/customXml" Target="../ink/ink3056.xml"/><Relationship Id="rId533" Type="http://schemas.openxmlformats.org/officeDocument/2006/relationships/customXml" Target="../ink/ink3263.xml"/><Relationship Id="rId978" Type="http://schemas.openxmlformats.org/officeDocument/2006/relationships/image" Target="NULL"/><Relationship Id="rId1163" Type="http://schemas.openxmlformats.org/officeDocument/2006/relationships/image" Target="NULL"/><Relationship Id="rId1370" Type="http://schemas.openxmlformats.org/officeDocument/2006/relationships/customXml" Target="../ink/ink3713.xml"/><Relationship Id="rId740" Type="http://schemas.openxmlformats.org/officeDocument/2006/relationships/customXml" Target="../ink/ink3435.xml"/><Relationship Id="rId1023" Type="http://schemas.openxmlformats.org/officeDocument/2006/relationships/customXml" Target="../ink/ink3547.xml"/><Relationship Id="rId172" Type="http://schemas.openxmlformats.org/officeDocument/2006/relationships/customXml" Target="../ink/ink2956.xml"/><Relationship Id="rId477" Type="http://schemas.openxmlformats.org/officeDocument/2006/relationships/customXml" Target="../ink/ink3207.xml"/><Relationship Id="rId600" Type="http://schemas.openxmlformats.org/officeDocument/2006/relationships/customXml" Target="../ink/ink3322.xml"/><Relationship Id="rId684" Type="http://schemas.openxmlformats.org/officeDocument/2006/relationships/customXml" Target="../ink/ink3379.xml"/><Relationship Id="rId1230" Type="http://schemas.openxmlformats.org/officeDocument/2006/relationships/customXml" Target="../ink/ink3648.xml"/><Relationship Id="rId1328" Type="http://schemas.openxmlformats.org/officeDocument/2006/relationships/customXml" Target="../ink/ink3692.xml"/><Relationship Id="rId337" Type="http://schemas.openxmlformats.org/officeDocument/2006/relationships/customXml" Target="../ink/ink3067.xml"/><Relationship Id="rId891" Type="http://schemas.openxmlformats.org/officeDocument/2006/relationships/customXml" Target="../ink/ink3481.xml"/><Relationship Id="rId905" Type="http://schemas.openxmlformats.org/officeDocument/2006/relationships/customXml" Target="../ink/ink3488.xml"/><Relationship Id="rId989" Type="http://schemas.openxmlformats.org/officeDocument/2006/relationships/customXml" Target="../ink/ink3530.xml"/><Relationship Id="rId34" Type="http://schemas.openxmlformats.org/officeDocument/2006/relationships/customXml" Target="../ink/ink2887.xml"/><Relationship Id="rId544" Type="http://schemas.openxmlformats.org/officeDocument/2006/relationships/customXml" Target="../ink/ink3274.xml"/><Relationship Id="rId751" Type="http://schemas.openxmlformats.org/officeDocument/2006/relationships/customXml" Target="../ink/ink3444.xml"/><Relationship Id="rId1174" Type="http://schemas.openxmlformats.org/officeDocument/2006/relationships/customXml" Target="../ink/ink3620.xml"/><Relationship Id="rId183" Type="http://schemas.openxmlformats.org/officeDocument/2006/relationships/image" Target="NULL"/><Relationship Id="rId390" Type="http://schemas.openxmlformats.org/officeDocument/2006/relationships/customXml" Target="../ink/ink3120.xml"/><Relationship Id="rId404" Type="http://schemas.openxmlformats.org/officeDocument/2006/relationships/customXml" Target="../ink/ink3134.xml"/><Relationship Id="rId611" Type="http://schemas.openxmlformats.org/officeDocument/2006/relationships/image" Target="NULL"/><Relationship Id="rId1034" Type="http://schemas.openxmlformats.org/officeDocument/2006/relationships/image" Target="NULL"/><Relationship Id="rId1241" Type="http://schemas.openxmlformats.org/officeDocument/2006/relationships/image" Target="NULL"/><Relationship Id="rId1339" Type="http://schemas.openxmlformats.org/officeDocument/2006/relationships/image" Target="NULL"/><Relationship Id="rId250" Type="http://schemas.openxmlformats.org/officeDocument/2006/relationships/customXml" Target="../ink/ink2998.xml"/><Relationship Id="rId488" Type="http://schemas.openxmlformats.org/officeDocument/2006/relationships/customXml" Target="../ink/ink3218.xml"/><Relationship Id="rId695" Type="http://schemas.openxmlformats.org/officeDocument/2006/relationships/customXml" Target="../ink/ink3390.xml"/><Relationship Id="rId709" Type="http://schemas.openxmlformats.org/officeDocument/2006/relationships/customXml" Target="../ink/ink3404.xml"/><Relationship Id="rId916" Type="http://schemas.openxmlformats.org/officeDocument/2006/relationships/image" Target="NULL"/><Relationship Id="rId1101" Type="http://schemas.openxmlformats.org/officeDocument/2006/relationships/image" Target="NULL"/><Relationship Id="rId45" Type="http://schemas.openxmlformats.org/officeDocument/2006/relationships/image" Target="NULL"/><Relationship Id="rId110" Type="http://schemas.openxmlformats.org/officeDocument/2006/relationships/customXml" Target="../ink/ink2925.xml"/><Relationship Id="rId348" Type="http://schemas.openxmlformats.org/officeDocument/2006/relationships/customXml" Target="../ink/ink3078.xml"/><Relationship Id="rId555" Type="http://schemas.openxmlformats.org/officeDocument/2006/relationships/customXml" Target="../ink/ink3285.xml"/><Relationship Id="rId762" Type="http://schemas.openxmlformats.org/officeDocument/2006/relationships/customXml" Target="../ink/ink3454.xml"/><Relationship Id="rId1185" Type="http://schemas.openxmlformats.org/officeDocument/2006/relationships/image" Target="NULL"/><Relationship Id="rId194" Type="http://schemas.openxmlformats.org/officeDocument/2006/relationships/image" Target="NULL"/><Relationship Id="rId208" Type="http://schemas.openxmlformats.org/officeDocument/2006/relationships/customXml" Target="../ink/ink2975.xml"/><Relationship Id="rId415" Type="http://schemas.openxmlformats.org/officeDocument/2006/relationships/customXml" Target="../ink/ink3145.xml"/><Relationship Id="rId622" Type="http://schemas.openxmlformats.org/officeDocument/2006/relationships/customXml" Target="../ink/ink3333.xml"/><Relationship Id="rId1045" Type="http://schemas.openxmlformats.org/officeDocument/2006/relationships/customXml" Target="../ink/ink3558.xml"/><Relationship Id="rId1252" Type="http://schemas.openxmlformats.org/officeDocument/2006/relationships/customXml" Target="../ink/ink3659.xml"/><Relationship Id="rId261" Type="http://schemas.openxmlformats.org/officeDocument/2006/relationships/image" Target="NULL"/><Relationship Id="rId499" Type="http://schemas.openxmlformats.org/officeDocument/2006/relationships/customXml" Target="../ink/ink3229.xml"/><Relationship Id="rId927" Type="http://schemas.openxmlformats.org/officeDocument/2006/relationships/customXml" Target="../ink/ink3499.xml"/><Relationship Id="rId1112" Type="http://schemas.openxmlformats.org/officeDocument/2006/relationships/customXml" Target="../ink/ink3592.xml"/><Relationship Id="rId56" Type="http://schemas.openxmlformats.org/officeDocument/2006/relationships/customXml" Target="../ink/ink2898.xml"/><Relationship Id="rId359" Type="http://schemas.openxmlformats.org/officeDocument/2006/relationships/customXml" Target="../ink/ink3089.xml"/><Relationship Id="rId566" Type="http://schemas.openxmlformats.org/officeDocument/2006/relationships/customXml" Target="../ink/ink3296.xml"/><Relationship Id="rId773" Type="http://schemas.openxmlformats.org/officeDocument/2006/relationships/customXml" Target="../ink/ink3465.xml"/><Relationship Id="rId1196" Type="http://schemas.openxmlformats.org/officeDocument/2006/relationships/customXml" Target="../ink/ink3631.xml"/><Relationship Id="rId121" Type="http://schemas.openxmlformats.org/officeDocument/2006/relationships/image" Target="NULL"/><Relationship Id="rId219" Type="http://schemas.openxmlformats.org/officeDocument/2006/relationships/image" Target="NULL"/><Relationship Id="rId426" Type="http://schemas.openxmlformats.org/officeDocument/2006/relationships/customXml" Target="../ink/ink3156.xml"/><Relationship Id="rId633" Type="http://schemas.openxmlformats.org/officeDocument/2006/relationships/image" Target="NULL"/><Relationship Id="rId980" Type="http://schemas.openxmlformats.org/officeDocument/2006/relationships/image" Target="NULL"/><Relationship Id="rId1056" Type="http://schemas.openxmlformats.org/officeDocument/2006/relationships/image" Target="NULL"/><Relationship Id="rId1263" Type="http://schemas.openxmlformats.org/officeDocument/2006/relationships/image" Target="NULL"/><Relationship Id="rId938" Type="http://schemas.openxmlformats.org/officeDocument/2006/relationships/image" Target="NULL"/><Relationship Id="rId67" Type="http://schemas.openxmlformats.org/officeDocument/2006/relationships/image" Target="NULL"/><Relationship Id="rId272" Type="http://schemas.openxmlformats.org/officeDocument/2006/relationships/image" Target="NULL"/><Relationship Id="rId577" Type="http://schemas.openxmlformats.org/officeDocument/2006/relationships/customXml" Target="../ink/ink3307.xml"/><Relationship Id="rId700" Type="http://schemas.openxmlformats.org/officeDocument/2006/relationships/customXml" Target="../ink/ink3395.xml"/><Relationship Id="rId1123" Type="http://schemas.openxmlformats.org/officeDocument/2006/relationships/image" Target="NULL"/><Relationship Id="rId1330" Type="http://schemas.openxmlformats.org/officeDocument/2006/relationships/customXml" Target="../ink/ink3693.xml"/><Relationship Id="rId132" Type="http://schemas.openxmlformats.org/officeDocument/2006/relationships/customXml" Target="../ink/ink2936.xml"/><Relationship Id="rId784" Type="http://schemas.openxmlformats.org/officeDocument/2006/relationships/customXml" Target="../ink/ink3476.xml"/><Relationship Id="rId991" Type="http://schemas.openxmlformats.org/officeDocument/2006/relationships/customXml" Target="../ink/ink3531.xml"/><Relationship Id="rId1067" Type="http://schemas.openxmlformats.org/officeDocument/2006/relationships/customXml" Target="../ink/ink3569.xml"/><Relationship Id="rId437" Type="http://schemas.openxmlformats.org/officeDocument/2006/relationships/customXml" Target="../ink/ink3167.xml"/><Relationship Id="rId644" Type="http://schemas.openxmlformats.org/officeDocument/2006/relationships/customXml" Target="../ink/ink3347.xml"/><Relationship Id="rId1274" Type="http://schemas.openxmlformats.org/officeDocument/2006/relationships/customXml" Target="../ink/ink3667.xml"/><Relationship Id="rId283" Type="http://schemas.openxmlformats.org/officeDocument/2006/relationships/customXml" Target="../ink/ink3016.xml"/><Relationship Id="rId490" Type="http://schemas.openxmlformats.org/officeDocument/2006/relationships/customXml" Target="../ink/ink3220.xml"/><Relationship Id="rId504" Type="http://schemas.openxmlformats.org/officeDocument/2006/relationships/customXml" Target="../ink/ink3234.xml"/><Relationship Id="rId711" Type="http://schemas.openxmlformats.org/officeDocument/2006/relationships/customXml" Target="../ink/ink3406.xml"/><Relationship Id="rId949" Type="http://schemas.openxmlformats.org/officeDocument/2006/relationships/customXml" Target="../ink/ink3510.xml"/><Relationship Id="rId1341" Type="http://schemas.openxmlformats.org/officeDocument/2006/relationships/image" Target="NULL"/><Relationship Id="rId78" Type="http://schemas.openxmlformats.org/officeDocument/2006/relationships/customXml" Target="../ink/ink2909.xml"/><Relationship Id="rId143" Type="http://schemas.openxmlformats.org/officeDocument/2006/relationships/image" Target="NULL"/><Relationship Id="rId350" Type="http://schemas.openxmlformats.org/officeDocument/2006/relationships/customXml" Target="../ink/ink3080.xml"/><Relationship Id="rId588" Type="http://schemas.openxmlformats.org/officeDocument/2006/relationships/customXml" Target="../ink/ink3316.xml"/><Relationship Id="rId795" Type="http://schemas.openxmlformats.org/officeDocument/2006/relationships/customXml" Target="../ink/ink3477.xml"/><Relationship Id="rId1201" Type="http://schemas.openxmlformats.org/officeDocument/2006/relationships/image" Target="NULL"/><Relationship Id="rId9" Type="http://schemas.openxmlformats.org/officeDocument/2006/relationships/image" Target="NULL"/><Relationship Id="rId210" Type="http://schemas.openxmlformats.org/officeDocument/2006/relationships/customXml" Target="../ink/ink2976.xml"/><Relationship Id="rId448" Type="http://schemas.openxmlformats.org/officeDocument/2006/relationships/customXml" Target="../ink/ink3178.xml"/><Relationship Id="rId655" Type="http://schemas.openxmlformats.org/officeDocument/2006/relationships/customXml" Target="../ink/ink3358.xml"/><Relationship Id="rId1078" Type="http://schemas.openxmlformats.org/officeDocument/2006/relationships/image" Target="NULL"/><Relationship Id="rId1285" Type="http://schemas.openxmlformats.org/officeDocument/2006/relationships/image" Target="NULL"/><Relationship Id="rId294" Type="http://schemas.openxmlformats.org/officeDocument/2006/relationships/customXml" Target="../ink/ink3024.xml"/><Relationship Id="rId308" Type="http://schemas.openxmlformats.org/officeDocument/2006/relationships/customXml" Target="../ink/ink3038.xml"/><Relationship Id="rId515" Type="http://schemas.openxmlformats.org/officeDocument/2006/relationships/customXml" Target="../ink/ink3245.xml"/><Relationship Id="rId722" Type="http://schemas.openxmlformats.org/officeDocument/2006/relationships/customXml" Target="../ink/ink3417.xml"/><Relationship Id="rId1145" Type="http://schemas.openxmlformats.org/officeDocument/2006/relationships/image" Target="NULL"/><Relationship Id="rId1352" Type="http://schemas.openxmlformats.org/officeDocument/2006/relationships/customXml" Target="../ink/ink3704.xml"/><Relationship Id="rId89" Type="http://schemas.openxmlformats.org/officeDocument/2006/relationships/image" Target="NULL"/><Relationship Id="rId154" Type="http://schemas.openxmlformats.org/officeDocument/2006/relationships/customXml" Target="../ink/ink2947.xml"/><Relationship Id="rId361" Type="http://schemas.openxmlformats.org/officeDocument/2006/relationships/customXml" Target="../ink/ink3091.xml"/><Relationship Id="rId599" Type="http://schemas.openxmlformats.org/officeDocument/2006/relationships/image" Target="NULL"/><Relationship Id="rId1005" Type="http://schemas.openxmlformats.org/officeDocument/2006/relationships/customXml" Target="../ink/ink3538.xml"/><Relationship Id="rId1212" Type="http://schemas.openxmlformats.org/officeDocument/2006/relationships/customXml" Target="../ink/ink3639.xml"/><Relationship Id="rId459" Type="http://schemas.openxmlformats.org/officeDocument/2006/relationships/customXml" Target="../ink/ink3189.xml"/><Relationship Id="rId1089" Type="http://schemas.openxmlformats.org/officeDocument/2006/relationships/image" Target="NULL"/><Relationship Id="rId1296" Type="http://schemas.openxmlformats.org/officeDocument/2006/relationships/customXml" Target="../ink/ink3678.xml"/><Relationship Id="rId16" Type="http://schemas.openxmlformats.org/officeDocument/2006/relationships/customXml" Target="../ink/ink2878.xml"/><Relationship Id="rId221" Type="http://schemas.openxmlformats.org/officeDocument/2006/relationships/image" Target="NULL"/><Relationship Id="rId319" Type="http://schemas.openxmlformats.org/officeDocument/2006/relationships/customXml" Target="../ink/ink3049.xml"/><Relationship Id="rId526" Type="http://schemas.openxmlformats.org/officeDocument/2006/relationships/customXml" Target="../ink/ink3256.xml"/><Relationship Id="rId1156" Type="http://schemas.openxmlformats.org/officeDocument/2006/relationships/customXml" Target="../ink/ink3611.xml"/><Relationship Id="rId1363" Type="http://schemas.openxmlformats.org/officeDocument/2006/relationships/image" Target="NULL"/><Relationship Id="rId733" Type="http://schemas.openxmlformats.org/officeDocument/2006/relationships/customXml" Target="../ink/ink3428.xml"/><Relationship Id="rId940" Type="http://schemas.openxmlformats.org/officeDocument/2006/relationships/image" Target="NULL"/><Relationship Id="rId1016" Type="http://schemas.openxmlformats.org/officeDocument/2006/relationships/image" Target="NULL"/><Relationship Id="rId165" Type="http://schemas.openxmlformats.org/officeDocument/2006/relationships/image" Target="NULL"/><Relationship Id="rId372" Type="http://schemas.openxmlformats.org/officeDocument/2006/relationships/customXml" Target="../ink/ink3102.xml"/><Relationship Id="rId677" Type="http://schemas.openxmlformats.org/officeDocument/2006/relationships/customXml" Target="../ink/ink3372.xml"/><Relationship Id="rId1223" Type="http://schemas.openxmlformats.org/officeDocument/2006/relationships/image" Target="NULL"/><Relationship Id="rId232" Type="http://schemas.openxmlformats.org/officeDocument/2006/relationships/customXml" Target="../ink/ink2988.xml"/><Relationship Id="rId27" Type="http://schemas.openxmlformats.org/officeDocument/2006/relationships/image" Target="NULL"/><Relationship Id="rId537" Type="http://schemas.openxmlformats.org/officeDocument/2006/relationships/customXml" Target="../ink/ink3267.xml"/><Relationship Id="rId744" Type="http://schemas.openxmlformats.org/officeDocument/2006/relationships/customXml" Target="../ink/ink3439.xml"/><Relationship Id="rId951" Type="http://schemas.openxmlformats.org/officeDocument/2006/relationships/customXml" Target="../ink/ink3511.xml"/><Relationship Id="rId1167" Type="http://schemas.openxmlformats.org/officeDocument/2006/relationships/image" Target="NULL"/><Relationship Id="rId80" Type="http://schemas.openxmlformats.org/officeDocument/2006/relationships/customXml" Target="../ink/ink2910.xml"/><Relationship Id="rId176" Type="http://schemas.openxmlformats.org/officeDocument/2006/relationships/customXml" Target="../ink/ink2958.xml"/><Relationship Id="rId383" Type="http://schemas.openxmlformats.org/officeDocument/2006/relationships/customXml" Target="../ink/ink3113.xml"/><Relationship Id="rId590" Type="http://schemas.openxmlformats.org/officeDocument/2006/relationships/customXml" Target="../ink/ink3317.xml"/><Relationship Id="rId604" Type="http://schemas.openxmlformats.org/officeDocument/2006/relationships/customXml" Target="../ink/ink3324.xml"/><Relationship Id="rId1027" Type="http://schemas.openxmlformats.org/officeDocument/2006/relationships/customXml" Target="../ink/ink3549.xml"/><Relationship Id="rId1234" Type="http://schemas.openxmlformats.org/officeDocument/2006/relationships/customXml" Target="../ink/ink3650.xml"/><Relationship Id="rId243" Type="http://schemas.openxmlformats.org/officeDocument/2006/relationships/image" Target="NULL"/><Relationship Id="rId450" Type="http://schemas.openxmlformats.org/officeDocument/2006/relationships/customXml" Target="../ink/ink3180.xml"/><Relationship Id="rId688" Type="http://schemas.openxmlformats.org/officeDocument/2006/relationships/customXml" Target="../ink/ink3383.xml"/><Relationship Id="rId895" Type="http://schemas.openxmlformats.org/officeDocument/2006/relationships/customXml" Target="../ink/ink3483.xml"/><Relationship Id="rId909" Type="http://schemas.openxmlformats.org/officeDocument/2006/relationships/customXml" Target="../ink/ink3490.xml"/><Relationship Id="rId1080" Type="http://schemas.openxmlformats.org/officeDocument/2006/relationships/image" Target="NULL"/><Relationship Id="rId1301" Type="http://schemas.openxmlformats.org/officeDocument/2006/relationships/image" Target="NULL"/><Relationship Id="rId38" Type="http://schemas.openxmlformats.org/officeDocument/2006/relationships/customXml" Target="../ink/ink2889.xml"/><Relationship Id="rId103" Type="http://schemas.openxmlformats.org/officeDocument/2006/relationships/image" Target="NULL"/><Relationship Id="rId310" Type="http://schemas.openxmlformats.org/officeDocument/2006/relationships/customXml" Target="../ink/ink3040.xml"/><Relationship Id="rId548" Type="http://schemas.openxmlformats.org/officeDocument/2006/relationships/customXml" Target="../ink/ink3278.xml"/><Relationship Id="rId755" Type="http://schemas.openxmlformats.org/officeDocument/2006/relationships/customXml" Target="../ink/ink3447.xml"/><Relationship Id="rId962" Type="http://schemas.openxmlformats.org/officeDocument/2006/relationships/image" Target="NULL"/><Relationship Id="rId1178" Type="http://schemas.openxmlformats.org/officeDocument/2006/relationships/customXml" Target="../ink/ink3622.xml"/><Relationship Id="rId91" Type="http://schemas.openxmlformats.org/officeDocument/2006/relationships/image" Target="NULL"/><Relationship Id="rId187" Type="http://schemas.openxmlformats.org/officeDocument/2006/relationships/image" Target="NULL"/><Relationship Id="rId394" Type="http://schemas.openxmlformats.org/officeDocument/2006/relationships/customXml" Target="../ink/ink3124.xml"/><Relationship Id="rId408" Type="http://schemas.openxmlformats.org/officeDocument/2006/relationships/customXml" Target="../ink/ink3138.xml"/><Relationship Id="rId615" Type="http://schemas.openxmlformats.org/officeDocument/2006/relationships/image" Target="NULL"/><Relationship Id="rId1038" Type="http://schemas.openxmlformats.org/officeDocument/2006/relationships/image" Target="NULL"/><Relationship Id="rId1245" Type="http://schemas.openxmlformats.org/officeDocument/2006/relationships/image" Target="NULL"/><Relationship Id="rId254" Type="http://schemas.openxmlformats.org/officeDocument/2006/relationships/customXml" Target="../ink/ink3000.xml"/><Relationship Id="rId699" Type="http://schemas.openxmlformats.org/officeDocument/2006/relationships/customXml" Target="../ink/ink3394.xml"/><Relationship Id="rId1091" Type="http://schemas.openxmlformats.org/officeDocument/2006/relationships/image" Target="NULL"/><Relationship Id="rId1105" Type="http://schemas.openxmlformats.org/officeDocument/2006/relationships/image" Target="NULL"/><Relationship Id="rId1312" Type="http://schemas.openxmlformats.org/officeDocument/2006/relationships/customXml" Target="../ink/ink3684.xml"/><Relationship Id="rId49" Type="http://schemas.openxmlformats.org/officeDocument/2006/relationships/image" Target="NULL"/><Relationship Id="rId114" Type="http://schemas.openxmlformats.org/officeDocument/2006/relationships/customXml" Target="../ink/ink2927.xml"/><Relationship Id="rId461" Type="http://schemas.openxmlformats.org/officeDocument/2006/relationships/customXml" Target="../ink/ink3191.xml"/><Relationship Id="rId559" Type="http://schemas.openxmlformats.org/officeDocument/2006/relationships/customXml" Target="../ink/ink3289.xml"/><Relationship Id="rId766" Type="http://schemas.openxmlformats.org/officeDocument/2006/relationships/customXml" Target="../ink/ink3458.xml"/><Relationship Id="rId1189" Type="http://schemas.openxmlformats.org/officeDocument/2006/relationships/image" Target="NULL"/><Relationship Id="rId198" Type="http://schemas.openxmlformats.org/officeDocument/2006/relationships/image" Target="NULL"/><Relationship Id="rId321" Type="http://schemas.openxmlformats.org/officeDocument/2006/relationships/customXml" Target="../ink/ink3051.xml"/><Relationship Id="rId419" Type="http://schemas.openxmlformats.org/officeDocument/2006/relationships/customXml" Target="../ink/ink3149.xml"/><Relationship Id="rId626" Type="http://schemas.openxmlformats.org/officeDocument/2006/relationships/customXml" Target="../ink/ink3335.xml"/><Relationship Id="rId973" Type="http://schemas.openxmlformats.org/officeDocument/2006/relationships/customXml" Target="../ink/ink3522.xml"/><Relationship Id="rId1049" Type="http://schemas.openxmlformats.org/officeDocument/2006/relationships/customXml" Target="../ink/ink3560.xml"/><Relationship Id="rId1116" Type="http://schemas.openxmlformats.org/officeDocument/2006/relationships/customXml" Target="../ink/ink3594.xml"/><Relationship Id="rId265" Type="http://schemas.openxmlformats.org/officeDocument/2006/relationships/customXml" Target="../ink/ink3006.xml"/><Relationship Id="rId472" Type="http://schemas.openxmlformats.org/officeDocument/2006/relationships/customXml" Target="../ink/ink3202.xml"/><Relationship Id="rId900" Type="http://schemas.openxmlformats.org/officeDocument/2006/relationships/image" Target="NULL"/><Relationship Id="rId1323" Type="http://schemas.openxmlformats.org/officeDocument/2006/relationships/image" Target="NULL"/><Relationship Id="rId125" Type="http://schemas.openxmlformats.org/officeDocument/2006/relationships/image" Target="NULL"/><Relationship Id="rId332" Type="http://schemas.openxmlformats.org/officeDocument/2006/relationships/customXml" Target="../ink/ink3062.xml"/><Relationship Id="rId777" Type="http://schemas.openxmlformats.org/officeDocument/2006/relationships/customXml" Target="../ink/ink3469.xml"/><Relationship Id="rId984" Type="http://schemas.openxmlformats.org/officeDocument/2006/relationships/image" Target="NULL"/><Relationship Id="rId637" Type="http://schemas.openxmlformats.org/officeDocument/2006/relationships/image" Target="NULL"/><Relationship Id="rId1267" Type="http://schemas.openxmlformats.org/officeDocument/2006/relationships/image" Target="NULL"/><Relationship Id="rId276" Type="http://schemas.openxmlformats.org/officeDocument/2006/relationships/image" Target="NULL"/><Relationship Id="rId483" Type="http://schemas.openxmlformats.org/officeDocument/2006/relationships/customXml" Target="../ink/ink3213.xml"/><Relationship Id="rId690" Type="http://schemas.openxmlformats.org/officeDocument/2006/relationships/customXml" Target="../ink/ink3385.xml"/><Relationship Id="rId704" Type="http://schemas.openxmlformats.org/officeDocument/2006/relationships/customXml" Target="../ink/ink3399.xml"/><Relationship Id="rId911" Type="http://schemas.openxmlformats.org/officeDocument/2006/relationships/customXml" Target="../ink/ink3491.xml"/><Relationship Id="rId1127" Type="http://schemas.openxmlformats.org/officeDocument/2006/relationships/image" Target="NULL"/><Relationship Id="rId1334" Type="http://schemas.openxmlformats.org/officeDocument/2006/relationships/customXml" Target="../ink/ink3695.xml"/><Relationship Id="rId40" Type="http://schemas.openxmlformats.org/officeDocument/2006/relationships/customXml" Target="../ink/ink2890.xml"/><Relationship Id="rId136" Type="http://schemas.openxmlformats.org/officeDocument/2006/relationships/customXml" Target="../ink/ink2938.xml"/><Relationship Id="rId343" Type="http://schemas.openxmlformats.org/officeDocument/2006/relationships/customXml" Target="../ink/ink3073.xml"/><Relationship Id="rId550" Type="http://schemas.openxmlformats.org/officeDocument/2006/relationships/customXml" Target="../ink/ink3280.xml"/><Relationship Id="rId995" Type="http://schemas.openxmlformats.org/officeDocument/2006/relationships/customXml" Target="../ink/ink3533.xml"/><Relationship Id="rId1180" Type="http://schemas.openxmlformats.org/officeDocument/2006/relationships/customXml" Target="../ink/ink3623.xml"/><Relationship Id="rId203" Type="http://schemas.openxmlformats.org/officeDocument/2006/relationships/image" Target="NULL"/><Relationship Id="rId648" Type="http://schemas.openxmlformats.org/officeDocument/2006/relationships/customXml" Target="../ink/ink3351.xml"/><Relationship Id="rId1040" Type="http://schemas.openxmlformats.org/officeDocument/2006/relationships/image" Target="NULL"/><Relationship Id="rId1278" Type="http://schemas.openxmlformats.org/officeDocument/2006/relationships/customXml" Target="../ink/ink3669.xml"/><Relationship Id="rId287" Type="http://schemas.openxmlformats.org/officeDocument/2006/relationships/customXml" Target="../ink/ink3018.xml"/><Relationship Id="rId410" Type="http://schemas.openxmlformats.org/officeDocument/2006/relationships/customXml" Target="../ink/ink3140.xml"/><Relationship Id="rId494" Type="http://schemas.openxmlformats.org/officeDocument/2006/relationships/customXml" Target="../ink/ink3224.xml"/><Relationship Id="rId508" Type="http://schemas.openxmlformats.org/officeDocument/2006/relationships/customXml" Target="../ink/ink3238.xml"/><Relationship Id="rId715" Type="http://schemas.openxmlformats.org/officeDocument/2006/relationships/customXml" Target="../ink/ink3410.xml"/><Relationship Id="rId922" Type="http://schemas.openxmlformats.org/officeDocument/2006/relationships/image" Target="NULL"/><Relationship Id="rId1138" Type="http://schemas.openxmlformats.org/officeDocument/2006/relationships/customXml" Target="../ink/ink3602.xml"/><Relationship Id="rId1345" Type="http://schemas.openxmlformats.org/officeDocument/2006/relationships/image" Target="NULL"/><Relationship Id="rId147" Type="http://schemas.openxmlformats.org/officeDocument/2006/relationships/image" Target="NULL"/><Relationship Id="rId354" Type="http://schemas.openxmlformats.org/officeDocument/2006/relationships/customXml" Target="../ink/ink3084.xml"/><Relationship Id="rId1191" Type="http://schemas.openxmlformats.org/officeDocument/2006/relationships/image" Target="NULL"/><Relationship Id="rId1205" Type="http://schemas.openxmlformats.org/officeDocument/2006/relationships/image" Target="NULL"/><Relationship Id="rId51" Type="http://schemas.openxmlformats.org/officeDocument/2006/relationships/image" Target="NULL"/><Relationship Id="rId561" Type="http://schemas.openxmlformats.org/officeDocument/2006/relationships/customXml" Target="../ink/ink3291.xml"/><Relationship Id="rId659" Type="http://schemas.openxmlformats.org/officeDocument/2006/relationships/customXml" Target="../ink/ink3362.xml"/><Relationship Id="rId1289" Type="http://schemas.openxmlformats.org/officeDocument/2006/relationships/image" Target="NULL"/><Relationship Id="rId214" Type="http://schemas.openxmlformats.org/officeDocument/2006/relationships/image" Target="NULL"/><Relationship Id="rId298" Type="http://schemas.openxmlformats.org/officeDocument/2006/relationships/customXml" Target="../ink/ink3028.xml"/><Relationship Id="rId421" Type="http://schemas.openxmlformats.org/officeDocument/2006/relationships/customXml" Target="../ink/ink3151.xml"/><Relationship Id="rId519" Type="http://schemas.openxmlformats.org/officeDocument/2006/relationships/customXml" Target="../ink/ink3249.xml"/><Relationship Id="rId1051" Type="http://schemas.openxmlformats.org/officeDocument/2006/relationships/customXml" Target="../ink/ink3561.xml"/><Relationship Id="rId1149" Type="http://schemas.openxmlformats.org/officeDocument/2006/relationships/image" Target="NULL"/><Relationship Id="rId1356" Type="http://schemas.openxmlformats.org/officeDocument/2006/relationships/customXml" Target="../ink/ink3706.xml"/><Relationship Id="rId158" Type="http://schemas.openxmlformats.org/officeDocument/2006/relationships/customXml" Target="../ink/ink2949.xml"/><Relationship Id="rId726" Type="http://schemas.openxmlformats.org/officeDocument/2006/relationships/customXml" Target="../ink/ink3421.xml"/><Relationship Id="rId933" Type="http://schemas.openxmlformats.org/officeDocument/2006/relationships/customXml" Target="../ink/ink3502.xml"/><Relationship Id="rId1009" Type="http://schemas.openxmlformats.org/officeDocument/2006/relationships/customXml" Target="../ink/ink3540.xml"/><Relationship Id="rId62" Type="http://schemas.openxmlformats.org/officeDocument/2006/relationships/customXml" Target="../ink/ink2901.xml"/><Relationship Id="rId365" Type="http://schemas.openxmlformats.org/officeDocument/2006/relationships/customXml" Target="../ink/ink3095.xml"/><Relationship Id="rId572" Type="http://schemas.openxmlformats.org/officeDocument/2006/relationships/customXml" Target="../ink/ink3302.xml"/><Relationship Id="rId1216" Type="http://schemas.openxmlformats.org/officeDocument/2006/relationships/customXml" Target="../ink/ink3641.xml"/><Relationship Id="rId225" Type="http://schemas.openxmlformats.org/officeDocument/2006/relationships/image" Target="NULL"/><Relationship Id="rId432" Type="http://schemas.openxmlformats.org/officeDocument/2006/relationships/customXml" Target="../ink/ink3162.xml"/><Relationship Id="rId1062" Type="http://schemas.openxmlformats.org/officeDocument/2006/relationships/image" Target="NULL"/><Relationship Id="rId737" Type="http://schemas.openxmlformats.org/officeDocument/2006/relationships/customXml" Target="../ink/ink3432.xml"/><Relationship Id="rId944" Type="http://schemas.openxmlformats.org/officeDocument/2006/relationships/image" Target="NULL"/><Relationship Id="rId1367" Type="http://schemas.openxmlformats.org/officeDocument/2006/relationships/image" Target="NULL"/><Relationship Id="rId73" Type="http://schemas.openxmlformats.org/officeDocument/2006/relationships/image" Target="NULL"/><Relationship Id="rId169" Type="http://schemas.openxmlformats.org/officeDocument/2006/relationships/image" Target="NULL"/><Relationship Id="rId376" Type="http://schemas.openxmlformats.org/officeDocument/2006/relationships/customXml" Target="../ink/ink3106.xml"/><Relationship Id="rId583" Type="http://schemas.openxmlformats.org/officeDocument/2006/relationships/customXml" Target="../ink/ink3313.xml"/><Relationship Id="rId1227" Type="http://schemas.openxmlformats.org/officeDocument/2006/relationships/image" Target="NULL"/><Relationship Id="rId4" Type="http://schemas.openxmlformats.org/officeDocument/2006/relationships/customXml" Target="../ink/ink2870.xml"/><Relationship Id="rId236" Type="http://schemas.openxmlformats.org/officeDocument/2006/relationships/customXml" Target="../ink/ink2990.xml"/><Relationship Id="rId443" Type="http://schemas.openxmlformats.org/officeDocument/2006/relationships/customXml" Target="../ink/ink3173.xml"/><Relationship Id="rId650" Type="http://schemas.openxmlformats.org/officeDocument/2006/relationships/customXml" Target="../ink/ink3353.xml"/><Relationship Id="rId888" Type="http://schemas.openxmlformats.org/officeDocument/2006/relationships/image" Target="NULL"/><Relationship Id="rId1073" Type="http://schemas.openxmlformats.org/officeDocument/2006/relationships/customXml" Target="../ink/ink3572.xml"/><Relationship Id="rId1280" Type="http://schemas.openxmlformats.org/officeDocument/2006/relationships/customXml" Target="../ink/ink3670.xml"/><Relationship Id="rId303" Type="http://schemas.openxmlformats.org/officeDocument/2006/relationships/customXml" Target="../ink/ink3033.xml"/><Relationship Id="rId748" Type="http://schemas.openxmlformats.org/officeDocument/2006/relationships/image" Target="NULL"/><Relationship Id="rId955" Type="http://schemas.openxmlformats.org/officeDocument/2006/relationships/customXml" Target="../ink/ink3513.xml"/><Relationship Id="rId1140" Type="http://schemas.openxmlformats.org/officeDocument/2006/relationships/customXml" Target="../ink/ink3603.xml"/><Relationship Id="rId84" Type="http://schemas.openxmlformats.org/officeDocument/2006/relationships/customXml" Target="../ink/ink2912.xml"/><Relationship Id="rId387" Type="http://schemas.openxmlformats.org/officeDocument/2006/relationships/customXml" Target="../ink/ink3117.xml"/><Relationship Id="rId510" Type="http://schemas.openxmlformats.org/officeDocument/2006/relationships/customXml" Target="../ink/ink3240.xml"/><Relationship Id="rId594" Type="http://schemas.openxmlformats.org/officeDocument/2006/relationships/customXml" Target="../ink/ink3319.xml"/><Relationship Id="rId608" Type="http://schemas.openxmlformats.org/officeDocument/2006/relationships/customXml" Target="../ink/ink3326.xml"/><Relationship Id="rId1238" Type="http://schemas.openxmlformats.org/officeDocument/2006/relationships/customXml" Target="../ink/ink3652.xml"/><Relationship Id="rId247" Type="http://schemas.openxmlformats.org/officeDocument/2006/relationships/customXml" Target="../ink/ink2996.xml"/><Relationship Id="rId899" Type="http://schemas.openxmlformats.org/officeDocument/2006/relationships/customXml" Target="../ink/ink3485.xml"/><Relationship Id="rId1000" Type="http://schemas.openxmlformats.org/officeDocument/2006/relationships/image" Target="NULL"/><Relationship Id="rId1084" Type="http://schemas.openxmlformats.org/officeDocument/2006/relationships/image" Target="NULL"/><Relationship Id="rId1305" Type="http://schemas.openxmlformats.org/officeDocument/2006/relationships/image" Target="NULL"/><Relationship Id="rId107" Type="http://schemas.openxmlformats.org/officeDocument/2006/relationships/image" Target="NULL"/><Relationship Id="rId454" Type="http://schemas.openxmlformats.org/officeDocument/2006/relationships/customXml" Target="../ink/ink3184.xml"/><Relationship Id="rId661" Type="http://schemas.openxmlformats.org/officeDocument/2006/relationships/customXml" Target="../ink/ink3364.xml"/><Relationship Id="rId759" Type="http://schemas.openxmlformats.org/officeDocument/2006/relationships/customXml" Target="../ink/ink3451.xml"/><Relationship Id="rId966" Type="http://schemas.openxmlformats.org/officeDocument/2006/relationships/image" Target="NULL"/><Relationship Id="rId1291" Type="http://schemas.openxmlformats.org/officeDocument/2006/relationships/image" Target="NULL"/><Relationship Id="rId11" Type="http://schemas.openxmlformats.org/officeDocument/2006/relationships/customXml" Target="../ink/ink2874.xml"/><Relationship Id="rId314" Type="http://schemas.openxmlformats.org/officeDocument/2006/relationships/customXml" Target="../ink/ink3044.xml"/><Relationship Id="rId398" Type="http://schemas.openxmlformats.org/officeDocument/2006/relationships/customXml" Target="../ink/ink3128.xml"/><Relationship Id="rId521" Type="http://schemas.openxmlformats.org/officeDocument/2006/relationships/customXml" Target="../ink/ink3251.xml"/><Relationship Id="rId619" Type="http://schemas.openxmlformats.org/officeDocument/2006/relationships/image" Target="NULL"/><Relationship Id="rId1151" Type="http://schemas.openxmlformats.org/officeDocument/2006/relationships/image" Target="NULL"/><Relationship Id="rId1249" Type="http://schemas.openxmlformats.org/officeDocument/2006/relationships/image" Target="NULL"/><Relationship Id="rId95" Type="http://schemas.openxmlformats.org/officeDocument/2006/relationships/image" Target="NULL"/><Relationship Id="rId160" Type="http://schemas.openxmlformats.org/officeDocument/2006/relationships/customXml" Target="../ink/ink2950.xml"/><Relationship Id="rId1011" Type="http://schemas.openxmlformats.org/officeDocument/2006/relationships/customXml" Target="../ink/ink3541.xml"/><Relationship Id="rId1109" Type="http://schemas.openxmlformats.org/officeDocument/2006/relationships/image" Target="NULL"/><Relationship Id="rId258" Type="http://schemas.openxmlformats.org/officeDocument/2006/relationships/customXml" Target="../ink/ink3002.xml"/><Relationship Id="rId465" Type="http://schemas.openxmlformats.org/officeDocument/2006/relationships/customXml" Target="../ink/ink3195.xml"/><Relationship Id="rId672" Type="http://schemas.openxmlformats.org/officeDocument/2006/relationships/image" Target="NULL"/><Relationship Id="rId1095" Type="http://schemas.openxmlformats.org/officeDocument/2006/relationships/image" Target="NULL"/><Relationship Id="rId1316" Type="http://schemas.openxmlformats.org/officeDocument/2006/relationships/customXml" Target="../ink/ink3686.xml"/><Relationship Id="rId22" Type="http://schemas.openxmlformats.org/officeDocument/2006/relationships/customXml" Target="../ink/ink2881.xml"/><Relationship Id="rId118" Type="http://schemas.openxmlformats.org/officeDocument/2006/relationships/customXml" Target="../ink/ink2929.xml"/><Relationship Id="rId325" Type="http://schemas.openxmlformats.org/officeDocument/2006/relationships/customXml" Target="../ink/ink3055.xml"/><Relationship Id="rId532" Type="http://schemas.openxmlformats.org/officeDocument/2006/relationships/customXml" Target="../ink/ink3262.xml"/><Relationship Id="rId977" Type="http://schemas.openxmlformats.org/officeDocument/2006/relationships/customXml" Target="../ink/ink3524.xml"/><Relationship Id="rId1162" Type="http://schemas.openxmlformats.org/officeDocument/2006/relationships/customXml" Target="../ink/ink3614.xml"/><Relationship Id="rId171" Type="http://schemas.openxmlformats.org/officeDocument/2006/relationships/image" Target="NULL"/><Relationship Id="rId1022" Type="http://schemas.openxmlformats.org/officeDocument/2006/relationships/image" Target="NULL"/><Relationship Id="rId269" Type="http://schemas.openxmlformats.org/officeDocument/2006/relationships/customXml" Target="../ink/ink3008.xml"/><Relationship Id="rId476" Type="http://schemas.openxmlformats.org/officeDocument/2006/relationships/customXml" Target="../ink/ink3206.xml"/><Relationship Id="rId683" Type="http://schemas.openxmlformats.org/officeDocument/2006/relationships/customXml" Target="../ink/ink3378.xml"/><Relationship Id="rId890" Type="http://schemas.openxmlformats.org/officeDocument/2006/relationships/image" Target="NULL"/><Relationship Id="rId904" Type="http://schemas.openxmlformats.org/officeDocument/2006/relationships/image" Target="NULL"/><Relationship Id="rId1327" Type="http://schemas.openxmlformats.org/officeDocument/2006/relationships/image" Target="NULL"/><Relationship Id="rId33" Type="http://schemas.openxmlformats.org/officeDocument/2006/relationships/image" Target="NULL"/><Relationship Id="rId129" Type="http://schemas.openxmlformats.org/officeDocument/2006/relationships/image" Target="NULL"/><Relationship Id="rId336" Type="http://schemas.openxmlformats.org/officeDocument/2006/relationships/customXml" Target="../ink/ink3066.xml"/><Relationship Id="rId543" Type="http://schemas.openxmlformats.org/officeDocument/2006/relationships/customXml" Target="../ink/ink3273.xml"/><Relationship Id="rId988" Type="http://schemas.openxmlformats.org/officeDocument/2006/relationships/image" Target="NULL"/><Relationship Id="rId1173" Type="http://schemas.openxmlformats.org/officeDocument/2006/relationships/image" Target="NULL"/><Relationship Id="rId182" Type="http://schemas.openxmlformats.org/officeDocument/2006/relationships/customXml" Target="../ink/ink2961.xml"/><Relationship Id="rId403" Type="http://schemas.openxmlformats.org/officeDocument/2006/relationships/customXml" Target="../ink/ink3133.xml"/><Relationship Id="rId750" Type="http://schemas.openxmlformats.org/officeDocument/2006/relationships/image" Target="NULL"/><Relationship Id="rId1033" Type="http://schemas.openxmlformats.org/officeDocument/2006/relationships/customXml" Target="../ink/ink3552.xml"/><Relationship Id="rId487" Type="http://schemas.openxmlformats.org/officeDocument/2006/relationships/customXml" Target="../ink/ink3217.xml"/><Relationship Id="rId610" Type="http://schemas.openxmlformats.org/officeDocument/2006/relationships/customXml" Target="../ink/ink3327.xml"/><Relationship Id="rId694" Type="http://schemas.openxmlformats.org/officeDocument/2006/relationships/customXml" Target="../ink/ink3389.xml"/><Relationship Id="rId708" Type="http://schemas.openxmlformats.org/officeDocument/2006/relationships/customXml" Target="../ink/ink3403.xml"/><Relationship Id="rId915" Type="http://schemas.openxmlformats.org/officeDocument/2006/relationships/customXml" Target="../ink/ink3493.xml"/><Relationship Id="rId1240" Type="http://schemas.openxmlformats.org/officeDocument/2006/relationships/customXml" Target="../ink/ink3653.xml"/><Relationship Id="rId1338" Type="http://schemas.openxmlformats.org/officeDocument/2006/relationships/customXml" Target="../ink/ink3697.xml"/><Relationship Id="rId347" Type="http://schemas.openxmlformats.org/officeDocument/2006/relationships/customXml" Target="../ink/ink3077.xml"/><Relationship Id="rId999" Type="http://schemas.openxmlformats.org/officeDocument/2006/relationships/customXml" Target="../ink/ink3535.xml"/><Relationship Id="rId1100" Type="http://schemas.openxmlformats.org/officeDocument/2006/relationships/customXml" Target="../ink/ink3586.xml"/><Relationship Id="rId1184" Type="http://schemas.openxmlformats.org/officeDocument/2006/relationships/customXml" Target="../ink/ink3625.xml"/><Relationship Id="rId44" Type="http://schemas.openxmlformats.org/officeDocument/2006/relationships/customXml" Target="../ink/ink2892.xml"/><Relationship Id="rId554" Type="http://schemas.openxmlformats.org/officeDocument/2006/relationships/customXml" Target="../ink/ink3284.xml"/><Relationship Id="rId761" Type="http://schemas.openxmlformats.org/officeDocument/2006/relationships/customXml" Target="../ink/ink3453.xml"/><Relationship Id="rId193" Type="http://schemas.openxmlformats.org/officeDocument/2006/relationships/customXml" Target="../ink/ink2967.xml"/><Relationship Id="rId207" Type="http://schemas.openxmlformats.org/officeDocument/2006/relationships/image" Target="NULL"/><Relationship Id="rId414" Type="http://schemas.openxmlformats.org/officeDocument/2006/relationships/customXml" Target="../ink/ink3144.xml"/><Relationship Id="rId498" Type="http://schemas.openxmlformats.org/officeDocument/2006/relationships/customXml" Target="../ink/ink3228.xml"/><Relationship Id="rId621" Type="http://schemas.openxmlformats.org/officeDocument/2006/relationships/image" Target="NULL"/><Relationship Id="rId1044" Type="http://schemas.openxmlformats.org/officeDocument/2006/relationships/image" Target="NULL"/><Relationship Id="rId1251" Type="http://schemas.openxmlformats.org/officeDocument/2006/relationships/image" Target="NULL"/><Relationship Id="rId1349" Type="http://schemas.openxmlformats.org/officeDocument/2006/relationships/image" Target="NULL"/><Relationship Id="rId260" Type="http://schemas.openxmlformats.org/officeDocument/2006/relationships/customXml" Target="../ink/ink3003.xml"/><Relationship Id="rId719" Type="http://schemas.openxmlformats.org/officeDocument/2006/relationships/customXml" Target="../ink/ink3414.xml"/><Relationship Id="rId926" Type="http://schemas.openxmlformats.org/officeDocument/2006/relationships/image" Target="NULL"/><Relationship Id="rId1111" Type="http://schemas.openxmlformats.org/officeDocument/2006/relationships/image" Target="NULL"/><Relationship Id="rId55" Type="http://schemas.openxmlformats.org/officeDocument/2006/relationships/image" Target="NULL"/><Relationship Id="rId120" Type="http://schemas.openxmlformats.org/officeDocument/2006/relationships/customXml" Target="../ink/ink2930.xml"/><Relationship Id="rId358" Type="http://schemas.openxmlformats.org/officeDocument/2006/relationships/customXml" Target="../ink/ink3088.xml"/><Relationship Id="rId565" Type="http://schemas.openxmlformats.org/officeDocument/2006/relationships/customXml" Target="../ink/ink3295.xml"/><Relationship Id="rId772" Type="http://schemas.openxmlformats.org/officeDocument/2006/relationships/customXml" Target="../ink/ink3464.xml"/><Relationship Id="rId1195" Type="http://schemas.openxmlformats.org/officeDocument/2006/relationships/image" Target="NULL"/><Relationship Id="rId1209" Type="http://schemas.openxmlformats.org/officeDocument/2006/relationships/image" Target="NULL"/><Relationship Id="rId218" Type="http://schemas.openxmlformats.org/officeDocument/2006/relationships/customXml" Target="../ink/ink2981.xml"/><Relationship Id="rId425" Type="http://schemas.openxmlformats.org/officeDocument/2006/relationships/customXml" Target="../ink/ink3155.xml"/><Relationship Id="rId632" Type="http://schemas.openxmlformats.org/officeDocument/2006/relationships/customXml" Target="../ink/ink3338.xml"/><Relationship Id="rId1055" Type="http://schemas.openxmlformats.org/officeDocument/2006/relationships/customXml" Target="../ink/ink3563.xml"/><Relationship Id="rId1262" Type="http://schemas.openxmlformats.org/officeDocument/2006/relationships/customXml" Target="../ink/ink3662.xml"/><Relationship Id="rId271" Type="http://schemas.openxmlformats.org/officeDocument/2006/relationships/customXml" Target="../ink/ink3009.xml"/><Relationship Id="rId937" Type="http://schemas.openxmlformats.org/officeDocument/2006/relationships/customXml" Target="../ink/ink3504.xml"/><Relationship Id="rId1122" Type="http://schemas.openxmlformats.org/officeDocument/2006/relationships/customXml" Target="../ink/ink3597.xml"/><Relationship Id="rId66" Type="http://schemas.openxmlformats.org/officeDocument/2006/relationships/customXml" Target="../ink/ink2903.xml"/><Relationship Id="rId131" Type="http://schemas.openxmlformats.org/officeDocument/2006/relationships/image" Target="NULL"/><Relationship Id="rId369" Type="http://schemas.openxmlformats.org/officeDocument/2006/relationships/customXml" Target="../ink/ink3099.xml"/><Relationship Id="rId576" Type="http://schemas.openxmlformats.org/officeDocument/2006/relationships/customXml" Target="../ink/ink3306.xml"/><Relationship Id="rId783" Type="http://schemas.openxmlformats.org/officeDocument/2006/relationships/customXml" Target="../ink/ink3475.xml"/><Relationship Id="rId990" Type="http://schemas.openxmlformats.org/officeDocument/2006/relationships/image" Target="NULL"/><Relationship Id="rId229" Type="http://schemas.openxmlformats.org/officeDocument/2006/relationships/image" Target="NULL"/><Relationship Id="rId436" Type="http://schemas.openxmlformats.org/officeDocument/2006/relationships/customXml" Target="../ink/ink3166.xml"/><Relationship Id="rId643" Type="http://schemas.openxmlformats.org/officeDocument/2006/relationships/customXml" Target="../ink/ink3346.xml"/><Relationship Id="rId1066" Type="http://schemas.openxmlformats.org/officeDocument/2006/relationships/image" Target="NULL"/><Relationship Id="rId1273" Type="http://schemas.openxmlformats.org/officeDocument/2006/relationships/image" Target="NULL"/><Relationship Id="rId948" Type="http://schemas.openxmlformats.org/officeDocument/2006/relationships/image" Target="NULL"/><Relationship Id="rId77" Type="http://schemas.openxmlformats.org/officeDocument/2006/relationships/image" Target="NULL"/><Relationship Id="rId282" Type="http://schemas.openxmlformats.org/officeDocument/2006/relationships/customXml" Target="../ink/ink3015.xml"/><Relationship Id="rId503" Type="http://schemas.openxmlformats.org/officeDocument/2006/relationships/customXml" Target="../ink/ink3233.xml"/><Relationship Id="rId587" Type="http://schemas.openxmlformats.org/officeDocument/2006/relationships/image" Target="NULL"/><Relationship Id="rId710" Type="http://schemas.openxmlformats.org/officeDocument/2006/relationships/customXml" Target="../ink/ink3405.xml"/><Relationship Id="rId1340" Type="http://schemas.openxmlformats.org/officeDocument/2006/relationships/customXml" Target="../ink/ink3698.xml"/><Relationship Id="rId8" Type="http://schemas.openxmlformats.org/officeDocument/2006/relationships/customXml" Target="../ink/ink2872.xml"/><Relationship Id="rId142" Type="http://schemas.openxmlformats.org/officeDocument/2006/relationships/customXml" Target="../ink/ink2941.xml"/><Relationship Id="rId447" Type="http://schemas.openxmlformats.org/officeDocument/2006/relationships/customXml" Target="../ink/ink3177.xml"/><Relationship Id="rId794" Type="http://schemas.openxmlformats.org/officeDocument/2006/relationships/image" Target="NULL"/><Relationship Id="rId1077" Type="http://schemas.openxmlformats.org/officeDocument/2006/relationships/customXml" Target="../ink/ink3574.xml"/><Relationship Id="rId1200" Type="http://schemas.openxmlformats.org/officeDocument/2006/relationships/customXml" Target="../ink/ink3633.xml"/><Relationship Id="rId654" Type="http://schemas.openxmlformats.org/officeDocument/2006/relationships/customXml" Target="../ink/ink3357.xml"/><Relationship Id="rId959" Type="http://schemas.openxmlformats.org/officeDocument/2006/relationships/customXml" Target="../ink/ink3515.xml"/><Relationship Id="rId1284" Type="http://schemas.openxmlformats.org/officeDocument/2006/relationships/customXml" Target="../ink/ink3672.xml"/><Relationship Id="rId293" Type="http://schemas.openxmlformats.org/officeDocument/2006/relationships/customXml" Target="../ink/ink3023.xml"/><Relationship Id="rId307" Type="http://schemas.openxmlformats.org/officeDocument/2006/relationships/customXml" Target="../ink/ink3037.xml"/><Relationship Id="rId514" Type="http://schemas.openxmlformats.org/officeDocument/2006/relationships/customXml" Target="../ink/ink3244.xml"/><Relationship Id="rId721" Type="http://schemas.openxmlformats.org/officeDocument/2006/relationships/customXml" Target="../ink/ink3416.xml"/><Relationship Id="rId1144" Type="http://schemas.openxmlformats.org/officeDocument/2006/relationships/customXml" Target="../ink/ink3605.xml"/><Relationship Id="rId1351" Type="http://schemas.openxmlformats.org/officeDocument/2006/relationships/image" Target="NULL"/><Relationship Id="rId88" Type="http://schemas.openxmlformats.org/officeDocument/2006/relationships/customXml" Target="../ink/ink2914.xml"/><Relationship Id="rId153" Type="http://schemas.openxmlformats.org/officeDocument/2006/relationships/image" Target="NULL"/><Relationship Id="rId360" Type="http://schemas.openxmlformats.org/officeDocument/2006/relationships/customXml" Target="../ink/ink3090.xml"/><Relationship Id="rId598" Type="http://schemas.openxmlformats.org/officeDocument/2006/relationships/customXml" Target="../ink/ink3321.xml"/><Relationship Id="rId1004" Type="http://schemas.openxmlformats.org/officeDocument/2006/relationships/image" Target="NULL"/><Relationship Id="rId1211" Type="http://schemas.openxmlformats.org/officeDocument/2006/relationships/image" Target="NULL"/><Relationship Id="rId220" Type="http://schemas.openxmlformats.org/officeDocument/2006/relationships/customXml" Target="../ink/ink2982.xml"/><Relationship Id="rId458" Type="http://schemas.openxmlformats.org/officeDocument/2006/relationships/customXml" Target="../ink/ink3188.xml"/><Relationship Id="rId1088" Type="http://schemas.openxmlformats.org/officeDocument/2006/relationships/customXml" Target="../ink/ink3580.xml"/><Relationship Id="rId1295" Type="http://schemas.openxmlformats.org/officeDocument/2006/relationships/image" Target="NULL"/><Relationship Id="rId15" Type="http://schemas.openxmlformats.org/officeDocument/2006/relationships/image" Target="NULL"/><Relationship Id="rId318" Type="http://schemas.openxmlformats.org/officeDocument/2006/relationships/customXml" Target="../ink/ink3048.xml"/><Relationship Id="rId525" Type="http://schemas.openxmlformats.org/officeDocument/2006/relationships/customXml" Target="../ink/ink3255.xml"/><Relationship Id="rId732" Type="http://schemas.openxmlformats.org/officeDocument/2006/relationships/customXml" Target="../ink/ink3427.xml"/><Relationship Id="rId1155" Type="http://schemas.openxmlformats.org/officeDocument/2006/relationships/image" Target="NULL"/><Relationship Id="rId1362" Type="http://schemas.openxmlformats.org/officeDocument/2006/relationships/customXml" Target="../ink/ink3709.xml"/><Relationship Id="rId99" Type="http://schemas.openxmlformats.org/officeDocument/2006/relationships/image" Target="NULL"/><Relationship Id="rId164" Type="http://schemas.openxmlformats.org/officeDocument/2006/relationships/customXml" Target="../ink/ink2952.xml"/><Relationship Id="rId371" Type="http://schemas.openxmlformats.org/officeDocument/2006/relationships/customXml" Target="../ink/ink3101.xml"/><Relationship Id="rId1015" Type="http://schemas.openxmlformats.org/officeDocument/2006/relationships/customXml" Target="../ink/ink3543.xml"/><Relationship Id="rId1222" Type="http://schemas.openxmlformats.org/officeDocument/2006/relationships/customXml" Target="../ink/ink3644.xml"/><Relationship Id="rId469" Type="http://schemas.openxmlformats.org/officeDocument/2006/relationships/customXml" Target="../ink/ink3199.xml"/><Relationship Id="rId676" Type="http://schemas.openxmlformats.org/officeDocument/2006/relationships/customXml" Target="../ink/ink3371.xml"/><Relationship Id="rId1099" Type="http://schemas.openxmlformats.org/officeDocument/2006/relationships/image" Target="NULL"/><Relationship Id="rId26" Type="http://schemas.openxmlformats.org/officeDocument/2006/relationships/customXml" Target="../ink/ink2883.xml"/><Relationship Id="rId231" Type="http://schemas.openxmlformats.org/officeDocument/2006/relationships/image" Target="NULL"/><Relationship Id="rId329" Type="http://schemas.openxmlformats.org/officeDocument/2006/relationships/customXml" Target="../ink/ink3059.xml"/><Relationship Id="rId536" Type="http://schemas.openxmlformats.org/officeDocument/2006/relationships/customXml" Target="../ink/ink3266.xml"/><Relationship Id="rId1166" Type="http://schemas.openxmlformats.org/officeDocument/2006/relationships/customXml" Target="../ink/ink3616.xml"/><Relationship Id="rId1373" Type="http://schemas.openxmlformats.org/officeDocument/2006/relationships/image" Target="NULL"/><Relationship Id="rId175" Type="http://schemas.openxmlformats.org/officeDocument/2006/relationships/image" Target="NULL"/><Relationship Id="rId743" Type="http://schemas.openxmlformats.org/officeDocument/2006/relationships/customXml" Target="../ink/ink3438.xml"/><Relationship Id="rId950" Type="http://schemas.openxmlformats.org/officeDocument/2006/relationships/image" Target="NULL"/><Relationship Id="rId1026" Type="http://schemas.openxmlformats.org/officeDocument/2006/relationships/image" Target="NULL"/><Relationship Id="rId382" Type="http://schemas.openxmlformats.org/officeDocument/2006/relationships/customXml" Target="../ink/ink3112.xml"/><Relationship Id="rId603" Type="http://schemas.openxmlformats.org/officeDocument/2006/relationships/image" Target="NULL"/><Relationship Id="rId687" Type="http://schemas.openxmlformats.org/officeDocument/2006/relationships/customXml" Target="../ink/ink3382.xml"/><Relationship Id="rId908" Type="http://schemas.openxmlformats.org/officeDocument/2006/relationships/image" Target="NULL"/><Relationship Id="rId1233" Type="http://schemas.openxmlformats.org/officeDocument/2006/relationships/image" Target="NULL"/><Relationship Id="rId242" Type="http://schemas.openxmlformats.org/officeDocument/2006/relationships/customXml" Target="../ink/ink2993.xml"/><Relationship Id="rId894" Type="http://schemas.openxmlformats.org/officeDocument/2006/relationships/image" Target="NULL"/><Relationship Id="rId1177" Type="http://schemas.openxmlformats.org/officeDocument/2006/relationships/image" Target="NULL"/><Relationship Id="rId1300" Type="http://schemas.openxmlformats.org/officeDocument/2006/relationships/customXml" Target="../ink/ink3680.xml"/><Relationship Id="rId37" Type="http://schemas.openxmlformats.org/officeDocument/2006/relationships/image" Target="NULL"/><Relationship Id="rId102" Type="http://schemas.openxmlformats.org/officeDocument/2006/relationships/customXml" Target="../ink/ink2921.xml"/><Relationship Id="rId547" Type="http://schemas.openxmlformats.org/officeDocument/2006/relationships/customXml" Target="../ink/ink3277.xml"/><Relationship Id="rId754" Type="http://schemas.openxmlformats.org/officeDocument/2006/relationships/customXml" Target="../ink/ink3446.xml"/><Relationship Id="rId961" Type="http://schemas.openxmlformats.org/officeDocument/2006/relationships/customXml" Target="../ink/ink3516.xml"/><Relationship Id="rId90" Type="http://schemas.openxmlformats.org/officeDocument/2006/relationships/customXml" Target="../ink/ink2915.xml"/><Relationship Id="rId186" Type="http://schemas.openxmlformats.org/officeDocument/2006/relationships/customXml" Target="../ink/ink2963.xml"/><Relationship Id="rId393" Type="http://schemas.openxmlformats.org/officeDocument/2006/relationships/customXml" Target="../ink/ink3123.xml"/><Relationship Id="rId407" Type="http://schemas.openxmlformats.org/officeDocument/2006/relationships/customXml" Target="../ink/ink3137.xml"/><Relationship Id="rId614" Type="http://schemas.openxmlformats.org/officeDocument/2006/relationships/customXml" Target="../ink/ink3329.xml"/><Relationship Id="rId1037" Type="http://schemas.openxmlformats.org/officeDocument/2006/relationships/customXml" Target="../ink/ink3554.xml"/><Relationship Id="rId1244" Type="http://schemas.openxmlformats.org/officeDocument/2006/relationships/customXml" Target="../ink/ink3655.xml"/><Relationship Id="rId253" Type="http://schemas.openxmlformats.org/officeDocument/2006/relationships/image" Target="NULL"/><Relationship Id="rId460" Type="http://schemas.openxmlformats.org/officeDocument/2006/relationships/customXml" Target="../ink/ink3190.xml"/><Relationship Id="rId698" Type="http://schemas.openxmlformats.org/officeDocument/2006/relationships/customXml" Target="../ink/ink3393.xml"/><Relationship Id="rId919" Type="http://schemas.openxmlformats.org/officeDocument/2006/relationships/customXml" Target="../ink/ink3495.xml"/><Relationship Id="rId1090" Type="http://schemas.openxmlformats.org/officeDocument/2006/relationships/customXml" Target="../ink/ink3581.xml"/><Relationship Id="rId1104" Type="http://schemas.openxmlformats.org/officeDocument/2006/relationships/customXml" Target="../ink/ink3588.xml"/><Relationship Id="rId1311" Type="http://schemas.openxmlformats.org/officeDocument/2006/relationships/image" Target="NULL"/><Relationship Id="rId48" Type="http://schemas.openxmlformats.org/officeDocument/2006/relationships/customXml" Target="../ink/ink2894.xml"/><Relationship Id="rId113" Type="http://schemas.openxmlformats.org/officeDocument/2006/relationships/image" Target="NULL"/><Relationship Id="rId320" Type="http://schemas.openxmlformats.org/officeDocument/2006/relationships/customXml" Target="../ink/ink3050.xml"/><Relationship Id="rId558" Type="http://schemas.openxmlformats.org/officeDocument/2006/relationships/customXml" Target="../ink/ink3288.xml"/><Relationship Id="rId765" Type="http://schemas.openxmlformats.org/officeDocument/2006/relationships/customXml" Target="../ink/ink3457.xml"/><Relationship Id="rId972" Type="http://schemas.openxmlformats.org/officeDocument/2006/relationships/image" Target="NULL"/><Relationship Id="rId1188" Type="http://schemas.openxmlformats.org/officeDocument/2006/relationships/customXml" Target="../ink/ink3627.xml"/><Relationship Id="rId197" Type="http://schemas.openxmlformats.org/officeDocument/2006/relationships/customXml" Target="../ink/ink2969.xml"/><Relationship Id="rId418" Type="http://schemas.openxmlformats.org/officeDocument/2006/relationships/customXml" Target="../ink/ink3148.xml"/><Relationship Id="rId625" Type="http://schemas.openxmlformats.org/officeDocument/2006/relationships/image" Target="NULL"/><Relationship Id="rId1048" Type="http://schemas.openxmlformats.org/officeDocument/2006/relationships/image" Target="NULL"/><Relationship Id="rId264" Type="http://schemas.openxmlformats.org/officeDocument/2006/relationships/image" Target="NULL"/><Relationship Id="rId471" Type="http://schemas.openxmlformats.org/officeDocument/2006/relationships/customXml" Target="../ink/ink3201.xml"/><Relationship Id="rId1115" Type="http://schemas.openxmlformats.org/officeDocument/2006/relationships/image" Target="NULL"/><Relationship Id="rId1322" Type="http://schemas.openxmlformats.org/officeDocument/2006/relationships/customXml" Target="../ink/ink3689.xml"/><Relationship Id="rId59" Type="http://schemas.openxmlformats.org/officeDocument/2006/relationships/image" Target="NULL"/><Relationship Id="rId124" Type="http://schemas.openxmlformats.org/officeDocument/2006/relationships/customXml" Target="../ink/ink2932.xml"/><Relationship Id="rId569" Type="http://schemas.openxmlformats.org/officeDocument/2006/relationships/customXml" Target="../ink/ink3299.xml"/><Relationship Id="rId776" Type="http://schemas.openxmlformats.org/officeDocument/2006/relationships/customXml" Target="../ink/ink3468.xml"/><Relationship Id="rId983" Type="http://schemas.openxmlformats.org/officeDocument/2006/relationships/customXml" Target="../ink/ink3527.xml"/><Relationship Id="rId1199" Type="http://schemas.openxmlformats.org/officeDocument/2006/relationships/image" Target="NULL"/><Relationship Id="rId331" Type="http://schemas.openxmlformats.org/officeDocument/2006/relationships/customXml" Target="../ink/ink3061.xml"/><Relationship Id="rId429" Type="http://schemas.openxmlformats.org/officeDocument/2006/relationships/customXml" Target="../ink/ink3159.xml"/><Relationship Id="rId636" Type="http://schemas.openxmlformats.org/officeDocument/2006/relationships/customXml" Target="../ink/ink3340.xml"/><Relationship Id="rId1059" Type="http://schemas.openxmlformats.org/officeDocument/2006/relationships/customXml" Target="../ink/ink3565.xml"/><Relationship Id="rId1266" Type="http://schemas.openxmlformats.org/officeDocument/2006/relationships/customXml" Target="../ink/ink3664.xml"/><Relationship Id="rId1126" Type="http://schemas.openxmlformats.org/officeDocument/2006/relationships/customXml" Target="../ink/ink3599.xml"/><Relationship Id="rId275" Type="http://schemas.openxmlformats.org/officeDocument/2006/relationships/customXml" Target="../ink/ink3011.xml"/><Relationship Id="rId482" Type="http://schemas.openxmlformats.org/officeDocument/2006/relationships/customXml" Target="../ink/ink3212.xml"/><Relationship Id="rId703" Type="http://schemas.openxmlformats.org/officeDocument/2006/relationships/customXml" Target="../ink/ink3398.xml"/><Relationship Id="rId910" Type="http://schemas.openxmlformats.org/officeDocument/2006/relationships/image" Target="NULL"/><Relationship Id="rId1333" Type="http://schemas.openxmlformats.org/officeDocument/2006/relationships/image" Target="NULL"/><Relationship Id="rId135" Type="http://schemas.openxmlformats.org/officeDocument/2006/relationships/image" Target="NULL"/><Relationship Id="rId342" Type="http://schemas.openxmlformats.org/officeDocument/2006/relationships/customXml" Target="../ink/ink3072.xml"/><Relationship Id="rId994" Type="http://schemas.openxmlformats.org/officeDocument/2006/relationships/image" Target="NULL"/><Relationship Id="rId202" Type="http://schemas.openxmlformats.org/officeDocument/2006/relationships/customXml" Target="../ink/ink2972.xml"/><Relationship Id="rId647" Type="http://schemas.openxmlformats.org/officeDocument/2006/relationships/customXml" Target="../ink/ink3350.xml"/><Relationship Id="rId1277" Type="http://schemas.openxmlformats.org/officeDocument/2006/relationships/image" Target="NULL"/><Relationship Id="rId286" Type="http://schemas.openxmlformats.org/officeDocument/2006/relationships/image" Target="NULL"/><Relationship Id="rId493" Type="http://schemas.openxmlformats.org/officeDocument/2006/relationships/customXml" Target="../ink/ink3223.xml"/><Relationship Id="rId507" Type="http://schemas.openxmlformats.org/officeDocument/2006/relationships/customXml" Target="../ink/ink3237.xml"/><Relationship Id="rId714" Type="http://schemas.openxmlformats.org/officeDocument/2006/relationships/customXml" Target="../ink/ink3409.xml"/><Relationship Id="rId921" Type="http://schemas.openxmlformats.org/officeDocument/2006/relationships/customXml" Target="../ink/ink3496.xml"/><Relationship Id="rId1137" Type="http://schemas.openxmlformats.org/officeDocument/2006/relationships/image" Target="NULL"/><Relationship Id="rId1344" Type="http://schemas.openxmlformats.org/officeDocument/2006/relationships/customXml" Target="../ink/ink3700.xml"/><Relationship Id="rId50" Type="http://schemas.openxmlformats.org/officeDocument/2006/relationships/customXml" Target="../ink/ink2895.xml"/><Relationship Id="rId146" Type="http://schemas.openxmlformats.org/officeDocument/2006/relationships/customXml" Target="../ink/ink2943.xml"/><Relationship Id="rId353" Type="http://schemas.openxmlformats.org/officeDocument/2006/relationships/customXml" Target="../ink/ink3083.xml"/><Relationship Id="rId560" Type="http://schemas.openxmlformats.org/officeDocument/2006/relationships/customXml" Target="../ink/ink3290.xml"/><Relationship Id="rId1190" Type="http://schemas.openxmlformats.org/officeDocument/2006/relationships/customXml" Target="../ink/ink3628.xml"/><Relationship Id="rId1204" Type="http://schemas.openxmlformats.org/officeDocument/2006/relationships/customXml" Target="../ink/ink3635.xml"/><Relationship Id="rId213" Type="http://schemas.openxmlformats.org/officeDocument/2006/relationships/customXml" Target="../ink/ink2978.xml"/><Relationship Id="rId420" Type="http://schemas.openxmlformats.org/officeDocument/2006/relationships/customXml" Target="../ink/ink3150.xml"/><Relationship Id="rId658" Type="http://schemas.openxmlformats.org/officeDocument/2006/relationships/customXml" Target="../ink/ink3361.xml"/><Relationship Id="rId1050" Type="http://schemas.openxmlformats.org/officeDocument/2006/relationships/image" Target="NULL"/><Relationship Id="rId1288" Type="http://schemas.openxmlformats.org/officeDocument/2006/relationships/customXml" Target="../ink/ink3674.xml"/><Relationship Id="rId297" Type="http://schemas.openxmlformats.org/officeDocument/2006/relationships/customXml" Target="../ink/ink3027.xml"/><Relationship Id="rId518" Type="http://schemas.openxmlformats.org/officeDocument/2006/relationships/customXml" Target="../ink/ink3248.xml"/><Relationship Id="rId725" Type="http://schemas.openxmlformats.org/officeDocument/2006/relationships/customXml" Target="../ink/ink3420.xml"/><Relationship Id="rId932" Type="http://schemas.openxmlformats.org/officeDocument/2006/relationships/image" Target="NULL"/><Relationship Id="rId1148" Type="http://schemas.openxmlformats.org/officeDocument/2006/relationships/customXml" Target="../ink/ink3607.xml"/><Relationship Id="rId1355" Type="http://schemas.openxmlformats.org/officeDocument/2006/relationships/image" Target="NULL"/><Relationship Id="rId157" Type="http://schemas.openxmlformats.org/officeDocument/2006/relationships/image" Target="NULL"/><Relationship Id="rId364" Type="http://schemas.openxmlformats.org/officeDocument/2006/relationships/customXml" Target="../ink/ink3094.xml"/><Relationship Id="rId1008" Type="http://schemas.openxmlformats.org/officeDocument/2006/relationships/image" Target="NULL"/><Relationship Id="rId1215" Type="http://schemas.openxmlformats.org/officeDocument/2006/relationships/image" Target="NULL"/><Relationship Id="rId61" Type="http://schemas.openxmlformats.org/officeDocument/2006/relationships/image" Target="NULL"/><Relationship Id="rId571" Type="http://schemas.openxmlformats.org/officeDocument/2006/relationships/customXml" Target="../ink/ink3301.xml"/><Relationship Id="rId1299" Type="http://schemas.openxmlformats.org/officeDocument/2006/relationships/image" Target="NULL"/><Relationship Id="rId19" Type="http://schemas.openxmlformats.org/officeDocument/2006/relationships/image" Target="NULL"/><Relationship Id="rId224" Type="http://schemas.openxmlformats.org/officeDocument/2006/relationships/customXml" Target="../ink/ink2984.xml"/><Relationship Id="rId431" Type="http://schemas.openxmlformats.org/officeDocument/2006/relationships/customXml" Target="../ink/ink3161.xml"/><Relationship Id="rId529" Type="http://schemas.openxmlformats.org/officeDocument/2006/relationships/customXml" Target="../ink/ink3259.xml"/><Relationship Id="rId736" Type="http://schemas.openxmlformats.org/officeDocument/2006/relationships/customXml" Target="../ink/ink3431.xml"/><Relationship Id="rId1061" Type="http://schemas.openxmlformats.org/officeDocument/2006/relationships/customXml" Target="../ink/ink3566.xml"/><Relationship Id="rId1159" Type="http://schemas.openxmlformats.org/officeDocument/2006/relationships/image" Target="NULL"/><Relationship Id="rId1366" Type="http://schemas.openxmlformats.org/officeDocument/2006/relationships/customXml" Target="../ink/ink3711.xml"/><Relationship Id="rId168" Type="http://schemas.openxmlformats.org/officeDocument/2006/relationships/customXml" Target="../ink/ink2954.xml"/><Relationship Id="rId943" Type="http://schemas.openxmlformats.org/officeDocument/2006/relationships/customXml" Target="../ink/ink3507.xml"/><Relationship Id="rId1019" Type="http://schemas.openxmlformats.org/officeDocument/2006/relationships/customXml" Target="../ink/ink3545.xml"/><Relationship Id="rId72" Type="http://schemas.openxmlformats.org/officeDocument/2006/relationships/customXml" Target="../ink/ink2906.xml"/><Relationship Id="rId375" Type="http://schemas.openxmlformats.org/officeDocument/2006/relationships/customXml" Target="../ink/ink3105.xml"/><Relationship Id="rId582" Type="http://schemas.openxmlformats.org/officeDocument/2006/relationships/customXml" Target="../ink/ink3312.xml"/><Relationship Id="rId1226" Type="http://schemas.openxmlformats.org/officeDocument/2006/relationships/customXml" Target="../ink/ink3646.xml"/><Relationship Id="rId3" Type="http://schemas.openxmlformats.org/officeDocument/2006/relationships/image" Target="NULL"/><Relationship Id="rId235" Type="http://schemas.openxmlformats.org/officeDocument/2006/relationships/image" Target="NULL"/><Relationship Id="rId442" Type="http://schemas.openxmlformats.org/officeDocument/2006/relationships/customXml" Target="../ink/ink3172.xml"/><Relationship Id="rId887" Type="http://schemas.openxmlformats.org/officeDocument/2006/relationships/customXml" Target="../ink/ink3479.xml"/><Relationship Id="rId1072" Type="http://schemas.openxmlformats.org/officeDocument/2006/relationships/image" Target="NULL"/><Relationship Id="rId302" Type="http://schemas.openxmlformats.org/officeDocument/2006/relationships/customXml" Target="../ink/ink3032.xml"/><Relationship Id="rId747" Type="http://schemas.openxmlformats.org/officeDocument/2006/relationships/customXml" Target="../ink/ink3442.xml"/><Relationship Id="rId954" Type="http://schemas.openxmlformats.org/officeDocument/2006/relationships/image" Target="NULL"/><Relationship Id="rId83" Type="http://schemas.openxmlformats.org/officeDocument/2006/relationships/image" Target="NULL"/><Relationship Id="rId179" Type="http://schemas.openxmlformats.org/officeDocument/2006/relationships/image" Target="NULL"/><Relationship Id="rId386" Type="http://schemas.openxmlformats.org/officeDocument/2006/relationships/customXml" Target="../ink/ink3116.xml"/><Relationship Id="rId593" Type="http://schemas.openxmlformats.org/officeDocument/2006/relationships/image" Target="NULL"/><Relationship Id="rId607" Type="http://schemas.openxmlformats.org/officeDocument/2006/relationships/image" Target="NULL"/><Relationship Id="rId1237" Type="http://schemas.openxmlformats.org/officeDocument/2006/relationships/image" Target="NULL"/><Relationship Id="rId246" Type="http://schemas.openxmlformats.org/officeDocument/2006/relationships/image" Target="NULL"/><Relationship Id="rId453" Type="http://schemas.openxmlformats.org/officeDocument/2006/relationships/customXml" Target="../ink/ink3183.xml"/><Relationship Id="rId660" Type="http://schemas.openxmlformats.org/officeDocument/2006/relationships/customXml" Target="../ink/ink3363.xml"/><Relationship Id="rId898" Type="http://schemas.openxmlformats.org/officeDocument/2006/relationships/image" Target="NULL"/><Relationship Id="rId1083" Type="http://schemas.openxmlformats.org/officeDocument/2006/relationships/customXml" Target="../ink/ink3577.xml"/><Relationship Id="rId1290" Type="http://schemas.openxmlformats.org/officeDocument/2006/relationships/customXml" Target="../ink/ink3675.xml"/><Relationship Id="rId1304" Type="http://schemas.openxmlformats.org/officeDocument/2006/relationships/customXml" Target="../ink/ink3682.xml"/><Relationship Id="rId106" Type="http://schemas.openxmlformats.org/officeDocument/2006/relationships/customXml" Target="../ink/ink2923.xml"/><Relationship Id="rId313" Type="http://schemas.openxmlformats.org/officeDocument/2006/relationships/customXml" Target="../ink/ink3043.xml"/><Relationship Id="rId758" Type="http://schemas.openxmlformats.org/officeDocument/2006/relationships/customXml" Target="../ink/ink3450.xml"/><Relationship Id="rId965" Type="http://schemas.openxmlformats.org/officeDocument/2006/relationships/customXml" Target="../ink/ink3518.xml"/><Relationship Id="rId1150" Type="http://schemas.openxmlformats.org/officeDocument/2006/relationships/customXml" Target="../ink/ink3608.xml"/><Relationship Id="rId10" Type="http://schemas.openxmlformats.org/officeDocument/2006/relationships/customXml" Target="../ink/ink2873.xml"/><Relationship Id="rId94" Type="http://schemas.openxmlformats.org/officeDocument/2006/relationships/customXml" Target="../ink/ink2917.xml"/><Relationship Id="rId397" Type="http://schemas.openxmlformats.org/officeDocument/2006/relationships/customXml" Target="../ink/ink3127.xml"/><Relationship Id="rId520" Type="http://schemas.openxmlformats.org/officeDocument/2006/relationships/customXml" Target="../ink/ink3250.xml"/><Relationship Id="rId618" Type="http://schemas.openxmlformats.org/officeDocument/2006/relationships/customXml" Target="../ink/ink3331.xml"/><Relationship Id="rId1248" Type="http://schemas.openxmlformats.org/officeDocument/2006/relationships/customXml" Target="../ink/ink3657.xml"/><Relationship Id="rId257" Type="http://schemas.openxmlformats.org/officeDocument/2006/relationships/image" Target="NULL"/><Relationship Id="rId464" Type="http://schemas.openxmlformats.org/officeDocument/2006/relationships/customXml" Target="../ink/ink3194.xml"/><Relationship Id="rId1010" Type="http://schemas.openxmlformats.org/officeDocument/2006/relationships/image" Target="NULL"/><Relationship Id="rId1094" Type="http://schemas.openxmlformats.org/officeDocument/2006/relationships/customXml" Target="../ink/ink3583.xml"/><Relationship Id="rId1108" Type="http://schemas.openxmlformats.org/officeDocument/2006/relationships/customXml" Target="../ink/ink3590.xml"/><Relationship Id="rId1315" Type="http://schemas.openxmlformats.org/officeDocument/2006/relationships/image" Target="NULL"/><Relationship Id="rId117" Type="http://schemas.openxmlformats.org/officeDocument/2006/relationships/image" Target="NULL"/><Relationship Id="rId671" Type="http://schemas.openxmlformats.org/officeDocument/2006/relationships/customXml" Target="../ink/ink3368.xml"/><Relationship Id="rId769" Type="http://schemas.openxmlformats.org/officeDocument/2006/relationships/customXml" Target="../ink/ink3461.xml"/><Relationship Id="rId976" Type="http://schemas.openxmlformats.org/officeDocument/2006/relationships/image" Target="NULL"/><Relationship Id="rId324" Type="http://schemas.openxmlformats.org/officeDocument/2006/relationships/customXml" Target="../ink/ink3054.xml"/><Relationship Id="rId531" Type="http://schemas.openxmlformats.org/officeDocument/2006/relationships/customXml" Target="../ink/ink3261.xml"/><Relationship Id="rId629" Type="http://schemas.openxmlformats.org/officeDocument/2006/relationships/image" Target="NULL"/><Relationship Id="rId1161" Type="http://schemas.openxmlformats.org/officeDocument/2006/relationships/image" Target="NULL"/><Relationship Id="rId1259" Type="http://schemas.openxmlformats.org/officeDocument/2006/relationships/image" Target="NULL"/><Relationship Id="rId1021" Type="http://schemas.openxmlformats.org/officeDocument/2006/relationships/customXml" Target="../ink/ink3546.xml"/><Relationship Id="rId1119" Type="http://schemas.openxmlformats.org/officeDocument/2006/relationships/image" Target="NULL"/><Relationship Id="rId903" Type="http://schemas.openxmlformats.org/officeDocument/2006/relationships/customXml" Target="../ink/ink3487.xml"/><Relationship Id="rId1326" Type="http://schemas.openxmlformats.org/officeDocument/2006/relationships/customXml" Target="../ink/ink3691.xml"/><Relationship Id="rId32" Type="http://schemas.openxmlformats.org/officeDocument/2006/relationships/customXml" Target="../ink/ink2886.xml"/><Relationship Id="rId181" Type="http://schemas.openxmlformats.org/officeDocument/2006/relationships/image" Target="NULL"/><Relationship Id="rId279" Type="http://schemas.openxmlformats.org/officeDocument/2006/relationships/image" Target="NULL"/><Relationship Id="rId486" Type="http://schemas.openxmlformats.org/officeDocument/2006/relationships/customXml" Target="../ink/ink3216.xml"/><Relationship Id="rId693" Type="http://schemas.openxmlformats.org/officeDocument/2006/relationships/customXml" Target="../ink/ink3388.xml"/><Relationship Id="rId139" Type="http://schemas.openxmlformats.org/officeDocument/2006/relationships/image" Target="NULL"/><Relationship Id="rId346" Type="http://schemas.openxmlformats.org/officeDocument/2006/relationships/customXml" Target="../ink/ink3076.xml"/><Relationship Id="rId553" Type="http://schemas.openxmlformats.org/officeDocument/2006/relationships/customXml" Target="../ink/ink3283.xml"/><Relationship Id="rId760" Type="http://schemas.openxmlformats.org/officeDocument/2006/relationships/customXml" Target="../ink/ink3452.xml"/><Relationship Id="rId998" Type="http://schemas.openxmlformats.org/officeDocument/2006/relationships/image" Target="NULL"/><Relationship Id="rId1183" Type="http://schemas.openxmlformats.org/officeDocument/2006/relationships/image" Target="NULL"/><Relationship Id="rId206" Type="http://schemas.openxmlformats.org/officeDocument/2006/relationships/customXml" Target="../ink/ink2974.xml"/><Relationship Id="rId413" Type="http://schemas.openxmlformats.org/officeDocument/2006/relationships/customXml" Target="../ink/ink3143.xml"/><Relationship Id="rId1043" Type="http://schemas.openxmlformats.org/officeDocument/2006/relationships/customXml" Target="../ink/ink3557.xml"/><Relationship Id="rId620" Type="http://schemas.openxmlformats.org/officeDocument/2006/relationships/customXml" Target="../ink/ink3332.xml"/><Relationship Id="rId718" Type="http://schemas.openxmlformats.org/officeDocument/2006/relationships/customXml" Target="../ink/ink3413.xml"/><Relationship Id="rId925" Type="http://schemas.openxmlformats.org/officeDocument/2006/relationships/customXml" Target="../ink/ink3498.xml"/><Relationship Id="rId1250" Type="http://schemas.openxmlformats.org/officeDocument/2006/relationships/customXml" Target="../ink/ink3658.xml"/><Relationship Id="rId1348" Type="http://schemas.openxmlformats.org/officeDocument/2006/relationships/customXml" Target="../ink/ink3702.xml"/><Relationship Id="rId1110" Type="http://schemas.openxmlformats.org/officeDocument/2006/relationships/customXml" Target="../ink/ink3591.xml"/><Relationship Id="rId1208" Type="http://schemas.openxmlformats.org/officeDocument/2006/relationships/customXml" Target="../ink/ink3637.xml"/><Relationship Id="rId54" Type="http://schemas.openxmlformats.org/officeDocument/2006/relationships/customXml" Target="../ink/ink2897.xml"/><Relationship Id="rId270" Type="http://schemas.openxmlformats.org/officeDocument/2006/relationships/image" Target="NULL"/><Relationship Id="rId130" Type="http://schemas.openxmlformats.org/officeDocument/2006/relationships/customXml" Target="../ink/ink2935.xml"/><Relationship Id="rId368" Type="http://schemas.openxmlformats.org/officeDocument/2006/relationships/customXml" Target="../ink/ink3098.xml"/><Relationship Id="rId575" Type="http://schemas.openxmlformats.org/officeDocument/2006/relationships/customXml" Target="../ink/ink3305.xml"/><Relationship Id="rId782" Type="http://schemas.openxmlformats.org/officeDocument/2006/relationships/customXml" Target="../ink/ink3474.xml"/><Relationship Id="rId228" Type="http://schemas.openxmlformats.org/officeDocument/2006/relationships/customXml" Target="../ink/ink2986.xml"/><Relationship Id="rId435" Type="http://schemas.openxmlformats.org/officeDocument/2006/relationships/customXml" Target="../ink/ink3165.xml"/><Relationship Id="rId642" Type="http://schemas.openxmlformats.org/officeDocument/2006/relationships/customXml" Target="../ink/ink3345.xml"/><Relationship Id="rId1065" Type="http://schemas.openxmlformats.org/officeDocument/2006/relationships/customXml" Target="../ink/ink3568.xml"/><Relationship Id="rId502" Type="http://schemas.openxmlformats.org/officeDocument/2006/relationships/customXml" Target="../ink/ink3232.xml"/><Relationship Id="rId947" Type="http://schemas.openxmlformats.org/officeDocument/2006/relationships/customXml" Target="../ink/ink3509.xml"/><Relationship Id="rId76" Type="http://schemas.openxmlformats.org/officeDocument/2006/relationships/customXml" Target="../ink/ink2908.xml"/><Relationship Id="rId292" Type="http://schemas.openxmlformats.org/officeDocument/2006/relationships/customXml" Target="../ink/ink3022.xml"/><Relationship Id="rId597" Type="http://schemas.openxmlformats.org/officeDocument/2006/relationships/image" Target="NULL"/><Relationship Id="rId152" Type="http://schemas.openxmlformats.org/officeDocument/2006/relationships/customXml" Target="../ink/ink2946.xml"/><Relationship Id="rId457" Type="http://schemas.openxmlformats.org/officeDocument/2006/relationships/customXml" Target="../ink/ink3187.xml"/><Relationship Id="rId1087" Type="http://schemas.openxmlformats.org/officeDocument/2006/relationships/image" Target="NULL"/><Relationship Id="rId1294" Type="http://schemas.openxmlformats.org/officeDocument/2006/relationships/customXml" Target="../ink/ink3677.xml"/><Relationship Id="rId664" Type="http://schemas.openxmlformats.org/officeDocument/2006/relationships/customXml" Target="../ink/ink3367.xml"/><Relationship Id="rId969" Type="http://schemas.openxmlformats.org/officeDocument/2006/relationships/customXml" Target="../ink/ink3520.xml"/><Relationship Id="rId317" Type="http://schemas.openxmlformats.org/officeDocument/2006/relationships/customXml" Target="../ink/ink3047.xml"/><Relationship Id="rId524" Type="http://schemas.openxmlformats.org/officeDocument/2006/relationships/customXml" Target="../ink/ink3254.xml"/><Relationship Id="rId731" Type="http://schemas.openxmlformats.org/officeDocument/2006/relationships/customXml" Target="../ink/ink3426.xml"/><Relationship Id="rId1154" Type="http://schemas.openxmlformats.org/officeDocument/2006/relationships/customXml" Target="../ink/ink3610.xml"/><Relationship Id="rId1361" Type="http://schemas.openxmlformats.org/officeDocument/2006/relationships/image" Target="NULL"/><Relationship Id="rId98" Type="http://schemas.openxmlformats.org/officeDocument/2006/relationships/customXml" Target="../ink/ink2919.xml"/><Relationship Id="rId1014" Type="http://schemas.openxmlformats.org/officeDocument/2006/relationships/image" Target="NULL"/><Relationship Id="rId1221" Type="http://schemas.openxmlformats.org/officeDocument/2006/relationships/image" Target="NULL"/><Relationship Id="rId1319" Type="http://schemas.openxmlformats.org/officeDocument/2006/relationships/image" Target="NULL"/><Relationship Id="rId25" Type="http://schemas.openxmlformats.org/officeDocument/2006/relationships/image" Target="NULL"/><Relationship Id="rId174" Type="http://schemas.openxmlformats.org/officeDocument/2006/relationships/customXml" Target="../ink/ink2957.xml"/><Relationship Id="rId381" Type="http://schemas.openxmlformats.org/officeDocument/2006/relationships/customXml" Target="../ink/ink3111.xml"/><Relationship Id="rId241" Type="http://schemas.openxmlformats.org/officeDocument/2006/relationships/image" Target="NULL"/><Relationship Id="rId479" Type="http://schemas.openxmlformats.org/officeDocument/2006/relationships/customXml" Target="../ink/ink3209.xml"/><Relationship Id="rId686" Type="http://schemas.openxmlformats.org/officeDocument/2006/relationships/customXml" Target="../ink/ink3381.xml"/><Relationship Id="rId893" Type="http://schemas.openxmlformats.org/officeDocument/2006/relationships/customXml" Target="../ink/ink3482.xml"/><Relationship Id="rId339" Type="http://schemas.openxmlformats.org/officeDocument/2006/relationships/customXml" Target="../ink/ink3069.xml"/><Relationship Id="rId546" Type="http://schemas.openxmlformats.org/officeDocument/2006/relationships/customXml" Target="../ink/ink3276.xml"/><Relationship Id="rId753" Type="http://schemas.openxmlformats.org/officeDocument/2006/relationships/customXml" Target="../ink/ink3445.xml"/><Relationship Id="rId1176" Type="http://schemas.openxmlformats.org/officeDocument/2006/relationships/customXml" Target="../ink/ink3621.xml"/><Relationship Id="rId101" Type="http://schemas.openxmlformats.org/officeDocument/2006/relationships/image" Target="NULL"/><Relationship Id="rId406" Type="http://schemas.openxmlformats.org/officeDocument/2006/relationships/customXml" Target="../ink/ink3136.xml"/><Relationship Id="rId960" Type="http://schemas.openxmlformats.org/officeDocument/2006/relationships/image" Target="NULL"/><Relationship Id="rId1036" Type="http://schemas.openxmlformats.org/officeDocument/2006/relationships/image" Target="NULL"/><Relationship Id="rId1243" Type="http://schemas.openxmlformats.org/officeDocument/2006/relationships/image" Target="NULL"/><Relationship Id="rId613" Type="http://schemas.openxmlformats.org/officeDocument/2006/relationships/image" Target="NULL"/><Relationship Id="rId918" Type="http://schemas.openxmlformats.org/officeDocument/2006/relationships/image" Target="NULL"/><Relationship Id="rId1103" Type="http://schemas.openxmlformats.org/officeDocument/2006/relationships/image" Target="NULL"/><Relationship Id="rId47" Type="http://schemas.openxmlformats.org/officeDocument/2006/relationships/image" Target="NULL"/><Relationship Id="rId196" Type="http://schemas.openxmlformats.org/officeDocument/2006/relationships/image" Target="NULL"/><Relationship Id="rId263" Type="http://schemas.openxmlformats.org/officeDocument/2006/relationships/customXml" Target="../ink/ink3005.xml"/><Relationship Id="rId470" Type="http://schemas.openxmlformats.org/officeDocument/2006/relationships/customXml" Target="../ink/ink3200.xml"/><Relationship Id="rId123" Type="http://schemas.openxmlformats.org/officeDocument/2006/relationships/image" Target="NULL"/><Relationship Id="rId330" Type="http://schemas.openxmlformats.org/officeDocument/2006/relationships/customXml" Target="../ink/ink3060.xml"/><Relationship Id="rId568" Type="http://schemas.openxmlformats.org/officeDocument/2006/relationships/customXml" Target="../ink/ink3298.xml"/><Relationship Id="rId775" Type="http://schemas.openxmlformats.org/officeDocument/2006/relationships/customXml" Target="../ink/ink3467.xml"/><Relationship Id="rId982" Type="http://schemas.openxmlformats.org/officeDocument/2006/relationships/image" Target="NULL"/><Relationship Id="rId1198" Type="http://schemas.openxmlformats.org/officeDocument/2006/relationships/customXml" Target="../ink/ink3632.xml"/><Relationship Id="rId428" Type="http://schemas.openxmlformats.org/officeDocument/2006/relationships/customXml" Target="../ink/ink3158.xml"/><Relationship Id="rId635" Type="http://schemas.openxmlformats.org/officeDocument/2006/relationships/image" Target="NULL"/><Relationship Id="rId1058" Type="http://schemas.openxmlformats.org/officeDocument/2006/relationships/image" Target="NULL"/><Relationship Id="rId1265" Type="http://schemas.openxmlformats.org/officeDocument/2006/relationships/image" Target="NULL"/><Relationship Id="rId702" Type="http://schemas.openxmlformats.org/officeDocument/2006/relationships/customXml" Target="../ink/ink3397.xml"/><Relationship Id="rId1125" Type="http://schemas.openxmlformats.org/officeDocument/2006/relationships/image" Target="NULL"/><Relationship Id="rId1332" Type="http://schemas.openxmlformats.org/officeDocument/2006/relationships/customXml" Target="../ink/ink3694.xml"/><Relationship Id="rId69" Type="http://schemas.openxmlformats.org/officeDocument/2006/relationships/image" Target="NULL"/><Relationship Id="rId285" Type="http://schemas.openxmlformats.org/officeDocument/2006/relationships/customXml" Target="../ink/ink3017.xml"/><Relationship Id="rId492" Type="http://schemas.openxmlformats.org/officeDocument/2006/relationships/customXml" Target="../ink/ink3222.xml"/><Relationship Id="rId797" Type="http://schemas.openxmlformats.org/officeDocument/2006/relationships/customXml" Target="../ink/ink3478.xml"/><Relationship Id="rId145" Type="http://schemas.openxmlformats.org/officeDocument/2006/relationships/image" Target="NULL"/><Relationship Id="rId352" Type="http://schemas.openxmlformats.org/officeDocument/2006/relationships/customXml" Target="../ink/ink3082.xml"/><Relationship Id="rId1287" Type="http://schemas.openxmlformats.org/officeDocument/2006/relationships/image" Target="NULL"/><Relationship Id="rId212" Type="http://schemas.openxmlformats.org/officeDocument/2006/relationships/customXml" Target="../ink/ink2977.xml"/><Relationship Id="rId657" Type="http://schemas.openxmlformats.org/officeDocument/2006/relationships/customXml" Target="../ink/ink3360.xml"/><Relationship Id="rId517" Type="http://schemas.openxmlformats.org/officeDocument/2006/relationships/customXml" Target="../ink/ink3247.xml"/><Relationship Id="rId724" Type="http://schemas.openxmlformats.org/officeDocument/2006/relationships/customXml" Target="../ink/ink3419.xml"/><Relationship Id="rId931" Type="http://schemas.openxmlformats.org/officeDocument/2006/relationships/customXml" Target="../ink/ink3501.xml"/><Relationship Id="rId1147" Type="http://schemas.openxmlformats.org/officeDocument/2006/relationships/image" Target="NULL"/><Relationship Id="rId1354" Type="http://schemas.openxmlformats.org/officeDocument/2006/relationships/customXml" Target="../ink/ink3705.xml"/><Relationship Id="rId60" Type="http://schemas.openxmlformats.org/officeDocument/2006/relationships/customXml" Target="../ink/ink2900.xml"/><Relationship Id="rId1007" Type="http://schemas.openxmlformats.org/officeDocument/2006/relationships/customXml" Target="../ink/ink3539.xml"/><Relationship Id="rId1214" Type="http://schemas.openxmlformats.org/officeDocument/2006/relationships/customXml" Target="../ink/ink3640.xml"/><Relationship Id="rId18" Type="http://schemas.openxmlformats.org/officeDocument/2006/relationships/customXml" Target="../ink/ink2879.xml"/><Relationship Id="rId167" Type="http://schemas.openxmlformats.org/officeDocument/2006/relationships/image" Target="NULL"/><Relationship Id="rId374" Type="http://schemas.openxmlformats.org/officeDocument/2006/relationships/customXml" Target="../ink/ink3104.xml"/><Relationship Id="rId581" Type="http://schemas.openxmlformats.org/officeDocument/2006/relationships/customXml" Target="../ink/ink3311.xml"/><Relationship Id="rId234" Type="http://schemas.openxmlformats.org/officeDocument/2006/relationships/customXml" Target="../ink/ink2989.xml"/><Relationship Id="rId679" Type="http://schemas.openxmlformats.org/officeDocument/2006/relationships/customXml" Target="../ink/ink3374.xml"/><Relationship Id="rId886" Type="http://schemas.openxmlformats.org/officeDocument/2006/relationships/image" Target="NULL"/><Relationship Id="rId2" Type="http://schemas.openxmlformats.org/officeDocument/2006/relationships/customXml" Target="../ink/ink2869.xml"/><Relationship Id="rId441" Type="http://schemas.openxmlformats.org/officeDocument/2006/relationships/customXml" Target="../ink/ink3171.xml"/><Relationship Id="rId539" Type="http://schemas.openxmlformats.org/officeDocument/2006/relationships/customXml" Target="../ink/ink3269.xml"/><Relationship Id="rId746" Type="http://schemas.openxmlformats.org/officeDocument/2006/relationships/customXml" Target="../ink/ink3441.xml"/><Relationship Id="rId1071" Type="http://schemas.openxmlformats.org/officeDocument/2006/relationships/customXml" Target="../ink/ink3571.xml"/><Relationship Id="rId1169" Type="http://schemas.openxmlformats.org/officeDocument/2006/relationships/image" Target="NULL"/><Relationship Id="rId301" Type="http://schemas.openxmlformats.org/officeDocument/2006/relationships/customXml" Target="../ink/ink3031.xml"/><Relationship Id="rId953" Type="http://schemas.openxmlformats.org/officeDocument/2006/relationships/customXml" Target="../ink/ink3512.xml"/><Relationship Id="rId1029" Type="http://schemas.openxmlformats.org/officeDocument/2006/relationships/customXml" Target="../ink/ink3550.xml"/><Relationship Id="rId1236" Type="http://schemas.openxmlformats.org/officeDocument/2006/relationships/customXml" Target="../ink/ink3651.xml"/><Relationship Id="rId82" Type="http://schemas.openxmlformats.org/officeDocument/2006/relationships/customXml" Target="../ink/ink2911.xml"/><Relationship Id="rId606" Type="http://schemas.openxmlformats.org/officeDocument/2006/relationships/customXml" Target="../ink/ink3325.xml"/><Relationship Id="rId1303" Type="http://schemas.openxmlformats.org/officeDocument/2006/relationships/image" Target="NULL"/><Relationship Id="rId189" Type="http://schemas.openxmlformats.org/officeDocument/2006/relationships/image" Target="NULL"/><Relationship Id="rId396" Type="http://schemas.openxmlformats.org/officeDocument/2006/relationships/customXml" Target="../ink/ink3126.xml"/><Relationship Id="rId256" Type="http://schemas.openxmlformats.org/officeDocument/2006/relationships/customXml" Target="../ink/ink3001.xml"/><Relationship Id="rId463" Type="http://schemas.openxmlformats.org/officeDocument/2006/relationships/customXml" Target="../ink/ink3193.xml"/><Relationship Id="rId670" Type="http://schemas.openxmlformats.org/officeDocument/2006/relationships/image" Target="NULL"/><Relationship Id="rId1093" Type="http://schemas.openxmlformats.org/officeDocument/2006/relationships/image" Target="NUL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NULL"/><Relationship Id="rId299" Type="http://schemas.openxmlformats.org/officeDocument/2006/relationships/image" Target="NULL"/><Relationship Id="rId21" Type="http://schemas.openxmlformats.org/officeDocument/2006/relationships/image" Target="NULL"/><Relationship Id="rId63" Type="http://schemas.openxmlformats.org/officeDocument/2006/relationships/image" Target="NULL"/><Relationship Id="rId159" Type="http://schemas.openxmlformats.org/officeDocument/2006/relationships/image" Target="NULL"/><Relationship Id="rId324" Type="http://schemas.openxmlformats.org/officeDocument/2006/relationships/customXml" Target="../ink/ink3876.xml"/><Relationship Id="rId366" Type="http://schemas.openxmlformats.org/officeDocument/2006/relationships/customXml" Target="../ink/ink3897.xml"/><Relationship Id="rId170" Type="http://schemas.openxmlformats.org/officeDocument/2006/relationships/customXml" Target="../ink/ink3799.xml"/><Relationship Id="rId226" Type="http://schemas.openxmlformats.org/officeDocument/2006/relationships/customXml" Target="../ink/ink3827.xml"/><Relationship Id="rId268" Type="http://schemas.openxmlformats.org/officeDocument/2006/relationships/customXml" Target="../ink/ink3848.xml"/><Relationship Id="rId32" Type="http://schemas.openxmlformats.org/officeDocument/2006/relationships/customXml" Target="../ink/ink3730.xml"/><Relationship Id="rId74" Type="http://schemas.openxmlformats.org/officeDocument/2006/relationships/customXml" Target="../ink/ink3751.xml"/><Relationship Id="rId128" Type="http://schemas.openxmlformats.org/officeDocument/2006/relationships/customXml" Target="../ink/ink3778.xml"/><Relationship Id="rId335" Type="http://schemas.openxmlformats.org/officeDocument/2006/relationships/image" Target="NULL"/><Relationship Id="rId377" Type="http://schemas.openxmlformats.org/officeDocument/2006/relationships/customXml" Target="../ink/ink3903.xml"/><Relationship Id="rId5" Type="http://schemas.openxmlformats.org/officeDocument/2006/relationships/image" Target="NULL"/><Relationship Id="rId181" Type="http://schemas.openxmlformats.org/officeDocument/2006/relationships/image" Target="NULL"/><Relationship Id="rId237" Type="http://schemas.openxmlformats.org/officeDocument/2006/relationships/image" Target="NULL"/><Relationship Id="rId402" Type="http://schemas.openxmlformats.org/officeDocument/2006/relationships/customXml" Target="../ink/ink3916.xml"/><Relationship Id="rId279" Type="http://schemas.openxmlformats.org/officeDocument/2006/relationships/image" Target="NULL"/><Relationship Id="rId43" Type="http://schemas.openxmlformats.org/officeDocument/2006/relationships/image" Target="NULL"/><Relationship Id="rId139" Type="http://schemas.openxmlformats.org/officeDocument/2006/relationships/image" Target="NULL"/><Relationship Id="rId290" Type="http://schemas.openxmlformats.org/officeDocument/2006/relationships/customXml" Target="../ink/ink3859.xml"/><Relationship Id="rId304" Type="http://schemas.openxmlformats.org/officeDocument/2006/relationships/customXml" Target="../ink/ink3866.xml"/><Relationship Id="rId346" Type="http://schemas.openxmlformats.org/officeDocument/2006/relationships/customXml" Target="../ink/ink3887.xml"/><Relationship Id="rId388" Type="http://schemas.openxmlformats.org/officeDocument/2006/relationships/customXml" Target="../ink/ink3909.xml"/><Relationship Id="rId85" Type="http://schemas.openxmlformats.org/officeDocument/2006/relationships/image" Target="NULL"/><Relationship Id="rId150" Type="http://schemas.openxmlformats.org/officeDocument/2006/relationships/customXml" Target="../ink/ink3789.xml"/><Relationship Id="rId192" Type="http://schemas.openxmlformats.org/officeDocument/2006/relationships/customXml" Target="../ink/ink3810.xml"/><Relationship Id="rId206" Type="http://schemas.openxmlformats.org/officeDocument/2006/relationships/customXml" Target="../ink/ink3817.xml"/><Relationship Id="rId413" Type="http://schemas.openxmlformats.org/officeDocument/2006/relationships/image" Target="NULL"/><Relationship Id="rId248" Type="http://schemas.openxmlformats.org/officeDocument/2006/relationships/customXml" Target="../ink/ink3838.xml"/><Relationship Id="rId12" Type="http://schemas.openxmlformats.org/officeDocument/2006/relationships/customXml" Target="../ink/ink3720.xml"/><Relationship Id="rId108" Type="http://schemas.openxmlformats.org/officeDocument/2006/relationships/customXml" Target="../ink/ink3768.xml"/><Relationship Id="rId315" Type="http://schemas.openxmlformats.org/officeDocument/2006/relationships/image" Target="NULL"/><Relationship Id="rId357" Type="http://schemas.openxmlformats.org/officeDocument/2006/relationships/image" Target="NULL"/><Relationship Id="rId54" Type="http://schemas.openxmlformats.org/officeDocument/2006/relationships/customXml" Target="../ink/ink3741.xml"/><Relationship Id="rId96" Type="http://schemas.openxmlformats.org/officeDocument/2006/relationships/customXml" Target="../ink/ink3762.xml"/><Relationship Id="rId161" Type="http://schemas.openxmlformats.org/officeDocument/2006/relationships/image" Target="NULL"/><Relationship Id="rId217" Type="http://schemas.openxmlformats.org/officeDocument/2006/relationships/image" Target="NULL"/><Relationship Id="rId399" Type="http://schemas.openxmlformats.org/officeDocument/2006/relationships/image" Target="NULL"/><Relationship Id="rId259" Type="http://schemas.openxmlformats.org/officeDocument/2006/relationships/image" Target="NULL"/><Relationship Id="rId23" Type="http://schemas.openxmlformats.org/officeDocument/2006/relationships/image" Target="NULL"/><Relationship Id="rId119" Type="http://schemas.openxmlformats.org/officeDocument/2006/relationships/image" Target="NULL"/><Relationship Id="rId270" Type="http://schemas.openxmlformats.org/officeDocument/2006/relationships/customXml" Target="../ink/ink3849.xml"/><Relationship Id="rId326" Type="http://schemas.openxmlformats.org/officeDocument/2006/relationships/customXml" Target="../ink/ink3877.xml"/><Relationship Id="rId65" Type="http://schemas.openxmlformats.org/officeDocument/2006/relationships/image" Target="NULL"/><Relationship Id="rId130" Type="http://schemas.openxmlformats.org/officeDocument/2006/relationships/customXml" Target="../ink/ink3779.xml"/><Relationship Id="rId368" Type="http://schemas.openxmlformats.org/officeDocument/2006/relationships/customXml" Target="../ink/ink3898.xml"/><Relationship Id="rId172" Type="http://schemas.openxmlformats.org/officeDocument/2006/relationships/customXml" Target="../ink/ink3800.xml"/><Relationship Id="rId228" Type="http://schemas.openxmlformats.org/officeDocument/2006/relationships/customXml" Target="../ink/ink3828.xml"/><Relationship Id="rId281" Type="http://schemas.openxmlformats.org/officeDocument/2006/relationships/image" Target="NULL"/><Relationship Id="rId337" Type="http://schemas.openxmlformats.org/officeDocument/2006/relationships/image" Target="NULL"/><Relationship Id="rId34" Type="http://schemas.openxmlformats.org/officeDocument/2006/relationships/customXml" Target="../ink/ink3731.xml"/><Relationship Id="rId76" Type="http://schemas.openxmlformats.org/officeDocument/2006/relationships/customXml" Target="../ink/ink3752.xml"/><Relationship Id="rId141" Type="http://schemas.openxmlformats.org/officeDocument/2006/relationships/image" Target="NULL"/><Relationship Id="rId379" Type="http://schemas.openxmlformats.org/officeDocument/2006/relationships/customXml" Target="../ink/ink3904.xml"/><Relationship Id="rId7" Type="http://schemas.openxmlformats.org/officeDocument/2006/relationships/image" Target="NULL"/><Relationship Id="rId183" Type="http://schemas.openxmlformats.org/officeDocument/2006/relationships/image" Target="NULL"/><Relationship Id="rId239" Type="http://schemas.openxmlformats.org/officeDocument/2006/relationships/image" Target="NULL"/><Relationship Id="rId390" Type="http://schemas.openxmlformats.org/officeDocument/2006/relationships/customXml" Target="../ink/ink3910.xml"/><Relationship Id="rId404" Type="http://schemas.openxmlformats.org/officeDocument/2006/relationships/customXml" Target="../ink/ink3917.xml"/><Relationship Id="rId250" Type="http://schemas.openxmlformats.org/officeDocument/2006/relationships/customXml" Target="../ink/ink3839.xml"/><Relationship Id="rId292" Type="http://schemas.openxmlformats.org/officeDocument/2006/relationships/customXml" Target="../ink/ink3860.xml"/><Relationship Id="rId306" Type="http://schemas.openxmlformats.org/officeDocument/2006/relationships/customXml" Target="../ink/ink3867.xml"/><Relationship Id="rId45" Type="http://schemas.openxmlformats.org/officeDocument/2006/relationships/image" Target="NULL"/><Relationship Id="rId87" Type="http://schemas.openxmlformats.org/officeDocument/2006/relationships/image" Target="NULL"/><Relationship Id="rId110" Type="http://schemas.openxmlformats.org/officeDocument/2006/relationships/customXml" Target="../ink/ink3769.xml"/><Relationship Id="rId348" Type="http://schemas.openxmlformats.org/officeDocument/2006/relationships/customXml" Target="../ink/ink3888.xml"/><Relationship Id="rId152" Type="http://schemas.openxmlformats.org/officeDocument/2006/relationships/customXml" Target="../ink/ink3790.xml"/><Relationship Id="rId194" Type="http://schemas.openxmlformats.org/officeDocument/2006/relationships/customXml" Target="../ink/ink3811.xml"/><Relationship Id="rId208" Type="http://schemas.openxmlformats.org/officeDocument/2006/relationships/customXml" Target="../ink/ink3818.xml"/><Relationship Id="rId415" Type="http://schemas.openxmlformats.org/officeDocument/2006/relationships/image" Target="NULL"/><Relationship Id="rId261" Type="http://schemas.openxmlformats.org/officeDocument/2006/relationships/image" Target="NULL"/><Relationship Id="rId14" Type="http://schemas.openxmlformats.org/officeDocument/2006/relationships/customXml" Target="../ink/ink3721.xml"/><Relationship Id="rId56" Type="http://schemas.openxmlformats.org/officeDocument/2006/relationships/customXml" Target="../ink/ink3742.xml"/><Relationship Id="rId317" Type="http://schemas.openxmlformats.org/officeDocument/2006/relationships/image" Target="NULL"/><Relationship Id="rId359" Type="http://schemas.openxmlformats.org/officeDocument/2006/relationships/image" Target="NULL"/><Relationship Id="rId98" Type="http://schemas.openxmlformats.org/officeDocument/2006/relationships/customXml" Target="../ink/ink3763.xml"/><Relationship Id="rId121" Type="http://schemas.openxmlformats.org/officeDocument/2006/relationships/image" Target="NULL"/><Relationship Id="rId163" Type="http://schemas.openxmlformats.org/officeDocument/2006/relationships/image" Target="NULL"/><Relationship Id="rId219" Type="http://schemas.openxmlformats.org/officeDocument/2006/relationships/image" Target="NULL"/><Relationship Id="rId370" Type="http://schemas.openxmlformats.org/officeDocument/2006/relationships/customXml" Target="../ink/ink3899.xml"/><Relationship Id="rId230" Type="http://schemas.openxmlformats.org/officeDocument/2006/relationships/customXml" Target="../ink/ink3829.xml"/><Relationship Id="rId25" Type="http://schemas.openxmlformats.org/officeDocument/2006/relationships/image" Target="NULL"/><Relationship Id="rId67" Type="http://schemas.openxmlformats.org/officeDocument/2006/relationships/image" Target="NULL"/><Relationship Id="rId272" Type="http://schemas.openxmlformats.org/officeDocument/2006/relationships/customXml" Target="../ink/ink3850.xml"/><Relationship Id="rId328" Type="http://schemas.openxmlformats.org/officeDocument/2006/relationships/customXml" Target="../ink/ink3878.xml"/><Relationship Id="rId132" Type="http://schemas.openxmlformats.org/officeDocument/2006/relationships/customXml" Target="../ink/ink3780.xml"/><Relationship Id="rId174" Type="http://schemas.openxmlformats.org/officeDocument/2006/relationships/customXml" Target="../ink/ink3801.xml"/><Relationship Id="rId381" Type="http://schemas.openxmlformats.org/officeDocument/2006/relationships/image" Target="NULL"/><Relationship Id="rId241" Type="http://schemas.openxmlformats.org/officeDocument/2006/relationships/image" Target="NULL"/><Relationship Id="rId36" Type="http://schemas.openxmlformats.org/officeDocument/2006/relationships/customXml" Target="../ink/ink3732.xml"/><Relationship Id="rId283" Type="http://schemas.openxmlformats.org/officeDocument/2006/relationships/image" Target="NULL"/><Relationship Id="rId339" Type="http://schemas.openxmlformats.org/officeDocument/2006/relationships/image" Target="NULL"/><Relationship Id="rId78" Type="http://schemas.openxmlformats.org/officeDocument/2006/relationships/customXml" Target="../ink/ink3753.xml"/><Relationship Id="rId101" Type="http://schemas.openxmlformats.org/officeDocument/2006/relationships/image" Target="NULL"/><Relationship Id="rId143" Type="http://schemas.openxmlformats.org/officeDocument/2006/relationships/image" Target="NULL"/><Relationship Id="rId185" Type="http://schemas.openxmlformats.org/officeDocument/2006/relationships/image" Target="NULL"/><Relationship Id="rId350" Type="http://schemas.openxmlformats.org/officeDocument/2006/relationships/customXml" Target="../ink/ink3889.xml"/><Relationship Id="rId406" Type="http://schemas.openxmlformats.org/officeDocument/2006/relationships/customXml" Target="../ink/ink3918.xml"/><Relationship Id="rId9" Type="http://schemas.openxmlformats.org/officeDocument/2006/relationships/image" Target="NULL"/><Relationship Id="rId210" Type="http://schemas.openxmlformats.org/officeDocument/2006/relationships/customXml" Target="../ink/ink3819.xml"/><Relationship Id="rId392" Type="http://schemas.openxmlformats.org/officeDocument/2006/relationships/customXml" Target="../ink/ink3911.xml"/><Relationship Id="rId252" Type="http://schemas.openxmlformats.org/officeDocument/2006/relationships/customXml" Target="../ink/ink3840.xml"/><Relationship Id="rId294" Type="http://schemas.openxmlformats.org/officeDocument/2006/relationships/customXml" Target="../ink/ink3861.xml"/><Relationship Id="rId308" Type="http://schemas.openxmlformats.org/officeDocument/2006/relationships/customXml" Target="../ink/ink3868.xml"/><Relationship Id="rId47" Type="http://schemas.openxmlformats.org/officeDocument/2006/relationships/image" Target="NULL"/><Relationship Id="rId89" Type="http://schemas.openxmlformats.org/officeDocument/2006/relationships/image" Target="NULL"/><Relationship Id="rId112" Type="http://schemas.openxmlformats.org/officeDocument/2006/relationships/customXml" Target="../ink/ink3770.xml"/><Relationship Id="rId154" Type="http://schemas.openxmlformats.org/officeDocument/2006/relationships/customXml" Target="../ink/ink3791.xml"/><Relationship Id="rId361" Type="http://schemas.openxmlformats.org/officeDocument/2006/relationships/image" Target="NULL"/><Relationship Id="rId196" Type="http://schemas.openxmlformats.org/officeDocument/2006/relationships/customXml" Target="../ink/ink3812.xml"/><Relationship Id="rId16" Type="http://schemas.openxmlformats.org/officeDocument/2006/relationships/customXml" Target="../ink/ink3722.xml"/><Relationship Id="rId221" Type="http://schemas.openxmlformats.org/officeDocument/2006/relationships/image" Target="NULL"/><Relationship Id="rId263" Type="http://schemas.openxmlformats.org/officeDocument/2006/relationships/image" Target="NULL"/><Relationship Id="rId319" Type="http://schemas.openxmlformats.org/officeDocument/2006/relationships/image" Target="NULL"/><Relationship Id="rId58" Type="http://schemas.openxmlformats.org/officeDocument/2006/relationships/customXml" Target="../ink/ink3743.xml"/><Relationship Id="rId123" Type="http://schemas.openxmlformats.org/officeDocument/2006/relationships/image" Target="NULL"/><Relationship Id="rId330" Type="http://schemas.openxmlformats.org/officeDocument/2006/relationships/customXml" Target="../ink/ink3879.xml"/><Relationship Id="rId165" Type="http://schemas.openxmlformats.org/officeDocument/2006/relationships/image" Target="NULL"/><Relationship Id="rId372" Type="http://schemas.openxmlformats.org/officeDocument/2006/relationships/customXml" Target="../ink/ink3900.xml"/><Relationship Id="rId232" Type="http://schemas.openxmlformats.org/officeDocument/2006/relationships/customXml" Target="../ink/ink3830.xml"/><Relationship Id="rId274" Type="http://schemas.openxmlformats.org/officeDocument/2006/relationships/customXml" Target="../ink/ink3851.xml"/><Relationship Id="rId27" Type="http://schemas.openxmlformats.org/officeDocument/2006/relationships/image" Target="NULL"/><Relationship Id="rId69" Type="http://schemas.openxmlformats.org/officeDocument/2006/relationships/image" Target="NULL"/><Relationship Id="rId134" Type="http://schemas.openxmlformats.org/officeDocument/2006/relationships/customXml" Target="../ink/ink3781.xml"/><Relationship Id="rId80" Type="http://schemas.openxmlformats.org/officeDocument/2006/relationships/customXml" Target="../ink/ink3754.xml"/><Relationship Id="rId155" Type="http://schemas.openxmlformats.org/officeDocument/2006/relationships/image" Target="NULL"/><Relationship Id="rId176" Type="http://schemas.openxmlformats.org/officeDocument/2006/relationships/customXml" Target="../ink/ink3802.xml"/><Relationship Id="rId197" Type="http://schemas.openxmlformats.org/officeDocument/2006/relationships/image" Target="NULL"/><Relationship Id="rId341" Type="http://schemas.openxmlformats.org/officeDocument/2006/relationships/image" Target="NULL"/><Relationship Id="rId362" Type="http://schemas.openxmlformats.org/officeDocument/2006/relationships/customXml" Target="../ink/ink3895.xml"/><Relationship Id="rId383" Type="http://schemas.openxmlformats.org/officeDocument/2006/relationships/image" Target="NULL"/><Relationship Id="rId201" Type="http://schemas.openxmlformats.org/officeDocument/2006/relationships/image" Target="NULL"/><Relationship Id="rId222" Type="http://schemas.openxmlformats.org/officeDocument/2006/relationships/customXml" Target="../ink/ink3825.xml"/><Relationship Id="rId243" Type="http://schemas.openxmlformats.org/officeDocument/2006/relationships/image" Target="NULL"/><Relationship Id="rId264" Type="http://schemas.openxmlformats.org/officeDocument/2006/relationships/customXml" Target="../ink/ink3846.xml"/><Relationship Id="rId285" Type="http://schemas.openxmlformats.org/officeDocument/2006/relationships/image" Target="NULL"/><Relationship Id="rId17" Type="http://schemas.openxmlformats.org/officeDocument/2006/relationships/image" Target="NULL"/><Relationship Id="rId38" Type="http://schemas.openxmlformats.org/officeDocument/2006/relationships/customXml" Target="../ink/ink3733.xml"/><Relationship Id="rId59" Type="http://schemas.openxmlformats.org/officeDocument/2006/relationships/image" Target="NULL"/><Relationship Id="rId103" Type="http://schemas.openxmlformats.org/officeDocument/2006/relationships/image" Target="NULL"/><Relationship Id="rId124" Type="http://schemas.openxmlformats.org/officeDocument/2006/relationships/customXml" Target="../ink/ink3776.xml"/><Relationship Id="rId310" Type="http://schemas.openxmlformats.org/officeDocument/2006/relationships/customXml" Target="../ink/ink3869.xml"/><Relationship Id="rId70" Type="http://schemas.openxmlformats.org/officeDocument/2006/relationships/customXml" Target="../ink/ink3749.xml"/><Relationship Id="rId91" Type="http://schemas.openxmlformats.org/officeDocument/2006/relationships/image" Target="NULL"/><Relationship Id="rId145" Type="http://schemas.openxmlformats.org/officeDocument/2006/relationships/image" Target="NULL"/><Relationship Id="rId166" Type="http://schemas.openxmlformats.org/officeDocument/2006/relationships/customXml" Target="../ink/ink3797.xml"/><Relationship Id="rId187" Type="http://schemas.openxmlformats.org/officeDocument/2006/relationships/image" Target="NULL"/><Relationship Id="rId331" Type="http://schemas.openxmlformats.org/officeDocument/2006/relationships/image" Target="NULL"/><Relationship Id="rId352" Type="http://schemas.openxmlformats.org/officeDocument/2006/relationships/customXml" Target="../ink/ink3890.xml"/><Relationship Id="rId373" Type="http://schemas.openxmlformats.org/officeDocument/2006/relationships/customXml" Target="../ink/ink3901.xml"/><Relationship Id="rId394" Type="http://schemas.openxmlformats.org/officeDocument/2006/relationships/customXml" Target="../ink/ink3912.xml"/><Relationship Id="rId408" Type="http://schemas.openxmlformats.org/officeDocument/2006/relationships/customXml" Target="../ink/ink3919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3820.xml"/><Relationship Id="rId233" Type="http://schemas.openxmlformats.org/officeDocument/2006/relationships/image" Target="NULL"/><Relationship Id="rId254" Type="http://schemas.openxmlformats.org/officeDocument/2006/relationships/customXml" Target="../ink/ink3841.xml"/><Relationship Id="rId28" Type="http://schemas.openxmlformats.org/officeDocument/2006/relationships/customXml" Target="../ink/ink3728.xml"/><Relationship Id="rId49" Type="http://schemas.openxmlformats.org/officeDocument/2006/relationships/image" Target="NULL"/><Relationship Id="rId114" Type="http://schemas.openxmlformats.org/officeDocument/2006/relationships/customXml" Target="../ink/ink3771.xml"/><Relationship Id="rId275" Type="http://schemas.openxmlformats.org/officeDocument/2006/relationships/image" Target="NULL"/><Relationship Id="rId296" Type="http://schemas.openxmlformats.org/officeDocument/2006/relationships/customXml" Target="../ink/ink3862.xml"/><Relationship Id="rId300" Type="http://schemas.openxmlformats.org/officeDocument/2006/relationships/customXml" Target="../ink/ink3864.xml"/><Relationship Id="rId60" Type="http://schemas.openxmlformats.org/officeDocument/2006/relationships/customXml" Target="../ink/ink3744.xml"/><Relationship Id="rId81" Type="http://schemas.openxmlformats.org/officeDocument/2006/relationships/image" Target="NULL"/><Relationship Id="rId135" Type="http://schemas.openxmlformats.org/officeDocument/2006/relationships/image" Target="NULL"/><Relationship Id="rId156" Type="http://schemas.openxmlformats.org/officeDocument/2006/relationships/customXml" Target="../ink/ink3792.xml"/><Relationship Id="rId177" Type="http://schemas.openxmlformats.org/officeDocument/2006/relationships/image" Target="NULL"/><Relationship Id="rId198" Type="http://schemas.openxmlformats.org/officeDocument/2006/relationships/customXml" Target="../ink/ink3813.xml"/><Relationship Id="rId321" Type="http://schemas.openxmlformats.org/officeDocument/2006/relationships/image" Target="NULL"/><Relationship Id="rId342" Type="http://schemas.openxmlformats.org/officeDocument/2006/relationships/customXml" Target="../ink/ink3885.xml"/><Relationship Id="rId363" Type="http://schemas.openxmlformats.org/officeDocument/2006/relationships/image" Target="NULL"/><Relationship Id="rId384" Type="http://schemas.openxmlformats.org/officeDocument/2006/relationships/customXml" Target="../ink/ink3907.xml"/><Relationship Id="rId202" Type="http://schemas.openxmlformats.org/officeDocument/2006/relationships/customXml" Target="../ink/ink3815.xml"/><Relationship Id="rId223" Type="http://schemas.openxmlformats.org/officeDocument/2006/relationships/image" Target="NULL"/><Relationship Id="rId244" Type="http://schemas.openxmlformats.org/officeDocument/2006/relationships/customXml" Target="../ink/ink3836.xml"/><Relationship Id="rId18" Type="http://schemas.openxmlformats.org/officeDocument/2006/relationships/customXml" Target="../ink/ink3723.xml"/><Relationship Id="rId39" Type="http://schemas.openxmlformats.org/officeDocument/2006/relationships/image" Target="NULL"/><Relationship Id="rId265" Type="http://schemas.openxmlformats.org/officeDocument/2006/relationships/image" Target="NULL"/><Relationship Id="rId286" Type="http://schemas.openxmlformats.org/officeDocument/2006/relationships/customXml" Target="../ink/ink3857.xml"/><Relationship Id="rId50" Type="http://schemas.openxmlformats.org/officeDocument/2006/relationships/customXml" Target="../ink/ink3739.xml"/><Relationship Id="rId104" Type="http://schemas.openxmlformats.org/officeDocument/2006/relationships/customXml" Target="../ink/ink3766.xml"/><Relationship Id="rId125" Type="http://schemas.openxmlformats.org/officeDocument/2006/relationships/image" Target="NULL"/><Relationship Id="rId146" Type="http://schemas.openxmlformats.org/officeDocument/2006/relationships/customXml" Target="../ink/ink3787.xml"/><Relationship Id="rId167" Type="http://schemas.openxmlformats.org/officeDocument/2006/relationships/image" Target="NULL"/><Relationship Id="rId188" Type="http://schemas.openxmlformats.org/officeDocument/2006/relationships/customXml" Target="../ink/ink3808.xml"/><Relationship Id="rId311" Type="http://schemas.openxmlformats.org/officeDocument/2006/relationships/image" Target="NULL"/><Relationship Id="rId332" Type="http://schemas.openxmlformats.org/officeDocument/2006/relationships/customXml" Target="../ink/ink3880.xml"/><Relationship Id="rId353" Type="http://schemas.openxmlformats.org/officeDocument/2006/relationships/image" Target="NULL"/><Relationship Id="rId374" Type="http://schemas.openxmlformats.org/officeDocument/2006/relationships/image" Target="NULL"/><Relationship Id="rId395" Type="http://schemas.openxmlformats.org/officeDocument/2006/relationships/image" Target="NULL"/><Relationship Id="rId409" Type="http://schemas.openxmlformats.org/officeDocument/2006/relationships/image" Target="NULL"/><Relationship Id="rId71" Type="http://schemas.openxmlformats.org/officeDocument/2006/relationships/image" Target="NULL"/><Relationship Id="rId92" Type="http://schemas.openxmlformats.org/officeDocument/2006/relationships/customXml" Target="../ink/ink3760.xml"/><Relationship Id="rId213" Type="http://schemas.openxmlformats.org/officeDocument/2006/relationships/image" Target="NULL"/><Relationship Id="rId234" Type="http://schemas.openxmlformats.org/officeDocument/2006/relationships/customXml" Target="../ink/ink3831.xml"/><Relationship Id="rId2" Type="http://schemas.openxmlformats.org/officeDocument/2006/relationships/customXml" Target="../ink/ink3715.xml"/><Relationship Id="rId29" Type="http://schemas.openxmlformats.org/officeDocument/2006/relationships/image" Target="NULL"/><Relationship Id="rId255" Type="http://schemas.openxmlformats.org/officeDocument/2006/relationships/image" Target="NULL"/><Relationship Id="rId276" Type="http://schemas.openxmlformats.org/officeDocument/2006/relationships/customXml" Target="../ink/ink3852.xml"/><Relationship Id="rId297" Type="http://schemas.openxmlformats.org/officeDocument/2006/relationships/image" Target="NULL"/><Relationship Id="rId40" Type="http://schemas.openxmlformats.org/officeDocument/2006/relationships/customXml" Target="../ink/ink3734.xml"/><Relationship Id="rId115" Type="http://schemas.openxmlformats.org/officeDocument/2006/relationships/image" Target="NULL"/><Relationship Id="rId136" Type="http://schemas.openxmlformats.org/officeDocument/2006/relationships/customXml" Target="../ink/ink3782.xml"/><Relationship Id="rId157" Type="http://schemas.openxmlformats.org/officeDocument/2006/relationships/image" Target="NULL"/><Relationship Id="rId178" Type="http://schemas.openxmlformats.org/officeDocument/2006/relationships/customXml" Target="../ink/ink3803.xml"/><Relationship Id="rId301" Type="http://schemas.openxmlformats.org/officeDocument/2006/relationships/image" Target="NULL"/><Relationship Id="rId322" Type="http://schemas.openxmlformats.org/officeDocument/2006/relationships/customXml" Target="../ink/ink3875.xml"/><Relationship Id="rId343" Type="http://schemas.openxmlformats.org/officeDocument/2006/relationships/image" Target="NULL"/><Relationship Id="rId364" Type="http://schemas.openxmlformats.org/officeDocument/2006/relationships/customXml" Target="../ink/ink3896.xml"/><Relationship Id="rId61" Type="http://schemas.openxmlformats.org/officeDocument/2006/relationships/image" Target="NULL"/><Relationship Id="rId82" Type="http://schemas.openxmlformats.org/officeDocument/2006/relationships/customXml" Target="../ink/ink3755.xml"/><Relationship Id="rId199" Type="http://schemas.openxmlformats.org/officeDocument/2006/relationships/image" Target="NULL"/><Relationship Id="rId203" Type="http://schemas.openxmlformats.org/officeDocument/2006/relationships/image" Target="NULL"/><Relationship Id="rId385" Type="http://schemas.openxmlformats.org/officeDocument/2006/relationships/image" Target="NULL"/><Relationship Id="rId19" Type="http://schemas.openxmlformats.org/officeDocument/2006/relationships/image" Target="NULL"/><Relationship Id="rId224" Type="http://schemas.openxmlformats.org/officeDocument/2006/relationships/customXml" Target="../ink/ink3826.xml"/><Relationship Id="rId245" Type="http://schemas.openxmlformats.org/officeDocument/2006/relationships/image" Target="NULL"/><Relationship Id="rId266" Type="http://schemas.openxmlformats.org/officeDocument/2006/relationships/customXml" Target="../ink/ink3847.xml"/><Relationship Id="rId287" Type="http://schemas.openxmlformats.org/officeDocument/2006/relationships/image" Target="NULL"/><Relationship Id="rId410" Type="http://schemas.openxmlformats.org/officeDocument/2006/relationships/customXml" Target="../ink/ink3920.xml"/><Relationship Id="rId30" Type="http://schemas.openxmlformats.org/officeDocument/2006/relationships/customXml" Target="../ink/ink3729.xml"/><Relationship Id="rId105" Type="http://schemas.openxmlformats.org/officeDocument/2006/relationships/image" Target="NULL"/><Relationship Id="rId126" Type="http://schemas.openxmlformats.org/officeDocument/2006/relationships/customXml" Target="../ink/ink3777.xml"/><Relationship Id="rId147" Type="http://schemas.openxmlformats.org/officeDocument/2006/relationships/image" Target="NULL"/><Relationship Id="rId168" Type="http://schemas.openxmlformats.org/officeDocument/2006/relationships/customXml" Target="../ink/ink3798.xml"/><Relationship Id="rId312" Type="http://schemas.openxmlformats.org/officeDocument/2006/relationships/customXml" Target="../ink/ink3870.xml"/><Relationship Id="rId333" Type="http://schemas.openxmlformats.org/officeDocument/2006/relationships/image" Target="NULL"/><Relationship Id="rId354" Type="http://schemas.openxmlformats.org/officeDocument/2006/relationships/customXml" Target="../ink/ink3891.xml"/><Relationship Id="rId51" Type="http://schemas.openxmlformats.org/officeDocument/2006/relationships/image" Target="NULL"/><Relationship Id="rId72" Type="http://schemas.openxmlformats.org/officeDocument/2006/relationships/customXml" Target="../ink/ink3750.xml"/><Relationship Id="rId93" Type="http://schemas.openxmlformats.org/officeDocument/2006/relationships/image" Target="NULL"/><Relationship Id="rId189" Type="http://schemas.openxmlformats.org/officeDocument/2006/relationships/image" Target="NULL"/><Relationship Id="rId375" Type="http://schemas.openxmlformats.org/officeDocument/2006/relationships/customXml" Target="../ink/ink3902.xml"/><Relationship Id="rId396" Type="http://schemas.openxmlformats.org/officeDocument/2006/relationships/customXml" Target="../ink/ink3913.xml"/><Relationship Id="rId3" Type="http://schemas.openxmlformats.org/officeDocument/2006/relationships/image" Target="NULL"/><Relationship Id="rId214" Type="http://schemas.openxmlformats.org/officeDocument/2006/relationships/customXml" Target="../ink/ink3821.xml"/><Relationship Id="rId235" Type="http://schemas.openxmlformats.org/officeDocument/2006/relationships/image" Target="NULL"/><Relationship Id="rId256" Type="http://schemas.openxmlformats.org/officeDocument/2006/relationships/customXml" Target="../ink/ink3842.xml"/><Relationship Id="rId277" Type="http://schemas.openxmlformats.org/officeDocument/2006/relationships/image" Target="NULL"/><Relationship Id="rId298" Type="http://schemas.openxmlformats.org/officeDocument/2006/relationships/customXml" Target="../ink/ink3863.xml"/><Relationship Id="rId400" Type="http://schemas.openxmlformats.org/officeDocument/2006/relationships/customXml" Target="../ink/ink3915.xml"/><Relationship Id="rId116" Type="http://schemas.openxmlformats.org/officeDocument/2006/relationships/customXml" Target="../ink/ink3772.xml"/><Relationship Id="rId137" Type="http://schemas.openxmlformats.org/officeDocument/2006/relationships/image" Target="NULL"/><Relationship Id="rId158" Type="http://schemas.openxmlformats.org/officeDocument/2006/relationships/customXml" Target="../ink/ink3793.xml"/><Relationship Id="rId302" Type="http://schemas.openxmlformats.org/officeDocument/2006/relationships/customXml" Target="../ink/ink3865.xml"/><Relationship Id="rId323" Type="http://schemas.openxmlformats.org/officeDocument/2006/relationships/image" Target="NULL"/><Relationship Id="rId344" Type="http://schemas.openxmlformats.org/officeDocument/2006/relationships/customXml" Target="../ink/ink3886.xml"/><Relationship Id="rId20" Type="http://schemas.openxmlformats.org/officeDocument/2006/relationships/customXml" Target="../ink/ink3724.xml"/><Relationship Id="rId41" Type="http://schemas.openxmlformats.org/officeDocument/2006/relationships/image" Target="NULL"/><Relationship Id="rId62" Type="http://schemas.openxmlformats.org/officeDocument/2006/relationships/customXml" Target="../ink/ink3745.xml"/><Relationship Id="rId83" Type="http://schemas.openxmlformats.org/officeDocument/2006/relationships/image" Target="NULL"/><Relationship Id="rId179" Type="http://schemas.openxmlformats.org/officeDocument/2006/relationships/image" Target="NULL"/><Relationship Id="rId365" Type="http://schemas.openxmlformats.org/officeDocument/2006/relationships/image" Target="NULL"/><Relationship Id="rId386" Type="http://schemas.openxmlformats.org/officeDocument/2006/relationships/customXml" Target="../ink/ink3908.xml"/><Relationship Id="rId190" Type="http://schemas.openxmlformats.org/officeDocument/2006/relationships/customXml" Target="../ink/ink3809.xml"/><Relationship Id="rId204" Type="http://schemas.openxmlformats.org/officeDocument/2006/relationships/customXml" Target="../ink/ink3816.xml"/><Relationship Id="rId225" Type="http://schemas.openxmlformats.org/officeDocument/2006/relationships/image" Target="NULL"/><Relationship Id="rId246" Type="http://schemas.openxmlformats.org/officeDocument/2006/relationships/customXml" Target="../ink/ink3837.xml"/><Relationship Id="rId267" Type="http://schemas.openxmlformats.org/officeDocument/2006/relationships/image" Target="NULL"/><Relationship Id="rId288" Type="http://schemas.openxmlformats.org/officeDocument/2006/relationships/customXml" Target="../ink/ink3858.xml"/><Relationship Id="rId411" Type="http://schemas.openxmlformats.org/officeDocument/2006/relationships/image" Target="NULL"/><Relationship Id="rId106" Type="http://schemas.openxmlformats.org/officeDocument/2006/relationships/customXml" Target="../ink/ink3767.xml"/><Relationship Id="rId127" Type="http://schemas.openxmlformats.org/officeDocument/2006/relationships/image" Target="NULL"/><Relationship Id="rId313" Type="http://schemas.openxmlformats.org/officeDocument/2006/relationships/image" Target="NULL"/><Relationship Id="rId10" Type="http://schemas.openxmlformats.org/officeDocument/2006/relationships/customXml" Target="../ink/ink3719.xml"/><Relationship Id="rId31" Type="http://schemas.openxmlformats.org/officeDocument/2006/relationships/image" Target="NULL"/><Relationship Id="rId52" Type="http://schemas.openxmlformats.org/officeDocument/2006/relationships/customXml" Target="../ink/ink3740.xml"/><Relationship Id="rId73" Type="http://schemas.openxmlformats.org/officeDocument/2006/relationships/image" Target="NULL"/><Relationship Id="rId94" Type="http://schemas.openxmlformats.org/officeDocument/2006/relationships/customXml" Target="../ink/ink3761.xml"/><Relationship Id="rId148" Type="http://schemas.openxmlformats.org/officeDocument/2006/relationships/customXml" Target="../ink/ink3788.xml"/><Relationship Id="rId169" Type="http://schemas.openxmlformats.org/officeDocument/2006/relationships/image" Target="NULL"/><Relationship Id="rId334" Type="http://schemas.openxmlformats.org/officeDocument/2006/relationships/customXml" Target="../ink/ink3881.xml"/><Relationship Id="rId355" Type="http://schemas.openxmlformats.org/officeDocument/2006/relationships/image" Target="NULL"/><Relationship Id="rId376" Type="http://schemas.openxmlformats.org/officeDocument/2006/relationships/image" Target="NULL"/><Relationship Id="rId397" Type="http://schemas.openxmlformats.org/officeDocument/2006/relationships/image" Target="NULL"/><Relationship Id="rId4" Type="http://schemas.openxmlformats.org/officeDocument/2006/relationships/customXml" Target="../ink/ink3716.xml"/><Relationship Id="rId180" Type="http://schemas.openxmlformats.org/officeDocument/2006/relationships/customXml" Target="../ink/ink3804.xml"/><Relationship Id="rId215" Type="http://schemas.openxmlformats.org/officeDocument/2006/relationships/image" Target="NULL"/><Relationship Id="rId236" Type="http://schemas.openxmlformats.org/officeDocument/2006/relationships/customXml" Target="../ink/ink3832.xml"/><Relationship Id="rId257" Type="http://schemas.openxmlformats.org/officeDocument/2006/relationships/image" Target="NULL"/><Relationship Id="rId278" Type="http://schemas.openxmlformats.org/officeDocument/2006/relationships/customXml" Target="../ink/ink3853.xml"/><Relationship Id="rId401" Type="http://schemas.openxmlformats.org/officeDocument/2006/relationships/image" Target="NULL"/><Relationship Id="rId303" Type="http://schemas.openxmlformats.org/officeDocument/2006/relationships/image" Target="NULL"/><Relationship Id="rId42" Type="http://schemas.openxmlformats.org/officeDocument/2006/relationships/customXml" Target="../ink/ink3735.xml"/><Relationship Id="rId84" Type="http://schemas.openxmlformats.org/officeDocument/2006/relationships/customXml" Target="../ink/ink3756.xml"/><Relationship Id="rId138" Type="http://schemas.openxmlformats.org/officeDocument/2006/relationships/customXml" Target="../ink/ink3783.xml"/><Relationship Id="rId345" Type="http://schemas.openxmlformats.org/officeDocument/2006/relationships/image" Target="NULL"/><Relationship Id="rId387" Type="http://schemas.openxmlformats.org/officeDocument/2006/relationships/image" Target="NULL"/><Relationship Id="rId191" Type="http://schemas.openxmlformats.org/officeDocument/2006/relationships/image" Target="NULL"/><Relationship Id="rId205" Type="http://schemas.openxmlformats.org/officeDocument/2006/relationships/image" Target="NULL"/><Relationship Id="rId247" Type="http://schemas.openxmlformats.org/officeDocument/2006/relationships/image" Target="NULL"/><Relationship Id="rId412" Type="http://schemas.openxmlformats.org/officeDocument/2006/relationships/customXml" Target="../ink/ink3921.xml"/><Relationship Id="rId107" Type="http://schemas.openxmlformats.org/officeDocument/2006/relationships/image" Target="NULL"/><Relationship Id="rId289" Type="http://schemas.openxmlformats.org/officeDocument/2006/relationships/image" Target="NULL"/><Relationship Id="rId11" Type="http://schemas.openxmlformats.org/officeDocument/2006/relationships/image" Target="NULL"/><Relationship Id="rId53" Type="http://schemas.openxmlformats.org/officeDocument/2006/relationships/image" Target="NULL"/><Relationship Id="rId149" Type="http://schemas.openxmlformats.org/officeDocument/2006/relationships/image" Target="NULL"/><Relationship Id="rId314" Type="http://schemas.openxmlformats.org/officeDocument/2006/relationships/customXml" Target="../ink/ink3871.xml"/><Relationship Id="rId356" Type="http://schemas.openxmlformats.org/officeDocument/2006/relationships/customXml" Target="../ink/ink3892.xml"/><Relationship Id="rId398" Type="http://schemas.openxmlformats.org/officeDocument/2006/relationships/customXml" Target="../ink/ink3914.xml"/><Relationship Id="rId95" Type="http://schemas.openxmlformats.org/officeDocument/2006/relationships/image" Target="NULL"/><Relationship Id="rId160" Type="http://schemas.openxmlformats.org/officeDocument/2006/relationships/customXml" Target="../ink/ink3794.xml"/><Relationship Id="rId216" Type="http://schemas.openxmlformats.org/officeDocument/2006/relationships/customXml" Target="../ink/ink3822.xml"/><Relationship Id="rId258" Type="http://schemas.openxmlformats.org/officeDocument/2006/relationships/customXml" Target="../ink/ink3843.xml"/><Relationship Id="rId22" Type="http://schemas.openxmlformats.org/officeDocument/2006/relationships/customXml" Target="../ink/ink3725.xml"/><Relationship Id="rId64" Type="http://schemas.openxmlformats.org/officeDocument/2006/relationships/customXml" Target="../ink/ink3746.xml"/><Relationship Id="rId118" Type="http://schemas.openxmlformats.org/officeDocument/2006/relationships/customXml" Target="../ink/ink3773.xml"/><Relationship Id="rId325" Type="http://schemas.openxmlformats.org/officeDocument/2006/relationships/image" Target="NULL"/><Relationship Id="rId367" Type="http://schemas.openxmlformats.org/officeDocument/2006/relationships/image" Target="NULL"/><Relationship Id="rId171" Type="http://schemas.openxmlformats.org/officeDocument/2006/relationships/image" Target="NULL"/><Relationship Id="rId227" Type="http://schemas.openxmlformats.org/officeDocument/2006/relationships/image" Target="NULL"/><Relationship Id="rId269" Type="http://schemas.openxmlformats.org/officeDocument/2006/relationships/image" Target="NULL"/><Relationship Id="rId33" Type="http://schemas.openxmlformats.org/officeDocument/2006/relationships/image" Target="NULL"/><Relationship Id="rId129" Type="http://schemas.openxmlformats.org/officeDocument/2006/relationships/image" Target="NULL"/><Relationship Id="rId280" Type="http://schemas.openxmlformats.org/officeDocument/2006/relationships/customXml" Target="../ink/ink3854.xml"/><Relationship Id="rId336" Type="http://schemas.openxmlformats.org/officeDocument/2006/relationships/customXml" Target="../ink/ink3882.xml"/><Relationship Id="rId75" Type="http://schemas.openxmlformats.org/officeDocument/2006/relationships/image" Target="NULL"/><Relationship Id="rId140" Type="http://schemas.openxmlformats.org/officeDocument/2006/relationships/customXml" Target="../ink/ink3784.xml"/><Relationship Id="rId182" Type="http://schemas.openxmlformats.org/officeDocument/2006/relationships/customXml" Target="../ink/ink3805.xml"/><Relationship Id="rId378" Type="http://schemas.openxmlformats.org/officeDocument/2006/relationships/image" Target="NULL"/><Relationship Id="rId403" Type="http://schemas.openxmlformats.org/officeDocument/2006/relationships/image" Target="NULL"/><Relationship Id="rId6" Type="http://schemas.openxmlformats.org/officeDocument/2006/relationships/customXml" Target="../ink/ink3717.xml"/><Relationship Id="rId238" Type="http://schemas.openxmlformats.org/officeDocument/2006/relationships/customXml" Target="../ink/ink3833.xml"/><Relationship Id="rId291" Type="http://schemas.openxmlformats.org/officeDocument/2006/relationships/image" Target="NULL"/><Relationship Id="rId305" Type="http://schemas.openxmlformats.org/officeDocument/2006/relationships/image" Target="NULL"/><Relationship Id="rId347" Type="http://schemas.openxmlformats.org/officeDocument/2006/relationships/image" Target="NULL"/><Relationship Id="rId44" Type="http://schemas.openxmlformats.org/officeDocument/2006/relationships/customXml" Target="../ink/ink3736.xml"/><Relationship Id="rId86" Type="http://schemas.openxmlformats.org/officeDocument/2006/relationships/customXml" Target="../ink/ink3757.xml"/><Relationship Id="rId151" Type="http://schemas.openxmlformats.org/officeDocument/2006/relationships/image" Target="NULL"/><Relationship Id="rId389" Type="http://schemas.openxmlformats.org/officeDocument/2006/relationships/image" Target="NULL"/><Relationship Id="rId193" Type="http://schemas.openxmlformats.org/officeDocument/2006/relationships/image" Target="NULL"/><Relationship Id="rId207" Type="http://schemas.openxmlformats.org/officeDocument/2006/relationships/image" Target="NULL"/><Relationship Id="rId249" Type="http://schemas.openxmlformats.org/officeDocument/2006/relationships/image" Target="NULL"/><Relationship Id="rId414" Type="http://schemas.openxmlformats.org/officeDocument/2006/relationships/customXml" Target="../ink/ink3922.xml"/><Relationship Id="rId13" Type="http://schemas.openxmlformats.org/officeDocument/2006/relationships/image" Target="NULL"/><Relationship Id="rId109" Type="http://schemas.openxmlformats.org/officeDocument/2006/relationships/image" Target="NULL"/><Relationship Id="rId260" Type="http://schemas.openxmlformats.org/officeDocument/2006/relationships/customXml" Target="../ink/ink3844.xml"/><Relationship Id="rId316" Type="http://schemas.openxmlformats.org/officeDocument/2006/relationships/customXml" Target="../ink/ink3872.xml"/><Relationship Id="rId55" Type="http://schemas.openxmlformats.org/officeDocument/2006/relationships/image" Target="NULL"/><Relationship Id="rId97" Type="http://schemas.openxmlformats.org/officeDocument/2006/relationships/image" Target="NULL"/><Relationship Id="rId120" Type="http://schemas.openxmlformats.org/officeDocument/2006/relationships/customXml" Target="../ink/ink3774.xml"/><Relationship Id="rId358" Type="http://schemas.openxmlformats.org/officeDocument/2006/relationships/customXml" Target="../ink/ink3893.xml"/><Relationship Id="rId162" Type="http://schemas.openxmlformats.org/officeDocument/2006/relationships/customXml" Target="../ink/ink3795.xml"/><Relationship Id="rId218" Type="http://schemas.openxmlformats.org/officeDocument/2006/relationships/customXml" Target="../ink/ink3823.xml"/><Relationship Id="rId271" Type="http://schemas.openxmlformats.org/officeDocument/2006/relationships/image" Target="NULL"/><Relationship Id="rId24" Type="http://schemas.openxmlformats.org/officeDocument/2006/relationships/customXml" Target="../ink/ink3726.xml"/><Relationship Id="rId66" Type="http://schemas.openxmlformats.org/officeDocument/2006/relationships/customXml" Target="../ink/ink3747.xml"/><Relationship Id="rId131" Type="http://schemas.openxmlformats.org/officeDocument/2006/relationships/image" Target="NULL"/><Relationship Id="rId327" Type="http://schemas.openxmlformats.org/officeDocument/2006/relationships/image" Target="NULL"/><Relationship Id="rId369" Type="http://schemas.openxmlformats.org/officeDocument/2006/relationships/image" Target="NULL"/><Relationship Id="rId173" Type="http://schemas.openxmlformats.org/officeDocument/2006/relationships/image" Target="NULL"/><Relationship Id="rId229" Type="http://schemas.openxmlformats.org/officeDocument/2006/relationships/image" Target="NULL"/><Relationship Id="rId380" Type="http://schemas.openxmlformats.org/officeDocument/2006/relationships/customXml" Target="../ink/ink3905.xml"/><Relationship Id="rId240" Type="http://schemas.openxmlformats.org/officeDocument/2006/relationships/customXml" Target="../ink/ink3834.xml"/><Relationship Id="rId35" Type="http://schemas.openxmlformats.org/officeDocument/2006/relationships/image" Target="NULL"/><Relationship Id="rId77" Type="http://schemas.openxmlformats.org/officeDocument/2006/relationships/image" Target="NULL"/><Relationship Id="rId100" Type="http://schemas.openxmlformats.org/officeDocument/2006/relationships/customXml" Target="../ink/ink3764.xml"/><Relationship Id="rId282" Type="http://schemas.openxmlformats.org/officeDocument/2006/relationships/customXml" Target="../ink/ink3855.xml"/><Relationship Id="rId338" Type="http://schemas.openxmlformats.org/officeDocument/2006/relationships/customXml" Target="../ink/ink3883.xml"/><Relationship Id="rId8" Type="http://schemas.openxmlformats.org/officeDocument/2006/relationships/customXml" Target="../ink/ink3718.xml"/><Relationship Id="rId142" Type="http://schemas.openxmlformats.org/officeDocument/2006/relationships/customXml" Target="../ink/ink3785.xml"/><Relationship Id="rId184" Type="http://schemas.openxmlformats.org/officeDocument/2006/relationships/customXml" Target="../ink/ink3806.xml"/><Relationship Id="rId391" Type="http://schemas.openxmlformats.org/officeDocument/2006/relationships/image" Target="NULL"/><Relationship Id="rId405" Type="http://schemas.openxmlformats.org/officeDocument/2006/relationships/image" Target="NULL"/><Relationship Id="rId251" Type="http://schemas.openxmlformats.org/officeDocument/2006/relationships/image" Target="NULL"/><Relationship Id="rId46" Type="http://schemas.openxmlformats.org/officeDocument/2006/relationships/customXml" Target="../ink/ink3737.xml"/><Relationship Id="rId293" Type="http://schemas.openxmlformats.org/officeDocument/2006/relationships/image" Target="NULL"/><Relationship Id="rId307" Type="http://schemas.openxmlformats.org/officeDocument/2006/relationships/image" Target="NULL"/><Relationship Id="rId349" Type="http://schemas.openxmlformats.org/officeDocument/2006/relationships/image" Target="NULL"/><Relationship Id="rId88" Type="http://schemas.openxmlformats.org/officeDocument/2006/relationships/customXml" Target="../ink/ink3758.xml"/><Relationship Id="rId111" Type="http://schemas.openxmlformats.org/officeDocument/2006/relationships/image" Target="NULL"/><Relationship Id="rId153" Type="http://schemas.openxmlformats.org/officeDocument/2006/relationships/image" Target="NULL"/><Relationship Id="rId195" Type="http://schemas.openxmlformats.org/officeDocument/2006/relationships/image" Target="NULL"/><Relationship Id="rId209" Type="http://schemas.openxmlformats.org/officeDocument/2006/relationships/image" Target="NULL"/><Relationship Id="rId360" Type="http://schemas.openxmlformats.org/officeDocument/2006/relationships/customXml" Target="../ink/ink3894.xml"/><Relationship Id="rId220" Type="http://schemas.openxmlformats.org/officeDocument/2006/relationships/customXml" Target="../ink/ink3824.xml"/><Relationship Id="rId15" Type="http://schemas.openxmlformats.org/officeDocument/2006/relationships/image" Target="NULL"/><Relationship Id="rId57" Type="http://schemas.openxmlformats.org/officeDocument/2006/relationships/image" Target="NULL"/><Relationship Id="rId262" Type="http://schemas.openxmlformats.org/officeDocument/2006/relationships/customXml" Target="../ink/ink3845.xml"/><Relationship Id="rId318" Type="http://schemas.openxmlformats.org/officeDocument/2006/relationships/customXml" Target="../ink/ink3873.xml"/><Relationship Id="rId99" Type="http://schemas.openxmlformats.org/officeDocument/2006/relationships/image" Target="NULL"/><Relationship Id="rId122" Type="http://schemas.openxmlformats.org/officeDocument/2006/relationships/customXml" Target="../ink/ink3775.xml"/><Relationship Id="rId164" Type="http://schemas.openxmlformats.org/officeDocument/2006/relationships/customXml" Target="../ink/ink3796.xml"/><Relationship Id="rId371" Type="http://schemas.openxmlformats.org/officeDocument/2006/relationships/image" Target="NULL"/><Relationship Id="rId26" Type="http://schemas.openxmlformats.org/officeDocument/2006/relationships/customXml" Target="../ink/ink3727.xml"/><Relationship Id="rId231" Type="http://schemas.openxmlformats.org/officeDocument/2006/relationships/image" Target="NULL"/><Relationship Id="rId273" Type="http://schemas.openxmlformats.org/officeDocument/2006/relationships/image" Target="NULL"/><Relationship Id="rId329" Type="http://schemas.openxmlformats.org/officeDocument/2006/relationships/image" Target="NULL"/><Relationship Id="rId68" Type="http://schemas.openxmlformats.org/officeDocument/2006/relationships/customXml" Target="../ink/ink3748.xml"/><Relationship Id="rId133" Type="http://schemas.openxmlformats.org/officeDocument/2006/relationships/image" Target="NULL"/><Relationship Id="rId175" Type="http://schemas.openxmlformats.org/officeDocument/2006/relationships/image" Target="NULL"/><Relationship Id="rId340" Type="http://schemas.openxmlformats.org/officeDocument/2006/relationships/customXml" Target="../ink/ink3884.xml"/><Relationship Id="rId200" Type="http://schemas.openxmlformats.org/officeDocument/2006/relationships/customXml" Target="../ink/ink3814.xml"/><Relationship Id="rId382" Type="http://schemas.openxmlformats.org/officeDocument/2006/relationships/customXml" Target="../ink/ink3906.xml"/><Relationship Id="rId242" Type="http://schemas.openxmlformats.org/officeDocument/2006/relationships/customXml" Target="../ink/ink3835.xml"/><Relationship Id="rId284" Type="http://schemas.openxmlformats.org/officeDocument/2006/relationships/customXml" Target="../ink/ink3856.xml"/><Relationship Id="rId37" Type="http://schemas.openxmlformats.org/officeDocument/2006/relationships/image" Target="NULL"/><Relationship Id="rId79" Type="http://schemas.openxmlformats.org/officeDocument/2006/relationships/image" Target="NULL"/><Relationship Id="rId102" Type="http://schemas.openxmlformats.org/officeDocument/2006/relationships/customXml" Target="../ink/ink3765.xml"/><Relationship Id="rId144" Type="http://schemas.openxmlformats.org/officeDocument/2006/relationships/customXml" Target="../ink/ink3786.xml"/><Relationship Id="rId90" Type="http://schemas.openxmlformats.org/officeDocument/2006/relationships/customXml" Target="../ink/ink3759.xml"/><Relationship Id="rId186" Type="http://schemas.openxmlformats.org/officeDocument/2006/relationships/customXml" Target="../ink/ink3807.xml"/><Relationship Id="rId351" Type="http://schemas.openxmlformats.org/officeDocument/2006/relationships/image" Target="NULL"/><Relationship Id="rId393" Type="http://schemas.openxmlformats.org/officeDocument/2006/relationships/image" Target="NULL"/><Relationship Id="rId407" Type="http://schemas.openxmlformats.org/officeDocument/2006/relationships/image" Target="NULL"/><Relationship Id="rId211" Type="http://schemas.openxmlformats.org/officeDocument/2006/relationships/image" Target="NULL"/><Relationship Id="rId253" Type="http://schemas.openxmlformats.org/officeDocument/2006/relationships/image" Target="NULL"/><Relationship Id="rId295" Type="http://schemas.openxmlformats.org/officeDocument/2006/relationships/image" Target="NULL"/><Relationship Id="rId309" Type="http://schemas.openxmlformats.org/officeDocument/2006/relationships/image" Target="NULL"/><Relationship Id="rId48" Type="http://schemas.openxmlformats.org/officeDocument/2006/relationships/customXml" Target="../ink/ink3738.xml"/><Relationship Id="rId113" Type="http://schemas.openxmlformats.org/officeDocument/2006/relationships/image" Target="NULL"/><Relationship Id="rId320" Type="http://schemas.openxmlformats.org/officeDocument/2006/relationships/customXml" Target="../ink/ink3874.xml"/></Relationships>
</file>

<file path=ppt/slides/_rels/slide15.xml.rels><?xml version="1.0" encoding="UTF-8" standalone="yes"?>
<Relationships xmlns="http://schemas.openxmlformats.org/package/2006/relationships"><Relationship Id="rId21" Type="http://schemas.openxmlformats.org/officeDocument/2006/relationships/image" Target="NULL"/><Relationship Id="rId42" Type="http://schemas.openxmlformats.org/officeDocument/2006/relationships/customXml" Target="../ink/ink3943.xml"/><Relationship Id="rId47" Type="http://schemas.openxmlformats.org/officeDocument/2006/relationships/image" Target="NULL"/><Relationship Id="rId63" Type="http://schemas.openxmlformats.org/officeDocument/2006/relationships/image" Target="NULL"/><Relationship Id="rId68" Type="http://schemas.openxmlformats.org/officeDocument/2006/relationships/customXml" Target="../ink/ink3956.xml"/><Relationship Id="rId84" Type="http://schemas.openxmlformats.org/officeDocument/2006/relationships/customXml" Target="../ink/ink3964.xml"/><Relationship Id="rId89" Type="http://schemas.openxmlformats.org/officeDocument/2006/relationships/image" Target="NULL"/><Relationship Id="rId133" Type="http://schemas.openxmlformats.org/officeDocument/2006/relationships/image" Target="NULL"/><Relationship Id="rId138" Type="http://schemas.openxmlformats.org/officeDocument/2006/relationships/customXml" Target="../ink/ink3977.xml"/><Relationship Id="rId154" Type="http://schemas.openxmlformats.org/officeDocument/2006/relationships/customXml" Target="../ink/ink3985.xml"/><Relationship Id="rId159" Type="http://schemas.openxmlformats.org/officeDocument/2006/relationships/image" Target="NULL"/><Relationship Id="rId16" Type="http://schemas.openxmlformats.org/officeDocument/2006/relationships/customXml" Target="../ink/ink3930.xml"/><Relationship Id="rId11" Type="http://schemas.openxmlformats.org/officeDocument/2006/relationships/image" Target="NULL"/><Relationship Id="rId32" Type="http://schemas.openxmlformats.org/officeDocument/2006/relationships/customXml" Target="../ink/ink3938.xml"/><Relationship Id="rId37" Type="http://schemas.openxmlformats.org/officeDocument/2006/relationships/image" Target="NULL"/><Relationship Id="rId53" Type="http://schemas.openxmlformats.org/officeDocument/2006/relationships/image" Target="NULL"/><Relationship Id="rId58" Type="http://schemas.openxmlformats.org/officeDocument/2006/relationships/customXml" Target="../ink/ink3951.xml"/><Relationship Id="rId74" Type="http://schemas.openxmlformats.org/officeDocument/2006/relationships/customXml" Target="../ink/ink3959.xml"/><Relationship Id="rId79" Type="http://schemas.openxmlformats.org/officeDocument/2006/relationships/image" Target="NULL"/><Relationship Id="rId128" Type="http://schemas.openxmlformats.org/officeDocument/2006/relationships/customXml" Target="../ink/ink3972.xml"/><Relationship Id="rId144" Type="http://schemas.openxmlformats.org/officeDocument/2006/relationships/customXml" Target="../ink/ink3980.xml"/><Relationship Id="rId149" Type="http://schemas.openxmlformats.org/officeDocument/2006/relationships/image" Target="NULL"/><Relationship Id="rId5" Type="http://schemas.openxmlformats.org/officeDocument/2006/relationships/image" Target="NULL"/><Relationship Id="rId90" Type="http://schemas.openxmlformats.org/officeDocument/2006/relationships/customXml" Target="../ink/ink3967.xml"/><Relationship Id="rId95" Type="http://schemas.openxmlformats.org/officeDocument/2006/relationships/image" Target="NULL"/><Relationship Id="rId160" Type="http://schemas.openxmlformats.org/officeDocument/2006/relationships/customXml" Target="../ink/ink3988.xml"/><Relationship Id="rId22" Type="http://schemas.openxmlformats.org/officeDocument/2006/relationships/customXml" Target="../ink/ink3933.xml"/><Relationship Id="rId27" Type="http://schemas.openxmlformats.org/officeDocument/2006/relationships/image" Target="NULL"/><Relationship Id="rId43" Type="http://schemas.openxmlformats.org/officeDocument/2006/relationships/image" Target="NULL"/><Relationship Id="rId48" Type="http://schemas.openxmlformats.org/officeDocument/2006/relationships/customXml" Target="../ink/ink3946.xml"/><Relationship Id="rId64" Type="http://schemas.openxmlformats.org/officeDocument/2006/relationships/customXml" Target="../ink/ink3954.xml"/><Relationship Id="rId69" Type="http://schemas.openxmlformats.org/officeDocument/2006/relationships/image" Target="NULL"/><Relationship Id="rId134" Type="http://schemas.openxmlformats.org/officeDocument/2006/relationships/customXml" Target="../ink/ink3975.xml"/><Relationship Id="rId139" Type="http://schemas.openxmlformats.org/officeDocument/2006/relationships/image" Target="NULL"/><Relationship Id="rId80" Type="http://schemas.openxmlformats.org/officeDocument/2006/relationships/customXml" Target="../ink/ink3962.xml"/><Relationship Id="rId85" Type="http://schemas.openxmlformats.org/officeDocument/2006/relationships/image" Target="NULL"/><Relationship Id="rId150" Type="http://schemas.openxmlformats.org/officeDocument/2006/relationships/customXml" Target="../ink/ink3983.xml"/><Relationship Id="rId155" Type="http://schemas.openxmlformats.org/officeDocument/2006/relationships/image" Target="NULL"/><Relationship Id="rId12" Type="http://schemas.openxmlformats.org/officeDocument/2006/relationships/customXml" Target="../ink/ink3928.xml"/><Relationship Id="rId17" Type="http://schemas.openxmlformats.org/officeDocument/2006/relationships/image" Target="NULL"/><Relationship Id="rId33" Type="http://schemas.openxmlformats.org/officeDocument/2006/relationships/image" Target="NULL"/><Relationship Id="rId38" Type="http://schemas.openxmlformats.org/officeDocument/2006/relationships/customXml" Target="../ink/ink3941.xml"/><Relationship Id="rId59" Type="http://schemas.openxmlformats.org/officeDocument/2006/relationships/image" Target="NULL"/><Relationship Id="rId129" Type="http://schemas.openxmlformats.org/officeDocument/2006/relationships/image" Target="NULL"/><Relationship Id="rId54" Type="http://schemas.openxmlformats.org/officeDocument/2006/relationships/customXml" Target="../ink/ink3949.xml"/><Relationship Id="rId70" Type="http://schemas.openxmlformats.org/officeDocument/2006/relationships/customXml" Target="../ink/ink3957.xml"/><Relationship Id="rId75" Type="http://schemas.openxmlformats.org/officeDocument/2006/relationships/image" Target="NULL"/><Relationship Id="rId91" Type="http://schemas.openxmlformats.org/officeDocument/2006/relationships/image" Target="NULL"/><Relationship Id="rId96" Type="http://schemas.openxmlformats.org/officeDocument/2006/relationships/customXml" Target="../ink/ink3970.xml"/><Relationship Id="rId140" Type="http://schemas.openxmlformats.org/officeDocument/2006/relationships/customXml" Target="../ink/ink3978.xml"/><Relationship Id="rId145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925.xml"/><Relationship Id="rId23" Type="http://schemas.openxmlformats.org/officeDocument/2006/relationships/image" Target="NULL"/><Relationship Id="rId28" Type="http://schemas.openxmlformats.org/officeDocument/2006/relationships/customXml" Target="../ink/ink3936.xml"/><Relationship Id="rId49" Type="http://schemas.openxmlformats.org/officeDocument/2006/relationships/image" Target="NULL"/><Relationship Id="rId44" Type="http://schemas.openxmlformats.org/officeDocument/2006/relationships/customXml" Target="../ink/ink3944.xml"/><Relationship Id="rId60" Type="http://schemas.openxmlformats.org/officeDocument/2006/relationships/customXml" Target="../ink/ink3952.xml"/><Relationship Id="rId65" Type="http://schemas.openxmlformats.org/officeDocument/2006/relationships/image" Target="NULL"/><Relationship Id="rId81" Type="http://schemas.openxmlformats.org/officeDocument/2006/relationships/image" Target="NULL"/><Relationship Id="rId86" Type="http://schemas.openxmlformats.org/officeDocument/2006/relationships/customXml" Target="../ink/ink3965.xml"/><Relationship Id="rId130" Type="http://schemas.openxmlformats.org/officeDocument/2006/relationships/customXml" Target="../ink/ink3973.xml"/><Relationship Id="rId135" Type="http://schemas.openxmlformats.org/officeDocument/2006/relationships/image" Target="NULL"/><Relationship Id="rId151" Type="http://schemas.openxmlformats.org/officeDocument/2006/relationships/image" Target="NULL"/><Relationship Id="rId156" Type="http://schemas.openxmlformats.org/officeDocument/2006/relationships/customXml" Target="../ink/ink3986.xml"/><Relationship Id="rId13" Type="http://schemas.openxmlformats.org/officeDocument/2006/relationships/image" Target="NULL"/><Relationship Id="rId18" Type="http://schemas.openxmlformats.org/officeDocument/2006/relationships/customXml" Target="../ink/ink3931.xml"/><Relationship Id="rId39" Type="http://schemas.openxmlformats.org/officeDocument/2006/relationships/image" Target="NULL"/><Relationship Id="rId34" Type="http://schemas.openxmlformats.org/officeDocument/2006/relationships/customXml" Target="../ink/ink3939.xml"/><Relationship Id="rId50" Type="http://schemas.openxmlformats.org/officeDocument/2006/relationships/customXml" Target="../ink/ink3947.xml"/><Relationship Id="rId55" Type="http://schemas.openxmlformats.org/officeDocument/2006/relationships/image" Target="NULL"/><Relationship Id="rId76" Type="http://schemas.openxmlformats.org/officeDocument/2006/relationships/customXml" Target="../ink/ink3960.xml"/><Relationship Id="rId141" Type="http://schemas.openxmlformats.org/officeDocument/2006/relationships/image" Target="NULL"/><Relationship Id="rId146" Type="http://schemas.openxmlformats.org/officeDocument/2006/relationships/customXml" Target="../ink/ink3981.xml"/><Relationship Id="rId7" Type="http://schemas.openxmlformats.org/officeDocument/2006/relationships/image" Target="NULL"/><Relationship Id="rId71" Type="http://schemas.openxmlformats.org/officeDocument/2006/relationships/image" Target="NULL"/><Relationship Id="rId92" Type="http://schemas.openxmlformats.org/officeDocument/2006/relationships/customXml" Target="../ink/ink3968.xml"/><Relationship Id="rId2" Type="http://schemas.openxmlformats.org/officeDocument/2006/relationships/customXml" Target="../ink/ink3923.xml"/><Relationship Id="rId29" Type="http://schemas.openxmlformats.org/officeDocument/2006/relationships/image" Target="NULL"/><Relationship Id="rId24" Type="http://schemas.openxmlformats.org/officeDocument/2006/relationships/customXml" Target="../ink/ink3934.xml"/><Relationship Id="rId40" Type="http://schemas.openxmlformats.org/officeDocument/2006/relationships/customXml" Target="../ink/ink3942.xml"/><Relationship Id="rId45" Type="http://schemas.openxmlformats.org/officeDocument/2006/relationships/image" Target="NULL"/><Relationship Id="rId66" Type="http://schemas.openxmlformats.org/officeDocument/2006/relationships/customXml" Target="../ink/ink3955.xml"/><Relationship Id="rId87" Type="http://schemas.openxmlformats.org/officeDocument/2006/relationships/image" Target="NULL"/><Relationship Id="rId131" Type="http://schemas.openxmlformats.org/officeDocument/2006/relationships/image" Target="NULL"/><Relationship Id="rId136" Type="http://schemas.openxmlformats.org/officeDocument/2006/relationships/customXml" Target="../ink/ink3976.xml"/><Relationship Id="rId157" Type="http://schemas.openxmlformats.org/officeDocument/2006/relationships/image" Target="NULL"/><Relationship Id="rId61" Type="http://schemas.openxmlformats.org/officeDocument/2006/relationships/image" Target="NULL"/><Relationship Id="rId82" Type="http://schemas.openxmlformats.org/officeDocument/2006/relationships/customXml" Target="../ink/ink3963.xml"/><Relationship Id="rId152" Type="http://schemas.openxmlformats.org/officeDocument/2006/relationships/customXml" Target="../ink/ink3984.xml"/><Relationship Id="rId19" Type="http://schemas.openxmlformats.org/officeDocument/2006/relationships/image" Target="NULL"/><Relationship Id="rId14" Type="http://schemas.openxmlformats.org/officeDocument/2006/relationships/customXml" Target="../ink/ink3929.xml"/><Relationship Id="rId30" Type="http://schemas.openxmlformats.org/officeDocument/2006/relationships/customXml" Target="../ink/ink3937.xml"/><Relationship Id="rId35" Type="http://schemas.openxmlformats.org/officeDocument/2006/relationships/image" Target="NULL"/><Relationship Id="rId56" Type="http://schemas.openxmlformats.org/officeDocument/2006/relationships/customXml" Target="../ink/ink3950.xml"/><Relationship Id="rId77" Type="http://schemas.openxmlformats.org/officeDocument/2006/relationships/image" Target="NULL"/><Relationship Id="rId100" Type="http://schemas.openxmlformats.org/officeDocument/2006/relationships/customXml" Target="../ink/ink3971.xml"/><Relationship Id="rId147" Type="http://schemas.openxmlformats.org/officeDocument/2006/relationships/image" Target="NULL"/><Relationship Id="rId8" Type="http://schemas.openxmlformats.org/officeDocument/2006/relationships/customXml" Target="../ink/ink3926.xml"/><Relationship Id="rId51" Type="http://schemas.openxmlformats.org/officeDocument/2006/relationships/image" Target="NULL"/><Relationship Id="rId72" Type="http://schemas.openxmlformats.org/officeDocument/2006/relationships/customXml" Target="../ink/ink3958.xml"/><Relationship Id="rId93" Type="http://schemas.openxmlformats.org/officeDocument/2006/relationships/image" Target="NULL"/><Relationship Id="rId142" Type="http://schemas.openxmlformats.org/officeDocument/2006/relationships/customXml" Target="../ink/ink3979.xml"/><Relationship Id="rId3" Type="http://schemas.openxmlformats.org/officeDocument/2006/relationships/image" Target="NULL"/><Relationship Id="rId25" Type="http://schemas.openxmlformats.org/officeDocument/2006/relationships/image" Target="NULL"/><Relationship Id="rId46" Type="http://schemas.openxmlformats.org/officeDocument/2006/relationships/customXml" Target="../ink/ink3945.xml"/><Relationship Id="rId67" Type="http://schemas.openxmlformats.org/officeDocument/2006/relationships/image" Target="NULL"/><Relationship Id="rId137" Type="http://schemas.openxmlformats.org/officeDocument/2006/relationships/image" Target="NULL"/><Relationship Id="rId158" Type="http://schemas.openxmlformats.org/officeDocument/2006/relationships/customXml" Target="../ink/ink3987.xml"/><Relationship Id="rId20" Type="http://schemas.openxmlformats.org/officeDocument/2006/relationships/customXml" Target="../ink/ink3932.xml"/><Relationship Id="rId41" Type="http://schemas.openxmlformats.org/officeDocument/2006/relationships/image" Target="NULL"/><Relationship Id="rId62" Type="http://schemas.openxmlformats.org/officeDocument/2006/relationships/customXml" Target="../ink/ink3953.xml"/><Relationship Id="rId83" Type="http://schemas.openxmlformats.org/officeDocument/2006/relationships/image" Target="NULL"/><Relationship Id="rId88" Type="http://schemas.openxmlformats.org/officeDocument/2006/relationships/customXml" Target="../ink/ink3966.xml"/><Relationship Id="rId132" Type="http://schemas.openxmlformats.org/officeDocument/2006/relationships/customXml" Target="../ink/ink3974.xml"/><Relationship Id="rId153" Type="http://schemas.openxmlformats.org/officeDocument/2006/relationships/image" Target="NULL"/><Relationship Id="rId15" Type="http://schemas.openxmlformats.org/officeDocument/2006/relationships/image" Target="NULL"/><Relationship Id="rId36" Type="http://schemas.openxmlformats.org/officeDocument/2006/relationships/customXml" Target="../ink/ink3940.xml"/><Relationship Id="rId57" Type="http://schemas.openxmlformats.org/officeDocument/2006/relationships/image" Target="NULL"/><Relationship Id="rId127" Type="http://schemas.openxmlformats.org/officeDocument/2006/relationships/image" Target="NULL"/><Relationship Id="rId10" Type="http://schemas.openxmlformats.org/officeDocument/2006/relationships/customXml" Target="../ink/ink3927.xml"/><Relationship Id="rId31" Type="http://schemas.openxmlformats.org/officeDocument/2006/relationships/image" Target="NULL"/><Relationship Id="rId52" Type="http://schemas.openxmlformats.org/officeDocument/2006/relationships/customXml" Target="../ink/ink3948.xml"/><Relationship Id="rId73" Type="http://schemas.openxmlformats.org/officeDocument/2006/relationships/image" Target="NULL"/><Relationship Id="rId78" Type="http://schemas.openxmlformats.org/officeDocument/2006/relationships/customXml" Target="../ink/ink3961.xml"/><Relationship Id="rId94" Type="http://schemas.openxmlformats.org/officeDocument/2006/relationships/customXml" Target="../ink/ink3969.xml"/><Relationship Id="rId99" Type="http://schemas.openxmlformats.org/officeDocument/2006/relationships/image" Target="NULL"/><Relationship Id="rId143" Type="http://schemas.openxmlformats.org/officeDocument/2006/relationships/image" Target="NULL"/><Relationship Id="rId148" Type="http://schemas.openxmlformats.org/officeDocument/2006/relationships/customXml" Target="../ink/ink3982.xml"/><Relationship Id="rId4" Type="http://schemas.openxmlformats.org/officeDocument/2006/relationships/customXml" Target="../ink/ink3924.xml"/><Relationship Id="rId9" Type="http://schemas.openxmlformats.org/officeDocument/2006/relationships/image" Target="NULL"/><Relationship Id="rId26" Type="http://schemas.openxmlformats.org/officeDocument/2006/relationships/customXml" Target="../ink/ink3935.xml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NULL"/><Relationship Id="rId671" Type="http://schemas.openxmlformats.org/officeDocument/2006/relationships/customXml" Target="../ink/ink4325.xml"/><Relationship Id="rId21" Type="http://schemas.openxmlformats.org/officeDocument/2006/relationships/image" Target="NULL"/><Relationship Id="rId324" Type="http://schemas.openxmlformats.org/officeDocument/2006/relationships/image" Target="NULL"/><Relationship Id="rId531" Type="http://schemas.openxmlformats.org/officeDocument/2006/relationships/customXml" Target="../ink/ink4254.xml"/><Relationship Id="rId629" Type="http://schemas.openxmlformats.org/officeDocument/2006/relationships/customXml" Target="../ink/ink4303.xml"/><Relationship Id="rId170" Type="http://schemas.openxmlformats.org/officeDocument/2006/relationships/customXml" Target="../ink/ink4073.xml"/><Relationship Id="rId268" Type="http://schemas.openxmlformats.org/officeDocument/2006/relationships/image" Target="NULL"/><Relationship Id="rId475" Type="http://schemas.openxmlformats.org/officeDocument/2006/relationships/customXml" Target="../ink/ink4226.xml"/><Relationship Id="rId682" Type="http://schemas.openxmlformats.org/officeDocument/2006/relationships/customXml" Target="../ink/ink4331.xml"/><Relationship Id="rId32" Type="http://schemas.openxmlformats.org/officeDocument/2006/relationships/customXml" Target="../ink/ink4004.xml"/><Relationship Id="rId128" Type="http://schemas.openxmlformats.org/officeDocument/2006/relationships/customXml" Target="../ink/ink4052.xml"/><Relationship Id="rId335" Type="http://schemas.openxmlformats.org/officeDocument/2006/relationships/customXml" Target="../ink/ink4156.xml"/><Relationship Id="rId542" Type="http://schemas.openxmlformats.org/officeDocument/2006/relationships/image" Target="NULL"/><Relationship Id="rId181" Type="http://schemas.openxmlformats.org/officeDocument/2006/relationships/image" Target="NULL"/><Relationship Id="rId402" Type="http://schemas.openxmlformats.org/officeDocument/2006/relationships/image" Target="NULL"/><Relationship Id="rId279" Type="http://schemas.openxmlformats.org/officeDocument/2006/relationships/customXml" Target="../ink/ink4128.xml"/><Relationship Id="rId486" Type="http://schemas.openxmlformats.org/officeDocument/2006/relationships/image" Target="NULL"/><Relationship Id="rId693" Type="http://schemas.openxmlformats.org/officeDocument/2006/relationships/image" Target="NULL"/><Relationship Id="rId43" Type="http://schemas.openxmlformats.org/officeDocument/2006/relationships/image" Target="NULL"/><Relationship Id="rId139" Type="http://schemas.openxmlformats.org/officeDocument/2006/relationships/image" Target="NULL"/><Relationship Id="rId346" Type="http://schemas.openxmlformats.org/officeDocument/2006/relationships/image" Target="NULL"/><Relationship Id="rId553" Type="http://schemas.openxmlformats.org/officeDocument/2006/relationships/customXml" Target="../ink/ink4265.xml"/><Relationship Id="rId192" Type="http://schemas.openxmlformats.org/officeDocument/2006/relationships/customXml" Target="../ink/ink4084.xml"/><Relationship Id="rId206" Type="http://schemas.openxmlformats.org/officeDocument/2006/relationships/customXml" Target="../ink/ink4091.xml"/><Relationship Id="rId413" Type="http://schemas.openxmlformats.org/officeDocument/2006/relationships/customXml" Target="../ink/ink4195.xml"/><Relationship Id="rId497" Type="http://schemas.openxmlformats.org/officeDocument/2006/relationships/customXml" Target="../ink/ink4237.xml"/><Relationship Id="rId620" Type="http://schemas.openxmlformats.org/officeDocument/2006/relationships/image" Target="NULL"/><Relationship Id="rId357" Type="http://schemas.openxmlformats.org/officeDocument/2006/relationships/customXml" Target="../ink/ink4167.xml"/><Relationship Id="rId54" Type="http://schemas.openxmlformats.org/officeDocument/2006/relationships/customXml" Target="../ink/ink4015.xml"/><Relationship Id="rId217" Type="http://schemas.openxmlformats.org/officeDocument/2006/relationships/customXml" Target="../ink/ink4097.xml"/><Relationship Id="rId564" Type="http://schemas.openxmlformats.org/officeDocument/2006/relationships/image" Target="NULL"/><Relationship Id="rId424" Type="http://schemas.openxmlformats.org/officeDocument/2006/relationships/image" Target="NULL"/><Relationship Id="rId631" Type="http://schemas.openxmlformats.org/officeDocument/2006/relationships/customXml" Target="../ink/ink4304.xml"/><Relationship Id="rId270" Type="http://schemas.openxmlformats.org/officeDocument/2006/relationships/image" Target="NULL"/><Relationship Id="rId65" Type="http://schemas.openxmlformats.org/officeDocument/2006/relationships/image" Target="NULL"/><Relationship Id="rId130" Type="http://schemas.openxmlformats.org/officeDocument/2006/relationships/customXml" Target="../ink/ink4053.xml"/><Relationship Id="rId368" Type="http://schemas.openxmlformats.org/officeDocument/2006/relationships/image" Target="NULL"/><Relationship Id="rId575" Type="http://schemas.openxmlformats.org/officeDocument/2006/relationships/customXml" Target="../ink/ink4276.xml"/><Relationship Id="rId228" Type="http://schemas.openxmlformats.org/officeDocument/2006/relationships/image" Target="NULL"/><Relationship Id="rId435" Type="http://schemas.openxmlformats.org/officeDocument/2006/relationships/customXml" Target="../ink/ink4206.xml"/><Relationship Id="rId642" Type="http://schemas.openxmlformats.org/officeDocument/2006/relationships/image" Target="NULL"/><Relationship Id="rId281" Type="http://schemas.openxmlformats.org/officeDocument/2006/relationships/customXml" Target="../ink/ink4129.xml"/><Relationship Id="rId502" Type="http://schemas.openxmlformats.org/officeDocument/2006/relationships/image" Target="NULL"/><Relationship Id="rId76" Type="http://schemas.openxmlformats.org/officeDocument/2006/relationships/customXml" Target="../ink/ink4026.xml"/><Relationship Id="rId141" Type="http://schemas.openxmlformats.org/officeDocument/2006/relationships/image" Target="NULL"/><Relationship Id="rId379" Type="http://schemas.openxmlformats.org/officeDocument/2006/relationships/customXml" Target="../ink/ink4178.xml"/><Relationship Id="rId586" Type="http://schemas.openxmlformats.org/officeDocument/2006/relationships/image" Target="NULL"/><Relationship Id="rId7" Type="http://schemas.openxmlformats.org/officeDocument/2006/relationships/image" Target="NULL"/><Relationship Id="rId239" Type="http://schemas.openxmlformats.org/officeDocument/2006/relationships/customXml" Target="../ink/ink4108.xml"/><Relationship Id="rId446" Type="http://schemas.openxmlformats.org/officeDocument/2006/relationships/image" Target="NULL"/><Relationship Id="rId653" Type="http://schemas.openxmlformats.org/officeDocument/2006/relationships/customXml" Target="../ink/ink4316.xml"/><Relationship Id="rId292" Type="http://schemas.openxmlformats.org/officeDocument/2006/relationships/image" Target="NULL"/><Relationship Id="rId306" Type="http://schemas.openxmlformats.org/officeDocument/2006/relationships/image" Target="NULL"/><Relationship Id="rId87" Type="http://schemas.openxmlformats.org/officeDocument/2006/relationships/image" Target="NULL"/><Relationship Id="rId513" Type="http://schemas.openxmlformats.org/officeDocument/2006/relationships/customXml" Target="../ink/ink4245.xml"/><Relationship Id="rId597" Type="http://schemas.openxmlformats.org/officeDocument/2006/relationships/customXml" Target="../ink/ink4287.xml"/><Relationship Id="rId152" Type="http://schemas.openxmlformats.org/officeDocument/2006/relationships/customXml" Target="../ink/ink4064.xml"/><Relationship Id="rId457" Type="http://schemas.openxmlformats.org/officeDocument/2006/relationships/customXml" Target="../ink/ink4217.xml"/><Relationship Id="rId664" Type="http://schemas.openxmlformats.org/officeDocument/2006/relationships/image" Target="NULL"/><Relationship Id="rId14" Type="http://schemas.openxmlformats.org/officeDocument/2006/relationships/customXml" Target="../ink/ink3995.xml"/><Relationship Id="rId317" Type="http://schemas.openxmlformats.org/officeDocument/2006/relationships/customXml" Target="../ink/ink4147.xml"/><Relationship Id="rId524" Type="http://schemas.openxmlformats.org/officeDocument/2006/relationships/image" Target="NULL"/><Relationship Id="rId98" Type="http://schemas.openxmlformats.org/officeDocument/2006/relationships/customXml" Target="../ink/ink4037.xml"/><Relationship Id="rId163" Type="http://schemas.openxmlformats.org/officeDocument/2006/relationships/image" Target="NULL"/><Relationship Id="rId370" Type="http://schemas.openxmlformats.org/officeDocument/2006/relationships/image" Target="NULL"/><Relationship Id="rId230" Type="http://schemas.openxmlformats.org/officeDocument/2006/relationships/image" Target="NULL"/><Relationship Id="rId468" Type="http://schemas.openxmlformats.org/officeDocument/2006/relationships/image" Target="NULL"/><Relationship Id="rId675" Type="http://schemas.openxmlformats.org/officeDocument/2006/relationships/customXml" Target="../ink/ink4327.xml"/><Relationship Id="rId25" Type="http://schemas.openxmlformats.org/officeDocument/2006/relationships/image" Target="NULL"/><Relationship Id="rId328" Type="http://schemas.openxmlformats.org/officeDocument/2006/relationships/image" Target="NULL"/><Relationship Id="rId535" Type="http://schemas.openxmlformats.org/officeDocument/2006/relationships/customXml" Target="../ink/ink4256.xml"/><Relationship Id="rId174" Type="http://schemas.openxmlformats.org/officeDocument/2006/relationships/customXml" Target="../ink/ink4075.xml"/><Relationship Id="rId381" Type="http://schemas.openxmlformats.org/officeDocument/2006/relationships/customXml" Target="../ink/ink4179.xml"/><Relationship Id="rId602" Type="http://schemas.openxmlformats.org/officeDocument/2006/relationships/image" Target="NULL"/><Relationship Id="rId241" Type="http://schemas.openxmlformats.org/officeDocument/2006/relationships/customXml" Target="../ink/ink4109.xml"/><Relationship Id="rId479" Type="http://schemas.openxmlformats.org/officeDocument/2006/relationships/customXml" Target="../ink/ink4228.xml"/><Relationship Id="rId686" Type="http://schemas.openxmlformats.org/officeDocument/2006/relationships/customXml" Target="../ink/ink4333.xml"/><Relationship Id="rId36" Type="http://schemas.openxmlformats.org/officeDocument/2006/relationships/customXml" Target="../ink/ink4006.xml"/><Relationship Id="rId339" Type="http://schemas.openxmlformats.org/officeDocument/2006/relationships/customXml" Target="../ink/ink4158.xml"/><Relationship Id="rId546" Type="http://schemas.openxmlformats.org/officeDocument/2006/relationships/image" Target="NULL"/><Relationship Id="rId101" Type="http://schemas.openxmlformats.org/officeDocument/2006/relationships/image" Target="NULL"/><Relationship Id="rId185" Type="http://schemas.openxmlformats.org/officeDocument/2006/relationships/image" Target="NULL"/><Relationship Id="rId406" Type="http://schemas.openxmlformats.org/officeDocument/2006/relationships/image" Target="NULL"/><Relationship Id="rId392" Type="http://schemas.openxmlformats.org/officeDocument/2006/relationships/image" Target="NULL"/><Relationship Id="rId613" Type="http://schemas.openxmlformats.org/officeDocument/2006/relationships/customXml" Target="../ink/ink4295.xml"/><Relationship Id="rId252" Type="http://schemas.openxmlformats.org/officeDocument/2006/relationships/image" Target="NULL"/><Relationship Id="rId47" Type="http://schemas.openxmlformats.org/officeDocument/2006/relationships/image" Target="NULL"/><Relationship Id="rId112" Type="http://schemas.openxmlformats.org/officeDocument/2006/relationships/customXml" Target="../ink/ink4044.xml"/><Relationship Id="rId557" Type="http://schemas.openxmlformats.org/officeDocument/2006/relationships/customXml" Target="../ink/ink4267.xml"/><Relationship Id="rId196" Type="http://schemas.openxmlformats.org/officeDocument/2006/relationships/customXml" Target="../ink/ink4086.xml"/><Relationship Id="rId417" Type="http://schemas.openxmlformats.org/officeDocument/2006/relationships/customXml" Target="../ink/ink4197.xml"/><Relationship Id="rId624" Type="http://schemas.openxmlformats.org/officeDocument/2006/relationships/image" Target="NULL"/><Relationship Id="rId263" Type="http://schemas.openxmlformats.org/officeDocument/2006/relationships/customXml" Target="../ink/ink4120.xml"/><Relationship Id="rId470" Type="http://schemas.openxmlformats.org/officeDocument/2006/relationships/image" Target="NULL"/><Relationship Id="rId58" Type="http://schemas.openxmlformats.org/officeDocument/2006/relationships/customXml" Target="../ink/ink4017.xml"/><Relationship Id="rId123" Type="http://schemas.openxmlformats.org/officeDocument/2006/relationships/image" Target="NULL"/><Relationship Id="rId330" Type="http://schemas.openxmlformats.org/officeDocument/2006/relationships/image" Target="NULL"/><Relationship Id="rId568" Type="http://schemas.openxmlformats.org/officeDocument/2006/relationships/image" Target="NULL"/><Relationship Id="rId428" Type="http://schemas.openxmlformats.org/officeDocument/2006/relationships/image" Target="NULL"/><Relationship Id="rId635" Type="http://schemas.openxmlformats.org/officeDocument/2006/relationships/customXml" Target="../ink/ink4306.xml"/><Relationship Id="rId274" Type="http://schemas.openxmlformats.org/officeDocument/2006/relationships/image" Target="NULL"/><Relationship Id="rId481" Type="http://schemas.openxmlformats.org/officeDocument/2006/relationships/customXml" Target="../ink/ink4229.xml"/><Relationship Id="rId69" Type="http://schemas.openxmlformats.org/officeDocument/2006/relationships/image" Target="NULL"/><Relationship Id="rId134" Type="http://schemas.openxmlformats.org/officeDocument/2006/relationships/customXml" Target="../ink/ink4055.xml"/><Relationship Id="rId579" Type="http://schemas.openxmlformats.org/officeDocument/2006/relationships/customXml" Target="../ink/ink4278.xml"/><Relationship Id="rId341" Type="http://schemas.openxmlformats.org/officeDocument/2006/relationships/customXml" Target="../ink/ink4159.xml"/><Relationship Id="rId439" Type="http://schemas.openxmlformats.org/officeDocument/2006/relationships/customXml" Target="../ink/ink4208.xml"/><Relationship Id="rId646" Type="http://schemas.openxmlformats.org/officeDocument/2006/relationships/image" Target="NULL"/><Relationship Id="rId201" Type="http://schemas.openxmlformats.org/officeDocument/2006/relationships/image" Target="NULL"/><Relationship Id="rId285" Type="http://schemas.openxmlformats.org/officeDocument/2006/relationships/customXml" Target="../ink/ink4131.xml"/><Relationship Id="rId506" Type="http://schemas.openxmlformats.org/officeDocument/2006/relationships/image" Target="NULL"/><Relationship Id="rId492" Type="http://schemas.openxmlformats.org/officeDocument/2006/relationships/image" Target="NULL"/><Relationship Id="rId145" Type="http://schemas.openxmlformats.org/officeDocument/2006/relationships/image" Target="NULL"/><Relationship Id="rId352" Type="http://schemas.openxmlformats.org/officeDocument/2006/relationships/image" Target="NULL"/><Relationship Id="rId212" Type="http://schemas.openxmlformats.org/officeDocument/2006/relationships/image" Target="NULL"/><Relationship Id="rId657" Type="http://schemas.openxmlformats.org/officeDocument/2006/relationships/customXml" Target="../ink/ink4318.xml"/><Relationship Id="rId296" Type="http://schemas.openxmlformats.org/officeDocument/2006/relationships/image" Target="NULL"/><Relationship Id="rId517" Type="http://schemas.openxmlformats.org/officeDocument/2006/relationships/customXml" Target="../ink/ink4247.xml"/><Relationship Id="rId60" Type="http://schemas.openxmlformats.org/officeDocument/2006/relationships/customXml" Target="../ink/ink4018.xml"/><Relationship Id="rId156" Type="http://schemas.openxmlformats.org/officeDocument/2006/relationships/customXml" Target="../ink/ink4066.xml"/><Relationship Id="rId198" Type="http://schemas.openxmlformats.org/officeDocument/2006/relationships/customXml" Target="../ink/ink4087.xml"/><Relationship Id="rId321" Type="http://schemas.openxmlformats.org/officeDocument/2006/relationships/customXml" Target="../ink/ink4149.xml"/><Relationship Id="rId363" Type="http://schemas.openxmlformats.org/officeDocument/2006/relationships/customXml" Target="../ink/ink4170.xml"/><Relationship Id="rId419" Type="http://schemas.openxmlformats.org/officeDocument/2006/relationships/customXml" Target="../ink/ink4198.xml"/><Relationship Id="rId570" Type="http://schemas.openxmlformats.org/officeDocument/2006/relationships/image" Target="NULL"/><Relationship Id="rId626" Type="http://schemas.openxmlformats.org/officeDocument/2006/relationships/image" Target="NULL"/><Relationship Id="rId223" Type="http://schemas.openxmlformats.org/officeDocument/2006/relationships/customXml" Target="../ink/ink4100.xml"/><Relationship Id="rId430" Type="http://schemas.openxmlformats.org/officeDocument/2006/relationships/image" Target="NULL"/><Relationship Id="rId668" Type="http://schemas.openxmlformats.org/officeDocument/2006/relationships/image" Target="NULL"/><Relationship Id="rId18" Type="http://schemas.openxmlformats.org/officeDocument/2006/relationships/customXml" Target="../ink/ink3997.xml"/><Relationship Id="rId265" Type="http://schemas.openxmlformats.org/officeDocument/2006/relationships/customXml" Target="../ink/ink4121.xml"/><Relationship Id="rId472" Type="http://schemas.openxmlformats.org/officeDocument/2006/relationships/image" Target="NULL"/><Relationship Id="rId528" Type="http://schemas.openxmlformats.org/officeDocument/2006/relationships/image" Target="NULL"/><Relationship Id="rId125" Type="http://schemas.openxmlformats.org/officeDocument/2006/relationships/image" Target="NULL"/><Relationship Id="rId167" Type="http://schemas.openxmlformats.org/officeDocument/2006/relationships/image" Target="NULL"/><Relationship Id="rId332" Type="http://schemas.openxmlformats.org/officeDocument/2006/relationships/image" Target="NULL"/><Relationship Id="rId374" Type="http://schemas.openxmlformats.org/officeDocument/2006/relationships/image" Target="NULL"/><Relationship Id="rId581" Type="http://schemas.openxmlformats.org/officeDocument/2006/relationships/customXml" Target="../ink/ink4279.xml"/><Relationship Id="rId71" Type="http://schemas.openxmlformats.org/officeDocument/2006/relationships/image" Target="NULL"/><Relationship Id="rId234" Type="http://schemas.openxmlformats.org/officeDocument/2006/relationships/image" Target="NULL"/><Relationship Id="rId637" Type="http://schemas.openxmlformats.org/officeDocument/2006/relationships/customXml" Target="../ink/ink4308.xml"/><Relationship Id="rId679" Type="http://schemas.openxmlformats.org/officeDocument/2006/relationships/image" Target="NULL"/><Relationship Id="rId2" Type="http://schemas.openxmlformats.org/officeDocument/2006/relationships/customXml" Target="../ink/ink3989.xml"/><Relationship Id="rId29" Type="http://schemas.openxmlformats.org/officeDocument/2006/relationships/image" Target="NULL"/><Relationship Id="rId276" Type="http://schemas.openxmlformats.org/officeDocument/2006/relationships/image" Target="NULL"/><Relationship Id="rId441" Type="http://schemas.openxmlformats.org/officeDocument/2006/relationships/customXml" Target="../ink/ink4209.xml"/><Relationship Id="rId483" Type="http://schemas.openxmlformats.org/officeDocument/2006/relationships/customXml" Target="../ink/ink4230.xml"/><Relationship Id="rId539" Type="http://schemas.openxmlformats.org/officeDocument/2006/relationships/customXml" Target="../ink/ink4258.xml"/><Relationship Id="rId690" Type="http://schemas.openxmlformats.org/officeDocument/2006/relationships/customXml" Target="../ink/ink4335.xml"/><Relationship Id="rId40" Type="http://schemas.openxmlformats.org/officeDocument/2006/relationships/customXml" Target="../ink/ink4008.xml"/><Relationship Id="rId136" Type="http://schemas.openxmlformats.org/officeDocument/2006/relationships/customXml" Target="../ink/ink4056.xml"/><Relationship Id="rId178" Type="http://schemas.openxmlformats.org/officeDocument/2006/relationships/customXml" Target="../ink/ink4077.xml"/><Relationship Id="rId301" Type="http://schemas.openxmlformats.org/officeDocument/2006/relationships/customXml" Target="../ink/ink4139.xml"/><Relationship Id="rId343" Type="http://schemas.openxmlformats.org/officeDocument/2006/relationships/customXml" Target="../ink/ink4160.xml"/><Relationship Id="rId550" Type="http://schemas.openxmlformats.org/officeDocument/2006/relationships/image" Target="NULL"/><Relationship Id="rId82" Type="http://schemas.openxmlformats.org/officeDocument/2006/relationships/customXml" Target="../ink/ink4029.xml"/><Relationship Id="rId203" Type="http://schemas.openxmlformats.org/officeDocument/2006/relationships/image" Target="NULL"/><Relationship Id="rId385" Type="http://schemas.openxmlformats.org/officeDocument/2006/relationships/customXml" Target="../ink/ink4181.xml"/><Relationship Id="rId592" Type="http://schemas.openxmlformats.org/officeDocument/2006/relationships/image" Target="NULL"/><Relationship Id="rId606" Type="http://schemas.openxmlformats.org/officeDocument/2006/relationships/image" Target="NULL"/><Relationship Id="rId648" Type="http://schemas.openxmlformats.org/officeDocument/2006/relationships/image" Target="NULL"/><Relationship Id="rId245" Type="http://schemas.openxmlformats.org/officeDocument/2006/relationships/customXml" Target="../ink/ink4111.xml"/><Relationship Id="rId287" Type="http://schemas.openxmlformats.org/officeDocument/2006/relationships/customXml" Target="../ink/ink4132.xml"/><Relationship Id="rId410" Type="http://schemas.openxmlformats.org/officeDocument/2006/relationships/image" Target="NULL"/><Relationship Id="rId452" Type="http://schemas.openxmlformats.org/officeDocument/2006/relationships/image" Target="NULL"/><Relationship Id="rId494" Type="http://schemas.openxmlformats.org/officeDocument/2006/relationships/image" Target="NULL"/><Relationship Id="rId508" Type="http://schemas.openxmlformats.org/officeDocument/2006/relationships/image" Target="NULL"/><Relationship Id="rId105" Type="http://schemas.openxmlformats.org/officeDocument/2006/relationships/image" Target="NULL"/><Relationship Id="rId147" Type="http://schemas.openxmlformats.org/officeDocument/2006/relationships/image" Target="NULL"/><Relationship Id="rId312" Type="http://schemas.openxmlformats.org/officeDocument/2006/relationships/image" Target="NULL"/><Relationship Id="rId354" Type="http://schemas.openxmlformats.org/officeDocument/2006/relationships/image" Target="NULL"/><Relationship Id="rId51" Type="http://schemas.openxmlformats.org/officeDocument/2006/relationships/image" Target="NULL"/><Relationship Id="rId93" Type="http://schemas.openxmlformats.org/officeDocument/2006/relationships/image" Target="NULL"/><Relationship Id="rId189" Type="http://schemas.openxmlformats.org/officeDocument/2006/relationships/image" Target="NULL"/><Relationship Id="rId396" Type="http://schemas.openxmlformats.org/officeDocument/2006/relationships/image" Target="NULL"/><Relationship Id="rId561" Type="http://schemas.openxmlformats.org/officeDocument/2006/relationships/customXml" Target="../ink/ink4269.xml"/><Relationship Id="rId617" Type="http://schemas.openxmlformats.org/officeDocument/2006/relationships/customXml" Target="../ink/ink4297.xml"/><Relationship Id="rId659" Type="http://schemas.openxmlformats.org/officeDocument/2006/relationships/customXml" Target="../ink/ink4319.xml"/><Relationship Id="rId214" Type="http://schemas.openxmlformats.org/officeDocument/2006/relationships/image" Target="NULL"/><Relationship Id="rId256" Type="http://schemas.openxmlformats.org/officeDocument/2006/relationships/image" Target="NULL"/><Relationship Id="rId298" Type="http://schemas.openxmlformats.org/officeDocument/2006/relationships/image" Target="NULL"/><Relationship Id="rId421" Type="http://schemas.openxmlformats.org/officeDocument/2006/relationships/customXml" Target="../ink/ink4199.xml"/><Relationship Id="rId463" Type="http://schemas.openxmlformats.org/officeDocument/2006/relationships/customXml" Target="../ink/ink4220.xml"/><Relationship Id="rId519" Type="http://schemas.openxmlformats.org/officeDocument/2006/relationships/customXml" Target="../ink/ink4248.xml"/><Relationship Id="rId670" Type="http://schemas.openxmlformats.org/officeDocument/2006/relationships/image" Target="NULL"/><Relationship Id="rId116" Type="http://schemas.openxmlformats.org/officeDocument/2006/relationships/customXml" Target="../ink/ink4046.xml"/><Relationship Id="rId158" Type="http://schemas.openxmlformats.org/officeDocument/2006/relationships/customXml" Target="../ink/ink4067.xml"/><Relationship Id="rId323" Type="http://schemas.openxmlformats.org/officeDocument/2006/relationships/customXml" Target="../ink/ink4150.xml"/><Relationship Id="rId530" Type="http://schemas.openxmlformats.org/officeDocument/2006/relationships/image" Target="NULL"/><Relationship Id="rId20" Type="http://schemas.openxmlformats.org/officeDocument/2006/relationships/customXml" Target="../ink/ink3998.xml"/><Relationship Id="rId62" Type="http://schemas.openxmlformats.org/officeDocument/2006/relationships/customXml" Target="../ink/ink4019.xml"/><Relationship Id="rId365" Type="http://schemas.openxmlformats.org/officeDocument/2006/relationships/customXml" Target="../ink/ink4171.xml"/><Relationship Id="rId572" Type="http://schemas.openxmlformats.org/officeDocument/2006/relationships/image" Target="NULL"/><Relationship Id="rId628" Type="http://schemas.openxmlformats.org/officeDocument/2006/relationships/image" Target="NULL"/><Relationship Id="rId225" Type="http://schemas.openxmlformats.org/officeDocument/2006/relationships/customXml" Target="../ink/ink4101.xml"/><Relationship Id="rId267" Type="http://schemas.openxmlformats.org/officeDocument/2006/relationships/customXml" Target="../ink/ink4122.xml"/><Relationship Id="rId432" Type="http://schemas.openxmlformats.org/officeDocument/2006/relationships/image" Target="NULL"/><Relationship Id="rId474" Type="http://schemas.openxmlformats.org/officeDocument/2006/relationships/image" Target="NULL"/><Relationship Id="rId127" Type="http://schemas.openxmlformats.org/officeDocument/2006/relationships/image" Target="NULL"/><Relationship Id="rId681" Type="http://schemas.openxmlformats.org/officeDocument/2006/relationships/image" Target="NULL"/><Relationship Id="rId31" Type="http://schemas.openxmlformats.org/officeDocument/2006/relationships/image" Target="NULL"/><Relationship Id="rId73" Type="http://schemas.openxmlformats.org/officeDocument/2006/relationships/image" Target="NULL"/><Relationship Id="rId169" Type="http://schemas.openxmlformats.org/officeDocument/2006/relationships/image" Target="NULL"/><Relationship Id="rId334" Type="http://schemas.openxmlformats.org/officeDocument/2006/relationships/image" Target="NULL"/><Relationship Id="rId376" Type="http://schemas.openxmlformats.org/officeDocument/2006/relationships/image" Target="NULL"/><Relationship Id="rId541" Type="http://schemas.openxmlformats.org/officeDocument/2006/relationships/customXml" Target="../ink/ink4259.xml"/><Relationship Id="rId583" Type="http://schemas.openxmlformats.org/officeDocument/2006/relationships/customXml" Target="../ink/ink4280.xml"/><Relationship Id="rId639" Type="http://schemas.openxmlformats.org/officeDocument/2006/relationships/customXml" Target="../ink/ink4309.xml"/><Relationship Id="rId4" Type="http://schemas.openxmlformats.org/officeDocument/2006/relationships/customXml" Target="../ink/ink3990.xml"/><Relationship Id="rId180" Type="http://schemas.openxmlformats.org/officeDocument/2006/relationships/customXml" Target="../ink/ink4078.xml"/><Relationship Id="rId236" Type="http://schemas.openxmlformats.org/officeDocument/2006/relationships/image" Target="NULL"/><Relationship Id="rId278" Type="http://schemas.openxmlformats.org/officeDocument/2006/relationships/image" Target="NULL"/><Relationship Id="rId401" Type="http://schemas.openxmlformats.org/officeDocument/2006/relationships/customXml" Target="../ink/ink4189.xml"/><Relationship Id="rId443" Type="http://schemas.openxmlformats.org/officeDocument/2006/relationships/customXml" Target="../ink/ink4210.xml"/><Relationship Id="rId650" Type="http://schemas.openxmlformats.org/officeDocument/2006/relationships/image" Target="NULL"/><Relationship Id="rId303" Type="http://schemas.openxmlformats.org/officeDocument/2006/relationships/customXml" Target="../ink/ink4140.xml"/><Relationship Id="rId485" Type="http://schemas.openxmlformats.org/officeDocument/2006/relationships/customXml" Target="../ink/ink4231.xml"/><Relationship Id="rId692" Type="http://schemas.openxmlformats.org/officeDocument/2006/relationships/customXml" Target="../ink/ink4336.xml"/><Relationship Id="rId42" Type="http://schemas.openxmlformats.org/officeDocument/2006/relationships/customXml" Target="../ink/ink4009.xml"/><Relationship Id="rId84" Type="http://schemas.openxmlformats.org/officeDocument/2006/relationships/customXml" Target="../ink/ink4030.xml"/><Relationship Id="rId138" Type="http://schemas.openxmlformats.org/officeDocument/2006/relationships/customXml" Target="../ink/ink4057.xml"/><Relationship Id="rId345" Type="http://schemas.openxmlformats.org/officeDocument/2006/relationships/customXml" Target="../ink/ink4161.xml"/><Relationship Id="rId387" Type="http://schemas.openxmlformats.org/officeDocument/2006/relationships/customXml" Target="../ink/ink4182.xml"/><Relationship Id="rId510" Type="http://schemas.openxmlformats.org/officeDocument/2006/relationships/image" Target="NULL"/><Relationship Id="rId552" Type="http://schemas.openxmlformats.org/officeDocument/2006/relationships/image" Target="NULL"/><Relationship Id="rId594" Type="http://schemas.openxmlformats.org/officeDocument/2006/relationships/image" Target="NULL"/><Relationship Id="rId608" Type="http://schemas.openxmlformats.org/officeDocument/2006/relationships/image" Target="NULL"/><Relationship Id="rId191" Type="http://schemas.openxmlformats.org/officeDocument/2006/relationships/image" Target="NULL"/><Relationship Id="rId205" Type="http://schemas.openxmlformats.org/officeDocument/2006/relationships/image" Target="NULL"/><Relationship Id="rId247" Type="http://schemas.openxmlformats.org/officeDocument/2006/relationships/customXml" Target="../ink/ink4112.xml"/><Relationship Id="rId412" Type="http://schemas.openxmlformats.org/officeDocument/2006/relationships/image" Target="NULL"/><Relationship Id="rId107" Type="http://schemas.openxmlformats.org/officeDocument/2006/relationships/image" Target="NULL"/><Relationship Id="rId289" Type="http://schemas.openxmlformats.org/officeDocument/2006/relationships/customXml" Target="../ink/ink4133.xml"/><Relationship Id="rId454" Type="http://schemas.openxmlformats.org/officeDocument/2006/relationships/image" Target="NULL"/><Relationship Id="rId496" Type="http://schemas.openxmlformats.org/officeDocument/2006/relationships/image" Target="NULL"/><Relationship Id="rId661" Type="http://schemas.openxmlformats.org/officeDocument/2006/relationships/customXml" Target="../ink/ink4320.xml"/><Relationship Id="rId11" Type="http://schemas.openxmlformats.org/officeDocument/2006/relationships/image" Target="NULL"/><Relationship Id="rId53" Type="http://schemas.openxmlformats.org/officeDocument/2006/relationships/image" Target="NULL"/><Relationship Id="rId149" Type="http://schemas.openxmlformats.org/officeDocument/2006/relationships/image" Target="NULL"/><Relationship Id="rId314" Type="http://schemas.openxmlformats.org/officeDocument/2006/relationships/image" Target="NULL"/><Relationship Id="rId356" Type="http://schemas.openxmlformats.org/officeDocument/2006/relationships/image" Target="NULL"/><Relationship Id="rId398" Type="http://schemas.openxmlformats.org/officeDocument/2006/relationships/image" Target="NULL"/><Relationship Id="rId521" Type="http://schemas.openxmlformats.org/officeDocument/2006/relationships/customXml" Target="../ink/ink4249.xml"/><Relationship Id="rId563" Type="http://schemas.openxmlformats.org/officeDocument/2006/relationships/customXml" Target="../ink/ink4270.xml"/><Relationship Id="rId619" Type="http://schemas.openxmlformats.org/officeDocument/2006/relationships/customXml" Target="../ink/ink4298.xml"/><Relationship Id="rId95" Type="http://schemas.openxmlformats.org/officeDocument/2006/relationships/image" Target="NULL"/><Relationship Id="rId160" Type="http://schemas.openxmlformats.org/officeDocument/2006/relationships/customXml" Target="../ink/ink4068.xml"/><Relationship Id="rId216" Type="http://schemas.openxmlformats.org/officeDocument/2006/relationships/image" Target="NULL"/><Relationship Id="rId423" Type="http://schemas.openxmlformats.org/officeDocument/2006/relationships/customXml" Target="../ink/ink4200.xml"/><Relationship Id="rId258" Type="http://schemas.openxmlformats.org/officeDocument/2006/relationships/image" Target="NULL"/><Relationship Id="rId465" Type="http://schemas.openxmlformats.org/officeDocument/2006/relationships/customXml" Target="../ink/ink4221.xml"/><Relationship Id="rId630" Type="http://schemas.openxmlformats.org/officeDocument/2006/relationships/image" Target="NULL"/><Relationship Id="rId672" Type="http://schemas.openxmlformats.org/officeDocument/2006/relationships/image" Target="NULL"/><Relationship Id="rId22" Type="http://schemas.openxmlformats.org/officeDocument/2006/relationships/customXml" Target="../ink/ink3999.xml"/><Relationship Id="rId64" Type="http://schemas.openxmlformats.org/officeDocument/2006/relationships/customXml" Target="../ink/ink4020.xml"/><Relationship Id="rId118" Type="http://schemas.openxmlformats.org/officeDocument/2006/relationships/customXml" Target="../ink/ink4047.xml"/><Relationship Id="rId325" Type="http://schemas.openxmlformats.org/officeDocument/2006/relationships/customXml" Target="../ink/ink4151.xml"/><Relationship Id="rId367" Type="http://schemas.openxmlformats.org/officeDocument/2006/relationships/customXml" Target="../ink/ink4172.xml"/><Relationship Id="rId532" Type="http://schemas.openxmlformats.org/officeDocument/2006/relationships/image" Target="NULL"/><Relationship Id="rId574" Type="http://schemas.openxmlformats.org/officeDocument/2006/relationships/image" Target="NULL"/><Relationship Id="rId171" Type="http://schemas.openxmlformats.org/officeDocument/2006/relationships/image" Target="NULL"/><Relationship Id="rId227" Type="http://schemas.openxmlformats.org/officeDocument/2006/relationships/customXml" Target="../ink/ink4102.xml"/><Relationship Id="rId269" Type="http://schemas.openxmlformats.org/officeDocument/2006/relationships/customXml" Target="../ink/ink4123.xml"/><Relationship Id="rId434" Type="http://schemas.openxmlformats.org/officeDocument/2006/relationships/image" Target="NULL"/><Relationship Id="rId476" Type="http://schemas.openxmlformats.org/officeDocument/2006/relationships/image" Target="NULL"/><Relationship Id="rId641" Type="http://schemas.openxmlformats.org/officeDocument/2006/relationships/customXml" Target="../ink/ink4310.xml"/><Relationship Id="rId683" Type="http://schemas.openxmlformats.org/officeDocument/2006/relationships/image" Target="NULL"/><Relationship Id="rId33" Type="http://schemas.openxmlformats.org/officeDocument/2006/relationships/image" Target="NULL"/><Relationship Id="rId129" Type="http://schemas.openxmlformats.org/officeDocument/2006/relationships/image" Target="NULL"/><Relationship Id="rId280" Type="http://schemas.openxmlformats.org/officeDocument/2006/relationships/image" Target="NULL"/><Relationship Id="rId336" Type="http://schemas.openxmlformats.org/officeDocument/2006/relationships/image" Target="NULL"/><Relationship Id="rId501" Type="http://schemas.openxmlformats.org/officeDocument/2006/relationships/customXml" Target="../ink/ink4239.xml"/><Relationship Id="rId543" Type="http://schemas.openxmlformats.org/officeDocument/2006/relationships/customXml" Target="../ink/ink4260.xml"/><Relationship Id="rId75" Type="http://schemas.openxmlformats.org/officeDocument/2006/relationships/image" Target="NULL"/><Relationship Id="rId140" Type="http://schemas.openxmlformats.org/officeDocument/2006/relationships/customXml" Target="../ink/ink4058.xml"/><Relationship Id="rId182" Type="http://schemas.openxmlformats.org/officeDocument/2006/relationships/customXml" Target="../ink/ink4079.xml"/><Relationship Id="rId378" Type="http://schemas.openxmlformats.org/officeDocument/2006/relationships/image" Target="NULL"/><Relationship Id="rId403" Type="http://schemas.openxmlformats.org/officeDocument/2006/relationships/customXml" Target="../ink/ink4190.xml"/><Relationship Id="rId585" Type="http://schemas.openxmlformats.org/officeDocument/2006/relationships/customXml" Target="../ink/ink4281.xml"/><Relationship Id="rId6" Type="http://schemas.openxmlformats.org/officeDocument/2006/relationships/customXml" Target="../ink/ink3991.xml"/><Relationship Id="rId238" Type="http://schemas.openxmlformats.org/officeDocument/2006/relationships/image" Target="NULL"/><Relationship Id="rId445" Type="http://schemas.openxmlformats.org/officeDocument/2006/relationships/customXml" Target="../ink/ink4211.xml"/><Relationship Id="rId487" Type="http://schemas.openxmlformats.org/officeDocument/2006/relationships/customXml" Target="../ink/ink4232.xml"/><Relationship Id="rId610" Type="http://schemas.openxmlformats.org/officeDocument/2006/relationships/image" Target="NULL"/><Relationship Id="rId652" Type="http://schemas.openxmlformats.org/officeDocument/2006/relationships/image" Target="NULL"/><Relationship Id="rId694" Type="http://schemas.openxmlformats.org/officeDocument/2006/relationships/customXml" Target="../ink/ink4337.xml"/><Relationship Id="rId291" Type="http://schemas.openxmlformats.org/officeDocument/2006/relationships/customXml" Target="../ink/ink4134.xml"/><Relationship Id="rId305" Type="http://schemas.openxmlformats.org/officeDocument/2006/relationships/customXml" Target="../ink/ink4141.xml"/><Relationship Id="rId347" Type="http://schemas.openxmlformats.org/officeDocument/2006/relationships/customXml" Target="../ink/ink4162.xml"/><Relationship Id="rId512" Type="http://schemas.openxmlformats.org/officeDocument/2006/relationships/image" Target="NULL"/><Relationship Id="rId44" Type="http://schemas.openxmlformats.org/officeDocument/2006/relationships/customXml" Target="../ink/ink4010.xml"/><Relationship Id="rId86" Type="http://schemas.openxmlformats.org/officeDocument/2006/relationships/customXml" Target="../ink/ink4031.xml"/><Relationship Id="rId151" Type="http://schemas.openxmlformats.org/officeDocument/2006/relationships/image" Target="NULL"/><Relationship Id="rId389" Type="http://schemas.openxmlformats.org/officeDocument/2006/relationships/customXml" Target="../ink/ink4183.xml"/><Relationship Id="rId554" Type="http://schemas.openxmlformats.org/officeDocument/2006/relationships/image" Target="NULL"/><Relationship Id="rId596" Type="http://schemas.openxmlformats.org/officeDocument/2006/relationships/image" Target="NULL"/><Relationship Id="rId193" Type="http://schemas.openxmlformats.org/officeDocument/2006/relationships/image" Target="NULL"/><Relationship Id="rId207" Type="http://schemas.openxmlformats.org/officeDocument/2006/relationships/customXml" Target="../ink/ink4092.xml"/><Relationship Id="rId249" Type="http://schemas.openxmlformats.org/officeDocument/2006/relationships/customXml" Target="../ink/ink4113.xml"/><Relationship Id="rId414" Type="http://schemas.openxmlformats.org/officeDocument/2006/relationships/image" Target="NULL"/><Relationship Id="rId456" Type="http://schemas.openxmlformats.org/officeDocument/2006/relationships/image" Target="NULL"/><Relationship Id="rId498" Type="http://schemas.openxmlformats.org/officeDocument/2006/relationships/image" Target="NULL"/><Relationship Id="rId621" Type="http://schemas.openxmlformats.org/officeDocument/2006/relationships/customXml" Target="../ink/ink4299.xml"/><Relationship Id="rId663" Type="http://schemas.openxmlformats.org/officeDocument/2006/relationships/customXml" Target="../ink/ink4321.xml"/><Relationship Id="rId13" Type="http://schemas.openxmlformats.org/officeDocument/2006/relationships/image" Target="NULL"/><Relationship Id="rId109" Type="http://schemas.openxmlformats.org/officeDocument/2006/relationships/image" Target="NULL"/><Relationship Id="rId260" Type="http://schemas.openxmlformats.org/officeDocument/2006/relationships/image" Target="NULL"/><Relationship Id="rId316" Type="http://schemas.openxmlformats.org/officeDocument/2006/relationships/image" Target="NULL"/><Relationship Id="rId523" Type="http://schemas.openxmlformats.org/officeDocument/2006/relationships/customXml" Target="../ink/ink4250.xml"/><Relationship Id="rId55" Type="http://schemas.openxmlformats.org/officeDocument/2006/relationships/image" Target="NULL"/><Relationship Id="rId97" Type="http://schemas.openxmlformats.org/officeDocument/2006/relationships/image" Target="NULL"/><Relationship Id="rId120" Type="http://schemas.openxmlformats.org/officeDocument/2006/relationships/customXml" Target="../ink/ink4048.xml"/><Relationship Id="rId358" Type="http://schemas.openxmlformats.org/officeDocument/2006/relationships/image" Target="NULL"/><Relationship Id="rId565" Type="http://schemas.openxmlformats.org/officeDocument/2006/relationships/customXml" Target="../ink/ink4271.xml"/><Relationship Id="rId162" Type="http://schemas.openxmlformats.org/officeDocument/2006/relationships/customXml" Target="../ink/ink4069.xml"/><Relationship Id="rId218" Type="http://schemas.openxmlformats.org/officeDocument/2006/relationships/image" Target="NULL"/><Relationship Id="rId425" Type="http://schemas.openxmlformats.org/officeDocument/2006/relationships/customXml" Target="../ink/ink4201.xml"/><Relationship Id="rId467" Type="http://schemas.openxmlformats.org/officeDocument/2006/relationships/customXml" Target="../ink/ink4222.xml"/><Relationship Id="rId632" Type="http://schemas.openxmlformats.org/officeDocument/2006/relationships/image" Target="NULL"/><Relationship Id="rId271" Type="http://schemas.openxmlformats.org/officeDocument/2006/relationships/customXml" Target="../ink/ink4124.xml"/><Relationship Id="rId674" Type="http://schemas.openxmlformats.org/officeDocument/2006/relationships/image" Target="NULL"/><Relationship Id="rId24" Type="http://schemas.openxmlformats.org/officeDocument/2006/relationships/customXml" Target="../ink/ink4000.xml"/><Relationship Id="rId66" Type="http://schemas.openxmlformats.org/officeDocument/2006/relationships/customXml" Target="../ink/ink4021.xml"/><Relationship Id="rId131" Type="http://schemas.openxmlformats.org/officeDocument/2006/relationships/image" Target="NULL"/><Relationship Id="rId327" Type="http://schemas.openxmlformats.org/officeDocument/2006/relationships/customXml" Target="../ink/ink4152.xml"/><Relationship Id="rId369" Type="http://schemas.openxmlformats.org/officeDocument/2006/relationships/customXml" Target="../ink/ink4173.xml"/><Relationship Id="rId534" Type="http://schemas.openxmlformats.org/officeDocument/2006/relationships/image" Target="NULL"/><Relationship Id="rId576" Type="http://schemas.openxmlformats.org/officeDocument/2006/relationships/image" Target="NULL"/><Relationship Id="rId173" Type="http://schemas.openxmlformats.org/officeDocument/2006/relationships/image" Target="NULL"/><Relationship Id="rId229" Type="http://schemas.openxmlformats.org/officeDocument/2006/relationships/customXml" Target="../ink/ink4103.xml"/><Relationship Id="rId380" Type="http://schemas.openxmlformats.org/officeDocument/2006/relationships/image" Target="NULL"/><Relationship Id="rId436" Type="http://schemas.openxmlformats.org/officeDocument/2006/relationships/image" Target="NULL"/><Relationship Id="rId601" Type="http://schemas.openxmlformats.org/officeDocument/2006/relationships/customXml" Target="../ink/ink4289.xml"/><Relationship Id="rId643" Type="http://schemas.openxmlformats.org/officeDocument/2006/relationships/customXml" Target="../ink/ink4311.xml"/><Relationship Id="rId240" Type="http://schemas.openxmlformats.org/officeDocument/2006/relationships/image" Target="NULL"/><Relationship Id="rId478" Type="http://schemas.openxmlformats.org/officeDocument/2006/relationships/image" Target="NULL"/><Relationship Id="rId685" Type="http://schemas.openxmlformats.org/officeDocument/2006/relationships/image" Target="NULL"/><Relationship Id="rId35" Type="http://schemas.openxmlformats.org/officeDocument/2006/relationships/image" Target="NULL"/><Relationship Id="rId77" Type="http://schemas.openxmlformats.org/officeDocument/2006/relationships/image" Target="NULL"/><Relationship Id="rId100" Type="http://schemas.openxmlformats.org/officeDocument/2006/relationships/customXml" Target="../ink/ink4038.xml"/><Relationship Id="rId282" Type="http://schemas.openxmlformats.org/officeDocument/2006/relationships/image" Target="NULL"/><Relationship Id="rId338" Type="http://schemas.openxmlformats.org/officeDocument/2006/relationships/image" Target="NULL"/><Relationship Id="rId503" Type="http://schemas.openxmlformats.org/officeDocument/2006/relationships/customXml" Target="../ink/ink4240.xml"/><Relationship Id="rId545" Type="http://schemas.openxmlformats.org/officeDocument/2006/relationships/customXml" Target="../ink/ink4261.xml"/><Relationship Id="rId587" Type="http://schemas.openxmlformats.org/officeDocument/2006/relationships/customXml" Target="../ink/ink4282.xml"/><Relationship Id="rId8" Type="http://schemas.openxmlformats.org/officeDocument/2006/relationships/customXml" Target="../ink/ink3992.xml"/><Relationship Id="rId142" Type="http://schemas.openxmlformats.org/officeDocument/2006/relationships/customXml" Target="../ink/ink4059.xml"/><Relationship Id="rId184" Type="http://schemas.openxmlformats.org/officeDocument/2006/relationships/customXml" Target="../ink/ink4080.xml"/><Relationship Id="rId391" Type="http://schemas.openxmlformats.org/officeDocument/2006/relationships/customXml" Target="../ink/ink4184.xml"/><Relationship Id="rId405" Type="http://schemas.openxmlformats.org/officeDocument/2006/relationships/customXml" Target="../ink/ink4191.xml"/><Relationship Id="rId447" Type="http://schemas.openxmlformats.org/officeDocument/2006/relationships/customXml" Target="../ink/ink4212.xml"/><Relationship Id="rId612" Type="http://schemas.openxmlformats.org/officeDocument/2006/relationships/image" Target="NULL"/><Relationship Id="rId251" Type="http://schemas.openxmlformats.org/officeDocument/2006/relationships/customXml" Target="../ink/ink4114.xml"/><Relationship Id="rId489" Type="http://schemas.openxmlformats.org/officeDocument/2006/relationships/customXml" Target="../ink/ink4233.xml"/><Relationship Id="rId654" Type="http://schemas.openxmlformats.org/officeDocument/2006/relationships/image" Target="NULL"/><Relationship Id="rId46" Type="http://schemas.openxmlformats.org/officeDocument/2006/relationships/customXml" Target="../ink/ink4011.xml"/><Relationship Id="rId293" Type="http://schemas.openxmlformats.org/officeDocument/2006/relationships/customXml" Target="../ink/ink4135.xml"/><Relationship Id="rId307" Type="http://schemas.openxmlformats.org/officeDocument/2006/relationships/customXml" Target="../ink/ink4142.xml"/><Relationship Id="rId349" Type="http://schemas.openxmlformats.org/officeDocument/2006/relationships/customXml" Target="../ink/ink4163.xml"/><Relationship Id="rId514" Type="http://schemas.openxmlformats.org/officeDocument/2006/relationships/image" Target="NULL"/><Relationship Id="rId556" Type="http://schemas.openxmlformats.org/officeDocument/2006/relationships/image" Target="NULL"/><Relationship Id="rId88" Type="http://schemas.openxmlformats.org/officeDocument/2006/relationships/customXml" Target="../ink/ink4032.xml"/><Relationship Id="rId111" Type="http://schemas.openxmlformats.org/officeDocument/2006/relationships/image" Target="NULL"/><Relationship Id="rId153" Type="http://schemas.openxmlformats.org/officeDocument/2006/relationships/image" Target="NULL"/><Relationship Id="rId195" Type="http://schemas.openxmlformats.org/officeDocument/2006/relationships/image" Target="NULL"/><Relationship Id="rId209" Type="http://schemas.openxmlformats.org/officeDocument/2006/relationships/customXml" Target="../ink/ink4093.xml"/><Relationship Id="rId360" Type="http://schemas.openxmlformats.org/officeDocument/2006/relationships/image" Target="NULL"/><Relationship Id="rId416" Type="http://schemas.openxmlformats.org/officeDocument/2006/relationships/image" Target="NULL"/><Relationship Id="rId598" Type="http://schemas.openxmlformats.org/officeDocument/2006/relationships/image" Target="NULL"/><Relationship Id="rId220" Type="http://schemas.openxmlformats.org/officeDocument/2006/relationships/image" Target="NULL"/><Relationship Id="rId458" Type="http://schemas.openxmlformats.org/officeDocument/2006/relationships/image" Target="NULL"/><Relationship Id="rId623" Type="http://schemas.openxmlformats.org/officeDocument/2006/relationships/customXml" Target="../ink/ink4300.xml"/><Relationship Id="rId665" Type="http://schemas.openxmlformats.org/officeDocument/2006/relationships/customXml" Target="../ink/ink4322.xml"/><Relationship Id="rId15" Type="http://schemas.openxmlformats.org/officeDocument/2006/relationships/image" Target="NULL"/><Relationship Id="rId57" Type="http://schemas.openxmlformats.org/officeDocument/2006/relationships/image" Target="NULL"/><Relationship Id="rId262" Type="http://schemas.openxmlformats.org/officeDocument/2006/relationships/image" Target="NULL"/><Relationship Id="rId318" Type="http://schemas.openxmlformats.org/officeDocument/2006/relationships/image" Target="NULL"/><Relationship Id="rId525" Type="http://schemas.openxmlformats.org/officeDocument/2006/relationships/customXml" Target="../ink/ink4251.xml"/><Relationship Id="rId567" Type="http://schemas.openxmlformats.org/officeDocument/2006/relationships/customXml" Target="../ink/ink4272.xml"/><Relationship Id="rId99" Type="http://schemas.openxmlformats.org/officeDocument/2006/relationships/image" Target="NULL"/><Relationship Id="rId122" Type="http://schemas.openxmlformats.org/officeDocument/2006/relationships/customXml" Target="../ink/ink4049.xml"/><Relationship Id="rId164" Type="http://schemas.openxmlformats.org/officeDocument/2006/relationships/customXml" Target="../ink/ink4070.xml"/><Relationship Id="rId371" Type="http://schemas.openxmlformats.org/officeDocument/2006/relationships/customXml" Target="../ink/ink4174.xml"/><Relationship Id="rId427" Type="http://schemas.openxmlformats.org/officeDocument/2006/relationships/customXml" Target="../ink/ink4202.xml"/><Relationship Id="rId469" Type="http://schemas.openxmlformats.org/officeDocument/2006/relationships/customXml" Target="../ink/ink4223.xml"/><Relationship Id="rId634" Type="http://schemas.openxmlformats.org/officeDocument/2006/relationships/image" Target="NULL"/><Relationship Id="rId676" Type="http://schemas.openxmlformats.org/officeDocument/2006/relationships/customXml" Target="../ink/ink4328.xml"/><Relationship Id="rId26" Type="http://schemas.openxmlformats.org/officeDocument/2006/relationships/customXml" Target="../ink/ink4001.xml"/><Relationship Id="rId231" Type="http://schemas.openxmlformats.org/officeDocument/2006/relationships/customXml" Target="../ink/ink4104.xml"/><Relationship Id="rId273" Type="http://schemas.openxmlformats.org/officeDocument/2006/relationships/customXml" Target="../ink/ink4125.xml"/><Relationship Id="rId329" Type="http://schemas.openxmlformats.org/officeDocument/2006/relationships/customXml" Target="../ink/ink4153.xml"/><Relationship Id="rId480" Type="http://schemas.openxmlformats.org/officeDocument/2006/relationships/image" Target="NULL"/><Relationship Id="rId536" Type="http://schemas.openxmlformats.org/officeDocument/2006/relationships/image" Target="NULL"/><Relationship Id="rId68" Type="http://schemas.openxmlformats.org/officeDocument/2006/relationships/customXml" Target="../ink/ink4022.xml"/><Relationship Id="rId133" Type="http://schemas.openxmlformats.org/officeDocument/2006/relationships/image" Target="NULL"/><Relationship Id="rId175" Type="http://schemas.openxmlformats.org/officeDocument/2006/relationships/image" Target="NULL"/><Relationship Id="rId340" Type="http://schemas.openxmlformats.org/officeDocument/2006/relationships/image" Target="NULL"/><Relationship Id="rId578" Type="http://schemas.openxmlformats.org/officeDocument/2006/relationships/image" Target="NULL"/><Relationship Id="rId200" Type="http://schemas.openxmlformats.org/officeDocument/2006/relationships/customXml" Target="../ink/ink4088.xml"/><Relationship Id="rId382" Type="http://schemas.openxmlformats.org/officeDocument/2006/relationships/image" Target="NULL"/><Relationship Id="rId438" Type="http://schemas.openxmlformats.org/officeDocument/2006/relationships/image" Target="NULL"/><Relationship Id="rId603" Type="http://schemas.openxmlformats.org/officeDocument/2006/relationships/customXml" Target="../ink/ink4290.xml"/><Relationship Id="rId645" Type="http://schemas.openxmlformats.org/officeDocument/2006/relationships/customXml" Target="../ink/ink4312.xml"/><Relationship Id="rId687" Type="http://schemas.openxmlformats.org/officeDocument/2006/relationships/image" Target="NULL"/><Relationship Id="rId242" Type="http://schemas.openxmlformats.org/officeDocument/2006/relationships/image" Target="NULL"/><Relationship Id="rId284" Type="http://schemas.openxmlformats.org/officeDocument/2006/relationships/image" Target="NULL"/><Relationship Id="rId491" Type="http://schemas.openxmlformats.org/officeDocument/2006/relationships/customXml" Target="../ink/ink4234.xml"/><Relationship Id="rId505" Type="http://schemas.openxmlformats.org/officeDocument/2006/relationships/customXml" Target="../ink/ink4241.xml"/><Relationship Id="rId37" Type="http://schemas.openxmlformats.org/officeDocument/2006/relationships/image" Target="NULL"/><Relationship Id="rId79" Type="http://schemas.openxmlformats.org/officeDocument/2006/relationships/image" Target="NULL"/><Relationship Id="rId102" Type="http://schemas.openxmlformats.org/officeDocument/2006/relationships/customXml" Target="../ink/ink4039.xml"/><Relationship Id="rId144" Type="http://schemas.openxmlformats.org/officeDocument/2006/relationships/customXml" Target="../ink/ink4060.xml"/><Relationship Id="rId547" Type="http://schemas.openxmlformats.org/officeDocument/2006/relationships/customXml" Target="../ink/ink4262.xml"/><Relationship Id="rId589" Type="http://schemas.openxmlformats.org/officeDocument/2006/relationships/customXml" Target="../ink/ink4283.xml"/><Relationship Id="rId90" Type="http://schemas.openxmlformats.org/officeDocument/2006/relationships/customXml" Target="../ink/ink4033.xml"/><Relationship Id="rId186" Type="http://schemas.openxmlformats.org/officeDocument/2006/relationships/customXml" Target="../ink/ink4081.xml"/><Relationship Id="rId351" Type="http://schemas.openxmlformats.org/officeDocument/2006/relationships/customXml" Target="../ink/ink4164.xml"/><Relationship Id="rId393" Type="http://schemas.openxmlformats.org/officeDocument/2006/relationships/customXml" Target="../ink/ink4185.xml"/><Relationship Id="rId407" Type="http://schemas.openxmlformats.org/officeDocument/2006/relationships/customXml" Target="../ink/ink4192.xml"/><Relationship Id="rId449" Type="http://schemas.openxmlformats.org/officeDocument/2006/relationships/customXml" Target="../ink/ink4213.xml"/><Relationship Id="rId614" Type="http://schemas.openxmlformats.org/officeDocument/2006/relationships/image" Target="NULL"/><Relationship Id="rId656" Type="http://schemas.openxmlformats.org/officeDocument/2006/relationships/image" Target="NULL"/><Relationship Id="rId211" Type="http://schemas.openxmlformats.org/officeDocument/2006/relationships/customXml" Target="../ink/ink4094.xml"/><Relationship Id="rId253" Type="http://schemas.openxmlformats.org/officeDocument/2006/relationships/customXml" Target="../ink/ink4115.xml"/><Relationship Id="rId295" Type="http://schemas.openxmlformats.org/officeDocument/2006/relationships/customXml" Target="../ink/ink4136.xml"/><Relationship Id="rId309" Type="http://schemas.openxmlformats.org/officeDocument/2006/relationships/customXml" Target="../ink/ink4143.xml"/><Relationship Id="rId460" Type="http://schemas.openxmlformats.org/officeDocument/2006/relationships/image" Target="NULL"/><Relationship Id="rId516" Type="http://schemas.openxmlformats.org/officeDocument/2006/relationships/image" Target="NULL"/><Relationship Id="rId48" Type="http://schemas.openxmlformats.org/officeDocument/2006/relationships/customXml" Target="../ink/ink4012.xml"/><Relationship Id="rId113" Type="http://schemas.openxmlformats.org/officeDocument/2006/relationships/image" Target="NULL"/><Relationship Id="rId320" Type="http://schemas.openxmlformats.org/officeDocument/2006/relationships/image" Target="NULL"/><Relationship Id="rId558" Type="http://schemas.openxmlformats.org/officeDocument/2006/relationships/image" Target="NULL"/><Relationship Id="rId155" Type="http://schemas.openxmlformats.org/officeDocument/2006/relationships/image" Target="NULL"/><Relationship Id="rId197" Type="http://schemas.openxmlformats.org/officeDocument/2006/relationships/image" Target="NULL"/><Relationship Id="rId362" Type="http://schemas.openxmlformats.org/officeDocument/2006/relationships/image" Target="NULL"/><Relationship Id="rId418" Type="http://schemas.openxmlformats.org/officeDocument/2006/relationships/image" Target="NULL"/><Relationship Id="rId625" Type="http://schemas.openxmlformats.org/officeDocument/2006/relationships/customXml" Target="../ink/ink4301.xml"/><Relationship Id="rId222" Type="http://schemas.openxmlformats.org/officeDocument/2006/relationships/image" Target="NULL"/><Relationship Id="rId264" Type="http://schemas.openxmlformats.org/officeDocument/2006/relationships/image" Target="NULL"/><Relationship Id="rId471" Type="http://schemas.openxmlformats.org/officeDocument/2006/relationships/customXml" Target="../ink/ink4224.xml"/><Relationship Id="rId667" Type="http://schemas.openxmlformats.org/officeDocument/2006/relationships/customXml" Target="../ink/ink4323.xml"/><Relationship Id="rId17" Type="http://schemas.openxmlformats.org/officeDocument/2006/relationships/image" Target="NULL"/><Relationship Id="rId59" Type="http://schemas.openxmlformats.org/officeDocument/2006/relationships/image" Target="NULL"/><Relationship Id="rId124" Type="http://schemas.openxmlformats.org/officeDocument/2006/relationships/customXml" Target="../ink/ink4050.xml"/><Relationship Id="rId527" Type="http://schemas.openxmlformats.org/officeDocument/2006/relationships/customXml" Target="../ink/ink4252.xml"/><Relationship Id="rId569" Type="http://schemas.openxmlformats.org/officeDocument/2006/relationships/customXml" Target="../ink/ink4273.xml"/><Relationship Id="rId70" Type="http://schemas.openxmlformats.org/officeDocument/2006/relationships/customXml" Target="../ink/ink4023.xml"/><Relationship Id="rId166" Type="http://schemas.openxmlformats.org/officeDocument/2006/relationships/customXml" Target="../ink/ink4071.xml"/><Relationship Id="rId331" Type="http://schemas.openxmlformats.org/officeDocument/2006/relationships/customXml" Target="../ink/ink4154.xml"/><Relationship Id="rId373" Type="http://schemas.openxmlformats.org/officeDocument/2006/relationships/customXml" Target="../ink/ink4175.xml"/><Relationship Id="rId429" Type="http://schemas.openxmlformats.org/officeDocument/2006/relationships/customXml" Target="../ink/ink4203.xml"/><Relationship Id="rId580" Type="http://schemas.openxmlformats.org/officeDocument/2006/relationships/image" Target="NULL"/><Relationship Id="rId636" Type="http://schemas.openxmlformats.org/officeDocument/2006/relationships/customXml" Target="../ink/ink4307.xml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4105.xml"/><Relationship Id="rId440" Type="http://schemas.openxmlformats.org/officeDocument/2006/relationships/image" Target="NULL"/><Relationship Id="rId678" Type="http://schemas.openxmlformats.org/officeDocument/2006/relationships/customXml" Target="../ink/ink4329.xml"/><Relationship Id="rId28" Type="http://schemas.openxmlformats.org/officeDocument/2006/relationships/customXml" Target="../ink/ink4002.xml"/><Relationship Id="rId275" Type="http://schemas.openxmlformats.org/officeDocument/2006/relationships/customXml" Target="../ink/ink4126.xml"/><Relationship Id="rId300" Type="http://schemas.openxmlformats.org/officeDocument/2006/relationships/image" Target="NULL"/><Relationship Id="rId482" Type="http://schemas.openxmlformats.org/officeDocument/2006/relationships/image" Target="NULL"/><Relationship Id="rId538" Type="http://schemas.openxmlformats.org/officeDocument/2006/relationships/image" Target="NULL"/><Relationship Id="rId81" Type="http://schemas.openxmlformats.org/officeDocument/2006/relationships/image" Target="NULL"/><Relationship Id="rId135" Type="http://schemas.openxmlformats.org/officeDocument/2006/relationships/image" Target="NULL"/><Relationship Id="rId177" Type="http://schemas.openxmlformats.org/officeDocument/2006/relationships/image" Target="NULL"/><Relationship Id="rId342" Type="http://schemas.openxmlformats.org/officeDocument/2006/relationships/image" Target="NULL"/><Relationship Id="rId384" Type="http://schemas.openxmlformats.org/officeDocument/2006/relationships/image" Target="NULL"/><Relationship Id="rId591" Type="http://schemas.openxmlformats.org/officeDocument/2006/relationships/customXml" Target="../ink/ink4284.xml"/><Relationship Id="rId605" Type="http://schemas.openxmlformats.org/officeDocument/2006/relationships/customXml" Target="../ink/ink4291.xml"/><Relationship Id="rId202" Type="http://schemas.openxmlformats.org/officeDocument/2006/relationships/customXml" Target="../ink/ink4089.xml"/><Relationship Id="rId244" Type="http://schemas.openxmlformats.org/officeDocument/2006/relationships/image" Target="NULL"/><Relationship Id="rId647" Type="http://schemas.openxmlformats.org/officeDocument/2006/relationships/customXml" Target="../ink/ink4313.xml"/><Relationship Id="rId689" Type="http://schemas.openxmlformats.org/officeDocument/2006/relationships/image" Target="NULL"/><Relationship Id="rId39" Type="http://schemas.openxmlformats.org/officeDocument/2006/relationships/image" Target="NULL"/><Relationship Id="rId286" Type="http://schemas.openxmlformats.org/officeDocument/2006/relationships/image" Target="NULL"/><Relationship Id="rId451" Type="http://schemas.openxmlformats.org/officeDocument/2006/relationships/customXml" Target="../ink/ink4214.xml"/><Relationship Id="rId493" Type="http://schemas.openxmlformats.org/officeDocument/2006/relationships/customXml" Target="../ink/ink4235.xml"/><Relationship Id="rId507" Type="http://schemas.openxmlformats.org/officeDocument/2006/relationships/customXml" Target="../ink/ink4242.xml"/><Relationship Id="rId549" Type="http://schemas.openxmlformats.org/officeDocument/2006/relationships/customXml" Target="../ink/ink4263.xml"/><Relationship Id="rId50" Type="http://schemas.openxmlformats.org/officeDocument/2006/relationships/customXml" Target="../ink/ink4013.xml"/><Relationship Id="rId104" Type="http://schemas.openxmlformats.org/officeDocument/2006/relationships/customXml" Target="../ink/ink4040.xml"/><Relationship Id="rId146" Type="http://schemas.openxmlformats.org/officeDocument/2006/relationships/customXml" Target="../ink/ink4061.xml"/><Relationship Id="rId188" Type="http://schemas.openxmlformats.org/officeDocument/2006/relationships/customXml" Target="../ink/ink4082.xml"/><Relationship Id="rId311" Type="http://schemas.openxmlformats.org/officeDocument/2006/relationships/customXml" Target="../ink/ink4144.xml"/><Relationship Id="rId353" Type="http://schemas.openxmlformats.org/officeDocument/2006/relationships/customXml" Target="../ink/ink4165.xml"/><Relationship Id="rId395" Type="http://schemas.openxmlformats.org/officeDocument/2006/relationships/customXml" Target="../ink/ink4186.xml"/><Relationship Id="rId409" Type="http://schemas.openxmlformats.org/officeDocument/2006/relationships/customXml" Target="../ink/ink4193.xml"/><Relationship Id="rId560" Type="http://schemas.openxmlformats.org/officeDocument/2006/relationships/image" Target="NULL"/><Relationship Id="rId92" Type="http://schemas.openxmlformats.org/officeDocument/2006/relationships/customXml" Target="../ink/ink4034.xml"/><Relationship Id="rId213" Type="http://schemas.openxmlformats.org/officeDocument/2006/relationships/customXml" Target="../ink/ink4095.xml"/><Relationship Id="rId420" Type="http://schemas.openxmlformats.org/officeDocument/2006/relationships/image" Target="NULL"/><Relationship Id="rId616" Type="http://schemas.openxmlformats.org/officeDocument/2006/relationships/image" Target="NULL"/><Relationship Id="rId658" Type="http://schemas.openxmlformats.org/officeDocument/2006/relationships/image" Target="NULL"/><Relationship Id="rId255" Type="http://schemas.openxmlformats.org/officeDocument/2006/relationships/customXml" Target="../ink/ink4116.xml"/><Relationship Id="rId297" Type="http://schemas.openxmlformats.org/officeDocument/2006/relationships/customXml" Target="../ink/ink4137.xml"/><Relationship Id="rId462" Type="http://schemas.openxmlformats.org/officeDocument/2006/relationships/image" Target="NULL"/><Relationship Id="rId518" Type="http://schemas.openxmlformats.org/officeDocument/2006/relationships/image" Target="NULL"/><Relationship Id="rId115" Type="http://schemas.openxmlformats.org/officeDocument/2006/relationships/image" Target="NULL"/><Relationship Id="rId157" Type="http://schemas.openxmlformats.org/officeDocument/2006/relationships/image" Target="NULL"/><Relationship Id="rId322" Type="http://schemas.openxmlformats.org/officeDocument/2006/relationships/image" Target="NULL"/><Relationship Id="rId364" Type="http://schemas.openxmlformats.org/officeDocument/2006/relationships/image" Target="NULL"/><Relationship Id="rId61" Type="http://schemas.openxmlformats.org/officeDocument/2006/relationships/image" Target="NULL"/><Relationship Id="rId199" Type="http://schemas.openxmlformats.org/officeDocument/2006/relationships/image" Target="NULL"/><Relationship Id="rId571" Type="http://schemas.openxmlformats.org/officeDocument/2006/relationships/customXml" Target="../ink/ink4274.xml"/><Relationship Id="rId627" Type="http://schemas.openxmlformats.org/officeDocument/2006/relationships/customXml" Target="../ink/ink4302.xml"/><Relationship Id="rId669" Type="http://schemas.openxmlformats.org/officeDocument/2006/relationships/customXml" Target="../ink/ink4324.xml"/><Relationship Id="rId19" Type="http://schemas.openxmlformats.org/officeDocument/2006/relationships/image" Target="NULL"/><Relationship Id="rId224" Type="http://schemas.openxmlformats.org/officeDocument/2006/relationships/image" Target="NULL"/><Relationship Id="rId266" Type="http://schemas.openxmlformats.org/officeDocument/2006/relationships/image" Target="NULL"/><Relationship Id="rId431" Type="http://schemas.openxmlformats.org/officeDocument/2006/relationships/customXml" Target="../ink/ink4204.xml"/><Relationship Id="rId473" Type="http://schemas.openxmlformats.org/officeDocument/2006/relationships/customXml" Target="../ink/ink4225.xml"/><Relationship Id="rId529" Type="http://schemas.openxmlformats.org/officeDocument/2006/relationships/customXml" Target="../ink/ink4253.xml"/><Relationship Id="rId680" Type="http://schemas.openxmlformats.org/officeDocument/2006/relationships/customXml" Target="../ink/ink4330.xml"/><Relationship Id="rId30" Type="http://schemas.openxmlformats.org/officeDocument/2006/relationships/customXml" Target="../ink/ink4003.xml"/><Relationship Id="rId126" Type="http://schemas.openxmlformats.org/officeDocument/2006/relationships/customXml" Target="../ink/ink4051.xml"/><Relationship Id="rId168" Type="http://schemas.openxmlformats.org/officeDocument/2006/relationships/customXml" Target="../ink/ink4072.xml"/><Relationship Id="rId333" Type="http://schemas.openxmlformats.org/officeDocument/2006/relationships/customXml" Target="../ink/ink4155.xml"/><Relationship Id="rId540" Type="http://schemas.openxmlformats.org/officeDocument/2006/relationships/image" Target="NULL"/><Relationship Id="rId72" Type="http://schemas.openxmlformats.org/officeDocument/2006/relationships/customXml" Target="../ink/ink4024.xml"/><Relationship Id="rId375" Type="http://schemas.openxmlformats.org/officeDocument/2006/relationships/customXml" Target="../ink/ink4176.xml"/><Relationship Id="rId582" Type="http://schemas.openxmlformats.org/officeDocument/2006/relationships/image" Target="NULL"/><Relationship Id="rId638" Type="http://schemas.openxmlformats.org/officeDocument/2006/relationships/image" Target="NULL"/><Relationship Id="rId3" Type="http://schemas.openxmlformats.org/officeDocument/2006/relationships/image" Target="NULL"/><Relationship Id="rId235" Type="http://schemas.openxmlformats.org/officeDocument/2006/relationships/customXml" Target="../ink/ink4106.xml"/><Relationship Id="rId277" Type="http://schemas.openxmlformats.org/officeDocument/2006/relationships/customXml" Target="../ink/ink4127.xml"/><Relationship Id="rId400" Type="http://schemas.openxmlformats.org/officeDocument/2006/relationships/image" Target="NULL"/><Relationship Id="rId442" Type="http://schemas.openxmlformats.org/officeDocument/2006/relationships/image" Target="NULL"/><Relationship Id="rId484" Type="http://schemas.openxmlformats.org/officeDocument/2006/relationships/image" Target="NULL"/><Relationship Id="rId137" Type="http://schemas.openxmlformats.org/officeDocument/2006/relationships/image" Target="NULL"/><Relationship Id="rId302" Type="http://schemas.openxmlformats.org/officeDocument/2006/relationships/image" Target="NULL"/><Relationship Id="rId344" Type="http://schemas.openxmlformats.org/officeDocument/2006/relationships/image" Target="NULL"/><Relationship Id="rId691" Type="http://schemas.openxmlformats.org/officeDocument/2006/relationships/image" Target="NULL"/><Relationship Id="rId41" Type="http://schemas.openxmlformats.org/officeDocument/2006/relationships/image" Target="NULL"/><Relationship Id="rId83" Type="http://schemas.openxmlformats.org/officeDocument/2006/relationships/image" Target="NULL"/><Relationship Id="rId179" Type="http://schemas.openxmlformats.org/officeDocument/2006/relationships/image" Target="NULL"/><Relationship Id="rId386" Type="http://schemas.openxmlformats.org/officeDocument/2006/relationships/image" Target="NULL"/><Relationship Id="rId551" Type="http://schemas.openxmlformats.org/officeDocument/2006/relationships/customXml" Target="../ink/ink4264.xml"/><Relationship Id="rId593" Type="http://schemas.openxmlformats.org/officeDocument/2006/relationships/customXml" Target="../ink/ink4285.xml"/><Relationship Id="rId607" Type="http://schemas.openxmlformats.org/officeDocument/2006/relationships/customXml" Target="../ink/ink4292.xml"/><Relationship Id="rId649" Type="http://schemas.openxmlformats.org/officeDocument/2006/relationships/customXml" Target="../ink/ink4314.xml"/><Relationship Id="rId190" Type="http://schemas.openxmlformats.org/officeDocument/2006/relationships/customXml" Target="../ink/ink4083.xml"/><Relationship Id="rId204" Type="http://schemas.openxmlformats.org/officeDocument/2006/relationships/customXml" Target="../ink/ink4090.xml"/><Relationship Id="rId246" Type="http://schemas.openxmlformats.org/officeDocument/2006/relationships/image" Target="NULL"/><Relationship Id="rId288" Type="http://schemas.openxmlformats.org/officeDocument/2006/relationships/image" Target="NULL"/><Relationship Id="rId411" Type="http://schemas.openxmlformats.org/officeDocument/2006/relationships/customXml" Target="../ink/ink4194.xml"/><Relationship Id="rId453" Type="http://schemas.openxmlformats.org/officeDocument/2006/relationships/customXml" Target="../ink/ink4215.xml"/><Relationship Id="rId509" Type="http://schemas.openxmlformats.org/officeDocument/2006/relationships/customXml" Target="../ink/ink4243.xml"/><Relationship Id="rId660" Type="http://schemas.openxmlformats.org/officeDocument/2006/relationships/image" Target="NULL"/><Relationship Id="rId106" Type="http://schemas.openxmlformats.org/officeDocument/2006/relationships/customXml" Target="../ink/ink4041.xml"/><Relationship Id="rId313" Type="http://schemas.openxmlformats.org/officeDocument/2006/relationships/customXml" Target="../ink/ink4145.xml"/><Relationship Id="rId495" Type="http://schemas.openxmlformats.org/officeDocument/2006/relationships/customXml" Target="../ink/ink4236.xml"/><Relationship Id="rId10" Type="http://schemas.openxmlformats.org/officeDocument/2006/relationships/customXml" Target="../ink/ink3993.xml"/><Relationship Id="rId52" Type="http://schemas.openxmlformats.org/officeDocument/2006/relationships/customXml" Target="../ink/ink4014.xml"/><Relationship Id="rId94" Type="http://schemas.openxmlformats.org/officeDocument/2006/relationships/customXml" Target="../ink/ink4035.xml"/><Relationship Id="rId148" Type="http://schemas.openxmlformats.org/officeDocument/2006/relationships/customXml" Target="../ink/ink4062.xml"/><Relationship Id="rId355" Type="http://schemas.openxmlformats.org/officeDocument/2006/relationships/customXml" Target="../ink/ink4166.xml"/><Relationship Id="rId397" Type="http://schemas.openxmlformats.org/officeDocument/2006/relationships/customXml" Target="../ink/ink4187.xml"/><Relationship Id="rId520" Type="http://schemas.openxmlformats.org/officeDocument/2006/relationships/image" Target="NULL"/><Relationship Id="rId562" Type="http://schemas.openxmlformats.org/officeDocument/2006/relationships/image" Target="NULL"/><Relationship Id="rId618" Type="http://schemas.openxmlformats.org/officeDocument/2006/relationships/image" Target="NULL"/><Relationship Id="rId215" Type="http://schemas.openxmlformats.org/officeDocument/2006/relationships/customXml" Target="../ink/ink4096.xml"/><Relationship Id="rId257" Type="http://schemas.openxmlformats.org/officeDocument/2006/relationships/customXml" Target="../ink/ink4117.xml"/><Relationship Id="rId422" Type="http://schemas.openxmlformats.org/officeDocument/2006/relationships/image" Target="NULL"/><Relationship Id="rId464" Type="http://schemas.openxmlformats.org/officeDocument/2006/relationships/image" Target="NULL"/><Relationship Id="rId299" Type="http://schemas.openxmlformats.org/officeDocument/2006/relationships/customXml" Target="../ink/ink4138.xml"/><Relationship Id="rId63" Type="http://schemas.openxmlformats.org/officeDocument/2006/relationships/image" Target="NULL"/><Relationship Id="rId159" Type="http://schemas.openxmlformats.org/officeDocument/2006/relationships/image" Target="NULL"/><Relationship Id="rId366" Type="http://schemas.openxmlformats.org/officeDocument/2006/relationships/image" Target="NULL"/><Relationship Id="rId573" Type="http://schemas.openxmlformats.org/officeDocument/2006/relationships/customXml" Target="../ink/ink4275.xml"/><Relationship Id="rId226" Type="http://schemas.openxmlformats.org/officeDocument/2006/relationships/image" Target="NULL"/><Relationship Id="rId433" Type="http://schemas.openxmlformats.org/officeDocument/2006/relationships/customXml" Target="../ink/ink4205.xml"/><Relationship Id="rId640" Type="http://schemas.openxmlformats.org/officeDocument/2006/relationships/image" Target="NULL"/><Relationship Id="rId74" Type="http://schemas.openxmlformats.org/officeDocument/2006/relationships/customXml" Target="../ink/ink4025.xml"/><Relationship Id="rId377" Type="http://schemas.openxmlformats.org/officeDocument/2006/relationships/customXml" Target="../ink/ink4177.xml"/><Relationship Id="rId500" Type="http://schemas.openxmlformats.org/officeDocument/2006/relationships/image" Target="NULL"/><Relationship Id="rId584" Type="http://schemas.openxmlformats.org/officeDocument/2006/relationships/image" Target="NULL"/><Relationship Id="rId5" Type="http://schemas.openxmlformats.org/officeDocument/2006/relationships/image" Target="NULL"/><Relationship Id="rId237" Type="http://schemas.openxmlformats.org/officeDocument/2006/relationships/customXml" Target="../ink/ink4107.xml"/><Relationship Id="rId444" Type="http://schemas.openxmlformats.org/officeDocument/2006/relationships/image" Target="NULL"/><Relationship Id="rId651" Type="http://schemas.openxmlformats.org/officeDocument/2006/relationships/customXml" Target="../ink/ink4315.xml"/><Relationship Id="rId290" Type="http://schemas.openxmlformats.org/officeDocument/2006/relationships/image" Target="NULL"/><Relationship Id="rId304" Type="http://schemas.openxmlformats.org/officeDocument/2006/relationships/image" Target="NULL"/><Relationship Id="rId388" Type="http://schemas.openxmlformats.org/officeDocument/2006/relationships/image" Target="NULL"/><Relationship Id="rId511" Type="http://schemas.openxmlformats.org/officeDocument/2006/relationships/customXml" Target="../ink/ink4244.xml"/><Relationship Id="rId609" Type="http://schemas.openxmlformats.org/officeDocument/2006/relationships/customXml" Target="../ink/ink4293.xml"/><Relationship Id="rId85" Type="http://schemas.openxmlformats.org/officeDocument/2006/relationships/image" Target="NULL"/><Relationship Id="rId150" Type="http://schemas.openxmlformats.org/officeDocument/2006/relationships/customXml" Target="../ink/ink4063.xml"/><Relationship Id="rId595" Type="http://schemas.openxmlformats.org/officeDocument/2006/relationships/customXml" Target="../ink/ink4286.xml"/><Relationship Id="rId248" Type="http://schemas.openxmlformats.org/officeDocument/2006/relationships/image" Target="NULL"/><Relationship Id="rId455" Type="http://schemas.openxmlformats.org/officeDocument/2006/relationships/customXml" Target="../ink/ink4216.xml"/><Relationship Id="rId662" Type="http://schemas.openxmlformats.org/officeDocument/2006/relationships/image" Target="NULL"/><Relationship Id="rId12" Type="http://schemas.openxmlformats.org/officeDocument/2006/relationships/customXml" Target="../ink/ink3994.xml"/><Relationship Id="rId108" Type="http://schemas.openxmlformats.org/officeDocument/2006/relationships/customXml" Target="../ink/ink4042.xml"/><Relationship Id="rId315" Type="http://schemas.openxmlformats.org/officeDocument/2006/relationships/customXml" Target="../ink/ink4146.xml"/><Relationship Id="rId522" Type="http://schemas.openxmlformats.org/officeDocument/2006/relationships/image" Target="NULL"/><Relationship Id="rId96" Type="http://schemas.openxmlformats.org/officeDocument/2006/relationships/customXml" Target="../ink/ink4036.xml"/><Relationship Id="rId161" Type="http://schemas.openxmlformats.org/officeDocument/2006/relationships/image" Target="NULL"/><Relationship Id="rId399" Type="http://schemas.openxmlformats.org/officeDocument/2006/relationships/customXml" Target="../ink/ink4188.xml"/><Relationship Id="rId259" Type="http://schemas.openxmlformats.org/officeDocument/2006/relationships/customXml" Target="../ink/ink4118.xml"/><Relationship Id="rId466" Type="http://schemas.openxmlformats.org/officeDocument/2006/relationships/image" Target="NULL"/><Relationship Id="rId673" Type="http://schemas.openxmlformats.org/officeDocument/2006/relationships/customXml" Target="../ink/ink4326.xml"/><Relationship Id="rId23" Type="http://schemas.openxmlformats.org/officeDocument/2006/relationships/image" Target="NULL"/><Relationship Id="rId119" Type="http://schemas.openxmlformats.org/officeDocument/2006/relationships/image" Target="NULL"/><Relationship Id="rId326" Type="http://schemas.openxmlformats.org/officeDocument/2006/relationships/image" Target="NULL"/><Relationship Id="rId533" Type="http://schemas.openxmlformats.org/officeDocument/2006/relationships/customXml" Target="../ink/ink4255.xml"/><Relationship Id="rId172" Type="http://schemas.openxmlformats.org/officeDocument/2006/relationships/customXml" Target="../ink/ink4074.xml"/><Relationship Id="rId477" Type="http://schemas.openxmlformats.org/officeDocument/2006/relationships/customXml" Target="../ink/ink4227.xml"/><Relationship Id="rId600" Type="http://schemas.openxmlformats.org/officeDocument/2006/relationships/image" Target="NULL"/><Relationship Id="rId684" Type="http://schemas.openxmlformats.org/officeDocument/2006/relationships/customXml" Target="../ink/ink4332.xml"/><Relationship Id="rId337" Type="http://schemas.openxmlformats.org/officeDocument/2006/relationships/customXml" Target="../ink/ink4157.xml"/><Relationship Id="rId34" Type="http://schemas.openxmlformats.org/officeDocument/2006/relationships/customXml" Target="../ink/ink4005.xml"/><Relationship Id="rId544" Type="http://schemas.openxmlformats.org/officeDocument/2006/relationships/image" Target="NULL"/><Relationship Id="rId183" Type="http://schemas.openxmlformats.org/officeDocument/2006/relationships/image" Target="NULL"/><Relationship Id="rId390" Type="http://schemas.openxmlformats.org/officeDocument/2006/relationships/image" Target="NULL"/><Relationship Id="rId404" Type="http://schemas.openxmlformats.org/officeDocument/2006/relationships/image" Target="NULL"/><Relationship Id="rId611" Type="http://schemas.openxmlformats.org/officeDocument/2006/relationships/customXml" Target="../ink/ink4294.xml"/><Relationship Id="rId250" Type="http://schemas.openxmlformats.org/officeDocument/2006/relationships/image" Target="NULL"/><Relationship Id="rId488" Type="http://schemas.openxmlformats.org/officeDocument/2006/relationships/image" Target="NULL"/><Relationship Id="rId695" Type="http://schemas.openxmlformats.org/officeDocument/2006/relationships/image" Target="NULL"/><Relationship Id="rId45" Type="http://schemas.openxmlformats.org/officeDocument/2006/relationships/image" Target="NULL"/><Relationship Id="rId110" Type="http://schemas.openxmlformats.org/officeDocument/2006/relationships/customXml" Target="../ink/ink4043.xml"/><Relationship Id="rId348" Type="http://schemas.openxmlformats.org/officeDocument/2006/relationships/image" Target="NULL"/><Relationship Id="rId555" Type="http://schemas.openxmlformats.org/officeDocument/2006/relationships/customXml" Target="../ink/ink4266.xml"/><Relationship Id="rId194" Type="http://schemas.openxmlformats.org/officeDocument/2006/relationships/customXml" Target="../ink/ink4085.xml"/><Relationship Id="rId208" Type="http://schemas.openxmlformats.org/officeDocument/2006/relationships/image" Target="NULL"/><Relationship Id="rId415" Type="http://schemas.openxmlformats.org/officeDocument/2006/relationships/customXml" Target="../ink/ink4196.xml"/><Relationship Id="rId622" Type="http://schemas.openxmlformats.org/officeDocument/2006/relationships/image" Target="NULL"/><Relationship Id="rId261" Type="http://schemas.openxmlformats.org/officeDocument/2006/relationships/customXml" Target="../ink/ink4119.xml"/><Relationship Id="rId499" Type="http://schemas.openxmlformats.org/officeDocument/2006/relationships/customXml" Target="../ink/ink4238.xml"/><Relationship Id="rId56" Type="http://schemas.openxmlformats.org/officeDocument/2006/relationships/customXml" Target="../ink/ink4016.xml"/><Relationship Id="rId359" Type="http://schemas.openxmlformats.org/officeDocument/2006/relationships/customXml" Target="../ink/ink4168.xml"/><Relationship Id="rId566" Type="http://schemas.openxmlformats.org/officeDocument/2006/relationships/image" Target="NULL"/><Relationship Id="rId121" Type="http://schemas.openxmlformats.org/officeDocument/2006/relationships/image" Target="NULL"/><Relationship Id="rId219" Type="http://schemas.openxmlformats.org/officeDocument/2006/relationships/customXml" Target="../ink/ink4098.xml"/><Relationship Id="rId426" Type="http://schemas.openxmlformats.org/officeDocument/2006/relationships/image" Target="NULL"/><Relationship Id="rId633" Type="http://schemas.openxmlformats.org/officeDocument/2006/relationships/customXml" Target="../ink/ink4305.xml"/><Relationship Id="rId67" Type="http://schemas.openxmlformats.org/officeDocument/2006/relationships/image" Target="NULL"/><Relationship Id="rId272" Type="http://schemas.openxmlformats.org/officeDocument/2006/relationships/image" Target="NULL"/><Relationship Id="rId577" Type="http://schemas.openxmlformats.org/officeDocument/2006/relationships/customXml" Target="../ink/ink4277.xml"/><Relationship Id="rId132" Type="http://schemas.openxmlformats.org/officeDocument/2006/relationships/customXml" Target="../ink/ink4054.xml"/><Relationship Id="rId437" Type="http://schemas.openxmlformats.org/officeDocument/2006/relationships/customXml" Target="../ink/ink4207.xml"/><Relationship Id="rId644" Type="http://schemas.openxmlformats.org/officeDocument/2006/relationships/image" Target="NULL"/><Relationship Id="rId283" Type="http://schemas.openxmlformats.org/officeDocument/2006/relationships/customXml" Target="../ink/ink4130.xml"/><Relationship Id="rId490" Type="http://schemas.openxmlformats.org/officeDocument/2006/relationships/image" Target="NULL"/><Relationship Id="rId504" Type="http://schemas.openxmlformats.org/officeDocument/2006/relationships/image" Target="NULL"/><Relationship Id="rId78" Type="http://schemas.openxmlformats.org/officeDocument/2006/relationships/customXml" Target="../ink/ink4027.xml"/><Relationship Id="rId143" Type="http://schemas.openxmlformats.org/officeDocument/2006/relationships/image" Target="NULL"/><Relationship Id="rId350" Type="http://schemas.openxmlformats.org/officeDocument/2006/relationships/image" Target="NULL"/><Relationship Id="rId588" Type="http://schemas.openxmlformats.org/officeDocument/2006/relationships/image" Target="NULL"/><Relationship Id="rId9" Type="http://schemas.openxmlformats.org/officeDocument/2006/relationships/image" Target="NULL"/><Relationship Id="rId210" Type="http://schemas.openxmlformats.org/officeDocument/2006/relationships/image" Target="NULL"/><Relationship Id="rId448" Type="http://schemas.openxmlformats.org/officeDocument/2006/relationships/image" Target="NULL"/><Relationship Id="rId655" Type="http://schemas.openxmlformats.org/officeDocument/2006/relationships/customXml" Target="../ink/ink4317.xml"/><Relationship Id="rId294" Type="http://schemas.openxmlformats.org/officeDocument/2006/relationships/image" Target="NULL"/><Relationship Id="rId308" Type="http://schemas.openxmlformats.org/officeDocument/2006/relationships/image" Target="NULL"/><Relationship Id="rId515" Type="http://schemas.openxmlformats.org/officeDocument/2006/relationships/customXml" Target="../ink/ink4246.xml"/><Relationship Id="rId89" Type="http://schemas.openxmlformats.org/officeDocument/2006/relationships/image" Target="NULL"/><Relationship Id="rId154" Type="http://schemas.openxmlformats.org/officeDocument/2006/relationships/customXml" Target="../ink/ink4065.xml"/><Relationship Id="rId361" Type="http://schemas.openxmlformats.org/officeDocument/2006/relationships/customXml" Target="../ink/ink4169.xml"/><Relationship Id="rId599" Type="http://schemas.openxmlformats.org/officeDocument/2006/relationships/customXml" Target="../ink/ink4288.xml"/><Relationship Id="rId459" Type="http://schemas.openxmlformats.org/officeDocument/2006/relationships/customXml" Target="../ink/ink4218.xml"/><Relationship Id="rId666" Type="http://schemas.openxmlformats.org/officeDocument/2006/relationships/image" Target="NULL"/><Relationship Id="rId16" Type="http://schemas.openxmlformats.org/officeDocument/2006/relationships/customXml" Target="../ink/ink3996.xml"/><Relationship Id="rId221" Type="http://schemas.openxmlformats.org/officeDocument/2006/relationships/customXml" Target="../ink/ink4099.xml"/><Relationship Id="rId319" Type="http://schemas.openxmlformats.org/officeDocument/2006/relationships/customXml" Target="../ink/ink4148.xml"/><Relationship Id="rId526" Type="http://schemas.openxmlformats.org/officeDocument/2006/relationships/image" Target="NULL"/><Relationship Id="rId165" Type="http://schemas.openxmlformats.org/officeDocument/2006/relationships/image" Target="NULL"/><Relationship Id="rId372" Type="http://schemas.openxmlformats.org/officeDocument/2006/relationships/image" Target="NULL"/><Relationship Id="rId677" Type="http://schemas.openxmlformats.org/officeDocument/2006/relationships/image" Target="NULL"/><Relationship Id="rId232" Type="http://schemas.openxmlformats.org/officeDocument/2006/relationships/image" Target="NULL"/><Relationship Id="rId27" Type="http://schemas.openxmlformats.org/officeDocument/2006/relationships/image" Target="NULL"/><Relationship Id="rId537" Type="http://schemas.openxmlformats.org/officeDocument/2006/relationships/customXml" Target="../ink/ink4257.xml"/><Relationship Id="rId80" Type="http://schemas.openxmlformats.org/officeDocument/2006/relationships/customXml" Target="../ink/ink4028.xml"/><Relationship Id="rId176" Type="http://schemas.openxmlformats.org/officeDocument/2006/relationships/customXml" Target="../ink/ink4076.xml"/><Relationship Id="rId383" Type="http://schemas.openxmlformats.org/officeDocument/2006/relationships/customXml" Target="../ink/ink4180.xml"/><Relationship Id="rId590" Type="http://schemas.openxmlformats.org/officeDocument/2006/relationships/image" Target="NULL"/><Relationship Id="rId604" Type="http://schemas.openxmlformats.org/officeDocument/2006/relationships/image" Target="NULL"/><Relationship Id="rId243" Type="http://schemas.openxmlformats.org/officeDocument/2006/relationships/customXml" Target="../ink/ink4110.xml"/><Relationship Id="rId450" Type="http://schemas.openxmlformats.org/officeDocument/2006/relationships/image" Target="NULL"/><Relationship Id="rId688" Type="http://schemas.openxmlformats.org/officeDocument/2006/relationships/customXml" Target="../ink/ink4334.xml"/><Relationship Id="rId38" Type="http://schemas.openxmlformats.org/officeDocument/2006/relationships/customXml" Target="../ink/ink4007.xml"/><Relationship Id="rId103" Type="http://schemas.openxmlformats.org/officeDocument/2006/relationships/image" Target="NULL"/><Relationship Id="rId310" Type="http://schemas.openxmlformats.org/officeDocument/2006/relationships/image" Target="NULL"/><Relationship Id="rId548" Type="http://schemas.openxmlformats.org/officeDocument/2006/relationships/image" Target="NULL"/><Relationship Id="rId91" Type="http://schemas.openxmlformats.org/officeDocument/2006/relationships/image" Target="NULL"/><Relationship Id="rId187" Type="http://schemas.openxmlformats.org/officeDocument/2006/relationships/image" Target="NULL"/><Relationship Id="rId394" Type="http://schemas.openxmlformats.org/officeDocument/2006/relationships/image" Target="NULL"/><Relationship Id="rId408" Type="http://schemas.openxmlformats.org/officeDocument/2006/relationships/image" Target="NULL"/><Relationship Id="rId615" Type="http://schemas.openxmlformats.org/officeDocument/2006/relationships/customXml" Target="../ink/ink4296.xml"/><Relationship Id="rId254" Type="http://schemas.openxmlformats.org/officeDocument/2006/relationships/image" Target="NULL"/><Relationship Id="rId49" Type="http://schemas.openxmlformats.org/officeDocument/2006/relationships/image" Target="NULL"/><Relationship Id="rId114" Type="http://schemas.openxmlformats.org/officeDocument/2006/relationships/customXml" Target="../ink/ink4045.xml"/><Relationship Id="rId461" Type="http://schemas.openxmlformats.org/officeDocument/2006/relationships/customXml" Target="../ink/ink4219.xml"/><Relationship Id="rId559" Type="http://schemas.openxmlformats.org/officeDocument/2006/relationships/customXml" Target="../ink/ink4268.xml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396.xml"/><Relationship Id="rId299" Type="http://schemas.openxmlformats.org/officeDocument/2006/relationships/image" Target="NULL"/><Relationship Id="rId21" Type="http://schemas.openxmlformats.org/officeDocument/2006/relationships/image" Target="NULL"/><Relationship Id="rId63" Type="http://schemas.openxmlformats.org/officeDocument/2006/relationships/image" Target="NULL"/><Relationship Id="rId159" Type="http://schemas.openxmlformats.org/officeDocument/2006/relationships/image" Target="NULL"/><Relationship Id="rId324" Type="http://schemas.openxmlformats.org/officeDocument/2006/relationships/customXml" Target="../ink/ink4500.xml"/><Relationship Id="rId366" Type="http://schemas.openxmlformats.org/officeDocument/2006/relationships/customXml" Target="../ink/ink4521.xml"/><Relationship Id="rId170" Type="http://schemas.openxmlformats.org/officeDocument/2006/relationships/customXml" Target="../ink/ink4423.xml"/><Relationship Id="rId226" Type="http://schemas.openxmlformats.org/officeDocument/2006/relationships/customXml" Target="../ink/ink4451.xml"/><Relationship Id="rId433" Type="http://schemas.openxmlformats.org/officeDocument/2006/relationships/image" Target="NULL"/><Relationship Id="rId268" Type="http://schemas.openxmlformats.org/officeDocument/2006/relationships/customXml" Target="../ink/ink4472.xml"/><Relationship Id="rId475" Type="http://schemas.openxmlformats.org/officeDocument/2006/relationships/image" Target="NULL"/><Relationship Id="rId32" Type="http://schemas.openxmlformats.org/officeDocument/2006/relationships/customXml" Target="../ink/ink4353.xml"/><Relationship Id="rId74" Type="http://schemas.openxmlformats.org/officeDocument/2006/relationships/customXml" Target="../ink/ink4374.xml"/><Relationship Id="rId128" Type="http://schemas.openxmlformats.org/officeDocument/2006/relationships/image" Target="NULL"/><Relationship Id="rId335" Type="http://schemas.openxmlformats.org/officeDocument/2006/relationships/image" Target="NULL"/><Relationship Id="rId377" Type="http://schemas.openxmlformats.org/officeDocument/2006/relationships/image" Target="NULL"/><Relationship Id="rId5" Type="http://schemas.openxmlformats.org/officeDocument/2006/relationships/image" Target="NULL"/><Relationship Id="rId181" Type="http://schemas.openxmlformats.org/officeDocument/2006/relationships/image" Target="NULL"/><Relationship Id="rId237" Type="http://schemas.openxmlformats.org/officeDocument/2006/relationships/image" Target="NULL"/><Relationship Id="rId402" Type="http://schemas.openxmlformats.org/officeDocument/2006/relationships/customXml" Target="../ink/ink4539.xml"/><Relationship Id="rId279" Type="http://schemas.openxmlformats.org/officeDocument/2006/relationships/image" Target="NULL"/><Relationship Id="rId444" Type="http://schemas.openxmlformats.org/officeDocument/2006/relationships/customXml" Target="../ink/ink4560.xml"/><Relationship Id="rId43" Type="http://schemas.openxmlformats.org/officeDocument/2006/relationships/image" Target="NULL"/><Relationship Id="rId139" Type="http://schemas.openxmlformats.org/officeDocument/2006/relationships/image" Target="NULL"/><Relationship Id="rId290" Type="http://schemas.openxmlformats.org/officeDocument/2006/relationships/customXml" Target="../ink/ink4483.xml"/><Relationship Id="rId304" Type="http://schemas.openxmlformats.org/officeDocument/2006/relationships/customXml" Target="../ink/ink4490.xml"/><Relationship Id="rId346" Type="http://schemas.openxmlformats.org/officeDocument/2006/relationships/customXml" Target="../ink/ink4511.xml"/><Relationship Id="rId388" Type="http://schemas.openxmlformats.org/officeDocument/2006/relationships/customXml" Target="../ink/ink4532.xml"/><Relationship Id="rId85" Type="http://schemas.openxmlformats.org/officeDocument/2006/relationships/customXml" Target="../ink/ink4380.xml"/><Relationship Id="rId150" Type="http://schemas.openxmlformats.org/officeDocument/2006/relationships/customXml" Target="../ink/ink4413.xml"/><Relationship Id="rId192" Type="http://schemas.openxmlformats.org/officeDocument/2006/relationships/customXml" Target="../ink/ink4434.xml"/><Relationship Id="rId206" Type="http://schemas.openxmlformats.org/officeDocument/2006/relationships/customXml" Target="../ink/ink4441.xml"/><Relationship Id="rId413" Type="http://schemas.openxmlformats.org/officeDocument/2006/relationships/image" Target="NULL"/><Relationship Id="rId248" Type="http://schemas.openxmlformats.org/officeDocument/2006/relationships/customXml" Target="../ink/ink4462.xml"/><Relationship Id="rId455" Type="http://schemas.openxmlformats.org/officeDocument/2006/relationships/image" Target="NULL"/><Relationship Id="rId12" Type="http://schemas.openxmlformats.org/officeDocument/2006/relationships/customXml" Target="../ink/ink4343.xml"/><Relationship Id="rId108" Type="http://schemas.openxmlformats.org/officeDocument/2006/relationships/image" Target="NULL"/><Relationship Id="rId315" Type="http://schemas.openxmlformats.org/officeDocument/2006/relationships/image" Target="NULL"/><Relationship Id="rId357" Type="http://schemas.openxmlformats.org/officeDocument/2006/relationships/image" Target="NULL"/><Relationship Id="rId54" Type="http://schemas.openxmlformats.org/officeDocument/2006/relationships/customXml" Target="../ink/ink4364.xml"/><Relationship Id="rId96" Type="http://schemas.openxmlformats.org/officeDocument/2006/relationships/image" Target="NULL"/><Relationship Id="rId161" Type="http://schemas.openxmlformats.org/officeDocument/2006/relationships/image" Target="NULL"/><Relationship Id="rId217" Type="http://schemas.openxmlformats.org/officeDocument/2006/relationships/image" Target="NULL"/><Relationship Id="rId399" Type="http://schemas.openxmlformats.org/officeDocument/2006/relationships/image" Target="NULL"/><Relationship Id="rId259" Type="http://schemas.openxmlformats.org/officeDocument/2006/relationships/image" Target="NULL"/><Relationship Id="rId424" Type="http://schemas.openxmlformats.org/officeDocument/2006/relationships/customXml" Target="../ink/ink4550.xml"/><Relationship Id="rId466" Type="http://schemas.openxmlformats.org/officeDocument/2006/relationships/customXml" Target="../ink/ink4571.xml"/><Relationship Id="rId23" Type="http://schemas.openxmlformats.org/officeDocument/2006/relationships/image" Target="NULL"/><Relationship Id="rId119" Type="http://schemas.openxmlformats.org/officeDocument/2006/relationships/customXml" Target="../ink/ink4397.xml"/><Relationship Id="rId270" Type="http://schemas.openxmlformats.org/officeDocument/2006/relationships/customXml" Target="../ink/ink4473.xml"/><Relationship Id="rId326" Type="http://schemas.openxmlformats.org/officeDocument/2006/relationships/customXml" Target="../ink/ink4501.xml"/><Relationship Id="rId65" Type="http://schemas.openxmlformats.org/officeDocument/2006/relationships/image" Target="NULL"/><Relationship Id="rId130" Type="http://schemas.openxmlformats.org/officeDocument/2006/relationships/image" Target="NULL"/><Relationship Id="rId368" Type="http://schemas.openxmlformats.org/officeDocument/2006/relationships/customXml" Target="../ink/ink4522.xml"/><Relationship Id="rId172" Type="http://schemas.openxmlformats.org/officeDocument/2006/relationships/customXml" Target="../ink/ink4424.xml"/><Relationship Id="rId228" Type="http://schemas.openxmlformats.org/officeDocument/2006/relationships/customXml" Target="../ink/ink4452.xml"/><Relationship Id="rId435" Type="http://schemas.openxmlformats.org/officeDocument/2006/relationships/image" Target="NULL"/><Relationship Id="rId281" Type="http://schemas.openxmlformats.org/officeDocument/2006/relationships/image" Target="NULL"/><Relationship Id="rId337" Type="http://schemas.openxmlformats.org/officeDocument/2006/relationships/image" Target="NULL"/><Relationship Id="rId34" Type="http://schemas.openxmlformats.org/officeDocument/2006/relationships/customXml" Target="../ink/ink4354.xml"/><Relationship Id="rId76" Type="http://schemas.openxmlformats.org/officeDocument/2006/relationships/customXml" Target="../ink/ink4375.xml"/><Relationship Id="rId141" Type="http://schemas.openxmlformats.org/officeDocument/2006/relationships/image" Target="NULL"/><Relationship Id="rId379" Type="http://schemas.openxmlformats.org/officeDocument/2006/relationships/image" Target="NULL"/><Relationship Id="rId7" Type="http://schemas.openxmlformats.org/officeDocument/2006/relationships/image" Target="NULL"/><Relationship Id="rId183" Type="http://schemas.openxmlformats.org/officeDocument/2006/relationships/image" Target="NULL"/><Relationship Id="rId239" Type="http://schemas.openxmlformats.org/officeDocument/2006/relationships/image" Target="NULL"/><Relationship Id="rId390" Type="http://schemas.openxmlformats.org/officeDocument/2006/relationships/customXml" Target="../ink/ink4533.xml"/><Relationship Id="rId404" Type="http://schemas.openxmlformats.org/officeDocument/2006/relationships/customXml" Target="../ink/ink4540.xml"/><Relationship Id="rId446" Type="http://schemas.openxmlformats.org/officeDocument/2006/relationships/customXml" Target="../ink/ink4561.xml"/><Relationship Id="rId250" Type="http://schemas.openxmlformats.org/officeDocument/2006/relationships/customXml" Target="../ink/ink4463.xml"/><Relationship Id="rId292" Type="http://schemas.openxmlformats.org/officeDocument/2006/relationships/customXml" Target="../ink/ink4484.xml"/><Relationship Id="rId306" Type="http://schemas.openxmlformats.org/officeDocument/2006/relationships/customXml" Target="../ink/ink4491.xml"/><Relationship Id="rId45" Type="http://schemas.openxmlformats.org/officeDocument/2006/relationships/image" Target="NULL"/><Relationship Id="rId87" Type="http://schemas.openxmlformats.org/officeDocument/2006/relationships/customXml" Target="../ink/ink4381.xml"/><Relationship Id="rId110" Type="http://schemas.openxmlformats.org/officeDocument/2006/relationships/image" Target="NULL"/><Relationship Id="rId348" Type="http://schemas.openxmlformats.org/officeDocument/2006/relationships/customXml" Target="../ink/ink4512.xml"/><Relationship Id="rId152" Type="http://schemas.openxmlformats.org/officeDocument/2006/relationships/customXml" Target="../ink/ink4414.xml"/><Relationship Id="rId194" Type="http://schemas.openxmlformats.org/officeDocument/2006/relationships/customXml" Target="../ink/ink4435.xml"/><Relationship Id="rId208" Type="http://schemas.openxmlformats.org/officeDocument/2006/relationships/customXml" Target="../ink/ink4442.xml"/><Relationship Id="rId415" Type="http://schemas.openxmlformats.org/officeDocument/2006/relationships/image" Target="NULL"/><Relationship Id="rId457" Type="http://schemas.openxmlformats.org/officeDocument/2006/relationships/image" Target="NULL"/><Relationship Id="rId261" Type="http://schemas.openxmlformats.org/officeDocument/2006/relationships/image" Target="NULL"/><Relationship Id="rId14" Type="http://schemas.openxmlformats.org/officeDocument/2006/relationships/customXml" Target="../ink/ink4344.xml"/><Relationship Id="rId56" Type="http://schemas.openxmlformats.org/officeDocument/2006/relationships/customXml" Target="../ink/ink4365.xml"/><Relationship Id="rId317" Type="http://schemas.openxmlformats.org/officeDocument/2006/relationships/image" Target="NULL"/><Relationship Id="rId359" Type="http://schemas.openxmlformats.org/officeDocument/2006/relationships/image" Target="NULL"/><Relationship Id="rId98" Type="http://schemas.openxmlformats.org/officeDocument/2006/relationships/image" Target="NULL"/><Relationship Id="rId121" Type="http://schemas.openxmlformats.org/officeDocument/2006/relationships/customXml" Target="../ink/ink4398.xml"/><Relationship Id="rId163" Type="http://schemas.openxmlformats.org/officeDocument/2006/relationships/image" Target="NULL"/><Relationship Id="rId219" Type="http://schemas.openxmlformats.org/officeDocument/2006/relationships/image" Target="NULL"/><Relationship Id="rId370" Type="http://schemas.openxmlformats.org/officeDocument/2006/relationships/customXml" Target="../ink/ink4523.xml"/><Relationship Id="rId426" Type="http://schemas.openxmlformats.org/officeDocument/2006/relationships/customXml" Target="../ink/ink4551.xml"/><Relationship Id="rId230" Type="http://schemas.openxmlformats.org/officeDocument/2006/relationships/customXml" Target="../ink/ink4453.xml"/><Relationship Id="rId468" Type="http://schemas.openxmlformats.org/officeDocument/2006/relationships/customXml" Target="../ink/ink4572.xml"/><Relationship Id="rId25" Type="http://schemas.openxmlformats.org/officeDocument/2006/relationships/image" Target="NULL"/><Relationship Id="rId67" Type="http://schemas.openxmlformats.org/officeDocument/2006/relationships/image" Target="NULL"/><Relationship Id="rId272" Type="http://schemas.openxmlformats.org/officeDocument/2006/relationships/customXml" Target="../ink/ink4474.xml"/><Relationship Id="rId328" Type="http://schemas.openxmlformats.org/officeDocument/2006/relationships/customXml" Target="../ink/ink4502.xml"/><Relationship Id="rId132" Type="http://schemas.openxmlformats.org/officeDocument/2006/relationships/customXml" Target="../ink/ink4404.xml"/><Relationship Id="rId174" Type="http://schemas.openxmlformats.org/officeDocument/2006/relationships/customXml" Target="../ink/ink4425.xml"/><Relationship Id="rId381" Type="http://schemas.openxmlformats.org/officeDocument/2006/relationships/image" Target="NULL"/><Relationship Id="rId241" Type="http://schemas.openxmlformats.org/officeDocument/2006/relationships/image" Target="NULL"/><Relationship Id="rId437" Type="http://schemas.openxmlformats.org/officeDocument/2006/relationships/image" Target="NULL"/><Relationship Id="rId36" Type="http://schemas.openxmlformats.org/officeDocument/2006/relationships/customXml" Target="../ink/ink4355.xml"/><Relationship Id="rId283" Type="http://schemas.openxmlformats.org/officeDocument/2006/relationships/image" Target="NULL"/><Relationship Id="rId339" Type="http://schemas.openxmlformats.org/officeDocument/2006/relationships/image" Target="NULL"/><Relationship Id="rId78" Type="http://schemas.openxmlformats.org/officeDocument/2006/relationships/customXml" Target="../ink/ink4376.xml"/><Relationship Id="rId101" Type="http://schemas.openxmlformats.org/officeDocument/2006/relationships/customXml" Target="../ink/ink4388.xml"/><Relationship Id="rId143" Type="http://schemas.openxmlformats.org/officeDocument/2006/relationships/image" Target="NULL"/><Relationship Id="rId185" Type="http://schemas.openxmlformats.org/officeDocument/2006/relationships/image" Target="NULL"/><Relationship Id="rId350" Type="http://schemas.openxmlformats.org/officeDocument/2006/relationships/customXml" Target="../ink/ink4513.xml"/><Relationship Id="rId406" Type="http://schemas.openxmlformats.org/officeDocument/2006/relationships/customXml" Target="../ink/ink4541.xml"/><Relationship Id="rId9" Type="http://schemas.openxmlformats.org/officeDocument/2006/relationships/image" Target="NULL"/><Relationship Id="rId210" Type="http://schemas.openxmlformats.org/officeDocument/2006/relationships/customXml" Target="../ink/ink4443.xml"/><Relationship Id="rId392" Type="http://schemas.openxmlformats.org/officeDocument/2006/relationships/customXml" Target="../ink/ink4534.xml"/><Relationship Id="rId448" Type="http://schemas.openxmlformats.org/officeDocument/2006/relationships/customXml" Target="../ink/ink4562.xml"/><Relationship Id="rId252" Type="http://schemas.openxmlformats.org/officeDocument/2006/relationships/customXml" Target="../ink/ink4464.xml"/><Relationship Id="rId294" Type="http://schemas.openxmlformats.org/officeDocument/2006/relationships/customXml" Target="../ink/ink4485.xml"/><Relationship Id="rId308" Type="http://schemas.openxmlformats.org/officeDocument/2006/relationships/customXml" Target="../ink/ink4492.xml"/><Relationship Id="rId47" Type="http://schemas.openxmlformats.org/officeDocument/2006/relationships/image" Target="NULL"/><Relationship Id="rId89" Type="http://schemas.openxmlformats.org/officeDocument/2006/relationships/customXml" Target="../ink/ink4382.xml"/><Relationship Id="rId112" Type="http://schemas.openxmlformats.org/officeDocument/2006/relationships/image" Target="NULL"/><Relationship Id="rId154" Type="http://schemas.openxmlformats.org/officeDocument/2006/relationships/customXml" Target="../ink/ink4415.xml"/><Relationship Id="rId361" Type="http://schemas.openxmlformats.org/officeDocument/2006/relationships/image" Target="NULL"/><Relationship Id="rId196" Type="http://schemas.openxmlformats.org/officeDocument/2006/relationships/customXml" Target="../ink/ink4436.xml"/><Relationship Id="rId417" Type="http://schemas.openxmlformats.org/officeDocument/2006/relationships/image" Target="NULL"/><Relationship Id="rId459" Type="http://schemas.openxmlformats.org/officeDocument/2006/relationships/image" Target="NULL"/><Relationship Id="rId16" Type="http://schemas.openxmlformats.org/officeDocument/2006/relationships/customXml" Target="../ink/ink4345.xml"/><Relationship Id="rId221" Type="http://schemas.openxmlformats.org/officeDocument/2006/relationships/image" Target="NULL"/><Relationship Id="rId263" Type="http://schemas.openxmlformats.org/officeDocument/2006/relationships/image" Target="NULL"/><Relationship Id="rId319" Type="http://schemas.openxmlformats.org/officeDocument/2006/relationships/image" Target="NULL"/><Relationship Id="rId470" Type="http://schemas.openxmlformats.org/officeDocument/2006/relationships/customXml" Target="../ink/ink4573.xml"/><Relationship Id="rId58" Type="http://schemas.openxmlformats.org/officeDocument/2006/relationships/customXml" Target="../ink/ink4366.xml"/><Relationship Id="rId123" Type="http://schemas.openxmlformats.org/officeDocument/2006/relationships/customXml" Target="../ink/ink4399.xml"/><Relationship Id="rId330" Type="http://schemas.openxmlformats.org/officeDocument/2006/relationships/customXml" Target="../ink/ink4503.xml"/><Relationship Id="rId165" Type="http://schemas.openxmlformats.org/officeDocument/2006/relationships/image" Target="NULL"/><Relationship Id="rId372" Type="http://schemas.openxmlformats.org/officeDocument/2006/relationships/customXml" Target="../ink/ink4524.xml"/><Relationship Id="rId428" Type="http://schemas.openxmlformats.org/officeDocument/2006/relationships/customXml" Target="../ink/ink4552.xml"/><Relationship Id="rId232" Type="http://schemas.openxmlformats.org/officeDocument/2006/relationships/customXml" Target="../ink/ink4454.xml"/><Relationship Id="rId274" Type="http://schemas.openxmlformats.org/officeDocument/2006/relationships/customXml" Target="../ink/ink4475.xml"/><Relationship Id="rId27" Type="http://schemas.openxmlformats.org/officeDocument/2006/relationships/image" Target="NULL"/><Relationship Id="rId69" Type="http://schemas.openxmlformats.org/officeDocument/2006/relationships/image" Target="NULL"/><Relationship Id="rId134" Type="http://schemas.openxmlformats.org/officeDocument/2006/relationships/customXml" Target="../ink/ink4405.xml"/><Relationship Id="rId80" Type="http://schemas.openxmlformats.org/officeDocument/2006/relationships/customXml" Target="../ink/ink4377.xml"/><Relationship Id="rId176" Type="http://schemas.openxmlformats.org/officeDocument/2006/relationships/customXml" Target="../ink/ink4426.xml"/><Relationship Id="rId341" Type="http://schemas.openxmlformats.org/officeDocument/2006/relationships/image" Target="NULL"/><Relationship Id="rId383" Type="http://schemas.openxmlformats.org/officeDocument/2006/relationships/image" Target="NULL"/><Relationship Id="rId439" Type="http://schemas.openxmlformats.org/officeDocument/2006/relationships/image" Target="NULL"/><Relationship Id="rId201" Type="http://schemas.openxmlformats.org/officeDocument/2006/relationships/image" Target="NULL"/><Relationship Id="rId243" Type="http://schemas.openxmlformats.org/officeDocument/2006/relationships/image" Target="NULL"/><Relationship Id="rId285" Type="http://schemas.openxmlformats.org/officeDocument/2006/relationships/image" Target="NULL"/><Relationship Id="rId450" Type="http://schemas.openxmlformats.org/officeDocument/2006/relationships/customXml" Target="../ink/ink4563.xml"/><Relationship Id="rId38" Type="http://schemas.openxmlformats.org/officeDocument/2006/relationships/customXml" Target="../ink/ink4356.xml"/><Relationship Id="rId103" Type="http://schemas.openxmlformats.org/officeDocument/2006/relationships/customXml" Target="../ink/ink4389.xml"/><Relationship Id="rId310" Type="http://schemas.openxmlformats.org/officeDocument/2006/relationships/customXml" Target="../ink/ink4493.xml"/><Relationship Id="rId91" Type="http://schemas.openxmlformats.org/officeDocument/2006/relationships/customXml" Target="../ink/ink4383.xml"/><Relationship Id="rId145" Type="http://schemas.openxmlformats.org/officeDocument/2006/relationships/image" Target="NULL"/><Relationship Id="rId187" Type="http://schemas.openxmlformats.org/officeDocument/2006/relationships/image" Target="NULL"/><Relationship Id="rId352" Type="http://schemas.openxmlformats.org/officeDocument/2006/relationships/customXml" Target="../ink/ink4514.xml"/><Relationship Id="rId394" Type="http://schemas.openxmlformats.org/officeDocument/2006/relationships/customXml" Target="../ink/ink4535.xml"/><Relationship Id="rId408" Type="http://schemas.openxmlformats.org/officeDocument/2006/relationships/customXml" Target="../ink/ink4542.xml"/><Relationship Id="rId212" Type="http://schemas.openxmlformats.org/officeDocument/2006/relationships/customXml" Target="../ink/ink4444.xml"/><Relationship Id="rId254" Type="http://schemas.openxmlformats.org/officeDocument/2006/relationships/customXml" Target="../ink/ink4465.xml"/><Relationship Id="rId49" Type="http://schemas.openxmlformats.org/officeDocument/2006/relationships/image" Target="NULL"/><Relationship Id="rId114" Type="http://schemas.openxmlformats.org/officeDocument/2006/relationships/image" Target="NULL"/><Relationship Id="rId296" Type="http://schemas.openxmlformats.org/officeDocument/2006/relationships/customXml" Target="../ink/ink4486.xml"/><Relationship Id="rId461" Type="http://schemas.openxmlformats.org/officeDocument/2006/relationships/image" Target="NULL"/><Relationship Id="rId60" Type="http://schemas.openxmlformats.org/officeDocument/2006/relationships/customXml" Target="../ink/ink4367.xml"/><Relationship Id="rId156" Type="http://schemas.openxmlformats.org/officeDocument/2006/relationships/customXml" Target="../ink/ink4416.xml"/><Relationship Id="rId198" Type="http://schemas.openxmlformats.org/officeDocument/2006/relationships/customXml" Target="../ink/ink4437.xml"/><Relationship Id="rId321" Type="http://schemas.openxmlformats.org/officeDocument/2006/relationships/image" Target="NULL"/><Relationship Id="rId363" Type="http://schemas.openxmlformats.org/officeDocument/2006/relationships/image" Target="NULL"/><Relationship Id="rId419" Type="http://schemas.openxmlformats.org/officeDocument/2006/relationships/image" Target="NULL"/><Relationship Id="rId223" Type="http://schemas.openxmlformats.org/officeDocument/2006/relationships/image" Target="NULL"/><Relationship Id="rId430" Type="http://schemas.openxmlformats.org/officeDocument/2006/relationships/customXml" Target="../ink/ink4553.xml"/><Relationship Id="rId18" Type="http://schemas.openxmlformats.org/officeDocument/2006/relationships/customXml" Target="../ink/ink4346.xml"/><Relationship Id="rId265" Type="http://schemas.openxmlformats.org/officeDocument/2006/relationships/image" Target="NULL"/><Relationship Id="rId472" Type="http://schemas.openxmlformats.org/officeDocument/2006/relationships/customXml" Target="../ink/ink4574.xml"/><Relationship Id="rId125" Type="http://schemas.openxmlformats.org/officeDocument/2006/relationships/customXml" Target="../ink/ink4400.xml"/><Relationship Id="rId167" Type="http://schemas.openxmlformats.org/officeDocument/2006/relationships/image" Target="NULL"/><Relationship Id="rId332" Type="http://schemas.openxmlformats.org/officeDocument/2006/relationships/customXml" Target="../ink/ink4504.xml"/><Relationship Id="rId374" Type="http://schemas.openxmlformats.org/officeDocument/2006/relationships/customXml" Target="../ink/ink4525.xml"/><Relationship Id="rId71" Type="http://schemas.openxmlformats.org/officeDocument/2006/relationships/image" Target="NULL"/><Relationship Id="rId234" Type="http://schemas.openxmlformats.org/officeDocument/2006/relationships/customXml" Target="../ink/ink4455.xml"/><Relationship Id="rId2" Type="http://schemas.openxmlformats.org/officeDocument/2006/relationships/customXml" Target="../ink/ink4338.xml"/><Relationship Id="rId29" Type="http://schemas.openxmlformats.org/officeDocument/2006/relationships/image" Target="NULL"/><Relationship Id="rId276" Type="http://schemas.openxmlformats.org/officeDocument/2006/relationships/customXml" Target="../ink/ink4476.xml"/><Relationship Id="rId441" Type="http://schemas.openxmlformats.org/officeDocument/2006/relationships/image" Target="NULL"/><Relationship Id="rId40" Type="http://schemas.openxmlformats.org/officeDocument/2006/relationships/customXml" Target="../ink/ink4357.xml"/><Relationship Id="rId136" Type="http://schemas.openxmlformats.org/officeDocument/2006/relationships/customXml" Target="../ink/ink4406.xml"/><Relationship Id="rId178" Type="http://schemas.openxmlformats.org/officeDocument/2006/relationships/customXml" Target="../ink/ink4427.xml"/><Relationship Id="rId301" Type="http://schemas.openxmlformats.org/officeDocument/2006/relationships/image" Target="NULL"/><Relationship Id="rId343" Type="http://schemas.openxmlformats.org/officeDocument/2006/relationships/image" Target="NULL"/><Relationship Id="rId82" Type="http://schemas.openxmlformats.org/officeDocument/2006/relationships/customXml" Target="../ink/ink4378.xml"/><Relationship Id="rId203" Type="http://schemas.openxmlformats.org/officeDocument/2006/relationships/image" Target="NULL"/><Relationship Id="rId385" Type="http://schemas.openxmlformats.org/officeDocument/2006/relationships/image" Target="NULL"/><Relationship Id="rId245" Type="http://schemas.openxmlformats.org/officeDocument/2006/relationships/image" Target="NULL"/><Relationship Id="rId287" Type="http://schemas.openxmlformats.org/officeDocument/2006/relationships/image" Target="NULL"/><Relationship Id="rId410" Type="http://schemas.openxmlformats.org/officeDocument/2006/relationships/customXml" Target="../ink/ink4543.xml"/><Relationship Id="rId452" Type="http://schemas.openxmlformats.org/officeDocument/2006/relationships/customXml" Target="../ink/ink4564.xml"/><Relationship Id="rId30" Type="http://schemas.openxmlformats.org/officeDocument/2006/relationships/customXml" Target="../ink/ink4352.xml"/><Relationship Id="rId105" Type="http://schemas.openxmlformats.org/officeDocument/2006/relationships/customXml" Target="../ink/ink4390.xml"/><Relationship Id="rId126" Type="http://schemas.openxmlformats.org/officeDocument/2006/relationships/image" Target="NULL"/><Relationship Id="rId147" Type="http://schemas.openxmlformats.org/officeDocument/2006/relationships/image" Target="NULL"/><Relationship Id="rId168" Type="http://schemas.openxmlformats.org/officeDocument/2006/relationships/customXml" Target="../ink/ink4422.xml"/><Relationship Id="rId312" Type="http://schemas.openxmlformats.org/officeDocument/2006/relationships/customXml" Target="../ink/ink4494.xml"/><Relationship Id="rId333" Type="http://schemas.openxmlformats.org/officeDocument/2006/relationships/image" Target="NULL"/><Relationship Id="rId354" Type="http://schemas.openxmlformats.org/officeDocument/2006/relationships/customXml" Target="../ink/ink4515.xml"/><Relationship Id="rId51" Type="http://schemas.openxmlformats.org/officeDocument/2006/relationships/image" Target="NULL"/><Relationship Id="rId72" Type="http://schemas.openxmlformats.org/officeDocument/2006/relationships/customXml" Target="../ink/ink4373.xml"/><Relationship Id="rId93" Type="http://schemas.openxmlformats.org/officeDocument/2006/relationships/customXml" Target="../ink/ink4384.xml"/><Relationship Id="rId189" Type="http://schemas.openxmlformats.org/officeDocument/2006/relationships/image" Target="NULL"/><Relationship Id="rId375" Type="http://schemas.openxmlformats.org/officeDocument/2006/relationships/image" Target="NULL"/><Relationship Id="rId396" Type="http://schemas.openxmlformats.org/officeDocument/2006/relationships/customXml" Target="../ink/ink4536.xml"/><Relationship Id="rId3" Type="http://schemas.openxmlformats.org/officeDocument/2006/relationships/image" Target="NULL"/><Relationship Id="rId214" Type="http://schemas.openxmlformats.org/officeDocument/2006/relationships/customXml" Target="../ink/ink4445.xml"/><Relationship Id="rId235" Type="http://schemas.openxmlformats.org/officeDocument/2006/relationships/image" Target="NULL"/><Relationship Id="rId256" Type="http://schemas.openxmlformats.org/officeDocument/2006/relationships/customXml" Target="../ink/ink4466.xml"/><Relationship Id="rId277" Type="http://schemas.openxmlformats.org/officeDocument/2006/relationships/image" Target="NULL"/><Relationship Id="rId298" Type="http://schemas.openxmlformats.org/officeDocument/2006/relationships/customXml" Target="../ink/ink4487.xml"/><Relationship Id="rId400" Type="http://schemas.openxmlformats.org/officeDocument/2006/relationships/customXml" Target="../ink/ink4538.xml"/><Relationship Id="rId421" Type="http://schemas.openxmlformats.org/officeDocument/2006/relationships/image" Target="NULL"/><Relationship Id="rId442" Type="http://schemas.openxmlformats.org/officeDocument/2006/relationships/customXml" Target="../ink/ink4559.xml"/><Relationship Id="rId463" Type="http://schemas.openxmlformats.org/officeDocument/2006/relationships/image" Target="NULL"/><Relationship Id="rId116" Type="http://schemas.openxmlformats.org/officeDocument/2006/relationships/image" Target="NULL"/><Relationship Id="rId137" Type="http://schemas.openxmlformats.org/officeDocument/2006/relationships/image" Target="NULL"/><Relationship Id="rId158" Type="http://schemas.openxmlformats.org/officeDocument/2006/relationships/customXml" Target="../ink/ink4417.xml"/><Relationship Id="rId302" Type="http://schemas.openxmlformats.org/officeDocument/2006/relationships/customXml" Target="../ink/ink4489.xml"/><Relationship Id="rId323" Type="http://schemas.openxmlformats.org/officeDocument/2006/relationships/image" Target="NULL"/><Relationship Id="rId344" Type="http://schemas.openxmlformats.org/officeDocument/2006/relationships/customXml" Target="../ink/ink4510.xml"/><Relationship Id="rId20" Type="http://schemas.openxmlformats.org/officeDocument/2006/relationships/customXml" Target="../ink/ink4347.xml"/><Relationship Id="rId41" Type="http://schemas.openxmlformats.org/officeDocument/2006/relationships/image" Target="NULL"/><Relationship Id="rId62" Type="http://schemas.openxmlformats.org/officeDocument/2006/relationships/customXml" Target="../ink/ink4368.xml"/><Relationship Id="rId83" Type="http://schemas.openxmlformats.org/officeDocument/2006/relationships/customXml" Target="../ink/ink4379.xml"/><Relationship Id="rId179" Type="http://schemas.openxmlformats.org/officeDocument/2006/relationships/image" Target="NULL"/><Relationship Id="rId365" Type="http://schemas.openxmlformats.org/officeDocument/2006/relationships/image" Target="NULL"/><Relationship Id="rId386" Type="http://schemas.openxmlformats.org/officeDocument/2006/relationships/customXml" Target="../ink/ink4531.xml"/><Relationship Id="rId190" Type="http://schemas.openxmlformats.org/officeDocument/2006/relationships/customXml" Target="../ink/ink4433.xml"/><Relationship Id="rId204" Type="http://schemas.openxmlformats.org/officeDocument/2006/relationships/customXml" Target="../ink/ink4440.xml"/><Relationship Id="rId225" Type="http://schemas.openxmlformats.org/officeDocument/2006/relationships/image" Target="NULL"/><Relationship Id="rId246" Type="http://schemas.openxmlformats.org/officeDocument/2006/relationships/customXml" Target="../ink/ink4461.xml"/><Relationship Id="rId267" Type="http://schemas.openxmlformats.org/officeDocument/2006/relationships/image" Target="NULL"/><Relationship Id="rId288" Type="http://schemas.openxmlformats.org/officeDocument/2006/relationships/customXml" Target="../ink/ink4482.xml"/><Relationship Id="rId411" Type="http://schemas.openxmlformats.org/officeDocument/2006/relationships/image" Target="NULL"/><Relationship Id="rId432" Type="http://schemas.openxmlformats.org/officeDocument/2006/relationships/customXml" Target="../ink/ink4554.xml"/><Relationship Id="rId453" Type="http://schemas.openxmlformats.org/officeDocument/2006/relationships/image" Target="NULL"/><Relationship Id="rId474" Type="http://schemas.openxmlformats.org/officeDocument/2006/relationships/customXml" Target="../ink/ink4575.xml"/><Relationship Id="rId106" Type="http://schemas.openxmlformats.org/officeDocument/2006/relationships/image" Target="NULL"/><Relationship Id="rId127" Type="http://schemas.openxmlformats.org/officeDocument/2006/relationships/customXml" Target="../ink/ink4401.xml"/><Relationship Id="rId313" Type="http://schemas.openxmlformats.org/officeDocument/2006/relationships/image" Target="NULL"/><Relationship Id="rId10" Type="http://schemas.openxmlformats.org/officeDocument/2006/relationships/customXml" Target="../ink/ink4342.xml"/><Relationship Id="rId31" Type="http://schemas.openxmlformats.org/officeDocument/2006/relationships/image" Target="NULL"/><Relationship Id="rId52" Type="http://schemas.openxmlformats.org/officeDocument/2006/relationships/customXml" Target="../ink/ink4363.xml"/><Relationship Id="rId73" Type="http://schemas.openxmlformats.org/officeDocument/2006/relationships/image" Target="NULL"/><Relationship Id="rId94" Type="http://schemas.openxmlformats.org/officeDocument/2006/relationships/image" Target="NULL"/><Relationship Id="rId148" Type="http://schemas.openxmlformats.org/officeDocument/2006/relationships/customXml" Target="../ink/ink4412.xml"/><Relationship Id="rId169" Type="http://schemas.openxmlformats.org/officeDocument/2006/relationships/image" Target="NULL"/><Relationship Id="rId334" Type="http://schemas.openxmlformats.org/officeDocument/2006/relationships/customXml" Target="../ink/ink4505.xml"/><Relationship Id="rId355" Type="http://schemas.openxmlformats.org/officeDocument/2006/relationships/image" Target="NULL"/><Relationship Id="rId376" Type="http://schemas.openxmlformats.org/officeDocument/2006/relationships/customXml" Target="../ink/ink4526.xml"/><Relationship Id="rId397" Type="http://schemas.openxmlformats.org/officeDocument/2006/relationships/image" Target="NULL"/><Relationship Id="rId4" Type="http://schemas.openxmlformats.org/officeDocument/2006/relationships/customXml" Target="../ink/ink4339.xml"/><Relationship Id="rId180" Type="http://schemas.openxmlformats.org/officeDocument/2006/relationships/customXml" Target="../ink/ink4428.xml"/><Relationship Id="rId215" Type="http://schemas.openxmlformats.org/officeDocument/2006/relationships/image" Target="NULL"/><Relationship Id="rId236" Type="http://schemas.openxmlformats.org/officeDocument/2006/relationships/customXml" Target="../ink/ink4456.xml"/><Relationship Id="rId257" Type="http://schemas.openxmlformats.org/officeDocument/2006/relationships/image" Target="NULL"/><Relationship Id="rId278" Type="http://schemas.openxmlformats.org/officeDocument/2006/relationships/customXml" Target="../ink/ink4477.xml"/><Relationship Id="rId401" Type="http://schemas.openxmlformats.org/officeDocument/2006/relationships/image" Target="NULL"/><Relationship Id="rId422" Type="http://schemas.openxmlformats.org/officeDocument/2006/relationships/customXml" Target="../ink/ink4549.xml"/><Relationship Id="rId443" Type="http://schemas.openxmlformats.org/officeDocument/2006/relationships/image" Target="NULL"/><Relationship Id="rId464" Type="http://schemas.openxmlformats.org/officeDocument/2006/relationships/customXml" Target="../ink/ink4570.xml"/><Relationship Id="rId303" Type="http://schemas.openxmlformats.org/officeDocument/2006/relationships/image" Target="NULL"/><Relationship Id="rId42" Type="http://schemas.openxmlformats.org/officeDocument/2006/relationships/customXml" Target="../ink/ink4358.xml"/><Relationship Id="rId84" Type="http://schemas.openxmlformats.org/officeDocument/2006/relationships/image" Target="NULL"/><Relationship Id="rId138" Type="http://schemas.openxmlformats.org/officeDocument/2006/relationships/customXml" Target="../ink/ink4407.xml"/><Relationship Id="rId345" Type="http://schemas.openxmlformats.org/officeDocument/2006/relationships/image" Target="NULL"/><Relationship Id="rId387" Type="http://schemas.openxmlformats.org/officeDocument/2006/relationships/image" Target="NULL"/><Relationship Id="rId191" Type="http://schemas.openxmlformats.org/officeDocument/2006/relationships/image" Target="NULL"/><Relationship Id="rId205" Type="http://schemas.openxmlformats.org/officeDocument/2006/relationships/image" Target="NULL"/><Relationship Id="rId247" Type="http://schemas.openxmlformats.org/officeDocument/2006/relationships/image" Target="NULL"/><Relationship Id="rId412" Type="http://schemas.openxmlformats.org/officeDocument/2006/relationships/customXml" Target="../ink/ink4544.xml"/><Relationship Id="rId107" Type="http://schemas.openxmlformats.org/officeDocument/2006/relationships/customXml" Target="../ink/ink4391.xml"/><Relationship Id="rId289" Type="http://schemas.openxmlformats.org/officeDocument/2006/relationships/image" Target="NULL"/><Relationship Id="rId454" Type="http://schemas.openxmlformats.org/officeDocument/2006/relationships/customXml" Target="../ink/ink4565.xml"/><Relationship Id="rId11" Type="http://schemas.openxmlformats.org/officeDocument/2006/relationships/image" Target="NULL"/><Relationship Id="rId53" Type="http://schemas.openxmlformats.org/officeDocument/2006/relationships/image" Target="NULL"/><Relationship Id="rId149" Type="http://schemas.openxmlformats.org/officeDocument/2006/relationships/image" Target="NULL"/><Relationship Id="rId314" Type="http://schemas.openxmlformats.org/officeDocument/2006/relationships/customXml" Target="../ink/ink4495.xml"/><Relationship Id="rId356" Type="http://schemas.openxmlformats.org/officeDocument/2006/relationships/customXml" Target="../ink/ink4516.xml"/><Relationship Id="rId398" Type="http://schemas.openxmlformats.org/officeDocument/2006/relationships/customXml" Target="../ink/ink4537.xml"/><Relationship Id="rId95" Type="http://schemas.openxmlformats.org/officeDocument/2006/relationships/customXml" Target="../ink/ink4385.xml"/><Relationship Id="rId160" Type="http://schemas.openxmlformats.org/officeDocument/2006/relationships/customXml" Target="../ink/ink4418.xml"/><Relationship Id="rId216" Type="http://schemas.openxmlformats.org/officeDocument/2006/relationships/customXml" Target="../ink/ink4446.xml"/><Relationship Id="rId423" Type="http://schemas.openxmlformats.org/officeDocument/2006/relationships/image" Target="NULL"/><Relationship Id="rId258" Type="http://schemas.openxmlformats.org/officeDocument/2006/relationships/customXml" Target="../ink/ink4467.xml"/><Relationship Id="rId465" Type="http://schemas.openxmlformats.org/officeDocument/2006/relationships/image" Target="NULL"/><Relationship Id="rId22" Type="http://schemas.openxmlformats.org/officeDocument/2006/relationships/customXml" Target="../ink/ink4348.xml"/><Relationship Id="rId64" Type="http://schemas.openxmlformats.org/officeDocument/2006/relationships/customXml" Target="../ink/ink4369.xml"/><Relationship Id="rId118" Type="http://schemas.openxmlformats.org/officeDocument/2006/relationships/image" Target="NULL"/><Relationship Id="rId325" Type="http://schemas.openxmlformats.org/officeDocument/2006/relationships/image" Target="NULL"/><Relationship Id="rId367" Type="http://schemas.openxmlformats.org/officeDocument/2006/relationships/image" Target="NULL"/><Relationship Id="rId171" Type="http://schemas.openxmlformats.org/officeDocument/2006/relationships/image" Target="NULL"/><Relationship Id="rId227" Type="http://schemas.openxmlformats.org/officeDocument/2006/relationships/image" Target="NULL"/><Relationship Id="rId269" Type="http://schemas.openxmlformats.org/officeDocument/2006/relationships/image" Target="NULL"/><Relationship Id="rId434" Type="http://schemas.openxmlformats.org/officeDocument/2006/relationships/customXml" Target="../ink/ink4555.xml"/><Relationship Id="rId33" Type="http://schemas.openxmlformats.org/officeDocument/2006/relationships/image" Target="NULL"/><Relationship Id="rId129" Type="http://schemas.openxmlformats.org/officeDocument/2006/relationships/customXml" Target="../ink/ink4402.xml"/><Relationship Id="rId280" Type="http://schemas.openxmlformats.org/officeDocument/2006/relationships/customXml" Target="../ink/ink4478.xml"/><Relationship Id="rId336" Type="http://schemas.openxmlformats.org/officeDocument/2006/relationships/customXml" Target="../ink/ink4506.xml"/><Relationship Id="rId75" Type="http://schemas.openxmlformats.org/officeDocument/2006/relationships/image" Target="NULL"/><Relationship Id="rId140" Type="http://schemas.openxmlformats.org/officeDocument/2006/relationships/customXml" Target="../ink/ink4408.xml"/><Relationship Id="rId182" Type="http://schemas.openxmlformats.org/officeDocument/2006/relationships/customXml" Target="../ink/ink4429.xml"/><Relationship Id="rId378" Type="http://schemas.openxmlformats.org/officeDocument/2006/relationships/customXml" Target="../ink/ink4527.xml"/><Relationship Id="rId403" Type="http://schemas.openxmlformats.org/officeDocument/2006/relationships/image" Target="NULL"/><Relationship Id="rId6" Type="http://schemas.openxmlformats.org/officeDocument/2006/relationships/customXml" Target="../ink/ink4340.xml"/><Relationship Id="rId238" Type="http://schemas.openxmlformats.org/officeDocument/2006/relationships/customXml" Target="../ink/ink4457.xml"/><Relationship Id="rId445" Type="http://schemas.openxmlformats.org/officeDocument/2006/relationships/image" Target="NULL"/><Relationship Id="rId291" Type="http://schemas.openxmlformats.org/officeDocument/2006/relationships/image" Target="NULL"/><Relationship Id="rId305" Type="http://schemas.openxmlformats.org/officeDocument/2006/relationships/image" Target="NULL"/><Relationship Id="rId347" Type="http://schemas.openxmlformats.org/officeDocument/2006/relationships/image" Target="NULL"/><Relationship Id="rId44" Type="http://schemas.openxmlformats.org/officeDocument/2006/relationships/customXml" Target="../ink/ink4359.xml"/><Relationship Id="rId86" Type="http://schemas.openxmlformats.org/officeDocument/2006/relationships/image" Target="NULL"/><Relationship Id="rId151" Type="http://schemas.openxmlformats.org/officeDocument/2006/relationships/image" Target="NULL"/><Relationship Id="rId389" Type="http://schemas.openxmlformats.org/officeDocument/2006/relationships/image" Target="NULL"/><Relationship Id="rId193" Type="http://schemas.openxmlformats.org/officeDocument/2006/relationships/image" Target="NULL"/><Relationship Id="rId207" Type="http://schemas.openxmlformats.org/officeDocument/2006/relationships/image" Target="NULL"/><Relationship Id="rId249" Type="http://schemas.openxmlformats.org/officeDocument/2006/relationships/image" Target="NULL"/><Relationship Id="rId414" Type="http://schemas.openxmlformats.org/officeDocument/2006/relationships/customXml" Target="../ink/ink4545.xml"/><Relationship Id="rId456" Type="http://schemas.openxmlformats.org/officeDocument/2006/relationships/customXml" Target="../ink/ink4566.xml"/><Relationship Id="rId13" Type="http://schemas.openxmlformats.org/officeDocument/2006/relationships/image" Target="NULL"/><Relationship Id="rId109" Type="http://schemas.openxmlformats.org/officeDocument/2006/relationships/customXml" Target="../ink/ink4392.xml"/><Relationship Id="rId260" Type="http://schemas.openxmlformats.org/officeDocument/2006/relationships/customXml" Target="../ink/ink4468.xml"/><Relationship Id="rId316" Type="http://schemas.openxmlformats.org/officeDocument/2006/relationships/customXml" Target="../ink/ink4496.xml"/><Relationship Id="rId55" Type="http://schemas.openxmlformats.org/officeDocument/2006/relationships/image" Target="NULL"/><Relationship Id="rId97" Type="http://schemas.openxmlformats.org/officeDocument/2006/relationships/customXml" Target="../ink/ink4386.xml"/><Relationship Id="rId120" Type="http://schemas.openxmlformats.org/officeDocument/2006/relationships/image" Target="NULL"/><Relationship Id="rId358" Type="http://schemas.openxmlformats.org/officeDocument/2006/relationships/customXml" Target="../ink/ink4517.xml"/><Relationship Id="rId162" Type="http://schemas.openxmlformats.org/officeDocument/2006/relationships/customXml" Target="../ink/ink4419.xml"/><Relationship Id="rId218" Type="http://schemas.openxmlformats.org/officeDocument/2006/relationships/customXml" Target="../ink/ink4447.xml"/><Relationship Id="rId425" Type="http://schemas.openxmlformats.org/officeDocument/2006/relationships/image" Target="NULL"/><Relationship Id="rId467" Type="http://schemas.openxmlformats.org/officeDocument/2006/relationships/image" Target="NULL"/><Relationship Id="rId271" Type="http://schemas.openxmlformats.org/officeDocument/2006/relationships/image" Target="NULL"/><Relationship Id="rId24" Type="http://schemas.openxmlformats.org/officeDocument/2006/relationships/customXml" Target="../ink/ink4349.xml"/><Relationship Id="rId66" Type="http://schemas.openxmlformats.org/officeDocument/2006/relationships/customXml" Target="../ink/ink4370.xml"/><Relationship Id="rId131" Type="http://schemas.openxmlformats.org/officeDocument/2006/relationships/customXml" Target="../ink/ink4403.xml"/><Relationship Id="rId327" Type="http://schemas.openxmlformats.org/officeDocument/2006/relationships/image" Target="NULL"/><Relationship Id="rId369" Type="http://schemas.openxmlformats.org/officeDocument/2006/relationships/image" Target="NULL"/><Relationship Id="rId173" Type="http://schemas.openxmlformats.org/officeDocument/2006/relationships/image" Target="NULL"/><Relationship Id="rId229" Type="http://schemas.openxmlformats.org/officeDocument/2006/relationships/image" Target="NULL"/><Relationship Id="rId380" Type="http://schemas.openxmlformats.org/officeDocument/2006/relationships/customXml" Target="../ink/ink4528.xml"/><Relationship Id="rId436" Type="http://schemas.openxmlformats.org/officeDocument/2006/relationships/customXml" Target="../ink/ink4556.xml"/><Relationship Id="rId240" Type="http://schemas.openxmlformats.org/officeDocument/2006/relationships/customXml" Target="../ink/ink4458.xml"/><Relationship Id="rId35" Type="http://schemas.openxmlformats.org/officeDocument/2006/relationships/image" Target="NULL"/><Relationship Id="rId77" Type="http://schemas.openxmlformats.org/officeDocument/2006/relationships/image" Target="NULL"/><Relationship Id="rId100" Type="http://schemas.openxmlformats.org/officeDocument/2006/relationships/image" Target="NULL"/><Relationship Id="rId282" Type="http://schemas.openxmlformats.org/officeDocument/2006/relationships/customXml" Target="../ink/ink4479.xml"/><Relationship Id="rId338" Type="http://schemas.openxmlformats.org/officeDocument/2006/relationships/customXml" Target="../ink/ink4507.xml"/><Relationship Id="rId8" Type="http://schemas.openxmlformats.org/officeDocument/2006/relationships/customXml" Target="../ink/ink4341.xml"/><Relationship Id="rId142" Type="http://schemas.openxmlformats.org/officeDocument/2006/relationships/customXml" Target="../ink/ink4409.xml"/><Relationship Id="rId184" Type="http://schemas.openxmlformats.org/officeDocument/2006/relationships/customXml" Target="../ink/ink4430.xml"/><Relationship Id="rId391" Type="http://schemas.openxmlformats.org/officeDocument/2006/relationships/image" Target="NULL"/><Relationship Id="rId405" Type="http://schemas.openxmlformats.org/officeDocument/2006/relationships/image" Target="NULL"/><Relationship Id="rId447" Type="http://schemas.openxmlformats.org/officeDocument/2006/relationships/image" Target="NULL"/><Relationship Id="rId251" Type="http://schemas.openxmlformats.org/officeDocument/2006/relationships/image" Target="NULL"/><Relationship Id="rId46" Type="http://schemas.openxmlformats.org/officeDocument/2006/relationships/customXml" Target="../ink/ink4360.xml"/><Relationship Id="rId293" Type="http://schemas.openxmlformats.org/officeDocument/2006/relationships/image" Target="NULL"/><Relationship Id="rId307" Type="http://schemas.openxmlformats.org/officeDocument/2006/relationships/image" Target="NULL"/><Relationship Id="rId349" Type="http://schemas.openxmlformats.org/officeDocument/2006/relationships/image" Target="NULL"/><Relationship Id="rId88" Type="http://schemas.openxmlformats.org/officeDocument/2006/relationships/image" Target="NULL"/><Relationship Id="rId111" Type="http://schemas.openxmlformats.org/officeDocument/2006/relationships/customXml" Target="../ink/ink4393.xml"/><Relationship Id="rId153" Type="http://schemas.openxmlformats.org/officeDocument/2006/relationships/image" Target="NULL"/><Relationship Id="rId195" Type="http://schemas.openxmlformats.org/officeDocument/2006/relationships/image" Target="NULL"/><Relationship Id="rId209" Type="http://schemas.openxmlformats.org/officeDocument/2006/relationships/image" Target="NULL"/><Relationship Id="rId360" Type="http://schemas.openxmlformats.org/officeDocument/2006/relationships/customXml" Target="../ink/ink4518.xml"/><Relationship Id="rId416" Type="http://schemas.openxmlformats.org/officeDocument/2006/relationships/customXml" Target="../ink/ink4546.xml"/><Relationship Id="rId220" Type="http://schemas.openxmlformats.org/officeDocument/2006/relationships/customXml" Target="../ink/ink4448.xml"/><Relationship Id="rId458" Type="http://schemas.openxmlformats.org/officeDocument/2006/relationships/customXml" Target="../ink/ink4567.xml"/><Relationship Id="rId15" Type="http://schemas.openxmlformats.org/officeDocument/2006/relationships/image" Target="NULL"/><Relationship Id="rId57" Type="http://schemas.openxmlformats.org/officeDocument/2006/relationships/image" Target="NULL"/><Relationship Id="rId262" Type="http://schemas.openxmlformats.org/officeDocument/2006/relationships/customXml" Target="../ink/ink4469.xml"/><Relationship Id="rId318" Type="http://schemas.openxmlformats.org/officeDocument/2006/relationships/customXml" Target="../ink/ink4497.xml"/><Relationship Id="rId99" Type="http://schemas.openxmlformats.org/officeDocument/2006/relationships/customXml" Target="../ink/ink4387.xml"/><Relationship Id="rId122" Type="http://schemas.openxmlformats.org/officeDocument/2006/relationships/image" Target="NULL"/><Relationship Id="rId164" Type="http://schemas.openxmlformats.org/officeDocument/2006/relationships/customXml" Target="../ink/ink4420.xml"/><Relationship Id="rId371" Type="http://schemas.openxmlformats.org/officeDocument/2006/relationships/image" Target="NULL"/><Relationship Id="rId427" Type="http://schemas.openxmlformats.org/officeDocument/2006/relationships/image" Target="NULL"/><Relationship Id="rId469" Type="http://schemas.openxmlformats.org/officeDocument/2006/relationships/image" Target="NULL"/><Relationship Id="rId26" Type="http://schemas.openxmlformats.org/officeDocument/2006/relationships/customXml" Target="../ink/ink4350.xml"/><Relationship Id="rId231" Type="http://schemas.openxmlformats.org/officeDocument/2006/relationships/image" Target="NULL"/><Relationship Id="rId273" Type="http://schemas.openxmlformats.org/officeDocument/2006/relationships/image" Target="NULL"/><Relationship Id="rId329" Type="http://schemas.openxmlformats.org/officeDocument/2006/relationships/image" Target="NULL"/><Relationship Id="rId68" Type="http://schemas.openxmlformats.org/officeDocument/2006/relationships/customXml" Target="../ink/ink4371.xml"/><Relationship Id="rId133" Type="http://schemas.openxmlformats.org/officeDocument/2006/relationships/image" Target="NULL"/><Relationship Id="rId175" Type="http://schemas.openxmlformats.org/officeDocument/2006/relationships/image" Target="NULL"/><Relationship Id="rId340" Type="http://schemas.openxmlformats.org/officeDocument/2006/relationships/customXml" Target="../ink/ink4508.xml"/><Relationship Id="rId200" Type="http://schemas.openxmlformats.org/officeDocument/2006/relationships/customXml" Target="../ink/ink4438.xml"/><Relationship Id="rId382" Type="http://schemas.openxmlformats.org/officeDocument/2006/relationships/customXml" Target="../ink/ink4529.xml"/><Relationship Id="rId438" Type="http://schemas.openxmlformats.org/officeDocument/2006/relationships/customXml" Target="../ink/ink4557.xml"/><Relationship Id="rId242" Type="http://schemas.openxmlformats.org/officeDocument/2006/relationships/customXml" Target="../ink/ink4459.xml"/><Relationship Id="rId284" Type="http://schemas.openxmlformats.org/officeDocument/2006/relationships/customXml" Target="../ink/ink4480.xml"/><Relationship Id="rId37" Type="http://schemas.openxmlformats.org/officeDocument/2006/relationships/image" Target="NULL"/><Relationship Id="rId79" Type="http://schemas.openxmlformats.org/officeDocument/2006/relationships/image" Target="NULL"/><Relationship Id="rId102" Type="http://schemas.openxmlformats.org/officeDocument/2006/relationships/image" Target="NULL"/><Relationship Id="rId144" Type="http://schemas.openxmlformats.org/officeDocument/2006/relationships/customXml" Target="../ink/ink4410.xml"/><Relationship Id="rId90" Type="http://schemas.openxmlformats.org/officeDocument/2006/relationships/image" Target="NULL"/><Relationship Id="rId186" Type="http://schemas.openxmlformats.org/officeDocument/2006/relationships/customXml" Target="../ink/ink4431.xml"/><Relationship Id="rId351" Type="http://schemas.openxmlformats.org/officeDocument/2006/relationships/image" Target="NULL"/><Relationship Id="rId393" Type="http://schemas.openxmlformats.org/officeDocument/2006/relationships/image" Target="NULL"/><Relationship Id="rId407" Type="http://schemas.openxmlformats.org/officeDocument/2006/relationships/image" Target="NULL"/><Relationship Id="rId449" Type="http://schemas.openxmlformats.org/officeDocument/2006/relationships/image" Target="NULL"/><Relationship Id="rId211" Type="http://schemas.openxmlformats.org/officeDocument/2006/relationships/image" Target="NULL"/><Relationship Id="rId253" Type="http://schemas.openxmlformats.org/officeDocument/2006/relationships/image" Target="NULL"/><Relationship Id="rId295" Type="http://schemas.openxmlformats.org/officeDocument/2006/relationships/image" Target="NULL"/><Relationship Id="rId309" Type="http://schemas.openxmlformats.org/officeDocument/2006/relationships/image" Target="NULL"/><Relationship Id="rId460" Type="http://schemas.openxmlformats.org/officeDocument/2006/relationships/customXml" Target="../ink/ink4568.xml"/><Relationship Id="rId48" Type="http://schemas.openxmlformats.org/officeDocument/2006/relationships/customXml" Target="../ink/ink4361.xml"/><Relationship Id="rId113" Type="http://schemas.openxmlformats.org/officeDocument/2006/relationships/customXml" Target="../ink/ink4394.xml"/><Relationship Id="rId320" Type="http://schemas.openxmlformats.org/officeDocument/2006/relationships/customXml" Target="../ink/ink4498.xml"/><Relationship Id="rId155" Type="http://schemas.openxmlformats.org/officeDocument/2006/relationships/image" Target="NULL"/><Relationship Id="rId197" Type="http://schemas.openxmlformats.org/officeDocument/2006/relationships/image" Target="NULL"/><Relationship Id="rId362" Type="http://schemas.openxmlformats.org/officeDocument/2006/relationships/customXml" Target="../ink/ink4519.xml"/><Relationship Id="rId418" Type="http://schemas.openxmlformats.org/officeDocument/2006/relationships/customXml" Target="../ink/ink4547.xml"/><Relationship Id="rId222" Type="http://schemas.openxmlformats.org/officeDocument/2006/relationships/customXml" Target="../ink/ink4449.xml"/><Relationship Id="rId264" Type="http://schemas.openxmlformats.org/officeDocument/2006/relationships/customXml" Target="../ink/ink4470.xml"/><Relationship Id="rId471" Type="http://schemas.openxmlformats.org/officeDocument/2006/relationships/image" Target="NULL"/><Relationship Id="rId17" Type="http://schemas.openxmlformats.org/officeDocument/2006/relationships/image" Target="NULL"/><Relationship Id="rId59" Type="http://schemas.openxmlformats.org/officeDocument/2006/relationships/image" Target="NULL"/><Relationship Id="rId124" Type="http://schemas.openxmlformats.org/officeDocument/2006/relationships/image" Target="NULL"/><Relationship Id="rId70" Type="http://schemas.openxmlformats.org/officeDocument/2006/relationships/customXml" Target="../ink/ink4372.xml"/><Relationship Id="rId166" Type="http://schemas.openxmlformats.org/officeDocument/2006/relationships/customXml" Target="../ink/ink4421.xml"/><Relationship Id="rId331" Type="http://schemas.openxmlformats.org/officeDocument/2006/relationships/image" Target="NULL"/><Relationship Id="rId373" Type="http://schemas.openxmlformats.org/officeDocument/2006/relationships/image" Target="NULL"/><Relationship Id="rId429" Type="http://schemas.openxmlformats.org/officeDocument/2006/relationships/image" Target="NULL"/><Relationship Id="rId1" Type="http://schemas.openxmlformats.org/officeDocument/2006/relationships/slideLayout" Target="../slideLayouts/slideLayout7.xml"/><Relationship Id="rId233" Type="http://schemas.openxmlformats.org/officeDocument/2006/relationships/image" Target="NULL"/><Relationship Id="rId440" Type="http://schemas.openxmlformats.org/officeDocument/2006/relationships/customXml" Target="../ink/ink4558.xml"/><Relationship Id="rId28" Type="http://schemas.openxmlformats.org/officeDocument/2006/relationships/customXml" Target="../ink/ink4351.xml"/><Relationship Id="rId275" Type="http://schemas.openxmlformats.org/officeDocument/2006/relationships/image" Target="NULL"/><Relationship Id="rId300" Type="http://schemas.openxmlformats.org/officeDocument/2006/relationships/customXml" Target="../ink/ink4488.xml"/><Relationship Id="rId81" Type="http://schemas.openxmlformats.org/officeDocument/2006/relationships/image" Target="NULL"/><Relationship Id="rId135" Type="http://schemas.openxmlformats.org/officeDocument/2006/relationships/image" Target="NULL"/><Relationship Id="rId177" Type="http://schemas.openxmlformats.org/officeDocument/2006/relationships/image" Target="NULL"/><Relationship Id="rId342" Type="http://schemas.openxmlformats.org/officeDocument/2006/relationships/customXml" Target="../ink/ink4509.xml"/><Relationship Id="rId384" Type="http://schemas.openxmlformats.org/officeDocument/2006/relationships/customXml" Target="../ink/ink4530.xml"/><Relationship Id="rId202" Type="http://schemas.openxmlformats.org/officeDocument/2006/relationships/customXml" Target="../ink/ink4439.xml"/><Relationship Id="rId244" Type="http://schemas.openxmlformats.org/officeDocument/2006/relationships/customXml" Target="../ink/ink4460.xml"/><Relationship Id="rId39" Type="http://schemas.openxmlformats.org/officeDocument/2006/relationships/image" Target="NULL"/><Relationship Id="rId286" Type="http://schemas.openxmlformats.org/officeDocument/2006/relationships/customXml" Target="../ink/ink4481.xml"/><Relationship Id="rId451" Type="http://schemas.openxmlformats.org/officeDocument/2006/relationships/image" Target="NULL"/><Relationship Id="rId50" Type="http://schemas.openxmlformats.org/officeDocument/2006/relationships/customXml" Target="../ink/ink4362.xml"/><Relationship Id="rId104" Type="http://schemas.openxmlformats.org/officeDocument/2006/relationships/image" Target="NULL"/><Relationship Id="rId146" Type="http://schemas.openxmlformats.org/officeDocument/2006/relationships/customXml" Target="../ink/ink4411.xml"/><Relationship Id="rId188" Type="http://schemas.openxmlformats.org/officeDocument/2006/relationships/customXml" Target="../ink/ink4432.xml"/><Relationship Id="rId311" Type="http://schemas.openxmlformats.org/officeDocument/2006/relationships/image" Target="NULL"/><Relationship Id="rId353" Type="http://schemas.openxmlformats.org/officeDocument/2006/relationships/image" Target="NULL"/><Relationship Id="rId395" Type="http://schemas.openxmlformats.org/officeDocument/2006/relationships/image" Target="NULL"/><Relationship Id="rId409" Type="http://schemas.openxmlformats.org/officeDocument/2006/relationships/image" Target="NULL"/><Relationship Id="rId92" Type="http://schemas.openxmlformats.org/officeDocument/2006/relationships/image" Target="NULL"/><Relationship Id="rId213" Type="http://schemas.openxmlformats.org/officeDocument/2006/relationships/image" Target="NULL"/><Relationship Id="rId420" Type="http://schemas.openxmlformats.org/officeDocument/2006/relationships/customXml" Target="../ink/ink4548.xml"/><Relationship Id="rId255" Type="http://schemas.openxmlformats.org/officeDocument/2006/relationships/image" Target="NULL"/><Relationship Id="rId297" Type="http://schemas.openxmlformats.org/officeDocument/2006/relationships/image" Target="NULL"/><Relationship Id="rId462" Type="http://schemas.openxmlformats.org/officeDocument/2006/relationships/customXml" Target="../ink/ink4569.xml"/><Relationship Id="rId115" Type="http://schemas.openxmlformats.org/officeDocument/2006/relationships/customXml" Target="../ink/ink4395.xml"/><Relationship Id="rId157" Type="http://schemas.openxmlformats.org/officeDocument/2006/relationships/image" Target="NULL"/><Relationship Id="rId322" Type="http://schemas.openxmlformats.org/officeDocument/2006/relationships/customXml" Target="../ink/ink4499.xml"/><Relationship Id="rId364" Type="http://schemas.openxmlformats.org/officeDocument/2006/relationships/customXml" Target="../ink/ink4520.xml"/><Relationship Id="rId61" Type="http://schemas.openxmlformats.org/officeDocument/2006/relationships/image" Target="NULL"/><Relationship Id="rId199" Type="http://schemas.openxmlformats.org/officeDocument/2006/relationships/image" Target="NULL"/><Relationship Id="rId19" Type="http://schemas.openxmlformats.org/officeDocument/2006/relationships/image" Target="NULL"/><Relationship Id="rId224" Type="http://schemas.openxmlformats.org/officeDocument/2006/relationships/customXml" Target="../ink/ink4450.xml"/><Relationship Id="rId266" Type="http://schemas.openxmlformats.org/officeDocument/2006/relationships/customXml" Target="../ink/ink4471.xml"/><Relationship Id="rId431" Type="http://schemas.openxmlformats.org/officeDocument/2006/relationships/image" Target="NULL"/><Relationship Id="rId473" Type="http://schemas.openxmlformats.org/officeDocument/2006/relationships/image" Target="NULL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NULL"/><Relationship Id="rId299" Type="http://schemas.openxmlformats.org/officeDocument/2006/relationships/image" Target="NULL"/><Relationship Id="rId21" Type="http://schemas.openxmlformats.org/officeDocument/2006/relationships/image" Target="NULL"/><Relationship Id="rId63" Type="http://schemas.openxmlformats.org/officeDocument/2006/relationships/image" Target="NULL"/><Relationship Id="rId159" Type="http://schemas.openxmlformats.org/officeDocument/2006/relationships/image" Target="NULL"/><Relationship Id="rId170" Type="http://schemas.openxmlformats.org/officeDocument/2006/relationships/customXml" Target="../ink/ink4660.xml"/><Relationship Id="rId226" Type="http://schemas.openxmlformats.org/officeDocument/2006/relationships/customXml" Target="../ink/ink4688.xml"/><Relationship Id="rId268" Type="http://schemas.openxmlformats.org/officeDocument/2006/relationships/customXml" Target="../ink/ink4709.xml"/><Relationship Id="rId32" Type="http://schemas.openxmlformats.org/officeDocument/2006/relationships/customXml" Target="../ink/ink4591.xml"/><Relationship Id="rId74" Type="http://schemas.openxmlformats.org/officeDocument/2006/relationships/customXml" Target="../ink/ink4612.xml"/><Relationship Id="rId128" Type="http://schemas.openxmlformats.org/officeDocument/2006/relationships/customXml" Target="../ink/ink4639.xml"/><Relationship Id="rId5" Type="http://schemas.openxmlformats.org/officeDocument/2006/relationships/image" Target="NULL"/><Relationship Id="rId181" Type="http://schemas.openxmlformats.org/officeDocument/2006/relationships/image" Target="NULL"/><Relationship Id="rId237" Type="http://schemas.openxmlformats.org/officeDocument/2006/relationships/image" Target="NULL"/><Relationship Id="rId279" Type="http://schemas.openxmlformats.org/officeDocument/2006/relationships/image" Target="NULL"/><Relationship Id="rId43" Type="http://schemas.openxmlformats.org/officeDocument/2006/relationships/image" Target="NULL"/><Relationship Id="rId139" Type="http://schemas.openxmlformats.org/officeDocument/2006/relationships/image" Target="NULL"/><Relationship Id="rId290" Type="http://schemas.openxmlformats.org/officeDocument/2006/relationships/customXml" Target="../ink/ink4720.xml"/><Relationship Id="rId304" Type="http://schemas.openxmlformats.org/officeDocument/2006/relationships/customXml" Target="../ink/ink4727.xml"/><Relationship Id="rId85" Type="http://schemas.openxmlformats.org/officeDocument/2006/relationships/image" Target="NULL"/><Relationship Id="rId150" Type="http://schemas.openxmlformats.org/officeDocument/2006/relationships/customXml" Target="../ink/ink4650.xml"/><Relationship Id="rId192" Type="http://schemas.openxmlformats.org/officeDocument/2006/relationships/customXml" Target="../ink/ink4671.xml"/><Relationship Id="rId206" Type="http://schemas.openxmlformats.org/officeDocument/2006/relationships/customXml" Target="../ink/ink4678.xml"/><Relationship Id="rId248" Type="http://schemas.openxmlformats.org/officeDocument/2006/relationships/customXml" Target="../ink/ink4699.xml"/><Relationship Id="rId12" Type="http://schemas.openxmlformats.org/officeDocument/2006/relationships/customXml" Target="../ink/ink4581.xml"/><Relationship Id="rId108" Type="http://schemas.openxmlformats.org/officeDocument/2006/relationships/customXml" Target="../ink/ink4629.xml"/><Relationship Id="rId315" Type="http://schemas.openxmlformats.org/officeDocument/2006/relationships/image" Target="NULL"/><Relationship Id="rId54" Type="http://schemas.openxmlformats.org/officeDocument/2006/relationships/customXml" Target="../ink/ink4602.xml"/><Relationship Id="rId96" Type="http://schemas.openxmlformats.org/officeDocument/2006/relationships/customXml" Target="../ink/ink4623.xml"/><Relationship Id="rId161" Type="http://schemas.openxmlformats.org/officeDocument/2006/relationships/image" Target="NULL"/><Relationship Id="rId217" Type="http://schemas.openxmlformats.org/officeDocument/2006/relationships/image" Target="NULL"/><Relationship Id="rId259" Type="http://schemas.openxmlformats.org/officeDocument/2006/relationships/image" Target="NULL"/><Relationship Id="rId23" Type="http://schemas.openxmlformats.org/officeDocument/2006/relationships/image" Target="NULL"/><Relationship Id="rId119" Type="http://schemas.openxmlformats.org/officeDocument/2006/relationships/image" Target="NULL"/><Relationship Id="rId270" Type="http://schemas.openxmlformats.org/officeDocument/2006/relationships/customXml" Target="../ink/ink4710.xml"/><Relationship Id="rId65" Type="http://schemas.openxmlformats.org/officeDocument/2006/relationships/image" Target="NULL"/><Relationship Id="rId130" Type="http://schemas.openxmlformats.org/officeDocument/2006/relationships/customXml" Target="../ink/ink4640.xml"/><Relationship Id="rId172" Type="http://schemas.openxmlformats.org/officeDocument/2006/relationships/customXml" Target="../ink/ink4661.xml"/><Relationship Id="rId228" Type="http://schemas.openxmlformats.org/officeDocument/2006/relationships/customXml" Target="../ink/ink4689.xml"/><Relationship Id="rId13" Type="http://schemas.openxmlformats.org/officeDocument/2006/relationships/image" Target="NULL"/><Relationship Id="rId109" Type="http://schemas.openxmlformats.org/officeDocument/2006/relationships/image" Target="NULL"/><Relationship Id="rId260" Type="http://schemas.openxmlformats.org/officeDocument/2006/relationships/customXml" Target="../ink/ink4705.xml"/><Relationship Id="rId281" Type="http://schemas.openxmlformats.org/officeDocument/2006/relationships/image" Target="NULL"/><Relationship Id="rId316" Type="http://schemas.openxmlformats.org/officeDocument/2006/relationships/customXml" Target="../ink/ink4733.xml"/><Relationship Id="rId34" Type="http://schemas.openxmlformats.org/officeDocument/2006/relationships/customXml" Target="../ink/ink4592.xml"/><Relationship Id="rId55" Type="http://schemas.openxmlformats.org/officeDocument/2006/relationships/image" Target="NULL"/><Relationship Id="rId76" Type="http://schemas.openxmlformats.org/officeDocument/2006/relationships/customXml" Target="../ink/ink4613.xml"/><Relationship Id="rId97" Type="http://schemas.openxmlformats.org/officeDocument/2006/relationships/image" Target="NULL"/><Relationship Id="rId120" Type="http://schemas.openxmlformats.org/officeDocument/2006/relationships/customXml" Target="../ink/ink4635.xml"/><Relationship Id="rId141" Type="http://schemas.openxmlformats.org/officeDocument/2006/relationships/image" Target="NULL"/><Relationship Id="rId7" Type="http://schemas.openxmlformats.org/officeDocument/2006/relationships/image" Target="NULL"/><Relationship Id="rId162" Type="http://schemas.openxmlformats.org/officeDocument/2006/relationships/customXml" Target="../ink/ink4656.xml"/><Relationship Id="rId183" Type="http://schemas.openxmlformats.org/officeDocument/2006/relationships/image" Target="NULL"/><Relationship Id="rId218" Type="http://schemas.openxmlformats.org/officeDocument/2006/relationships/customXml" Target="../ink/ink4684.xml"/><Relationship Id="rId239" Type="http://schemas.openxmlformats.org/officeDocument/2006/relationships/image" Target="NULL"/><Relationship Id="rId250" Type="http://schemas.openxmlformats.org/officeDocument/2006/relationships/customXml" Target="../ink/ink4700.xml"/><Relationship Id="rId271" Type="http://schemas.openxmlformats.org/officeDocument/2006/relationships/image" Target="NULL"/><Relationship Id="rId292" Type="http://schemas.openxmlformats.org/officeDocument/2006/relationships/customXml" Target="../ink/ink4721.xml"/><Relationship Id="rId306" Type="http://schemas.openxmlformats.org/officeDocument/2006/relationships/customXml" Target="../ink/ink4728.xml"/><Relationship Id="rId24" Type="http://schemas.openxmlformats.org/officeDocument/2006/relationships/customXml" Target="../ink/ink4587.xml"/><Relationship Id="rId45" Type="http://schemas.openxmlformats.org/officeDocument/2006/relationships/image" Target="NULL"/><Relationship Id="rId66" Type="http://schemas.openxmlformats.org/officeDocument/2006/relationships/customXml" Target="../ink/ink4608.xml"/><Relationship Id="rId87" Type="http://schemas.openxmlformats.org/officeDocument/2006/relationships/image" Target="NULL"/><Relationship Id="rId110" Type="http://schemas.openxmlformats.org/officeDocument/2006/relationships/customXml" Target="../ink/ink4630.xml"/><Relationship Id="rId131" Type="http://schemas.openxmlformats.org/officeDocument/2006/relationships/image" Target="NULL"/><Relationship Id="rId152" Type="http://schemas.openxmlformats.org/officeDocument/2006/relationships/customXml" Target="../ink/ink4651.xml"/><Relationship Id="rId173" Type="http://schemas.openxmlformats.org/officeDocument/2006/relationships/image" Target="NULL"/><Relationship Id="rId194" Type="http://schemas.openxmlformats.org/officeDocument/2006/relationships/customXml" Target="../ink/ink4672.xml"/><Relationship Id="rId208" Type="http://schemas.openxmlformats.org/officeDocument/2006/relationships/customXml" Target="../ink/ink4679.xml"/><Relationship Id="rId229" Type="http://schemas.openxmlformats.org/officeDocument/2006/relationships/image" Target="NULL"/><Relationship Id="rId240" Type="http://schemas.openxmlformats.org/officeDocument/2006/relationships/customXml" Target="../ink/ink4695.xml"/><Relationship Id="rId261" Type="http://schemas.openxmlformats.org/officeDocument/2006/relationships/image" Target="NULL"/><Relationship Id="rId14" Type="http://schemas.openxmlformats.org/officeDocument/2006/relationships/customXml" Target="../ink/ink4582.xml"/><Relationship Id="rId35" Type="http://schemas.openxmlformats.org/officeDocument/2006/relationships/image" Target="NULL"/><Relationship Id="rId56" Type="http://schemas.openxmlformats.org/officeDocument/2006/relationships/customXml" Target="../ink/ink4603.xml"/><Relationship Id="rId77" Type="http://schemas.openxmlformats.org/officeDocument/2006/relationships/image" Target="NULL"/><Relationship Id="rId100" Type="http://schemas.openxmlformats.org/officeDocument/2006/relationships/customXml" Target="../ink/ink4625.xml"/><Relationship Id="rId282" Type="http://schemas.openxmlformats.org/officeDocument/2006/relationships/customXml" Target="../ink/ink4716.xml"/><Relationship Id="rId317" Type="http://schemas.openxmlformats.org/officeDocument/2006/relationships/image" Target="NULL"/><Relationship Id="rId8" Type="http://schemas.openxmlformats.org/officeDocument/2006/relationships/customXml" Target="../ink/ink4579.xml"/><Relationship Id="rId98" Type="http://schemas.openxmlformats.org/officeDocument/2006/relationships/customXml" Target="../ink/ink4624.xml"/><Relationship Id="rId121" Type="http://schemas.openxmlformats.org/officeDocument/2006/relationships/image" Target="NULL"/><Relationship Id="rId142" Type="http://schemas.openxmlformats.org/officeDocument/2006/relationships/customXml" Target="../ink/ink4646.xml"/><Relationship Id="rId163" Type="http://schemas.openxmlformats.org/officeDocument/2006/relationships/image" Target="NULL"/><Relationship Id="rId184" Type="http://schemas.openxmlformats.org/officeDocument/2006/relationships/customXml" Target="../ink/ink4667.xml"/><Relationship Id="rId219" Type="http://schemas.openxmlformats.org/officeDocument/2006/relationships/image" Target="NULL"/><Relationship Id="rId230" Type="http://schemas.openxmlformats.org/officeDocument/2006/relationships/customXml" Target="../ink/ink4690.xml"/><Relationship Id="rId251" Type="http://schemas.openxmlformats.org/officeDocument/2006/relationships/image" Target="NULL"/><Relationship Id="rId25" Type="http://schemas.openxmlformats.org/officeDocument/2006/relationships/image" Target="NULL"/><Relationship Id="rId46" Type="http://schemas.openxmlformats.org/officeDocument/2006/relationships/customXml" Target="../ink/ink4598.xml"/><Relationship Id="rId67" Type="http://schemas.openxmlformats.org/officeDocument/2006/relationships/image" Target="NULL"/><Relationship Id="rId272" Type="http://schemas.openxmlformats.org/officeDocument/2006/relationships/customXml" Target="../ink/ink4711.xml"/><Relationship Id="rId293" Type="http://schemas.openxmlformats.org/officeDocument/2006/relationships/image" Target="NULL"/><Relationship Id="rId307" Type="http://schemas.openxmlformats.org/officeDocument/2006/relationships/image" Target="NULL"/><Relationship Id="rId88" Type="http://schemas.openxmlformats.org/officeDocument/2006/relationships/customXml" Target="../ink/ink4619.xml"/><Relationship Id="rId111" Type="http://schemas.openxmlformats.org/officeDocument/2006/relationships/image" Target="NULL"/><Relationship Id="rId132" Type="http://schemas.openxmlformats.org/officeDocument/2006/relationships/customXml" Target="../ink/ink4641.xml"/><Relationship Id="rId153" Type="http://schemas.openxmlformats.org/officeDocument/2006/relationships/image" Target="NULL"/><Relationship Id="rId174" Type="http://schemas.openxmlformats.org/officeDocument/2006/relationships/customXml" Target="../ink/ink4662.xml"/><Relationship Id="rId195" Type="http://schemas.openxmlformats.org/officeDocument/2006/relationships/image" Target="NULL"/><Relationship Id="rId209" Type="http://schemas.openxmlformats.org/officeDocument/2006/relationships/image" Target="NULL"/><Relationship Id="rId220" Type="http://schemas.openxmlformats.org/officeDocument/2006/relationships/customXml" Target="../ink/ink4685.xml"/><Relationship Id="rId241" Type="http://schemas.openxmlformats.org/officeDocument/2006/relationships/image" Target="NULL"/><Relationship Id="rId15" Type="http://schemas.openxmlformats.org/officeDocument/2006/relationships/image" Target="NULL"/><Relationship Id="rId36" Type="http://schemas.openxmlformats.org/officeDocument/2006/relationships/customXml" Target="../ink/ink4593.xml"/><Relationship Id="rId57" Type="http://schemas.openxmlformats.org/officeDocument/2006/relationships/image" Target="NULL"/><Relationship Id="rId262" Type="http://schemas.openxmlformats.org/officeDocument/2006/relationships/customXml" Target="../ink/ink4706.xml"/><Relationship Id="rId283" Type="http://schemas.openxmlformats.org/officeDocument/2006/relationships/image" Target="NULL"/><Relationship Id="rId318" Type="http://schemas.openxmlformats.org/officeDocument/2006/relationships/customXml" Target="../ink/ink4734.xml"/><Relationship Id="rId78" Type="http://schemas.openxmlformats.org/officeDocument/2006/relationships/customXml" Target="../ink/ink4614.xml"/><Relationship Id="rId99" Type="http://schemas.openxmlformats.org/officeDocument/2006/relationships/image" Target="NULL"/><Relationship Id="rId101" Type="http://schemas.openxmlformats.org/officeDocument/2006/relationships/image" Target="NULL"/><Relationship Id="rId122" Type="http://schemas.openxmlformats.org/officeDocument/2006/relationships/customXml" Target="../ink/ink4636.xml"/><Relationship Id="rId143" Type="http://schemas.openxmlformats.org/officeDocument/2006/relationships/image" Target="NULL"/><Relationship Id="rId164" Type="http://schemas.openxmlformats.org/officeDocument/2006/relationships/customXml" Target="../ink/ink4657.xml"/><Relationship Id="rId185" Type="http://schemas.openxmlformats.org/officeDocument/2006/relationships/image" Target="NULL"/><Relationship Id="rId9" Type="http://schemas.openxmlformats.org/officeDocument/2006/relationships/image" Target="NULL"/><Relationship Id="rId210" Type="http://schemas.openxmlformats.org/officeDocument/2006/relationships/customXml" Target="../ink/ink4680.xml"/><Relationship Id="rId26" Type="http://schemas.openxmlformats.org/officeDocument/2006/relationships/customXml" Target="../ink/ink4588.xml"/><Relationship Id="rId231" Type="http://schemas.openxmlformats.org/officeDocument/2006/relationships/image" Target="NULL"/><Relationship Id="rId252" Type="http://schemas.openxmlformats.org/officeDocument/2006/relationships/customXml" Target="../ink/ink4701.xml"/><Relationship Id="rId273" Type="http://schemas.openxmlformats.org/officeDocument/2006/relationships/image" Target="NULL"/><Relationship Id="rId294" Type="http://schemas.openxmlformats.org/officeDocument/2006/relationships/customXml" Target="../ink/ink4722.xml"/><Relationship Id="rId308" Type="http://schemas.openxmlformats.org/officeDocument/2006/relationships/customXml" Target="../ink/ink4729.xml"/><Relationship Id="rId47" Type="http://schemas.openxmlformats.org/officeDocument/2006/relationships/image" Target="NULL"/><Relationship Id="rId68" Type="http://schemas.openxmlformats.org/officeDocument/2006/relationships/customXml" Target="../ink/ink4609.xml"/><Relationship Id="rId89" Type="http://schemas.openxmlformats.org/officeDocument/2006/relationships/image" Target="NULL"/><Relationship Id="rId112" Type="http://schemas.openxmlformats.org/officeDocument/2006/relationships/customXml" Target="../ink/ink4631.xml"/><Relationship Id="rId133" Type="http://schemas.openxmlformats.org/officeDocument/2006/relationships/image" Target="NULL"/><Relationship Id="rId154" Type="http://schemas.openxmlformats.org/officeDocument/2006/relationships/customXml" Target="../ink/ink4652.xml"/><Relationship Id="rId175" Type="http://schemas.openxmlformats.org/officeDocument/2006/relationships/image" Target="NULL"/><Relationship Id="rId196" Type="http://schemas.openxmlformats.org/officeDocument/2006/relationships/customXml" Target="../ink/ink4673.xml"/><Relationship Id="rId200" Type="http://schemas.openxmlformats.org/officeDocument/2006/relationships/customXml" Target="../ink/ink4675.xml"/><Relationship Id="rId16" Type="http://schemas.openxmlformats.org/officeDocument/2006/relationships/customXml" Target="../ink/ink4583.xml"/><Relationship Id="rId221" Type="http://schemas.openxmlformats.org/officeDocument/2006/relationships/image" Target="NULL"/><Relationship Id="rId242" Type="http://schemas.openxmlformats.org/officeDocument/2006/relationships/customXml" Target="../ink/ink4696.xml"/><Relationship Id="rId263" Type="http://schemas.openxmlformats.org/officeDocument/2006/relationships/image" Target="NULL"/><Relationship Id="rId284" Type="http://schemas.openxmlformats.org/officeDocument/2006/relationships/customXml" Target="../ink/ink4717.xml"/><Relationship Id="rId319" Type="http://schemas.openxmlformats.org/officeDocument/2006/relationships/image" Target="NULL"/><Relationship Id="rId37" Type="http://schemas.openxmlformats.org/officeDocument/2006/relationships/image" Target="NULL"/><Relationship Id="rId58" Type="http://schemas.openxmlformats.org/officeDocument/2006/relationships/customXml" Target="../ink/ink4604.xml"/><Relationship Id="rId79" Type="http://schemas.openxmlformats.org/officeDocument/2006/relationships/image" Target="NULL"/><Relationship Id="rId102" Type="http://schemas.openxmlformats.org/officeDocument/2006/relationships/customXml" Target="../ink/ink4626.xml"/><Relationship Id="rId123" Type="http://schemas.openxmlformats.org/officeDocument/2006/relationships/image" Target="NULL"/><Relationship Id="rId144" Type="http://schemas.openxmlformats.org/officeDocument/2006/relationships/customXml" Target="../ink/ink4647.xml"/><Relationship Id="rId90" Type="http://schemas.openxmlformats.org/officeDocument/2006/relationships/customXml" Target="../ink/ink4620.xml"/><Relationship Id="rId165" Type="http://schemas.openxmlformats.org/officeDocument/2006/relationships/image" Target="NULL"/><Relationship Id="rId186" Type="http://schemas.openxmlformats.org/officeDocument/2006/relationships/customXml" Target="../ink/ink4668.xml"/><Relationship Id="rId211" Type="http://schemas.openxmlformats.org/officeDocument/2006/relationships/image" Target="NULL"/><Relationship Id="rId232" Type="http://schemas.openxmlformats.org/officeDocument/2006/relationships/customXml" Target="../ink/ink4691.xml"/><Relationship Id="rId253" Type="http://schemas.openxmlformats.org/officeDocument/2006/relationships/image" Target="NULL"/><Relationship Id="rId274" Type="http://schemas.openxmlformats.org/officeDocument/2006/relationships/customXml" Target="../ink/ink4712.xml"/><Relationship Id="rId295" Type="http://schemas.openxmlformats.org/officeDocument/2006/relationships/image" Target="NULL"/><Relationship Id="rId309" Type="http://schemas.openxmlformats.org/officeDocument/2006/relationships/image" Target="NULL"/><Relationship Id="rId27" Type="http://schemas.openxmlformats.org/officeDocument/2006/relationships/image" Target="NULL"/><Relationship Id="rId48" Type="http://schemas.openxmlformats.org/officeDocument/2006/relationships/customXml" Target="../ink/ink4599.xml"/><Relationship Id="rId69" Type="http://schemas.openxmlformats.org/officeDocument/2006/relationships/image" Target="NULL"/><Relationship Id="rId113" Type="http://schemas.openxmlformats.org/officeDocument/2006/relationships/image" Target="NULL"/><Relationship Id="rId134" Type="http://schemas.openxmlformats.org/officeDocument/2006/relationships/customXml" Target="../ink/ink4642.xml"/><Relationship Id="rId80" Type="http://schemas.openxmlformats.org/officeDocument/2006/relationships/customXml" Target="../ink/ink4615.xml"/><Relationship Id="rId155" Type="http://schemas.openxmlformats.org/officeDocument/2006/relationships/image" Target="NULL"/><Relationship Id="rId176" Type="http://schemas.openxmlformats.org/officeDocument/2006/relationships/customXml" Target="../ink/ink4663.xml"/><Relationship Id="rId197" Type="http://schemas.openxmlformats.org/officeDocument/2006/relationships/image" Target="NULL"/><Relationship Id="rId201" Type="http://schemas.openxmlformats.org/officeDocument/2006/relationships/image" Target="NULL"/><Relationship Id="rId222" Type="http://schemas.openxmlformats.org/officeDocument/2006/relationships/customXml" Target="../ink/ink4686.xml"/><Relationship Id="rId243" Type="http://schemas.openxmlformats.org/officeDocument/2006/relationships/image" Target="NULL"/><Relationship Id="rId264" Type="http://schemas.openxmlformats.org/officeDocument/2006/relationships/customXml" Target="../ink/ink4707.xml"/><Relationship Id="rId285" Type="http://schemas.openxmlformats.org/officeDocument/2006/relationships/image" Target="NULL"/><Relationship Id="rId17" Type="http://schemas.openxmlformats.org/officeDocument/2006/relationships/image" Target="NULL"/><Relationship Id="rId38" Type="http://schemas.openxmlformats.org/officeDocument/2006/relationships/customXml" Target="../ink/ink4594.xml"/><Relationship Id="rId59" Type="http://schemas.openxmlformats.org/officeDocument/2006/relationships/image" Target="NULL"/><Relationship Id="rId103" Type="http://schemas.openxmlformats.org/officeDocument/2006/relationships/image" Target="NULL"/><Relationship Id="rId124" Type="http://schemas.openxmlformats.org/officeDocument/2006/relationships/customXml" Target="../ink/ink4637.xml"/><Relationship Id="rId310" Type="http://schemas.openxmlformats.org/officeDocument/2006/relationships/customXml" Target="../ink/ink4730.xml"/><Relationship Id="rId70" Type="http://schemas.openxmlformats.org/officeDocument/2006/relationships/customXml" Target="../ink/ink4610.xml"/><Relationship Id="rId91" Type="http://schemas.openxmlformats.org/officeDocument/2006/relationships/image" Target="NULL"/><Relationship Id="rId145" Type="http://schemas.openxmlformats.org/officeDocument/2006/relationships/image" Target="NULL"/><Relationship Id="rId166" Type="http://schemas.openxmlformats.org/officeDocument/2006/relationships/customXml" Target="../ink/ink4658.xml"/><Relationship Id="rId187" Type="http://schemas.openxmlformats.org/officeDocument/2006/relationships/image" Target="NUL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4681.xml"/><Relationship Id="rId233" Type="http://schemas.openxmlformats.org/officeDocument/2006/relationships/image" Target="NULL"/><Relationship Id="rId254" Type="http://schemas.openxmlformats.org/officeDocument/2006/relationships/customXml" Target="../ink/ink4702.xml"/><Relationship Id="rId28" Type="http://schemas.openxmlformats.org/officeDocument/2006/relationships/customXml" Target="../ink/ink4589.xml"/><Relationship Id="rId49" Type="http://schemas.openxmlformats.org/officeDocument/2006/relationships/image" Target="NULL"/><Relationship Id="rId114" Type="http://schemas.openxmlformats.org/officeDocument/2006/relationships/customXml" Target="../ink/ink4632.xml"/><Relationship Id="rId275" Type="http://schemas.openxmlformats.org/officeDocument/2006/relationships/image" Target="NULL"/><Relationship Id="rId296" Type="http://schemas.openxmlformats.org/officeDocument/2006/relationships/customXml" Target="../ink/ink4723.xml"/><Relationship Id="rId300" Type="http://schemas.openxmlformats.org/officeDocument/2006/relationships/customXml" Target="../ink/ink4725.xml"/><Relationship Id="rId60" Type="http://schemas.openxmlformats.org/officeDocument/2006/relationships/customXml" Target="../ink/ink4605.xml"/><Relationship Id="rId81" Type="http://schemas.openxmlformats.org/officeDocument/2006/relationships/image" Target="NULL"/><Relationship Id="rId135" Type="http://schemas.openxmlformats.org/officeDocument/2006/relationships/image" Target="NULL"/><Relationship Id="rId156" Type="http://schemas.openxmlformats.org/officeDocument/2006/relationships/customXml" Target="../ink/ink4653.xml"/><Relationship Id="rId177" Type="http://schemas.openxmlformats.org/officeDocument/2006/relationships/image" Target="NULL"/><Relationship Id="rId198" Type="http://schemas.openxmlformats.org/officeDocument/2006/relationships/customXml" Target="../ink/ink4674.xml"/><Relationship Id="rId202" Type="http://schemas.openxmlformats.org/officeDocument/2006/relationships/customXml" Target="../ink/ink4676.xml"/><Relationship Id="rId223" Type="http://schemas.openxmlformats.org/officeDocument/2006/relationships/image" Target="NULL"/><Relationship Id="rId244" Type="http://schemas.openxmlformats.org/officeDocument/2006/relationships/customXml" Target="../ink/ink4697.xml"/><Relationship Id="rId18" Type="http://schemas.openxmlformats.org/officeDocument/2006/relationships/customXml" Target="../ink/ink4584.xml"/><Relationship Id="rId39" Type="http://schemas.openxmlformats.org/officeDocument/2006/relationships/image" Target="NULL"/><Relationship Id="rId265" Type="http://schemas.openxmlformats.org/officeDocument/2006/relationships/image" Target="NULL"/><Relationship Id="rId286" Type="http://schemas.openxmlformats.org/officeDocument/2006/relationships/customXml" Target="../ink/ink4718.xml"/><Relationship Id="rId50" Type="http://schemas.openxmlformats.org/officeDocument/2006/relationships/customXml" Target="../ink/ink4600.xml"/><Relationship Id="rId104" Type="http://schemas.openxmlformats.org/officeDocument/2006/relationships/customXml" Target="../ink/ink4627.xml"/><Relationship Id="rId125" Type="http://schemas.openxmlformats.org/officeDocument/2006/relationships/image" Target="NULL"/><Relationship Id="rId146" Type="http://schemas.openxmlformats.org/officeDocument/2006/relationships/customXml" Target="../ink/ink4648.xml"/><Relationship Id="rId167" Type="http://schemas.openxmlformats.org/officeDocument/2006/relationships/image" Target="NULL"/><Relationship Id="rId188" Type="http://schemas.openxmlformats.org/officeDocument/2006/relationships/customXml" Target="../ink/ink4669.xml"/><Relationship Id="rId311" Type="http://schemas.openxmlformats.org/officeDocument/2006/relationships/image" Target="NULL"/><Relationship Id="rId71" Type="http://schemas.openxmlformats.org/officeDocument/2006/relationships/image" Target="NULL"/><Relationship Id="rId92" Type="http://schemas.openxmlformats.org/officeDocument/2006/relationships/customXml" Target="../ink/ink4621.xml"/><Relationship Id="rId213" Type="http://schemas.openxmlformats.org/officeDocument/2006/relationships/image" Target="NULL"/><Relationship Id="rId234" Type="http://schemas.openxmlformats.org/officeDocument/2006/relationships/customXml" Target="../ink/ink4692.xml"/><Relationship Id="rId2" Type="http://schemas.openxmlformats.org/officeDocument/2006/relationships/customXml" Target="../ink/ink4576.xml"/><Relationship Id="rId29" Type="http://schemas.openxmlformats.org/officeDocument/2006/relationships/image" Target="NULL"/><Relationship Id="rId255" Type="http://schemas.openxmlformats.org/officeDocument/2006/relationships/image" Target="NULL"/><Relationship Id="rId276" Type="http://schemas.openxmlformats.org/officeDocument/2006/relationships/customXml" Target="../ink/ink4713.xml"/><Relationship Id="rId297" Type="http://schemas.openxmlformats.org/officeDocument/2006/relationships/image" Target="NULL"/><Relationship Id="rId40" Type="http://schemas.openxmlformats.org/officeDocument/2006/relationships/customXml" Target="../ink/ink4595.xml"/><Relationship Id="rId115" Type="http://schemas.openxmlformats.org/officeDocument/2006/relationships/image" Target="NULL"/><Relationship Id="rId136" Type="http://schemas.openxmlformats.org/officeDocument/2006/relationships/customXml" Target="../ink/ink4643.xml"/><Relationship Id="rId157" Type="http://schemas.openxmlformats.org/officeDocument/2006/relationships/image" Target="NULL"/><Relationship Id="rId178" Type="http://schemas.openxmlformats.org/officeDocument/2006/relationships/customXml" Target="../ink/ink4664.xml"/><Relationship Id="rId301" Type="http://schemas.openxmlformats.org/officeDocument/2006/relationships/image" Target="NULL"/><Relationship Id="rId61" Type="http://schemas.openxmlformats.org/officeDocument/2006/relationships/image" Target="NULL"/><Relationship Id="rId82" Type="http://schemas.openxmlformats.org/officeDocument/2006/relationships/customXml" Target="../ink/ink4616.xml"/><Relationship Id="rId199" Type="http://schemas.openxmlformats.org/officeDocument/2006/relationships/image" Target="NULL"/><Relationship Id="rId203" Type="http://schemas.openxmlformats.org/officeDocument/2006/relationships/image" Target="NULL"/><Relationship Id="rId19" Type="http://schemas.openxmlformats.org/officeDocument/2006/relationships/image" Target="NULL"/><Relationship Id="rId224" Type="http://schemas.openxmlformats.org/officeDocument/2006/relationships/customXml" Target="../ink/ink4687.xml"/><Relationship Id="rId245" Type="http://schemas.openxmlformats.org/officeDocument/2006/relationships/image" Target="NULL"/><Relationship Id="rId266" Type="http://schemas.openxmlformats.org/officeDocument/2006/relationships/customXml" Target="../ink/ink4708.xml"/><Relationship Id="rId287" Type="http://schemas.openxmlformats.org/officeDocument/2006/relationships/image" Target="NULL"/><Relationship Id="rId30" Type="http://schemas.openxmlformats.org/officeDocument/2006/relationships/customXml" Target="../ink/ink4590.xml"/><Relationship Id="rId105" Type="http://schemas.openxmlformats.org/officeDocument/2006/relationships/image" Target="NULL"/><Relationship Id="rId126" Type="http://schemas.openxmlformats.org/officeDocument/2006/relationships/customXml" Target="../ink/ink4638.xml"/><Relationship Id="rId147" Type="http://schemas.openxmlformats.org/officeDocument/2006/relationships/image" Target="NULL"/><Relationship Id="rId168" Type="http://schemas.openxmlformats.org/officeDocument/2006/relationships/customXml" Target="../ink/ink4659.xml"/><Relationship Id="rId312" Type="http://schemas.openxmlformats.org/officeDocument/2006/relationships/customXml" Target="../ink/ink4731.xml"/><Relationship Id="rId51" Type="http://schemas.openxmlformats.org/officeDocument/2006/relationships/image" Target="NULL"/><Relationship Id="rId72" Type="http://schemas.openxmlformats.org/officeDocument/2006/relationships/customXml" Target="../ink/ink4611.xml"/><Relationship Id="rId93" Type="http://schemas.openxmlformats.org/officeDocument/2006/relationships/image" Target="NULL"/><Relationship Id="rId189" Type="http://schemas.openxmlformats.org/officeDocument/2006/relationships/image" Target="NULL"/><Relationship Id="rId3" Type="http://schemas.openxmlformats.org/officeDocument/2006/relationships/image" Target="NULL"/><Relationship Id="rId214" Type="http://schemas.openxmlformats.org/officeDocument/2006/relationships/customXml" Target="../ink/ink4682.xml"/><Relationship Id="rId235" Type="http://schemas.openxmlformats.org/officeDocument/2006/relationships/image" Target="NULL"/><Relationship Id="rId256" Type="http://schemas.openxmlformats.org/officeDocument/2006/relationships/customXml" Target="../ink/ink4703.xml"/><Relationship Id="rId277" Type="http://schemas.openxmlformats.org/officeDocument/2006/relationships/image" Target="NULL"/><Relationship Id="rId298" Type="http://schemas.openxmlformats.org/officeDocument/2006/relationships/customXml" Target="../ink/ink4724.xml"/><Relationship Id="rId116" Type="http://schemas.openxmlformats.org/officeDocument/2006/relationships/customXml" Target="../ink/ink4633.xml"/><Relationship Id="rId137" Type="http://schemas.openxmlformats.org/officeDocument/2006/relationships/image" Target="NULL"/><Relationship Id="rId158" Type="http://schemas.openxmlformats.org/officeDocument/2006/relationships/customXml" Target="../ink/ink4654.xml"/><Relationship Id="rId302" Type="http://schemas.openxmlformats.org/officeDocument/2006/relationships/customXml" Target="../ink/ink4726.xml"/><Relationship Id="rId20" Type="http://schemas.openxmlformats.org/officeDocument/2006/relationships/customXml" Target="../ink/ink4585.xml"/><Relationship Id="rId41" Type="http://schemas.openxmlformats.org/officeDocument/2006/relationships/image" Target="NULL"/><Relationship Id="rId62" Type="http://schemas.openxmlformats.org/officeDocument/2006/relationships/customXml" Target="../ink/ink4606.xml"/><Relationship Id="rId83" Type="http://schemas.openxmlformats.org/officeDocument/2006/relationships/image" Target="NULL"/><Relationship Id="rId179" Type="http://schemas.openxmlformats.org/officeDocument/2006/relationships/image" Target="NULL"/><Relationship Id="rId190" Type="http://schemas.openxmlformats.org/officeDocument/2006/relationships/customXml" Target="../ink/ink4670.xml"/><Relationship Id="rId204" Type="http://schemas.openxmlformats.org/officeDocument/2006/relationships/customXml" Target="../ink/ink4677.xml"/><Relationship Id="rId225" Type="http://schemas.openxmlformats.org/officeDocument/2006/relationships/image" Target="NULL"/><Relationship Id="rId246" Type="http://schemas.openxmlformats.org/officeDocument/2006/relationships/customXml" Target="../ink/ink4698.xml"/><Relationship Id="rId267" Type="http://schemas.openxmlformats.org/officeDocument/2006/relationships/image" Target="NULL"/><Relationship Id="rId288" Type="http://schemas.openxmlformats.org/officeDocument/2006/relationships/customXml" Target="../ink/ink4719.xml"/><Relationship Id="rId106" Type="http://schemas.openxmlformats.org/officeDocument/2006/relationships/customXml" Target="../ink/ink4628.xml"/><Relationship Id="rId127" Type="http://schemas.openxmlformats.org/officeDocument/2006/relationships/image" Target="NULL"/><Relationship Id="rId313" Type="http://schemas.openxmlformats.org/officeDocument/2006/relationships/image" Target="NULL"/><Relationship Id="rId10" Type="http://schemas.openxmlformats.org/officeDocument/2006/relationships/customXml" Target="../ink/ink4580.xml"/><Relationship Id="rId31" Type="http://schemas.openxmlformats.org/officeDocument/2006/relationships/image" Target="NULL"/><Relationship Id="rId52" Type="http://schemas.openxmlformats.org/officeDocument/2006/relationships/customXml" Target="../ink/ink4601.xml"/><Relationship Id="rId73" Type="http://schemas.openxmlformats.org/officeDocument/2006/relationships/image" Target="NULL"/><Relationship Id="rId94" Type="http://schemas.openxmlformats.org/officeDocument/2006/relationships/customXml" Target="../ink/ink4622.xml"/><Relationship Id="rId148" Type="http://schemas.openxmlformats.org/officeDocument/2006/relationships/customXml" Target="../ink/ink4649.xml"/><Relationship Id="rId169" Type="http://schemas.openxmlformats.org/officeDocument/2006/relationships/image" Target="NULL"/><Relationship Id="rId4" Type="http://schemas.openxmlformats.org/officeDocument/2006/relationships/customXml" Target="../ink/ink4577.xml"/><Relationship Id="rId180" Type="http://schemas.openxmlformats.org/officeDocument/2006/relationships/customXml" Target="../ink/ink4665.xml"/><Relationship Id="rId215" Type="http://schemas.openxmlformats.org/officeDocument/2006/relationships/image" Target="NULL"/><Relationship Id="rId236" Type="http://schemas.openxmlformats.org/officeDocument/2006/relationships/customXml" Target="../ink/ink4693.xml"/><Relationship Id="rId257" Type="http://schemas.openxmlformats.org/officeDocument/2006/relationships/image" Target="NULL"/><Relationship Id="rId278" Type="http://schemas.openxmlformats.org/officeDocument/2006/relationships/customXml" Target="../ink/ink4714.xml"/><Relationship Id="rId303" Type="http://schemas.openxmlformats.org/officeDocument/2006/relationships/image" Target="NULL"/><Relationship Id="rId42" Type="http://schemas.openxmlformats.org/officeDocument/2006/relationships/customXml" Target="../ink/ink4596.xml"/><Relationship Id="rId84" Type="http://schemas.openxmlformats.org/officeDocument/2006/relationships/customXml" Target="../ink/ink4617.xml"/><Relationship Id="rId138" Type="http://schemas.openxmlformats.org/officeDocument/2006/relationships/customXml" Target="../ink/ink4644.xml"/><Relationship Id="rId191" Type="http://schemas.openxmlformats.org/officeDocument/2006/relationships/image" Target="NULL"/><Relationship Id="rId205" Type="http://schemas.openxmlformats.org/officeDocument/2006/relationships/image" Target="NULL"/><Relationship Id="rId247" Type="http://schemas.openxmlformats.org/officeDocument/2006/relationships/image" Target="NULL"/><Relationship Id="rId107" Type="http://schemas.openxmlformats.org/officeDocument/2006/relationships/image" Target="NULL"/><Relationship Id="rId289" Type="http://schemas.openxmlformats.org/officeDocument/2006/relationships/image" Target="NULL"/><Relationship Id="rId11" Type="http://schemas.openxmlformats.org/officeDocument/2006/relationships/image" Target="NULL"/><Relationship Id="rId53" Type="http://schemas.openxmlformats.org/officeDocument/2006/relationships/image" Target="NULL"/><Relationship Id="rId149" Type="http://schemas.openxmlformats.org/officeDocument/2006/relationships/image" Target="NULL"/><Relationship Id="rId314" Type="http://schemas.openxmlformats.org/officeDocument/2006/relationships/customXml" Target="../ink/ink4732.xml"/><Relationship Id="rId95" Type="http://schemas.openxmlformats.org/officeDocument/2006/relationships/image" Target="NULL"/><Relationship Id="rId160" Type="http://schemas.openxmlformats.org/officeDocument/2006/relationships/customXml" Target="../ink/ink4655.xml"/><Relationship Id="rId216" Type="http://schemas.openxmlformats.org/officeDocument/2006/relationships/customXml" Target="../ink/ink4683.xml"/><Relationship Id="rId258" Type="http://schemas.openxmlformats.org/officeDocument/2006/relationships/customXml" Target="../ink/ink4704.xml"/><Relationship Id="rId22" Type="http://schemas.openxmlformats.org/officeDocument/2006/relationships/customXml" Target="../ink/ink4586.xml"/><Relationship Id="rId64" Type="http://schemas.openxmlformats.org/officeDocument/2006/relationships/customXml" Target="../ink/ink4607.xml"/><Relationship Id="rId118" Type="http://schemas.openxmlformats.org/officeDocument/2006/relationships/customXml" Target="../ink/ink4634.xml"/><Relationship Id="rId171" Type="http://schemas.openxmlformats.org/officeDocument/2006/relationships/image" Target="NULL"/><Relationship Id="rId227" Type="http://schemas.openxmlformats.org/officeDocument/2006/relationships/image" Target="NULL"/><Relationship Id="rId269" Type="http://schemas.openxmlformats.org/officeDocument/2006/relationships/image" Target="NULL"/><Relationship Id="rId33" Type="http://schemas.openxmlformats.org/officeDocument/2006/relationships/image" Target="NULL"/><Relationship Id="rId129" Type="http://schemas.openxmlformats.org/officeDocument/2006/relationships/image" Target="NULL"/><Relationship Id="rId280" Type="http://schemas.openxmlformats.org/officeDocument/2006/relationships/customXml" Target="../ink/ink4715.xml"/><Relationship Id="rId75" Type="http://schemas.openxmlformats.org/officeDocument/2006/relationships/image" Target="NULL"/><Relationship Id="rId140" Type="http://schemas.openxmlformats.org/officeDocument/2006/relationships/customXml" Target="../ink/ink4645.xml"/><Relationship Id="rId182" Type="http://schemas.openxmlformats.org/officeDocument/2006/relationships/customXml" Target="../ink/ink4666.xml"/><Relationship Id="rId6" Type="http://schemas.openxmlformats.org/officeDocument/2006/relationships/customXml" Target="../ink/ink4578.xml"/><Relationship Id="rId238" Type="http://schemas.openxmlformats.org/officeDocument/2006/relationships/customXml" Target="../ink/ink4694.xml"/><Relationship Id="rId291" Type="http://schemas.openxmlformats.org/officeDocument/2006/relationships/image" Target="NULL"/><Relationship Id="rId305" Type="http://schemas.openxmlformats.org/officeDocument/2006/relationships/image" Target="NULL"/><Relationship Id="rId44" Type="http://schemas.openxmlformats.org/officeDocument/2006/relationships/customXml" Target="../ink/ink4597.xml"/><Relationship Id="rId86" Type="http://schemas.openxmlformats.org/officeDocument/2006/relationships/customXml" Target="../ink/ink4618.xml"/><Relationship Id="rId151" Type="http://schemas.openxmlformats.org/officeDocument/2006/relationships/image" Target="NULL"/><Relationship Id="rId193" Type="http://schemas.openxmlformats.org/officeDocument/2006/relationships/image" Target="NULL"/><Relationship Id="rId207" Type="http://schemas.openxmlformats.org/officeDocument/2006/relationships/image" Target="NULL"/><Relationship Id="rId249" Type="http://schemas.openxmlformats.org/officeDocument/2006/relationships/image" Target="NUL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ACBAE22-4CCC-7F2B-3DC5-F5EEDC8AD455}"/>
                  </a:ext>
                </a:extLst>
              </p14:cNvPr>
              <p14:cNvContentPartPr/>
              <p14:nvPr/>
            </p14:nvContentPartPr>
            <p14:xfrm>
              <a:off x="4973040" y="5061404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ACBAE22-4CCC-7F2B-3DC5-F5EEDC8AD45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64400" y="5052764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9621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C4E7ADA-336E-1C50-38E2-20957C44B50E}"/>
                  </a:ext>
                </a:extLst>
              </p14:cNvPr>
              <p14:cNvContentPartPr/>
              <p14:nvPr/>
            </p14:nvContentPartPr>
            <p14:xfrm>
              <a:off x="9015840" y="3610604"/>
              <a:ext cx="19800" cy="3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C4E7ADA-336E-1C50-38E2-20957C44B50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07200" y="3601964"/>
                <a:ext cx="3744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7092741-58EB-1BF3-787D-2DCEC1BE135B}"/>
                  </a:ext>
                </a:extLst>
              </p14:cNvPr>
              <p14:cNvContentPartPr/>
              <p14:nvPr/>
            </p14:nvContentPartPr>
            <p14:xfrm>
              <a:off x="4533840" y="280604"/>
              <a:ext cx="16920" cy="362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7092741-58EB-1BF3-787D-2DCEC1BE135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25200" y="271964"/>
                <a:ext cx="34560" cy="38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95D40126-40E6-A03C-0973-3B519F91A8DB}"/>
                  </a:ext>
                </a:extLst>
              </p14:cNvPr>
              <p14:cNvContentPartPr/>
              <p14:nvPr/>
            </p14:nvContentPartPr>
            <p14:xfrm>
              <a:off x="10427400" y="1402724"/>
              <a:ext cx="871200" cy="9604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95D40126-40E6-A03C-0973-3B519F91A8D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418760" y="1393724"/>
                <a:ext cx="888840" cy="9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CD9D769-FD93-046C-AB2D-25C62C27E6CD}"/>
                  </a:ext>
                </a:extLst>
              </p14:cNvPr>
              <p14:cNvContentPartPr/>
              <p14:nvPr/>
            </p14:nvContentPartPr>
            <p14:xfrm>
              <a:off x="4551120" y="204644"/>
              <a:ext cx="12960" cy="308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CD9D769-FD93-046C-AB2D-25C62C27E6C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542120" y="196004"/>
                <a:ext cx="3060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08539EB-5619-7F99-DD8C-52775B5B7D12}"/>
                  </a:ext>
                </a:extLst>
              </p14:cNvPr>
              <p14:cNvContentPartPr/>
              <p14:nvPr/>
            </p14:nvContentPartPr>
            <p14:xfrm>
              <a:off x="4502520" y="207164"/>
              <a:ext cx="196920" cy="3020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08539EB-5619-7F99-DD8C-52775B5B7D1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493880" y="198524"/>
                <a:ext cx="214560" cy="31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66BB594-CDFA-8587-290F-2B8795B6D88C}"/>
                  </a:ext>
                </a:extLst>
              </p14:cNvPr>
              <p14:cNvContentPartPr/>
              <p14:nvPr/>
            </p14:nvContentPartPr>
            <p14:xfrm>
              <a:off x="4738320" y="447644"/>
              <a:ext cx="119880" cy="6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66BB594-CDFA-8587-290F-2B8795B6D88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729320" y="438644"/>
                <a:ext cx="13752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2AF6414-C81D-BFDD-B76D-4E65FEEC6E3D}"/>
                  </a:ext>
                </a:extLst>
              </p14:cNvPr>
              <p14:cNvContentPartPr/>
              <p14:nvPr/>
            </p14:nvContentPartPr>
            <p14:xfrm>
              <a:off x="5011200" y="306164"/>
              <a:ext cx="11520" cy="1836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2AF6414-C81D-BFDD-B76D-4E65FEEC6E3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002200" y="297164"/>
                <a:ext cx="2916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F15E9AF-4481-D405-1E56-BF8D6A69F263}"/>
                  </a:ext>
                </a:extLst>
              </p14:cNvPr>
              <p14:cNvContentPartPr/>
              <p14:nvPr/>
            </p14:nvContentPartPr>
            <p14:xfrm>
              <a:off x="4986360" y="300764"/>
              <a:ext cx="107280" cy="1195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F15E9AF-4481-D405-1E56-BF8D6A69F26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977720" y="292124"/>
                <a:ext cx="12492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3FB6484-9914-AF3B-2242-CF67F8ED678F}"/>
                  </a:ext>
                </a:extLst>
              </p14:cNvPr>
              <p14:cNvContentPartPr/>
              <p14:nvPr/>
            </p14:nvContentPartPr>
            <p14:xfrm>
              <a:off x="5096160" y="286724"/>
              <a:ext cx="100440" cy="1522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3FB6484-9914-AF3B-2242-CF67F8ED678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087520" y="277724"/>
                <a:ext cx="11808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0583451-10C4-0C72-7339-33145B262FF7}"/>
                  </a:ext>
                </a:extLst>
              </p14:cNvPr>
              <p14:cNvContentPartPr/>
              <p14:nvPr/>
            </p14:nvContentPartPr>
            <p14:xfrm>
              <a:off x="5160600" y="256124"/>
              <a:ext cx="65880" cy="2235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0583451-10C4-0C72-7339-33145B262FF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151600" y="247124"/>
                <a:ext cx="8352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BCA2C4C-E317-E92B-011A-E826BDF03AB3}"/>
                  </a:ext>
                </a:extLst>
              </p14:cNvPr>
              <p14:cNvContentPartPr/>
              <p14:nvPr/>
            </p14:nvContentPartPr>
            <p14:xfrm>
              <a:off x="5268600" y="361604"/>
              <a:ext cx="232920" cy="1382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BCA2C4C-E317-E92B-011A-E826BDF03AB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259600" y="352604"/>
                <a:ext cx="25056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F7CAB01-C08C-0ED3-FBC0-E8E6094114D7}"/>
                  </a:ext>
                </a:extLst>
              </p14:cNvPr>
              <p14:cNvContentPartPr/>
              <p14:nvPr/>
            </p14:nvContentPartPr>
            <p14:xfrm>
              <a:off x="5544360" y="385724"/>
              <a:ext cx="81000" cy="1029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F7CAB01-C08C-0ED3-FBC0-E8E6094114D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535360" y="376724"/>
                <a:ext cx="9864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1BDBA0C-ABA8-93E1-3806-42C4F771FA09}"/>
                  </a:ext>
                </a:extLst>
              </p14:cNvPr>
              <p14:cNvContentPartPr/>
              <p14:nvPr/>
            </p14:nvContentPartPr>
            <p14:xfrm>
              <a:off x="5668920" y="338924"/>
              <a:ext cx="109440" cy="1684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1BDBA0C-ABA8-93E1-3806-42C4F771FA0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659920" y="329924"/>
                <a:ext cx="12708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D3F85B2-9687-FED1-5A17-43235F90DFD7}"/>
                  </a:ext>
                </a:extLst>
              </p14:cNvPr>
              <p14:cNvContentPartPr/>
              <p14:nvPr/>
            </p14:nvContentPartPr>
            <p14:xfrm>
              <a:off x="4405680" y="640244"/>
              <a:ext cx="1613880" cy="36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D3F85B2-9687-FED1-5A17-43235F90DFD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397040" y="631244"/>
                <a:ext cx="163152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B0E41EC-0A1B-85B0-C640-594ACB6C592A}"/>
                  </a:ext>
                </a:extLst>
              </p14:cNvPr>
              <p14:cNvContentPartPr/>
              <p14:nvPr/>
            </p14:nvContentPartPr>
            <p14:xfrm>
              <a:off x="5949000" y="417044"/>
              <a:ext cx="190080" cy="75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B0E41EC-0A1B-85B0-C640-594ACB6C592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940000" y="408044"/>
                <a:ext cx="20772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9566041-2D3A-BE1B-B7C6-F5F512594684}"/>
                  </a:ext>
                </a:extLst>
              </p14:cNvPr>
              <p14:cNvContentPartPr/>
              <p14:nvPr/>
            </p14:nvContentPartPr>
            <p14:xfrm>
              <a:off x="6121800" y="378524"/>
              <a:ext cx="79560" cy="1177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9566041-2D3A-BE1B-B7C6-F5F51259468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112800" y="369884"/>
                <a:ext cx="9720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79B160F1-D126-0257-D0A1-1EB1708A48AE}"/>
                  </a:ext>
                </a:extLst>
              </p14:cNvPr>
              <p14:cNvContentPartPr/>
              <p14:nvPr/>
            </p14:nvContentPartPr>
            <p14:xfrm>
              <a:off x="8322120" y="326684"/>
              <a:ext cx="31320" cy="2408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79B160F1-D126-0257-D0A1-1EB1708A48A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313480" y="318044"/>
                <a:ext cx="4896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4C64CC9-B228-C06D-A0DA-D791DEE4DAAB}"/>
                  </a:ext>
                </a:extLst>
              </p14:cNvPr>
              <p14:cNvContentPartPr/>
              <p14:nvPr/>
            </p14:nvContentPartPr>
            <p14:xfrm>
              <a:off x="8291160" y="463844"/>
              <a:ext cx="155880" cy="79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4C64CC9-B228-C06D-A0DA-D791DEE4DAA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282160" y="454844"/>
                <a:ext cx="17352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039CBE8E-FA60-8150-C64B-82FCFF7362B0}"/>
                  </a:ext>
                </a:extLst>
              </p14:cNvPr>
              <p14:cNvContentPartPr/>
              <p14:nvPr/>
            </p14:nvContentPartPr>
            <p14:xfrm>
              <a:off x="8422200" y="433244"/>
              <a:ext cx="86400" cy="1116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039CBE8E-FA60-8150-C64B-82FCFF7362B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413200" y="424244"/>
                <a:ext cx="10404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CD98BBF8-AC06-6EE3-0D1A-4D77C3A3C46E}"/>
                  </a:ext>
                </a:extLst>
              </p14:cNvPr>
              <p14:cNvContentPartPr/>
              <p14:nvPr/>
            </p14:nvContentPartPr>
            <p14:xfrm>
              <a:off x="8557920" y="352604"/>
              <a:ext cx="226080" cy="2059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CD98BBF8-AC06-6EE3-0D1A-4D77C3A3C46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548920" y="343964"/>
                <a:ext cx="24372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895B1C7-785C-6ADF-95FE-F9A727E369BF}"/>
                  </a:ext>
                </a:extLst>
              </p14:cNvPr>
              <p14:cNvContentPartPr/>
              <p14:nvPr/>
            </p14:nvContentPartPr>
            <p14:xfrm>
              <a:off x="8839440" y="475364"/>
              <a:ext cx="119160" cy="691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895B1C7-785C-6ADF-95FE-F9A727E369B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830440" y="466724"/>
                <a:ext cx="13680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4CA1F98-22DC-9928-C2A9-35FB6D2F9339}"/>
                  </a:ext>
                </a:extLst>
              </p14:cNvPr>
              <p14:cNvContentPartPr/>
              <p14:nvPr/>
            </p14:nvContentPartPr>
            <p14:xfrm>
              <a:off x="9023400" y="486524"/>
              <a:ext cx="11520" cy="741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4CA1F98-22DC-9928-C2A9-35FB6D2F933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014760" y="477524"/>
                <a:ext cx="2916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5FA5372E-3365-EA24-C65B-1E45707C4411}"/>
                  </a:ext>
                </a:extLst>
              </p14:cNvPr>
              <p14:cNvContentPartPr/>
              <p14:nvPr/>
            </p14:nvContentPartPr>
            <p14:xfrm>
              <a:off x="9039240" y="413804"/>
              <a:ext cx="53640" cy="403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5FA5372E-3365-EA24-C65B-1E45707C441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030240" y="405164"/>
                <a:ext cx="7128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2EB3B133-35D7-EC31-3C5D-820FA453E921}"/>
                  </a:ext>
                </a:extLst>
              </p14:cNvPr>
              <p14:cNvContentPartPr/>
              <p14:nvPr/>
            </p14:nvContentPartPr>
            <p14:xfrm>
              <a:off x="9160200" y="471044"/>
              <a:ext cx="177120" cy="3348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2EB3B133-35D7-EC31-3C5D-820FA453E92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151200" y="462404"/>
                <a:ext cx="194760" cy="35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E3A3EC4A-AAE7-6474-404C-897F25A3AED6}"/>
                  </a:ext>
                </a:extLst>
              </p14:cNvPr>
              <p14:cNvContentPartPr/>
              <p14:nvPr/>
            </p14:nvContentPartPr>
            <p14:xfrm>
              <a:off x="9321120" y="499124"/>
              <a:ext cx="288720" cy="9324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E3A3EC4A-AAE7-6474-404C-897F25A3AED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312480" y="490124"/>
                <a:ext cx="30636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898BEBF5-F497-3A86-9658-C01045112E43}"/>
                  </a:ext>
                </a:extLst>
              </p14:cNvPr>
              <p14:cNvContentPartPr/>
              <p14:nvPr/>
            </p14:nvContentPartPr>
            <p14:xfrm>
              <a:off x="8457120" y="603164"/>
              <a:ext cx="712440" cy="439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898BEBF5-F497-3A86-9658-C01045112E4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448120" y="594164"/>
                <a:ext cx="73008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5731ADBD-8A1B-1F6E-94BE-71252C9604E7}"/>
                  </a:ext>
                </a:extLst>
              </p14:cNvPr>
              <p14:cNvContentPartPr/>
              <p14:nvPr/>
            </p14:nvContentPartPr>
            <p14:xfrm>
              <a:off x="10148400" y="3218564"/>
              <a:ext cx="158760" cy="54936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5731ADBD-8A1B-1F6E-94BE-71252C9604E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139400" y="3209564"/>
                <a:ext cx="176400" cy="56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D3AD9207-32E9-DEB9-5279-BA4A4E4B0E18}"/>
                  </a:ext>
                </a:extLst>
              </p14:cNvPr>
              <p14:cNvContentPartPr/>
              <p14:nvPr/>
            </p14:nvContentPartPr>
            <p14:xfrm>
              <a:off x="10119240" y="3753524"/>
              <a:ext cx="111240" cy="8856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D3AD9207-32E9-DEB9-5279-BA4A4E4B0E1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110600" y="3744884"/>
                <a:ext cx="12888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5E2048B4-C336-EACD-C4F3-CD621D64A122}"/>
                  </a:ext>
                </a:extLst>
              </p14:cNvPr>
              <p14:cNvContentPartPr/>
              <p14:nvPr/>
            </p14:nvContentPartPr>
            <p14:xfrm>
              <a:off x="9950400" y="3983204"/>
              <a:ext cx="234000" cy="32904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5E2048B4-C336-EACD-C4F3-CD621D64A12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941760" y="3974204"/>
                <a:ext cx="251640" cy="34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D9D4F517-3F21-03AE-1701-B4CD9DDF11A1}"/>
                  </a:ext>
                </a:extLst>
              </p14:cNvPr>
              <p14:cNvContentPartPr/>
              <p14:nvPr/>
            </p14:nvContentPartPr>
            <p14:xfrm>
              <a:off x="9817200" y="4185524"/>
              <a:ext cx="293040" cy="8928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D9D4F517-3F21-03AE-1701-B4CD9DDF11A1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808200" y="4176884"/>
                <a:ext cx="31068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76797BBB-0D2D-C58A-E21C-596F28B01F61}"/>
                  </a:ext>
                </a:extLst>
              </p14:cNvPr>
              <p14:cNvContentPartPr/>
              <p14:nvPr/>
            </p14:nvContentPartPr>
            <p14:xfrm>
              <a:off x="10216080" y="4123964"/>
              <a:ext cx="250560" cy="18288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76797BBB-0D2D-C58A-E21C-596F28B01F6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0207080" y="4114964"/>
                <a:ext cx="26820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4C03F1EC-3723-0A93-992D-40025DDC1AE5}"/>
                  </a:ext>
                </a:extLst>
              </p14:cNvPr>
              <p14:cNvContentPartPr/>
              <p14:nvPr/>
            </p14:nvContentPartPr>
            <p14:xfrm>
              <a:off x="10403640" y="4099124"/>
              <a:ext cx="80280" cy="10224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4C03F1EC-3723-0A93-992D-40025DDC1AE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0394640" y="4090124"/>
                <a:ext cx="9792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A91DA0D7-8DE6-EB69-3370-09A2CB4B1ABF}"/>
                  </a:ext>
                </a:extLst>
              </p14:cNvPr>
              <p14:cNvContentPartPr/>
              <p14:nvPr/>
            </p14:nvContentPartPr>
            <p14:xfrm>
              <a:off x="10482480" y="3976364"/>
              <a:ext cx="174600" cy="17604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A91DA0D7-8DE6-EB69-3370-09A2CB4B1AB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0473840" y="3967724"/>
                <a:ext cx="19224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81A6B051-1595-6DFD-6B81-0E5A6713C8B8}"/>
                  </a:ext>
                </a:extLst>
              </p14:cNvPr>
              <p14:cNvContentPartPr/>
              <p14:nvPr/>
            </p14:nvContentPartPr>
            <p14:xfrm>
              <a:off x="10697400" y="4031804"/>
              <a:ext cx="109080" cy="21492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81A6B051-1595-6DFD-6B81-0E5A6713C8B8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688400" y="4022804"/>
                <a:ext cx="12672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7C801286-FE8E-E225-4233-838D06300E11}"/>
                  </a:ext>
                </a:extLst>
              </p14:cNvPr>
              <p14:cNvContentPartPr/>
              <p14:nvPr/>
            </p14:nvContentPartPr>
            <p14:xfrm>
              <a:off x="10817280" y="3901844"/>
              <a:ext cx="280440" cy="14292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7C801286-FE8E-E225-4233-838D06300E1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808640" y="3892844"/>
                <a:ext cx="29808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386AD933-7315-F3F3-DAD0-70025188B744}"/>
                  </a:ext>
                </a:extLst>
              </p14:cNvPr>
              <p14:cNvContentPartPr/>
              <p14:nvPr/>
            </p14:nvContentPartPr>
            <p14:xfrm>
              <a:off x="8923680" y="1513244"/>
              <a:ext cx="325080" cy="204552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386AD933-7315-F3F3-DAD0-70025188B74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914680" y="1504244"/>
                <a:ext cx="342720" cy="20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D4D589EE-8DA4-0A96-2844-92EF73D82F29}"/>
                  </a:ext>
                </a:extLst>
              </p14:cNvPr>
              <p14:cNvContentPartPr/>
              <p14:nvPr/>
            </p14:nvContentPartPr>
            <p14:xfrm>
              <a:off x="8898480" y="1189604"/>
              <a:ext cx="2620080" cy="20077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D4D589EE-8DA4-0A96-2844-92EF73D82F2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889480" y="1180964"/>
                <a:ext cx="2637720" cy="20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8424BA48-3455-B528-1E7A-2C0BA52B60B0}"/>
                  </a:ext>
                </a:extLst>
              </p14:cNvPr>
              <p14:cNvContentPartPr/>
              <p14:nvPr/>
            </p14:nvContentPartPr>
            <p14:xfrm>
              <a:off x="9223200" y="3108404"/>
              <a:ext cx="2212560" cy="43740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8424BA48-3455-B528-1E7A-2C0BA52B60B0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214560" y="3099404"/>
                <a:ext cx="2230200" cy="45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942A50C8-908B-A87C-FC0D-D983E2EE7B7C}"/>
                  </a:ext>
                </a:extLst>
              </p14:cNvPr>
              <p14:cNvContentPartPr/>
              <p14:nvPr/>
            </p14:nvContentPartPr>
            <p14:xfrm>
              <a:off x="9299520" y="1803044"/>
              <a:ext cx="94680" cy="234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942A50C8-908B-A87C-FC0D-D983E2EE7B7C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290880" y="1794044"/>
                <a:ext cx="11232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1329CAE6-2DF9-7781-7C84-73CD282346CF}"/>
                  </a:ext>
                </a:extLst>
              </p14:cNvPr>
              <p14:cNvContentPartPr/>
              <p14:nvPr/>
            </p14:nvContentPartPr>
            <p14:xfrm>
              <a:off x="9483480" y="1849484"/>
              <a:ext cx="44280" cy="1472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1329CAE6-2DF9-7781-7C84-73CD282346C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474480" y="1840484"/>
                <a:ext cx="6192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2668F3BF-8984-1D99-B735-F634238DBCE7}"/>
                  </a:ext>
                </a:extLst>
              </p14:cNvPr>
              <p14:cNvContentPartPr/>
              <p14:nvPr/>
            </p14:nvContentPartPr>
            <p14:xfrm>
              <a:off x="9459360" y="1913204"/>
              <a:ext cx="72000" cy="2448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2668F3BF-8984-1D99-B735-F634238DBCE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450720" y="1904204"/>
                <a:ext cx="8964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6A8CE7D7-7428-34A2-0CC1-344185A1E447}"/>
                  </a:ext>
                </a:extLst>
              </p14:cNvPr>
              <p14:cNvContentPartPr/>
              <p14:nvPr/>
            </p14:nvContentPartPr>
            <p14:xfrm>
              <a:off x="9563040" y="1794044"/>
              <a:ext cx="232200" cy="18360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6A8CE7D7-7428-34A2-0CC1-344185A1E447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554400" y="1785404"/>
                <a:ext cx="24984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DC5E3BDE-8145-F1A7-07C2-5E517ECE4C4D}"/>
                  </a:ext>
                </a:extLst>
              </p14:cNvPr>
              <p14:cNvContentPartPr/>
              <p14:nvPr/>
            </p14:nvContentPartPr>
            <p14:xfrm>
              <a:off x="9803160" y="1767404"/>
              <a:ext cx="238680" cy="1710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DC5E3BDE-8145-F1A7-07C2-5E517ECE4C4D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794520" y="1758404"/>
                <a:ext cx="25632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F54475FA-0045-316D-7786-E9D77F398879}"/>
                  </a:ext>
                </a:extLst>
              </p14:cNvPr>
              <p14:cNvContentPartPr/>
              <p14:nvPr/>
            </p14:nvContentPartPr>
            <p14:xfrm>
              <a:off x="9963360" y="1789364"/>
              <a:ext cx="181800" cy="12168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F54475FA-0045-316D-7786-E9D77F39887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954720" y="1780724"/>
                <a:ext cx="19944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60481A74-C50E-3F14-0C28-FE57DB6BD395}"/>
                  </a:ext>
                </a:extLst>
              </p14:cNvPr>
              <p14:cNvContentPartPr/>
              <p14:nvPr/>
            </p14:nvContentPartPr>
            <p14:xfrm>
              <a:off x="9250920" y="1586684"/>
              <a:ext cx="1079280" cy="5583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60481A74-C50E-3F14-0C28-FE57DB6BD39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9241920" y="1577684"/>
                <a:ext cx="1096920" cy="57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C73B4630-53F6-D769-A4EB-2AA1D9A7E9B8}"/>
                  </a:ext>
                </a:extLst>
              </p14:cNvPr>
              <p14:cNvContentPartPr/>
              <p14:nvPr/>
            </p14:nvContentPartPr>
            <p14:xfrm>
              <a:off x="10268640" y="2728244"/>
              <a:ext cx="201600" cy="30744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C73B4630-53F6-D769-A4EB-2AA1D9A7E9B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0260000" y="2719604"/>
                <a:ext cx="219240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BC581757-CAD8-1F3F-DB21-538A28EF2751}"/>
                  </a:ext>
                </a:extLst>
              </p14:cNvPr>
              <p14:cNvContentPartPr/>
              <p14:nvPr/>
            </p14:nvContentPartPr>
            <p14:xfrm>
              <a:off x="10487520" y="2859644"/>
              <a:ext cx="157320" cy="10800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BC581757-CAD8-1F3F-DB21-538A28EF2751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0478520" y="2851004"/>
                <a:ext cx="17496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118F627F-6A35-244B-80FB-7756D251C573}"/>
                  </a:ext>
                </a:extLst>
              </p14:cNvPr>
              <p14:cNvContentPartPr/>
              <p14:nvPr/>
            </p14:nvContentPartPr>
            <p14:xfrm>
              <a:off x="10621080" y="2759564"/>
              <a:ext cx="183240" cy="16704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118F627F-6A35-244B-80FB-7756D251C573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612440" y="2750564"/>
                <a:ext cx="20088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64E552C1-5C98-998A-E53C-FB25F7531B3A}"/>
                  </a:ext>
                </a:extLst>
              </p14:cNvPr>
              <p14:cNvContentPartPr/>
              <p14:nvPr/>
            </p14:nvContentPartPr>
            <p14:xfrm>
              <a:off x="10813680" y="2764244"/>
              <a:ext cx="83880" cy="1224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64E552C1-5C98-998A-E53C-FB25F7531B3A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804680" y="2755604"/>
                <a:ext cx="10152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4C5F05E9-6637-7A61-A1D2-65E4B4C7EFE3}"/>
                  </a:ext>
                </a:extLst>
              </p14:cNvPr>
              <p14:cNvContentPartPr/>
              <p14:nvPr/>
            </p14:nvContentPartPr>
            <p14:xfrm>
              <a:off x="10951200" y="2749484"/>
              <a:ext cx="98640" cy="2844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4C5F05E9-6637-7A61-A1D2-65E4B4C7EFE3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942200" y="2740844"/>
                <a:ext cx="11628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502B94A4-2E36-8E29-C656-9EFDED7AF70C}"/>
                  </a:ext>
                </a:extLst>
              </p14:cNvPr>
              <p14:cNvContentPartPr/>
              <p14:nvPr/>
            </p14:nvContentPartPr>
            <p14:xfrm>
              <a:off x="10390680" y="3111644"/>
              <a:ext cx="211320" cy="1648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502B94A4-2E36-8E29-C656-9EFDED7AF70C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0382040" y="3103004"/>
                <a:ext cx="22896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89F47231-C937-212E-C2B7-E20EA2468A16}"/>
                  </a:ext>
                </a:extLst>
              </p14:cNvPr>
              <p14:cNvContentPartPr/>
              <p14:nvPr/>
            </p14:nvContentPartPr>
            <p14:xfrm>
              <a:off x="10595520" y="3169964"/>
              <a:ext cx="41400" cy="7092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89F47231-C937-212E-C2B7-E20EA2468A16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0586880" y="3161324"/>
                <a:ext cx="5904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F7E1A964-802C-2D6B-4E37-527615C95A04}"/>
                  </a:ext>
                </a:extLst>
              </p14:cNvPr>
              <p14:cNvContentPartPr/>
              <p14:nvPr/>
            </p14:nvContentPartPr>
            <p14:xfrm>
              <a:off x="10657800" y="3115244"/>
              <a:ext cx="61920" cy="13536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F7E1A964-802C-2D6B-4E37-527615C95A04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0648800" y="3106604"/>
                <a:ext cx="7956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6CEF6A2C-3021-DCD6-756A-0D9F24A0F795}"/>
                  </a:ext>
                </a:extLst>
              </p14:cNvPr>
              <p14:cNvContentPartPr/>
              <p14:nvPr/>
            </p14:nvContentPartPr>
            <p14:xfrm>
              <a:off x="10761480" y="3045404"/>
              <a:ext cx="92160" cy="1648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6CEF6A2C-3021-DCD6-756A-0D9F24A0F795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0752480" y="3036404"/>
                <a:ext cx="10980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4D47DAC8-1369-8109-55FA-3E573A9DD04A}"/>
                  </a:ext>
                </a:extLst>
              </p14:cNvPr>
              <p14:cNvContentPartPr/>
              <p14:nvPr/>
            </p14:nvContentPartPr>
            <p14:xfrm>
              <a:off x="10870920" y="3110564"/>
              <a:ext cx="99720" cy="9504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4D47DAC8-1369-8109-55FA-3E573A9DD04A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0861920" y="3101924"/>
                <a:ext cx="11736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BD24F60E-C829-53EB-BAD3-3AECB90E5887}"/>
                  </a:ext>
                </a:extLst>
              </p14:cNvPr>
              <p14:cNvContentPartPr/>
              <p14:nvPr/>
            </p14:nvContentPartPr>
            <p14:xfrm>
              <a:off x="10989000" y="3043604"/>
              <a:ext cx="178920" cy="13860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BD24F60E-C829-53EB-BAD3-3AECB90E5887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0980000" y="3034964"/>
                <a:ext cx="19656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354B9EEC-0079-189D-7388-E17D88CDF2B3}"/>
                  </a:ext>
                </a:extLst>
              </p14:cNvPr>
              <p14:cNvContentPartPr/>
              <p14:nvPr/>
            </p14:nvContentPartPr>
            <p14:xfrm>
              <a:off x="10095480" y="2541404"/>
              <a:ext cx="1289880" cy="95796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354B9EEC-0079-189D-7388-E17D88CDF2B3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0086840" y="2532404"/>
                <a:ext cx="1307520" cy="9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2859D5D9-8481-6519-CEAA-77122272DD1F}"/>
                  </a:ext>
                </a:extLst>
              </p14:cNvPr>
              <p14:cNvContentPartPr/>
              <p14:nvPr/>
            </p14:nvContentPartPr>
            <p14:xfrm>
              <a:off x="10689120" y="1899884"/>
              <a:ext cx="26280" cy="25920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2859D5D9-8481-6519-CEAA-77122272DD1F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0680480" y="1891244"/>
                <a:ext cx="4392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3442AC64-7DE3-214F-794A-B4B3331BBD60}"/>
                  </a:ext>
                </a:extLst>
              </p14:cNvPr>
              <p14:cNvContentPartPr/>
              <p14:nvPr/>
            </p14:nvContentPartPr>
            <p14:xfrm>
              <a:off x="10607040" y="1898804"/>
              <a:ext cx="170640" cy="23004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3442AC64-7DE3-214F-794A-B4B3331BBD6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0598040" y="1890164"/>
                <a:ext cx="18828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A7B9F18E-99DA-3434-2DC7-9222901289E7}"/>
                  </a:ext>
                </a:extLst>
              </p14:cNvPr>
              <p14:cNvContentPartPr/>
              <p14:nvPr/>
            </p14:nvContentPartPr>
            <p14:xfrm>
              <a:off x="10831320" y="2025164"/>
              <a:ext cx="12240" cy="9576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A7B9F18E-99DA-3434-2DC7-9222901289E7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0822320" y="2016164"/>
                <a:ext cx="2988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9E8B5301-AFB0-A0D9-CA3D-A7A031E04D0D}"/>
                  </a:ext>
                </a:extLst>
              </p14:cNvPr>
              <p14:cNvContentPartPr/>
              <p14:nvPr/>
            </p14:nvContentPartPr>
            <p14:xfrm>
              <a:off x="10785240" y="1975484"/>
              <a:ext cx="39240" cy="4176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9E8B5301-AFB0-A0D9-CA3D-A7A031E04D0D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0776600" y="1966484"/>
                <a:ext cx="5688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66FC25C6-775C-619D-DE9B-A6E380948183}"/>
                  </a:ext>
                </a:extLst>
              </p14:cNvPr>
              <p14:cNvContentPartPr/>
              <p14:nvPr/>
            </p14:nvContentPartPr>
            <p14:xfrm>
              <a:off x="10893960" y="1905284"/>
              <a:ext cx="239760" cy="26352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66FC25C6-775C-619D-DE9B-A6E380948183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0885320" y="1896644"/>
                <a:ext cx="25740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3D703221-260D-C67B-1522-ACF42329DE2C}"/>
                  </a:ext>
                </a:extLst>
              </p14:cNvPr>
              <p14:cNvContentPartPr/>
              <p14:nvPr/>
            </p14:nvContentPartPr>
            <p14:xfrm>
              <a:off x="9032760" y="1096724"/>
              <a:ext cx="18360" cy="16992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3D703221-260D-C67B-1522-ACF42329DE2C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9023760" y="1087724"/>
                <a:ext cx="3600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FF480F8D-0107-917A-4107-6C67ADD0C605}"/>
                  </a:ext>
                </a:extLst>
              </p14:cNvPr>
              <p14:cNvContentPartPr/>
              <p14:nvPr/>
            </p14:nvContentPartPr>
            <p14:xfrm>
              <a:off x="8947440" y="1077644"/>
              <a:ext cx="245160" cy="32508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FF480F8D-0107-917A-4107-6C67ADD0C605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8938440" y="1069004"/>
                <a:ext cx="262800" cy="34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193ECC5E-B974-6931-445C-D886B8E422A5}"/>
                  </a:ext>
                </a:extLst>
              </p14:cNvPr>
              <p14:cNvContentPartPr/>
              <p14:nvPr/>
            </p14:nvContentPartPr>
            <p14:xfrm>
              <a:off x="9233280" y="1218044"/>
              <a:ext cx="223560" cy="9468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193ECC5E-B974-6931-445C-D886B8E422A5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9224640" y="1209044"/>
                <a:ext cx="24120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31780DAA-1584-6158-1FEA-609513282728}"/>
                  </a:ext>
                </a:extLst>
              </p14:cNvPr>
              <p14:cNvContentPartPr/>
              <p14:nvPr/>
            </p14:nvContentPartPr>
            <p14:xfrm>
              <a:off x="9452520" y="1113644"/>
              <a:ext cx="75600" cy="1540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31780DAA-1584-6158-1FEA-609513282728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9443880" y="1105004"/>
                <a:ext cx="9324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B15EABDC-EA51-C984-4FE7-34995098AD96}"/>
                  </a:ext>
                </a:extLst>
              </p14:cNvPr>
              <p14:cNvContentPartPr/>
              <p14:nvPr/>
            </p14:nvContentPartPr>
            <p14:xfrm>
              <a:off x="9515160" y="1137404"/>
              <a:ext cx="152640" cy="12996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B15EABDC-EA51-C984-4FE7-34995098AD96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9506520" y="1128764"/>
                <a:ext cx="17028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3E1E5652-ABD6-96D1-73F7-3E5FEF18496F}"/>
                  </a:ext>
                </a:extLst>
              </p14:cNvPr>
              <p14:cNvContentPartPr/>
              <p14:nvPr/>
            </p14:nvContentPartPr>
            <p14:xfrm>
              <a:off x="9697680" y="1116524"/>
              <a:ext cx="37440" cy="13644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3E1E5652-ABD6-96D1-73F7-3E5FEF18496F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688680" y="1107884"/>
                <a:ext cx="5508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DDEAF31E-1F81-6C46-0500-639ED5C8B6C8}"/>
                  </a:ext>
                </a:extLst>
              </p14:cNvPr>
              <p14:cNvContentPartPr/>
              <p14:nvPr/>
            </p14:nvContentPartPr>
            <p14:xfrm>
              <a:off x="8433360" y="2167004"/>
              <a:ext cx="995760" cy="22024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DDEAF31E-1F81-6C46-0500-639ED5C8B6C8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8424720" y="2158004"/>
                <a:ext cx="1013400" cy="222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B3440042-AF0B-80BC-764A-3C9AEED6A0E1}"/>
                  </a:ext>
                </a:extLst>
              </p14:cNvPr>
              <p14:cNvContentPartPr/>
              <p14:nvPr/>
            </p14:nvContentPartPr>
            <p14:xfrm>
              <a:off x="7623360" y="3491084"/>
              <a:ext cx="725400" cy="33012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B3440042-AF0B-80BC-764A-3C9AEED6A0E1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7614720" y="3482444"/>
                <a:ext cx="743040" cy="34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A6712AF1-9B8F-C851-9353-1F1E58455254}"/>
                  </a:ext>
                </a:extLst>
              </p14:cNvPr>
              <p14:cNvContentPartPr/>
              <p14:nvPr/>
            </p14:nvContentPartPr>
            <p14:xfrm>
              <a:off x="8240400" y="3475244"/>
              <a:ext cx="78840" cy="1152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A6712AF1-9B8F-C851-9353-1F1E58455254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8231760" y="3466244"/>
                <a:ext cx="9648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90F31A81-00EA-220F-B76C-24D782E30566}"/>
                  </a:ext>
                </a:extLst>
              </p14:cNvPr>
              <p14:cNvContentPartPr/>
              <p14:nvPr/>
            </p14:nvContentPartPr>
            <p14:xfrm>
              <a:off x="6474960" y="2825444"/>
              <a:ext cx="474480" cy="81828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90F31A81-00EA-220F-B76C-24D782E30566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6465960" y="2816804"/>
                <a:ext cx="492120" cy="83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0BB5886C-3E4D-88F3-AD58-B0775D7AFCF4}"/>
                  </a:ext>
                </a:extLst>
              </p14:cNvPr>
              <p14:cNvContentPartPr/>
              <p14:nvPr/>
            </p14:nvContentPartPr>
            <p14:xfrm>
              <a:off x="6739920" y="3181124"/>
              <a:ext cx="199800" cy="12384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0BB5886C-3E4D-88F3-AD58-B0775D7AFCF4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6730920" y="3172484"/>
                <a:ext cx="21744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561E3171-E79B-BD5F-31EA-4C451808D592}"/>
                  </a:ext>
                </a:extLst>
              </p14:cNvPr>
              <p14:cNvContentPartPr/>
              <p14:nvPr/>
            </p14:nvContentPartPr>
            <p14:xfrm>
              <a:off x="6938640" y="3147284"/>
              <a:ext cx="117360" cy="15768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561E3171-E79B-BD5F-31EA-4C451808D592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6929640" y="3138284"/>
                <a:ext cx="13500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822A6EC6-A469-6023-A143-AA7640D6DE01}"/>
                  </a:ext>
                </a:extLst>
              </p14:cNvPr>
              <p14:cNvContentPartPr/>
              <p14:nvPr/>
            </p14:nvContentPartPr>
            <p14:xfrm>
              <a:off x="7065000" y="3106604"/>
              <a:ext cx="74880" cy="10476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822A6EC6-A469-6023-A143-AA7640D6DE01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7056360" y="3097604"/>
                <a:ext cx="92520" cy="1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815CD45C-6D4E-43B0-A884-0AEDD88745B9}"/>
                  </a:ext>
                </a:extLst>
              </p14:cNvPr>
              <p14:cNvContentPartPr/>
              <p14:nvPr/>
            </p14:nvContentPartPr>
            <p14:xfrm>
              <a:off x="7161840" y="2995724"/>
              <a:ext cx="259200" cy="20232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815CD45C-6D4E-43B0-A884-0AEDD88745B9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7152840" y="2987084"/>
                <a:ext cx="27684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02AFF281-9227-37CF-E824-8983D7B6F720}"/>
                  </a:ext>
                </a:extLst>
              </p14:cNvPr>
              <p14:cNvContentPartPr/>
              <p14:nvPr/>
            </p14:nvContentPartPr>
            <p14:xfrm>
              <a:off x="7358400" y="2991764"/>
              <a:ext cx="74880" cy="12672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02AFF281-9227-37CF-E824-8983D7B6F720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7349400" y="2983124"/>
                <a:ext cx="9252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266A9CC2-A877-F18D-BAC7-39A757707214}"/>
                  </a:ext>
                </a:extLst>
              </p14:cNvPr>
              <p14:cNvContentPartPr/>
              <p14:nvPr/>
            </p14:nvContentPartPr>
            <p14:xfrm>
              <a:off x="7431840" y="2957564"/>
              <a:ext cx="65160" cy="7632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266A9CC2-A877-F18D-BAC7-39A757707214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7423200" y="2948564"/>
                <a:ext cx="8280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7AB5F059-95D6-6E8B-C5AF-04B5BFDFBE2D}"/>
                  </a:ext>
                </a:extLst>
              </p14:cNvPr>
              <p14:cNvContentPartPr/>
              <p14:nvPr/>
            </p14:nvContentPartPr>
            <p14:xfrm>
              <a:off x="7417440" y="2855684"/>
              <a:ext cx="51840" cy="9000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7AB5F059-95D6-6E8B-C5AF-04B5BFDFBE2D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7408800" y="2846684"/>
                <a:ext cx="6948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24B4EEB2-016A-BAEA-AD13-6C582E26C920}"/>
                  </a:ext>
                </a:extLst>
              </p14:cNvPr>
              <p14:cNvContentPartPr/>
              <p14:nvPr/>
            </p14:nvContentPartPr>
            <p14:xfrm>
              <a:off x="7511760" y="2803124"/>
              <a:ext cx="497160" cy="48492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24B4EEB2-016A-BAEA-AD13-6C582E26C920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7502760" y="2794484"/>
                <a:ext cx="514800" cy="50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5" name="Group 134">
            <a:extLst>
              <a:ext uri="{FF2B5EF4-FFF2-40B4-BE49-F238E27FC236}">
                <a16:creationId xmlns:a16="http://schemas.microsoft.com/office/drawing/2014/main" id="{6829069D-3519-1A16-9FC9-7A829564519F}"/>
              </a:ext>
            </a:extLst>
          </p:cNvPr>
          <p:cNvGrpSpPr/>
          <p:nvPr/>
        </p:nvGrpSpPr>
        <p:grpSpPr>
          <a:xfrm>
            <a:off x="7290360" y="3504764"/>
            <a:ext cx="630720" cy="403560"/>
            <a:chOff x="7290360" y="3504764"/>
            <a:chExt cx="630720" cy="40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CB60F7C-3EF1-48FC-1E5F-740CBFE9700C}"/>
                    </a:ext>
                  </a:extLst>
                </p14:cNvPr>
                <p14:cNvContentPartPr/>
                <p14:nvPr/>
              </p14:nvContentPartPr>
              <p14:xfrm>
                <a:off x="7358040" y="3639764"/>
                <a:ext cx="20520" cy="1494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CB60F7C-3EF1-48FC-1E5F-740CBFE9700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349400" y="3630764"/>
                  <a:ext cx="381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9CD834C-5BF4-06B3-B20F-903BF0C7EBAE}"/>
                    </a:ext>
                  </a:extLst>
                </p14:cNvPr>
                <p14:cNvContentPartPr/>
                <p14:nvPr/>
              </p14:nvContentPartPr>
              <p14:xfrm>
                <a:off x="7290360" y="3576764"/>
                <a:ext cx="219600" cy="3315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9CD834C-5BF4-06B3-B20F-903BF0C7EBA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281720" y="3567764"/>
                  <a:ext cx="23724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3EB44E9-2474-0F9A-AE8F-12572DDE2819}"/>
                    </a:ext>
                  </a:extLst>
                </p14:cNvPr>
                <p14:cNvContentPartPr/>
                <p14:nvPr/>
              </p14:nvContentPartPr>
              <p14:xfrm>
                <a:off x="7536960" y="3504764"/>
                <a:ext cx="188280" cy="2059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3EB44E9-2474-0F9A-AE8F-12572DDE281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527960" y="3496124"/>
                  <a:ext cx="2059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F576CA0-7191-55E5-8136-B47601475A97}"/>
                    </a:ext>
                  </a:extLst>
                </p14:cNvPr>
                <p14:cNvContentPartPr/>
                <p14:nvPr/>
              </p14:nvContentPartPr>
              <p14:xfrm>
                <a:off x="7643160" y="3534644"/>
                <a:ext cx="100440" cy="792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F576CA0-7191-55E5-8136-B47601475A9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634160" y="3526004"/>
                  <a:ext cx="1180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613535B-521B-A6EC-15D5-68CA8B36411F}"/>
                    </a:ext>
                  </a:extLst>
                </p14:cNvPr>
                <p14:cNvContentPartPr/>
                <p14:nvPr/>
              </p14:nvContentPartPr>
              <p14:xfrm>
                <a:off x="7775640" y="3512324"/>
                <a:ext cx="145440" cy="1087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613535B-521B-A6EC-15D5-68CA8B36411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767000" y="3503684"/>
                  <a:ext cx="163080" cy="12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CD216C6F-675D-FE72-B9ED-C00CCC02F187}"/>
              </a:ext>
            </a:extLst>
          </p:cNvPr>
          <p:cNvGrpSpPr/>
          <p:nvPr/>
        </p:nvGrpSpPr>
        <p:grpSpPr>
          <a:xfrm>
            <a:off x="6421320" y="342884"/>
            <a:ext cx="1428120" cy="2176560"/>
            <a:chOff x="6421320" y="342884"/>
            <a:chExt cx="1428120" cy="217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82ACB87-6ADB-81B1-EB57-716D3E997F13}"/>
                    </a:ext>
                  </a:extLst>
                </p14:cNvPr>
                <p14:cNvContentPartPr/>
                <p14:nvPr/>
              </p14:nvContentPartPr>
              <p14:xfrm>
                <a:off x="6421320" y="361244"/>
                <a:ext cx="147600" cy="171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82ACB87-6ADB-81B1-EB57-716D3E997F1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412680" y="352604"/>
                  <a:ext cx="1652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BEC6F6A-0029-969E-4553-CDF913BCFCEA}"/>
                    </a:ext>
                  </a:extLst>
                </p14:cNvPr>
                <p14:cNvContentPartPr/>
                <p14:nvPr/>
              </p14:nvContentPartPr>
              <p14:xfrm>
                <a:off x="6619680" y="357644"/>
                <a:ext cx="97560" cy="1479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BEC6F6A-0029-969E-4553-CDF913BCFCE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610680" y="348644"/>
                  <a:ext cx="1152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CAC9266-58F7-283F-B9C6-ED5D9AC6FCB1}"/>
                    </a:ext>
                  </a:extLst>
                </p14:cNvPr>
                <p14:cNvContentPartPr/>
                <p14:nvPr/>
              </p14:nvContentPartPr>
              <p14:xfrm>
                <a:off x="6730560" y="441164"/>
                <a:ext cx="139680" cy="72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CAC9266-58F7-283F-B9C6-ED5D9AC6FCB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721920" y="432524"/>
                  <a:ext cx="1573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DE4550D-5BFD-91B7-4C26-CCA338B0E42A}"/>
                    </a:ext>
                  </a:extLst>
                </p14:cNvPr>
                <p14:cNvContentPartPr/>
                <p14:nvPr/>
              </p14:nvContentPartPr>
              <p14:xfrm>
                <a:off x="6941160" y="405524"/>
                <a:ext cx="55800" cy="110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DE4550D-5BFD-91B7-4C26-CCA338B0E42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932160" y="396884"/>
                  <a:ext cx="734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367A133-F575-F7C6-5F55-759D239C418B}"/>
                    </a:ext>
                  </a:extLst>
                </p14:cNvPr>
                <p14:cNvContentPartPr/>
                <p14:nvPr/>
              </p14:nvContentPartPr>
              <p14:xfrm>
                <a:off x="7074000" y="342884"/>
                <a:ext cx="38880" cy="176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367A133-F575-F7C6-5F55-759D239C418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065360" y="333884"/>
                  <a:ext cx="565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B371169-CF21-5BB7-DA2E-C57919557B88}"/>
                    </a:ext>
                  </a:extLst>
                </p14:cNvPr>
                <p14:cNvContentPartPr/>
                <p14:nvPr/>
              </p14:nvContentPartPr>
              <p14:xfrm>
                <a:off x="7064280" y="433244"/>
                <a:ext cx="65880" cy="75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B371169-CF21-5BB7-DA2E-C57919557B8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055640" y="424604"/>
                  <a:ext cx="835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1575E23-A2BF-6DA1-C335-47617BCA8894}"/>
                    </a:ext>
                  </a:extLst>
                </p14:cNvPr>
                <p14:cNvContentPartPr/>
                <p14:nvPr/>
              </p14:nvContentPartPr>
              <p14:xfrm>
                <a:off x="7140240" y="428564"/>
                <a:ext cx="71280" cy="83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1575E23-A2BF-6DA1-C335-47617BCA889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131240" y="419564"/>
                  <a:ext cx="889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4B1FC45-BC5A-66CE-33D8-E51F76B42BFA}"/>
                    </a:ext>
                  </a:extLst>
                </p14:cNvPr>
                <p14:cNvContentPartPr/>
                <p14:nvPr/>
              </p14:nvContentPartPr>
              <p14:xfrm>
                <a:off x="7269840" y="444404"/>
                <a:ext cx="129960" cy="680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4B1FC45-BC5A-66CE-33D8-E51F76B42BF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260840" y="435764"/>
                  <a:ext cx="1476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AE094EE-4031-DB01-96BC-E51C107D1360}"/>
                    </a:ext>
                  </a:extLst>
                </p14:cNvPr>
                <p14:cNvContentPartPr/>
                <p14:nvPr/>
              </p14:nvContentPartPr>
              <p14:xfrm>
                <a:off x="7436160" y="444404"/>
                <a:ext cx="23760" cy="66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AE094EE-4031-DB01-96BC-E51C107D136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427520" y="435764"/>
                  <a:ext cx="414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5D120C0-BB9C-FD57-0C21-4CC545591625}"/>
                    </a:ext>
                  </a:extLst>
                </p14:cNvPr>
                <p14:cNvContentPartPr/>
                <p14:nvPr/>
              </p14:nvContentPartPr>
              <p14:xfrm>
                <a:off x="7456680" y="358364"/>
                <a:ext cx="61200" cy="511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5D120C0-BB9C-FD57-0C21-4CC54559162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447680" y="349364"/>
                  <a:ext cx="788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E4BFFF3-157E-43B1-5C41-C4392C117110}"/>
                    </a:ext>
                  </a:extLst>
                </p14:cNvPr>
                <p14:cNvContentPartPr/>
                <p14:nvPr/>
              </p14:nvContentPartPr>
              <p14:xfrm>
                <a:off x="7568280" y="457004"/>
                <a:ext cx="148680" cy="85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E4BFFF3-157E-43B1-5C41-C4392C11711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559280" y="448004"/>
                  <a:ext cx="1663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A31BE4E-0F87-7FFE-85D7-B6A929436064}"/>
                    </a:ext>
                  </a:extLst>
                </p14:cNvPr>
                <p14:cNvContentPartPr/>
                <p14:nvPr/>
              </p14:nvContentPartPr>
              <p14:xfrm>
                <a:off x="7738560" y="455924"/>
                <a:ext cx="110880" cy="4039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A31BE4E-0F87-7FFE-85D7-B6A92943606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729920" y="447284"/>
                  <a:ext cx="12852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0D7A2FC-38BB-A86A-7FB0-8C7EBA01729C}"/>
                    </a:ext>
                  </a:extLst>
                </p14:cNvPr>
                <p14:cNvContentPartPr/>
                <p14:nvPr/>
              </p14:nvContentPartPr>
              <p14:xfrm>
                <a:off x="6819840" y="606044"/>
                <a:ext cx="664560" cy="60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0D7A2FC-38BB-A86A-7FB0-8C7EBA01729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811200" y="597044"/>
                  <a:ext cx="6822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223152A-01F5-28AF-2020-6CDD86A3A9BE}"/>
                    </a:ext>
                  </a:extLst>
                </p14:cNvPr>
                <p14:cNvContentPartPr/>
                <p14:nvPr/>
              </p14:nvContentPartPr>
              <p14:xfrm>
                <a:off x="7093800" y="664724"/>
                <a:ext cx="9720" cy="3081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223152A-01F5-28AF-2020-6CDD86A3A9B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085160" y="655724"/>
                  <a:ext cx="2736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F655CF9-D8B7-4714-7907-4913501E6AAF}"/>
                    </a:ext>
                  </a:extLst>
                </p14:cNvPr>
                <p14:cNvContentPartPr/>
                <p14:nvPr/>
              </p14:nvContentPartPr>
              <p14:xfrm>
                <a:off x="7036560" y="916364"/>
                <a:ext cx="57600" cy="727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F655CF9-D8B7-4714-7907-4913501E6AA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027920" y="907724"/>
                  <a:ext cx="752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A1AA225-E14A-28A3-1FDA-C0BE8810FA1F}"/>
                    </a:ext>
                  </a:extLst>
                </p14:cNvPr>
                <p14:cNvContentPartPr/>
                <p14:nvPr/>
              </p14:nvContentPartPr>
              <p14:xfrm>
                <a:off x="7110000" y="920684"/>
                <a:ext cx="27360" cy="75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A1AA225-E14A-28A3-1FDA-C0BE8810FA1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101360" y="911684"/>
                  <a:ext cx="450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93C8DE9-12C5-A454-D37F-DB4B5AF28CFA}"/>
                    </a:ext>
                  </a:extLst>
                </p14:cNvPr>
                <p14:cNvContentPartPr/>
                <p14:nvPr/>
              </p14:nvContentPartPr>
              <p14:xfrm>
                <a:off x="6609960" y="1079444"/>
                <a:ext cx="250920" cy="5241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93C8DE9-12C5-A454-D37F-DB4B5AF28CF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601320" y="1070804"/>
                  <a:ext cx="26856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A17D242-996B-D33B-681D-3719D8511C23}"/>
                    </a:ext>
                  </a:extLst>
                </p14:cNvPr>
                <p14:cNvContentPartPr/>
                <p14:nvPr/>
              </p14:nvContentPartPr>
              <p14:xfrm>
                <a:off x="6675840" y="1312364"/>
                <a:ext cx="151200" cy="198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A17D242-996B-D33B-681D-3719D8511C2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666840" y="1303364"/>
                  <a:ext cx="1688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62042C2-3FE0-BA3E-A3FB-209F905C3724}"/>
                    </a:ext>
                  </a:extLst>
                </p14:cNvPr>
                <p14:cNvContentPartPr/>
                <p14:nvPr/>
              </p14:nvContentPartPr>
              <p14:xfrm>
                <a:off x="6835680" y="1312724"/>
                <a:ext cx="112680" cy="806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62042C2-3FE0-BA3E-A3FB-209F905C372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826680" y="1304084"/>
                  <a:ext cx="1303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F35FB70-5B34-9645-2B2B-6BBC30F5FDB0}"/>
                    </a:ext>
                  </a:extLst>
                </p14:cNvPr>
                <p14:cNvContentPartPr/>
                <p14:nvPr/>
              </p14:nvContentPartPr>
              <p14:xfrm>
                <a:off x="6998400" y="1313444"/>
                <a:ext cx="72720" cy="853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F35FB70-5B34-9645-2B2B-6BBC30F5FDB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989400" y="1304444"/>
                  <a:ext cx="903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E58763C-CDF4-CD19-E3BB-74C083261D8B}"/>
                    </a:ext>
                  </a:extLst>
                </p14:cNvPr>
                <p14:cNvContentPartPr/>
                <p14:nvPr/>
              </p14:nvContentPartPr>
              <p14:xfrm>
                <a:off x="7094880" y="1308044"/>
                <a:ext cx="166320" cy="2181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E58763C-CDF4-CD19-E3BB-74C083261D8B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086240" y="1299404"/>
                  <a:ext cx="1839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BC8880D-85F9-786F-0D77-A3F61015613B}"/>
                    </a:ext>
                  </a:extLst>
                </p14:cNvPr>
                <p14:cNvContentPartPr/>
                <p14:nvPr/>
              </p14:nvContentPartPr>
              <p14:xfrm>
                <a:off x="7248960" y="1300484"/>
                <a:ext cx="82800" cy="87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BC8880D-85F9-786F-0D77-A3F61015613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239960" y="1291484"/>
                  <a:ext cx="10044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30B75AD-C9E9-24FC-C794-BD96E14EBC30}"/>
                    </a:ext>
                  </a:extLst>
                </p14:cNvPr>
                <p14:cNvContentPartPr/>
                <p14:nvPr/>
              </p14:nvContentPartPr>
              <p14:xfrm>
                <a:off x="7365960" y="1314524"/>
                <a:ext cx="63360" cy="75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30B75AD-C9E9-24FC-C794-BD96E14EBC3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356960" y="1305524"/>
                  <a:ext cx="810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7E9E296-7B1E-CB3E-0A86-901BA135EC30}"/>
                    </a:ext>
                  </a:extLst>
                </p14:cNvPr>
                <p14:cNvContentPartPr/>
                <p14:nvPr/>
              </p14:nvContentPartPr>
              <p14:xfrm>
                <a:off x="7401240" y="1269164"/>
                <a:ext cx="39240" cy="421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7E9E296-7B1E-CB3E-0A86-901BA135EC3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392240" y="1260164"/>
                  <a:ext cx="568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5475A35-CA1A-B1CD-B870-71310B0AEC7C}"/>
                    </a:ext>
                  </a:extLst>
                </p14:cNvPr>
                <p14:cNvContentPartPr/>
                <p14:nvPr/>
              </p14:nvContentPartPr>
              <p14:xfrm>
                <a:off x="7492680" y="1319924"/>
                <a:ext cx="253440" cy="4327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5475A35-CA1A-B1CD-B870-71310B0AEC7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484040" y="1310924"/>
                  <a:ext cx="27108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F756725A-F531-DB90-497D-6964A950168A}"/>
                    </a:ext>
                  </a:extLst>
                </p14:cNvPr>
                <p14:cNvContentPartPr/>
                <p14:nvPr/>
              </p14:nvContentPartPr>
              <p14:xfrm>
                <a:off x="7134120" y="1513964"/>
                <a:ext cx="38520" cy="9932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F756725A-F531-DB90-497D-6964A950168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125120" y="1505324"/>
                  <a:ext cx="56160" cy="10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62FA6BC-39C6-A7FD-CB01-236C8DDDC2E2}"/>
                    </a:ext>
                  </a:extLst>
                </p14:cNvPr>
                <p14:cNvContentPartPr/>
                <p14:nvPr/>
              </p14:nvContentPartPr>
              <p14:xfrm>
                <a:off x="7078680" y="2448524"/>
                <a:ext cx="106560" cy="709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62FA6BC-39C6-A7FD-CB01-236C8DDDC2E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070040" y="2439524"/>
                  <a:ext cx="1242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4E43865-1F92-C221-1FCC-C1456A0E47EA}"/>
                    </a:ext>
                  </a:extLst>
                </p14:cNvPr>
                <p14:cNvContentPartPr/>
                <p14:nvPr/>
              </p14:nvContentPartPr>
              <p14:xfrm>
                <a:off x="7213320" y="2395604"/>
                <a:ext cx="87120" cy="1116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4E43865-1F92-C221-1FCC-C1456A0E47E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204320" y="2386604"/>
                  <a:ext cx="104760" cy="12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665B34D9-FF1C-4486-7FF7-3AA4A24A129E}"/>
                  </a:ext>
                </a:extLst>
              </p14:cNvPr>
              <p14:cNvContentPartPr/>
              <p14:nvPr/>
            </p14:nvContentPartPr>
            <p14:xfrm>
              <a:off x="841320" y="975764"/>
              <a:ext cx="360" cy="36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665B34D9-FF1C-4486-7FF7-3AA4A24A129E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832320" y="96712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A42B7C8C-4B63-97BC-9F72-A42A78FAC4AA}"/>
                  </a:ext>
                </a:extLst>
              </p14:cNvPr>
              <p14:cNvContentPartPr/>
              <p14:nvPr/>
            </p14:nvContentPartPr>
            <p14:xfrm>
              <a:off x="769680" y="1407044"/>
              <a:ext cx="158760" cy="522396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A42B7C8C-4B63-97BC-9F72-A42A78FAC4AA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760680" y="1398404"/>
                <a:ext cx="176400" cy="524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9" name="Group 228">
            <a:extLst>
              <a:ext uri="{FF2B5EF4-FFF2-40B4-BE49-F238E27FC236}">
                <a16:creationId xmlns:a16="http://schemas.microsoft.com/office/drawing/2014/main" id="{971E74B3-6ADB-18E9-28AC-E108EF1B9B9F}"/>
              </a:ext>
            </a:extLst>
          </p:cNvPr>
          <p:cNvGrpSpPr/>
          <p:nvPr/>
        </p:nvGrpSpPr>
        <p:grpSpPr>
          <a:xfrm>
            <a:off x="780840" y="1128404"/>
            <a:ext cx="5088600" cy="5647680"/>
            <a:chOff x="780840" y="1128404"/>
            <a:chExt cx="5088600" cy="564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BA8478A-6006-89A8-471B-4CE03A7F8DAA}"/>
                    </a:ext>
                  </a:extLst>
                </p14:cNvPr>
                <p14:cNvContentPartPr/>
                <p14:nvPr/>
              </p14:nvContentPartPr>
              <p14:xfrm>
                <a:off x="1095480" y="1411364"/>
                <a:ext cx="230040" cy="3567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BA8478A-6006-89A8-471B-4CE03A7F8DA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86480" y="1402724"/>
                  <a:ext cx="24768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59DB612A-D0B5-E7AE-429E-59A54FC7A161}"/>
                    </a:ext>
                  </a:extLst>
                </p14:cNvPr>
                <p14:cNvContentPartPr/>
                <p14:nvPr/>
              </p14:nvContentPartPr>
              <p14:xfrm>
                <a:off x="1377360" y="1528364"/>
                <a:ext cx="139680" cy="1238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59DB612A-D0B5-E7AE-429E-59A54FC7A16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368720" y="1519724"/>
                  <a:ext cx="1573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82C0092B-1EA6-BA2E-F149-9215B36E45B0}"/>
                    </a:ext>
                  </a:extLst>
                </p14:cNvPr>
                <p14:cNvContentPartPr/>
                <p14:nvPr/>
              </p14:nvContentPartPr>
              <p14:xfrm>
                <a:off x="1512360" y="1531964"/>
                <a:ext cx="97920" cy="1274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82C0092B-1EA6-BA2E-F149-9215B36E45B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503360" y="1522964"/>
                  <a:ext cx="1155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7A94A8A4-51F4-D477-EEBD-DF19463B5829}"/>
                    </a:ext>
                  </a:extLst>
                </p14:cNvPr>
                <p14:cNvContentPartPr/>
                <p14:nvPr/>
              </p14:nvContentPartPr>
              <p14:xfrm>
                <a:off x="1619640" y="1530164"/>
                <a:ext cx="75240" cy="1054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7A94A8A4-51F4-D477-EEBD-DF19463B582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611000" y="1521524"/>
                  <a:ext cx="928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743F64B-A4D3-6DC6-E561-328596D82768}"/>
                    </a:ext>
                  </a:extLst>
                </p14:cNvPr>
                <p14:cNvContentPartPr/>
                <p14:nvPr/>
              </p14:nvContentPartPr>
              <p14:xfrm>
                <a:off x="1728720" y="1472924"/>
                <a:ext cx="41760" cy="1814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743F64B-A4D3-6DC6-E561-328596D82768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719720" y="1464284"/>
                  <a:ext cx="594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6A168456-3EBC-760D-1771-68925D48B4DF}"/>
                    </a:ext>
                  </a:extLst>
                </p14:cNvPr>
                <p14:cNvContentPartPr/>
                <p14:nvPr/>
              </p14:nvContentPartPr>
              <p14:xfrm>
                <a:off x="1724040" y="1546004"/>
                <a:ext cx="73800" cy="234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6A168456-3EBC-760D-1771-68925D48B4D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715400" y="1537364"/>
                  <a:ext cx="914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F1CC47F9-2FEC-AFCE-9CAE-79249DB5C9A8}"/>
                    </a:ext>
                  </a:extLst>
                </p14:cNvPr>
                <p14:cNvContentPartPr/>
                <p14:nvPr/>
              </p14:nvContentPartPr>
              <p14:xfrm>
                <a:off x="1803240" y="1530884"/>
                <a:ext cx="92160" cy="975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F1CC47F9-2FEC-AFCE-9CAE-79249DB5C9A8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794240" y="1521884"/>
                  <a:ext cx="1098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8739B717-A3B7-5791-FA36-B32DE0D394C2}"/>
                    </a:ext>
                  </a:extLst>
                </p14:cNvPr>
                <p14:cNvContentPartPr/>
                <p14:nvPr/>
              </p14:nvContentPartPr>
              <p14:xfrm>
                <a:off x="1930680" y="1530884"/>
                <a:ext cx="46080" cy="1015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8739B717-A3B7-5791-FA36-B32DE0D394C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922040" y="1521884"/>
                  <a:ext cx="637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DC8CE55-C257-5A55-9E61-11E19870A9F0}"/>
                    </a:ext>
                  </a:extLst>
                </p14:cNvPr>
                <p14:cNvContentPartPr/>
                <p14:nvPr/>
              </p14:nvContentPartPr>
              <p14:xfrm>
                <a:off x="2221200" y="1502084"/>
                <a:ext cx="15480" cy="1357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DC8CE55-C257-5A55-9E61-11E19870A9F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212200" y="1493084"/>
                  <a:ext cx="331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05B8896-1E25-46ED-CC8E-657BD03B9CC1}"/>
                    </a:ext>
                  </a:extLst>
                </p14:cNvPr>
                <p14:cNvContentPartPr/>
                <p14:nvPr/>
              </p14:nvContentPartPr>
              <p14:xfrm>
                <a:off x="2152080" y="1499564"/>
                <a:ext cx="82440" cy="496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05B8896-1E25-46ED-CC8E-657BD03B9CC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143080" y="1490564"/>
                  <a:ext cx="1000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3115AF29-0704-C15B-C1F7-1350EC099CB4}"/>
                    </a:ext>
                  </a:extLst>
                </p14:cNvPr>
                <p14:cNvContentPartPr/>
                <p14:nvPr/>
              </p14:nvContentPartPr>
              <p14:xfrm>
                <a:off x="2179440" y="1645364"/>
                <a:ext cx="277920" cy="306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3115AF29-0704-C15B-C1F7-1350EC099CB4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170800" y="1636364"/>
                  <a:ext cx="2955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3A5EF26-024A-21D2-54DA-6C51E8C8680D}"/>
                    </a:ext>
                  </a:extLst>
                </p14:cNvPr>
                <p14:cNvContentPartPr/>
                <p14:nvPr/>
              </p14:nvContentPartPr>
              <p14:xfrm>
                <a:off x="1213200" y="1879724"/>
                <a:ext cx="186120" cy="1875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3A5EF26-024A-21D2-54DA-6C51E8C8680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204560" y="1871084"/>
                  <a:ext cx="2037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1B65556-49E6-FF4D-5FEB-E035E465B783}"/>
                    </a:ext>
                  </a:extLst>
                </p14:cNvPr>
                <p14:cNvContentPartPr/>
                <p14:nvPr/>
              </p14:nvContentPartPr>
              <p14:xfrm>
                <a:off x="1454400" y="1945964"/>
                <a:ext cx="21960" cy="2005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1B65556-49E6-FF4D-5FEB-E035E465B78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445400" y="1937324"/>
                  <a:ext cx="396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55D13F74-778E-CA20-99ED-9F607DF42618}"/>
                    </a:ext>
                  </a:extLst>
                </p14:cNvPr>
                <p14:cNvContentPartPr/>
                <p14:nvPr/>
              </p14:nvContentPartPr>
              <p14:xfrm>
                <a:off x="1478880" y="1958924"/>
                <a:ext cx="48600" cy="864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55D13F74-778E-CA20-99ED-9F607DF4261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470240" y="1950284"/>
                  <a:ext cx="662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6C087A10-B2DE-F74D-22C7-E19D0A2851C1}"/>
                    </a:ext>
                  </a:extLst>
                </p14:cNvPr>
                <p14:cNvContentPartPr/>
                <p14:nvPr/>
              </p14:nvContentPartPr>
              <p14:xfrm>
                <a:off x="1542600" y="1958924"/>
                <a:ext cx="108360" cy="864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6C087A10-B2DE-F74D-22C7-E19D0A2851C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533600" y="1950284"/>
                  <a:ext cx="1260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4F0BBA58-E1F9-3AB4-2BCA-E108843AD205}"/>
                    </a:ext>
                  </a:extLst>
                </p14:cNvPr>
                <p14:cNvContentPartPr/>
                <p14:nvPr/>
              </p14:nvContentPartPr>
              <p14:xfrm>
                <a:off x="1675800" y="1950284"/>
                <a:ext cx="126360" cy="752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4F0BBA58-E1F9-3AB4-2BCA-E108843AD20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667160" y="1941284"/>
                  <a:ext cx="1440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C97CB55C-E110-8CDC-2F16-40A5D4D1DC84}"/>
                    </a:ext>
                  </a:extLst>
                </p14:cNvPr>
                <p14:cNvContentPartPr/>
                <p14:nvPr/>
              </p14:nvContentPartPr>
              <p14:xfrm>
                <a:off x="1803240" y="1857764"/>
                <a:ext cx="194400" cy="1566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C97CB55C-E110-8CDC-2F16-40A5D4D1DC84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794240" y="1848764"/>
                  <a:ext cx="2120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C8F26C4C-7C1C-CFA3-5990-DBD5218DFB37}"/>
                    </a:ext>
                  </a:extLst>
                </p14:cNvPr>
                <p14:cNvContentPartPr/>
                <p14:nvPr/>
              </p14:nvContentPartPr>
              <p14:xfrm>
                <a:off x="1917360" y="1883684"/>
                <a:ext cx="51480" cy="939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C8F26C4C-7C1C-CFA3-5990-DBD5218DFB3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908720" y="1874684"/>
                  <a:ext cx="691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9990099C-8A8E-DAF7-EE75-68D370C252C9}"/>
                    </a:ext>
                  </a:extLst>
                </p14:cNvPr>
                <p14:cNvContentPartPr/>
                <p14:nvPr/>
              </p14:nvContentPartPr>
              <p14:xfrm>
                <a:off x="2030760" y="1938404"/>
                <a:ext cx="173520" cy="723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9990099C-8A8E-DAF7-EE75-68D370C252C9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022120" y="1929404"/>
                  <a:ext cx="1911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A2568A41-FDF0-ADE8-2F3B-352033CCF393}"/>
                    </a:ext>
                  </a:extLst>
                </p14:cNvPr>
                <p14:cNvContentPartPr/>
                <p14:nvPr/>
              </p14:nvContentPartPr>
              <p14:xfrm>
                <a:off x="2172240" y="1897004"/>
                <a:ext cx="122760" cy="3751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A2568A41-FDF0-ADE8-2F3B-352033CCF39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163240" y="1888364"/>
                  <a:ext cx="14040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68673EA-195A-1786-54AC-B41342DC17CE}"/>
                    </a:ext>
                  </a:extLst>
                </p14:cNvPr>
                <p14:cNvContentPartPr/>
                <p14:nvPr/>
              </p14:nvContentPartPr>
              <p14:xfrm>
                <a:off x="3293280" y="1376804"/>
                <a:ext cx="235440" cy="2973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68673EA-195A-1786-54AC-B41342DC17CE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284640" y="1367804"/>
                  <a:ext cx="25308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2AC5EDCF-1562-EF84-6D88-90BC300BD38B}"/>
                    </a:ext>
                  </a:extLst>
                </p14:cNvPr>
                <p14:cNvContentPartPr/>
                <p14:nvPr/>
              </p14:nvContentPartPr>
              <p14:xfrm>
                <a:off x="3593880" y="1474724"/>
                <a:ext cx="139320" cy="860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2AC5EDCF-1562-EF84-6D88-90BC300BD38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585240" y="1465724"/>
                  <a:ext cx="1569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BD9A60DD-DABB-D1B5-F775-EC947D075396}"/>
                    </a:ext>
                  </a:extLst>
                </p14:cNvPr>
                <p14:cNvContentPartPr/>
                <p14:nvPr/>
              </p14:nvContentPartPr>
              <p14:xfrm>
                <a:off x="3745440" y="1470764"/>
                <a:ext cx="95760" cy="1094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BD9A60DD-DABB-D1B5-F775-EC947D07539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736440" y="1461764"/>
                  <a:ext cx="1134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9E284C3B-CB3D-0188-BAD0-E13B6796CAC4}"/>
                    </a:ext>
                  </a:extLst>
                </p14:cNvPr>
                <p14:cNvContentPartPr/>
                <p14:nvPr/>
              </p14:nvContentPartPr>
              <p14:xfrm>
                <a:off x="3861720" y="1393724"/>
                <a:ext cx="175680" cy="1857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9E284C3B-CB3D-0188-BAD0-E13B6796CAC4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852720" y="1384724"/>
                  <a:ext cx="1933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60CC5429-F4CC-8C20-5C20-2DA4D0CD3A85}"/>
                    </a:ext>
                  </a:extLst>
                </p14:cNvPr>
                <p14:cNvContentPartPr/>
                <p14:nvPr/>
              </p14:nvContentPartPr>
              <p14:xfrm>
                <a:off x="3973680" y="1486604"/>
                <a:ext cx="83880" cy="417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60CC5429-F4CC-8C20-5C20-2DA4D0CD3A85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964680" y="1477604"/>
                  <a:ext cx="1015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E40D6086-6368-7B3D-A649-76BDF1C74D16}"/>
                    </a:ext>
                  </a:extLst>
                </p14:cNvPr>
                <p14:cNvContentPartPr/>
                <p14:nvPr/>
              </p14:nvContentPartPr>
              <p14:xfrm>
                <a:off x="4079160" y="1470764"/>
                <a:ext cx="70200" cy="932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E40D6086-6368-7B3D-A649-76BDF1C74D16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070160" y="1461764"/>
                  <a:ext cx="878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68598D5-87A8-0292-C434-F1DBB1802E5E}"/>
                    </a:ext>
                  </a:extLst>
                </p14:cNvPr>
                <p14:cNvContentPartPr/>
                <p14:nvPr/>
              </p14:nvContentPartPr>
              <p14:xfrm>
                <a:off x="4199760" y="1435484"/>
                <a:ext cx="134280" cy="1281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68598D5-87A8-0292-C434-F1DBB1802E5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190760" y="1426484"/>
                  <a:ext cx="1519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0109F343-86B9-AAB5-4608-585BBA3A876E}"/>
                    </a:ext>
                  </a:extLst>
                </p14:cNvPr>
                <p14:cNvContentPartPr/>
                <p14:nvPr/>
              </p14:nvContentPartPr>
              <p14:xfrm>
                <a:off x="4432320" y="1439444"/>
                <a:ext cx="191880" cy="2170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0109F343-86B9-AAB5-4608-585BBA3A876E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423320" y="1430804"/>
                  <a:ext cx="2095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40E18099-EF10-07A1-BA3C-6BCCA5C7C68E}"/>
                    </a:ext>
                  </a:extLst>
                </p14:cNvPr>
                <p14:cNvContentPartPr/>
                <p14:nvPr/>
              </p14:nvContentPartPr>
              <p14:xfrm>
                <a:off x="3450600" y="1823204"/>
                <a:ext cx="137520" cy="2368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40E18099-EF10-07A1-BA3C-6BCCA5C7C68E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441960" y="1814564"/>
                  <a:ext cx="1551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C10649BC-FF95-13B5-97BE-38F0018AC0AE}"/>
                    </a:ext>
                  </a:extLst>
                </p14:cNvPr>
                <p14:cNvContentPartPr/>
                <p14:nvPr/>
              </p14:nvContentPartPr>
              <p14:xfrm>
                <a:off x="3679920" y="1939844"/>
                <a:ext cx="24120" cy="1965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C10649BC-FF95-13B5-97BE-38F0018AC0A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671280" y="1931204"/>
                  <a:ext cx="417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D396950F-E58F-C758-3B57-5A225CDDAA9B}"/>
                    </a:ext>
                  </a:extLst>
                </p14:cNvPr>
                <p14:cNvContentPartPr/>
                <p14:nvPr/>
              </p14:nvContentPartPr>
              <p14:xfrm>
                <a:off x="3683160" y="1929044"/>
                <a:ext cx="103680" cy="997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D396950F-E58F-C758-3B57-5A225CDDAA9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674520" y="1920044"/>
                  <a:ext cx="1213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7DB8CAA3-DC73-5AA6-2B53-6CFB113D8CAD}"/>
                    </a:ext>
                  </a:extLst>
                </p14:cNvPr>
                <p14:cNvContentPartPr/>
                <p14:nvPr/>
              </p14:nvContentPartPr>
              <p14:xfrm>
                <a:off x="3790080" y="1935884"/>
                <a:ext cx="345240" cy="874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7DB8CAA3-DC73-5AA6-2B53-6CFB113D8CAD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781080" y="1927244"/>
                  <a:ext cx="3628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F9405EDA-C46B-7049-18DC-4813DD7715FF}"/>
                    </a:ext>
                  </a:extLst>
                </p14:cNvPr>
                <p14:cNvContentPartPr/>
                <p14:nvPr/>
              </p14:nvContentPartPr>
              <p14:xfrm>
                <a:off x="4096080" y="1849484"/>
                <a:ext cx="282960" cy="1706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F9405EDA-C46B-7049-18DC-4813DD7715FF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087080" y="1840844"/>
                  <a:ext cx="3006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FE40186A-2E81-9190-5CA4-53651D1D35F5}"/>
                    </a:ext>
                  </a:extLst>
                </p14:cNvPr>
                <p14:cNvContentPartPr/>
                <p14:nvPr/>
              </p14:nvContentPartPr>
              <p14:xfrm>
                <a:off x="4267080" y="1881524"/>
                <a:ext cx="118440" cy="381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FE40186A-2E81-9190-5CA4-53651D1D35F5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258080" y="1872884"/>
                  <a:ext cx="1360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6C8E943D-DCCD-835B-E010-A0F7F95C09E1}"/>
                    </a:ext>
                  </a:extLst>
                </p14:cNvPr>
                <p14:cNvContentPartPr/>
                <p14:nvPr/>
              </p14:nvContentPartPr>
              <p14:xfrm>
                <a:off x="4407120" y="1938404"/>
                <a:ext cx="142920" cy="1011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6C8E943D-DCCD-835B-E010-A0F7F95C09E1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398120" y="1929404"/>
                  <a:ext cx="1605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341E6A75-7B6F-19E1-D3DB-602AFD29DBA9}"/>
                    </a:ext>
                  </a:extLst>
                </p14:cNvPr>
                <p14:cNvContentPartPr/>
                <p14:nvPr/>
              </p14:nvContentPartPr>
              <p14:xfrm>
                <a:off x="4453200" y="1946324"/>
                <a:ext cx="230040" cy="3517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341E6A75-7B6F-19E1-D3DB-602AFD29DBA9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444560" y="1937684"/>
                  <a:ext cx="24768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A5DD00E3-8DF7-4BB4-A140-C49BEE305E16}"/>
                    </a:ext>
                  </a:extLst>
                </p14:cNvPr>
                <p14:cNvContentPartPr/>
                <p14:nvPr/>
              </p14:nvContentPartPr>
              <p14:xfrm>
                <a:off x="1515600" y="2231804"/>
                <a:ext cx="113400" cy="2901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A5DD00E3-8DF7-4BB4-A140-C49BEE305E16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506600" y="2222804"/>
                  <a:ext cx="13104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CD28BE6-7F4A-9D47-4B2A-95DCD6E3C951}"/>
                    </a:ext>
                  </a:extLst>
                </p14:cNvPr>
                <p14:cNvContentPartPr/>
                <p14:nvPr/>
              </p14:nvContentPartPr>
              <p14:xfrm>
                <a:off x="1431360" y="2325044"/>
                <a:ext cx="485280" cy="1119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CD28BE6-7F4A-9D47-4B2A-95DCD6E3C951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422360" y="2316404"/>
                  <a:ext cx="5029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8B8F264B-0F03-9174-E811-8F743F7020B2}"/>
                    </a:ext>
                  </a:extLst>
                </p14:cNvPr>
                <p14:cNvContentPartPr/>
                <p14:nvPr/>
              </p14:nvContentPartPr>
              <p14:xfrm>
                <a:off x="1965240" y="2353844"/>
                <a:ext cx="77400" cy="882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8B8F264B-0F03-9174-E811-8F743F7020B2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956600" y="2344844"/>
                  <a:ext cx="950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1C487748-63B3-217F-8651-5AE284C1381C}"/>
                    </a:ext>
                  </a:extLst>
                </p14:cNvPr>
                <p14:cNvContentPartPr/>
                <p14:nvPr/>
              </p14:nvContentPartPr>
              <p14:xfrm>
                <a:off x="2093400" y="2345564"/>
                <a:ext cx="88920" cy="842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1C487748-63B3-217F-8651-5AE284C1381C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084760" y="2336564"/>
                  <a:ext cx="1065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FD62E642-C1DC-933C-044F-21512E8DDA2A}"/>
                    </a:ext>
                  </a:extLst>
                </p14:cNvPr>
                <p14:cNvContentPartPr/>
                <p14:nvPr/>
              </p14:nvContentPartPr>
              <p14:xfrm>
                <a:off x="2204640" y="2342324"/>
                <a:ext cx="132480" cy="13068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FD62E642-C1DC-933C-044F-21512E8DDA2A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196000" y="2333684"/>
                  <a:ext cx="1501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FAC09054-7A88-3793-8B44-A4DDB91FEC3F}"/>
                    </a:ext>
                  </a:extLst>
                </p14:cNvPr>
                <p14:cNvContentPartPr/>
                <p14:nvPr/>
              </p14:nvContentPartPr>
              <p14:xfrm>
                <a:off x="2379960" y="2250164"/>
                <a:ext cx="34200" cy="2113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FAC09054-7A88-3793-8B44-A4DDB91FEC3F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371320" y="2241164"/>
                  <a:ext cx="518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F91C1E8D-40EF-D7B0-5965-CF18E8DD836B}"/>
                    </a:ext>
                  </a:extLst>
                </p14:cNvPr>
                <p14:cNvContentPartPr/>
                <p14:nvPr/>
              </p14:nvContentPartPr>
              <p14:xfrm>
                <a:off x="2344320" y="2294084"/>
                <a:ext cx="102600" cy="464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F91C1E8D-40EF-D7B0-5965-CF18E8DD836B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2335320" y="2285444"/>
                  <a:ext cx="1202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38CDA4DD-2FF7-70EB-D764-04CDE47803D5}"/>
                    </a:ext>
                  </a:extLst>
                </p14:cNvPr>
                <p14:cNvContentPartPr/>
                <p14:nvPr/>
              </p14:nvContentPartPr>
              <p14:xfrm>
                <a:off x="3810600" y="2218124"/>
                <a:ext cx="131760" cy="27828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38CDA4DD-2FF7-70EB-D764-04CDE47803D5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801960" y="2209484"/>
                  <a:ext cx="14940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60D4128F-6491-78D9-F2A4-8025FEF67564}"/>
                    </a:ext>
                  </a:extLst>
                </p14:cNvPr>
                <p14:cNvContentPartPr/>
                <p14:nvPr/>
              </p14:nvContentPartPr>
              <p14:xfrm>
                <a:off x="3701520" y="2323604"/>
                <a:ext cx="554400" cy="1364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60D4128F-6491-78D9-F2A4-8025FEF67564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692520" y="2314964"/>
                  <a:ext cx="5720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982CD6F5-DC85-B815-0348-B6C302DFCC4B}"/>
                    </a:ext>
                  </a:extLst>
                </p14:cNvPr>
                <p14:cNvContentPartPr/>
                <p14:nvPr/>
              </p14:nvContentPartPr>
              <p14:xfrm>
                <a:off x="4284000" y="2388404"/>
                <a:ext cx="72720" cy="820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982CD6F5-DC85-B815-0348-B6C302DFCC4B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275000" y="2379764"/>
                  <a:ext cx="903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10918C7C-BB49-80AA-1E08-4CA7F528DD27}"/>
                    </a:ext>
                  </a:extLst>
                </p14:cNvPr>
                <p14:cNvContentPartPr/>
                <p14:nvPr/>
              </p14:nvContentPartPr>
              <p14:xfrm>
                <a:off x="4408920" y="2393084"/>
                <a:ext cx="280800" cy="1026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10918C7C-BB49-80AA-1E08-4CA7F528DD27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399920" y="2384084"/>
                  <a:ext cx="2984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2B5B533C-49D1-5A0E-3700-63B8E88468C7}"/>
                    </a:ext>
                  </a:extLst>
                </p14:cNvPr>
                <p14:cNvContentPartPr/>
                <p14:nvPr/>
              </p14:nvContentPartPr>
              <p14:xfrm>
                <a:off x="4768920" y="2317124"/>
                <a:ext cx="31320" cy="2088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2B5B533C-49D1-5A0E-3700-63B8E88468C7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760280" y="2308484"/>
                  <a:ext cx="489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20C38801-C92D-9B7C-547A-07ED276C1FB2}"/>
                    </a:ext>
                  </a:extLst>
                </p14:cNvPr>
                <p14:cNvContentPartPr/>
                <p14:nvPr/>
              </p14:nvContentPartPr>
              <p14:xfrm>
                <a:off x="4737600" y="2368244"/>
                <a:ext cx="344520" cy="792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20C38801-C92D-9B7C-547A-07ED276C1FB2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728600" y="2359604"/>
                  <a:ext cx="3621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C7F66439-0992-EDDC-EE3F-CD87244EE58C}"/>
                    </a:ext>
                  </a:extLst>
                </p14:cNvPr>
                <p14:cNvContentPartPr/>
                <p14:nvPr/>
              </p14:nvContentPartPr>
              <p14:xfrm>
                <a:off x="780840" y="1128404"/>
                <a:ext cx="5088600" cy="564768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C7F66439-0992-EDDC-EE3F-CD87244EE58C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72200" y="1119404"/>
                  <a:ext cx="5106240" cy="56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04446FF6-706C-BCDE-B613-4BEDF0AD5748}"/>
                    </a:ext>
                  </a:extLst>
                </p14:cNvPr>
                <p14:cNvContentPartPr/>
                <p14:nvPr/>
              </p14:nvContentPartPr>
              <p14:xfrm>
                <a:off x="2868840" y="1192484"/>
                <a:ext cx="240840" cy="55278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04446FF6-706C-BCDE-B613-4BEDF0AD5748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2860200" y="1183844"/>
                  <a:ext cx="258480" cy="55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5E2F7C8F-F64A-C8EF-686D-2DAB2DCA9001}"/>
                    </a:ext>
                  </a:extLst>
                </p14:cNvPr>
                <p14:cNvContentPartPr/>
                <p14:nvPr/>
              </p14:nvContentPartPr>
              <p14:xfrm>
                <a:off x="932400" y="2532404"/>
                <a:ext cx="4636080" cy="979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5E2F7C8F-F64A-C8EF-686D-2DAB2DCA9001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23400" y="2523764"/>
                  <a:ext cx="4653720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D4CA3EF6-2B49-A39A-41D7-EA50AAB9BEF3}"/>
              </a:ext>
            </a:extLst>
          </p:cNvPr>
          <p:cNvGrpSpPr/>
          <p:nvPr/>
        </p:nvGrpSpPr>
        <p:grpSpPr>
          <a:xfrm>
            <a:off x="1613520" y="2759204"/>
            <a:ext cx="392760" cy="207000"/>
            <a:chOff x="1613520" y="2759204"/>
            <a:chExt cx="392760" cy="20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6AE64958-0160-99BB-E4B9-454A94DD6E7D}"/>
                    </a:ext>
                  </a:extLst>
                </p14:cNvPr>
                <p14:cNvContentPartPr/>
                <p14:nvPr/>
              </p14:nvContentPartPr>
              <p14:xfrm>
                <a:off x="1613520" y="2759204"/>
                <a:ext cx="236520" cy="2070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6AE64958-0160-99BB-E4B9-454A94DD6E7D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604520" y="2750564"/>
                  <a:ext cx="2541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AE611817-C72B-C26B-38F4-9216A6EBE1D7}"/>
                    </a:ext>
                  </a:extLst>
                </p14:cNvPr>
                <p14:cNvContentPartPr/>
                <p14:nvPr/>
              </p14:nvContentPartPr>
              <p14:xfrm>
                <a:off x="1894320" y="2817164"/>
                <a:ext cx="111960" cy="1346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AE611817-C72B-C26B-38F4-9216A6EBE1D7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885680" y="2808524"/>
                  <a:ext cx="129600" cy="15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06ADEBB4-23F4-5770-5D79-D1ECA463ABBB}"/>
              </a:ext>
            </a:extLst>
          </p:cNvPr>
          <p:cNvGrpSpPr/>
          <p:nvPr/>
        </p:nvGrpSpPr>
        <p:grpSpPr>
          <a:xfrm>
            <a:off x="3829680" y="2725364"/>
            <a:ext cx="378360" cy="194040"/>
            <a:chOff x="3829680" y="2725364"/>
            <a:chExt cx="378360" cy="19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1B25B335-2A2F-6211-01AE-1AF601851DDD}"/>
                    </a:ext>
                  </a:extLst>
                </p14:cNvPr>
                <p14:cNvContentPartPr/>
                <p14:nvPr/>
              </p14:nvContentPartPr>
              <p14:xfrm>
                <a:off x="3829680" y="2725364"/>
                <a:ext cx="180000" cy="1908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1B25B335-2A2F-6211-01AE-1AF601851DDD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3820680" y="2716724"/>
                  <a:ext cx="1976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D6191840-B01E-9DC3-C20C-1A79FA8EF2EA}"/>
                    </a:ext>
                  </a:extLst>
                </p14:cNvPr>
                <p14:cNvContentPartPr/>
                <p14:nvPr/>
              </p14:nvContentPartPr>
              <p14:xfrm>
                <a:off x="4051800" y="2763524"/>
                <a:ext cx="93960" cy="1558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D6191840-B01E-9DC3-C20C-1A79FA8EF2EA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4043160" y="2754884"/>
                  <a:ext cx="1116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E2366BCC-4803-3EF1-AE82-9FBBED21D70E}"/>
                    </a:ext>
                  </a:extLst>
                </p14:cNvPr>
                <p14:cNvContentPartPr/>
                <p14:nvPr/>
              </p14:nvContentPartPr>
              <p14:xfrm>
                <a:off x="4081680" y="2732924"/>
                <a:ext cx="126360" cy="651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E2366BCC-4803-3EF1-AE82-9FBBED21D70E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4073040" y="2724284"/>
                  <a:ext cx="14400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7EC7422A-DC18-66B6-9ED8-6397D5BCDC08}"/>
              </a:ext>
            </a:extLst>
          </p:cNvPr>
          <p:cNvGrpSpPr/>
          <p:nvPr/>
        </p:nvGrpSpPr>
        <p:grpSpPr>
          <a:xfrm>
            <a:off x="1527480" y="3465164"/>
            <a:ext cx="514080" cy="204840"/>
            <a:chOff x="1527480" y="3465164"/>
            <a:chExt cx="514080" cy="20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CD975A53-1DCF-2D0B-A630-FFA9CD0C7F42}"/>
                    </a:ext>
                  </a:extLst>
                </p14:cNvPr>
                <p14:cNvContentPartPr/>
                <p14:nvPr/>
              </p14:nvContentPartPr>
              <p14:xfrm>
                <a:off x="1527480" y="3474524"/>
                <a:ext cx="42480" cy="19080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CD975A53-1DCF-2D0B-A630-FFA9CD0C7F42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518480" y="3465884"/>
                  <a:ext cx="601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1344214E-D90F-05CD-36F0-E72E0D9A07C5}"/>
                    </a:ext>
                  </a:extLst>
                </p14:cNvPr>
                <p14:cNvContentPartPr/>
                <p14:nvPr/>
              </p14:nvContentPartPr>
              <p14:xfrm>
                <a:off x="1681560" y="3487124"/>
                <a:ext cx="137160" cy="17172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1344214E-D90F-05CD-36F0-E72E0D9A07C5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672920" y="3478484"/>
                  <a:ext cx="1548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14C59A41-E5EA-F382-DBA4-58B9C00ED8A8}"/>
                    </a:ext>
                  </a:extLst>
                </p14:cNvPr>
                <p14:cNvContentPartPr/>
                <p14:nvPr/>
              </p14:nvContentPartPr>
              <p14:xfrm>
                <a:off x="1891080" y="3521684"/>
                <a:ext cx="68400" cy="14832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14C59A41-E5EA-F382-DBA4-58B9C00ED8A8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882440" y="3513044"/>
                  <a:ext cx="860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BC3C79F9-24DE-1779-E6E4-F079BCF09D2E}"/>
                    </a:ext>
                  </a:extLst>
                </p14:cNvPr>
                <p14:cNvContentPartPr/>
                <p14:nvPr/>
              </p14:nvContentPartPr>
              <p14:xfrm>
                <a:off x="1900440" y="3465164"/>
                <a:ext cx="141120" cy="7344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BC3C79F9-24DE-1779-E6E4-F079BCF09D2E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891800" y="3456524"/>
                  <a:ext cx="158760" cy="9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B33745D0-A005-7D1D-A6F8-0F26240CD5B8}"/>
              </a:ext>
            </a:extLst>
          </p:cNvPr>
          <p:cNvGrpSpPr/>
          <p:nvPr/>
        </p:nvGrpSpPr>
        <p:grpSpPr>
          <a:xfrm>
            <a:off x="3746520" y="3402164"/>
            <a:ext cx="507600" cy="244440"/>
            <a:chOff x="3746520" y="3402164"/>
            <a:chExt cx="507600" cy="24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B8AE90E3-778D-B91A-2B8B-D7D284787FEC}"/>
                    </a:ext>
                  </a:extLst>
                </p14:cNvPr>
                <p14:cNvContentPartPr/>
                <p14:nvPr/>
              </p14:nvContentPartPr>
              <p14:xfrm>
                <a:off x="3746520" y="3428804"/>
                <a:ext cx="9720" cy="1872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B8AE90E3-778D-B91A-2B8B-D7D284787FEC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3737520" y="3419804"/>
                  <a:ext cx="273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58F82244-15AF-2DA7-38BC-A9367C58D185}"/>
                    </a:ext>
                  </a:extLst>
                </p14:cNvPr>
                <p14:cNvContentPartPr/>
                <p14:nvPr/>
              </p14:nvContentPartPr>
              <p14:xfrm>
                <a:off x="3908880" y="3402164"/>
                <a:ext cx="141840" cy="410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58F82244-15AF-2DA7-38BC-A9367C58D185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899880" y="3393524"/>
                  <a:ext cx="1594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0BF1A28E-1CE9-7C3C-7E5B-DFE88A5F7754}"/>
                    </a:ext>
                  </a:extLst>
                </p14:cNvPr>
                <p14:cNvContentPartPr/>
                <p14:nvPr/>
              </p14:nvContentPartPr>
              <p14:xfrm>
                <a:off x="3891240" y="3463004"/>
                <a:ext cx="156240" cy="18360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0BF1A28E-1CE9-7C3C-7E5B-DFE88A5F7754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882600" y="3454004"/>
                  <a:ext cx="1738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40F79120-AC0C-6844-B987-476E942C8048}"/>
                    </a:ext>
                  </a:extLst>
                </p14:cNvPr>
                <p14:cNvContentPartPr/>
                <p14:nvPr/>
              </p14:nvContentPartPr>
              <p14:xfrm>
                <a:off x="4147560" y="3464804"/>
                <a:ext cx="106560" cy="1360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40F79120-AC0C-6844-B987-476E942C8048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4138560" y="3455804"/>
                  <a:ext cx="124200" cy="15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2CE11399-1170-5265-0F81-89318999E560}"/>
              </a:ext>
            </a:extLst>
          </p:cNvPr>
          <p:cNvGrpSpPr/>
          <p:nvPr/>
        </p:nvGrpSpPr>
        <p:grpSpPr>
          <a:xfrm>
            <a:off x="1477800" y="4055924"/>
            <a:ext cx="503280" cy="221760"/>
            <a:chOff x="1477800" y="4055924"/>
            <a:chExt cx="503280" cy="22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D5CD53FF-CA2E-D1F4-2A74-C944598850E0}"/>
                    </a:ext>
                  </a:extLst>
                </p14:cNvPr>
                <p14:cNvContentPartPr/>
                <p14:nvPr/>
              </p14:nvContentPartPr>
              <p14:xfrm>
                <a:off x="1477800" y="4068884"/>
                <a:ext cx="137880" cy="2088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D5CD53FF-CA2E-D1F4-2A74-C944598850E0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468800" y="4060244"/>
                  <a:ext cx="1555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3CFC39B4-B490-7428-C57D-50D8E75E0BD8}"/>
                    </a:ext>
                  </a:extLst>
                </p14:cNvPr>
                <p14:cNvContentPartPr/>
                <p14:nvPr/>
              </p14:nvContentPartPr>
              <p14:xfrm>
                <a:off x="1506960" y="4189844"/>
                <a:ext cx="205560" cy="4932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3CFC39B4-B490-7428-C57D-50D8E75E0BD8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497960" y="4180844"/>
                  <a:ext cx="2232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3F1E4CCB-EFD9-A899-D512-6EFE2B9BBEE2}"/>
                    </a:ext>
                  </a:extLst>
                </p14:cNvPr>
                <p14:cNvContentPartPr/>
                <p14:nvPr/>
              </p14:nvContentPartPr>
              <p14:xfrm>
                <a:off x="1795680" y="4111004"/>
                <a:ext cx="82800" cy="14112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3F1E4CCB-EFD9-A899-D512-6EFE2B9BBEE2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786680" y="4102004"/>
                  <a:ext cx="1004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F45C9414-C564-99FF-D97A-43206826A2F9}"/>
                    </a:ext>
                  </a:extLst>
                </p14:cNvPr>
                <p14:cNvContentPartPr/>
                <p14:nvPr/>
              </p14:nvContentPartPr>
              <p14:xfrm>
                <a:off x="1811520" y="4055924"/>
                <a:ext cx="169560" cy="644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F45C9414-C564-99FF-D97A-43206826A2F9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802520" y="4046924"/>
                  <a:ext cx="187200" cy="8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61175B4B-24D9-9186-FA12-26A31A0E1431}"/>
              </a:ext>
            </a:extLst>
          </p:cNvPr>
          <p:cNvGrpSpPr/>
          <p:nvPr/>
        </p:nvGrpSpPr>
        <p:grpSpPr>
          <a:xfrm>
            <a:off x="3858480" y="3964124"/>
            <a:ext cx="379080" cy="169920"/>
            <a:chOff x="3858480" y="3964124"/>
            <a:chExt cx="379080" cy="16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C25CE2BA-939C-7153-1E8B-88D1B3A36D80}"/>
                    </a:ext>
                  </a:extLst>
                </p14:cNvPr>
                <p14:cNvContentPartPr/>
                <p14:nvPr/>
              </p14:nvContentPartPr>
              <p14:xfrm>
                <a:off x="3858480" y="3972404"/>
                <a:ext cx="122400" cy="15876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C25CE2BA-939C-7153-1E8B-88D1B3A36D80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849840" y="3963404"/>
                  <a:ext cx="1400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51F550EA-B15B-0CEE-C41B-65BC5CB995A1}"/>
                    </a:ext>
                  </a:extLst>
                </p14:cNvPr>
                <p14:cNvContentPartPr/>
                <p14:nvPr/>
              </p14:nvContentPartPr>
              <p14:xfrm>
                <a:off x="3879360" y="3964124"/>
                <a:ext cx="205920" cy="3744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51F550EA-B15B-0CEE-C41B-65BC5CB995A1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3870360" y="3955484"/>
                  <a:ext cx="2235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2F5A0411-9475-2DC9-AE88-09CE1252CD8C}"/>
                    </a:ext>
                  </a:extLst>
                </p14:cNvPr>
                <p14:cNvContentPartPr/>
                <p14:nvPr/>
              </p14:nvContentPartPr>
              <p14:xfrm>
                <a:off x="4104360" y="3996524"/>
                <a:ext cx="133200" cy="13752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2F5A0411-9475-2DC9-AE88-09CE1252CD8C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4095720" y="3987884"/>
                  <a:ext cx="150840" cy="15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D0753D68-B3F8-14F4-C4D5-08ED22E30386}"/>
              </a:ext>
            </a:extLst>
          </p:cNvPr>
          <p:cNvGrpSpPr/>
          <p:nvPr/>
        </p:nvGrpSpPr>
        <p:grpSpPr>
          <a:xfrm>
            <a:off x="1392840" y="4792844"/>
            <a:ext cx="374400" cy="198360"/>
            <a:chOff x="1392840" y="4792844"/>
            <a:chExt cx="374400" cy="19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0CCDA15E-281A-39A0-4B38-5549AC2CDDE9}"/>
                    </a:ext>
                  </a:extLst>
                </p14:cNvPr>
                <p14:cNvContentPartPr/>
                <p14:nvPr/>
              </p14:nvContentPartPr>
              <p14:xfrm>
                <a:off x="1392840" y="4792844"/>
                <a:ext cx="220320" cy="19836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0CCDA15E-281A-39A0-4B38-5549AC2CDDE9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384200" y="4784204"/>
                  <a:ext cx="2379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EA9884DF-3C32-6A42-E492-AF7B1BFCFDD7}"/>
                    </a:ext>
                  </a:extLst>
                </p14:cNvPr>
                <p14:cNvContentPartPr/>
                <p14:nvPr/>
              </p14:nvContentPartPr>
              <p14:xfrm>
                <a:off x="1636200" y="4798964"/>
                <a:ext cx="131040" cy="18252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EA9884DF-3C32-6A42-E492-AF7B1BFCFDD7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627200" y="4789964"/>
                  <a:ext cx="14868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3AFA9449-D63F-ABE8-0914-F2A280162594}"/>
              </a:ext>
            </a:extLst>
          </p:cNvPr>
          <p:cNvGrpSpPr/>
          <p:nvPr/>
        </p:nvGrpSpPr>
        <p:grpSpPr>
          <a:xfrm>
            <a:off x="3810600" y="4617884"/>
            <a:ext cx="300600" cy="201960"/>
            <a:chOff x="3810600" y="4617884"/>
            <a:chExt cx="300600" cy="20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3A00A6C4-EF9A-4E8A-1410-92A75B59E760}"/>
                    </a:ext>
                  </a:extLst>
                </p14:cNvPr>
                <p14:cNvContentPartPr/>
                <p14:nvPr/>
              </p14:nvContentPartPr>
              <p14:xfrm>
                <a:off x="3810600" y="4617884"/>
                <a:ext cx="169920" cy="2019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3A00A6C4-EF9A-4E8A-1410-92A75B59E760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3801960" y="4608884"/>
                  <a:ext cx="1875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C8C09D1C-3978-9EEE-FF8D-CB456E5E0AA7}"/>
                    </a:ext>
                  </a:extLst>
                </p14:cNvPr>
                <p14:cNvContentPartPr/>
                <p14:nvPr/>
              </p14:nvContentPartPr>
              <p14:xfrm>
                <a:off x="4027680" y="4636964"/>
                <a:ext cx="83520" cy="13320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C8C09D1C-3978-9EEE-FF8D-CB456E5E0AA7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4018680" y="4627964"/>
                  <a:ext cx="101160" cy="15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AE401CA5-6DD3-A546-9A6D-1B767B3CD568}"/>
              </a:ext>
            </a:extLst>
          </p:cNvPr>
          <p:cNvGrpSpPr/>
          <p:nvPr/>
        </p:nvGrpSpPr>
        <p:grpSpPr>
          <a:xfrm>
            <a:off x="1504080" y="5550644"/>
            <a:ext cx="354600" cy="189360"/>
            <a:chOff x="1504080" y="5550644"/>
            <a:chExt cx="354600" cy="18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C00495EA-3524-8558-F503-6F28D65AB225}"/>
                    </a:ext>
                  </a:extLst>
                </p14:cNvPr>
                <p14:cNvContentPartPr/>
                <p14:nvPr/>
              </p14:nvContentPartPr>
              <p14:xfrm>
                <a:off x="1504080" y="5550644"/>
                <a:ext cx="96480" cy="18936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C00495EA-3524-8558-F503-6F28D65AB225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495440" y="5541644"/>
                  <a:ext cx="1141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51ADF315-E863-FB3B-D34B-239629831640}"/>
                    </a:ext>
                  </a:extLst>
                </p14:cNvPr>
                <p14:cNvContentPartPr/>
                <p14:nvPr/>
              </p14:nvContentPartPr>
              <p14:xfrm>
                <a:off x="1514880" y="5651804"/>
                <a:ext cx="183240" cy="3996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51ADF315-E863-FB3B-D34B-239629831640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505880" y="5642804"/>
                  <a:ext cx="2008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8CD88A9B-6717-F8A1-F74D-C6B7CBE87C4B}"/>
                    </a:ext>
                  </a:extLst>
                </p14:cNvPr>
                <p14:cNvContentPartPr/>
                <p14:nvPr/>
              </p14:nvContentPartPr>
              <p14:xfrm>
                <a:off x="1725120" y="5589524"/>
                <a:ext cx="133560" cy="13500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8CD88A9B-6717-F8A1-F74D-C6B7CBE87C4B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716480" y="5580884"/>
                  <a:ext cx="151200" cy="15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DF3F4E58-063B-1CEE-E5CD-B463274BC247}"/>
              </a:ext>
            </a:extLst>
          </p:cNvPr>
          <p:cNvGrpSpPr/>
          <p:nvPr/>
        </p:nvGrpSpPr>
        <p:grpSpPr>
          <a:xfrm>
            <a:off x="3821400" y="5324204"/>
            <a:ext cx="469080" cy="201240"/>
            <a:chOff x="3821400" y="5324204"/>
            <a:chExt cx="469080" cy="20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195083CA-236B-093D-02DD-CFA5F4B777B3}"/>
                    </a:ext>
                  </a:extLst>
                </p14:cNvPr>
                <p14:cNvContentPartPr/>
                <p14:nvPr/>
              </p14:nvContentPartPr>
              <p14:xfrm>
                <a:off x="3821400" y="5326004"/>
                <a:ext cx="160920" cy="19944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195083CA-236B-093D-02DD-CFA5F4B777B3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3812400" y="5317364"/>
                  <a:ext cx="1785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FDAF796A-9C9B-0555-2BD9-C51DA2FF8CAB}"/>
                    </a:ext>
                  </a:extLst>
                </p14:cNvPr>
                <p14:cNvContentPartPr/>
                <p14:nvPr/>
              </p14:nvContentPartPr>
              <p14:xfrm>
                <a:off x="4077000" y="5324204"/>
                <a:ext cx="213480" cy="20088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FDAF796A-9C9B-0555-2BD9-C51DA2FF8CAB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4068360" y="5315204"/>
                  <a:ext cx="231120" cy="21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D626C78F-0AE6-B815-9EDB-D4E8E913EACE}"/>
              </a:ext>
            </a:extLst>
          </p:cNvPr>
          <p:cNvGrpSpPr/>
          <p:nvPr/>
        </p:nvGrpSpPr>
        <p:grpSpPr>
          <a:xfrm>
            <a:off x="290880" y="6198644"/>
            <a:ext cx="271440" cy="355680"/>
            <a:chOff x="290880" y="6198644"/>
            <a:chExt cx="271440" cy="35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BE8F76DE-5059-DCA7-54B0-A2861B59A388}"/>
                    </a:ext>
                  </a:extLst>
                </p14:cNvPr>
                <p14:cNvContentPartPr/>
                <p14:nvPr/>
              </p14:nvContentPartPr>
              <p14:xfrm>
                <a:off x="340560" y="6198644"/>
                <a:ext cx="69120" cy="14040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BE8F76DE-5059-DCA7-54B0-A2861B59A388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331560" y="6189644"/>
                  <a:ext cx="867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53011C6D-35E5-C5E0-73BC-B8C5579765CD}"/>
                    </a:ext>
                  </a:extLst>
                </p14:cNvPr>
                <p14:cNvContentPartPr/>
                <p14:nvPr/>
              </p14:nvContentPartPr>
              <p14:xfrm>
                <a:off x="290880" y="6347324"/>
                <a:ext cx="271440" cy="20700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53011C6D-35E5-C5E0-73BC-B8C5579765CD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281880" y="6338684"/>
                  <a:ext cx="289080" cy="22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A215EBD1-B9A8-33F3-A456-3925AABA4CEF}"/>
              </a:ext>
            </a:extLst>
          </p:cNvPr>
          <p:cNvGrpSpPr/>
          <p:nvPr/>
        </p:nvGrpSpPr>
        <p:grpSpPr>
          <a:xfrm>
            <a:off x="1308600" y="6288644"/>
            <a:ext cx="484920" cy="262440"/>
            <a:chOff x="1308600" y="6288644"/>
            <a:chExt cx="484920" cy="26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5918810E-9895-F2BF-FAC9-BFC268AC27C5}"/>
                    </a:ext>
                  </a:extLst>
                </p14:cNvPr>
                <p14:cNvContentPartPr/>
                <p14:nvPr/>
              </p14:nvContentPartPr>
              <p14:xfrm>
                <a:off x="1308600" y="6288644"/>
                <a:ext cx="37440" cy="20988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5918810E-9895-F2BF-FAC9-BFC268AC27C5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299960" y="6279644"/>
                  <a:ext cx="550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57DB124E-45E9-C383-0E00-A787D5F06D5E}"/>
                    </a:ext>
                  </a:extLst>
                </p14:cNvPr>
                <p14:cNvContentPartPr/>
                <p14:nvPr/>
              </p14:nvContentPartPr>
              <p14:xfrm>
                <a:off x="1468440" y="6299804"/>
                <a:ext cx="156600" cy="25128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57DB124E-45E9-C383-0E00-A787D5F06D5E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459440" y="6291164"/>
                  <a:ext cx="17424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C5DFA45A-1F2A-700F-EEF7-A5F023F85397}"/>
                    </a:ext>
                  </a:extLst>
                </p14:cNvPr>
                <p14:cNvContentPartPr/>
                <p14:nvPr/>
              </p14:nvContentPartPr>
              <p14:xfrm>
                <a:off x="1701000" y="6359924"/>
                <a:ext cx="92520" cy="12564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C5DFA45A-1F2A-700F-EEF7-A5F023F85397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692000" y="6350924"/>
                  <a:ext cx="110160" cy="14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D2B3A256-9E42-FB8C-3A87-53D9056F5808}"/>
              </a:ext>
            </a:extLst>
          </p:cNvPr>
          <p:cNvGrpSpPr/>
          <p:nvPr/>
        </p:nvGrpSpPr>
        <p:grpSpPr>
          <a:xfrm>
            <a:off x="3774960" y="6177404"/>
            <a:ext cx="522360" cy="245880"/>
            <a:chOff x="3774960" y="6177404"/>
            <a:chExt cx="522360" cy="24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0608F7A9-DDDF-DAF1-52B9-5769CA5681CB}"/>
                    </a:ext>
                  </a:extLst>
                </p14:cNvPr>
                <p14:cNvContentPartPr/>
                <p14:nvPr/>
              </p14:nvContentPartPr>
              <p14:xfrm>
                <a:off x="3774960" y="6181724"/>
                <a:ext cx="14040" cy="24156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0608F7A9-DDDF-DAF1-52B9-5769CA5681CB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3766320" y="6172724"/>
                  <a:ext cx="316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45E780B2-55E2-EF42-A797-B5FFBC341543}"/>
                    </a:ext>
                  </a:extLst>
                </p14:cNvPr>
                <p14:cNvContentPartPr/>
                <p14:nvPr/>
              </p14:nvContentPartPr>
              <p14:xfrm>
                <a:off x="3921480" y="6213764"/>
                <a:ext cx="135720" cy="19800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45E780B2-55E2-EF42-A797-B5FFBC341543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3912480" y="6204764"/>
                  <a:ext cx="1533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C473924D-1E4E-DFE7-1C86-1EE8A33F2DE8}"/>
                    </a:ext>
                  </a:extLst>
                </p14:cNvPr>
                <p14:cNvContentPartPr/>
                <p14:nvPr/>
              </p14:nvContentPartPr>
              <p14:xfrm>
                <a:off x="4099680" y="6234644"/>
                <a:ext cx="121680" cy="1634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C473924D-1E4E-DFE7-1C86-1EE8A33F2DE8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4091040" y="6226004"/>
                  <a:ext cx="1393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E56D8B5E-D945-440D-BF08-1170B63D1377}"/>
                    </a:ext>
                  </a:extLst>
                </p14:cNvPr>
                <p14:cNvContentPartPr/>
                <p14:nvPr/>
              </p14:nvContentPartPr>
              <p14:xfrm>
                <a:off x="4116600" y="6177404"/>
                <a:ext cx="180720" cy="8208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E56D8B5E-D945-440D-BF08-1170B63D1377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4107960" y="6168404"/>
                  <a:ext cx="198360" cy="9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16F9F77D-A821-EB04-D329-327959661E58}"/>
              </a:ext>
            </a:extLst>
          </p:cNvPr>
          <p:cNvGrpSpPr/>
          <p:nvPr/>
        </p:nvGrpSpPr>
        <p:grpSpPr>
          <a:xfrm>
            <a:off x="1692000" y="910604"/>
            <a:ext cx="268200" cy="189360"/>
            <a:chOff x="1692000" y="910604"/>
            <a:chExt cx="268200" cy="18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782F7F61-40FF-FC00-6509-6FA38C770C41}"/>
                    </a:ext>
                  </a:extLst>
                </p14:cNvPr>
                <p14:cNvContentPartPr/>
                <p14:nvPr/>
              </p14:nvContentPartPr>
              <p14:xfrm>
                <a:off x="1692000" y="910604"/>
                <a:ext cx="217080" cy="15408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782F7F61-40FF-FC00-6509-6FA38C770C41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683000" y="901604"/>
                  <a:ext cx="2347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78228F03-A988-5D77-A5EE-DD072FE4CB19}"/>
                    </a:ext>
                  </a:extLst>
                </p14:cNvPr>
                <p14:cNvContentPartPr/>
                <p14:nvPr/>
              </p14:nvContentPartPr>
              <p14:xfrm>
                <a:off x="1926360" y="960284"/>
                <a:ext cx="33840" cy="13968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78228F03-A988-5D77-A5EE-DD072FE4CB19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917720" y="951644"/>
                  <a:ext cx="51480" cy="15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95184069-FFBC-A99C-081E-3689E92411BC}"/>
              </a:ext>
            </a:extLst>
          </p:cNvPr>
          <p:cNvGrpSpPr/>
          <p:nvPr/>
        </p:nvGrpSpPr>
        <p:grpSpPr>
          <a:xfrm>
            <a:off x="4016160" y="917444"/>
            <a:ext cx="334080" cy="204840"/>
            <a:chOff x="4016160" y="917444"/>
            <a:chExt cx="334080" cy="20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672BD7D6-F314-DC4F-8CA4-1A5CB698A2CD}"/>
                    </a:ext>
                  </a:extLst>
                </p14:cNvPr>
                <p14:cNvContentPartPr/>
                <p14:nvPr/>
              </p14:nvContentPartPr>
              <p14:xfrm>
                <a:off x="4016160" y="917444"/>
                <a:ext cx="180720" cy="12276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672BD7D6-F314-DC4F-8CA4-1A5CB698A2CD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4007520" y="908804"/>
                  <a:ext cx="1983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2AE7CE33-2BB8-DA01-23A5-08B8FC9C61CF}"/>
                    </a:ext>
                  </a:extLst>
                </p14:cNvPr>
                <p14:cNvContentPartPr/>
                <p14:nvPr/>
              </p14:nvContentPartPr>
              <p14:xfrm>
                <a:off x="4227840" y="1007084"/>
                <a:ext cx="122400" cy="11520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2AE7CE33-2BB8-DA01-23A5-08B8FC9C61CF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4219200" y="998444"/>
                  <a:ext cx="140040" cy="13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0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9C60E5BA-65BA-08EB-946F-54F57D3ECBFC}"/>
                  </a:ext>
                </a:extLst>
              </p14:cNvPr>
              <p14:cNvContentPartPr/>
              <p14:nvPr/>
            </p14:nvContentPartPr>
            <p14:xfrm>
              <a:off x="5915160" y="962804"/>
              <a:ext cx="100080" cy="273600"/>
            </p14:xfrm>
          </p:contentPart>
        </mc:Choice>
        <mc:Fallback xmlns=""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9C60E5BA-65BA-08EB-946F-54F57D3ECBFC}"/>
                  </a:ext>
                </a:extLst>
              </p:cNvPr>
              <p:cNvPicPr/>
              <p:nvPr/>
            </p:nvPicPr>
            <p:blipFill>
              <a:blip r:embed="rId421"/>
              <a:stretch>
                <a:fillRect/>
              </a:stretch>
            </p:blipFill>
            <p:spPr>
              <a:xfrm>
                <a:off x="5906160" y="954164"/>
                <a:ext cx="117720" cy="29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12" name="Group 311">
            <a:extLst>
              <a:ext uri="{FF2B5EF4-FFF2-40B4-BE49-F238E27FC236}">
                <a16:creationId xmlns:a16="http://schemas.microsoft.com/office/drawing/2014/main" id="{6DB25A74-8AED-649B-68D4-CBE9D597D7C1}"/>
              </a:ext>
            </a:extLst>
          </p:cNvPr>
          <p:cNvGrpSpPr/>
          <p:nvPr/>
        </p:nvGrpSpPr>
        <p:grpSpPr>
          <a:xfrm>
            <a:off x="420840" y="2753444"/>
            <a:ext cx="290160" cy="339480"/>
            <a:chOff x="420840" y="2753444"/>
            <a:chExt cx="290160" cy="33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263F7312-8B44-5709-5FC6-22CB95302BB7}"/>
                    </a:ext>
                  </a:extLst>
                </p14:cNvPr>
                <p14:cNvContentPartPr/>
                <p14:nvPr/>
              </p14:nvContentPartPr>
              <p14:xfrm>
                <a:off x="435240" y="2753444"/>
                <a:ext cx="90720" cy="1008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263F7312-8B44-5709-5FC6-22CB95302BB7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26600" y="2744444"/>
                  <a:ext cx="1083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E388C507-96A9-1052-FC92-7E9F9B5FA472}"/>
                    </a:ext>
                  </a:extLst>
                </p14:cNvPr>
                <p14:cNvContentPartPr/>
                <p14:nvPr/>
              </p14:nvContentPartPr>
              <p14:xfrm>
                <a:off x="420840" y="2884844"/>
                <a:ext cx="52560" cy="1036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E388C507-96A9-1052-FC92-7E9F9B5FA472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412200" y="2876204"/>
                  <a:ext cx="702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040C7DFE-C01F-001C-D6E9-B2F881EC5CD8}"/>
                    </a:ext>
                  </a:extLst>
                </p14:cNvPr>
                <p14:cNvContentPartPr/>
                <p14:nvPr/>
              </p14:nvContentPartPr>
              <p14:xfrm>
                <a:off x="537840" y="2910764"/>
                <a:ext cx="25560" cy="8172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040C7DFE-C01F-001C-D6E9-B2F881EC5CD8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528840" y="2902124"/>
                  <a:ext cx="432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A1DB74B0-B7E6-4F6B-E741-586A10044B7E}"/>
                    </a:ext>
                  </a:extLst>
                </p14:cNvPr>
                <p14:cNvContentPartPr/>
                <p14:nvPr/>
              </p14:nvContentPartPr>
              <p14:xfrm>
                <a:off x="481680" y="2940284"/>
                <a:ext cx="80280" cy="1526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A1DB74B0-B7E6-4F6B-E741-586A10044B7E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472680" y="2931644"/>
                  <a:ext cx="979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E590850B-FCBB-3098-AE94-81DCEAD47D53}"/>
                    </a:ext>
                  </a:extLst>
                </p14:cNvPr>
                <p14:cNvContentPartPr/>
                <p14:nvPr/>
              </p14:nvContentPartPr>
              <p14:xfrm>
                <a:off x="708480" y="2871524"/>
                <a:ext cx="2520" cy="11772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E590850B-FCBB-3098-AE94-81DCEAD47D53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699840" y="2862524"/>
                  <a:ext cx="20160" cy="13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BE60633C-CBE9-FDC0-2444-951800313891}"/>
              </a:ext>
            </a:extLst>
          </p:cNvPr>
          <p:cNvGrpSpPr/>
          <p:nvPr/>
        </p:nvGrpSpPr>
        <p:grpSpPr>
          <a:xfrm>
            <a:off x="348120" y="3493604"/>
            <a:ext cx="447120" cy="333720"/>
            <a:chOff x="348120" y="3493604"/>
            <a:chExt cx="447120" cy="33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5F5DBBA8-6FA4-BF4F-EA31-D3BF9EBBE4A1}"/>
                    </a:ext>
                  </a:extLst>
                </p14:cNvPr>
                <p14:cNvContentPartPr/>
                <p14:nvPr/>
              </p14:nvContentPartPr>
              <p14:xfrm>
                <a:off x="353160" y="3493604"/>
                <a:ext cx="108720" cy="11808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5F5DBBA8-6FA4-BF4F-EA31-D3BF9EBBE4A1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344520" y="3484964"/>
                  <a:ext cx="1263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002B279E-1B5E-4441-589F-B87CC0850BDE}"/>
                    </a:ext>
                  </a:extLst>
                </p14:cNvPr>
                <p14:cNvContentPartPr/>
                <p14:nvPr/>
              </p14:nvContentPartPr>
              <p14:xfrm>
                <a:off x="348120" y="3637244"/>
                <a:ext cx="161280" cy="1281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002B279E-1B5E-4441-589F-B87CC0850BDE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339120" y="3628244"/>
                  <a:ext cx="1789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93E98360-3F20-0D88-5366-277043114FC6}"/>
                    </a:ext>
                  </a:extLst>
                </p14:cNvPr>
                <p14:cNvContentPartPr/>
                <p14:nvPr/>
              </p14:nvContentPartPr>
              <p14:xfrm>
                <a:off x="444240" y="3696284"/>
                <a:ext cx="131760" cy="13104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93E98360-3F20-0D88-5366-277043114FC6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435240" y="3687284"/>
                  <a:ext cx="1494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2207F047-7591-3BD6-18B7-D7943E066DBC}"/>
                    </a:ext>
                  </a:extLst>
                </p14:cNvPr>
                <p14:cNvContentPartPr/>
                <p14:nvPr/>
              </p14:nvContentPartPr>
              <p14:xfrm>
                <a:off x="673200" y="3648404"/>
                <a:ext cx="122040" cy="15012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2207F047-7591-3BD6-18B7-D7943E066DBC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664200" y="3639404"/>
                  <a:ext cx="139680" cy="16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365F7FAD-18AD-7EAC-6F28-2B18A4B62E3A}"/>
              </a:ext>
            </a:extLst>
          </p:cNvPr>
          <p:cNvGrpSpPr/>
          <p:nvPr/>
        </p:nvGrpSpPr>
        <p:grpSpPr>
          <a:xfrm>
            <a:off x="360000" y="4139804"/>
            <a:ext cx="375480" cy="348840"/>
            <a:chOff x="360000" y="4139804"/>
            <a:chExt cx="375480" cy="34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B5F96BE3-821B-0878-9D6B-30DEC2B0F7E2}"/>
                    </a:ext>
                  </a:extLst>
                </p14:cNvPr>
                <p14:cNvContentPartPr/>
                <p14:nvPr/>
              </p14:nvContentPartPr>
              <p14:xfrm>
                <a:off x="360000" y="4139804"/>
                <a:ext cx="136080" cy="12312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B5F96BE3-821B-0878-9D6B-30DEC2B0F7E2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351000" y="4130804"/>
                  <a:ext cx="1537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E85CF152-7EA1-0C97-09BB-BE4FCE6C3FE0}"/>
                    </a:ext>
                  </a:extLst>
                </p14:cNvPr>
                <p14:cNvContentPartPr/>
                <p14:nvPr/>
              </p14:nvContentPartPr>
              <p14:xfrm>
                <a:off x="368640" y="4212164"/>
                <a:ext cx="154440" cy="15768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E85CF152-7EA1-0C97-09BB-BE4FCE6C3FE0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360000" y="4203164"/>
                  <a:ext cx="1720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FCC835B5-C86D-15E4-AE93-ED6926F0B809}"/>
                    </a:ext>
                  </a:extLst>
                </p14:cNvPr>
                <p14:cNvContentPartPr/>
                <p14:nvPr/>
              </p14:nvContentPartPr>
              <p14:xfrm>
                <a:off x="400680" y="4329884"/>
                <a:ext cx="133560" cy="1587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FCC835B5-C86D-15E4-AE93-ED6926F0B809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392040" y="4321244"/>
                  <a:ext cx="1512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14A725DC-8478-2513-D95B-837F3620A09F}"/>
                    </a:ext>
                  </a:extLst>
                </p14:cNvPr>
                <p14:cNvContentPartPr/>
                <p14:nvPr/>
              </p14:nvContentPartPr>
              <p14:xfrm>
                <a:off x="641520" y="4227284"/>
                <a:ext cx="93960" cy="15696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14A725DC-8478-2513-D95B-837F3620A09F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632520" y="4218644"/>
                  <a:ext cx="111600" cy="17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10C67AEA-49A1-7D12-12A2-3BA01611CE77}"/>
              </a:ext>
            </a:extLst>
          </p:cNvPr>
          <p:cNvGrpSpPr/>
          <p:nvPr/>
        </p:nvGrpSpPr>
        <p:grpSpPr>
          <a:xfrm>
            <a:off x="357120" y="4817684"/>
            <a:ext cx="357840" cy="365760"/>
            <a:chOff x="357120" y="4817684"/>
            <a:chExt cx="357840" cy="36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E7CC9F24-CEE2-1354-D533-B11B6D769FDA}"/>
                    </a:ext>
                  </a:extLst>
                </p14:cNvPr>
                <p14:cNvContentPartPr/>
                <p14:nvPr/>
              </p14:nvContentPartPr>
              <p14:xfrm>
                <a:off x="357120" y="4817684"/>
                <a:ext cx="153000" cy="12060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E7CC9F24-CEE2-1354-D533-B11B6D769FDA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348480" y="4809044"/>
                  <a:ext cx="1706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304C71CB-3272-8C5B-904F-4D2DF4C00219}"/>
                    </a:ext>
                  </a:extLst>
                </p14:cNvPr>
                <p14:cNvContentPartPr/>
                <p14:nvPr/>
              </p14:nvContentPartPr>
              <p14:xfrm>
                <a:off x="365040" y="4913804"/>
                <a:ext cx="225000" cy="26964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304C71CB-3272-8C5B-904F-4D2DF4C00219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356040" y="4904804"/>
                  <a:ext cx="24264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BA51BEF6-54C0-E38D-59D7-AD82C4603BC1}"/>
                    </a:ext>
                  </a:extLst>
                </p14:cNvPr>
                <p14:cNvContentPartPr/>
                <p14:nvPr/>
              </p14:nvContentPartPr>
              <p14:xfrm>
                <a:off x="618840" y="4917764"/>
                <a:ext cx="96120" cy="19224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BA51BEF6-54C0-E38D-59D7-AD82C4603BC1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609840" y="4909124"/>
                  <a:ext cx="113760" cy="20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C494133A-DCC4-BE81-283D-79A7870C0B64}"/>
              </a:ext>
            </a:extLst>
          </p:cNvPr>
          <p:cNvGrpSpPr/>
          <p:nvPr/>
        </p:nvGrpSpPr>
        <p:grpSpPr>
          <a:xfrm>
            <a:off x="374760" y="5499164"/>
            <a:ext cx="349920" cy="347400"/>
            <a:chOff x="374760" y="5499164"/>
            <a:chExt cx="349920" cy="34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95C257F7-6865-DD5B-09C7-38D5C83BB66C}"/>
                    </a:ext>
                  </a:extLst>
                </p14:cNvPr>
                <p14:cNvContentPartPr/>
                <p14:nvPr/>
              </p14:nvContentPartPr>
              <p14:xfrm>
                <a:off x="374760" y="5499164"/>
                <a:ext cx="114480" cy="13500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95C257F7-6865-DD5B-09C7-38D5C83BB66C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366120" y="5490524"/>
                  <a:ext cx="1321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C9BE577E-FDE3-9A93-9E25-DF815D324883}"/>
                    </a:ext>
                  </a:extLst>
                </p14:cNvPr>
                <p14:cNvContentPartPr/>
                <p14:nvPr/>
              </p14:nvContentPartPr>
              <p14:xfrm>
                <a:off x="380520" y="5605724"/>
                <a:ext cx="59400" cy="1209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C9BE577E-FDE3-9A93-9E25-DF815D324883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371880" y="5597084"/>
                  <a:ext cx="770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27E2C109-37FB-6E87-6CC1-65D3203A4D5E}"/>
                    </a:ext>
                  </a:extLst>
                </p14:cNvPr>
                <p14:cNvContentPartPr/>
                <p14:nvPr/>
              </p14:nvContentPartPr>
              <p14:xfrm>
                <a:off x="408240" y="5672324"/>
                <a:ext cx="155880" cy="17424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27E2C109-37FB-6E87-6CC1-65D3203A4D5E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399240" y="5663684"/>
                  <a:ext cx="1735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286D164D-00E8-7F08-289B-83B193B2C439}"/>
                    </a:ext>
                  </a:extLst>
                </p14:cNvPr>
                <p14:cNvContentPartPr/>
                <p14:nvPr/>
              </p14:nvContentPartPr>
              <p14:xfrm>
                <a:off x="594000" y="5647124"/>
                <a:ext cx="61560" cy="11232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286D164D-00E8-7F08-289B-83B193B2C439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585360" y="5638124"/>
                  <a:ext cx="792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392ACA90-4673-C052-9DC9-7762F39AD6AB}"/>
                    </a:ext>
                  </a:extLst>
                </p14:cNvPr>
                <p14:cNvContentPartPr/>
                <p14:nvPr/>
              </p14:nvContentPartPr>
              <p14:xfrm>
                <a:off x="648360" y="5562164"/>
                <a:ext cx="76320" cy="7416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392ACA90-4673-C052-9DC9-7762F39AD6AB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639360" y="5553524"/>
                  <a:ext cx="93960" cy="91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4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323A8756-1B1E-ED02-4962-511522BE1ABE}"/>
                  </a:ext>
                </a:extLst>
              </p14:cNvPr>
              <p14:cNvContentPartPr/>
              <p14:nvPr/>
            </p14:nvContentPartPr>
            <p14:xfrm>
              <a:off x="605520" y="6342644"/>
              <a:ext cx="70200" cy="145800"/>
            </p14:xfrm>
          </p:contentPart>
        </mc:Choice>
        <mc:Fallback xmlns=""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323A8756-1B1E-ED02-4962-511522BE1ABE}"/>
                  </a:ext>
                </a:extLst>
              </p:cNvPr>
              <p:cNvPicPr/>
              <p:nvPr/>
            </p:nvPicPr>
            <p:blipFill>
              <a:blip r:embed="rId465"/>
              <a:stretch>
                <a:fillRect/>
              </a:stretch>
            </p:blipFill>
            <p:spPr>
              <a:xfrm>
                <a:off x="596880" y="6334004"/>
                <a:ext cx="87840" cy="16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8263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C31CA92-28CA-29AA-7093-F1C90BB0A7DB}"/>
                  </a:ext>
                </a:extLst>
              </p14:cNvPr>
              <p14:cNvContentPartPr/>
              <p14:nvPr/>
            </p14:nvContentPartPr>
            <p14:xfrm>
              <a:off x="841320" y="975764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C31CA92-28CA-29AA-7093-F1C90BB0A7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2320" y="96712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AAADB9E-261B-0B20-78E3-A531E3EE31C2}"/>
                  </a:ext>
                </a:extLst>
              </p14:cNvPr>
              <p14:cNvContentPartPr/>
              <p14:nvPr/>
            </p14:nvContentPartPr>
            <p14:xfrm>
              <a:off x="769680" y="1407044"/>
              <a:ext cx="158760" cy="5223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AAADB9E-261B-0B20-78E3-A531E3EE31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0680" y="1398404"/>
                <a:ext cx="176400" cy="524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EA515ED-5CA8-46EF-82A7-E5BDE9317499}"/>
                  </a:ext>
                </a:extLst>
              </p14:cNvPr>
              <p14:cNvContentPartPr/>
              <p14:nvPr/>
            </p14:nvContentPartPr>
            <p14:xfrm>
              <a:off x="1095480" y="1411364"/>
              <a:ext cx="230040" cy="356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EA515ED-5CA8-46EF-82A7-E5BDE931749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86480" y="1402724"/>
                <a:ext cx="247680" cy="37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5735BBE-3C87-8BBB-5C36-BF21BB6F581F}"/>
                  </a:ext>
                </a:extLst>
              </p14:cNvPr>
              <p14:cNvContentPartPr/>
              <p14:nvPr/>
            </p14:nvContentPartPr>
            <p14:xfrm>
              <a:off x="1377360" y="1528364"/>
              <a:ext cx="139680" cy="123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5735BBE-3C87-8BBB-5C36-BF21BB6F581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68720" y="1519724"/>
                <a:ext cx="15732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7631559-7639-BAC4-5D7B-5B42C8786031}"/>
                  </a:ext>
                </a:extLst>
              </p14:cNvPr>
              <p14:cNvContentPartPr/>
              <p14:nvPr/>
            </p14:nvContentPartPr>
            <p14:xfrm>
              <a:off x="1512360" y="1531964"/>
              <a:ext cx="97920" cy="1274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7631559-7639-BAC4-5D7B-5B42C878603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03360" y="1522964"/>
                <a:ext cx="11556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4959978-B64D-5CE6-A444-0C582D2DF082}"/>
                  </a:ext>
                </a:extLst>
              </p14:cNvPr>
              <p14:cNvContentPartPr/>
              <p14:nvPr/>
            </p14:nvContentPartPr>
            <p14:xfrm>
              <a:off x="1619640" y="1530164"/>
              <a:ext cx="75240" cy="105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4959978-B64D-5CE6-A444-0C582D2DF08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11000" y="1521524"/>
                <a:ext cx="9288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528166C-A686-17BD-E8C8-4D02F317633F}"/>
                  </a:ext>
                </a:extLst>
              </p14:cNvPr>
              <p14:cNvContentPartPr/>
              <p14:nvPr/>
            </p14:nvContentPartPr>
            <p14:xfrm>
              <a:off x="1728720" y="1472924"/>
              <a:ext cx="41760" cy="181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528166C-A686-17BD-E8C8-4D02F317633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719720" y="1464284"/>
                <a:ext cx="5940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2EBF42F-BB35-F381-6D8F-C65CD24DC864}"/>
                  </a:ext>
                </a:extLst>
              </p14:cNvPr>
              <p14:cNvContentPartPr/>
              <p14:nvPr/>
            </p14:nvContentPartPr>
            <p14:xfrm>
              <a:off x="1724040" y="1546004"/>
              <a:ext cx="73800" cy="234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2EBF42F-BB35-F381-6D8F-C65CD24DC86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715400" y="1537364"/>
                <a:ext cx="9144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5D167FA-CD6C-94B2-6CEF-997ED46C03ED}"/>
                  </a:ext>
                </a:extLst>
              </p14:cNvPr>
              <p14:cNvContentPartPr/>
              <p14:nvPr/>
            </p14:nvContentPartPr>
            <p14:xfrm>
              <a:off x="1803240" y="1530884"/>
              <a:ext cx="92160" cy="975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5D167FA-CD6C-94B2-6CEF-997ED46C03E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94240" y="1521884"/>
                <a:ext cx="10980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396AF0F-03A8-F81C-5F6E-EFDF8E59B8F9}"/>
                  </a:ext>
                </a:extLst>
              </p14:cNvPr>
              <p14:cNvContentPartPr/>
              <p14:nvPr/>
            </p14:nvContentPartPr>
            <p14:xfrm>
              <a:off x="1930680" y="1530884"/>
              <a:ext cx="46080" cy="1015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396AF0F-03A8-F81C-5F6E-EFDF8E59B8F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922040" y="1521884"/>
                <a:ext cx="6372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8AF35D9-9691-DF2B-C4B6-B5172466A6EA}"/>
                  </a:ext>
                </a:extLst>
              </p14:cNvPr>
              <p14:cNvContentPartPr/>
              <p14:nvPr/>
            </p14:nvContentPartPr>
            <p14:xfrm>
              <a:off x="2221200" y="1502084"/>
              <a:ext cx="15480" cy="1357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8AF35D9-9691-DF2B-C4B6-B5172466A6E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212200" y="1493084"/>
                <a:ext cx="3312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4B52976-AB72-BED0-5648-3F6F1279E566}"/>
                  </a:ext>
                </a:extLst>
              </p14:cNvPr>
              <p14:cNvContentPartPr/>
              <p14:nvPr/>
            </p14:nvContentPartPr>
            <p14:xfrm>
              <a:off x="2152080" y="1499564"/>
              <a:ext cx="82440" cy="496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4B52976-AB72-BED0-5648-3F6F1279E56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143080" y="1490564"/>
                <a:ext cx="10008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35B1908-A987-585F-9B30-05307F5DF2B4}"/>
                  </a:ext>
                </a:extLst>
              </p14:cNvPr>
              <p14:cNvContentPartPr/>
              <p14:nvPr/>
            </p14:nvContentPartPr>
            <p14:xfrm>
              <a:off x="2179440" y="1645364"/>
              <a:ext cx="277920" cy="306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35B1908-A987-585F-9B30-05307F5DF2B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170800" y="1636364"/>
                <a:ext cx="29556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05085C2-30C6-75DE-94CC-A25C569B8F97}"/>
                  </a:ext>
                </a:extLst>
              </p14:cNvPr>
              <p14:cNvContentPartPr/>
              <p14:nvPr/>
            </p14:nvContentPartPr>
            <p14:xfrm>
              <a:off x="1213200" y="1879724"/>
              <a:ext cx="186120" cy="1875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05085C2-30C6-75DE-94CC-A25C569B8F9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204560" y="1871084"/>
                <a:ext cx="20376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F8A5108-D7EC-EC40-4E20-45C5C0CB704E}"/>
                  </a:ext>
                </a:extLst>
              </p14:cNvPr>
              <p14:cNvContentPartPr/>
              <p14:nvPr/>
            </p14:nvContentPartPr>
            <p14:xfrm>
              <a:off x="1454400" y="1945964"/>
              <a:ext cx="21960" cy="2005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F8A5108-D7EC-EC40-4E20-45C5C0CB704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445400" y="1937324"/>
                <a:ext cx="3960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41F43A1-4308-6179-7235-9BA7FFD43DEB}"/>
                  </a:ext>
                </a:extLst>
              </p14:cNvPr>
              <p14:cNvContentPartPr/>
              <p14:nvPr/>
            </p14:nvContentPartPr>
            <p14:xfrm>
              <a:off x="1478880" y="1958924"/>
              <a:ext cx="48600" cy="864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41F43A1-4308-6179-7235-9BA7FFD43DE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470240" y="1950284"/>
                <a:ext cx="6624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9E263D7-C935-CF66-B102-AC31F2DC9A09}"/>
                  </a:ext>
                </a:extLst>
              </p14:cNvPr>
              <p14:cNvContentPartPr/>
              <p14:nvPr/>
            </p14:nvContentPartPr>
            <p14:xfrm>
              <a:off x="1542600" y="1958924"/>
              <a:ext cx="108360" cy="864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9E263D7-C935-CF66-B102-AC31F2DC9A0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533600" y="1950284"/>
                <a:ext cx="12600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8D244E8-BE71-2841-9711-59F14CCEA30E}"/>
                  </a:ext>
                </a:extLst>
              </p14:cNvPr>
              <p14:cNvContentPartPr/>
              <p14:nvPr/>
            </p14:nvContentPartPr>
            <p14:xfrm>
              <a:off x="1675800" y="1950284"/>
              <a:ext cx="126360" cy="752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8D244E8-BE71-2841-9711-59F14CCEA30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667160" y="1941284"/>
                <a:ext cx="14400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7104E81-EA16-0533-5F9B-B689C00CB99C}"/>
                  </a:ext>
                </a:extLst>
              </p14:cNvPr>
              <p14:cNvContentPartPr/>
              <p14:nvPr/>
            </p14:nvContentPartPr>
            <p14:xfrm>
              <a:off x="1803240" y="1857764"/>
              <a:ext cx="194400" cy="1566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7104E81-EA16-0533-5F9B-B689C00CB99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794240" y="1848764"/>
                <a:ext cx="21204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534D7E0-098E-C923-7113-D72FA32AE2CB}"/>
                  </a:ext>
                </a:extLst>
              </p14:cNvPr>
              <p14:cNvContentPartPr/>
              <p14:nvPr/>
            </p14:nvContentPartPr>
            <p14:xfrm>
              <a:off x="1917360" y="1883684"/>
              <a:ext cx="51480" cy="939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534D7E0-098E-C923-7113-D72FA32AE2C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908720" y="1874684"/>
                <a:ext cx="6912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C53BC76-5C6B-BFD1-8226-56142362FF5B}"/>
                  </a:ext>
                </a:extLst>
              </p14:cNvPr>
              <p14:cNvContentPartPr/>
              <p14:nvPr/>
            </p14:nvContentPartPr>
            <p14:xfrm>
              <a:off x="2030760" y="1938404"/>
              <a:ext cx="173520" cy="72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C53BC76-5C6B-BFD1-8226-56142362FF5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022120" y="1929404"/>
                <a:ext cx="19116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7253BD5A-8B10-E1C6-8927-C7FD996C9ECF}"/>
                  </a:ext>
                </a:extLst>
              </p14:cNvPr>
              <p14:cNvContentPartPr/>
              <p14:nvPr/>
            </p14:nvContentPartPr>
            <p14:xfrm>
              <a:off x="2172240" y="1897004"/>
              <a:ext cx="122760" cy="3751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7253BD5A-8B10-E1C6-8927-C7FD996C9EC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163240" y="1888364"/>
                <a:ext cx="140400" cy="3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BF6E84BB-6DDA-E755-B870-1C546568DC09}"/>
                  </a:ext>
                </a:extLst>
              </p14:cNvPr>
              <p14:cNvContentPartPr/>
              <p14:nvPr/>
            </p14:nvContentPartPr>
            <p14:xfrm>
              <a:off x="3293280" y="1376804"/>
              <a:ext cx="235440" cy="297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BF6E84BB-6DDA-E755-B870-1C546568DC0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284640" y="1367804"/>
                <a:ext cx="25308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0B53686-4558-B242-A1FD-E72C875667B7}"/>
                  </a:ext>
                </a:extLst>
              </p14:cNvPr>
              <p14:cNvContentPartPr/>
              <p14:nvPr/>
            </p14:nvContentPartPr>
            <p14:xfrm>
              <a:off x="3593880" y="1474724"/>
              <a:ext cx="139320" cy="860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0B53686-4558-B242-A1FD-E72C875667B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585240" y="1465724"/>
                <a:ext cx="15696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1C899B4-639C-AE61-7300-B52277C70309}"/>
                  </a:ext>
                </a:extLst>
              </p14:cNvPr>
              <p14:cNvContentPartPr/>
              <p14:nvPr/>
            </p14:nvContentPartPr>
            <p14:xfrm>
              <a:off x="3745440" y="1470764"/>
              <a:ext cx="95760" cy="1094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1C899B4-639C-AE61-7300-B52277C7030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736440" y="1461764"/>
                <a:ext cx="11340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BC4A1A6C-4311-A67F-84A7-68DB0D23518C}"/>
                  </a:ext>
                </a:extLst>
              </p14:cNvPr>
              <p14:cNvContentPartPr/>
              <p14:nvPr/>
            </p14:nvContentPartPr>
            <p14:xfrm>
              <a:off x="3861720" y="1393724"/>
              <a:ext cx="175680" cy="1857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BC4A1A6C-4311-A67F-84A7-68DB0D23518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852720" y="1384724"/>
                <a:ext cx="19332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56D5386-D8E7-C376-5C00-E6210EBBC5AB}"/>
                  </a:ext>
                </a:extLst>
              </p14:cNvPr>
              <p14:cNvContentPartPr/>
              <p14:nvPr/>
            </p14:nvContentPartPr>
            <p14:xfrm>
              <a:off x="3973680" y="1486604"/>
              <a:ext cx="83880" cy="417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56D5386-D8E7-C376-5C00-E6210EBBC5A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964680" y="1477604"/>
                <a:ext cx="10152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39F24D98-9EAF-FC8F-E412-C026102C8730}"/>
                  </a:ext>
                </a:extLst>
              </p14:cNvPr>
              <p14:cNvContentPartPr/>
              <p14:nvPr/>
            </p14:nvContentPartPr>
            <p14:xfrm>
              <a:off x="4079160" y="1470764"/>
              <a:ext cx="70200" cy="932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39F24D98-9EAF-FC8F-E412-C026102C873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070160" y="1461764"/>
                <a:ext cx="8784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178AC454-794D-54DA-38DA-10FB7F045E69}"/>
                  </a:ext>
                </a:extLst>
              </p14:cNvPr>
              <p14:cNvContentPartPr/>
              <p14:nvPr/>
            </p14:nvContentPartPr>
            <p14:xfrm>
              <a:off x="4199760" y="1435484"/>
              <a:ext cx="134280" cy="1281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178AC454-794D-54DA-38DA-10FB7F045E6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190760" y="1426484"/>
                <a:ext cx="15192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CD553BF5-4F78-9973-CDA8-D76684996FE9}"/>
                  </a:ext>
                </a:extLst>
              </p14:cNvPr>
              <p14:cNvContentPartPr/>
              <p14:nvPr/>
            </p14:nvContentPartPr>
            <p14:xfrm>
              <a:off x="4432320" y="1439444"/>
              <a:ext cx="191880" cy="2170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CD553BF5-4F78-9973-CDA8-D76684996FE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423320" y="1430804"/>
                <a:ext cx="20952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4BAA9049-8F80-6C20-56DB-546453E281C9}"/>
                  </a:ext>
                </a:extLst>
              </p14:cNvPr>
              <p14:cNvContentPartPr/>
              <p14:nvPr/>
            </p14:nvContentPartPr>
            <p14:xfrm>
              <a:off x="3450600" y="1823204"/>
              <a:ext cx="137520" cy="2368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4BAA9049-8F80-6C20-56DB-546453E281C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441960" y="1814564"/>
                <a:ext cx="15516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AD5D7CF6-3BD3-F3B3-8CDC-E15181E9A293}"/>
                  </a:ext>
                </a:extLst>
              </p14:cNvPr>
              <p14:cNvContentPartPr/>
              <p14:nvPr/>
            </p14:nvContentPartPr>
            <p14:xfrm>
              <a:off x="3679920" y="1939844"/>
              <a:ext cx="24120" cy="1965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AD5D7CF6-3BD3-F3B3-8CDC-E15181E9A29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671280" y="1931204"/>
                <a:ext cx="4176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F653328D-9296-3D0C-F6FB-B2CCC1CC7D57}"/>
                  </a:ext>
                </a:extLst>
              </p14:cNvPr>
              <p14:cNvContentPartPr/>
              <p14:nvPr/>
            </p14:nvContentPartPr>
            <p14:xfrm>
              <a:off x="3683160" y="1929044"/>
              <a:ext cx="103680" cy="997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F653328D-9296-3D0C-F6FB-B2CCC1CC7D5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674520" y="1920044"/>
                <a:ext cx="12132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12F5DE80-45D0-B405-B900-13FB972EF397}"/>
                  </a:ext>
                </a:extLst>
              </p14:cNvPr>
              <p14:cNvContentPartPr/>
              <p14:nvPr/>
            </p14:nvContentPartPr>
            <p14:xfrm>
              <a:off x="3790080" y="1935884"/>
              <a:ext cx="345240" cy="874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12F5DE80-45D0-B405-B900-13FB972EF39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781080" y="1927244"/>
                <a:ext cx="36288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251D1980-88AE-8B7D-4C53-E88FC7F72149}"/>
                  </a:ext>
                </a:extLst>
              </p14:cNvPr>
              <p14:cNvContentPartPr/>
              <p14:nvPr/>
            </p14:nvContentPartPr>
            <p14:xfrm>
              <a:off x="4096080" y="1849484"/>
              <a:ext cx="282960" cy="1706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251D1980-88AE-8B7D-4C53-E88FC7F7214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087080" y="1840844"/>
                <a:ext cx="30060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9A635F5-9FE7-8AC8-43DC-1FB974DCE13C}"/>
                  </a:ext>
                </a:extLst>
              </p14:cNvPr>
              <p14:cNvContentPartPr/>
              <p14:nvPr/>
            </p14:nvContentPartPr>
            <p14:xfrm>
              <a:off x="4267080" y="1881524"/>
              <a:ext cx="118440" cy="381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9A635F5-9FE7-8AC8-43DC-1FB974DCE13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258080" y="1872884"/>
                <a:ext cx="13608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D3C68C83-2785-1CE2-2DF9-B2E4632388EA}"/>
                  </a:ext>
                </a:extLst>
              </p14:cNvPr>
              <p14:cNvContentPartPr/>
              <p14:nvPr/>
            </p14:nvContentPartPr>
            <p14:xfrm>
              <a:off x="4407120" y="1938404"/>
              <a:ext cx="142920" cy="1011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D3C68C83-2785-1CE2-2DF9-B2E4632388EA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398120" y="1929404"/>
                <a:ext cx="16056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947951B9-6019-CAC4-8071-E8BDFBE0F7EF}"/>
                  </a:ext>
                </a:extLst>
              </p14:cNvPr>
              <p14:cNvContentPartPr/>
              <p14:nvPr/>
            </p14:nvContentPartPr>
            <p14:xfrm>
              <a:off x="4453200" y="1946324"/>
              <a:ext cx="230040" cy="3517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947951B9-6019-CAC4-8071-E8BDFBE0F7E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444560" y="1937684"/>
                <a:ext cx="247680" cy="36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C2461C47-02FE-2834-0532-EE594A5F21FF}"/>
                  </a:ext>
                </a:extLst>
              </p14:cNvPr>
              <p14:cNvContentPartPr/>
              <p14:nvPr/>
            </p14:nvContentPartPr>
            <p14:xfrm>
              <a:off x="1515600" y="2231804"/>
              <a:ext cx="113400" cy="2901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C2461C47-02FE-2834-0532-EE594A5F21FF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506600" y="2222804"/>
                <a:ext cx="13104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AF26A50A-F5C0-CEB6-BE56-A2E034931E24}"/>
                  </a:ext>
                </a:extLst>
              </p14:cNvPr>
              <p14:cNvContentPartPr/>
              <p14:nvPr/>
            </p14:nvContentPartPr>
            <p14:xfrm>
              <a:off x="1431360" y="2325044"/>
              <a:ext cx="485280" cy="1119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AF26A50A-F5C0-CEB6-BE56-A2E034931E2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422360" y="2316404"/>
                <a:ext cx="50292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4B491D85-1E3D-BE9F-C970-757F4FA2E455}"/>
                  </a:ext>
                </a:extLst>
              </p14:cNvPr>
              <p14:cNvContentPartPr/>
              <p14:nvPr/>
            </p14:nvContentPartPr>
            <p14:xfrm>
              <a:off x="1965240" y="2353844"/>
              <a:ext cx="77400" cy="882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4B491D85-1E3D-BE9F-C970-757F4FA2E455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956600" y="2344844"/>
                <a:ext cx="9504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1E519FF4-1AA8-0DB5-D8C1-AAA8C8B7B393}"/>
                  </a:ext>
                </a:extLst>
              </p14:cNvPr>
              <p14:cNvContentPartPr/>
              <p14:nvPr/>
            </p14:nvContentPartPr>
            <p14:xfrm>
              <a:off x="2093400" y="2345564"/>
              <a:ext cx="88920" cy="8424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1E519FF4-1AA8-0DB5-D8C1-AAA8C8B7B393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084760" y="2336564"/>
                <a:ext cx="10656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12927CC9-A607-77AB-C66B-D6EF99CB11F9}"/>
                  </a:ext>
                </a:extLst>
              </p14:cNvPr>
              <p14:cNvContentPartPr/>
              <p14:nvPr/>
            </p14:nvContentPartPr>
            <p14:xfrm>
              <a:off x="2204640" y="2342324"/>
              <a:ext cx="132480" cy="1306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12927CC9-A607-77AB-C66B-D6EF99CB11F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196000" y="2333684"/>
                <a:ext cx="15012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35914FA8-C384-2B40-45E6-60E1A565233F}"/>
                  </a:ext>
                </a:extLst>
              </p14:cNvPr>
              <p14:cNvContentPartPr/>
              <p14:nvPr/>
            </p14:nvContentPartPr>
            <p14:xfrm>
              <a:off x="2379960" y="2250164"/>
              <a:ext cx="34200" cy="2113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35914FA8-C384-2B40-45E6-60E1A565233F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371320" y="2241164"/>
                <a:ext cx="5184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7235F183-E70D-1D76-DCB4-D5BDCEBCE83E}"/>
                  </a:ext>
                </a:extLst>
              </p14:cNvPr>
              <p14:cNvContentPartPr/>
              <p14:nvPr/>
            </p14:nvContentPartPr>
            <p14:xfrm>
              <a:off x="2344320" y="2294084"/>
              <a:ext cx="102600" cy="4644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7235F183-E70D-1D76-DCB4-D5BDCEBCE83E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335320" y="2285444"/>
                <a:ext cx="12024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7A49C522-257D-141D-D6FD-4553D381E506}"/>
                  </a:ext>
                </a:extLst>
              </p14:cNvPr>
              <p14:cNvContentPartPr/>
              <p14:nvPr/>
            </p14:nvContentPartPr>
            <p14:xfrm>
              <a:off x="3810600" y="2218124"/>
              <a:ext cx="131760" cy="2782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7A49C522-257D-141D-D6FD-4553D381E506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801960" y="2209484"/>
                <a:ext cx="14940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C53F9B00-E55E-CAF9-A1D9-75D98CF04029}"/>
                  </a:ext>
                </a:extLst>
              </p14:cNvPr>
              <p14:cNvContentPartPr/>
              <p14:nvPr/>
            </p14:nvContentPartPr>
            <p14:xfrm>
              <a:off x="3701520" y="2323604"/>
              <a:ext cx="554400" cy="1364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C53F9B00-E55E-CAF9-A1D9-75D98CF04029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692520" y="2314964"/>
                <a:ext cx="57204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DF2A036A-1F55-3C96-AF6A-E86C2E13B470}"/>
                  </a:ext>
                </a:extLst>
              </p14:cNvPr>
              <p14:cNvContentPartPr/>
              <p14:nvPr/>
            </p14:nvContentPartPr>
            <p14:xfrm>
              <a:off x="4284000" y="2388404"/>
              <a:ext cx="72720" cy="820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DF2A036A-1F55-3C96-AF6A-E86C2E13B470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275000" y="2379764"/>
                <a:ext cx="9036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1C37EEDC-A623-C5F6-1310-B0665C025E0E}"/>
                  </a:ext>
                </a:extLst>
              </p14:cNvPr>
              <p14:cNvContentPartPr/>
              <p14:nvPr/>
            </p14:nvContentPartPr>
            <p14:xfrm>
              <a:off x="4408920" y="2393084"/>
              <a:ext cx="280800" cy="1026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1C37EEDC-A623-C5F6-1310-B0665C025E0E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399920" y="2384084"/>
                <a:ext cx="2984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5CB864F0-15EB-5E73-82B5-F689D2B724CA}"/>
                  </a:ext>
                </a:extLst>
              </p14:cNvPr>
              <p14:cNvContentPartPr/>
              <p14:nvPr/>
            </p14:nvContentPartPr>
            <p14:xfrm>
              <a:off x="4768920" y="2317124"/>
              <a:ext cx="31320" cy="2088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5CB864F0-15EB-5E73-82B5-F689D2B724CA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760280" y="2308484"/>
                <a:ext cx="4896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FB3BB9C7-E02D-DA79-83E5-90FC6BB85AD5}"/>
                  </a:ext>
                </a:extLst>
              </p14:cNvPr>
              <p14:cNvContentPartPr/>
              <p14:nvPr/>
            </p14:nvContentPartPr>
            <p14:xfrm>
              <a:off x="4737600" y="2368244"/>
              <a:ext cx="344520" cy="792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FB3BB9C7-E02D-DA79-83E5-90FC6BB85AD5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728600" y="2359604"/>
                <a:ext cx="36216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4A0753B4-F446-5CE7-C4A3-3D905D498A21}"/>
                  </a:ext>
                </a:extLst>
              </p14:cNvPr>
              <p14:cNvContentPartPr/>
              <p14:nvPr/>
            </p14:nvContentPartPr>
            <p14:xfrm>
              <a:off x="780840" y="1128404"/>
              <a:ext cx="5088600" cy="56476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4A0753B4-F446-5CE7-C4A3-3D905D498A21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72200" y="1119404"/>
                <a:ext cx="5106240" cy="56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484054A5-0201-1B39-EC39-ECB12F8C106F}"/>
                  </a:ext>
                </a:extLst>
              </p14:cNvPr>
              <p14:cNvContentPartPr/>
              <p14:nvPr/>
            </p14:nvContentPartPr>
            <p14:xfrm>
              <a:off x="2868840" y="1192484"/>
              <a:ext cx="240840" cy="55278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484054A5-0201-1B39-EC39-ECB12F8C106F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860200" y="1183844"/>
                <a:ext cx="258480" cy="55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3ACC55C-E195-B599-9A7B-27AD08E9B451}"/>
                  </a:ext>
                </a:extLst>
              </p14:cNvPr>
              <p14:cNvContentPartPr/>
              <p14:nvPr/>
            </p14:nvContentPartPr>
            <p14:xfrm>
              <a:off x="932400" y="2532404"/>
              <a:ext cx="4636080" cy="979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3ACC55C-E195-B599-9A7B-27AD08E9B451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923400" y="2523764"/>
                <a:ext cx="465372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6FDF1F1D-DD8A-34EE-41DF-B0263E85B719}"/>
                  </a:ext>
                </a:extLst>
              </p14:cNvPr>
              <p14:cNvContentPartPr/>
              <p14:nvPr/>
            </p14:nvContentPartPr>
            <p14:xfrm>
              <a:off x="1613520" y="2759204"/>
              <a:ext cx="236520" cy="20700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6FDF1F1D-DD8A-34EE-41DF-B0263E85B719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604520" y="2750564"/>
                <a:ext cx="25416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F285924E-D5B6-FCDA-E206-090308CD990D}"/>
                  </a:ext>
                </a:extLst>
              </p14:cNvPr>
              <p14:cNvContentPartPr/>
              <p14:nvPr/>
            </p14:nvContentPartPr>
            <p14:xfrm>
              <a:off x="1894320" y="2817164"/>
              <a:ext cx="111960" cy="13464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F285924E-D5B6-FCDA-E206-090308CD990D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885680" y="2808524"/>
                <a:ext cx="12960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F3B6F315-86BB-AF48-BB31-BF349080BFB4}"/>
                  </a:ext>
                </a:extLst>
              </p14:cNvPr>
              <p14:cNvContentPartPr/>
              <p14:nvPr/>
            </p14:nvContentPartPr>
            <p14:xfrm>
              <a:off x="3829680" y="2725364"/>
              <a:ext cx="180000" cy="1908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F3B6F315-86BB-AF48-BB31-BF349080BFB4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820680" y="2716724"/>
                <a:ext cx="19764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2E7640FB-1DA1-0A2D-BE1E-58E904207A42}"/>
                  </a:ext>
                </a:extLst>
              </p14:cNvPr>
              <p14:cNvContentPartPr/>
              <p14:nvPr/>
            </p14:nvContentPartPr>
            <p14:xfrm>
              <a:off x="4051800" y="2763524"/>
              <a:ext cx="93960" cy="1558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2E7640FB-1DA1-0A2D-BE1E-58E904207A42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043160" y="2754884"/>
                <a:ext cx="11160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C90AAC8B-5C0D-40D4-36D9-EA6978450A2D}"/>
                  </a:ext>
                </a:extLst>
              </p14:cNvPr>
              <p14:cNvContentPartPr/>
              <p14:nvPr/>
            </p14:nvContentPartPr>
            <p14:xfrm>
              <a:off x="4081680" y="2732924"/>
              <a:ext cx="126360" cy="651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C90AAC8B-5C0D-40D4-36D9-EA6978450A2D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073040" y="2724284"/>
                <a:ext cx="14400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15539367-9826-17B7-60F4-7EBB002C6E78}"/>
                  </a:ext>
                </a:extLst>
              </p14:cNvPr>
              <p14:cNvContentPartPr/>
              <p14:nvPr/>
            </p14:nvContentPartPr>
            <p14:xfrm>
              <a:off x="1527480" y="3474524"/>
              <a:ext cx="42480" cy="1908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15539367-9826-17B7-60F4-7EBB002C6E78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518480" y="3465884"/>
                <a:ext cx="6012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61988F22-D5C2-F7C6-9373-32A49B625425}"/>
                  </a:ext>
                </a:extLst>
              </p14:cNvPr>
              <p14:cNvContentPartPr/>
              <p14:nvPr/>
            </p14:nvContentPartPr>
            <p14:xfrm>
              <a:off x="1681560" y="3487124"/>
              <a:ext cx="137160" cy="17172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61988F22-D5C2-F7C6-9373-32A49B625425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672920" y="3478484"/>
                <a:ext cx="15480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A12ACD52-8B28-8636-E467-C07E55314FF3}"/>
                  </a:ext>
                </a:extLst>
              </p14:cNvPr>
              <p14:cNvContentPartPr/>
              <p14:nvPr/>
            </p14:nvContentPartPr>
            <p14:xfrm>
              <a:off x="1891080" y="3521684"/>
              <a:ext cx="68400" cy="1483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A12ACD52-8B28-8636-E467-C07E55314FF3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882440" y="3513044"/>
                <a:ext cx="8604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305636B1-276C-1F85-B146-5EC37337DF1E}"/>
                  </a:ext>
                </a:extLst>
              </p14:cNvPr>
              <p14:cNvContentPartPr/>
              <p14:nvPr/>
            </p14:nvContentPartPr>
            <p14:xfrm>
              <a:off x="1900440" y="3465164"/>
              <a:ext cx="141120" cy="7344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305636B1-276C-1F85-B146-5EC37337DF1E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891800" y="3456524"/>
                <a:ext cx="15876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A3B1C73A-EE5C-EDE3-0044-5C21064F22A1}"/>
                  </a:ext>
                </a:extLst>
              </p14:cNvPr>
              <p14:cNvContentPartPr/>
              <p14:nvPr/>
            </p14:nvContentPartPr>
            <p14:xfrm>
              <a:off x="3746520" y="3428804"/>
              <a:ext cx="9720" cy="18720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A3B1C73A-EE5C-EDE3-0044-5C21064F22A1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3737520" y="3419804"/>
                <a:ext cx="2736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FD00993C-F663-F633-7343-E897503E1CC3}"/>
                  </a:ext>
                </a:extLst>
              </p14:cNvPr>
              <p14:cNvContentPartPr/>
              <p14:nvPr/>
            </p14:nvContentPartPr>
            <p14:xfrm>
              <a:off x="3908880" y="3402164"/>
              <a:ext cx="141840" cy="410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FD00993C-F663-F633-7343-E897503E1CC3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3899880" y="3393524"/>
                <a:ext cx="15948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D2C1B0DD-7872-6902-2D8A-E660A1668193}"/>
                  </a:ext>
                </a:extLst>
              </p14:cNvPr>
              <p14:cNvContentPartPr/>
              <p14:nvPr/>
            </p14:nvContentPartPr>
            <p14:xfrm>
              <a:off x="3891240" y="3463004"/>
              <a:ext cx="156240" cy="1836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D2C1B0DD-7872-6902-2D8A-E660A1668193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882600" y="3454004"/>
                <a:ext cx="17388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4B7D546B-1A8C-C5B6-04DE-D07C4676AD2A}"/>
                  </a:ext>
                </a:extLst>
              </p14:cNvPr>
              <p14:cNvContentPartPr/>
              <p14:nvPr/>
            </p14:nvContentPartPr>
            <p14:xfrm>
              <a:off x="4147560" y="3464804"/>
              <a:ext cx="106560" cy="13608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4B7D546B-1A8C-C5B6-04DE-D07C4676AD2A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4138560" y="3455804"/>
                <a:ext cx="12420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DF8F045B-B6F7-DBE1-C80E-3F837286EEBD}"/>
                  </a:ext>
                </a:extLst>
              </p14:cNvPr>
              <p14:cNvContentPartPr/>
              <p14:nvPr/>
            </p14:nvContentPartPr>
            <p14:xfrm>
              <a:off x="1477800" y="4068884"/>
              <a:ext cx="137880" cy="20880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DF8F045B-B6F7-DBE1-C80E-3F837286EEBD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468800" y="4060244"/>
                <a:ext cx="15552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05BACE1B-A1D7-A245-B81F-28AFF74337D6}"/>
                  </a:ext>
                </a:extLst>
              </p14:cNvPr>
              <p14:cNvContentPartPr/>
              <p14:nvPr/>
            </p14:nvContentPartPr>
            <p14:xfrm>
              <a:off x="1506960" y="4189844"/>
              <a:ext cx="205560" cy="493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05BACE1B-A1D7-A245-B81F-28AFF74337D6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497960" y="4180844"/>
                <a:ext cx="22320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AD4FD96C-5D4A-1A05-A39D-6F3C4833DE78}"/>
                  </a:ext>
                </a:extLst>
              </p14:cNvPr>
              <p14:cNvContentPartPr/>
              <p14:nvPr/>
            </p14:nvContentPartPr>
            <p14:xfrm>
              <a:off x="1795680" y="4111004"/>
              <a:ext cx="82800" cy="14112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AD4FD96C-5D4A-1A05-A39D-6F3C4833DE78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786680" y="4102004"/>
                <a:ext cx="10044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00344DCC-16F9-F45B-B49B-CC63D932FEA0}"/>
                  </a:ext>
                </a:extLst>
              </p14:cNvPr>
              <p14:cNvContentPartPr/>
              <p14:nvPr/>
            </p14:nvContentPartPr>
            <p14:xfrm>
              <a:off x="1811520" y="4055924"/>
              <a:ext cx="169560" cy="6444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00344DCC-16F9-F45B-B49B-CC63D932FEA0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802520" y="4046924"/>
                <a:ext cx="18720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A6E6F535-AC86-E0AF-7727-8A47489359CA}"/>
                  </a:ext>
                </a:extLst>
              </p14:cNvPr>
              <p14:cNvContentPartPr/>
              <p14:nvPr/>
            </p14:nvContentPartPr>
            <p14:xfrm>
              <a:off x="3858480" y="3972404"/>
              <a:ext cx="122400" cy="1587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A6E6F535-AC86-E0AF-7727-8A47489359CA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849840" y="3963404"/>
                <a:ext cx="14004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ABB2E48E-6720-A784-C119-C5B2E362A742}"/>
                  </a:ext>
                </a:extLst>
              </p14:cNvPr>
              <p14:cNvContentPartPr/>
              <p14:nvPr/>
            </p14:nvContentPartPr>
            <p14:xfrm>
              <a:off x="3879360" y="3964124"/>
              <a:ext cx="205920" cy="3744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ABB2E48E-6720-A784-C119-C5B2E362A742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3870360" y="3955484"/>
                <a:ext cx="22356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0202B3B8-30EE-B6E0-9B40-D20D5DEEC4DC}"/>
                  </a:ext>
                </a:extLst>
              </p14:cNvPr>
              <p14:cNvContentPartPr/>
              <p14:nvPr/>
            </p14:nvContentPartPr>
            <p14:xfrm>
              <a:off x="4104360" y="3996524"/>
              <a:ext cx="133200" cy="13752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0202B3B8-30EE-B6E0-9B40-D20D5DEEC4DC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4095720" y="3987884"/>
                <a:ext cx="15084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16731799-8A02-6EF6-1F5C-B80D81408CB8}"/>
                  </a:ext>
                </a:extLst>
              </p14:cNvPr>
              <p14:cNvContentPartPr/>
              <p14:nvPr/>
            </p14:nvContentPartPr>
            <p14:xfrm>
              <a:off x="1392840" y="4792844"/>
              <a:ext cx="220320" cy="1983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16731799-8A02-6EF6-1F5C-B80D81408CB8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384200" y="4784204"/>
                <a:ext cx="2379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4318AAB1-001D-3C65-9E53-6CE1F9A1DD12}"/>
                  </a:ext>
                </a:extLst>
              </p14:cNvPr>
              <p14:cNvContentPartPr/>
              <p14:nvPr/>
            </p14:nvContentPartPr>
            <p14:xfrm>
              <a:off x="1636200" y="4798964"/>
              <a:ext cx="131040" cy="18252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4318AAB1-001D-3C65-9E53-6CE1F9A1DD12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627200" y="4789964"/>
                <a:ext cx="14868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03850018-A6D9-C8C8-6137-71BD713D1C71}"/>
                  </a:ext>
                </a:extLst>
              </p14:cNvPr>
              <p14:cNvContentPartPr/>
              <p14:nvPr/>
            </p14:nvContentPartPr>
            <p14:xfrm>
              <a:off x="3810600" y="4617884"/>
              <a:ext cx="169920" cy="2019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03850018-A6D9-C8C8-6137-71BD713D1C71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3801960" y="4608884"/>
                <a:ext cx="18756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A36325F1-6097-E029-D573-E2758A1459D4}"/>
                  </a:ext>
                </a:extLst>
              </p14:cNvPr>
              <p14:cNvContentPartPr/>
              <p14:nvPr/>
            </p14:nvContentPartPr>
            <p14:xfrm>
              <a:off x="4027680" y="4636964"/>
              <a:ext cx="83520" cy="1332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A36325F1-6097-E029-D573-E2758A1459D4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4018680" y="4627964"/>
                <a:ext cx="10116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21B93620-E238-D47C-2237-F635ED00A4B4}"/>
                  </a:ext>
                </a:extLst>
              </p14:cNvPr>
              <p14:cNvContentPartPr/>
              <p14:nvPr/>
            </p14:nvContentPartPr>
            <p14:xfrm>
              <a:off x="1504080" y="5550644"/>
              <a:ext cx="96480" cy="18936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21B93620-E238-D47C-2237-F635ED00A4B4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495440" y="5541644"/>
                <a:ext cx="11412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1DBDEA53-C6D7-8EDC-FA06-39409A8CF736}"/>
                  </a:ext>
                </a:extLst>
              </p14:cNvPr>
              <p14:cNvContentPartPr/>
              <p14:nvPr/>
            </p14:nvContentPartPr>
            <p14:xfrm>
              <a:off x="1514880" y="5651804"/>
              <a:ext cx="183240" cy="3996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1DBDEA53-C6D7-8EDC-FA06-39409A8CF736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505880" y="5642804"/>
                <a:ext cx="20088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80311178-4BB4-EFD3-FCC2-578AD590E86D}"/>
                  </a:ext>
                </a:extLst>
              </p14:cNvPr>
              <p14:cNvContentPartPr/>
              <p14:nvPr/>
            </p14:nvContentPartPr>
            <p14:xfrm>
              <a:off x="1725120" y="5589524"/>
              <a:ext cx="133560" cy="13500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80311178-4BB4-EFD3-FCC2-578AD590E86D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716480" y="5580884"/>
                <a:ext cx="15120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09D26AC2-6685-867A-792C-516AC133E345}"/>
                  </a:ext>
                </a:extLst>
              </p14:cNvPr>
              <p14:cNvContentPartPr/>
              <p14:nvPr/>
            </p14:nvContentPartPr>
            <p14:xfrm>
              <a:off x="3821400" y="5326004"/>
              <a:ext cx="160920" cy="19944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09D26AC2-6685-867A-792C-516AC133E345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3812400" y="5317364"/>
                <a:ext cx="17856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4AFC1D83-A8C9-4FBB-3472-F7A72D1489CB}"/>
                  </a:ext>
                </a:extLst>
              </p14:cNvPr>
              <p14:cNvContentPartPr/>
              <p14:nvPr/>
            </p14:nvContentPartPr>
            <p14:xfrm>
              <a:off x="4077000" y="5324204"/>
              <a:ext cx="213480" cy="20088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4AFC1D83-A8C9-4FBB-3472-F7A72D1489CB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4068360" y="5315204"/>
                <a:ext cx="23112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AC156283-A837-0F34-346D-E4E876021D1A}"/>
                  </a:ext>
                </a:extLst>
              </p14:cNvPr>
              <p14:cNvContentPartPr/>
              <p14:nvPr/>
            </p14:nvContentPartPr>
            <p14:xfrm>
              <a:off x="340560" y="6198644"/>
              <a:ext cx="69120" cy="14040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AC156283-A837-0F34-346D-E4E876021D1A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331560" y="6189644"/>
                <a:ext cx="8676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44FFE7C1-DD01-D15D-B9F4-E58BA3484FAA}"/>
                  </a:ext>
                </a:extLst>
              </p14:cNvPr>
              <p14:cNvContentPartPr/>
              <p14:nvPr/>
            </p14:nvContentPartPr>
            <p14:xfrm>
              <a:off x="290880" y="6347324"/>
              <a:ext cx="271440" cy="2070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44FFE7C1-DD01-D15D-B9F4-E58BA3484FAA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281880" y="6338684"/>
                <a:ext cx="28908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3F1D4C71-D368-2346-C417-918044C1F8E9}"/>
                  </a:ext>
                </a:extLst>
              </p14:cNvPr>
              <p14:cNvContentPartPr/>
              <p14:nvPr/>
            </p14:nvContentPartPr>
            <p14:xfrm>
              <a:off x="1308600" y="6288644"/>
              <a:ext cx="37440" cy="20988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3F1D4C71-D368-2346-C417-918044C1F8E9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1299960" y="6279644"/>
                <a:ext cx="5508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F66EE7BA-F50F-17FB-04CC-750E19ECA9E2}"/>
                  </a:ext>
                </a:extLst>
              </p14:cNvPr>
              <p14:cNvContentPartPr/>
              <p14:nvPr/>
            </p14:nvContentPartPr>
            <p14:xfrm>
              <a:off x="1468440" y="6299804"/>
              <a:ext cx="156600" cy="25128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F66EE7BA-F50F-17FB-04CC-750E19ECA9E2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1459440" y="6291164"/>
                <a:ext cx="17424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5FE8727A-AC1C-3667-FCCA-4AF8796CC828}"/>
                  </a:ext>
                </a:extLst>
              </p14:cNvPr>
              <p14:cNvContentPartPr/>
              <p14:nvPr/>
            </p14:nvContentPartPr>
            <p14:xfrm>
              <a:off x="1701000" y="6359924"/>
              <a:ext cx="92520" cy="12564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5FE8727A-AC1C-3667-FCCA-4AF8796CC828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692000" y="6350924"/>
                <a:ext cx="11016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6D92A577-0F69-21A6-B12E-8E55D2EB964E}"/>
                  </a:ext>
                </a:extLst>
              </p14:cNvPr>
              <p14:cNvContentPartPr/>
              <p14:nvPr/>
            </p14:nvContentPartPr>
            <p14:xfrm>
              <a:off x="3774960" y="6181724"/>
              <a:ext cx="14040" cy="24156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6D92A577-0F69-21A6-B12E-8E55D2EB964E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3766320" y="6172724"/>
                <a:ext cx="3168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B939A8A7-D483-83EA-F637-0B0834DE3AA8}"/>
                  </a:ext>
                </a:extLst>
              </p14:cNvPr>
              <p14:cNvContentPartPr/>
              <p14:nvPr/>
            </p14:nvContentPartPr>
            <p14:xfrm>
              <a:off x="3921480" y="6213764"/>
              <a:ext cx="135720" cy="19800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B939A8A7-D483-83EA-F637-0B0834DE3AA8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3912480" y="6204764"/>
                <a:ext cx="15336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933DB46E-8F0C-7F91-DE0B-E4AAB11C1265}"/>
                  </a:ext>
                </a:extLst>
              </p14:cNvPr>
              <p14:cNvContentPartPr/>
              <p14:nvPr/>
            </p14:nvContentPartPr>
            <p14:xfrm>
              <a:off x="4099680" y="6234644"/>
              <a:ext cx="121680" cy="16344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933DB46E-8F0C-7F91-DE0B-E4AAB11C1265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4091040" y="6226004"/>
                <a:ext cx="13932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B20204BC-FECA-9990-E3F7-CBCA13348469}"/>
                  </a:ext>
                </a:extLst>
              </p14:cNvPr>
              <p14:cNvContentPartPr/>
              <p14:nvPr/>
            </p14:nvContentPartPr>
            <p14:xfrm>
              <a:off x="4116600" y="6177404"/>
              <a:ext cx="180720" cy="8208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B20204BC-FECA-9990-E3F7-CBCA13348469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4107960" y="6168404"/>
                <a:ext cx="19836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0F1CBDEA-5C96-41EC-BA31-AE519671F1F0}"/>
                  </a:ext>
                </a:extLst>
              </p14:cNvPr>
              <p14:cNvContentPartPr/>
              <p14:nvPr/>
            </p14:nvContentPartPr>
            <p14:xfrm>
              <a:off x="1692000" y="910604"/>
              <a:ext cx="217080" cy="15408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0F1CBDEA-5C96-41EC-BA31-AE519671F1F0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683000" y="901604"/>
                <a:ext cx="23472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8759087B-F001-4E58-E9D3-4AF124291A16}"/>
                  </a:ext>
                </a:extLst>
              </p14:cNvPr>
              <p14:cNvContentPartPr/>
              <p14:nvPr/>
            </p14:nvContentPartPr>
            <p14:xfrm>
              <a:off x="1926360" y="960284"/>
              <a:ext cx="33840" cy="13968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8759087B-F001-4E58-E9D3-4AF124291A16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1917720" y="951644"/>
                <a:ext cx="5148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8AC8821D-7657-5423-0F63-37C400CFB0E0}"/>
                  </a:ext>
                </a:extLst>
              </p14:cNvPr>
              <p14:cNvContentPartPr/>
              <p14:nvPr/>
            </p14:nvContentPartPr>
            <p14:xfrm>
              <a:off x="4016160" y="917444"/>
              <a:ext cx="180720" cy="12276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8AC8821D-7657-5423-0F63-37C400CFB0E0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4007520" y="908804"/>
                <a:ext cx="19836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B74262BB-3256-A6DF-2D25-F34DA5F3868E}"/>
                  </a:ext>
                </a:extLst>
              </p14:cNvPr>
              <p14:cNvContentPartPr/>
              <p14:nvPr/>
            </p14:nvContentPartPr>
            <p14:xfrm>
              <a:off x="4227840" y="1007084"/>
              <a:ext cx="122400" cy="11520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B74262BB-3256-A6DF-2D25-F34DA5F3868E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4219200" y="998444"/>
                <a:ext cx="14004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604D7582-5B03-2BDC-5A26-54582A21D9CB}"/>
                  </a:ext>
                </a:extLst>
              </p14:cNvPr>
              <p14:cNvContentPartPr/>
              <p14:nvPr/>
            </p14:nvContentPartPr>
            <p14:xfrm>
              <a:off x="5915160" y="962804"/>
              <a:ext cx="100080" cy="27360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604D7582-5B03-2BDC-5A26-54582A21D9CB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5906160" y="954164"/>
                <a:ext cx="117720" cy="2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B92CBD3A-CB74-741D-6692-104FF289A363}"/>
                  </a:ext>
                </a:extLst>
              </p14:cNvPr>
              <p14:cNvContentPartPr/>
              <p14:nvPr/>
            </p14:nvContentPartPr>
            <p14:xfrm>
              <a:off x="435240" y="2753444"/>
              <a:ext cx="90720" cy="10080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B92CBD3A-CB74-741D-6692-104FF289A363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426600" y="2744444"/>
                <a:ext cx="10836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69CB01E3-22B2-D766-94AC-3E0E512F566A}"/>
                  </a:ext>
                </a:extLst>
              </p14:cNvPr>
              <p14:cNvContentPartPr/>
              <p14:nvPr/>
            </p14:nvContentPartPr>
            <p14:xfrm>
              <a:off x="420840" y="2884844"/>
              <a:ext cx="52560" cy="1036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69CB01E3-22B2-D766-94AC-3E0E512F566A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412200" y="2876204"/>
                <a:ext cx="7020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C0A2E76B-53CB-2D64-C016-931338B056AA}"/>
                  </a:ext>
                </a:extLst>
              </p14:cNvPr>
              <p14:cNvContentPartPr/>
              <p14:nvPr/>
            </p14:nvContentPartPr>
            <p14:xfrm>
              <a:off x="537840" y="2910764"/>
              <a:ext cx="25560" cy="8172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C0A2E76B-53CB-2D64-C016-931338B056AA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528840" y="2902124"/>
                <a:ext cx="4320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3C108893-A845-DB24-375C-8EB9795E2CEA}"/>
                  </a:ext>
                </a:extLst>
              </p14:cNvPr>
              <p14:cNvContentPartPr/>
              <p14:nvPr/>
            </p14:nvContentPartPr>
            <p14:xfrm>
              <a:off x="481680" y="2940284"/>
              <a:ext cx="80280" cy="15264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3C108893-A845-DB24-375C-8EB9795E2CEA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472680" y="2931644"/>
                <a:ext cx="9792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D245B38B-120C-474C-89B5-FC42E21E21B5}"/>
                  </a:ext>
                </a:extLst>
              </p14:cNvPr>
              <p14:cNvContentPartPr/>
              <p14:nvPr/>
            </p14:nvContentPartPr>
            <p14:xfrm>
              <a:off x="708480" y="2871524"/>
              <a:ext cx="2520" cy="11772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D245B38B-120C-474C-89B5-FC42E21E21B5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699840" y="2862524"/>
                <a:ext cx="2016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9285C0DB-15C5-1011-9B3B-3B48057ECAEE}"/>
                  </a:ext>
                </a:extLst>
              </p14:cNvPr>
              <p14:cNvContentPartPr/>
              <p14:nvPr/>
            </p14:nvContentPartPr>
            <p14:xfrm>
              <a:off x="353160" y="3493604"/>
              <a:ext cx="108720" cy="11808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9285C0DB-15C5-1011-9B3B-3B48057ECAEE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344520" y="3484964"/>
                <a:ext cx="12636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DC59F38C-F937-65E9-BCC4-0720B3DEE7F1}"/>
                  </a:ext>
                </a:extLst>
              </p14:cNvPr>
              <p14:cNvContentPartPr/>
              <p14:nvPr/>
            </p14:nvContentPartPr>
            <p14:xfrm>
              <a:off x="348120" y="3637244"/>
              <a:ext cx="161280" cy="12816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DC59F38C-F937-65E9-BCC4-0720B3DEE7F1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339120" y="3628244"/>
                <a:ext cx="17892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7D15C621-0579-94FD-0429-DC029D1B30AE}"/>
                  </a:ext>
                </a:extLst>
              </p14:cNvPr>
              <p14:cNvContentPartPr/>
              <p14:nvPr/>
            </p14:nvContentPartPr>
            <p14:xfrm>
              <a:off x="444240" y="3696284"/>
              <a:ext cx="131760" cy="13104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7D15C621-0579-94FD-0429-DC029D1B30AE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435240" y="3687284"/>
                <a:ext cx="14940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D250FC04-09CC-21F2-25A2-33AA0A2B08F2}"/>
                  </a:ext>
                </a:extLst>
              </p14:cNvPr>
              <p14:cNvContentPartPr/>
              <p14:nvPr/>
            </p14:nvContentPartPr>
            <p14:xfrm>
              <a:off x="673200" y="3648404"/>
              <a:ext cx="122040" cy="15012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D250FC04-09CC-21F2-25A2-33AA0A2B08F2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664200" y="3639404"/>
                <a:ext cx="13968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BCB72A55-3A86-4FE8-F70D-BA0FCCEEA083}"/>
                  </a:ext>
                </a:extLst>
              </p14:cNvPr>
              <p14:cNvContentPartPr/>
              <p14:nvPr/>
            </p14:nvContentPartPr>
            <p14:xfrm>
              <a:off x="360000" y="4139804"/>
              <a:ext cx="136080" cy="12312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BCB72A55-3A86-4FE8-F70D-BA0FCCEEA083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351000" y="4130804"/>
                <a:ext cx="15372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649E3731-6A62-560F-172B-AF690BA0CA8C}"/>
                  </a:ext>
                </a:extLst>
              </p14:cNvPr>
              <p14:cNvContentPartPr/>
              <p14:nvPr/>
            </p14:nvContentPartPr>
            <p14:xfrm>
              <a:off x="368640" y="4212164"/>
              <a:ext cx="154440" cy="15768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649E3731-6A62-560F-172B-AF690BA0CA8C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360000" y="4203164"/>
                <a:ext cx="17208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B6A6E583-E6B9-1B74-440F-1D23CBCCDBD5}"/>
                  </a:ext>
                </a:extLst>
              </p14:cNvPr>
              <p14:cNvContentPartPr/>
              <p14:nvPr/>
            </p14:nvContentPartPr>
            <p14:xfrm>
              <a:off x="400680" y="4329884"/>
              <a:ext cx="133560" cy="15876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B6A6E583-E6B9-1B74-440F-1D23CBCCDBD5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392040" y="4321244"/>
                <a:ext cx="15120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B14D7E42-E50F-743F-E94B-301F3FA30ED7}"/>
                  </a:ext>
                </a:extLst>
              </p14:cNvPr>
              <p14:cNvContentPartPr/>
              <p14:nvPr/>
            </p14:nvContentPartPr>
            <p14:xfrm>
              <a:off x="641520" y="4227284"/>
              <a:ext cx="93960" cy="15696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B14D7E42-E50F-743F-E94B-301F3FA30ED7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632520" y="4218644"/>
                <a:ext cx="11160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8EEA0F76-F822-EDAF-79A6-3BC2DD9DC0A0}"/>
                  </a:ext>
                </a:extLst>
              </p14:cNvPr>
              <p14:cNvContentPartPr/>
              <p14:nvPr/>
            </p14:nvContentPartPr>
            <p14:xfrm>
              <a:off x="357120" y="4817684"/>
              <a:ext cx="153000" cy="12060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8EEA0F76-F822-EDAF-79A6-3BC2DD9DC0A0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348480" y="4809044"/>
                <a:ext cx="17064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D3A91668-E257-2548-BA7C-9644C2E0FD0E}"/>
                  </a:ext>
                </a:extLst>
              </p14:cNvPr>
              <p14:cNvContentPartPr/>
              <p14:nvPr/>
            </p14:nvContentPartPr>
            <p14:xfrm>
              <a:off x="365040" y="4913804"/>
              <a:ext cx="225000" cy="26964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D3A91668-E257-2548-BA7C-9644C2E0FD0E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356040" y="4904804"/>
                <a:ext cx="24264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311B0E8B-E247-EF9C-9966-94DED0A20E19}"/>
                  </a:ext>
                </a:extLst>
              </p14:cNvPr>
              <p14:cNvContentPartPr/>
              <p14:nvPr/>
            </p14:nvContentPartPr>
            <p14:xfrm>
              <a:off x="618840" y="4917764"/>
              <a:ext cx="96120" cy="19224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311B0E8B-E247-EF9C-9966-94DED0A20E19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609840" y="4909124"/>
                <a:ext cx="11376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D6DEAD2A-E10C-CB6B-4737-D0CFFF2A4DE6}"/>
                  </a:ext>
                </a:extLst>
              </p14:cNvPr>
              <p14:cNvContentPartPr/>
              <p14:nvPr/>
            </p14:nvContentPartPr>
            <p14:xfrm>
              <a:off x="374760" y="5499164"/>
              <a:ext cx="114480" cy="13500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D6DEAD2A-E10C-CB6B-4737-D0CFFF2A4DE6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366120" y="5490524"/>
                <a:ext cx="13212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D2588D37-5F16-13F6-8A07-0308225762E9}"/>
                  </a:ext>
                </a:extLst>
              </p14:cNvPr>
              <p14:cNvContentPartPr/>
              <p14:nvPr/>
            </p14:nvContentPartPr>
            <p14:xfrm>
              <a:off x="380520" y="5605724"/>
              <a:ext cx="59400" cy="12096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D2588D37-5F16-13F6-8A07-0308225762E9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371880" y="5597084"/>
                <a:ext cx="7704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774F7246-FA07-D4CC-6922-E84695217F48}"/>
                  </a:ext>
                </a:extLst>
              </p14:cNvPr>
              <p14:cNvContentPartPr/>
              <p14:nvPr/>
            </p14:nvContentPartPr>
            <p14:xfrm>
              <a:off x="408240" y="5672324"/>
              <a:ext cx="155880" cy="17424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774F7246-FA07-D4CC-6922-E84695217F48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399240" y="5663684"/>
                <a:ext cx="17352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03FD7ECB-C23A-5428-8185-36FEF7906A54}"/>
                  </a:ext>
                </a:extLst>
              </p14:cNvPr>
              <p14:cNvContentPartPr/>
              <p14:nvPr/>
            </p14:nvContentPartPr>
            <p14:xfrm>
              <a:off x="594000" y="5647124"/>
              <a:ext cx="61560" cy="11232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03FD7ECB-C23A-5428-8185-36FEF7906A54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585360" y="5638124"/>
                <a:ext cx="7920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570E2EEF-656B-6C80-A0FE-74CAC493F4A5}"/>
                  </a:ext>
                </a:extLst>
              </p14:cNvPr>
              <p14:cNvContentPartPr/>
              <p14:nvPr/>
            </p14:nvContentPartPr>
            <p14:xfrm>
              <a:off x="648360" y="5562164"/>
              <a:ext cx="76320" cy="741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570E2EEF-656B-6C80-A0FE-74CAC493F4A5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639360" y="5553524"/>
                <a:ext cx="9396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3A350C49-23CB-2157-1574-BCF09D9C96AF}"/>
                  </a:ext>
                </a:extLst>
              </p14:cNvPr>
              <p14:cNvContentPartPr/>
              <p14:nvPr/>
            </p14:nvContentPartPr>
            <p14:xfrm>
              <a:off x="605520" y="6342644"/>
              <a:ext cx="70200" cy="14580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3A350C49-23CB-2157-1574-BCF09D9C96AF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596880" y="6334004"/>
                <a:ext cx="8784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9BA30D5A-9E36-5B76-34EA-1DE2A8C9E465}"/>
                  </a:ext>
                </a:extLst>
              </p14:cNvPr>
              <p14:cNvContentPartPr/>
              <p14:nvPr/>
            </p14:nvContentPartPr>
            <p14:xfrm>
              <a:off x="6679080" y="2161440"/>
              <a:ext cx="360" cy="36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9BA30D5A-9E36-5B76-34EA-1DE2A8C9E46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70440" y="215280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1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3F4D5B08-A1B3-5A8A-B72B-203DFD841050}"/>
                  </a:ext>
                </a:extLst>
              </p14:cNvPr>
              <p14:cNvContentPartPr/>
              <p14:nvPr/>
            </p14:nvContentPartPr>
            <p14:xfrm>
              <a:off x="6928560" y="1219844"/>
              <a:ext cx="1011600" cy="109368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3F4D5B08-A1B3-5A8A-B72B-203DFD841050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6919560" y="1211204"/>
                <a:ext cx="1029240" cy="111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1" name="Group 130">
            <a:extLst>
              <a:ext uri="{FF2B5EF4-FFF2-40B4-BE49-F238E27FC236}">
                <a16:creationId xmlns:a16="http://schemas.microsoft.com/office/drawing/2014/main" id="{489FE69F-5346-5DE0-8A34-F1051EF7934C}"/>
              </a:ext>
            </a:extLst>
          </p:cNvPr>
          <p:cNvGrpSpPr/>
          <p:nvPr/>
        </p:nvGrpSpPr>
        <p:grpSpPr>
          <a:xfrm>
            <a:off x="6875640" y="548444"/>
            <a:ext cx="1088280" cy="475200"/>
            <a:chOff x="6875640" y="548444"/>
            <a:chExt cx="1088280" cy="47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F090A5E-B3A2-8758-1E31-BB4F78DCDD57}"/>
                    </a:ext>
                  </a:extLst>
                </p14:cNvPr>
                <p14:cNvContentPartPr/>
                <p14:nvPr/>
              </p14:nvContentPartPr>
              <p14:xfrm>
                <a:off x="6875640" y="548444"/>
                <a:ext cx="310680" cy="4752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F090A5E-B3A2-8758-1E31-BB4F78DCDD57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867000" y="539444"/>
                  <a:ext cx="328320" cy="49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3B0D6D8-B921-B2B5-54F4-59ACAF8C7D36}"/>
                    </a:ext>
                  </a:extLst>
                </p14:cNvPr>
                <p14:cNvContentPartPr/>
                <p14:nvPr/>
              </p14:nvContentPartPr>
              <p14:xfrm>
                <a:off x="7054200" y="773804"/>
                <a:ext cx="116640" cy="381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3B0D6D8-B921-B2B5-54F4-59ACAF8C7D36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7045560" y="765164"/>
                  <a:ext cx="1342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2016B6A-27E1-87EB-64D9-FEC255AE0660}"/>
                    </a:ext>
                  </a:extLst>
                </p14:cNvPr>
                <p14:cNvContentPartPr/>
                <p14:nvPr/>
              </p14:nvContentPartPr>
              <p14:xfrm>
                <a:off x="7192440" y="739604"/>
                <a:ext cx="141840" cy="1116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2016B6A-27E1-87EB-64D9-FEC255AE0660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7183800" y="730964"/>
                  <a:ext cx="1594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2E397A1F-DFEC-22D2-0069-6A94661768E7}"/>
                    </a:ext>
                  </a:extLst>
                </p14:cNvPr>
                <p14:cNvContentPartPr/>
                <p14:nvPr/>
              </p14:nvContentPartPr>
              <p14:xfrm>
                <a:off x="7360200" y="759764"/>
                <a:ext cx="75600" cy="698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2E397A1F-DFEC-22D2-0069-6A94661768E7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351560" y="750764"/>
                  <a:ext cx="932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8D9FD8A-039F-09DA-20D6-F1FE15C75049}"/>
                    </a:ext>
                  </a:extLst>
                </p14:cNvPr>
                <p14:cNvContentPartPr/>
                <p14:nvPr/>
              </p14:nvContentPartPr>
              <p14:xfrm>
                <a:off x="7465680" y="738164"/>
                <a:ext cx="191520" cy="2822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8D9FD8A-039F-09DA-20D6-F1FE15C75049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7457040" y="729524"/>
                  <a:ext cx="2091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2BD0C1E-04E3-7D18-7412-D17DD4D5B3AE}"/>
                    </a:ext>
                  </a:extLst>
                </p14:cNvPr>
                <p14:cNvContentPartPr/>
                <p14:nvPr/>
              </p14:nvContentPartPr>
              <p14:xfrm>
                <a:off x="7653600" y="718004"/>
                <a:ext cx="92880" cy="1180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2BD0C1E-04E3-7D18-7412-D17DD4D5B3AE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644960" y="709004"/>
                  <a:ext cx="1105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69B9E03-722B-2E0E-221A-5326DF7682AD}"/>
                    </a:ext>
                  </a:extLst>
                </p14:cNvPr>
                <p14:cNvContentPartPr/>
                <p14:nvPr/>
              </p14:nvContentPartPr>
              <p14:xfrm>
                <a:off x="7945200" y="677684"/>
                <a:ext cx="18720" cy="1692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69B9E03-722B-2E0E-221A-5326DF7682AD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7936560" y="668684"/>
                  <a:ext cx="36360" cy="18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7DC00AA0-06B8-7072-2B9A-99984E6E1FF7}"/>
              </a:ext>
            </a:extLst>
          </p:cNvPr>
          <p:cNvGrpSpPr/>
          <p:nvPr/>
        </p:nvGrpSpPr>
        <p:grpSpPr>
          <a:xfrm>
            <a:off x="9202320" y="613604"/>
            <a:ext cx="1261080" cy="1579320"/>
            <a:chOff x="9202320" y="613604"/>
            <a:chExt cx="1261080" cy="157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C83F9C8-F3A7-AB4E-65FA-C0839FDB22BD}"/>
                    </a:ext>
                  </a:extLst>
                </p14:cNvPr>
                <p14:cNvContentPartPr/>
                <p14:nvPr/>
              </p14:nvContentPartPr>
              <p14:xfrm>
                <a:off x="9202320" y="613604"/>
                <a:ext cx="197280" cy="3312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C83F9C8-F3A7-AB4E-65FA-C0839FDB22BD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193680" y="604964"/>
                  <a:ext cx="21492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946FBE8-59DF-9C7A-9B53-B4DF84B6F729}"/>
                    </a:ext>
                  </a:extLst>
                </p14:cNvPr>
                <p14:cNvContentPartPr/>
                <p14:nvPr/>
              </p14:nvContentPartPr>
              <p14:xfrm>
                <a:off x="9344520" y="768044"/>
                <a:ext cx="108360" cy="172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946FBE8-59DF-9C7A-9B53-B4DF84B6F729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9335520" y="759044"/>
                  <a:ext cx="1260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C271B32-36F3-50E5-6031-8082A6B0AEB8}"/>
                    </a:ext>
                  </a:extLst>
                </p14:cNvPr>
                <p14:cNvContentPartPr/>
                <p14:nvPr/>
              </p14:nvContentPartPr>
              <p14:xfrm>
                <a:off x="9464400" y="749684"/>
                <a:ext cx="109080" cy="1087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C271B32-36F3-50E5-6031-8082A6B0AEB8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9455760" y="741044"/>
                  <a:ext cx="1267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93D76327-4F14-73C8-AF22-5EC67A40440B}"/>
                    </a:ext>
                  </a:extLst>
                </p14:cNvPr>
                <p14:cNvContentPartPr/>
                <p14:nvPr/>
              </p14:nvContentPartPr>
              <p14:xfrm>
                <a:off x="9614160" y="759044"/>
                <a:ext cx="56880" cy="864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93D76327-4F14-73C8-AF22-5EC67A40440B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9605160" y="750044"/>
                  <a:ext cx="745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B56FDA6-019D-6A68-741B-C995C96617A1}"/>
                    </a:ext>
                  </a:extLst>
                </p14:cNvPr>
                <p14:cNvContentPartPr/>
                <p14:nvPr/>
              </p14:nvContentPartPr>
              <p14:xfrm>
                <a:off x="9733320" y="770564"/>
                <a:ext cx="203400" cy="2757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B56FDA6-019D-6A68-741B-C995C96617A1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9724680" y="761564"/>
                  <a:ext cx="22104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A19E26F-C0F9-3C29-0CB7-AA14D9401985}"/>
                    </a:ext>
                  </a:extLst>
                </p14:cNvPr>
                <p14:cNvContentPartPr/>
                <p14:nvPr/>
              </p14:nvContentPartPr>
              <p14:xfrm>
                <a:off x="9922680" y="765164"/>
                <a:ext cx="119160" cy="1371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A19E26F-C0F9-3C29-0CB7-AA14D9401985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9913680" y="756524"/>
                  <a:ext cx="1368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A3905678-0106-DEC6-CAF5-A66BD197CB11}"/>
                    </a:ext>
                  </a:extLst>
                </p14:cNvPr>
                <p14:cNvContentPartPr/>
                <p14:nvPr/>
              </p14:nvContentPartPr>
              <p14:xfrm>
                <a:off x="10171440" y="684884"/>
                <a:ext cx="171000" cy="2106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A3905678-0106-DEC6-CAF5-A66BD197CB11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0162800" y="676244"/>
                  <a:ext cx="18864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811E309-9502-DD63-944B-577EB1D065EB}"/>
                    </a:ext>
                  </a:extLst>
                </p14:cNvPr>
                <p14:cNvContentPartPr/>
                <p14:nvPr/>
              </p14:nvContentPartPr>
              <p14:xfrm>
                <a:off x="9317880" y="1071164"/>
                <a:ext cx="1145520" cy="11217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811E309-9502-DD63-944B-577EB1D065EB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9308880" y="1062524"/>
                  <a:ext cx="1163160" cy="113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A58700E4-8316-5F21-70D0-5C0FB805E7F5}"/>
              </a:ext>
            </a:extLst>
          </p:cNvPr>
          <p:cNvGrpSpPr/>
          <p:nvPr/>
        </p:nvGrpSpPr>
        <p:grpSpPr>
          <a:xfrm>
            <a:off x="7791480" y="2920844"/>
            <a:ext cx="1329480" cy="641160"/>
            <a:chOff x="7791480" y="2920844"/>
            <a:chExt cx="1329480" cy="64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4118E4A-7D29-0129-8512-5D851B3FD705}"/>
                    </a:ext>
                  </a:extLst>
                </p14:cNvPr>
                <p14:cNvContentPartPr/>
                <p14:nvPr/>
              </p14:nvContentPartPr>
              <p14:xfrm>
                <a:off x="7791480" y="2920844"/>
                <a:ext cx="470160" cy="6411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4118E4A-7D29-0129-8512-5D851B3FD705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7782480" y="2912204"/>
                  <a:ext cx="487800" cy="65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171A742-ECB7-750C-103C-3FE1A5ADEA05}"/>
                    </a:ext>
                  </a:extLst>
                </p14:cNvPr>
                <p14:cNvContentPartPr/>
                <p14:nvPr/>
              </p14:nvContentPartPr>
              <p14:xfrm>
                <a:off x="8046720" y="3245564"/>
                <a:ext cx="140760" cy="255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171A742-ECB7-750C-103C-3FE1A5ADEA05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038080" y="3236564"/>
                  <a:ext cx="1584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8D38E6E-9A61-E425-4C76-419385973EB8}"/>
                    </a:ext>
                  </a:extLst>
                </p14:cNvPr>
                <p14:cNvContentPartPr/>
                <p14:nvPr/>
              </p14:nvContentPartPr>
              <p14:xfrm>
                <a:off x="8228520" y="3230084"/>
                <a:ext cx="104760" cy="1242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8D38E6E-9A61-E425-4C76-419385973EB8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8219880" y="3221444"/>
                  <a:ext cx="1224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3CFAD3A-E088-05C6-D7FD-D2EE92E69A90}"/>
                    </a:ext>
                  </a:extLst>
                </p14:cNvPr>
                <p14:cNvContentPartPr/>
                <p14:nvPr/>
              </p14:nvContentPartPr>
              <p14:xfrm>
                <a:off x="8373600" y="3238364"/>
                <a:ext cx="111600" cy="979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3CFAD3A-E088-05C6-D7FD-D2EE92E69A90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8364960" y="3229364"/>
                  <a:ext cx="1292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48FEF46-328B-5651-5EB8-DA4E4852B587}"/>
                    </a:ext>
                  </a:extLst>
                </p14:cNvPr>
                <p14:cNvContentPartPr/>
                <p14:nvPr/>
              </p14:nvContentPartPr>
              <p14:xfrm>
                <a:off x="8532000" y="3229004"/>
                <a:ext cx="178920" cy="2718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48FEF46-328B-5651-5EB8-DA4E4852B587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8523000" y="3220364"/>
                  <a:ext cx="19656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972B5B0-5FCC-8132-6923-20A120FBB9AF}"/>
                    </a:ext>
                  </a:extLst>
                </p14:cNvPr>
                <p14:cNvContentPartPr/>
                <p14:nvPr/>
              </p14:nvContentPartPr>
              <p14:xfrm>
                <a:off x="8708040" y="3217124"/>
                <a:ext cx="130680" cy="1227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972B5B0-5FCC-8132-6923-20A120FBB9AF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8699040" y="3208124"/>
                  <a:ext cx="1483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8FD25D10-712B-6E00-3434-9EB0AD1A4412}"/>
                    </a:ext>
                  </a:extLst>
                </p14:cNvPr>
                <p14:cNvContentPartPr/>
                <p14:nvPr/>
              </p14:nvContentPartPr>
              <p14:xfrm>
                <a:off x="8948160" y="3142964"/>
                <a:ext cx="172800" cy="2257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8FD25D10-712B-6E00-3434-9EB0AD1A4412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8939160" y="3133964"/>
                  <a:ext cx="190440" cy="24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7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91876B16-B94E-32C4-7B05-576499F19132}"/>
                  </a:ext>
                </a:extLst>
              </p14:cNvPr>
              <p14:cNvContentPartPr/>
              <p14:nvPr/>
            </p14:nvContentPartPr>
            <p14:xfrm>
              <a:off x="8051760" y="3774764"/>
              <a:ext cx="1518120" cy="139860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91876B16-B94E-32C4-7B05-576499F19132}"/>
                  </a:ext>
                </a:extLst>
              </p:cNvPr>
              <p:cNvPicPr/>
              <p:nvPr/>
            </p:nvPicPr>
            <p:blipFill>
              <a:blip r:embed="rId288"/>
              <a:stretch>
                <a:fillRect/>
              </a:stretch>
            </p:blipFill>
            <p:spPr>
              <a:xfrm>
                <a:off x="8042760" y="3766124"/>
                <a:ext cx="1535760" cy="1416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4" name="Group 153">
            <a:extLst>
              <a:ext uri="{FF2B5EF4-FFF2-40B4-BE49-F238E27FC236}">
                <a16:creationId xmlns:a16="http://schemas.microsoft.com/office/drawing/2014/main" id="{72ACFE23-E4E8-D875-7A65-13360DFBDE16}"/>
              </a:ext>
            </a:extLst>
          </p:cNvPr>
          <p:cNvGrpSpPr/>
          <p:nvPr/>
        </p:nvGrpSpPr>
        <p:grpSpPr>
          <a:xfrm>
            <a:off x="7179840" y="1609724"/>
            <a:ext cx="594360" cy="357480"/>
            <a:chOff x="7179840" y="1609724"/>
            <a:chExt cx="594360" cy="35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8E24AF5-29EA-B82D-5787-710311E332EF}"/>
                    </a:ext>
                  </a:extLst>
                </p14:cNvPr>
                <p14:cNvContentPartPr/>
                <p14:nvPr/>
              </p14:nvContentPartPr>
              <p14:xfrm>
                <a:off x="7179840" y="1609724"/>
                <a:ext cx="183960" cy="1951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8E24AF5-29EA-B82D-5787-710311E332EF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7171200" y="1600724"/>
                  <a:ext cx="2016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3CF6187-99E0-79B9-48AA-C3AB9118E9A6}"/>
                    </a:ext>
                  </a:extLst>
                </p14:cNvPr>
                <p14:cNvContentPartPr/>
                <p14:nvPr/>
              </p14:nvContentPartPr>
              <p14:xfrm>
                <a:off x="7476120" y="1823564"/>
                <a:ext cx="9360" cy="1436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3CF6187-99E0-79B9-48AA-C3AB9118E9A6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7467480" y="1814564"/>
                  <a:ext cx="270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17581CB-E0AE-4370-166B-02D55D53A2FD}"/>
                    </a:ext>
                  </a:extLst>
                </p14:cNvPr>
                <p14:cNvContentPartPr/>
                <p14:nvPr/>
              </p14:nvContentPartPr>
              <p14:xfrm>
                <a:off x="7649280" y="1690364"/>
                <a:ext cx="124920" cy="2199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17581CB-E0AE-4370-166B-02D55D53A2FD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7640280" y="1681724"/>
                  <a:ext cx="142560" cy="237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5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A9F56B19-04B1-1238-6910-31E60364EB32}"/>
                  </a:ext>
                </a:extLst>
              </p14:cNvPr>
              <p14:cNvContentPartPr/>
              <p14:nvPr/>
            </p14:nvContentPartPr>
            <p14:xfrm>
              <a:off x="4589280" y="2005724"/>
              <a:ext cx="2156040" cy="150552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A9F56B19-04B1-1238-6910-31E60364EB32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4580280" y="1996724"/>
                <a:ext cx="2173680" cy="152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7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5968A33C-67E6-F5C0-F91E-CE6844A725AF}"/>
                  </a:ext>
                </a:extLst>
              </p14:cNvPr>
              <p14:cNvContentPartPr/>
              <p14:nvPr/>
            </p14:nvContentPartPr>
            <p14:xfrm>
              <a:off x="4602600" y="2230004"/>
              <a:ext cx="2149200" cy="414324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5968A33C-67E6-F5C0-F91E-CE6844A725AF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4593600" y="2221004"/>
                <a:ext cx="2166840" cy="416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1" name="Group 160">
            <a:extLst>
              <a:ext uri="{FF2B5EF4-FFF2-40B4-BE49-F238E27FC236}">
                <a16:creationId xmlns:a16="http://schemas.microsoft.com/office/drawing/2014/main" id="{7BA5D486-0252-D913-8E7B-A2201AB3F5D6}"/>
              </a:ext>
            </a:extLst>
          </p:cNvPr>
          <p:cNvGrpSpPr/>
          <p:nvPr/>
        </p:nvGrpSpPr>
        <p:grpSpPr>
          <a:xfrm>
            <a:off x="9600480" y="1441964"/>
            <a:ext cx="577080" cy="278280"/>
            <a:chOff x="9600480" y="1441964"/>
            <a:chExt cx="577080" cy="27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C0D9F8B-6839-8C65-ACDB-1C33D21E9CE6}"/>
                    </a:ext>
                  </a:extLst>
                </p14:cNvPr>
                <p14:cNvContentPartPr/>
                <p14:nvPr/>
              </p14:nvContentPartPr>
              <p14:xfrm>
                <a:off x="9600480" y="1511444"/>
                <a:ext cx="128880" cy="1976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C0D9F8B-6839-8C65-ACDB-1C33D21E9CE6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9591840" y="1502444"/>
                  <a:ext cx="1465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C64AEEB-128A-368E-1F82-0EA82BFCB3A5}"/>
                    </a:ext>
                  </a:extLst>
                </p14:cNvPr>
                <p14:cNvContentPartPr/>
                <p14:nvPr/>
              </p14:nvContentPartPr>
              <p14:xfrm>
                <a:off x="9803160" y="1623764"/>
                <a:ext cx="14040" cy="964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C64AEEB-128A-368E-1F82-0EA82BFCB3A5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9794520" y="1615124"/>
                  <a:ext cx="316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479F5977-F209-0859-9B24-95F70CB22F12}"/>
                    </a:ext>
                  </a:extLst>
                </p14:cNvPr>
                <p14:cNvContentPartPr/>
                <p14:nvPr/>
              </p14:nvContentPartPr>
              <p14:xfrm>
                <a:off x="10001160" y="1494164"/>
                <a:ext cx="114840" cy="1670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479F5977-F209-0859-9B24-95F70CB22F12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9992160" y="1485524"/>
                  <a:ext cx="1324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324F302-02E7-8D98-9C59-01E2DC5B0B96}"/>
                    </a:ext>
                  </a:extLst>
                </p14:cNvPr>
                <p14:cNvContentPartPr/>
                <p14:nvPr/>
              </p14:nvContentPartPr>
              <p14:xfrm>
                <a:off x="10055880" y="1441964"/>
                <a:ext cx="121680" cy="871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324F302-02E7-8D98-9C59-01E2DC5B0B96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0046880" y="1432964"/>
                  <a:ext cx="139320" cy="10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7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185906E1-8808-8E39-C12B-4518CE6CF064}"/>
                  </a:ext>
                </a:extLst>
              </p14:cNvPr>
              <p14:cNvContentPartPr/>
              <p14:nvPr/>
            </p14:nvContentPartPr>
            <p14:xfrm>
              <a:off x="2413800" y="4454804"/>
              <a:ext cx="360" cy="36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185906E1-8808-8E39-C12B-4518CE6CF06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05160" y="444616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E0C73290-BB46-6203-D19D-AF7F0CF3874E}"/>
                  </a:ext>
                </a:extLst>
              </p14:cNvPr>
              <p14:cNvContentPartPr/>
              <p14:nvPr/>
            </p14:nvContentPartPr>
            <p14:xfrm>
              <a:off x="4587480" y="1628084"/>
              <a:ext cx="4594320" cy="247212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E0C73290-BB46-6203-D19D-AF7F0CF3874E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4578480" y="1619084"/>
                <a:ext cx="4611960" cy="248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30F72B6D-400B-0F6F-CD8C-E26909960241}"/>
                  </a:ext>
                </a:extLst>
              </p14:cNvPr>
              <p14:cNvContentPartPr/>
              <p14:nvPr/>
            </p14:nvContentPartPr>
            <p14:xfrm>
              <a:off x="4548600" y="1830764"/>
              <a:ext cx="4521960" cy="363348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30F72B6D-400B-0F6F-CD8C-E26909960241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4539600" y="1821764"/>
                <a:ext cx="4539600" cy="365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5" name="Group 174">
            <a:extLst>
              <a:ext uri="{FF2B5EF4-FFF2-40B4-BE49-F238E27FC236}">
                <a16:creationId xmlns:a16="http://schemas.microsoft.com/office/drawing/2014/main" id="{25F508A7-22E9-4A95-DE9D-E5A2D3F18B58}"/>
              </a:ext>
            </a:extLst>
          </p:cNvPr>
          <p:cNvGrpSpPr/>
          <p:nvPr/>
        </p:nvGrpSpPr>
        <p:grpSpPr>
          <a:xfrm>
            <a:off x="8420760" y="4228724"/>
            <a:ext cx="660240" cy="318960"/>
            <a:chOff x="8420760" y="4228724"/>
            <a:chExt cx="660240" cy="31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FAFE7D8A-9212-F68D-B369-54CBEAB42F21}"/>
                    </a:ext>
                  </a:extLst>
                </p14:cNvPr>
                <p14:cNvContentPartPr/>
                <p14:nvPr/>
              </p14:nvContentPartPr>
              <p14:xfrm>
                <a:off x="8476920" y="4324124"/>
                <a:ext cx="11160" cy="10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FAFE7D8A-9212-F68D-B369-54CBEAB42F2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467920" y="4315124"/>
                  <a:ext cx="288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09408B6-2799-6376-0BF8-EA590B5C8410}"/>
                    </a:ext>
                  </a:extLst>
                </p14:cNvPr>
                <p14:cNvContentPartPr/>
                <p14:nvPr/>
              </p14:nvContentPartPr>
              <p14:xfrm>
                <a:off x="8488440" y="4259324"/>
                <a:ext cx="21600" cy="1206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09408B6-2799-6376-0BF8-EA590B5C8410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479800" y="4250324"/>
                  <a:ext cx="392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C0F5CB21-567B-6D2E-8E45-2B5FF915FB84}"/>
                    </a:ext>
                  </a:extLst>
                </p14:cNvPr>
                <p14:cNvContentPartPr/>
                <p14:nvPr/>
              </p14:nvContentPartPr>
              <p14:xfrm>
                <a:off x="8438400" y="4265084"/>
                <a:ext cx="60840" cy="669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C0F5CB21-567B-6D2E-8E45-2B5FF915FB84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429760" y="4256444"/>
                  <a:ext cx="784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046E0382-74FE-4389-34BD-3B2A6CF42C1A}"/>
                    </a:ext>
                  </a:extLst>
                </p14:cNvPr>
                <p14:cNvContentPartPr/>
                <p14:nvPr/>
              </p14:nvContentPartPr>
              <p14:xfrm>
                <a:off x="8420760" y="4393604"/>
                <a:ext cx="242280" cy="309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046E0382-74FE-4389-34BD-3B2A6CF42C1A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412120" y="4384604"/>
                  <a:ext cx="2599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997060D-F36A-7260-3F33-6A2BCF0C56C5}"/>
                    </a:ext>
                  </a:extLst>
                </p14:cNvPr>
                <p14:cNvContentPartPr/>
                <p14:nvPr/>
              </p14:nvContentPartPr>
              <p14:xfrm>
                <a:off x="8760960" y="4383524"/>
                <a:ext cx="12960" cy="446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997060D-F36A-7260-3F33-6A2BCF0C56C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751960" y="4374884"/>
                  <a:ext cx="306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595C4C70-7490-08AA-C90D-3839A148AC05}"/>
                    </a:ext>
                  </a:extLst>
                </p14:cNvPr>
                <p14:cNvContentPartPr/>
                <p14:nvPr/>
              </p14:nvContentPartPr>
              <p14:xfrm>
                <a:off x="8769600" y="4407284"/>
                <a:ext cx="14400" cy="662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595C4C70-7490-08AA-C90D-3839A148AC05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760960" y="4398284"/>
                  <a:ext cx="320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9C48AFC-632B-E24D-3902-69C60612A162}"/>
                    </a:ext>
                  </a:extLst>
                </p14:cNvPr>
                <p14:cNvContentPartPr/>
                <p14:nvPr/>
              </p14:nvContentPartPr>
              <p14:xfrm>
                <a:off x="8964000" y="4228724"/>
                <a:ext cx="117000" cy="3189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9C48AFC-632B-E24D-3902-69C60612A162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955000" y="4219724"/>
                  <a:ext cx="134640" cy="33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977089F7-3C52-283D-667C-982BE9DC4FCF}"/>
              </a:ext>
            </a:extLst>
          </p:cNvPr>
          <p:cNvGrpSpPr/>
          <p:nvPr/>
        </p:nvGrpSpPr>
        <p:grpSpPr>
          <a:xfrm>
            <a:off x="4451040" y="2877284"/>
            <a:ext cx="3535920" cy="1916280"/>
            <a:chOff x="4451040" y="2877284"/>
            <a:chExt cx="3535920" cy="191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649F575F-2273-9F8A-7A84-EB3D667EC45D}"/>
                    </a:ext>
                  </a:extLst>
                </p14:cNvPr>
                <p14:cNvContentPartPr/>
                <p14:nvPr/>
              </p14:nvContentPartPr>
              <p14:xfrm>
                <a:off x="4600080" y="2877284"/>
                <a:ext cx="3386880" cy="14148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649F575F-2273-9F8A-7A84-EB3D667EC45D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591080" y="2868644"/>
                  <a:ext cx="3404520" cy="143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D668C8B-9142-05DE-ADA2-B0EF81100D09}"/>
                    </a:ext>
                  </a:extLst>
                </p14:cNvPr>
                <p14:cNvContentPartPr/>
                <p14:nvPr/>
              </p14:nvContentPartPr>
              <p14:xfrm>
                <a:off x="4451040" y="4212884"/>
                <a:ext cx="3279600" cy="5806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D668C8B-9142-05DE-ADA2-B0EF81100D09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442040" y="4203884"/>
                  <a:ext cx="3297240" cy="59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0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6BCCAF4A-1080-C85A-0AED-227E776E970A}"/>
                  </a:ext>
                </a:extLst>
              </p14:cNvPr>
              <p14:cNvContentPartPr/>
              <p14:nvPr/>
            </p14:nvContentPartPr>
            <p14:xfrm>
              <a:off x="286920" y="1820684"/>
              <a:ext cx="360" cy="36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6BCCAF4A-1080-C85A-0AED-227E776E970A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278280" y="181168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2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56CD95B7-B1E3-9DD7-4CCE-45A4BE94ED5C}"/>
                  </a:ext>
                </a:extLst>
              </p14:cNvPr>
              <p14:cNvContentPartPr/>
              <p14:nvPr/>
            </p14:nvContentPartPr>
            <p14:xfrm>
              <a:off x="190800" y="1682084"/>
              <a:ext cx="36720" cy="26424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56CD95B7-B1E3-9DD7-4CCE-45A4BE94ED5C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181800" y="1673444"/>
                <a:ext cx="5436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D5599A51-C759-6DA4-4396-F917D889321A}"/>
                  </a:ext>
                </a:extLst>
              </p14:cNvPr>
              <p14:cNvContentPartPr/>
              <p14:nvPr/>
            </p14:nvContentPartPr>
            <p14:xfrm>
              <a:off x="218520" y="1627364"/>
              <a:ext cx="122040" cy="14184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D5599A51-C759-6DA4-4396-F917D889321A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209880" y="1618724"/>
                <a:ext cx="139680" cy="15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6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931E426E-17B6-0926-1515-B80426B3B574}"/>
                  </a:ext>
                </a:extLst>
              </p14:cNvPr>
              <p14:cNvContentPartPr/>
              <p14:nvPr/>
            </p14:nvContentPartPr>
            <p14:xfrm>
              <a:off x="293760" y="1797644"/>
              <a:ext cx="70560" cy="11340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931E426E-17B6-0926-1515-B80426B3B574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284760" y="1788644"/>
                <a:ext cx="8820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8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867FBA9D-3701-2E6F-C558-76ADF5C6739D}"/>
                  </a:ext>
                </a:extLst>
              </p14:cNvPr>
              <p14:cNvContentPartPr/>
              <p14:nvPr/>
            </p14:nvContentPartPr>
            <p14:xfrm>
              <a:off x="383760" y="1788284"/>
              <a:ext cx="147240" cy="12996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867FBA9D-3701-2E6F-C558-76ADF5C6739D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375120" y="1779284"/>
                <a:ext cx="16488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0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5EEE03DE-272C-5F56-CD6B-66B80E36EDAB}"/>
                  </a:ext>
                </a:extLst>
              </p14:cNvPr>
              <p14:cNvContentPartPr/>
              <p14:nvPr/>
            </p14:nvContentPartPr>
            <p14:xfrm>
              <a:off x="552240" y="1822844"/>
              <a:ext cx="56880" cy="8100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5EEE03DE-272C-5F56-CD6B-66B80E36EDAB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543240" y="1814204"/>
                <a:ext cx="7452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2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114ED578-7543-227D-0E5D-0FE05F60AEE5}"/>
                  </a:ext>
                </a:extLst>
              </p14:cNvPr>
              <p14:cNvContentPartPr/>
              <p14:nvPr/>
            </p14:nvContentPartPr>
            <p14:xfrm>
              <a:off x="676080" y="1836524"/>
              <a:ext cx="76680" cy="13176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114ED578-7543-227D-0E5D-0FE05F60AEE5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667080" y="1827524"/>
                <a:ext cx="94320" cy="14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776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8377FD3-7ED8-BBF7-3480-38F36396CD60}"/>
                  </a:ext>
                </a:extLst>
              </p14:cNvPr>
              <p14:cNvContentPartPr/>
              <p14:nvPr/>
            </p14:nvContentPartPr>
            <p14:xfrm>
              <a:off x="841320" y="975764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8377FD3-7ED8-BBF7-3480-38F36396CD6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2320" y="96712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F0BA13E-AB33-0AB1-6E47-D6FD553D621F}"/>
                  </a:ext>
                </a:extLst>
              </p14:cNvPr>
              <p14:cNvContentPartPr/>
              <p14:nvPr/>
            </p14:nvContentPartPr>
            <p14:xfrm>
              <a:off x="769680" y="1407044"/>
              <a:ext cx="158760" cy="5223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F0BA13E-AB33-0AB1-6E47-D6FD553D621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0680" y="1398404"/>
                <a:ext cx="176400" cy="524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10551D3-19D3-88E4-880D-53A5ABEA1703}"/>
                  </a:ext>
                </a:extLst>
              </p14:cNvPr>
              <p14:cNvContentPartPr/>
              <p14:nvPr/>
            </p14:nvContentPartPr>
            <p14:xfrm>
              <a:off x="1095480" y="1411364"/>
              <a:ext cx="230040" cy="356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10551D3-19D3-88E4-880D-53A5ABEA170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86480" y="1402724"/>
                <a:ext cx="247680" cy="37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EBE8CA0-65AB-7442-C79A-0165302FE505}"/>
                  </a:ext>
                </a:extLst>
              </p14:cNvPr>
              <p14:cNvContentPartPr/>
              <p14:nvPr/>
            </p14:nvContentPartPr>
            <p14:xfrm>
              <a:off x="1377360" y="1528364"/>
              <a:ext cx="139680" cy="123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EBE8CA0-65AB-7442-C79A-0165302FE50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68720" y="1519724"/>
                <a:ext cx="15732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DEAE652-C20B-49C8-ACBB-E04431DF1AF2}"/>
                  </a:ext>
                </a:extLst>
              </p14:cNvPr>
              <p14:cNvContentPartPr/>
              <p14:nvPr/>
            </p14:nvContentPartPr>
            <p14:xfrm>
              <a:off x="1512360" y="1531964"/>
              <a:ext cx="97920" cy="1274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DEAE652-C20B-49C8-ACBB-E04431DF1AF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03360" y="1522964"/>
                <a:ext cx="11556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EE3EFFF-E932-FA30-EB59-15B87D7898E9}"/>
                  </a:ext>
                </a:extLst>
              </p14:cNvPr>
              <p14:cNvContentPartPr/>
              <p14:nvPr/>
            </p14:nvContentPartPr>
            <p14:xfrm>
              <a:off x="1619640" y="1530164"/>
              <a:ext cx="75240" cy="105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EE3EFFF-E932-FA30-EB59-15B87D7898E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11000" y="1521524"/>
                <a:ext cx="9288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5FAE2B6-A4C8-8685-8305-9F8421771023}"/>
                  </a:ext>
                </a:extLst>
              </p14:cNvPr>
              <p14:cNvContentPartPr/>
              <p14:nvPr/>
            </p14:nvContentPartPr>
            <p14:xfrm>
              <a:off x="1728720" y="1472924"/>
              <a:ext cx="41760" cy="181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5FAE2B6-A4C8-8685-8305-9F842177102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719720" y="1464284"/>
                <a:ext cx="5940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742ED42-9EEA-C07F-AE04-E600C2457824}"/>
                  </a:ext>
                </a:extLst>
              </p14:cNvPr>
              <p14:cNvContentPartPr/>
              <p14:nvPr/>
            </p14:nvContentPartPr>
            <p14:xfrm>
              <a:off x="1724040" y="1546004"/>
              <a:ext cx="73800" cy="234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742ED42-9EEA-C07F-AE04-E600C245782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715400" y="1537364"/>
                <a:ext cx="9144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2A78A6A-82D8-8C46-5102-558FB59C8D7F}"/>
                  </a:ext>
                </a:extLst>
              </p14:cNvPr>
              <p14:cNvContentPartPr/>
              <p14:nvPr/>
            </p14:nvContentPartPr>
            <p14:xfrm>
              <a:off x="1803240" y="1530884"/>
              <a:ext cx="92160" cy="975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2A78A6A-82D8-8C46-5102-558FB59C8D7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94240" y="1521884"/>
                <a:ext cx="10980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48900DF-CE70-A51F-6FB4-77542492C54F}"/>
                  </a:ext>
                </a:extLst>
              </p14:cNvPr>
              <p14:cNvContentPartPr/>
              <p14:nvPr/>
            </p14:nvContentPartPr>
            <p14:xfrm>
              <a:off x="1930680" y="1530884"/>
              <a:ext cx="46080" cy="1015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48900DF-CE70-A51F-6FB4-77542492C54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922040" y="1521884"/>
                <a:ext cx="6372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C9D9244-3E63-0458-8C5F-AA39332C0E71}"/>
                  </a:ext>
                </a:extLst>
              </p14:cNvPr>
              <p14:cNvContentPartPr/>
              <p14:nvPr/>
            </p14:nvContentPartPr>
            <p14:xfrm>
              <a:off x="2221200" y="1502084"/>
              <a:ext cx="15480" cy="1357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C9D9244-3E63-0458-8C5F-AA39332C0E7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212200" y="1493084"/>
                <a:ext cx="3312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38BC07F-1060-B30C-69A6-1A54ED9B00B4}"/>
                  </a:ext>
                </a:extLst>
              </p14:cNvPr>
              <p14:cNvContentPartPr/>
              <p14:nvPr/>
            </p14:nvContentPartPr>
            <p14:xfrm>
              <a:off x="2152080" y="1499564"/>
              <a:ext cx="82440" cy="496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38BC07F-1060-B30C-69A6-1A54ED9B00B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143080" y="1490564"/>
                <a:ext cx="10008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227518F-5F2D-2AED-6742-74ABBD6C15B6}"/>
                  </a:ext>
                </a:extLst>
              </p14:cNvPr>
              <p14:cNvContentPartPr/>
              <p14:nvPr/>
            </p14:nvContentPartPr>
            <p14:xfrm>
              <a:off x="2179440" y="1645364"/>
              <a:ext cx="277920" cy="306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227518F-5F2D-2AED-6742-74ABBD6C15B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170800" y="1636364"/>
                <a:ext cx="29556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11D75EC-13D5-BE09-755C-4FC43B400F64}"/>
                  </a:ext>
                </a:extLst>
              </p14:cNvPr>
              <p14:cNvContentPartPr/>
              <p14:nvPr/>
            </p14:nvContentPartPr>
            <p14:xfrm>
              <a:off x="1213200" y="1879724"/>
              <a:ext cx="186120" cy="1875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11D75EC-13D5-BE09-755C-4FC43B400F6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204560" y="1871084"/>
                <a:ext cx="20376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2692B44-D73F-EE8F-E40B-1DDE7F76A90C}"/>
                  </a:ext>
                </a:extLst>
              </p14:cNvPr>
              <p14:cNvContentPartPr/>
              <p14:nvPr/>
            </p14:nvContentPartPr>
            <p14:xfrm>
              <a:off x="1454400" y="1945964"/>
              <a:ext cx="21960" cy="2005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2692B44-D73F-EE8F-E40B-1DDE7F76A90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445400" y="1937324"/>
                <a:ext cx="3960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B416029-BA7F-F6D6-2308-A0D378477526}"/>
                  </a:ext>
                </a:extLst>
              </p14:cNvPr>
              <p14:cNvContentPartPr/>
              <p14:nvPr/>
            </p14:nvContentPartPr>
            <p14:xfrm>
              <a:off x="1478880" y="1958924"/>
              <a:ext cx="48600" cy="864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B416029-BA7F-F6D6-2308-A0D37847752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470240" y="1950284"/>
                <a:ext cx="6624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2F8C001-B27B-AEE1-91E0-A0708E3567C2}"/>
                  </a:ext>
                </a:extLst>
              </p14:cNvPr>
              <p14:cNvContentPartPr/>
              <p14:nvPr/>
            </p14:nvContentPartPr>
            <p14:xfrm>
              <a:off x="1542600" y="1958924"/>
              <a:ext cx="108360" cy="864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2F8C001-B27B-AEE1-91E0-A0708E3567C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533600" y="1950284"/>
                <a:ext cx="12600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620442C-33DD-AB3B-7174-780413AEEE49}"/>
                  </a:ext>
                </a:extLst>
              </p14:cNvPr>
              <p14:cNvContentPartPr/>
              <p14:nvPr/>
            </p14:nvContentPartPr>
            <p14:xfrm>
              <a:off x="1675800" y="1950284"/>
              <a:ext cx="126360" cy="752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620442C-33DD-AB3B-7174-780413AEEE4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667160" y="1941284"/>
                <a:ext cx="14400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4241BCB-A490-91BE-F5DE-A19A3F3E942B}"/>
                  </a:ext>
                </a:extLst>
              </p14:cNvPr>
              <p14:cNvContentPartPr/>
              <p14:nvPr/>
            </p14:nvContentPartPr>
            <p14:xfrm>
              <a:off x="1803240" y="1857764"/>
              <a:ext cx="194400" cy="1566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4241BCB-A490-91BE-F5DE-A19A3F3E942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794240" y="1848764"/>
                <a:ext cx="21204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819BF3B-F4C8-02DF-9048-3D751EC00280}"/>
                  </a:ext>
                </a:extLst>
              </p14:cNvPr>
              <p14:cNvContentPartPr/>
              <p14:nvPr/>
            </p14:nvContentPartPr>
            <p14:xfrm>
              <a:off x="1917360" y="1883684"/>
              <a:ext cx="51480" cy="939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8819BF3B-F4C8-02DF-9048-3D751EC0028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908720" y="1874684"/>
                <a:ext cx="6912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0460B62-FB57-B98B-3BA3-4DF95BED643F}"/>
                  </a:ext>
                </a:extLst>
              </p14:cNvPr>
              <p14:cNvContentPartPr/>
              <p14:nvPr/>
            </p14:nvContentPartPr>
            <p14:xfrm>
              <a:off x="2030760" y="1938404"/>
              <a:ext cx="173520" cy="72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0460B62-FB57-B98B-3BA3-4DF95BED643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022120" y="1929404"/>
                <a:ext cx="19116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82C5264-7F4E-E347-5191-043ABC96625E}"/>
                  </a:ext>
                </a:extLst>
              </p14:cNvPr>
              <p14:cNvContentPartPr/>
              <p14:nvPr/>
            </p14:nvContentPartPr>
            <p14:xfrm>
              <a:off x="2172240" y="1897004"/>
              <a:ext cx="122760" cy="3751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C82C5264-7F4E-E347-5191-043ABC96625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163240" y="1888364"/>
                <a:ext cx="140400" cy="3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0545874-8CAD-7E9A-DA9F-1C9E1574D8BB}"/>
                  </a:ext>
                </a:extLst>
              </p14:cNvPr>
              <p14:cNvContentPartPr/>
              <p14:nvPr/>
            </p14:nvContentPartPr>
            <p14:xfrm>
              <a:off x="3293280" y="1376804"/>
              <a:ext cx="235440" cy="297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0545874-8CAD-7E9A-DA9F-1C9E1574D8B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284640" y="1367804"/>
                <a:ext cx="25308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72A53809-8A58-0448-CC9D-338C36439E39}"/>
                  </a:ext>
                </a:extLst>
              </p14:cNvPr>
              <p14:cNvContentPartPr/>
              <p14:nvPr/>
            </p14:nvContentPartPr>
            <p14:xfrm>
              <a:off x="3593880" y="1474724"/>
              <a:ext cx="139320" cy="860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72A53809-8A58-0448-CC9D-338C36439E3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585240" y="1465724"/>
                <a:ext cx="15696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D45C7923-25A3-AF99-4F86-15B853574A2A}"/>
                  </a:ext>
                </a:extLst>
              </p14:cNvPr>
              <p14:cNvContentPartPr/>
              <p14:nvPr/>
            </p14:nvContentPartPr>
            <p14:xfrm>
              <a:off x="3745440" y="1470764"/>
              <a:ext cx="95760" cy="1094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D45C7923-25A3-AF99-4F86-15B853574A2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736440" y="1461764"/>
                <a:ext cx="11340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54CC117-7829-5C6C-DC23-0174FD2DC5EC}"/>
                  </a:ext>
                </a:extLst>
              </p14:cNvPr>
              <p14:cNvContentPartPr/>
              <p14:nvPr/>
            </p14:nvContentPartPr>
            <p14:xfrm>
              <a:off x="3861720" y="1393724"/>
              <a:ext cx="175680" cy="1857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54CC117-7829-5C6C-DC23-0174FD2DC5E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852720" y="1384724"/>
                <a:ext cx="19332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4236054B-195A-EAF3-625D-BAA194697BE2}"/>
                  </a:ext>
                </a:extLst>
              </p14:cNvPr>
              <p14:cNvContentPartPr/>
              <p14:nvPr/>
            </p14:nvContentPartPr>
            <p14:xfrm>
              <a:off x="3973680" y="1486604"/>
              <a:ext cx="83880" cy="417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4236054B-195A-EAF3-625D-BAA194697BE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964680" y="1477604"/>
                <a:ext cx="10152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3ED6501-1A46-1032-391B-BE60FFCF80C8}"/>
                  </a:ext>
                </a:extLst>
              </p14:cNvPr>
              <p14:cNvContentPartPr/>
              <p14:nvPr/>
            </p14:nvContentPartPr>
            <p14:xfrm>
              <a:off x="4079160" y="1470764"/>
              <a:ext cx="70200" cy="932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3ED6501-1A46-1032-391B-BE60FFCF80C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070160" y="1461764"/>
                <a:ext cx="8784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46742CA8-C0DF-DC44-CAC7-F0C72DE20A97}"/>
                  </a:ext>
                </a:extLst>
              </p14:cNvPr>
              <p14:cNvContentPartPr/>
              <p14:nvPr/>
            </p14:nvContentPartPr>
            <p14:xfrm>
              <a:off x="4199760" y="1435484"/>
              <a:ext cx="134280" cy="1281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46742CA8-C0DF-DC44-CAC7-F0C72DE20A97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190760" y="1426484"/>
                <a:ext cx="15192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0A11021-36C8-62C4-0544-8E3F9D22FBBA}"/>
                  </a:ext>
                </a:extLst>
              </p14:cNvPr>
              <p14:cNvContentPartPr/>
              <p14:nvPr/>
            </p14:nvContentPartPr>
            <p14:xfrm>
              <a:off x="4432320" y="1439444"/>
              <a:ext cx="191880" cy="2170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0A11021-36C8-62C4-0544-8E3F9D22FBB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423320" y="1430804"/>
                <a:ext cx="20952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174F2E8D-1A1B-1901-B5CA-61533BDDB16A}"/>
                  </a:ext>
                </a:extLst>
              </p14:cNvPr>
              <p14:cNvContentPartPr/>
              <p14:nvPr/>
            </p14:nvContentPartPr>
            <p14:xfrm>
              <a:off x="3450600" y="1823204"/>
              <a:ext cx="137520" cy="2368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174F2E8D-1A1B-1901-B5CA-61533BDDB16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441960" y="1814564"/>
                <a:ext cx="15516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4243ACA5-BDBA-F0B1-408C-A1567E92FDC4}"/>
                  </a:ext>
                </a:extLst>
              </p14:cNvPr>
              <p14:cNvContentPartPr/>
              <p14:nvPr/>
            </p14:nvContentPartPr>
            <p14:xfrm>
              <a:off x="3679920" y="1939844"/>
              <a:ext cx="24120" cy="1965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4243ACA5-BDBA-F0B1-408C-A1567E92FDC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671280" y="1931204"/>
                <a:ext cx="4176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57DA8697-D904-8518-8DAB-43117AE93BAE}"/>
                  </a:ext>
                </a:extLst>
              </p14:cNvPr>
              <p14:cNvContentPartPr/>
              <p14:nvPr/>
            </p14:nvContentPartPr>
            <p14:xfrm>
              <a:off x="3683160" y="1929044"/>
              <a:ext cx="103680" cy="997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57DA8697-D904-8518-8DAB-43117AE93BAE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674520" y="1920044"/>
                <a:ext cx="12132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D3E5C3AD-4E51-683D-9DC0-0D9488A7CB9E}"/>
                  </a:ext>
                </a:extLst>
              </p14:cNvPr>
              <p14:cNvContentPartPr/>
              <p14:nvPr/>
            </p14:nvContentPartPr>
            <p14:xfrm>
              <a:off x="3790080" y="1935884"/>
              <a:ext cx="345240" cy="874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D3E5C3AD-4E51-683D-9DC0-0D9488A7CB9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781080" y="1927244"/>
                <a:ext cx="36288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76F38DF-3A7D-7E34-9B82-AC4402A0DC6C}"/>
                  </a:ext>
                </a:extLst>
              </p14:cNvPr>
              <p14:cNvContentPartPr/>
              <p14:nvPr/>
            </p14:nvContentPartPr>
            <p14:xfrm>
              <a:off x="4096080" y="1849484"/>
              <a:ext cx="282960" cy="1706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76F38DF-3A7D-7E34-9B82-AC4402A0DC6C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087080" y="1840844"/>
                <a:ext cx="30060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FDAD39A7-A14E-5D3C-7CDF-181DD63C252C}"/>
                  </a:ext>
                </a:extLst>
              </p14:cNvPr>
              <p14:cNvContentPartPr/>
              <p14:nvPr/>
            </p14:nvContentPartPr>
            <p14:xfrm>
              <a:off x="4267080" y="1881524"/>
              <a:ext cx="118440" cy="381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FDAD39A7-A14E-5D3C-7CDF-181DD63C252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258080" y="1872884"/>
                <a:ext cx="13608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ACB86B7-E804-9483-E4F7-1CC393535605}"/>
                  </a:ext>
                </a:extLst>
              </p14:cNvPr>
              <p14:cNvContentPartPr/>
              <p14:nvPr/>
            </p14:nvContentPartPr>
            <p14:xfrm>
              <a:off x="4407120" y="1938404"/>
              <a:ext cx="142920" cy="1011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ACB86B7-E804-9483-E4F7-1CC393535605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398120" y="1929404"/>
                <a:ext cx="16056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5D5E207E-8A6B-891E-C307-2CC0C05D4158}"/>
                  </a:ext>
                </a:extLst>
              </p14:cNvPr>
              <p14:cNvContentPartPr/>
              <p14:nvPr/>
            </p14:nvContentPartPr>
            <p14:xfrm>
              <a:off x="4453200" y="1946324"/>
              <a:ext cx="230040" cy="3517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5D5E207E-8A6B-891E-C307-2CC0C05D415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444560" y="1937684"/>
                <a:ext cx="247680" cy="36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0231E8E5-2BC6-45F0-FC73-BB57CFC7DBF0}"/>
                  </a:ext>
                </a:extLst>
              </p14:cNvPr>
              <p14:cNvContentPartPr/>
              <p14:nvPr/>
            </p14:nvContentPartPr>
            <p14:xfrm>
              <a:off x="1515600" y="2231804"/>
              <a:ext cx="113400" cy="2901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0231E8E5-2BC6-45F0-FC73-BB57CFC7DBF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506600" y="2222804"/>
                <a:ext cx="13104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79395F01-B9F3-7D01-E526-6F97FA75655C}"/>
                  </a:ext>
                </a:extLst>
              </p14:cNvPr>
              <p14:cNvContentPartPr/>
              <p14:nvPr/>
            </p14:nvContentPartPr>
            <p14:xfrm>
              <a:off x="1431360" y="2325044"/>
              <a:ext cx="485280" cy="1119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79395F01-B9F3-7D01-E526-6F97FA75655C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422360" y="2316404"/>
                <a:ext cx="50292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A935FB3B-970D-64B0-2F8E-CECAC58BBEF3}"/>
                  </a:ext>
                </a:extLst>
              </p14:cNvPr>
              <p14:cNvContentPartPr/>
              <p14:nvPr/>
            </p14:nvContentPartPr>
            <p14:xfrm>
              <a:off x="1965240" y="2353844"/>
              <a:ext cx="77400" cy="882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A935FB3B-970D-64B0-2F8E-CECAC58BBEF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956600" y="2344844"/>
                <a:ext cx="9504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05E5D499-5C0D-A5A6-912B-AD10FA4212D1}"/>
                  </a:ext>
                </a:extLst>
              </p14:cNvPr>
              <p14:cNvContentPartPr/>
              <p14:nvPr/>
            </p14:nvContentPartPr>
            <p14:xfrm>
              <a:off x="2093400" y="2345564"/>
              <a:ext cx="88920" cy="8424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05E5D499-5C0D-A5A6-912B-AD10FA4212D1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084760" y="2336564"/>
                <a:ext cx="10656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04B535DB-46EB-03E1-04E2-174552E2854C}"/>
                  </a:ext>
                </a:extLst>
              </p14:cNvPr>
              <p14:cNvContentPartPr/>
              <p14:nvPr/>
            </p14:nvContentPartPr>
            <p14:xfrm>
              <a:off x="2204640" y="2342324"/>
              <a:ext cx="132480" cy="1306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04B535DB-46EB-03E1-04E2-174552E2854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196000" y="2333684"/>
                <a:ext cx="15012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64C693CC-BFF9-DEE7-86A7-1CB0465C8B6C}"/>
                  </a:ext>
                </a:extLst>
              </p14:cNvPr>
              <p14:cNvContentPartPr/>
              <p14:nvPr/>
            </p14:nvContentPartPr>
            <p14:xfrm>
              <a:off x="2379960" y="2250164"/>
              <a:ext cx="34200" cy="2113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64C693CC-BFF9-DEE7-86A7-1CB0465C8B6C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371320" y="2241164"/>
                <a:ext cx="5184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A0435CAB-7C8B-AB41-2715-5B5B5621A750}"/>
                  </a:ext>
                </a:extLst>
              </p14:cNvPr>
              <p14:cNvContentPartPr/>
              <p14:nvPr/>
            </p14:nvContentPartPr>
            <p14:xfrm>
              <a:off x="2344320" y="2294084"/>
              <a:ext cx="102600" cy="4644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A0435CAB-7C8B-AB41-2715-5B5B5621A750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335320" y="2285444"/>
                <a:ext cx="12024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35E2BB83-8587-0440-2C6C-2025323614EB}"/>
                  </a:ext>
                </a:extLst>
              </p14:cNvPr>
              <p14:cNvContentPartPr/>
              <p14:nvPr/>
            </p14:nvContentPartPr>
            <p14:xfrm>
              <a:off x="3810600" y="2218124"/>
              <a:ext cx="131760" cy="2782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35E2BB83-8587-0440-2C6C-2025323614EB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801960" y="2209484"/>
                <a:ext cx="14940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BB90AAA5-D8C8-EF3E-D777-DF0D909FA88D}"/>
                  </a:ext>
                </a:extLst>
              </p14:cNvPr>
              <p14:cNvContentPartPr/>
              <p14:nvPr/>
            </p14:nvContentPartPr>
            <p14:xfrm>
              <a:off x="3701520" y="2323604"/>
              <a:ext cx="554400" cy="1364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BB90AAA5-D8C8-EF3E-D777-DF0D909FA88D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692520" y="2314964"/>
                <a:ext cx="57204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8214721E-B4A6-D175-1A2B-7E9A7A33B87B}"/>
                  </a:ext>
                </a:extLst>
              </p14:cNvPr>
              <p14:cNvContentPartPr/>
              <p14:nvPr/>
            </p14:nvContentPartPr>
            <p14:xfrm>
              <a:off x="4284000" y="2388404"/>
              <a:ext cx="72720" cy="820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8214721E-B4A6-D175-1A2B-7E9A7A33B87B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275000" y="2379764"/>
                <a:ext cx="9036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08CAE449-A88D-E47C-60D9-3B19CCD165F5}"/>
                  </a:ext>
                </a:extLst>
              </p14:cNvPr>
              <p14:cNvContentPartPr/>
              <p14:nvPr/>
            </p14:nvContentPartPr>
            <p14:xfrm>
              <a:off x="4408920" y="2393084"/>
              <a:ext cx="280800" cy="1026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08CAE449-A88D-E47C-60D9-3B19CCD165F5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399920" y="2384084"/>
                <a:ext cx="2984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C030CF8B-5525-206B-7DB0-F86D056B5CC7}"/>
                  </a:ext>
                </a:extLst>
              </p14:cNvPr>
              <p14:cNvContentPartPr/>
              <p14:nvPr/>
            </p14:nvContentPartPr>
            <p14:xfrm>
              <a:off x="4768920" y="2317124"/>
              <a:ext cx="31320" cy="2088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C030CF8B-5525-206B-7DB0-F86D056B5CC7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760280" y="2308484"/>
                <a:ext cx="4896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82E76D59-70BB-538D-928E-623BAC3C40C6}"/>
                  </a:ext>
                </a:extLst>
              </p14:cNvPr>
              <p14:cNvContentPartPr/>
              <p14:nvPr/>
            </p14:nvContentPartPr>
            <p14:xfrm>
              <a:off x="4737600" y="2368244"/>
              <a:ext cx="344520" cy="792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82E76D59-70BB-538D-928E-623BAC3C40C6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728600" y="2359604"/>
                <a:ext cx="36216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7C962336-5C2A-E280-4233-56B623C98261}"/>
                  </a:ext>
                </a:extLst>
              </p14:cNvPr>
              <p14:cNvContentPartPr/>
              <p14:nvPr/>
            </p14:nvContentPartPr>
            <p14:xfrm>
              <a:off x="780840" y="1128404"/>
              <a:ext cx="5088600" cy="56476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7C962336-5C2A-E280-4233-56B623C98261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72200" y="1119404"/>
                <a:ext cx="5106240" cy="56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D306852A-062B-3B0D-6F34-9E2CB4CDEE87}"/>
                  </a:ext>
                </a:extLst>
              </p14:cNvPr>
              <p14:cNvContentPartPr/>
              <p14:nvPr/>
            </p14:nvContentPartPr>
            <p14:xfrm>
              <a:off x="2868840" y="1192484"/>
              <a:ext cx="240840" cy="55278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D306852A-062B-3B0D-6F34-9E2CB4CDEE87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860200" y="1183844"/>
                <a:ext cx="258480" cy="55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7B0D3921-35E9-BCD6-F778-218E5FA341F0}"/>
                  </a:ext>
                </a:extLst>
              </p14:cNvPr>
              <p14:cNvContentPartPr/>
              <p14:nvPr/>
            </p14:nvContentPartPr>
            <p14:xfrm>
              <a:off x="932400" y="2532404"/>
              <a:ext cx="4636080" cy="979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7B0D3921-35E9-BCD6-F778-218E5FA341F0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923400" y="2523764"/>
                <a:ext cx="465372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8703FFC8-1866-55A6-B69E-EE5F00F5FF1F}"/>
                  </a:ext>
                </a:extLst>
              </p14:cNvPr>
              <p14:cNvContentPartPr/>
              <p14:nvPr/>
            </p14:nvContentPartPr>
            <p14:xfrm>
              <a:off x="1613520" y="2759204"/>
              <a:ext cx="236520" cy="20700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8703FFC8-1866-55A6-B69E-EE5F00F5FF1F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604520" y="2750564"/>
                <a:ext cx="25416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0DD3688C-05B9-80F1-93D3-361EA5A5A488}"/>
                  </a:ext>
                </a:extLst>
              </p14:cNvPr>
              <p14:cNvContentPartPr/>
              <p14:nvPr/>
            </p14:nvContentPartPr>
            <p14:xfrm>
              <a:off x="1894320" y="2817164"/>
              <a:ext cx="111960" cy="13464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0DD3688C-05B9-80F1-93D3-361EA5A5A488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885680" y="2808524"/>
                <a:ext cx="12960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1ACEE7AD-F4FD-CA5F-5612-458ADC99CA06}"/>
                  </a:ext>
                </a:extLst>
              </p14:cNvPr>
              <p14:cNvContentPartPr/>
              <p14:nvPr/>
            </p14:nvContentPartPr>
            <p14:xfrm>
              <a:off x="3829680" y="2725364"/>
              <a:ext cx="180000" cy="1908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1ACEE7AD-F4FD-CA5F-5612-458ADC99CA06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820680" y="2716724"/>
                <a:ext cx="19764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016117AF-53E8-76AB-1616-D2E3283F0C65}"/>
                  </a:ext>
                </a:extLst>
              </p14:cNvPr>
              <p14:cNvContentPartPr/>
              <p14:nvPr/>
            </p14:nvContentPartPr>
            <p14:xfrm>
              <a:off x="4051800" y="2763524"/>
              <a:ext cx="93960" cy="1558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016117AF-53E8-76AB-1616-D2E3283F0C65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043160" y="2754884"/>
                <a:ext cx="11160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BC058BFA-2249-0F71-BFBE-28E4AA6CAC28}"/>
                  </a:ext>
                </a:extLst>
              </p14:cNvPr>
              <p14:cNvContentPartPr/>
              <p14:nvPr/>
            </p14:nvContentPartPr>
            <p14:xfrm>
              <a:off x="4081680" y="2732924"/>
              <a:ext cx="126360" cy="651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BC058BFA-2249-0F71-BFBE-28E4AA6CAC28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073040" y="2724284"/>
                <a:ext cx="14400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81FC7BC8-7C7A-030D-462B-F06904EE4B8A}"/>
                  </a:ext>
                </a:extLst>
              </p14:cNvPr>
              <p14:cNvContentPartPr/>
              <p14:nvPr/>
            </p14:nvContentPartPr>
            <p14:xfrm>
              <a:off x="1527480" y="3474524"/>
              <a:ext cx="42480" cy="1908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81FC7BC8-7C7A-030D-462B-F06904EE4B8A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518480" y="3465884"/>
                <a:ext cx="6012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1617B878-C5FD-BB9D-2DD1-3E78C27B458B}"/>
                  </a:ext>
                </a:extLst>
              </p14:cNvPr>
              <p14:cNvContentPartPr/>
              <p14:nvPr/>
            </p14:nvContentPartPr>
            <p14:xfrm>
              <a:off x="1681560" y="3487124"/>
              <a:ext cx="137160" cy="17172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1617B878-C5FD-BB9D-2DD1-3E78C27B458B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672920" y="3478484"/>
                <a:ext cx="15480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02FFFF46-4E7E-946D-5BEE-FBBF6CC2F9C9}"/>
                  </a:ext>
                </a:extLst>
              </p14:cNvPr>
              <p14:cNvContentPartPr/>
              <p14:nvPr/>
            </p14:nvContentPartPr>
            <p14:xfrm>
              <a:off x="1891080" y="3521684"/>
              <a:ext cx="68400" cy="1483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02FFFF46-4E7E-946D-5BEE-FBBF6CC2F9C9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882440" y="3513044"/>
                <a:ext cx="8604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B33B1C80-8F0A-BCA6-EF30-7042BEAE0879}"/>
                  </a:ext>
                </a:extLst>
              </p14:cNvPr>
              <p14:cNvContentPartPr/>
              <p14:nvPr/>
            </p14:nvContentPartPr>
            <p14:xfrm>
              <a:off x="1900440" y="3465164"/>
              <a:ext cx="141120" cy="7344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B33B1C80-8F0A-BCA6-EF30-7042BEAE0879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891800" y="3456524"/>
                <a:ext cx="15876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74212866-F30C-DEB8-F395-738D6F09A847}"/>
                  </a:ext>
                </a:extLst>
              </p14:cNvPr>
              <p14:cNvContentPartPr/>
              <p14:nvPr/>
            </p14:nvContentPartPr>
            <p14:xfrm>
              <a:off x="3746520" y="3428804"/>
              <a:ext cx="9720" cy="18720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74212866-F30C-DEB8-F395-738D6F09A847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3737520" y="3419804"/>
                <a:ext cx="2736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261F078E-738C-29DB-C42E-5F9984B27301}"/>
                  </a:ext>
                </a:extLst>
              </p14:cNvPr>
              <p14:cNvContentPartPr/>
              <p14:nvPr/>
            </p14:nvContentPartPr>
            <p14:xfrm>
              <a:off x="3908880" y="3402164"/>
              <a:ext cx="141840" cy="410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261F078E-738C-29DB-C42E-5F9984B27301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3899880" y="3393524"/>
                <a:ext cx="15948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EFEF4AF8-C2A1-143F-93B7-6375492774C1}"/>
                  </a:ext>
                </a:extLst>
              </p14:cNvPr>
              <p14:cNvContentPartPr/>
              <p14:nvPr/>
            </p14:nvContentPartPr>
            <p14:xfrm>
              <a:off x="3891240" y="3463004"/>
              <a:ext cx="156240" cy="1836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EFEF4AF8-C2A1-143F-93B7-6375492774C1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882600" y="3454004"/>
                <a:ext cx="17388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9A7F0D76-244F-4C46-75AE-9EE161D11316}"/>
                  </a:ext>
                </a:extLst>
              </p14:cNvPr>
              <p14:cNvContentPartPr/>
              <p14:nvPr/>
            </p14:nvContentPartPr>
            <p14:xfrm>
              <a:off x="4147560" y="3464804"/>
              <a:ext cx="106560" cy="13608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9A7F0D76-244F-4C46-75AE-9EE161D11316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4138560" y="3455804"/>
                <a:ext cx="12420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E5316D18-18A2-7513-0A0F-3B7D6E24461A}"/>
                  </a:ext>
                </a:extLst>
              </p14:cNvPr>
              <p14:cNvContentPartPr/>
              <p14:nvPr/>
            </p14:nvContentPartPr>
            <p14:xfrm>
              <a:off x="1477800" y="4068884"/>
              <a:ext cx="137880" cy="20880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E5316D18-18A2-7513-0A0F-3B7D6E24461A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468800" y="4060244"/>
                <a:ext cx="15552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3CF766A7-3B5B-DE33-D89A-37D992BE33C2}"/>
                  </a:ext>
                </a:extLst>
              </p14:cNvPr>
              <p14:cNvContentPartPr/>
              <p14:nvPr/>
            </p14:nvContentPartPr>
            <p14:xfrm>
              <a:off x="1506960" y="4189844"/>
              <a:ext cx="205560" cy="493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3CF766A7-3B5B-DE33-D89A-37D992BE33C2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497960" y="4180844"/>
                <a:ext cx="22320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8290133C-8B62-1404-D206-DFED031A6883}"/>
                  </a:ext>
                </a:extLst>
              </p14:cNvPr>
              <p14:cNvContentPartPr/>
              <p14:nvPr/>
            </p14:nvContentPartPr>
            <p14:xfrm>
              <a:off x="1795680" y="4111004"/>
              <a:ext cx="82800" cy="14112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8290133C-8B62-1404-D206-DFED031A6883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786680" y="4102004"/>
                <a:ext cx="10044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01F2B555-4736-C82E-D7FC-D6CCA28CA98E}"/>
                  </a:ext>
                </a:extLst>
              </p14:cNvPr>
              <p14:cNvContentPartPr/>
              <p14:nvPr/>
            </p14:nvContentPartPr>
            <p14:xfrm>
              <a:off x="1811520" y="4055924"/>
              <a:ext cx="169560" cy="6444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01F2B555-4736-C82E-D7FC-D6CCA28CA98E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802520" y="4046924"/>
                <a:ext cx="18720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55717ECF-B217-A4E4-2241-4BC5838A4AB4}"/>
                  </a:ext>
                </a:extLst>
              </p14:cNvPr>
              <p14:cNvContentPartPr/>
              <p14:nvPr/>
            </p14:nvContentPartPr>
            <p14:xfrm>
              <a:off x="3858480" y="3972404"/>
              <a:ext cx="122400" cy="1587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55717ECF-B217-A4E4-2241-4BC5838A4AB4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849840" y="3963404"/>
                <a:ext cx="14004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AC3383B9-D3BD-A835-D717-568A9FD07539}"/>
                  </a:ext>
                </a:extLst>
              </p14:cNvPr>
              <p14:cNvContentPartPr/>
              <p14:nvPr/>
            </p14:nvContentPartPr>
            <p14:xfrm>
              <a:off x="3879360" y="3964124"/>
              <a:ext cx="205920" cy="3744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AC3383B9-D3BD-A835-D717-568A9FD07539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3870360" y="3955484"/>
                <a:ext cx="22356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0ED91B49-6D7B-932B-6A4D-FE97D562C910}"/>
                  </a:ext>
                </a:extLst>
              </p14:cNvPr>
              <p14:cNvContentPartPr/>
              <p14:nvPr/>
            </p14:nvContentPartPr>
            <p14:xfrm>
              <a:off x="4104360" y="3996524"/>
              <a:ext cx="133200" cy="13752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0ED91B49-6D7B-932B-6A4D-FE97D562C910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4095720" y="3987884"/>
                <a:ext cx="15084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CD445B02-7F48-30B2-6183-82D17182EDBF}"/>
                  </a:ext>
                </a:extLst>
              </p14:cNvPr>
              <p14:cNvContentPartPr/>
              <p14:nvPr/>
            </p14:nvContentPartPr>
            <p14:xfrm>
              <a:off x="1392840" y="4792844"/>
              <a:ext cx="220320" cy="1983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CD445B02-7F48-30B2-6183-82D17182EDBF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384200" y="4784204"/>
                <a:ext cx="2379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0FF8B4DF-4F11-E6EE-363B-CD02C30C5EA5}"/>
                  </a:ext>
                </a:extLst>
              </p14:cNvPr>
              <p14:cNvContentPartPr/>
              <p14:nvPr/>
            </p14:nvContentPartPr>
            <p14:xfrm>
              <a:off x="1636200" y="4798964"/>
              <a:ext cx="131040" cy="18252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0FF8B4DF-4F11-E6EE-363B-CD02C30C5EA5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627200" y="4789964"/>
                <a:ext cx="14868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0CEF8C88-67CB-49FC-5780-79168DB074D6}"/>
                  </a:ext>
                </a:extLst>
              </p14:cNvPr>
              <p14:cNvContentPartPr/>
              <p14:nvPr/>
            </p14:nvContentPartPr>
            <p14:xfrm>
              <a:off x="3810600" y="4617884"/>
              <a:ext cx="169920" cy="2019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0CEF8C88-67CB-49FC-5780-79168DB074D6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3801960" y="4608884"/>
                <a:ext cx="18756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19D12BFB-F113-5CB2-8763-28800C98C14B}"/>
                  </a:ext>
                </a:extLst>
              </p14:cNvPr>
              <p14:cNvContentPartPr/>
              <p14:nvPr/>
            </p14:nvContentPartPr>
            <p14:xfrm>
              <a:off x="4027680" y="4636964"/>
              <a:ext cx="83520" cy="1332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19D12BFB-F113-5CB2-8763-28800C98C14B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4018680" y="4627964"/>
                <a:ext cx="10116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E765BC24-6087-85ED-9D28-F209A2D305EF}"/>
                  </a:ext>
                </a:extLst>
              </p14:cNvPr>
              <p14:cNvContentPartPr/>
              <p14:nvPr/>
            </p14:nvContentPartPr>
            <p14:xfrm>
              <a:off x="1504080" y="5550644"/>
              <a:ext cx="96480" cy="18936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E765BC24-6087-85ED-9D28-F209A2D305EF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495440" y="5541644"/>
                <a:ext cx="11412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5D4B43F9-CDB0-3C67-6491-0114F963BF43}"/>
                  </a:ext>
                </a:extLst>
              </p14:cNvPr>
              <p14:cNvContentPartPr/>
              <p14:nvPr/>
            </p14:nvContentPartPr>
            <p14:xfrm>
              <a:off x="1514880" y="5651804"/>
              <a:ext cx="183240" cy="3996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5D4B43F9-CDB0-3C67-6491-0114F963BF43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505880" y="5642804"/>
                <a:ext cx="20088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29794DAD-4BF1-0AEB-0259-D025C0E1FA77}"/>
                  </a:ext>
                </a:extLst>
              </p14:cNvPr>
              <p14:cNvContentPartPr/>
              <p14:nvPr/>
            </p14:nvContentPartPr>
            <p14:xfrm>
              <a:off x="1725120" y="5589524"/>
              <a:ext cx="133560" cy="13500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29794DAD-4BF1-0AEB-0259-D025C0E1FA77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716480" y="5580884"/>
                <a:ext cx="15120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582AEB95-88E4-CFF0-9563-E1EA3DEB9802}"/>
                  </a:ext>
                </a:extLst>
              </p14:cNvPr>
              <p14:cNvContentPartPr/>
              <p14:nvPr/>
            </p14:nvContentPartPr>
            <p14:xfrm>
              <a:off x="3821400" y="5326004"/>
              <a:ext cx="160920" cy="19944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582AEB95-88E4-CFF0-9563-E1EA3DEB9802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3812400" y="5317364"/>
                <a:ext cx="17856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5A40A324-E512-C498-0A6C-50CF4D1DA7B2}"/>
                  </a:ext>
                </a:extLst>
              </p14:cNvPr>
              <p14:cNvContentPartPr/>
              <p14:nvPr/>
            </p14:nvContentPartPr>
            <p14:xfrm>
              <a:off x="4077000" y="5324204"/>
              <a:ext cx="213480" cy="20088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5A40A324-E512-C498-0A6C-50CF4D1DA7B2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4068360" y="5315204"/>
                <a:ext cx="23112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0C526E16-4930-BA78-C755-57736D9F9872}"/>
                  </a:ext>
                </a:extLst>
              </p14:cNvPr>
              <p14:cNvContentPartPr/>
              <p14:nvPr/>
            </p14:nvContentPartPr>
            <p14:xfrm>
              <a:off x="340560" y="6198644"/>
              <a:ext cx="69120" cy="14040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0C526E16-4930-BA78-C755-57736D9F9872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331560" y="6189644"/>
                <a:ext cx="8676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77445667-CBA3-67DE-4F3C-5CFA13836729}"/>
                  </a:ext>
                </a:extLst>
              </p14:cNvPr>
              <p14:cNvContentPartPr/>
              <p14:nvPr/>
            </p14:nvContentPartPr>
            <p14:xfrm>
              <a:off x="290880" y="6347324"/>
              <a:ext cx="271440" cy="2070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77445667-CBA3-67DE-4F3C-5CFA13836729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281880" y="6338684"/>
                <a:ext cx="28908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8E3F010F-0E76-8CF9-827D-F18B175CEFB9}"/>
                  </a:ext>
                </a:extLst>
              </p14:cNvPr>
              <p14:cNvContentPartPr/>
              <p14:nvPr/>
            </p14:nvContentPartPr>
            <p14:xfrm>
              <a:off x="1308600" y="6288644"/>
              <a:ext cx="37440" cy="20988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8E3F010F-0E76-8CF9-827D-F18B175CEFB9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1299960" y="6279644"/>
                <a:ext cx="5508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EA01B43A-5F31-7AF1-74F9-414C4CD15815}"/>
                  </a:ext>
                </a:extLst>
              </p14:cNvPr>
              <p14:cNvContentPartPr/>
              <p14:nvPr/>
            </p14:nvContentPartPr>
            <p14:xfrm>
              <a:off x="1468440" y="6299804"/>
              <a:ext cx="156600" cy="25128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EA01B43A-5F31-7AF1-74F9-414C4CD15815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1459440" y="6291164"/>
                <a:ext cx="17424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B9D1A45E-1235-C8C4-86ED-E242CA198536}"/>
                  </a:ext>
                </a:extLst>
              </p14:cNvPr>
              <p14:cNvContentPartPr/>
              <p14:nvPr/>
            </p14:nvContentPartPr>
            <p14:xfrm>
              <a:off x="1701000" y="6359924"/>
              <a:ext cx="92520" cy="12564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B9D1A45E-1235-C8C4-86ED-E242CA198536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692000" y="6350924"/>
                <a:ext cx="11016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0820F748-7F45-8C09-87AC-2FD0B8DD0146}"/>
                  </a:ext>
                </a:extLst>
              </p14:cNvPr>
              <p14:cNvContentPartPr/>
              <p14:nvPr/>
            </p14:nvContentPartPr>
            <p14:xfrm>
              <a:off x="3774960" y="6181724"/>
              <a:ext cx="14040" cy="24156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0820F748-7F45-8C09-87AC-2FD0B8DD0146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3766320" y="6172724"/>
                <a:ext cx="3168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8CE30F86-51C2-5FC7-3108-EB4E784ED291}"/>
                  </a:ext>
                </a:extLst>
              </p14:cNvPr>
              <p14:cNvContentPartPr/>
              <p14:nvPr/>
            </p14:nvContentPartPr>
            <p14:xfrm>
              <a:off x="3921480" y="6213764"/>
              <a:ext cx="135720" cy="19800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8CE30F86-51C2-5FC7-3108-EB4E784ED291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3912480" y="6204764"/>
                <a:ext cx="15336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A11D4786-3A4D-CB0E-4986-9CDD7DC2375F}"/>
                  </a:ext>
                </a:extLst>
              </p14:cNvPr>
              <p14:cNvContentPartPr/>
              <p14:nvPr/>
            </p14:nvContentPartPr>
            <p14:xfrm>
              <a:off x="4099680" y="6234644"/>
              <a:ext cx="121680" cy="16344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A11D4786-3A4D-CB0E-4986-9CDD7DC2375F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4091040" y="6226004"/>
                <a:ext cx="13932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51D7F537-CF94-321C-4EF9-DA2BCF14D107}"/>
                  </a:ext>
                </a:extLst>
              </p14:cNvPr>
              <p14:cNvContentPartPr/>
              <p14:nvPr/>
            </p14:nvContentPartPr>
            <p14:xfrm>
              <a:off x="4116600" y="6177404"/>
              <a:ext cx="180720" cy="8208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51D7F537-CF94-321C-4EF9-DA2BCF14D107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4107960" y="6168404"/>
                <a:ext cx="19836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BC5F4A42-E213-15F4-CFD3-AAEAD45F0DD2}"/>
                  </a:ext>
                </a:extLst>
              </p14:cNvPr>
              <p14:cNvContentPartPr/>
              <p14:nvPr/>
            </p14:nvContentPartPr>
            <p14:xfrm>
              <a:off x="1692000" y="910604"/>
              <a:ext cx="217080" cy="15408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BC5F4A42-E213-15F4-CFD3-AAEAD45F0DD2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683000" y="901604"/>
                <a:ext cx="23472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72A32E83-DBEA-3CD8-0095-6BA890FBD53F}"/>
                  </a:ext>
                </a:extLst>
              </p14:cNvPr>
              <p14:cNvContentPartPr/>
              <p14:nvPr/>
            </p14:nvContentPartPr>
            <p14:xfrm>
              <a:off x="1926360" y="960284"/>
              <a:ext cx="33840" cy="13968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72A32E83-DBEA-3CD8-0095-6BA890FBD53F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1917720" y="951644"/>
                <a:ext cx="5148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A45FC6D1-87AF-322A-BF66-F09E81A28FE7}"/>
                  </a:ext>
                </a:extLst>
              </p14:cNvPr>
              <p14:cNvContentPartPr/>
              <p14:nvPr/>
            </p14:nvContentPartPr>
            <p14:xfrm>
              <a:off x="4016160" y="917444"/>
              <a:ext cx="180720" cy="12276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A45FC6D1-87AF-322A-BF66-F09E81A28FE7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4007520" y="908804"/>
                <a:ext cx="19836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0F933DD6-8854-F091-3175-9222322C8759}"/>
                  </a:ext>
                </a:extLst>
              </p14:cNvPr>
              <p14:cNvContentPartPr/>
              <p14:nvPr/>
            </p14:nvContentPartPr>
            <p14:xfrm>
              <a:off x="4227840" y="1007084"/>
              <a:ext cx="122400" cy="11520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0F933DD6-8854-F091-3175-9222322C8759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4219200" y="998444"/>
                <a:ext cx="14004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2104FE0F-01B2-3044-A93C-C721565B2AC4}"/>
                  </a:ext>
                </a:extLst>
              </p14:cNvPr>
              <p14:cNvContentPartPr/>
              <p14:nvPr/>
            </p14:nvContentPartPr>
            <p14:xfrm>
              <a:off x="5915160" y="962804"/>
              <a:ext cx="100080" cy="27360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2104FE0F-01B2-3044-A93C-C721565B2AC4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5906160" y="954164"/>
                <a:ext cx="117720" cy="2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83264908-AF1F-4AFD-89DB-FD25B1DBD559}"/>
                  </a:ext>
                </a:extLst>
              </p14:cNvPr>
              <p14:cNvContentPartPr/>
              <p14:nvPr/>
            </p14:nvContentPartPr>
            <p14:xfrm>
              <a:off x="435240" y="2753444"/>
              <a:ext cx="90720" cy="10080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83264908-AF1F-4AFD-89DB-FD25B1DBD559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426600" y="2744444"/>
                <a:ext cx="10836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B52485C4-934B-B111-774C-5F15831A0BF5}"/>
                  </a:ext>
                </a:extLst>
              </p14:cNvPr>
              <p14:cNvContentPartPr/>
              <p14:nvPr/>
            </p14:nvContentPartPr>
            <p14:xfrm>
              <a:off x="420840" y="2884844"/>
              <a:ext cx="52560" cy="1036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B52485C4-934B-B111-774C-5F15831A0BF5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412200" y="2876204"/>
                <a:ext cx="7020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4E2FAD93-8A58-8B14-D479-9792C1D5C6B1}"/>
                  </a:ext>
                </a:extLst>
              </p14:cNvPr>
              <p14:cNvContentPartPr/>
              <p14:nvPr/>
            </p14:nvContentPartPr>
            <p14:xfrm>
              <a:off x="537840" y="2910764"/>
              <a:ext cx="25560" cy="8172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4E2FAD93-8A58-8B14-D479-9792C1D5C6B1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528840" y="2902124"/>
                <a:ext cx="4320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23B1C403-EDA6-6D4C-1500-25F42D8135A3}"/>
                  </a:ext>
                </a:extLst>
              </p14:cNvPr>
              <p14:cNvContentPartPr/>
              <p14:nvPr/>
            </p14:nvContentPartPr>
            <p14:xfrm>
              <a:off x="481680" y="2940284"/>
              <a:ext cx="80280" cy="15264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23B1C403-EDA6-6D4C-1500-25F42D8135A3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472680" y="2931644"/>
                <a:ext cx="9792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1FAAC46E-6B73-FE4B-165B-041FFE6D80C1}"/>
                  </a:ext>
                </a:extLst>
              </p14:cNvPr>
              <p14:cNvContentPartPr/>
              <p14:nvPr/>
            </p14:nvContentPartPr>
            <p14:xfrm>
              <a:off x="708480" y="2871524"/>
              <a:ext cx="2520" cy="11772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1FAAC46E-6B73-FE4B-165B-041FFE6D80C1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699840" y="2862524"/>
                <a:ext cx="2016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85F1E5C5-25A4-D3D0-E832-13FB569AA424}"/>
                  </a:ext>
                </a:extLst>
              </p14:cNvPr>
              <p14:cNvContentPartPr/>
              <p14:nvPr/>
            </p14:nvContentPartPr>
            <p14:xfrm>
              <a:off x="353160" y="3493604"/>
              <a:ext cx="108720" cy="11808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85F1E5C5-25A4-D3D0-E832-13FB569AA424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344520" y="3484964"/>
                <a:ext cx="12636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826A499F-8BD8-3644-19D9-C3D85E2879B4}"/>
                  </a:ext>
                </a:extLst>
              </p14:cNvPr>
              <p14:cNvContentPartPr/>
              <p14:nvPr/>
            </p14:nvContentPartPr>
            <p14:xfrm>
              <a:off x="348120" y="3637244"/>
              <a:ext cx="161280" cy="12816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826A499F-8BD8-3644-19D9-C3D85E2879B4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339120" y="3628244"/>
                <a:ext cx="17892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38D5DDD3-E695-B72C-F11D-A2210B4819CE}"/>
                  </a:ext>
                </a:extLst>
              </p14:cNvPr>
              <p14:cNvContentPartPr/>
              <p14:nvPr/>
            </p14:nvContentPartPr>
            <p14:xfrm>
              <a:off x="444240" y="3696284"/>
              <a:ext cx="131760" cy="13104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38D5DDD3-E695-B72C-F11D-A2210B4819CE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435240" y="3687284"/>
                <a:ext cx="14940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ECC6A455-AA6C-D3F3-FAE4-B9EC70CD8568}"/>
                  </a:ext>
                </a:extLst>
              </p14:cNvPr>
              <p14:cNvContentPartPr/>
              <p14:nvPr/>
            </p14:nvContentPartPr>
            <p14:xfrm>
              <a:off x="673200" y="3648404"/>
              <a:ext cx="122040" cy="15012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ECC6A455-AA6C-D3F3-FAE4-B9EC70CD8568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664200" y="3639404"/>
                <a:ext cx="13968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515EBB97-9B25-394B-4D73-188AA95791C7}"/>
                  </a:ext>
                </a:extLst>
              </p14:cNvPr>
              <p14:cNvContentPartPr/>
              <p14:nvPr/>
            </p14:nvContentPartPr>
            <p14:xfrm>
              <a:off x="360000" y="4139804"/>
              <a:ext cx="136080" cy="12312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515EBB97-9B25-394B-4D73-188AA95791C7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351000" y="4130804"/>
                <a:ext cx="15372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8A77B638-B6B7-6475-42FA-FD259484EB92}"/>
                  </a:ext>
                </a:extLst>
              </p14:cNvPr>
              <p14:cNvContentPartPr/>
              <p14:nvPr/>
            </p14:nvContentPartPr>
            <p14:xfrm>
              <a:off x="368640" y="4212164"/>
              <a:ext cx="154440" cy="15768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8A77B638-B6B7-6475-42FA-FD259484EB92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360000" y="4203164"/>
                <a:ext cx="17208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B845B98C-21D0-6B94-323E-BE424D77A196}"/>
                  </a:ext>
                </a:extLst>
              </p14:cNvPr>
              <p14:cNvContentPartPr/>
              <p14:nvPr/>
            </p14:nvContentPartPr>
            <p14:xfrm>
              <a:off x="400680" y="4329884"/>
              <a:ext cx="133560" cy="15876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B845B98C-21D0-6B94-323E-BE424D77A196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392040" y="4321244"/>
                <a:ext cx="15120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BB9C8B33-CF52-C822-52DA-D79757689F79}"/>
                  </a:ext>
                </a:extLst>
              </p14:cNvPr>
              <p14:cNvContentPartPr/>
              <p14:nvPr/>
            </p14:nvContentPartPr>
            <p14:xfrm>
              <a:off x="641520" y="4227284"/>
              <a:ext cx="93960" cy="15696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BB9C8B33-CF52-C822-52DA-D79757689F79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632520" y="4218644"/>
                <a:ext cx="11160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524D6943-DD2D-C4F1-3BE5-083B5375D39A}"/>
                  </a:ext>
                </a:extLst>
              </p14:cNvPr>
              <p14:cNvContentPartPr/>
              <p14:nvPr/>
            </p14:nvContentPartPr>
            <p14:xfrm>
              <a:off x="357120" y="4817684"/>
              <a:ext cx="153000" cy="12060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524D6943-DD2D-C4F1-3BE5-083B5375D39A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348480" y="4809044"/>
                <a:ext cx="17064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8EE5FDCD-7763-47AA-7CCF-1AA663D110DB}"/>
                  </a:ext>
                </a:extLst>
              </p14:cNvPr>
              <p14:cNvContentPartPr/>
              <p14:nvPr/>
            </p14:nvContentPartPr>
            <p14:xfrm>
              <a:off x="365040" y="4913804"/>
              <a:ext cx="225000" cy="26964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8EE5FDCD-7763-47AA-7CCF-1AA663D110DB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356040" y="4904804"/>
                <a:ext cx="24264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BF43647A-1475-1863-8F5C-8EBF42FDE45A}"/>
                  </a:ext>
                </a:extLst>
              </p14:cNvPr>
              <p14:cNvContentPartPr/>
              <p14:nvPr/>
            </p14:nvContentPartPr>
            <p14:xfrm>
              <a:off x="618840" y="4917764"/>
              <a:ext cx="96120" cy="19224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BF43647A-1475-1863-8F5C-8EBF42FDE45A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609840" y="4909124"/>
                <a:ext cx="11376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9BCE9424-BE26-7B10-7FCD-9A3CFFC15FE6}"/>
                  </a:ext>
                </a:extLst>
              </p14:cNvPr>
              <p14:cNvContentPartPr/>
              <p14:nvPr/>
            </p14:nvContentPartPr>
            <p14:xfrm>
              <a:off x="374760" y="5499164"/>
              <a:ext cx="114480" cy="13500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9BCE9424-BE26-7B10-7FCD-9A3CFFC15FE6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366120" y="5490524"/>
                <a:ext cx="13212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17D66CE3-E506-1748-E1F9-D349453869A0}"/>
                  </a:ext>
                </a:extLst>
              </p14:cNvPr>
              <p14:cNvContentPartPr/>
              <p14:nvPr/>
            </p14:nvContentPartPr>
            <p14:xfrm>
              <a:off x="380520" y="5605724"/>
              <a:ext cx="59400" cy="12096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17D66CE3-E506-1748-E1F9-D349453869A0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371880" y="5597084"/>
                <a:ext cx="7704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09F45B35-E374-D47A-1A2D-4422B024189D}"/>
                  </a:ext>
                </a:extLst>
              </p14:cNvPr>
              <p14:cNvContentPartPr/>
              <p14:nvPr/>
            </p14:nvContentPartPr>
            <p14:xfrm>
              <a:off x="408240" y="5672324"/>
              <a:ext cx="155880" cy="17424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09F45B35-E374-D47A-1A2D-4422B024189D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399240" y="5663684"/>
                <a:ext cx="17352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E23637BE-F5AB-CCE9-4C2B-390CB1F4B39B}"/>
                  </a:ext>
                </a:extLst>
              </p14:cNvPr>
              <p14:cNvContentPartPr/>
              <p14:nvPr/>
            </p14:nvContentPartPr>
            <p14:xfrm>
              <a:off x="594000" y="5647124"/>
              <a:ext cx="61560" cy="11232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E23637BE-F5AB-CCE9-4C2B-390CB1F4B39B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585360" y="5638124"/>
                <a:ext cx="7920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B4A9473D-FCFF-ED7E-DA3A-AC9441D99D09}"/>
                  </a:ext>
                </a:extLst>
              </p14:cNvPr>
              <p14:cNvContentPartPr/>
              <p14:nvPr/>
            </p14:nvContentPartPr>
            <p14:xfrm>
              <a:off x="648360" y="5562164"/>
              <a:ext cx="76320" cy="741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B4A9473D-FCFF-ED7E-DA3A-AC9441D99D09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639360" y="5553524"/>
                <a:ext cx="9396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21D9CB47-1A8F-255E-3312-6A2F8F3B182F}"/>
                  </a:ext>
                </a:extLst>
              </p14:cNvPr>
              <p14:cNvContentPartPr/>
              <p14:nvPr/>
            </p14:nvContentPartPr>
            <p14:xfrm>
              <a:off x="605520" y="6342644"/>
              <a:ext cx="70200" cy="14580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21D9CB47-1A8F-255E-3312-6A2F8F3B182F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596880" y="6334004"/>
                <a:ext cx="8784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0C0B2833-B366-40F0-87E2-ECD34C3CE285}"/>
                  </a:ext>
                </a:extLst>
              </p14:cNvPr>
              <p14:cNvContentPartPr/>
              <p14:nvPr/>
            </p14:nvContentPartPr>
            <p14:xfrm>
              <a:off x="7247160" y="1833480"/>
              <a:ext cx="360" cy="36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0C0B2833-B366-40F0-87E2-ECD34C3CE285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7238160" y="182448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E6EDCE87-82A3-BCE1-63CB-2CCF397326E3}"/>
                  </a:ext>
                </a:extLst>
              </p14:cNvPr>
              <p14:cNvContentPartPr/>
              <p14:nvPr/>
            </p14:nvContentPartPr>
            <p14:xfrm>
              <a:off x="7169400" y="1615484"/>
              <a:ext cx="4819320" cy="443592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E6EDCE87-82A3-BCE1-63CB-2CCF397326E3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7160400" y="1606844"/>
                <a:ext cx="4836960" cy="445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7E723C8D-A52E-940C-F915-16128377835A}"/>
                  </a:ext>
                </a:extLst>
              </p14:cNvPr>
              <p14:cNvContentPartPr/>
              <p14:nvPr/>
            </p14:nvContentPartPr>
            <p14:xfrm>
              <a:off x="7112520" y="1578044"/>
              <a:ext cx="170280" cy="13284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7E723C8D-A52E-940C-F915-16128377835A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7103880" y="1569044"/>
                <a:ext cx="187920" cy="15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1" name="Group 130">
            <a:extLst>
              <a:ext uri="{FF2B5EF4-FFF2-40B4-BE49-F238E27FC236}">
                <a16:creationId xmlns:a16="http://schemas.microsoft.com/office/drawing/2014/main" id="{A830F9DF-B34A-5E99-E480-40D025475069}"/>
              </a:ext>
            </a:extLst>
          </p:cNvPr>
          <p:cNvGrpSpPr/>
          <p:nvPr/>
        </p:nvGrpSpPr>
        <p:grpSpPr>
          <a:xfrm>
            <a:off x="11878560" y="5880764"/>
            <a:ext cx="172080" cy="176040"/>
            <a:chOff x="11878560" y="5880764"/>
            <a:chExt cx="172080" cy="17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BB986F5-3167-DFF9-63ED-A4216896A694}"/>
                    </a:ext>
                  </a:extLst>
                </p14:cNvPr>
                <p14:cNvContentPartPr/>
                <p14:nvPr/>
              </p14:nvContentPartPr>
              <p14:xfrm>
                <a:off x="11878560" y="5880764"/>
                <a:ext cx="158400" cy="1105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BB986F5-3167-DFF9-63ED-A4216896A694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869560" y="5872124"/>
                  <a:ext cx="1760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D3648FC-6484-B1E7-E4EA-77508F661C0C}"/>
                    </a:ext>
                  </a:extLst>
                </p14:cNvPr>
                <p14:cNvContentPartPr/>
                <p14:nvPr/>
              </p14:nvContentPartPr>
              <p14:xfrm>
                <a:off x="12037680" y="5918564"/>
                <a:ext cx="12960" cy="1382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D3648FC-6484-B1E7-E4EA-77508F661C0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2028680" y="5909924"/>
                  <a:ext cx="3060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FFDE950F-DCB5-5282-72F7-3B988B599A8D}"/>
              </a:ext>
            </a:extLst>
          </p:cNvPr>
          <p:cNvGrpSpPr/>
          <p:nvPr/>
        </p:nvGrpSpPr>
        <p:grpSpPr>
          <a:xfrm>
            <a:off x="6584760" y="1231724"/>
            <a:ext cx="419400" cy="169920"/>
            <a:chOff x="6584760" y="1231724"/>
            <a:chExt cx="419400" cy="16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EE40B6B-1EC8-E607-0C6A-B729F7AC377C}"/>
                    </a:ext>
                  </a:extLst>
                </p14:cNvPr>
                <p14:cNvContentPartPr/>
                <p14:nvPr/>
              </p14:nvContentPartPr>
              <p14:xfrm>
                <a:off x="6584760" y="1231724"/>
                <a:ext cx="240480" cy="1321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EE40B6B-1EC8-E607-0C6A-B729F7AC377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576120" y="1223084"/>
                  <a:ext cx="2581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D05F3C1-637F-8FEB-7C89-8687A59C9FBE}"/>
                    </a:ext>
                  </a:extLst>
                </p14:cNvPr>
                <p14:cNvContentPartPr/>
                <p14:nvPr/>
              </p14:nvContentPartPr>
              <p14:xfrm>
                <a:off x="6871320" y="1249364"/>
                <a:ext cx="132840" cy="1522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D05F3C1-637F-8FEB-7C89-8687A59C9FB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862680" y="1240364"/>
                  <a:ext cx="150480" cy="16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BA77E179-5580-88F9-610E-498DAA91DA3F}"/>
              </a:ext>
            </a:extLst>
          </p:cNvPr>
          <p:cNvGrpSpPr/>
          <p:nvPr/>
        </p:nvGrpSpPr>
        <p:grpSpPr>
          <a:xfrm>
            <a:off x="8547120" y="5814164"/>
            <a:ext cx="285840" cy="474120"/>
            <a:chOff x="8547120" y="5814164"/>
            <a:chExt cx="285840" cy="47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B289DFC-5771-33B2-AC9B-396915BA1B84}"/>
                    </a:ext>
                  </a:extLst>
                </p14:cNvPr>
                <p14:cNvContentPartPr/>
                <p14:nvPr/>
              </p14:nvContentPartPr>
              <p14:xfrm>
                <a:off x="8547120" y="5814164"/>
                <a:ext cx="65160" cy="2350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B289DFC-5771-33B2-AC9B-396915BA1B84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538480" y="5805524"/>
                  <a:ext cx="828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B612F39-CDA5-2DE9-65A0-589BDC70852C}"/>
                    </a:ext>
                  </a:extLst>
                </p14:cNvPr>
                <p14:cNvContentPartPr/>
                <p14:nvPr/>
              </p14:nvContentPartPr>
              <p14:xfrm>
                <a:off x="8583480" y="6148964"/>
                <a:ext cx="86400" cy="1393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B612F39-CDA5-2DE9-65A0-589BDC70852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574840" y="6139964"/>
                  <a:ext cx="1040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BD129B58-3A74-9772-19A0-1D3C559558DB}"/>
                    </a:ext>
                  </a:extLst>
                </p14:cNvPr>
                <p14:cNvContentPartPr/>
                <p14:nvPr/>
              </p14:nvContentPartPr>
              <p14:xfrm>
                <a:off x="8603640" y="6103964"/>
                <a:ext cx="105120" cy="900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BD129B58-3A74-9772-19A0-1D3C559558DB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595000" y="6095324"/>
                  <a:ext cx="1227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BF2DC90-DAC6-5E96-7311-6C49CBB74D2F}"/>
                    </a:ext>
                  </a:extLst>
                </p14:cNvPr>
                <p14:cNvContentPartPr/>
                <p14:nvPr/>
              </p14:nvContentPartPr>
              <p14:xfrm>
                <a:off x="8750160" y="6097844"/>
                <a:ext cx="82800" cy="921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BF2DC90-DAC6-5E96-7311-6C49CBB74D2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741160" y="6088844"/>
                  <a:ext cx="100440" cy="10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75D269AE-E8FA-A81B-5372-D77508ED57B0}"/>
              </a:ext>
            </a:extLst>
          </p:cNvPr>
          <p:cNvGrpSpPr/>
          <p:nvPr/>
        </p:nvGrpSpPr>
        <p:grpSpPr>
          <a:xfrm>
            <a:off x="9538920" y="5722724"/>
            <a:ext cx="336240" cy="522360"/>
            <a:chOff x="9538920" y="5722724"/>
            <a:chExt cx="336240" cy="52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8B9336F-F269-21A7-CCDD-954A7A58E555}"/>
                    </a:ext>
                  </a:extLst>
                </p14:cNvPr>
                <p14:cNvContentPartPr/>
                <p14:nvPr/>
              </p14:nvContentPartPr>
              <p14:xfrm>
                <a:off x="9538920" y="5722724"/>
                <a:ext cx="43920" cy="2588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8B9336F-F269-21A7-CCDD-954A7A58E55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530280" y="5713724"/>
                  <a:ext cx="6156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292BC4E-2A95-281A-D871-3E5E0163E4DC}"/>
                    </a:ext>
                  </a:extLst>
                </p14:cNvPr>
                <p14:cNvContentPartPr/>
                <p14:nvPr/>
              </p14:nvContentPartPr>
              <p14:xfrm>
                <a:off x="9551880" y="6102884"/>
                <a:ext cx="48240" cy="1422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292BC4E-2A95-281A-D871-3E5E0163E4DC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543240" y="6094244"/>
                  <a:ext cx="658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20E3DF9-BB64-99FC-F7AF-1FFC6B9D53A6}"/>
                    </a:ext>
                  </a:extLst>
                </p14:cNvPr>
                <p14:cNvContentPartPr/>
                <p14:nvPr/>
              </p14:nvContentPartPr>
              <p14:xfrm>
                <a:off x="9666720" y="6065804"/>
                <a:ext cx="208440" cy="1227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20E3DF9-BB64-99FC-F7AF-1FFC6B9D53A6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658080" y="6057164"/>
                  <a:ext cx="226080" cy="14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981A9AFB-2730-4CDF-F4CC-7863DD08485A}"/>
                  </a:ext>
                </a:extLst>
              </p14:cNvPr>
              <p14:cNvContentPartPr/>
              <p14:nvPr/>
            </p14:nvContentPartPr>
            <p14:xfrm>
              <a:off x="11398680" y="5578724"/>
              <a:ext cx="38520" cy="17892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981A9AFB-2730-4CDF-F4CC-7863DD08485A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11389680" y="5570084"/>
                <a:ext cx="56160" cy="19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Group 151">
            <a:extLst>
              <a:ext uri="{FF2B5EF4-FFF2-40B4-BE49-F238E27FC236}">
                <a16:creationId xmlns:a16="http://schemas.microsoft.com/office/drawing/2014/main" id="{57EE826D-C87C-D508-72CB-6887CCAF8997}"/>
              </a:ext>
            </a:extLst>
          </p:cNvPr>
          <p:cNvGrpSpPr/>
          <p:nvPr/>
        </p:nvGrpSpPr>
        <p:grpSpPr>
          <a:xfrm>
            <a:off x="11390760" y="6049244"/>
            <a:ext cx="381960" cy="172800"/>
            <a:chOff x="11390760" y="6049244"/>
            <a:chExt cx="381960" cy="17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D6F07DC6-DCBF-61E2-BA85-B74294AE664E}"/>
                    </a:ext>
                  </a:extLst>
                </p14:cNvPr>
                <p14:cNvContentPartPr/>
                <p14:nvPr/>
              </p14:nvContentPartPr>
              <p14:xfrm>
                <a:off x="11390760" y="6060764"/>
                <a:ext cx="197640" cy="1612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D6F07DC6-DCBF-61E2-BA85-B74294AE664E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1382120" y="6051764"/>
                  <a:ext cx="2152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DED14AE-1357-DA0A-376A-393A0A9A6AAA}"/>
                    </a:ext>
                  </a:extLst>
                </p14:cNvPr>
                <p14:cNvContentPartPr/>
                <p14:nvPr/>
              </p14:nvContentPartPr>
              <p14:xfrm>
                <a:off x="11557440" y="6049244"/>
                <a:ext cx="215280" cy="1177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DED14AE-1357-DA0A-376A-393A0A9A6AAA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548800" y="6040604"/>
                  <a:ext cx="232920" cy="13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4837B2C3-2D55-45F7-68B9-B2B890D8FE48}"/>
              </a:ext>
            </a:extLst>
          </p:cNvPr>
          <p:cNvGrpSpPr/>
          <p:nvPr/>
        </p:nvGrpSpPr>
        <p:grpSpPr>
          <a:xfrm>
            <a:off x="6909120" y="4988684"/>
            <a:ext cx="661320" cy="327240"/>
            <a:chOff x="6909120" y="4988684"/>
            <a:chExt cx="661320" cy="32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5F81C99-7DA3-99D5-D9EB-8C962A0D168B}"/>
                    </a:ext>
                  </a:extLst>
                </p14:cNvPr>
                <p14:cNvContentPartPr/>
                <p14:nvPr/>
              </p14:nvContentPartPr>
              <p14:xfrm>
                <a:off x="7261560" y="4988684"/>
                <a:ext cx="308880" cy="1263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5F81C99-7DA3-99D5-D9EB-8C962A0D168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252920" y="4979684"/>
                  <a:ext cx="3265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E434E85-B6AD-E803-762E-2942E67667A8}"/>
                    </a:ext>
                  </a:extLst>
                </p14:cNvPr>
                <p14:cNvContentPartPr/>
                <p14:nvPr/>
              </p14:nvContentPartPr>
              <p14:xfrm>
                <a:off x="6909120" y="5139884"/>
                <a:ext cx="108360" cy="1760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E434E85-B6AD-E803-762E-2942E67667A8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900120" y="5131244"/>
                  <a:ext cx="1260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50EC71FF-A7C4-C9D6-E764-59317D1DCA05}"/>
                    </a:ext>
                  </a:extLst>
                </p14:cNvPr>
                <p14:cNvContentPartPr/>
                <p14:nvPr/>
              </p14:nvContentPartPr>
              <p14:xfrm>
                <a:off x="6915960" y="5099204"/>
                <a:ext cx="223200" cy="1065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50EC71FF-A7C4-C9D6-E764-59317D1DCA05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907320" y="5090564"/>
                  <a:ext cx="240840" cy="12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317DC8B8-61F4-74E3-7080-D59FE304EF1A}"/>
              </a:ext>
            </a:extLst>
          </p:cNvPr>
          <p:cNvGrpSpPr/>
          <p:nvPr/>
        </p:nvGrpSpPr>
        <p:grpSpPr>
          <a:xfrm>
            <a:off x="6729480" y="4057364"/>
            <a:ext cx="712080" cy="326520"/>
            <a:chOff x="6729480" y="4057364"/>
            <a:chExt cx="712080" cy="32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135BDCFF-9E9A-84E8-A69E-1B3754E21714}"/>
                    </a:ext>
                  </a:extLst>
                </p14:cNvPr>
                <p14:cNvContentPartPr/>
                <p14:nvPr/>
              </p14:nvContentPartPr>
              <p14:xfrm>
                <a:off x="7230960" y="4057364"/>
                <a:ext cx="210600" cy="1083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135BDCFF-9E9A-84E8-A69E-1B3754E21714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222320" y="4048364"/>
                  <a:ext cx="2282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409F93A9-E33A-D5C4-5EF7-94DE7F87277C}"/>
                    </a:ext>
                  </a:extLst>
                </p14:cNvPr>
                <p14:cNvContentPartPr/>
                <p14:nvPr/>
              </p14:nvContentPartPr>
              <p14:xfrm>
                <a:off x="6729480" y="4202804"/>
                <a:ext cx="92880" cy="1810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409F93A9-E33A-D5C4-5EF7-94DE7F87277C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720480" y="4194164"/>
                  <a:ext cx="1105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740D4D0-951D-9410-6C00-F14D0A0C8604}"/>
                    </a:ext>
                  </a:extLst>
                </p14:cNvPr>
                <p14:cNvContentPartPr/>
                <p14:nvPr/>
              </p14:nvContentPartPr>
              <p14:xfrm>
                <a:off x="6876360" y="4104524"/>
                <a:ext cx="258120" cy="1857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740D4D0-951D-9410-6C00-F14D0A0C8604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867360" y="4095524"/>
                  <a:ext cx="275760" cy="20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71FBE3BE-EFED-006E-438A-D5308A09AA71}"/>
              </a:ext>
            </a:extLst>
          </p:cNvPr>
          <p:cNvGrpSpPr/>
          <p:nvPr/>
        </p:nvGrpSpPr>
        <p:grpSpPr>
          <a:xfrm>
            <a:off x="6663600" y="2871524"/>
            <a:ext cx="761040" cy="459720"/>
            <a:chOff x="6663600" y="2871524"/>
            <a:chExt cx="761040" cy="45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908A02EC-C312-839F-384D-3ED627BB814C}"/>
                    </a:ext>
                  </a:extLst>
                </p14:cNvPr>
                <p14:cNvContentPartPr/>
                <p14:nvPr/>
              </p14:nvContentPartPr>
              <p14:xfrm>
                <a:off x="7139880" y="2871524"/>
                <a:ext cx="284760" cy="1677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908A02EC-C312-839F-384D-3ED627BB814C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131240" y="2862524"/>
                  <a:ext cx="3024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F8D21D18-2C27-CB51-1E28-18B68CCD4BC1}"/>
                    </a:ext>
                  </a:extLst>
                </p14:cNvPr>
                <p14:cNvContentPartPr/>
                <p14:nvPr/>
              </p14:nvContentPartPr>
              <p14:xfrm>
                <a:off x="6663600" y="3161684"/>
                <a:ext cx="77040" cy="1695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F8D21D18-2C27-CB51-1E28-18B68CCD4BC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654600" y="3153044"/>
                  <a:ext cx="946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EDC0784-8EF2-C118-2D58-7469A1F230C2}"/>
                    </a:ext>
                  </a:extLst>
                </p14:cNvPr>
                <p14:cNvContentPartPr/>
                <p14:nvPr/>
              </p14:nvContentPartPr>
              <p14:xfrm>
                <a:off x="6766560" y="3114884"/>
                <a:ext cx="140040" cy="1339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EDC0784-8EF2-C118-2D58-7469A1F230C2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757560" y="3105884"/>
                  <a:ext cx="1576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81741CC-5F1D-566F-E6C1-281124C77AE3}"/>
                    </a:ext>
                  </a:extLst>
                </p14:cNvPr>
                <p14:cNvContentPartPr/>
                <p14:nvPr/>
              </p14:nvContentPartPr>
              <p14:xfrm>
                <a:off x="6801120" y="3017684"/>
                <a:ext cx="82800" cy="669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81741CC-5F1D-566F-E6C1-281124C77AE3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792120" y="3008684"/>
                  <a:ext cx="1004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4C86A1E-3477-6E5E-C894-B9FC8D308726}"/>
                    </a:ext>
                  </a:extLst>
                </p14:cNvPr>
                <p14:cNvContentPartPr/>
                <p14:nvPr/>
              </p14:nvContentPartPr>
              <p14:xfrm>
                <a:off x="6969960" y="2960804"/>
                <a:ext cx="102240" cy="1386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4C86A1E-3477-6E5E-C894-B9FC8D308726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961320" y="2952164"/>
                  <a:ext cx="119880" cy="15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4F668EF4-59B7-6213-B1AF-E66F6D9439A9}"/>
              </a:ext>
            </a:extLst>
          </p:cNvPr>
          <p:cNvGrpSpPr/>
          <p:nvPr/>
        </p:nvGrpSpPr>
        <p:grpSpPr>
          <a:xfrm>
            <a:off x="6640920" y="1821764"/>
            <a:ext cx="711720" cy="477720"/>
            <a:chOff x="6640920" y="1821764"/>
            <a:chExt cx="711720" cy="47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50642B8A-E0FD-959C-9BCA-AC5F8103D038}"/>
                    </a:ext>
                  </a:extLst>
                </p14:cNvPr>
                <p14:cNvContentPartPr/>
                <p14:nvPr/>
              </p14:nvContentPartPr>
              <p14:xfrm>
                <a:off x="7099560" y="1821764"/>
                <a:ext cx="253080" cy="1188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50642B8A-E0FD-959C-9BCA-AC5F8103D038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090560" y="1813124"/>
                  <a:ext cx="2707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DE2A5CA8-4E38-2C4A-36B1-7E35EA4CC00D}"/>
                    </a:ext>
                  </a:extLst>
                </p14:cNvPr>
                <p14:cNvContentPartPr/>
                <p14:nvPr/>
              </p14:nvContentPartPr>
              <p14:xfrm>
                <a:off x="6640920" y="2003924"/>
                <a:ext cx="395280" cy="2955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DE2A5CA8-4E38-2C4A-36B1-7E35EA4CC00D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631920" y="1994924"/>
                  <a:ext cx="412920" cy="31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998BA6BC-9266-9CA6-ABCD-0BAF23784A24}"/>
                  </a:ext>
                </a:extLst>
              </p14:cNvPr>
              <p14:cNvContentPartPr/>
              <p14:nvPr/>
            </p14:nvContentPartPr>
            <p14:xfrm>
              <a:off x="7850520" y="5908124"/>
              <a:ext cx="68400" cy="15696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998BA6BC-9266-9CA6-ABCD-0BAF23784A24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7841520" y="5899124"/>
                <a:ext cx="86040" cy="174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4" name="Group 173">
            <a:extLst>
              <a:ext uri="{FF2B5EF4-FFF2-40B4-BE49-F238E27FC236}">
                <a16:creationId xmlns:a16="http://schemas.microsoft.com/office/drawing/2014/main" id="{A9C89900-7252-5145-B463-56264A0CCC3A}"/>
              </a:ext>
            </a:extLst>
          </p:cNvPr>
          <p:cNvGrpSpPr/>
          <p:nvPr/>
        </p:nvGrpSpPr>
        <p:grpSpPr>
          <a:xfrm>
            <a:off x="7853400" y="6188564"/>
            <a:ext cx="194760" cy="144000"/>
            <a:chOff x="7853400" y="6188564"/>
            <a:chExt cx="194760" cy="14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E65BC240-66FC-9A22-E70E-5DD3AD111F40}"/>
                    </a:ext>
                  </a:extLst>
                </p14:cNvPr>
                <p14:cNvContentPartPr/>
                <p14:nvPr/>
              </p14:nvContentPartPr>
              <p14:xfrm>
                <a:off x="7853400" y="6211964"/>
                <a:ext cx="145440" cy="1206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E65BC240-66FC-9A22-E70E-5DD3AD111F40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844760" y="6203324"/>
                  <a:ext cx="1630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14813BFE-710E-F935-E34C-6F371EA3A900}"/>
                    </a:ext>
                  </a:extLst>
                </p14:cNvPr>
                <p14:cNvContentPartPr/>
                <p14:nvPr/>
              </p14:nvContentPartPr>
              <p14:xfrm>
                <a:off x="7977240" y="6188564"/>
                <a:ext cx="70920" cy="1076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14813BFE-710E-F935-E34C-6F371EA3A900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968600" y="6179564"/>
                  <a:ext cx="88560" cy="12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71C78F7B-521F-E784-7B27-2D1DB99AD35C}"/>
              </a:ext>
            </a:extLst>
          </p:cNvPr>
          <p:cNvGrpSpPr/>
          <p:nvPr/>
        </p:nvGrpSpPr>
        <p:grpSpPr>
          <a:xfrm>
            <a:off x="10056960" y="5666564"/>
            <a:ext cx="739080" cy="552960"/>
            <a:chOff x="10056960" y="5666564"/>
            <a:chExt cx="739080" cy="55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0F69898-B7BE-894C-C459-5C83C53EF0D7}"/>
                    </a:ext>
                  </a:extLst>
                </p14:cNvPr>
                <p14:cNvContentPartPr/>
                <p14:nvPr/>
              </p14:nvContentPartPr>
              <p14:xfrm>
                <a:off x="10420920" y="5666564"/>
                <a:ext cx="35640" cy="2552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0F69898-B7BE-894C-C459-5C83C53EF0D7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411920" y="5657564"/>
                  <a:ext cx="5328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F3B4C64-DE1A-2593-1D6C-2543CB935209}"/>
                    </a:ext>
                  </a:extLst>
                </p14:cNvPr>
                <p14:cNvContentPartPr/>
                <p14:nvPr/>
              </p14:nvContentPartPr>
              <p14:xfrm>
                <a:off x="10414440" y="6067244"/>
                <a:ext cx="71280" cy="1522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F3B4C64-DE1A-2593-1D6C-2543CB935209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405800" y="6058244"/>
                  <a:ext cx="889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89E1B105-7C76-092A-38CA-768BD559BB0F}"/>
                    </a:ext>
                  </a:extLst>
                </p14:cNvPr>
                <p14:cNvContentPartPr/>
                <p14:nvPr/>
              </p14:nvContentPartPr>
              <p14:xfrm>
                <a:off x="10552680" y="6073004"/>
                <a:ext cx="79920" cy="1328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89E1B105-7C76-092A-38CA-768BD559BB0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543680" y="6064004"/>
                  <a:ext cx="975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16245EC-38ED-1AB0-8F5C-3FF992FD6592}"/>
                    </a:ext>
                  </a:extLst>
                </p14:cNvPr>
                <p14:cNvContentPartPr/>
                <p14:nvPr/>
              </p14:nvContentPartPr>
              <p14:xfrm>
                <a:off x="10564200" y="6012164"/>
                <a:ext cx="99000" cy="705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16245EC-38ED-1AB0-8F5C-3FF992FD6592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555200" y="6003524"/>
                  <a:ext cx="1166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5CA4969-47A5-80C3-A9F5-A38150FCDDE3}"/>
                    </a:ext>
                  </a:extLst>
                </p14:cNvPr>
                <p14:cNvContentPartPr/>
                <p14:nvPr/>
              </p14:nvContentPartPr>
              <p14:xfrm>
                <a:off x="10715040" y="6016484"/>
                <a:ext cx="81000" cy="1026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5CA4969-47A5-80C3-A9F5-A38150FCDDE3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706400" y="6007484"/>
                  <a:ext cx="986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841F4C28-3E4C-A499-C8F5-5E9A177E0CF3}"/>
                    </a:ext>
                  </a:extLst>
                </p14:cNvPr>
                <p14:cNvContentPartPr/>
                <p14:nvPr/>
              </p14:nvContentPartPr>
              <p14:xfrm>
                <a:off x="10087920" y="5723084"/>
                <a:ext cx="43200" cy="1717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841F4C28-3E4C-A499-C8F5-5E9A177E0CF3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078920" y="5714084"/>
                  <a:ext cx="608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1415260-B44F-21BA-4789-C7D72BB5B951}"/>
                    </a:ext>
                  </a:extLst>
                </p14:cNvPr>
                <p14:cNvContentPartPr/>
                <p14:nvPr/>
              </p14:nvContentPartPr>
              <p14:xfrm>
                <a:off x="10056960" y="5996324"/>
                <a:ext cx="51120" cy="1220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1415260-B44F-21BA-4789-C7D72BB5B951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048320" y="5987684"/>
                  <a:ext cx="687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C6FA21FD-8245-AB5C-62C8-27777D943142}"/>
                    </a:ext>
                  </a:extLst>
                </p14:cNvPr>
                <p14:cNvContentPartPr/>
                <p14:nvPr/>
              </p14:nvContentPartPr>
              <p14:xfrm>
                <a:off x="10128600" y="5976884"/>
                <a:ext cx="84600" cy="1123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C6FA21FD-8245-AB5C-62C8-27777D943142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119960" y="5967884"/>
                  <a:ext cx="1022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F6B71549-74D5-AF0F-A7EE-E6A4BBB687C1}"/>
                    </a:ext>
                  </a:extLst>
                </p14:cNvPr>
                <p14:cNvContentPartPr/>
                <p14:nvPr/>
              </p14:nvContentPartPr>
              <p14:xfrm>
                <a:off x="10237320" y="5957084"/>
                <a:ext cx="36000" cy="961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F6B71549-74D5-AF0F-A7EE-E6A4BBB687C1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228320" y="5948084"/>
                  <a:ext cx="536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D80CE58-6871-D861-39A3-A5F0B577A17F}"/>
                    </a:ext>
                  </a:extLst>
                </p14:cNvPr>
                <p14:cNvContentPartPr/>
                <p14:nvPr/>
              </p14:nvContentPartPr>
              <p14:xfrm>
                <a:off x="10253880" y="5898764"/>
                <a:ext cx="45000" cy="658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D80CE58-6871-D861-39A3-A5F0B577A17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0244880" y="5889764"/>
                  <a:ext cx="6264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28011F8B-9207-E4E0-BFF8-2264293F0F63}"/>
              </a:ext>
            </a:extLst>
          </p:cNvPr>
          <p:cNvGrpSpPr/>
          <p:nvPr/>
        </p:nvGrpSpPr>
        <p:grpSpPr>
          <a:xfrm>
            <a:off x="9790560" y="2661644"/>
            <a:ext cx="1235880" cy="396720"/>
            <a:chOff x="9790560" y="2661644"/>
            <a:chExt cx="1235880" cy="39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11A70D7-5056-E9AC-5766-B34E5B1B6A7B}"/>
                    </a:ext>
                  </a:extLst>
                </p14:cNvPr>
                <p14:cNvContentPartPr/>
                <p14:nvPr/>
              </p14:nvContentPartPr>
              <p14:xfrm>
                <a:off x="9790560" y="2776484"/>
                <a:ext cx="58320" cy="633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11A70D7-5056-E9AC-5766-B34E5B1B6A7B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781920" y="2767844"/>
                  <a:ext cx="759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28F1D980-7C95-33B6-2E02-445CF9983D8B}"/>
                    </a:ext>
                  </a:extLst>
                </p14:cNvPr>
                <p14:cNvContentPartPr/>
                <p14:nvPr/>
              </p14:nvContentPartPr>
              <p14:xfrm>
                <a:off x="10027080" y="2758484"/>
                <a:ext cx="14760" cy="1371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28F1D980-7C95-33B6-2E02-445CF9983D8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018080" y="2749484"/>
                  <a:ext cx="324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2D026E8-7A2A-4203-9AD2-92B51B7973DC}"/>
                    </a:ext>
                  </a:extLst>
                </p14:cNvPr>
                <p14:cNvContentPartPr/>
                <p14:nvPr/>
              </p14:nvContentPartPr>
              <p14:xfrm>
                <a:off x="10095120" y="2753084"/>
                <a:ext cx="92160" cy="1339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2D026E8-7A2A-4203-9AD2-92B51B7973DC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0086480" y="2744444"/>
                  <a:ext cx="1098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A32812BA-1D59-0E97-CEDA-F8AF31C042F0}"/>
                    </a:ext>
                  </a:extLst>
                </p14:cNvPr>
                <p14:cNvContentPartPr/>
                <p14:nvPr/>
              </p14:nvContentPartPr>
              <p14:xfrm>
                <a:off x="10231200" y="2774324"/>
                <a:ext cx="46800" cy="982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A32812BA-1D59-0E97-CEDA-F8AF31C042F0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0222200" y="2765324"/>
                  <a:ext cx="644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E7CFCF13-50E8-A2F2-4AD5-99BC797E5D55}"/>
                    </a:ext>
                  </a:extLst>
                </p14:cNvPr>
                <p14:cNvContentPartPr/>
                <p14:nvPr/>
              </p14:nvContentPartPr>
              <p14:xfrm>
                <a:off x="10248120" y="2724284"/>
                <a:ext cx="79560" cy="230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E7CFCF13-50E8-A2F2-4AD5-99BC797E5D55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0239120" y="2715644"/>
                  <a:ext cx="972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12DC74FC-BB99-8E9E-F8FD-0533FCCA3507}"/>
                    </a:ext>
                  </a:extLst>
                </p14:cNvPr>
                <p14:cNvContentPartPr/>
                <p14:nvPr/>
              </p14:nvContentPartPr>
              <p14:xfrm>
                <a:off x="10389600" y="2857844"/>
                <a:ext cx="11880" cy="792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12DC74FC-BB99-8E9E-F8FD-0533FCCA3507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0380600" y="2849204"/>
                  <a:ext cx="295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AB775A25-E2D0-18BE-0E19-E92166699AFF}"/>
                    </a:ext>
                  </a:extLst>
                </p14:cNvPr>
                <p14:cNvContentPartPr/>
                <p14:nvPr/>
              </p14:nvContentPartPr>
              <p14:xfrm>
                <a:off x="10528920" y="2744804"/>
                <a:ext cx="9000" cy="1346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AB775A25-E2D0-18BE-0E19-E92166699AFF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0520280" y="2735804"/>
                  <a:ext cx="266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3EE87AD9-D014-3FCF-85F2-BA0A24CB73B4}"/>
                    </a:ext>
                  </a:extLst>
                </p14:cNvPr>
                <p14:cNvContentPartPr/>
                <p14:nvPr/>
              </p14:nvContentPartPr>
              <p14:xfrm>
                <a:off x="10630080" y="2752004"/>
                <a:ext cx="93240" cy="1404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3EE87AD9-D014-3FCF-85F2-BA0A24CB73B4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0621440" y="2743004"/>
                  <a:ext cx="1108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2292FA18-B68F-0732-B906-360D12A75164}"/>
                    </a:ext>
                  </a:extLst>
                </p14:cNvPr>
                <p14:cNvContentPartPr/>
                <p14:nvPr/>
              </p14:nvContentPartPr>
              <p14:xfrm>
                <a:off x="10653840" y="2709884"/>
                <a:ext cx="117720" cy="367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2292FA18-B68F-0732-B906-360D12A75164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0645200" y="2701244"/>
                  <a:ext cx="1353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90256C35-2F89-3CC1-F113-E517271B0047}"/>
                    </a:ext>
                  </a:extLst>
                </p14:cNvPr>
                <p14:cNvContentPartPr/>
                <p14:nvPr/>
              </p14:nvContentPartPr>
              <p14:xfrm>
                <a:off x="10793520" y="2720684"/>
                <a:ext cx="85320" cy="1040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90256C35-2F89-3CC1-F113-E517271B0047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0784520" y="2711684"/>
                  <a:ext cx="1029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5F692001-30A9-BEF5-D3C4-1465400C5F48}"/>
                    </a:ext>
                  </a:extLst>
                </p14:cNvPr>
                <p14:cNvContentPartPr/>
                <p14:nvPr/>
              </p14:nvContentPartPr>
              <p14:xfrm>
                <a:off x="10897920" y="2661644"/>
                <a:ext cx="128520" cy="3967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5F692001-30A9-BEF5-D3C4-1465400C5F48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0888920" y="2653004"/>
                  <a:ext cx="14616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0D43CB61-5CF2-FDAA-941E-1D83D45E1BD2}"/>
                    </a:ext>
                  </a:extLst>
                </p14:cNvPr>
                <p14:cNvContentPartPr/>
                <p14:nvPr/>
              </p14:nvContentPartPr>
              <p14:xfrm>
                <a:off x="9951840" y="2681804"/>
                <a:ext cx="179280" cy="3607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0D43CB61-5CF2-FDAA-941E-1D83D45E1BD2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9942840" y="2672804"/>
                  <a:ext cx="196920" cy="37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4C9C24A1-DB8E-0FD0-9B7A-E5D8FA59482A}"/>
              </a:ext>
            </a:extLst>
          </p:cNvPr>
          <p:cNvGrpSpPr/>
          <p:nvPr/>
        </p:nvGrpSpPr>
        <p:grpSpPr>
          <a:xfrm>
            <a:off x="9086760" y="5780684"/>
            <a:ext cx="237240" cy="407520"/>
            <a:chOff x="9086760" y="5780684"/>
            <a:chExt cx="237240" cy="40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C3352649-B9C7-3947-60CA-807788B5A18B}"/>
                    </a:ext>
                  </a:extLst>
                </p14:cNvPr>
                <p14:cNvContentPartPr/>
                <p14:nvPr/>
              </p14:nvContentPartPr>
              <p14:xfrm>
                <a:off x="9120960" y="5780684"/>
                <a:ext cx="9000" cy="1648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C3352649-B9C7-3947-60CA-807788B5A18B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9111960" y="5772044"/>
                  <a:ext cx="266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9D14EC8D-F2C1-DD06-6046-0F4F853A2B58}"/>
                    </a:ext>
                  </a:extLst>
                </p14:cNvPr>
                <p14:cNvContentPartPr/>
                <p14:nvPr/>
              </p14:nvContentPartPr>
              <p14:xfrm>
                <a:off x="9086760" y="6068684"/>
                <a:ext cx="82080" cy="1162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9D14EC8D-F2C1-DD06-6046-0F4F853A2B58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9078120" y="6059684"/>
                  <a:ext cx="997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E63A1FDE-6748-073D-6795-05FA75DFA19D}"/>
                    </a:ext>
                  </a:extLst>
                </p14:cNvPr>
                <p14:cNvContentPartPr/>
                <p14:nvPr/>
              </p14:nvContentPartPr>
              <p14:xfrm>
                <a:off x="9135360" y="6124844"/>
                <a:ext cx="61200" cy="633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E63A1FDE-6748-073D-6795-05FA75DFA19D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9126360" y="6115844"/>
                  <a:ext cx="788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8A825F47-EDC8-C120-2D65-EF3D31FB11DD}"/>
                    </a:ext>
                  </a:extLst>
                </p14:cNvPr>
                <p14:cNvContentPartPr/>
                <p14:nvPr/>
              </p14:nvContentPartPr>
              <p14:xfrm>
                <a:off x="9242640" y="6071564"/>
                <a:ext cx="44280" cy="1083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8A825F47-EDC8-C120-2D65-EF3D31FB11DD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9234000" y="6062924"/>
                  <a:ext cx="619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71A194F2-0FD9-8696-2E88-F07A5D2C360A}"/>
                    </a:ext>
                  </a:extLst>
                </p14:cNvPr>
                <p14:cNvContentPartPr/>
                <p14:nvPr/>
              </p14:nvContentPartPr>
              <p14:xfrm>
                <a:off x="9267120" y="5984444"/>
                <a:ext cx="56880" cy="640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71A194F2-0FD9-8696-2E88-F07A5D2C360A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9258480" y="5975804"/>
                  <a:ext cx="74520" cy="8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4ADE3D9E-7036-96C5-8DD7-B22FFF458D9C}"/>
              </a:ext>
            </a:extLst>
          </p:cNvPr>
          <p:cNvGrpSpPr/>
          <p:nvPr/>
        </p:nvGrpSpPr>
        <p:grpSpPr>
          <a:xfrm>
            <a:off x="7295400" y="4840364"/>
            <a:ext cx="1497600" cy="907200"/>
            <a:chOff x="7295400" y="4840364"/>
            <a:chExt cx="1497600" cy="90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1EAE878-CD61-9397-AA34-A566152BB93E}"/>
                    </a:ext>
                  </a:extLst>
                </p14:cNvPr>
                <p14:cNvContentPartPr/>
                <p14:nvPr/>
              </p14:nvContentPartPr>
              <p14:xfrm>
                <a:off x="7295400" y="5476124"/>
                <a:ext cx="226080" cy="964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1EAE878-CD61-9397-AA34-A566152BB93E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7286760" y="5467484"/>
                  <a:ext cx="2437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CFC75BD-5A2A-70DA-3877-A83019C70AC3}"/>
                    </a:ext>
                  </a:extLst>
                </p14:cNvPr>
                <p14:cNvContentPartPr/>
                <p14:nvPr/>
              </p14:nvContentPartPr>
              <p14:xfrm>
                <a:off x="7781400" y="5449124"/>
                <a:ext cx="78120" cy="662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CFC75BD-5A2A-70DA-3877-A83019C70AC3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7772400" y="5440484"/>
                  <a:ext cx="957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5F306CEE-D8C6-218E-B9AE-DFA72333661A}"/>
                    </a:ext>
                  </a:extLst>
                </p14:cNvPr>
                <p14:cNvContentPartPr/>
                <p14:nvPr/>
              </p14:nvContentPartPr>
              <p14:xfrm>
                <a:off x="7696800" y="5132684"/>
                <a:ext cx="109080" cy="1494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5F306CEE-D8C6-218E-B9AE-DFA72333661A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7688160" y="5123684"/>
                  <a:ext cx="1267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B55B1E7F-8387-51E2-FE29-4486E5C39E54}"/>
                    </a:ext>
                  </a:extLst>
                </p14:cNvPr>
                <p14:cNvContentPartPr/>
                <p14:nvPr/>
              </p14:nvContentPartPr>
              <p14:xfrm>
                <a:off x="7817760" y="5140604"/>
                <a:ext cx="51480" cy="655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B55B1E7F-8387-51E2-FE29-4486E5C39E54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7808760" y="5131964"/>
                  <a:ext cx="691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729EFA24-A65E-474C-F187-A75F83F63708}"/>
                    </a:ext>
                  </a:extLst>
                </p14:cNvPr>
                <p14:cNvContentPartPr/>
                <p14:nvPr/>
              </p14:nvContentPartPr>
              <p14:xfrm>
                <a:off x="7951320" y="5151404"/>
                <a:ext cx="22320" cy="788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729EFA24-A65E-474C-F187-A75F83F63708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7942680" y="5142764"/>
                  <a:ext cx="399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FE774DC-6DF9-3283-3D9B-BD332BD1EB26}"/>
                    </a:ext>
                  </a:extLst>
                </p14:cNvPr>
                <p14:cNvContentPartPr/>
                <p14:nvPr/>
              </p14:nvContentPartPr>
              <p14:xfrm>
                <a:off x="8028720" y="5041244"/>
                <a:ext cx="110160" cy="1144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FE774DC-6DF9-3283-3D9B-BD332BD1EB26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8019720" y="5032604"/>
                  <a:ext cx="1278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72731276-564A-371E-6B69-CD051FCEF370}"/>
                    </a:ext>
                  </a:extLst>
                </p14:cNvPr>
                <p14:cNvContentPartPr/>
                <p14:nvPr/>
              </p14:nvContentPartPr>
              <p14:xfrm>
                <a:off x="8140680" y="5032604"/>
                <a:ext cx="64080" cy="982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72731276-564A-371E-6B69-CD051FCEF370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8131680" y="5023604"/>
                  <a:ext cx="817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06DF4598-FD7E-C617-02F5-3EAF043F6680}"/>
                    </a:ext>
                  </a:extLst>
                </p14:cNvPr>
                <p14:cNvContentPartPr/>
                <p14:nvPr/>
              </p14:nvContentPartPr>
              <p14:xfrm>
                <a:off x="8158320" y="4991204"/>
                <a:ext cx="51840" cy="316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06DF4598-FD7E-C617-02F5-3EAF043F6680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8149320" y="4982564"/>
                  <a:ext cx="694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91F759D2-8319-ABBF-4A6C-F521C7AB18C7}"/>
                    </a:ext>
                  </a:extLst>
                </p14:cNvPr>
                <p14:cNvContentPartPr/>
                <p14:nvPr/>
              </p14:nvContentPartPr>
              <p14:xfrm>
                <a:off x="7953480" y="5602484"/>
                <a:ext cx="39960" cy="511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91F759D2-8319-ABBF-4A6C-F521C7AB18C7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7944480" y="5593484"/>
                  <a:ext cx="576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62BE95B8-C641-F682-F8DC-5377E102528B}"/>
                    </a:ext>
                  </a:extLst>
                </p14:cNvPr>
                <p14:cNvContentPartPr/>
                <p14:nvPr/>
              </p14:nvContentPartPr>
              <p14:xfrm>
                <a:off x="7970400" y="5591684"/>
                <a:ext cx="33840" cy="450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62BE95B8-C641-F682-F8DC-5377E102528B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7961400" y="5583044"/>
                  <a:ext cx="514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980ED5F8-06D2-595B-0EF3-8F34CC6E3664}"/>
                    </a:ext>
                  </a:extLst>
                </p14:cNvPr>
                <p14:cNvContentPartPr/>
                <p14:nvPr/>
              </p14:nvContentPartPr>
              <p14:xfrm>
                <a:off x="8138880" y="5546324"/>
                <a:ext cx="104760" cy="1447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980ED5F8-06D2-595B-0EF3-8F34CC6E3664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8129880" y="5537684"/>
                  <a:ext cx="1224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0E2DAA1C-A304-628C-5E6A-412E28F965D1}"/>
                    </a:ext>
                  </a:extLst>
                </p14:cNvPr>
                <p14:cNvContentPartPr/>
                <p14:nvPr/>
              </p14:nvContentPartPr>
              <p14:xfrm>
                <a:off x="8251920" y="5533364"/>
                <a:ext cx="88560" cy="1177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0E2DAA1C-A304-628C-5E6A-412E28F965D1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8242920" y="5524724"/>
                  <a:ext cx="1062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915488F6-9FCB-21B0-B969-D7444E7889BB}"/>
                    </a:ext>
                  </a:extLst>
                </p14:cNvPr>
                <p14:cNvContentPartPr/>
                <p14:nvPr/>
              </p14:nvContentPartPr>
              <p14:xfrm>
                <a:off x="8379360" y="5565764"/>
                <a:ext cx="49680" cy="13644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915488F6-9FCB-21B0-B969-D7444E7889BB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8370720" y="5557124"/>
                  <a:ext cx="673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E2A003E8-E9C2-B434-67A2-D887A6B6C435}"/>
                    </a:ext>
                  </a:extLst>
                </p14:cNvPr>
                <p14:cNvContentPartPr/>
                <p14:nvPr/>
              </p14:nvContentPartPr>
              <p14:xfrm>
                <a:off x="8085600" y="5480804"/>
                <a:ext cx="200520" cy="2667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E2A003E8-E9C2-B434-67A2-D887A6B6C435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8076960" y="5472164"/>
                  <a:ext cx="21816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73E4418F-0D8B-4ECF-FCD8-9CCF802B8F8D}"/>
                    </a:ext>
                  </a:extLst>
                </p14:cNvPr>
                <p14:cNvContentPartPr/>
                <p14:nvPr/>
              </p14:nvContentPartPr>
              <p14:xfrm>
                <a:off x="8501400" y="5438684"/>
                <a:ext cx="156240" cy="15012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73E4418F-0D8B-4ECF-FCD8-9CCF802B8F8D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8492400" y="5429684"/>
                  <a:ext cx="1738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0AB7F31D-EED3-DB53-C879-4F144036D2C5}"/>
                    </a:ext>
                  </a:extLst>
                </p14:cNvPr>
                <p14:cNvContentPartPr/>
                <p14:nvPr/>
              </p14:nvContentPartPr>
              <p14:xfrm>
                <a:off x="8676720" y="5361284"/>
                <a:ext cx="116280" cy="2660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0AB7F31D-EED3-DB53-C879-4F144036D2C5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8667720" y="5352644"/>
                  <a:ext cx="1339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9B7340E4-2C20-342B-281E-44A44947B20A}"/>
                    </a:ext>
                  </a:extLst>
                </p14:cNvPr>
                <p14:cNvContentPartPr/>
                <p14:nvPr/>
              </p14:nvContentPartPr>
              <p14:xfrm>
                <a:off x="7588800" y="5102804"/>
                <a:ext cx="229320" cy="25596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9B7340E4-2C20-342B-281E-44A44947B20A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7580160" y="5093804"/>
                  <a:ext cx="2469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E34C5B7A-67DE-ACD9-0589-56F0DB99481B}"/>
                    </a:ext>
                  </a:extLst>
                </p14:cNvPr>
                <p14:cNvContentPartPr/>
                <p14:nvPr/>
              </p14:nvContentPartPr>
              <p14:xfrm>
                <a:off x="8240040" y="4840364"/>
                <a:ext cx="160200" cy="3247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E34C5B7A-67DE-ACD9-0589-56F0DB99481B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8231040" y="4831364"/>
                  <a:ext cx="177840" cy="342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5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9F78A368-5FF2-7E94-4D67-EE2774EC759C}"/>
                  </a:ext>
                </a:extLst>
              </p14:cNvPr>
              <p14:cNvContentPartPr/>
              <p14:nvPr/>
            </p14:nvContentPartPr>
            <p14:xfrm>
              <a:off x="8931960" y="5800844"/>
              <a:ext cx="33480" cy="12780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9F78A368-5FF2-7E94-4D67-EE2774EC759C}"/>
                  </a:ext>
                </a:extLst>
              </p:cNvPr>
              <p:cNvPicPr/>
              <p:nvPr/>
            </p:nvPicPr>
            <p:blipFill>
              <a:blip r:embed="rId396"/>
              <a:stretch>
                <a:fillRect/>
              </a:stretch>
            </p:blipFill>
            <p:spPr>
              <a:xfrm>
                <a:off x="8922960" y="5791844"/>
                <a:ext cx="51120" cy="14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9" name="Group 248">
            <a:extLst>
              <a:ext uri="{FF2B5EF4-FFF2-40B4-BE49-F238E27FC236}">
                <a16:creationId xmlns:a16="http://schemas.microsoft.com/office/drawing/2014/main" id="{1C9D4EB6-ECA4-0B0C-0794-814539B94651}"/>
              </a:ext>
            </a:extLst>
          </p:cNvPr>
          <p:cNvGrpSpPr/>
          <p:nvPr/>
        </p:nvGrpSpPr>
        <p:grpSpPr>
          <a:xfrm>
            <a:off x="8963640" y="4732004"/>
            <a:ext cx="1109520" cy="652320"/>
            <a:chOff x="8963640" y="4732004"/>
            <a:chExt cx="1109520" cy="65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8C475416-DB44-26DB-F2FA-0A958C69817F}"/>
                    </a:ext>
                  </a:extLst>
                </p14:cNvPr>
                <p14:cNvContentPartPr/>
                <p14:nvPr/>
              </p14:nvContentPartPr>
              <p14:xfrm>
                <a:off x="9104040" y="4891844"/>
                <a:ext cx="34560" cy="5148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8C475416-DB44-26DB-F2FA-0A958C69817F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9095040" y="4883204"/>
                  <a:ext cx="522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A4D7E975-D58F-1BCE-BA24-DABAD81387BB}"/>
                    </a:ext>
                  </a:extLst>
                </p14:cNvPr>
                <p14:cNvContentPartPr/>
                <p14:nvPr/>
              </p14:nvContentPartPr>
              <p14:xfrm>
                <a:off x="9285480" y="4879964"/>
                <a:ext cx="65160" cy="1706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A4D7E975-D58F-1BCE-BA24-DABAD81387BB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9276480" y="4871324"/>
                  <a:ext cx="828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C1E3399F-86F2-1141-9139-545F4C4D6469}"/>
                    </a:ext>
                  </a:extLst>
                </p14:cNvPr>
                <p14:cNvContentPartPr/>
                <p14:nvPr/>
              </p14:nvContentPartPr>
              <p14:xfrm>
                <a:off x="9297000" y="4946204"/>
                <a:ext cx="96840" cy="662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C1E3399F-86F2-1141-9139-545F4C4D6469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9288000" y="4937204"/>
                  <a:ext cx="1144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46B9518A-6354-07F9-84E1-F0FA2DAF89DF}"/>
                    </a:ext>
                  </a:extLst>
                </p14:cNvPr>
                <p14:cNvContentPartPr/>
                <p14:nvPr/>
              </p14:nvContentPartPr>
              <p14:xfrm>
                <a:off x="9447840" y="4899404"/>
                <a:ext cx="57960" cy="1033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46B9518A-6354-07F9-84E1-F0FA2DAF89DF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9438840" y="4890764"/>
                  <a:ext cx="756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398E3A8B-F69A-1B3B-E745-6AFCECA0D7AE}"/>
                    </a:ext>
                  </a:extLst>
                </p14:cNvPr>
                <p14:cNvContentPartPr/>
                <p14:nvPr/>
              </p14:nvContentPartPr>
              <p14:xfrm>
                <a:off x="9458280" y="4860164"/>
                <a:ext cx="61920" cy="2448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398E3A8B-F69A-1B3B-E745-6AFCECA0D7AE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9449280" y="4851164"/>
                  <a:ext cx="795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65AA9850-A4A5-EE4C-BD95-72EF4C8D3A92}"/>
                    </a:ext>
                  </a:extLst>
                </p14:cNvPr>
                <p14:cNvContentPartPr/>
                <p14:nvPr/>
              </p14:nvContentPartPr>
              <p14:xfrm>
                <a:off x="9576360" y="4918844"/>
                <a:ext cx="22320" cy="1040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65AA9850-A4A5-EE4C-BD95-72EF4C8D3A92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9567720" y="4910204"/>
                  <a:ext cx="399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A3D08E34-1FB4-65C9-2E83-C97D06AFF5A8}"/>
                    </a:ext>
                  </a:extLst>
                </p14:cNvPr>
                <p14:cNvContentPartPr/>
                <p14:nvPr/>
              </p14:nvContentPartPr>
              <p14:xfrm>
                <a:off x="9703800" y="4833164"/>
                <a:ext cx="95400" cy="1411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A3D08E34-1FB4-65C9-2E83-C97D06AFF5A8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9695160" y="4824164"/>
                  <a:ext cx="1130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326D0A32-7D57-9A1F-F2A8-AC17490EB87D}"/>
                    </a:ext>
                  </a:extLst>
                </p14:cNvPr>
                <p14:cNvContentPartPr/>
                <p14:nvPr/>
              </p14:nvContentPartPr>
              <p14:xfrm>
                <a:off x="9703440" y="4794284"/>
                <a:ext cx="206640" cy="975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326D0A32-7D57-9A1F-F2A8-AC17490EB87D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9694440" y="4785284"/>
                  <a:ext cx="2242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AC6694BE-5584-632D-DCA8-641B114B1B3B}"/>
                    </a:ext>
                  </a:extLst>
                </p14:cNvPr>
                <p14:cNvContentPartPr/>
                <p14:nvPr/>
              </p14:nvContentPartPr>
              <p14:xfrm>
                <a:off x="9933120" y="4732004"/>
                <a:ext cx="140040" cy="2851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AC6694BE-5584-632D-DCA8-641B114B1B3B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9924480" y="4723004"/>
                  <a:ext cx="1576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43F6E60B-A3EA-4A45-9A62-76A2DE73D729}"/>
                    </a:ext>
                  </a:extLst>
                </p14:cNvPr>
                <p14:cNvContentPartPr/>
                <p14:nvPr/>
              </p14:nvContentPartPr>
              <p14:xfrm>
                <a:off x="9269280" y="4838204"/>
                <a:ext cx="128880" cy="2948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43F6E60B-A3EA-4A45-9A62-76A2DE73D729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9260280" y="4829564"/>
                  <a:ext cx="14652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9E09D865-1590-A456-ED00-6F58F1ACB435}"/>
                    </a:ext>
                  </a:extLst>
                </p14:cNvPr>
                <p14:cNvContentPartPr/>
                <p14:nvPr/>
              </p14:nvContentPartPr>
              <p14:xfrm>
                <a:off x="8963640" y="5111084"/>
                <a:ext cx="55080" cy="561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9E09D865-1590-A456-ED00-6F58F1ACB435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8955000" y="5102084"/>
                  <a:ext cx="727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C9F2D251-66E6-9249-EDB4-72B8E6A4C48F}"/>
                    </a:ext>
                  </a:extLst>
                </p14:cNvPr>
                <p14:cNvContentPartPr/>
                <p14:nvPr/>
              </p14:nvContentPartPr>
              <p14:xfrm>
                <a:off x="9186840" y="5195324"/>
                <a:ext cx="78120" cy="1357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C9F2D251-66E6-9249-EDB4-72B8E6A4C48F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9177840" y="5186324"/>
                  <a:ext cx="957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467D6B7F-C326-22D5-3716-A7F088EA9199}"/>
                    </a:ext>
                  </a:extLst>
                </p14:cNvPr>
                <p14:cNvContentPartPr/>
                <p14:nvPr/>
              </p14:nvContentPartPr>
              <p14:xfrm>
                <a:off x="9201240" y="5253284"/>
                <a:ext cx="178920" cy="583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467D6B7F-C326-22D5-3716-A7F088EA9199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9192600" y="5244284"/>
                  <a:ext cx="1965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9EED0F63-133E-EA4F-3F10-D9DD6B2B3AC5}"/>
                    </a:ext>
                  </a:extLst>
                </p14:cNvPr>
                <p14:cNvContentPartPr/>
                <p14:nvPr/>
              </p14:nvContentPartPr>
              <p14:xfrm>
                <a:off x="9469800" y="5272364"/>
                <a:ext cx="2520" cy="8064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9EED0F63-133E-EA4F-3F10-D9DD6B2B3AC5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9461160" y="5263724"/>
                  <a:ext cx="201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169FD169-D502-BA55-9054-1D042F696EA0}"/>
                    </a:ext>
                  </a:extLst>
                </p14:cNvPr>
                <p14:cNvContentPartPr/>
                <p14:nvPr/>
              </p14:nvContentPartPr>
              <p14:xfrm>
                <a:off x="9554400" y="5185964"/>
                <a:ext cx="90720" cy="1353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169FD169-D502-BA55-9054-1D042F696EA0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9545760" y="5176964"/>
                  <a:ext cx="1083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DDAEBDFD-A506-DD49-45F3-DE283C464F5C}"/>
                    </a:ext>
                  </a:extLst>
                </p14:cNvPr>
                <p14:cNvContentPartPr/>
                <p14:nvPr/>
              </p14:nvContentPartPr>
              <p14:xfrm>
                <a:off x="9702000" y="5193884"/>
                <a:ext cx="137880" cy="8964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DDAEBDFD-A506-DD49-45F3-DE283C464F5C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9693360" y="5184884"/>
                  <a:ext cx="1555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97B39534-0620-B81E-9EAC-CE22139EA71D}"/>
                    </a:ext>
                  </a:extLst>
                </p14:cNvPr>
                <p14:cNvContentPartPr/>
                <p14:nvPr/>
              </p14:nvContentPartPr>
              <p14:xfrm>
                <a:off x="9856800" y="5133404"/>
                <a:ext cx="62280" cy="1875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97B39534-0620-B81E-9EAC-CE22139EA71D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9847800" y="5124764"/>
                  <a:ext cx="799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9207D667-8A23-50D3-E5A1-79EB069F4255}"/>
                    </a:ext>
                  </a:extLst>
                </p14:cNvPr>
                <p14:cNvContentPartPr/>
                <p14:nvPr/>
              </p14:nvContentPartPr>
              <p14:xfrm>
                <a:off x="9180720" y="5178044"/>
                <a:ext cx="139320" cy="2062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9207D667-8A23-50D3-E5A1-79EB069F4255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9171720" y="5169044"/>
                  <a:ext cx="156960" cy="22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3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D42550C0-2EF6-B259-7388-25424166203F}"/>
                  </a:ext>
                </a:extLst>
              </p14:cNvPr>
              <p14:cNvContentPartPr/>
              <p14:nvPr/>
            </p14:nvContentPartPr>
            <p14:xfrm>
              <a:off x="10295280" y="5678444"/>
              <a:ext cx="55800" cy="12564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D42550C0-2EF6-B259-7388-25424166203F}"/>
                  </a:ext>
                </a:extLst>
              </p:cNvPr>
              <p:cNvPicPr/>
              <p:nvPr/>
            </p:nvPicPr>
            <p:blipFill>
              <a:blip r:embed="rId434"/>
              <a:stretch>
                <a:fillRect/>
              </a:stretch>
            </p:blipFill>
            <p:spPr>
              <a:xfrm>
                <a:off x="10286280" y="5669444"/>
                <a:ext cx="7344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5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2616830E-8E56-905A-86ED-3104D7A58DEC}"/>
                  </a:ext>
                </a:extLst>
              </p14:cNvPr>
              <p14:cNvContentPartPr/>
              <p14:nvPr/>
            </p14:nvContentPartPr>
            <p14:xfrm>
              <a:off x="10310040" y="3262124"/>
              <a:ext cx="66600" cy="6228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2616830E-8E56-905A-86ED-3104D7A58DEC}"/>
                  </a:ext>
                </a:extLst>
              </p:cNvPr>
              <p:cNvPicPr/>
              <p:nvPr/>
            </p:nvPicPr>
            <p:blipFill>
              <a:blip r:embed="rId436"/>
              <a:stretch>
                <a:fillRect/>
              </a:stretch>
            </p:blipFill>
            <p:spPr>
              <a:xfrm>
                <a:off x="10301040" y="3253124"/>
                <a:ext cx="84240" cy="7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6" name="Group 265">
            <a:extLst>
              <a:ext uri="{FF2B5EF4-FFF2-40B4-BE49-F238E27FC236}">
                <a16:creationId xmlns:a16="http://schemas.microsoft.com/office/drawing/2014/main" id="{81B9FBDC-997F-70B1-44D1-052C457D7692}"/>
              </a:ext>
            </a:extLst>
          </p:cNvPr>
          <p:cNvGrpSpPr/>
          <p:nvPr/>
        </p:nvGrpSpPr>
        <p:grpSpPr>
          <a:xfrm>
            <a:off x="10526400" y="3188324"/>
            <a:ext cx="478440" cy="339120"/>
            <a:chOff x="10526400" y="3188324"/>
            <a:chExt cx="478440" cy="33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75D163D9-2869-FD28-E5A0-7A923655C98E}"/>
                    </a:ext>
                  </a:extLst>
                </p14:cNvPr>
                <p14:cNvContentPartPr/>
                <p14:nvPr/>
              </p14:nvContentPartPr>
              <p14:xfrm>
                <a:off x="10526400" y="3188324"/>
                <a:ext cx="100800" cy="3391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75D163D9-2869-FD28-E5A0-7A923655C98E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10517760" y="3179684"/>
                  <a:ext cx="11844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FDE7148B-CD4A-0205-3388-6FE2FB9FCBBC}"/>
                    </a:ext>
                  </a:extLst>
                </p14:cNvPr>
                <p14:cNvContentPartPr/>
                <p14:nvPr/>
              </p14:nvContentPartPr>
              <p14:xfrm>
                <a:off x="10637640" y="3301364"/>
                <a:ext cx="23040" cy="14220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FDE7148B-CD4A-0205-3388-6FE2FB9FCBBC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10629000" y="3292724"/>
                  <a:ext cx="406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49DE0DC7-9E11-C4BF-6631-E226C4D61DC5}"/>
                    </a:ext>
                  </a:extLst>
                </p14:cNvPr>
                <p14:cNvContentPartPr/>
                <p14:nvPr/>
              </p14:nvContentPartPr>
              <p14:xfrm>
                <a:off x="10722960" y="3299564"/>
                <a:ext cx="137160" cy="964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49DE0DC7-9E11-C4BF-6631-E226C4D61DC5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0714320" y="3290924"/>
                  <a:ext cx="1548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33A6B351-E1BF-6F5D-BF4D-BB0903D653F2}"/>
                    </a:ext>
                  </a:extLst>
                </p14:cNvPr>
                <p14:cNvContentPartPr/>
                <p14:nvPr/>
              </p14:nvContentPartPr>
              <p14:xfrm>
                <a:off x="10775160" y="3307484"/>
                <a:ext cx="34920" cy="1836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33A6B351-E1BF-6F5D-BF4D-BB0903D653F2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10766520" y="3298484"/>
                  <a:ext cx="525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77CC3895-6510-D9C4-DE8D-5F192FDD02B7}"/>
                    </a:ext>
                  </a:extLst>
                </p14:cNvPr>
                <p14:cNvContentPartPr/>
                <p14:nvPr/>
              </p14:nvContentPartPr>
              <p14:xfrm>
                <a:off x="10933200" y="3321524"/>
                <a:ext cx="71640" cy="10980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77CC3895-6510-D9C4-DE8D-5F192FDD02B7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0924560" y="3312524"/>
                  <a:ext cx="8928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2C2DACA8-BA17-6B88-5762-213C9A5DCBF9}"/>
              </a:ext>
            </a:extLst>
          </p:cNvPr>
          <p:cNvGrpSpPr/>
          <p:nvPr/>
        </p:nvGrpSpPr>
        <p:grpSpPr>
          <a:xfrm>
            <a:off x="11178000" y="3158444"/>
            <a:ext cx="604800" cy="414000"/>
            <a:chOff x="11178000" y="3158444"/>
            <a:chExt cx="604800" cy="41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2AB2F0A4-BDE2-EB1A-904A-2F4C7ED294C1}"/>
                    </a:ext>
                  </a:extLst>
                </p14:cNvPr>
                <p14:cNvContentPartPr/>
                <p14:nvPr/>
              </p14:nvContentPartPr>
              <p14:xfrm>
                <a:off x="11178000" y="3413324"/>
                <a:ext cx="43560" cy="11592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2AB2F0A4-BDE2-EB1A-904A-2F4C7ED294C1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11169360" y="3404684"/>
                  <a:ext cx="612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9CFF16EA-4888-DDA6-425D-9DB9BC2F6D91}"/>
                    </a:ext>
                  </a:extLst>
                </p14:cNvPr>
                <p14:cNvContentPartPr/>
                <p14:nvPr/>
              </p14:nvContentPartPr>
              <p14:xfrm>
                <a:off x="11288520" y="3288404"/>
                <a:ext cx="45000" cy="16488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9CFF16EA-4888-DDA6-425D-9DB9BC2F6D91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1279880" y="3279764"/>
                  <a:ext cx="626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58F390D9-30DB-75E6-C8E3-7A5C2FAF6AC7}"/>
                    </a:ext>
                  </a:extLst>
                </p14:cNvPr>
                <p14:cNvContentPartPr/>
                <p14:nvPr/>
              </p14:nvContentPartPr>
              <p14:xfrm>
                <a:off x="11406600" y="3264284"/>
                <a:ext cx="100440" cy="15912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58F390D9-30DB-75E6-C8E3-7A5C2FAF6AC7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1397960" y="3255644"/>
                  <a:ext cx="1180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FBDA26A0-C7B5-994C-8A0A-A3B75CE606A4}"/>
                    </a:ext>
                  </a:extLst>
                </p14:cNvPr>
                <p14:cNvContentPartPr/>
                <p14:nvPr/>
              </p14:nvContentPartPr>
              <p14:xfrm>
                <a:off x="11536200" y="3286244"/>
                <a:ext cx="87120" cy="12600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FBDA26A0-C7B5-994C-8A0A-A3B75CE606A4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1527200" y="3277244"/>
                  <a:ext cx="1047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FAEDCBEE-E1F4-074A-EB33-114F7FBF5EEE}"/>
                    </a:ext>
                  </a:extLst>
                </p14:cNvPr>
                <p14:cNvContentPartPr/>
                <p14:nvPr/>
              </p14:nvContentPartPr>
              <p14:xfrm>
                <a:off x="11552400" y="3258884"/>
                <a:ext cx="88200" cy="374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FAEDCBEE-E1F4-074A-EB33-114F7FBF5EEE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1543760" y="3250244"/>
                  <a:ext cx="1058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81C69822-F18D-FA5D-61BB-D017C6213E29}"/>
                    </a:ext>
                  </a:extLst>
                </p14:cNvPr>
                <p14:cNvContentPartPr/>
                <p14:nvPr/>
              </p14:nvContentPartPr>
              <p14:xfrm>
                <a:off x="11647440" y="3158444"/>
                <a:ext cx="135360" cy="41400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81C69822-F18D-FA5D-61BB-D017C6213E29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1638440" y="3149444"/>
                  <a:ext cx="153000" cy="431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27466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E8D7C15-CBC7-6549-B6AA-62674FAA8483}"/>
                  </a:ext>
                </a:extLst>
              </p14:cNvPr>
              <p14:cNvContentPartPr/>
              <p14:nvPr/>
            </p14:nvContentPartPr>
            <p14:xfrm>
              <a:off x="841320" y="975764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E8D7C15-CBC7-6549-B6AA-62674FAA848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2320" y="96712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A4A59D2-901B-8ADA-BA97-1C8358975D78}"/>
                  </a:ext>
                </a:extLst>
              </p14:cNvPr>
              <p14:cNvContentPartPr/>
              <p14:nvPr/>
            </p14:nvContentPartPr>
            <p14:xfrm>
              <a:off x="769680" y="1407044"/>
              <a:ext cx="158760" cy="5223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A4A59D2-901B-8ADA-BA97-1C8358975D7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0680" y="1398404"/>
                <a:ext cx="176400" cy="524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880B535-777C-9F12-255B-BBDE1B2954BE}"/>
                  </a:ext>
                </a:extLst>
              </p14:cNvPr>
              <p14:cNvContentPartPr/>
              <p14:nvPr/>
            </p14:nvContentPartPr>
            <p14:xfrm>
              <a:off x="1095480" y="1411364"/>
              <a:ext cx="230040" cy="356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880B535-777C-9F12-255B-BBDE1B2954B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86480" y="1402724"/>
                <a:ext cx="247680" cy="37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E2E5BA4-0191-1BF7-289B-EEF04E83F121}"/>
                  </a:ext>
                </a:extLst>
              </p14:cNvPr>
              <p14:cNvContentPartPr/>
              <p14:nvPr/>
            </p14:nvContentPartPr>
            <p14:xfrm>
              <a:off x="1377360" y="1528364"/>
              <a:ext cx="139680" cy="123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E2E5BA4-0191-1BF7-289B-EEF04E83F12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68720" y="1519724"/>
                <a:ext cx="15732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B04026D-5448-D0C1-EA57-CABBDBA2E73A}"/>
                  </a:ext>
                </a:extLst>
              </p14:cNvPr>
              <p14:cNvContentPartPr/>
              <p14:nvPr/>
            </p14:nvContentPartPr>
            <p14:xfrm>
              <a:off x="1512360" y="1531964"/>
              <a:ext cx="97920" cy="1274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B04026D-5448-D0C1-EA57-CABBDBA2E73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03360" y="1522964"/>
                <a:ext cx="11556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9971A41-3228-7D9A-13F8-8A47B28547A7}"/>
                  </a:ext>
                </a:extLst>
              </p14:cNvPr>
              <p14:cNvContentPartPr/>
              <p14:nvPr/>
            </p14:nvContentPartPr>
            <p14:xfrm>
              <a:off x="1619640" y="1530164"/>
              <a:ext cx="75240" cy="105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9971A41-3228-7D9A-13F8-8A47B28547A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11000" y="1521524"/>
                <a:ext cx="9288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A1726D8-D965-251D-E901-D2315C54A871}"/>
                  </a:ext>
                </a:extLst>
              </p14:cNvPr>
              <p14:cNvContentPartPr/>
              <p14:nvPr/>
            </p14:nvContentPartPr>
            <p14:xfrm>
              <a:off x="1728720" y="1472924"/>
              <a:ext cx="41760" cy="181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A1726D8-D965-251D-E901-D2315C54A87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719720" y="1464284"/>
                <a:ext cx="5940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7E78E3F-C32E-0001-23FE-9C27DD9486DB}"/>
                  </a:ext>
                </a:extLst>
              </p14:cNvPr>
              <p14:cNvContentPartPr/>
              <p14:nvPr/>
            </p14:nvContentPartPr>
            <p14:xfrm>
              <a:off x="1724040" y="1546004"/>
              <a:ext cx="73800" cy="234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7E78E3F-C32E-0001-23FE-9C27DD9486D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715400" y="1537364"/>
                <a:ext cx="9144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CC293B1-CE5E-107A-7CA8-5C9047775488}"/>
                  </a:ext>
                </a:extLst>
              </p14:cNvPr>
              <p14:cNvContentPartPr/>
              <p14:nvPr/>
            </p14:nvContentPartPr>
            <p14:xfrm>
              <a:off x="1803240" y="1530884"/>
              <a:ext cx="92160" cy="975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CC293B1-CE5E-107A-7CA8-5C904777548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94240" y="1521884"/>
                <a:ext cx="10980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023B707-C3E5-B40C-AB65-B7DC41CB79B8}"/>
                  </a:ext>
                </a:extLst>
              </p14:cNvPr>
              <p14:cNvContentPartPr/>
              <p14:nvPr/>
            </p14:nvContentPartPr>
            <p14:xfrm>
              <a:off x="1930680" y="1530884"/>
              <a:ext cx="46080" cy="1015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023B707-C3E5-B40C-AB65-B7DC41CB79B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922040" y="1521884"/>
                <a:ext cx="6372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366E72B-5DED-AE64-6BA0-BF9ABABC82CB}"/>
                  </a:ext>
                </a:extLst>
              </p14:cNvPr>
              <p14:cNvContentPartPr/>
              <p14:nvPr/>
            </p14:nvContentPartPr>
            <p14:xfrm>
              <a:off x="2221200" y="1502084"/>
              <a:ext cx="15480" cy="1357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366E72B-5DED-AE64-6BA0-BF9ABABC82C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212200" y="1493084"/>
                <a:ext cx="3312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47A5B03-0458-D373-8F21-CEA3CE4C597A}"/>
                  </a:ext>
                </a:extLst>
              </p14:cNvPr>
              <p14:cNvContentPartPr/>
              <p14:nvPr/>
            </p14:nvContentPartPr>
            <p14:xfrm>
              <a:off x="2152080" y="1499564"/>
              <a:ext cx="82440" cy="496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47A5B03-0458-D373-8F21-CEA3CE4C597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143080" y="1490564"/>
                <a:ext cx="10008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E59CD70-0711-29C5-3DB9-E6A49A687701}"/>
                  </a:ext>
                </a:extLst>
              </p14:cNvPr>
              <p14:cNvContentPartPr/>
              <p14:nvPr/>
            </p14:nvContentPartPr>
            <p14:xfrm>
              <a:off x="2179440" y="1645364"/>
              <a:ext cx="277920" cy="306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E59CD70-0711-29C5-3DB9-E6A49A68770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170800" y="1636364"/>
                <a:ext cx="29556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928C344-6AD5-B821-D5DA-4849963D6AEE}"/>
                  </a:ext>
                </a:extLst>
              </p14:cNvPr>
              <p14:cNvContentPartPr/>
              <p14:nvPr/>
            </p14:nvContentPartPr>
            <p14:xfrm>
              <a:off x="1213200" y="1879724"/>
              <a:ext cx="186120" cy="1875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928C344-6AD5-B821-D5DA-4849963D6AE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204560" y="1871084"/>
                <a:ext cx="20376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2931BE4-32A2-7AC7-FA92-51E79350F1D4}"/>
                  </a:ext>
                </a:extLst>
              </p14:cNvPr>
              <p14:cNvContentPartPr/>
              <p14:nvPr/>
            </p14:nvContentPartPr>
            <p14:xfrm>
              <a:off x="1454400" y="1945964"/>
              <a:ext cx="21960" cy="2005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2931BE4-32A2-7AC7-FA92-51E79350F1D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445400" y="1937324"/>
                <a:ext cx="3960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B983F71-ABFE-F900-4708-3EBFC6F5914C}"/>
                  </a:ext>
                </a:extLst>
              </p14:cNvPr>
              <p14:cNvContentPartPr/>
              <p14:nvPr/>
            </p14:nvContentPartPr>
            <p14:xfrm>
              <a:off x="1478880" y="1958924"/>
              <a:ext cx="48600" cy="864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B983F71-ABFE-F900-4708-3EBFC6F5914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470240" y="1950284"/>
                <a:ext cx="6624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B0A2906-DAC8-B8F4-4877-A09C776033C8}"/>
                  </a:ext>
                </a:extLst>
              </p14:cNvPr>
              <p14:cNvContentPartPr/>
              <p14:nvPr/>
            </p14:nvContentPartPr>
            <p14:xfrm>
              <a:off x="1542600" y="1958924"/>
              <a:ext cx="108360" cy="864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B0A2906-DAC8-B8F4-4877-A09C776033C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533600" y="1950284"/>
                <a:ext cx="12600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289978F-A8FA-F610-07E8-D280B134D6A7}"/>
                  </a:ext>
                </a:extLst>
              </p14:cNvPr>
              <p14:cNvContentPartPr/>
              <p14:nvPr/>
            </p14:nvContentPartPr>
            <p14:xfrm>
              <a:off x="1675800" y="1950284"/>
              <a:ext cx="126360" cy="752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289978F-A8FA-F610-07E8-D280B134D6A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667160" y="1941284"/>
                <a:ext cx="14400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5473974-82E1-F180-38B0-7C4F33B60D6F}"/>
                  </a:ext>
                </a:extLst>
              </p14:cNvPr>
              <p14:cNvContentPartPr/>
              <p14:nvPr/>
            </p14:nvContentPartPr>
            <p14:xfrm>
              <a:off x="1803240" y="1857764"/>
              <a:ext cx="194400" cy="1566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5473974-82E1-F180-38B0-7C4F33B60D6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794240" y="1848764"/>
                <a:ext cx="21204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C2CA53C-F672-A7B1-A8A8-DDED0A0EDBC7}"/>
                  </a:ext>
                </a:extLst>
              </p14:cNvPr>
              <p14:cNvContentPartPr/>
              <p14:nvPr/>
            </p14:nvContentPartPr>
            <p14:xfrm>
              <a:off x="1917360" y="1883684"/>
              <a:ext cx="51480" cy="939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C2CA53C-F672-A7B1-A8A8-DDED0A0EDBC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908720" y="1874684"/>
                <a:ext cx="6912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BB0BF573-2A41-F611-E601-C735716A65A3}"/>
                  </a:ext>
                </a:extLst>
              </p14:cNvPr>
              <p14:cNvContentPartPr/>
              <p14:nvPr/>
            </p14:nvContentPartPr>
            <p14:xfrm>
              <a:off x="2030760" y="1938404"/>
              <a:ext cx="173520" cy="72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BB0BF573-2A41-F611-E601-C735716A65A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022120" y="1929404"/>
                <a:ext cx="19116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83E62A01-A925-06EC-3321-142B4B9C815A}"/>
                  </a:ext>
                </a:extLst>
              </p14:cNvPr>
              <p14:cNvContentPartPr/>
              <p14:nvPr/>
            </p14:nvContentPartPr>
            <p14:xfrm>
              <a:off x="2172240" y="1897004"/>
              <a:ext cx="122760" cy="3751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83E62A01-A925-06EC-3321-142B4B9C815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163240" y="1888364"/>
                <a:ext cx="140400" cy="3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EE0269D-15E8-3274-1320-45A742FBBAFB}"/>
                  </a:ext>
                </a:extLst>
              </p14:cNvPr>
              <p14:cNvContentPartPr/>
              <p14:nvPr/>
            </p14:nvContentPartPr>
            <p14:xfrm>
              <a:off x="3293280" y="1376804"/>
              <a:ext cx="235440" cy="297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EE0269D-15E8-3274-1320-45A742FBBAF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284640" y="1367804"/>
                <a:ext cx="25308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81F93D31-C7BE-238A-026B-DAE7F365CF05}"/>
                  </a:ext>
                </a:extLst>
              </p14:cNvPr>
              <p14:cNvContentPartPr/>
              <p14:nvPr/>
            </p14:nvContentPartPr>
            <p14:xfrm>
              <a:off x="3593880" y="1474724"/>
              <a:ext cx="139320" cy="860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81F93D31-C7BE-238A-026B-DAE7F365CF0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585240" y="1465724"/>
                <a:ext cx="15696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D9650AA-661D-77DE-57F8-A8A3B88258EE}"/>
                  </a:ext>
                </a:extLst>
              </p14:cNvPr>
              <p14:cNvContentPartPr/>
              <p14:nvPr/>
            </p14:nvContentPartPr>
            <p14:xfrm>
              <a:off x="3745440" y="1470764"/>
              <a:ext cx="95760" cy="1094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D9650AA-661D-77DE-57F8-A8A3B88258E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736440" y="1461764"/>
                <a:ext cx="11340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78ED7F6-5554-C87B-C5FA-EA7ECFFC335C}"/>
                  </a:ext>
                </a:extLst>
              </p14:cNvPr>
              <p14:cNvContentPartPr/>
              <p14:nvPr/>
            </p14:nvContentPartPr>
            <p14:xfrm>
              <a:off x="3861720" y="1393724"/>
              <a:ext cx="175680" cy="1857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78ED7F6-5554-C87B-C5FA-EA7ECFFC335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852720" y="1384724"/>
                <a:ext cx="19332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31ADDC6-76B4-21CF-9701-8132DC266C7F}"/>
                  </a:ext>
                </a:extLst>
              </p14:cNvPr>
              <p14:cNvContentPartPr/>
              <p14:nvPr/>
            </p14:nvContentPartPr>
            <p14:xfrm>
              <a:off x="3973680" y="1486604"/>
              <a:ext cx="83880" cy="417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31ADDC6-76B4-21CF-9701-8132DC266C7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964680" y="1477604"/>
                <a:ext cx="10152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0BB003CE-699C-8122-5A6B-9FD5CF4760D6}"/>
                  </a:ext>
                </a:extLst>
              </p14:cNvPr>
              <p14:cNvContentPartPr/>
              <p14:nvPr/>
            </p14:nvContentPartPr>
            <p14:xfrm>
              <a:off x="4079160" y="1470764"/>
              <a:ext cx="70200" cy="932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0BB003CE-699C-8122-5A6B-9FD5CF4760D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070160" y="1461764"/>
                <a:ext cx="8784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D3F4E64E-65B1-2DA5-02FE-2C0686DE9C31}"/>
                  </a:ext>
                </a:extLst>
              </p14:cNvPr>
              <p14:cNvContentPartPr/>
              <p14:nvPr/>
            </p14:nvContentPartPr>
            <p14:xfrm>
              <a:off x="4199760" y="1435484"/>
              <a:ext cx="134280" cy="1281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D3F4E64E-65B1-2DA5-02FE-2C0686DE9C3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190760" y="1426484"/>
                <a:ext cx="15192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664AACA1-76FF-3B9B-5081-11067AED8D88}"/>
                  </a:ext>
                </a:extLst>
              </p14:cNvPr>
              <p14:cNvContentPartPr/>
              <p14:nvPr/>
            </p14:nvContentPartPr>
            <p14:xfrm>
              <a:off x="4432320" y="1439444"/>
              <a:ext cx="191880" cy="2170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664AACA1-76FF-3B9B-5081-11067AED8D8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423320" y="1430804"/>
                <a:ext cx="20952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0ECB726F-F531-16AB-4B8F-5B2ED7D5BF9C}"/>
                  </a:ext>
                </a:extLst>
              </p14:cNvPr>
              <p14:cNvContentPartPr/>
              <p14:nvPr/>
            </p14:nvContentPartPr>
            <p14:xfrm>
              <a:off x="3450600" y="1823204"/>
              <a:ext cx="137520" cy="2368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0ECB726F-F531-16AB-4B8F-5B2ED7D5BF9C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441960" y="1814564"/>
                <a:ext cx="15516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8700385-8CE3-7194-3C95-0EB6A54BA06C}"/>
                  </a:ext>
                </a:extLst>
              </p14:cNvPr>
              <p14:cNvContentPartPr/>
              <p14:nvPr/>
            </p14:nvContentPartPr>
            <p14:xfrm>
              <a:off x="3679920" y="1939844"/>
              <a:ext cx="24120" cy="1965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8700385-8CE3-7194-3C95-0EB6A54BA06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671280" y="1931204"/>
                <a:ext cx="4176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667B16F8-AB6C-9A08-0C5D-0BBAE185C986}"/>
                  </a:ext>
                </a:extLst>
              </p14:cNvPr>
              <p14:cNvContentPartPr/>
              <p14:nvPr/>
            </p14:nvContentPartPr>
            <p14:xfrm>
              <a:off x="3683160" y="1929044"/>
              <a:ext cx="103680" cy="997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667B16F8-AB6C-9A08-0C5D-0BBAE185C98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674520" y="1920044"/>
                <a:ext cx="12132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D40C597-7ADE-3293-4D86-2DBE0B49D861}"/>
                  </a:ext>
                </a:extLst>
              </p14:cNvPr>
              <p14:cNvContentPartPr/>
              <p14:nvPr/>
            </p14:nvContentPartPr>
            <p14:xfrm>
              <a:off x="3790080" y="1935884"/>
              <a:ext cx="345240" cy="874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D40C597-7ADE-3293-4D86-2DBE0B49D861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781080" y="1927244"/>
                <a:ext cx="36288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5AA8DBBE-BDED-7251-6C62-5B8623CBCE02}"/>
                  </a:ext>
                </a:extLst>
              </p14:cNvPr>
              <p14:cNvContentPartPr/>
              <p14:nvPr/>
            </p14:nvContentPartPr>
            <p14:xfrm>
              <a:off x="4096080" y="1849484"/>
              <a:ext cx="282960" cy="1706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5AA8DBBE-BDED-7251-6C62-5B8623CBCE02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087080" y="1840844"/>
                <a:ext cx="30060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1A8651B-FBBD-D1D6-D24A-A9D92F7A63F8}"/>
                  </a:ext>
                </a:extLst>
              </p14:cNvPr>
              <p14:cNvContentPartPr/>
              <p14:nvPr/>
            </p14:nvContentPartPr>
            <p14:xfrm>
              <a:off x="4267080" y="1881524"/>
              <a:ext cx="118440" cy="381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1A8651B-FBBD-D1D6-D24A-A9D92F7A63F8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258080" y="1872884"/>
                <a:ext cx="13608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5E2242F-F570-6CA2-A47E-1E487C8202D8}"/>
                  </a:ext>
                </a:extLst>
              </p14:cNvPr>
              <p14:cNvContentPartPr/>
              <p14:nvPr/>
            </p14:nvContentPartPr>
            <p14:xfrm>
              <a:off x="4407120" y="1938404"/>
              <a:ext cx="142920" cy="1011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5E2242F-F570-6CA2-A47E-1E487C8202D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398120" y="1929404"/>
                <a:ext cx="16056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F528B064-ABA4-CF8B-3B3E-43CA5978A8B2}"/>
                  </a:ext>
                </a:extLst>
              </p14:cNvPr>
              <p14:cNvContentPartPr/>
              <p14:nvPr/>
            </p14:nvContentPartPr>
            <p14:xfrm>
              <a:off x="4453200" y="1946324"/>
              <a:ext cx="230040" cy="3517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F528B064-ABA4-CF8B-3B3E-43CA5978A8B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444560" y="1937684"/>
                <a:ext cx="247680" cy="36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4000CB92-4337-03A2-CB49-C3744D57D93A}"/>
                  </a:ext>
                </a:extLst>
              </p14:cNvPr>
              <p14:cNvContentPartPr/>
              <p14:nvPr/>
            </p14:nvContentPartPr>
            <p14:xfrm>
              <a:off x="1515600" y="2231804"/>
              <a:ext cx="113400" cy="2901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4000CB92-4337-03A2-CB49-C3744D57D93A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506600" y="2222804"/>
                <a:ext cx="13104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A3F7028A-B4D4-604E-0FF8-DB40EE810BBF}"/>
                  </a:ext>
                </a:extLst>
              </p14:cNvPr>
              <p14:cNvContentPartPr/>
              <p14:nvPr/>
            </p14:nvContentPartPr>
            <p14:xfrm>
              <a:off x="1431360" y="2325044"/>
              <a:ext cx="485280" cy="1119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A3F7028A-B4D4-604E-0FF8-DB40EE810BB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422360" y="2316404"/>
                <a:ext cx="50292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042FD9FB-BD03-9CD5-6205-B0240A04CF79}"/>
                  </a:ext>
                </a:extLst>
              </p14:cNvPr>
              <p14:cNvContentPartPr/>
              <p14:nvPr/>
            </p14:nvContentPartPr>
            <p14:xfrm>
              <a:off x="1965240" y="2353844"/>
              <a:ext cx="77400" cy="882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042FD9FB-BD03-9CD5-6205-B0240A04CF79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956600" y="2344844"/>
                <a:ext cx="9504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06E6A701-225D-EEAD-2BC7-0DA7B631B060}"/>
                  </a:ext>
                </a:extLst>
              </p14:cNvPr>
              <p14:cNvContentPartPr/>
              <p14:nvPr/>
            </p14:nvContentPartPr>
            <p14:xfrm>
              <a:off x="2093400" y="2345564"/>
              <a:ext cx="88920" cy="8424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06E6A701-225D-EEAD-2BC7-0DA7B631B060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084760" y="2336564"/>
                <a:ext cx="10656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D2F32B48-EF61-A108-E50D-4EE170605D5B}"/>
                  </a:ext>
                </a:extLst>
              </p14:cNvPr>
              <p14:cNvContentPartPr/>
              <p14:nvPr/>
            </p14:nvContentPartPr>
            <p14:xfrm>
              <a:off x="2204640" y="2342324"/>
              <a:ext cx="132480" cy="1306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D2F32B48-EF61-A108-E50D-4EE170605D5B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196000" y="2333684"/>
                <a:ext cx="15012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D19F31A1-2232-6E65-E71A-566967253B47}"/>
                  </a:ext>
                </a:extLst>
              </p14:cNvPr>
              <p14:cNvContentPartPr/>
              <p14:nvPr/>
            </p14:nvContentPartPr>
            <p14:xfrm>
              <a:off x="2379960" y="2250164"/>
              <a:ext cx="34200" cy="2113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D19F31A1-2232-6E65-E71A-566967253B47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371320" y="2241164"/>
                <a:ext cx="5184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8105D3C7-5B80-18F7-9FE5-139CA31E0A1D}"/>
                  </a:ext>
                </a:extLst>
              </p14:cNvPr>
              <p14:cNvContentPartPr/>
              <p14:nvPr/>
            </p14:nvContentPartPr>
            <p14:xfrm>
              <a:off x="2344320" y="2294084"/>
              <a:ext cx="102600" cy="4644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8105D3C7-5B80-18F7-9FE5-139CA31E0A1D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335320" y="2285444"/>
                <a:ext cx="12024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01A3E513-272D-CF14-B321-37591E704374}"/>
                  </a:ext>
                </a:extLst>
              </p14:cNvPr>
              <p14:cNvContentPartPr/>
              <p14:nvPr/>
            </p14:nvContentPartPr>
            <p14:xfrm>
              <a:off x="3810600" y="2218124"/>
              <a:ext cx="131760" cy="2782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01A3E513-272D-CF14-B321-37591E704374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801960" y="2209484"/>
                <a:ext cx="14940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BBA43690-DAE9-EB51-1678-E9B576DC17A8}"/>
                  </a:ext>
                </a:extLst>
              </p14:cNvPr>
              <p14:cNvContentPartPr/>
              <p14:nvPr/>
            </p14:nvContentPartPr>
            <p14:xfrm>
              <a:off x="3701520" y="2323604"/>
              <a:ext cx="554400" cy="1364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BBA43690-DAE9-EB51-1678-E9B576DC17A8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692520" y="2314964"/>
                <a:ext cx="57204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B4708CE6-7E79-83BB-0EAE-21C4B5D95E17}"/>
                  </a:ext>
                </a:extLst>
              </p14:cNvPr>
              <p14:cNvContentPartPr/>
              <p14:nvPr/>
            </p14:nvContentPartPr>
            <p14:xfrm>
              <a:off x="4284000" y="2388404"/>
              <a:ext cx="72720" cy="820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B4708CE6-7E79-83BB-0EAE-21C4B5D95E17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275000" y="2379764"/>
                <a:ext cx="9036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51DC76E7-E545-E713-7167-3DA68170BD43}"/>
                  </a:ext>
                </a:extLst>
              </p14:cNvPr>
              <p14:cNvContentPartPr/>
              <p14:nvPr/>
            </p14:nvContentPartPr>
            <p14:xfrm>
              <a:off x="4408920" y="2393084"/>
              <a:ext cx="280800" cy="1026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51DC76E7-E545-E713-7167-3DA68170BD43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399920" y="2384084"/>
                <a:ext cx="2984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96E84737-78AF-BAC2-8999-F0C9E40E5380}"/>
                  </a:ext>
                </a:extLst>
              </p14:cNvPr>
              <p14:cNvContentPartPr/>
              <p14:nvPr/>
            </p14:nvContentPartPr>
            <p14:xfrm>
              <a:off x="4768920" y="2317124"/>
              <a:ext cx="31320" cy="2088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96E84737-78AF-BAC2-8999-F0C9E40E5380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760280" y="2308484"/>
                <a:ext cx="4896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C3EB6A85-4DA9-0219-0310-BF80F1BB30FD}"/>
                  </a:ext>
                </a:extLst>
              </p14:cNvPr>
              <p14:cNvContentPartPr/>
              <p14:nvPr/>
            </p14:nvContentPartPr>
            <p14:xfrm>
              <a:off x="4737600" y="2368244"/>
              <a:ext cx="344520" cy="792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C3EB6A85-4DA9-0219-0310-BF80F1BB30FD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728600" y="2359604"/>
                <a:ext cx="36216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89DDC47D-44A6-ADA8-E56E-4D4E56407665}"/>
                  </a:ext>
                </a:extLst>
              </p14:cNvPr>
              <p14:cNvContentPartPr/>
              <p14:nvPr/>
            </p14:nvContentPartPr>
            <p14:xfrm>
              <a:off x="780840" y="1128404"/>
              <a:ext cx="5088600" cy="56476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89DDC47D-44A6-ADA8-E56E-4D4E56407665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72200" y="1119404"/>
                <a:ext cx="5106240" cy="56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F0BD9F2C-9B5E-61B4-2A35-CFA72B9CD025}"/>
                  </a:ext>
                </a:extLst>
              </p14:cNvPr>
              <p14:cNvContentPartPr/>
              <p14:nvPr/>
            </p14:nvContentPartPr>
            <p14:xfrm>
              <a:off x="2868840" y="1192484"/>
              <a:ext cx="240840" cy="55278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F0BD9F2C-9B5E-61B4-2A35-CFA72B9CD025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860200" y="1183844"/>
                <a:ext cx="258480" cy="55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4D0DB654-D8CC-BF68-9200-BC8D85E858A3}"/>
                  </a:ext>
                </a:extLst>
              </p14:cNvPr>
              <p14:cNvContentPartPr/>
              <p14:nvPr/>
            </p14:nvContentPartPr>
            <p14:xfrm>
              <a:off x="932400" y="2532404"/>
              <a:ext cx="4636080" cy="979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4D0DB654-D8CC-BF68-9200-BC8D85E858A3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923400" y="2523764"/>
                <a:ext cx="465372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FD7036E5-F049-D0C6-D648-B4D8CFC04D65}"/>
                  </a:ext>
                </a:extLst>
              </p14:cNvPr>
              <p14:cNvContentPartPr/>
              <p14:nvPr/>
            </p14:nvContentPartPr>
            <p14:xfrm>
              <a:off x="1613520" y="2759204"/>
              <a:ext cx="236520" cy="20700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FD7036E5-F049-D0C6-D648-B4D8CFC04D65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604520" y="2750564"/>
                <a:ext cx="25416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9FFC8983-F8DC-A793-2054-85647D598EE2}"/>
                  </a:ext>
                </a:extLst>
              </p14:cNvPr>
              <p14:cNvContentPartPr/>
              <p14:nvPr/>
            </p14:nvContentPartPr>
            <p14:xfrm>
              <a:off x="1894320" y="2817164"/>
              <a:ext cx="111960" cy="13464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9FFC8983-F8DC-A793-2054-85647D598EE2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885680" y="2808524"/>
                <a:ext cx="12960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75F8F87E-653F-522F-93C6-610B96F7006A}"/>
                  </a:ext>
                </a:extLst>
              </p14:cNvPr>
              <p14:cNvContentPartPr/>
              <p14:nvPr/>
            </p14:nvContentPartPr>
            <p14:xfrm>
              <a:off x="3829680" y="2725364"/>
              <a:ext cx="180000" cy="1908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75F8F87E-653F-522F-93C6-610B96F7006A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820680" y="2716724"/>
                <a:ext cx="19764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FAC0A52B-4B43-2347-DCDC-6F0D11C37BA0}"/>
                  </a:ext>
                </a:extLst>
              </p14:cNvPr>
              <p14:cNvContentPartPr/>
              <p14:nvPr/>
            </p14:nvContentPartPr>
            <p14:xfrm>
              <a:off x="4051800" y="2763524"/>
              <a:ext cx="93960" cy="1558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FAC0A52B-4B43-2347-DCDC-6F0D11C37BA0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043160" y="2754884"/>
                <a:ext cx="11160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4F942ABF-1EEC-5E30-C6C2-B342E9E41CC5}"/>
                  </a:ext>
                </a:extLst>
              </p14:cNvPr>
              <p14:cNvContentPartPr/>
              <p14:nvPr/>
            </p14:nvContentPartPr>
            <p14:xfrm>
              <a:off x="4081680" y="2732924"/>
              <a:ext cx="126360" cy="651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4F942ABF-1EEC-5E30-C6C2-B342E9E41CC5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073040" y="2724284"/>
                <a:ext cx="14400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7ECBB1E9-7D0F-4389-E043-031A78778912}"/>
                  </a:ext>
                </a:extLst>
              </p14:cNvPr>
              <p14:cNvContentPartPr/>
              <p14:nvPr/>
            </p14:nvContentPartPr>
            <p14:xfrm>
              <a:off x="1527480" y="3474524"/>
              <a:ext cx="42480" cy="1908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7ECBB1E9-7D0F-4389-E043-031A78778912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518480" y="3465884"/>
                <a:ext cx="6012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31C58433-A6AA-BDA5-046E-2241B3062385}"/>
                  </a:ext>
                </a:extLst>
              </p14:cNvPr>
              <p14:cNvContentPartPr/>
              <p14:nvPr/>
            </p14:nvContentPartPr>
            <p14:xfrm>
              <a:off x="1681560" y="3487124"/>
              <a:ext cx="137160" cy="17172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31C58433-A6AA-BDA5-046E-2241B3062385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672920" y="3478484"/>
                <a:ext cx="15480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84B558A3-2AB4-7E1B-E7AA-862BA284B87F}"/>
                  </a:ext>
                </a:extLst>
              </p14:cNvPr>
              <p14:cNvContentPartPr/>
              <p14:nvPr/>
            </p14:nvContentPartPr>
            <p14:xfrm>
              <a:off x="1891080" y="3521684"/>
              <a:ext cx="68400" cy="1483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84B558A3-2AB4-7E1B-E7AA-862BA284B87F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882440" y="3513044"/>
                <a:ext cx="8604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5F240A22-B17F-4C46-CDEE-7438E1C0814A}"/>
                  </a:ext>
                </a:extLst>
              </p14:cNvPr>
              <p14:cNvContentPartPr/>
              <p14:nvPr/>
            </p14:nvContentPartPr>
            <p14:xfrm>
              <a:off x="1900440" y="3465164"/>
              <a:ext cx="141120" cy="7344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5F240A22-B17F-4C46-CDEE-7438E1C0814A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891800" y="3456524"/>
                <a:ext cx="15876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B07C2D59-77EF-1979-3C3D-C24E0ADD8846}"/>
                  </a:ext>
                </a:extLst>
              </p14:cNvPr>
              <p14:cNvContentPartPr/>
              <p14:nvPr/>
            </p14:nvContentPartPr>
            <p14:xfrm>
              <a:off x="3746520" y="3428804"/>
              <a:ext cx="9720" cy="18720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B07C2D59-77EF-1979-3C3D-C24E0ADD8846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3737520" y="3419804"/>
                <a:ext cx="2736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701EF9F5-167B-8188-173D-7D5FB7CC28D0}"/>
                  </a:ext>
                </a:extLst>
              </p14:cNvPr>
              <p14:cNvContentPartPr/>
              <p14:nvPr/>
            </p14:nvContentPartPr>
            <p14:xfrm>
              <a:off x="3908880" y="3402164"/>
              <a:ext cx="141840" cy="410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701EF9F5-167B-8188-173D-7D5FB7CC28D0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3899880" y="3393524"/>
                <a:ext cx="15948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88E13FE1-7BA3-70A6-450F-884F6FBB0663}"/>
                  </a:ext>
                </a:extLst>
              </p14:cNvPr>
              <p14:cNvContentPartPr/>
              <p14:nvPr/>
            </p14:nvContentPartPr>
            <p14:xfrm>
              <a:off x="3891240" y="3463004"/>
              <a:ext cx="156240" cy="1836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88E13FE1-7BA3-70A6-450F-884F6FBB0663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882600" y="3454004"/>
                <a:ext cx="17388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72D2F05A-E9DE-683C-7387-C6122ABAFD2B}"/>
                  </a:ext>
                </a:extLst>
              </p14:cNvPr>
              <p14:cNvContentPartPr/>
              <p14:nvPr/>
            </p14:nvContentPartPr>
            <p14:xfrm>
              <a:off x="4147560" y="3464804"/>
              <a:ext cx="106560" cy="13608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72D2F05A-E9DE-683C-7387-C6122ABAFD2B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4138560" y="3455804"/>
                <a:ext cx="12420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71B0E26E-90B8-88EF-8DA5-2E38D3DCEF9C}"/>
                  </a:ext>
                </a:extLst>
              </p14:cNvPr>
              <p14:cNvContentPartPr/>
              <p14:nvPr/>
            </p14:nvContentPartPr>
            <p14:xfrm>
              <a:off x="1477800" y="4068884"/>
              <a:ext cx="137880" cy="20880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71B0E26E-90B8-88EF-8DA5-2E38D3DCEF9C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468800" y="4060244"/>
                <a:ext cx="15552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3A0E0E5A-9746-1A33-3671-E95040426AB6}"/>
                  </a:ext>
                </a:extLst>
              </p14:cNvPr>
              <p14:cNvContentPartPr/>
              <p14:nvPr/>
            </p14:nvContentPartPr>
            <p14:xfrm>
              <a:off x="1506960" y="4189844"/>
              <a:ext cx="205560" cy="493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3A0E0E5A-9746-1A33-3671-E95040426AB6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497960" y="4180844"/>
                <a:ext cx="22320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F06712E6-F919-F1E3-F807-7FF143F96FDB}"/>
                  </a:ext>
                </a:extLst>
              </p14:cNvPr>
              <p14:cNvContentPartPr/>
              <p14:nvPr/>
            </p14:nvContentPartPr>
            <p14:xfrm>
              <a:off x="1795680" y="4111004"/>
              <a:ext cx="82800" cy="14112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F06712E6-F919-F1E3-F807-7FF143F96FDB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786680" y="4102004"/>
                <a:ext cx="10044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501CBF7F-4D9E-111B-F25C-3DDB2156E8D1}"/>
                  </a:ext>
                </a:extLst>
              </p14:cNvPr>
              <p14:cNvContentPartPr/>
              <p14:nvPr/>
            </p14:nvContentPartPr>
            <p14:xfrm>
              <a:off x="1811520" y="4055924"/>
              <a:ext cx="169560" cy="6444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501CBF7F-4D9E-111B-F25C-3DDB2156E8D1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802520" y="4046924"/>
                <a:ext cx="18720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3F22FDC4-3418-0051-A969-A4B783B225CD}"/>
                  </a:ext>
                </a:extLst>
              </p14:cNvPr>
              <p14:cNvContentPartPr/>
              <p14:nvPr/>
            </p14:nvContentPartPr>
            <p14:xfrm>
              <a:off x="3858480" y="3972404"/>
              <a:ext cx="122400" cy="1587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3F22FDC4-3418-0051-A969-A4B783B225CD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849840" y="3963404"/>
                <a:ext cx="14004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15F477AA-7692-844E-1BDE-AD533D629421}"/>
                  </a:ext>
                </a:extLst>
              </p14:cNvPr>
              <p14:cNvContentPartPr/>
              <p14:nvPr/>
            </p14:nvContentPartPr>
            <p14:xfrm>
              <a:off x="3879360" y="3964124"/>
              <a:ext cx="205920" cy="3744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15F477AA-7692-844E-1BDE-AD533D629421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3870360" y="3955484"/>
                <a:ext cx="22356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06DA9238-25D1-401D-173E-0DB77B102C24}"/>
                  </a:ext>
                </a:extLst>
              </p14:cNvPr>
              <p14:cNvContentPartPr/>
              <p14:nvPr/>
            </p14:nvContentPartPr>
            <p14:xfrm>
              <a:off x="4104360" y="3996524"/>
              <a:ext cx="133200" cy="13752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06DA9238-25D1-401D-173E-0DB77B102C24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4095720" y="3987884"/>
                <a:ext cx="15084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4B44390D-6DA7-CD2C-B56D-15FBC87FDC3E}"/>
                  </a:ext>
                </a:extLst>
              </p14:cNvPr>
              <p14:cNvContentPartPr/>
              <p14:nvPr/>
            </p14:nvContentPartPr>
            <p14:xfrm>
              <a:off x="1392840" y="4792844"/>
              <a:ext cx="220320" cy="1983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4B44390D-6DA7-CD2C-B56D-15FBC87FDC3E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384200" y="4784204"/>
                <a:ext cx="2379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43F16795-8CFD-C569-2137-CF7C73D1E0F7}"/>
                  </a:ext>
                </a:extLst>
              </p14:cNvPr>
              <p14:cNvContentPartPr/>
              <p14:nvPr/>
            </p14:nvContentPartPr>
            <p14:xfrm>
              <a:off x="1636200" y="4798964"/>
              <a:ext cx="131040" cy="18252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43F16795-8CFD-C569-2137-CF7C73D1E0F7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627200" y="4789964"/>
                <a:ext cx="14868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00D76C03-CF59-79BB-E431-5637739C8A05}"/>
                  </a:ext>
                </a:extLst>
              </p14:cNvPr>
              <p14:cNvContentPartPr/>
              <p14:nvPr/>
            </p14:nvContentPartPr>
            <p14:xfrm>
              <a:off x="3810600" y="4617884"/>
              <a:ext cx="169920" cy="2019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00D76C03-CF59-79BB-E431-5637739C8A05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3801960" y="4608884"/>
                <a:ext cx="18756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95037C42-04EE-1866-703E-E108C6C7BB9E}"/>
                  </a:ext>
                </a:extLst>
              </p14:cNvPr>
              <p14:cNvContentPartPr/>
              <p14:nvPr/>
            </p14:nvContentPartPr>
            <p14:xfrm>
              <a:off x="4027680" y="4636964"/>
              <a:ext cx="83520" cy="1332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95037C42-04EE-1866-703E-E108C6C7BB9E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4018680" y="4627964"/>
                <a:ext cx="10116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B070114C-8FDA-692A-515D-304F9EE69DBB}"/>
                  </a:ext>
                </a:extLst>
              </p14:cNvPr>
              <p14:cNvContentPartPr/>
              <p14:nvPr/>
            </p14:nvContentPartPr>
            <p14:xfrm>
              <a:off x="1504080" y="5550644"/>
              <a:ext cx="96480" cy="18936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B070114C-8FDA-692A-515D-304F9EE69DBB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495440" y="5541644"/>
                <a:ext cx="11412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D07C123E-A638-F8BD-5514-2189E7A70429}"/>
                  </a:ext>
                </a:extLst>
              </p14:cNvPr>
              <p14:cNvContentPartPr/>
              <p14:nvPr/>
            </p14:nvContentPartPr>
            <p14:xfrm>
              <a:off x="1514880" y="5651804"/>
              <a:ext cx="183240" cy="3996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D07C123E-A638-F8BD-5514-2189E7A70429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505880" y="5642804"/>
                <a:ext cx="20088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0C2ECA1D-63AE-88D7-C247-75FEB0B5FE7A}"/>
                  </a:ext>
                </a:extLst>
              </p14:cNvPr>
              <p14:cNvContentPartPr/>
              <p14:nvPr/>
            </p14:nvContentPartPr>
            <p14:xfrm>
              <a:off x="1725120" y="5589524"/>
              <a:ext cx="133560" cy="13500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0C2ECA1D-63AE-88D7-C247-75FEB0B5FE7A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716480" y="5580884"/>
                <a:ext cx="15120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82C81122-C6B0-E9EF-B9D2-7417E03EC60A}"/>
                  </a:ext>
                </a:extLst>
              </p14:cNvPr>
              <p14:cNvContentPartPr/>
              <p14:nvPr/>
            </p14:nvContentPartPr>
            <p14:xfrm>
              <a:off x="3821400" y="5326004"/>
              <a:ext cx="160920" cy="19944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82C81122-C6B0-E9EF-B9D2-7417E03EC60A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3812400" y="5317364"/>
                <a:ext cx="17856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F0C41513-2F8F-E6A9-3DE1-CF7CEB9292C2}"/>
                  </a:ext>
                </a:extLst>
              </p14:cNvPr>
              <p14:cNvContentPartPr/>
              <p14:nvPr/>
            </p14:nvContentPartPr>
            <p14:xfrm>
              <a:off x="4077000" y="5324204"/>
              <a:ext cx="213480" cy="20088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F0C41513-2F8F-E6A9-3DE1-CF7CEB9292C2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4068360" y="5315204"/>
                <a:ext cx="23112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BAB8C0F7-0B40-FB8D-2FB2-2C4276FB9D51}"/>
                  </a:ext>
                </a:extLst>
              </p14:cNvPr>
              <p14:cNvContentPartPr/>
              <p14:nvPr/>
            </p14:nvContentPartPr>
            <p14:xfrm>
              <a:off x="340560" y="6198644"/>
              <a:ext cx="69120" cy="14040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BAB8C0F7-0B40-FB8D-2FB2-2C4276FB9D51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331560" y="6189644"/>
                <a:ext cx="8676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47E39492-580A-8423-3FAC-2A77DE8EA52A}"/>
                  </a:ext>
                </a:extLst>
              </p14:cNvPr>
              <p14:cNvContentPartPr/>
              <p14:nvPr/>
            </p14:nvContentPartPr>
            <p14:xfrm>
              <a:off x="290880" y="6347324"/>
              <a:ext cx="271440" cy="2070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47E39492-580A-8423-3FAC-2A77DE8EA52A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281880" y="6338684"/>
                <a:ext cx="28908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A6301B0E-7FA8-EF63-81A5-77BDA9B5C9CF}"/>
                  </a:ext>
                </a:extLst>
              </p14:cNvPr>
              <p14:cNvContentPartPr/>
              <p14:nvPr/>
            </p14:nvContentPartPr>
            <p14:xfrm>
              <a:off x="1308600" y="6288644"/>
              <a:ext cx="37440" cy="20988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A6301B0E-7FA8-EF63-81A5-77BDA9B5C9CF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1299960" y="6279644"/>
                <a:ext cx="5508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55DEF9E6-1C23-9943-9E27-CC36E52B8812}"/>
                  </a:ext>
                </a:extLst>
              </p14:cNvPr>
              <p14:cNvContentPartPr/>
              <p14:nvPr/>
            </p14:nvContentPartPr>
            <p14:xfrm>
              <a:off x="1468440" y="6299804"/>
              <a:ext cx="156600" cy="25128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55DEF9E6-1C23-9943-9E27-CC36E52B8812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1459440" y="6291164"/>
                <a:ext cx="17424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F091674E-2E00-703C-6886-03F4B28F04C4}"/>
                  </a:ext>
                </a:extLst>
              </p14:cNvPr>
              <p14:cNvContentPartPr/>
              <p14:nvPr/>
            </p14:nvContentPartPr>
            <p14:xfrm>
              <a:off x="1701000" y="6359924"/>
              <a:ext cx="92520" cy="12564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F091674E-2E00-703C-6886-03F4B28F04C4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692000" y="6350924"/>
                <a:ext cx="11016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792AE705-2C27-56F0-5765-9DD1D9AA19C7}"/>
                  </a:ext>
                </a:extLst>
              </p14:cNvPr>
              <p14:cNvContentPartPr/>
              <p14:nvPr/>
            </p14:nvContentPartPr>
            <p14:xfrm>
              <a:off x="3774960" y="6181724"/>
              <a:ext cx="14040" cy="24156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792AE705-2C27-56F0-5765-9DD1D9AA19C7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3766320" y="6172724"/>
                <a:ext cx="3168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23BEDB8D-2384-BC17-972B-C2F78FBBB517}"/>
                  </a:ext>
                </a:extLst>
              </p14:cNvPr>
              <p14:cNvContentPartPr/>
              <p14:nvPr/>
            </p14:nvContentPartPr>
            <p14:xfrm>
              <a:off x="3921480" y="6213764"/>
              <a:ext cx="135720" cy="19800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23BEDB8D-2384-BC17-972B-C2F78FBBB517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3912480" y="6204764"/>
                <a:ext cx="15336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2DC8A51F-3DFF-1695-A8BC-F501FF887146}"/>
                  </a:ext>
                </a:extLst>
              </p14:cNvPr>
              <p14:cNvContentPartPr/>
              <p14:nvPr/>
            </p14:nvContentPartPr>
            <p14:xfrm>
              <a:off x="4099680" y="6234644"/>
              <a:ext cx="121680" cy="16344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2DC8A51F-3DFF-1695-A8BC-F501FF887146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4091040" y="6226004"/>
                <a:ext cx="13932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7431D8B7-80EB-70AA-693A-A279176D8755}"/>
                  </a:ext>
                </a:extLst>
              </p14:cNvPr>
              <p14:cNvContentPartPr/>
              <p14:nvPr/>
            </p14:nvContentPartPr>
            <p14:xfrm>
              <a:off x="4116600" y="6177404"/>
              <a:ext cx="180720" cy="8208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7431D8B7-80EB-70AA-693A-A279176D8755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4107960" y="6168404"/>
                <a:ext cx="19836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A593EB74-B747-5F92-5297-A4D0C03C7F08}"/>
                  </a:ext>
                </a:extLst>
              </p14:cNvPr>
              <p14:cNvContentPartPr/>
              <p14:nvPr/>
            </p14:nvContentPartPr>
            <p14:xfrm>
              <a:off x="1692000" y="910604"/>
              <a:ext cx="217080" cy="15408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A593EB74-B747-5F92-5297-A4D0C03C7F08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683000" y="901604"/>
                <a:ext cx="23472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75962C63-BC9F-970E-A076-2D66925A37A5}"/>
                  </a:ext>
                </a:extLst>
              </p14:cNvPr>
              <p14:cNvContentPartPr/>
              <p14:nvPr/>
            </p14:nvContentPartPr>
            <p14:xfrm>
              <a:off x="1926360" y="960284"/>
              <a:ext cx="33840" cy="13968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75962C63-BC9F-970E-A076-2D66925A37A5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1917720" y="951644"/>
                <a:ext cx="5148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E7D02F31-91E5-FB9A-9F5B-6C9F035325DA}"/>
                  </a:ext>
                </a:extLst>
              </p14:cNvPr>
              <p14:cNvContentPartPr/>
              <p14:nvPr/>
            </p14:nvContentPartPr>
            <p14:xfrm>
              <a:off x="4016160" y="917444"/>
              <a:ext cx="180720" cy="12276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E7D02F31-91E5-FB9A-9F5B-6C9F035325DA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4007520" y="908804"/>
                <a:ext cx="19836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79B785AB-661B-1D82-7C26-5813DEFE1721}"/>
                  </a:ext>
                </a:extLst>
              </p14:cNvPr>
              <p14:cNvContentPartPr/>
              <p14:nvPr/>
            </p14:nvContentPartPr>
            <p14:xfrm>
              <a:off x="4227840" y="1007084"/>
              <a:ext cx="122400" cy="11520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79B785AB-661B-1D82-7C26-5813DEFE1721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4219200" y="998444"/>
                <a:ext cx="14004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7B9FF688-6291-FE6D-4B6B-17106184D085}"/>
                  </a:ext>
                </a:extLst>
              </p14:cNvPr>
              <p14:cNvContentPartPr/>
              <p14:nvPr/>
            </p14:nvContentPartPr>
            <p14:xfrm>
              <a:off x="420840" y="2884844"/>
              <a:ext cx="52560" cy="10368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7B9FF688-6291-FE6D-4B6B-17106184D085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412200" y="2876204"/>
                <a:ext cx="7020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F7FB8817-C552-3687-6BC4-403C4896EA63}"/>
                  </a:ext>
                </a:extLst>
              </p14:cNvPr>
              <p14:cNvContentPartPr/>
              <p14:nvPr/>
            </p14:nvContentPartPr>
            <p14:xfrm>
              <a:off x="537840" y="2910764"/>
              <a:ext cx="25560" cy="8172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F7FB8817-C552-3687-6BC4-403C4896EA63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528840" y="2902124"/>
                <a:ext cx="4320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25961643-6150-B33A-F325-EEFDC393F75E}"/>
                  </a:ext>
                </a:extLst>
              </p14:cNvPr>
              <p14:cNvContentPartPr/>
              <p14:nvPr/>
            </p14:nvContentPartPr>
            <p14:xfrm>
              <a:off x="481680" y="2940284"/>
              <a:ext cx="80280" cy="15264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25961643-6150-B33A-F325-EEFDC393F75E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472680" y="2931644"/>
                <a:ext cx="9792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D4485911-1134-E5B2-9688-C0ACF160FFB9}"/>
                  </a:ext>
                </a:extLst>
              </p14:cNvPr>
              <p14:cNvContentPartPr/>
              <p14:nvPr/>
            </p14:nvContentPartPr>
            <p14:xfrm>
              <a:off x="708480" y="2871524"/>
              <a:ext cx="2520" cy="11772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D4485911-1134-E5B2-9688-C0ACF160FFB9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99840" y="2862524"/>
                <a:ext cx="2016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0B32719E-2E83-341B-8243-3FA19B3B692D}"/>
                  </a:ext>
                </a:extLst>
              </p14:cNvPr>
              <p14:cNvContentPartPr/>
              <p14:nvPr/>
            </p14:nvContentPartPr>
            <p14:xfrm>
              <a:off x="353160" y="3493604"/>
              <a:ext cx="108720" cy="11808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0B32719E-2E83-341B-8243-3FA19B3B692D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344520" y="3484964"/>
                <a:ext cx="12636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33FA4834-80CB-A3E5-4636-65CB6B5B1A97}"/>
                  </a:ext>
                </a:extLst>
              </p14:cNvPr>
              <p14:cNvContentPartPr/>
              <p14:nvPr/>
            </p14:nvContentPartPr>
            <p14:xfrm>
              <a:off x="348120" y="3637244"/>
              <a:ext cx="161280" cy="12816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33FA4834-80CB-A3E5-4636-65CB6B5B1A97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339120" y="3628244"/>
                <a:ext cx="17892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A8F41FFD-ED11-9632-A9BE-913FD27E3061}"/>
                  </a:ext>
                </a:extLst>
              </p14:cNvPr>
              <p14:cNvContentPartPr/>
              <p14:nvPr/>
            </p14:nvContentPartPr>
            <p14:xfrm>
              <a:off x="444240" y="3696284"/>
              <a:ext cx="131760" cy="13104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A8F41FFD-ED11-9632-A9BE-913FD27E3061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435240" y="3687284"/>
                <a:ext cx="14940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39945822-76D4-E365-EE57-FC900784A997}"/>
                  </a:ext>
                </a:extLst>
              </p14:cNvPr>
              <p14:cNvContentPartPr/>
              <p14:nvPr/>
            </p14:nvContentPartPr>
            <p14:xfrm>
              <a:off x="673200" y="3648404"/>
              <a:ext cx="122040" cy="15012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39945822-76D4-E365-EE57-FC900784A997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664200" y="3639404"/>
                <a:ext cx="13968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80F7387C-EA74-8E85-FA53-8630B7FCC79B}"/>
                  </a:ext>
                </a:extLst>
              </p14:cNvPr>
              <p14:cNvContentPartPr/>
              <p14:nvPr/>
            </p14:nvContentPartPr>
            <p14:xfrm>
              <a:off x="360000" y="4139804"/>
              <a:ext cx="136080" cy="12312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80F7387C-EA74-8E85-FA53-8630B7FCC79B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351000" y="4130804"/>
                <a:ext cx="15372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1D75EAF8-20F5-5855-067D-B1D7D4FF54B2}"/>
                  </a:ext>
                </a:extLst>
              </p14:cNvPr>
              <p14:cNvContentPartPr/>
              <p14:nvPr/>
            </p14:nvContentPartPr>
            <p14:xfrm>
              <a:off x="368640" y="4212164"/>
              <a:ext cx="154440" cy="15768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1D75EAF8-20F5-5855-067D-B1D7D4FF54B2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360000" y="4203164"/>
                <a:ext cx="17208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0A355D55-F410-B350-745B-53D6EAB02739}"/>
                  </a:ext>
                </a:extLst>
              </p14:cNvPr>
              <p14:cNvContentPartPr/>
              <p14:nvPr/>
            </p14:nvContentPartPr>
            <p14:xfrm>
              <a:off x="400680" y="4329884"/>
              <a:ext cx="133560" cy="15876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0A355D55-F410-B350-745B-53D6EAB02739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392040" y="4321244"/>
                <a:ext cx="15120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A8D30887-CF67-6DE5-B19F-E5E9E4848BF3}"/>
                  </a:ext>
                </a:extLst>
              </p14:cNvPr>
              <p14:cNvContentPartPr/>
              <p14:nvPr/>
            </p14:nvContentPartPr>
            <p14:xfrm>
              <a:off x="641520" y="4227284"/>
              <a:ext cx="93960" cy="15696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A8D30887-CF67-6DE5-B19F-E5E9E4848BF3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632520" y="4218644"/>
                <a:ext cx="11160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5A9CC270-656D-EC46-C5AF-FD651D2FF84A}"/>
                  </a:ext>
                </a:extLst>
              </p14:cNvPr>
              <p14:cNvContentPartPr/>
              <p14:nvPr/>
            </p14:nvContentPartPr>
            <p14:xfrm>
              <a:off x="357120" y="4817684"/>
              <a:ext cx="153000" cy="12060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5A9CC270-656D-EC46-C5AF-FD651D2FF84A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348480" y="4809044"/>
                <a:ext cx="17064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1120B791-7DFA-006E-BBE6-16537A0BFB7D}"/>
                  </a:ext>
                </a:extLst>
              </p14:cNvPr>
              <p14:cNvContentPartPr/>
              <p14:nvPr/>
            </p14:nvContentPartPr>
            <p14:xfrm>
              <a:off x="365040" y="4913804"/>
              <a:ext cx="225000" cy="26964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1120B791-7DFA-006E-BBE6-16537A0BFB7D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356040" y="4904804"/>
                <a:ext cx="24264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CE9CF954-A68A-A3BB-4A27-D8FCC652452E}"/>
                  </a:ext>
                </a:extLst>
              </p14:cNvPr>
              <p14:cNvContentPartPr/>
              <p14:nvPr/>
            </p14:nvContentPartPr>
            <p14:xfrm>
              <a:off x="618840" y="4917764"/>
              <a:ext cx="96120" cy="19224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CE9CF954-A68A-A3BB-4A27-D8FCC652452E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609840" y="4909124"/>
                <a:ext cx="11376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9669AF18-427F-2A6B-7242-BEA77725BD40}"/>
                  </a:ext>
                </a:extLst>
              </p14:cNvPr>
              <p14:cNvContentPartPr/>
              <p14:nvPr/>
            </p14:nvContentPartPr>
            <p14:xfrm>
              <a:off x="374760" y="5499164"/>
              <a:ext cx="114480" cy="13500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9669AF18-427F-2A6B-7242-BEA77725BD40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366120" y="5490524"/>
                <a:ext cx="13212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D1C5702E-FCCD-C537-E8CC-D5DD24CCC70E}"/>
                  </a:ext>
                </a:extLst>
              </p14:cNvPr>
              <p14:cNvContentPartPr/>
              <p14:nvPr/>
            </p14:nvContentPartPr>
            <p14:xfrm>
              <a:off x="380520" y="5605724"/>
              <a:ext cx="59400" cy="12096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D1C5702E-FCCD-C537-E8CC-D5DD24CCC70E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371880" y="5597084"/>
                <a:ext cx="7704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91A1A72C-464D-11EC-914F-A0B0705F3A7F}"/>
                  </a:ext>
                </a:extLst>
              </p14:cNvPr>
              <p14:cNvContentPartPr/>
              <p14:nvPr/>
            </p14:nvContentPartPr>
            <p14:xfrm>
              <a:off x="408240" y="5672324"/>
              <a:ext cx="155880" cy="17424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91A1A72C-464D-11EC-914F-A0B0705F3A7F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399240" y="5663684"/>
                <a:ext cx="17352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9D1F805B-152E-725E-F2F5-B2863C1B4801}"/>
                  </a:ext>
                </a:extLst>
              </p14:cNvPr>
              <p14:cNvContentPartPr/>
              <p14:nvPr/>
            </p14:nvContentPartPr>
            <p14:xfrm>
              <a:off x="594000" y="5647124"/>
              <a:ext cx="61560" cy="11232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9D1F805B-152E-725E-F2F5-B2863C1B4801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585360" y="5638124"/>
                <a:ext cx="7920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A32C5993-6807-065B-0A4D-A39DD7ABC2A6}"/>
                  </a:ext>
                </a:extLst>
              </p14:cNvPr>
              <p14:cNvContentPartPr/>
              <p14:nvPr/>
            </p14:nvContentPartPr>
            <p14:xfrm>
              <a:off x="648360" y="5562164"/>
              <a:ext cx="76320" cy="7416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A32C5993-6807-065B-0A4D-A39DD7ABC2A6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639360" y="5553524"/>
                <a:ext cx="9396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D894748F-7FBD-4EA6-88C0-C8146C58FE5A}"/>
                  </a:ext>
                </a:extLst>
              </p14:cNvPr>
              <p14:cNvContentPartPr/>
              <p14:nvPr/>
            </p14:nvContentPartPr>
            <p14:xfrm>
              <a:off x="605520" y="6342644"/>
              <a:ext cx="70200" cy="14580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D894748F-7FBD-4EA6-88C0-C8146C58FE5A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596880" y="6334004"/>
                <a:ext cx="87840" cy="16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1" name="Group 150">
            <a:extLst>
              <a:ext uri="{FF2B5EF4-FFF2-40B4-BE49-F238E27FC236}">
                <a16:creationId xmlns:a16="http://schemas.microsoft.com/office/drawing/2014/main" id="{44104D46-0702-DA08-2ED3-C1B76712F461}"/>
              </a:ext>
            </a:extLst>
          </p:cNvPr>
          <p:cNvGrpSpPr/>
          <p:nvPr/>
        </p:nvGrpSpPr>
        <p:grpSpPr>
          <a:xfrm>
            <a:off x="5464440" y="962444"/>
            <a:ext cx="2610000" cy="5692680"/>
            <a:chOff x="5464440" y="962444"/>
            <a:chExt cx="2610000" cy="569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CD03E67-74DD-2ECD-343A-DFB64855D5F4}"/>
                    </a:ext>
                  </a:extLst>
                </p14:cNvPr>
                <p14:cNvContentPartPr/>
                <p14:nvPr/>
              </p14:nvContentPartPr>
              <p14:xfrm>
                <a:off x="6000840" y="1431524"/>
                <a:ext cx="171360" cy="2840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CD03E67-74DD-2ECD-343A-DFB64855D5F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992200" y="1422524"/>
                  <a:ext cx="18900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95C8D0B-3C72-1395-2452-950BC400C972}"/>
                    </a:ext>
                  </a:extLst>
                </p14:cNvPr>
                <p14:cNvContentPartPr/>
                <p14:nvPr/>
              </p14:nvContentPartPr>
              <p14:xfrm>
                <a:off x="6211800" y="1543484"/>
                <a:ext cx="286200" cy="1123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95C8D0B-3C72-1395-2452-950BC400C972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202800" y="1534844"/>
                  <a:ext cx="3038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C9BA05D-4FBF-1A3E-D4A1-EC175F127D9F}"/>
                    </a:ext>
                  </a:extLst>
                </p14:cNvPr>
                <p14:cNvContentPartPr/>
                <p14:nvPr/>
              </p14:nvContentPartPr>
              <p14:xfrm>
                <a:off x="6510600" y="1497764"/>
                <a:ext cx="102240" cy="1112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C9BA05D-4FBF-1A3E-D4A1-EC175F127D9F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501960" y="1489124"/>
                  <a:ext cx="1198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91ADF00-BCC3-8200-B662-D2BDFBD5DA82}"/>
                    </a:ext>
                  </a:extLst>
                </p14:cNvPr>
                <p14:cNvContentPartPr/>
                <p14:nvPr/>
              </p14:nvContentPartPr>
              <p14:xfrm>
                <a:off x="6654600" y="1436564"/>
                <a:ext cx="44280" cy="1933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91ADF00-BCC3-8200-B662-D2BDFBD5DA8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645960" y="1427924"/>
                  <a:ext cx="619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CDAC50C-06CC-1880-A3CA-09EB20762828}"/>
                    </a:ext>
                  </a:extLst>
                </p14:cNvPr>
                <p14:cNvContentPartPr/>
                <p14:nvPr/>
              </p14:nvContentPartPr>
              <p14:xfrm>
                <a:off x="6634080" y="1503884"/>
                <a:ext cx="84600" cy="522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CDAC50C-06CC-1880-A3CA-09EB20762828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625080" y="1494884"/>
                  <a:ext cx="1022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121297B-9001-3CD1-A740-9F5A5C4F244D}"/>
                    </a:ext>
                  </a:extLst>
                </p14:cNvPr>
                <p14:cNvContentPartPr/>
                <p14:nvPr/>
              </p14:nvContentPartPr>
              <p14:xfrm>
                <a:off x="6735240" y="1475084"/>
                <a:ext cx="122760" cy="115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121297B-9001-3CD1-A740-9F5A5C4F244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726600" y="1466444"/>
                  <a:ext cx="1404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112C4EB-8674-0AA3-C98F-141A265781AA}"/>
                    </a:ext>
                  </a:extLst>
                </p14:cNvPr>
                <p14:cNvContentPartPr/>
                <p14:nvPr/>
              </p14:nvContentPartPr>
              <p14:xfrm>
                <a:off x="6950520" y="1413884"/>
                <a:ext cx="149760" cy="2350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112C4EB-8674-0AA3-C98F-141A265781A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941880" y="1405244"/>
                  <a:ext cx="1674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2B215E0-DE8F-717D-DA8E-0EC5E28A6D18}"/>
                    </a:ext>
                  </a:extLst>
                </p14:cNvPr>
                <p14:cNvContentPartPr/>
                <p14:nvPr/>
              </p14:nvContentPartPr>
              <p14:xfrm>
                <a:off x="5923080" y="1837964"/>
                <a:ext cx="199080" cy="2066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2B215E0-DE8F-717D-DA8E-0EC5E28A6D1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914440" y="1829324"/>
                  <a:ext cx="2167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06D5ECB-8CB2-532F-C86A-C758E0AF98A4}"/>
                    </a:ext>
                  </a:extLst>
                </p14:cNvPr>
                <p14:cNvContentPartPr/>
                <p14:nvPr/>
              </p14:nvContentPartPr>
              <p14:xfrm>
                <a:off x="6143040" y="1894844"/>
                <a:ext cx="24840" cy="2019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06D5ECB-8CB2-532F-C86A-C758E0AF98A4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134400" y="1885844"/>
                  <a:ext cx="424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87E3C2F-7646-9E5F-9D35-DDBCA842C73B}"/>
                    </a:ext>
                  </a:extLst>
                </p14:cNvPr>
                <p14:cNvContentPartPr/>
                <p14:nvPr/>
              </p14:nvContentPartPr>
              <p14:xfrm>
                <a:off x="6145560" y="1901324"/>
                <a:ext cx="76320" cy="1126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87E3C2F-7646-9E5F-9D35-DDBCA842C73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136920" y="1892324"/>
                  <a:ext cx="939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1CAAF90-3590-B1DF-4AE2-155CBEF1E7C9}"/>
                    </a:ext>
                  </a:extLst>
                </p14:cNvPr>
                <p14:cNvContentPartPr/>
                <p14:nvPr/>
              </p14:nvContentPartPr>
              <p14:xfrm>
                <a:off x="6218640" y="1855244"/>
                <a:ext cx="535320" cy="1522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1CAAF90-3590-B1DF-4AE2-155CBEF1E7C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209640" y="1846604"/>
                  <a:ext cx="5529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1D157D3-D033-F0ED-45DE-6CEAEEE95225}"/>
                    </a:ext>
                  </a:extLst>
                </p14:cNvPr>
                <p14:cNvContentPartPr/>
                <p14:nvPr/>
              </p14:nvContentPartPr>
              <p14:xfrm>
                <a:off x="6737400" y="1847684"/>
                <a:ext cx="320760" cy="2617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1D157D3-D033-F0ED-45DE-6CEAEEE95225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728760" y="1839044"/>
                  <a:ext cx="3384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A5CAADA-94CA-64E4-3910-F504819B518C}"/>
                    </a:ext>
                  </a:extLst>
                </p14:cNvPr>
                <p14:cNvContentPartPr/>
                <p14:nvPr/>
              </p14:nvContentPartPr>
              <p14:xfrm>
                <a:off x="6226200" y="2194004"/>
                <a:ext cx="133920" cy="2343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A5CAADA-94CA-64E4-3910-F504819B518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217200" y="2185364"/>
                  <a:ext cx="1515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25F50CE-8A1C-5F85-B973-5CA398E64AD9}"/>
                    </a:ext>
                  </a:extLst>
                </p14:cNvPr>
                <p14:cNvContentPartPr/>
                <p14:nvPr/>
              </p14:nvContentPartPr>
              <p14:xfrm>
                <a:off x="6129720" y="2256644"/>
                <a:ext cx="546840" cy="1310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25F50CE-8A1C-5F85-B973-5CA398E64AD9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120720" y="2247644"/>
                  <a:ext cx="5644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6A934EE-8D7B-CF6B-D613-B3DDB3F0271A}"/>
                    </a:ext>
                  </a:extLst>
                </p14:cNvPr>
                <p14:cNvContentPartPr/>
                <p14:nvPr/>
              </p14:nvContentPartPr>
              <p14:xfrm>
                <a:off x="6688080" y="2289044"/>
                <a:ext cx="59400" cy="856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6A934EE-8D7B-CF6B-D613-B3DDB3F0271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679440" y="2280044"/>
                  <a:ext cx="770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7D043AA-A287-FA60-6A98-F96F13830A3F}"/>
                    </a:ext>
                  </a:extLst>
                </p14:cNvPr>
                <p14:cNvContentPartPr/>
                <p14:nvPr/>
              </p14:nvContentPartPr>
              <p14:xfrm>
                <a:off x="6784200" y="2205164"/>
                <a:ext cx="315000" cy="1746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7D043AA-A287-FA60-6A98-F96F13830A3F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775200" y="2196524"/>
                  <a:ext cx="3326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6CC3391-2807-C8E2-2C7E-0A790A687DB5}"/>
                    </a:ext>
                  </a:extLst>
                </p14:cNvPr>
                <p14:cNvContentPartPr/>
                <p14:nvPr/>
              </p14:nvContentPartPr>
              <p14:xfrm>
                <a:off x="7086240" y="2275364"/>
                <a:ext cx="65160" cy="385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6CC3391-2807-C8E2-2C7E-0A790A687DB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077600" y="2266364"/>
                  <a:ext cx="828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5374AC5-6815-953C-B7F0-A16BF59E432B}"/>
                    </a:ext>
                  </a:extLst>
                </p14:cNvPr>
                <p14:cNvContentPartPr/>
                <p14:nvPr/>
              </p14:nvContentPartPr>
              <p14:xfrm>
                <a:off x="5535000" y="1159724"/>
                <a:ext cx="2539440" cy="54954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5374AC5-6815-953C-B7F0-A16BF59E432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526000" y="1150724"/>
                  <a:ext cx="2557080" cy="55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5BBEB7B-4D5F-6DD9-59D8-1D37D82B10C1}"/>
                    </a:ext>
                  </a:extLst>
                </p14:cNvPr>
                <p14:cNvContentPartPr/>
                <p14:nvPr/>
              </p14:nvContentPartPr>
              <p14:xfrm>
                <a:off x="5464440" y="2489924"/>
                <a:ext cx="2076480" cy="1350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5BBEB7B-4D5F-6DD9-59D8-1D37D82B10C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455800" y="2480924"/>
                  <a:ext cx="20941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5D20029-DC57-AEFF-A5AE-14B4CEDA5E13}"/>
                    </a:ext>
                  </a:extLst>
                </p14:cNvPr>
                <p14:cNvContentPartPr/>
                <p14:nvPr/>
              </p14:nvContentPartPr>
              <p14:xfrm>
                <a:off x="6342480" y="962444"/>
                <a:ext cx="195840" cy="1206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5D20029-DC57-AEFF-A5AE-14B4CEDA5E13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333480" y="953444"/>
                  <a:ext cx="2134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9EA95E7-CA70-00B6-786A-742683D5A089}"/>
                    </a:ext>
                  </a:extLst>
                </p14:cNvPr>
                <p14:cNvContentPartPr/>
                <p14:nvPr/>
              </p14:nvContentPartPr>
              <p14:xfrm>
                <a:off x="6574680" y="1006364"/>
                <a:ext cx="100080" cy="1641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9EA95E7-CA70-00B6-786A-742683D5A089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566040" y="997724"/>
                  <a:ext cx="1177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AB5964D0-3B0E-4327-2CA1-0864092CCD5C}"/>
                    </a:ext>
                  </a:extLst>
                </p14:cNvPr>
                <p14:cNvContentPartPr/>
                <p14:nvPr/>
              </p14:nvContentPartPr>
              <p14:xfrm>
                <a:off x="6407640" y="2661644"/>
                <a:ext cx="172440" cy="2088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AB5964D0-3B0E-4327-2CA1-0864092CCD5C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399000" y="2653004"/>
                  <a:ext cx="1900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0425174-481C-10A9-0A9C-7B3D8553D432}"/>
                    </a:ext>
                  </a:extLst>
                </p14:cNvPr>
                <p14:cNvContentPartPr/>
                <p14:nvPr/>
              </p14:nvContentPartPr>
              <p14:xfrm>
                <a:off x="6633720" y="2721044"/>
                <a:ext cx="143640" cy="1796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0425174-481C-10A9-0A9C-7B3D8553D43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625080" y="2712404"/>
                  <a:ext cx="1612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5939965-0BF2-8596-D999-9E7B5678CB52}"/>
                    </a:ext>
                  </a:extLst>
                </p14:cNvPr>
                <p14:cNvContentPartPr/>
                <p14:nvPr/>
              </p14:nvContentPartPr>
              <p14:xfrm>
                <a:off x="6400800" y="3331964"/>
                <a:ext cx="33840" cy="1875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5939965-0BF2-8596-D999-9E7B5678CB5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391800" y="3323324"/>
                  <a:ext cx="514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0CDE436-D363-E5D1-45FB-FF07D00EEA80}"/>
                    </a:ext>
                  </a:extLst>
                </p14:cNvPr>
                <p14:cNvContentPartPr/>
                <p14:nvPr/>
              </p14:nvContentPartPr>
              <p14:xfrm>
                <a:off x="6527520" y="3366164"/>
                <a:ext cx="150480" cy="1598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0CDE436-D363-E5D1-45FB-FF07D00EEA80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518880" y="3357524"/>
                  <a:ext cx="1681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8331DF08-D87D-04C9-A8F9-1673F570C257}"/>
                    </a:ext>
                  </a:extLst>
                </p14:cNvPr>
                <p14:cNvContentPartPr/>
                <p14:nvPr/>
              </p14:nvContentPartPr>
              <p14:xfrm>
                <a:off x="6773400" y="3350324"/>
                <a:ext cx="127440" cy="1389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8331DF08-D87D-04C9-A8F9-1673F570C25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764400" y="3341684"/>
                  <a:ext cx="145080" cy="15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65C0FDDF-13E0-DF6D-36B1-32269E99377D}"/>
              </a:ext>
            </a:extLst>
          </p:cNvPr>
          <p:cNvGrpSpPr/>
          <p:nvPr/>
        </p:nvGrpSpPr>
        <p:grpSpPr>
          <a:xfrm>
            <a:off x="6510960" y="3813284"/>
            <a:ext cx="293040" cy="197640"/>
            <a:chOff x="6510960" y="3813284"/>
            <a:chExt cx="293040" cy="19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9D45517E-3A48-5025-5BDA-00A59F8B07B9}"/>
                    </a:ext>
                  </a:extLst>
                </p14:cNvPr>
                <p14:cNvContentPartPr/>
                <p14:nvPr/>
              </p14:nvContentPartPr>
              <p14:xfrm>
                <a:off x="6510960" y="3813284"/>
                <a:ext cx="122760" cy="1976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9D45517E-3A48-5025-5BDA-00A59F8B07B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501960" y="3804644"/>
                  <a:ext cx="1404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FD2E268-BAB5-5F3D-55EE-EC282D1DFE09}"/>
                    </a:ext>
                  </a:extLst>
                </p14:cNvPr>
                <p14:cNvContentPartPr/>
                <p14:nvPr/>
              </p14:nvContentPartPr>
              <p14:xfrm>
                <a:off x="6717600" y="3870524"/>
                <a:ext cx="86400" cy="1202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FD2E268-BAB5-5F3D-55EE-EC282D1DFE09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708600" y="3861884"/>
                  <a:ext cx="104040" cy="13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9FC3F9B1-0CD3-7DD2-83EC-298936255B76}"/>
              </a:ext>
            </a:extLst>
          </p:cNvPr>
          <p:cNvGrpSpPr/>
          <p:nvPr/>
        </p:nvGrpSpPr>
        <p:grpSpPr>
          <a:xfrm>
            <a:off x="6481800" y="4491524"/>
            <a:ext cx="307800" cy="239040"/>
            <a:chOff x="6481800" y="4491524"/>
            <a:chExt cx="30780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C5EF75A8-3CA7-AD45-059B-399B0B96FDD3}"/>
                    </a:ext>
                  </a:extLst>
                </p14:cNvPr>
                <p14:cNvContentPartPr/>
                <p14:nvPr/>
              </p14:nvContentPartPr>
              <p14:xfrm>
                <a:off x="6481800" y="4491524"/>
                <a:ext cx="153720" cy="2347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C5EF75A8-3CA7-AD45-059B-399B0B96FDD3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473160" y="4482524"/>
                  <a:ext cx="1713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5E5E273-297F-8747-944C-5598579C4ACC}"/>
                    </a:ext>
                  </a:extLst>
                </p14:cNvPr>
                <p14:cNvContentPartPr/>
                <p14:nvPr/>
              </p14:nvContentPartPr>
              <p14:xfrm>
                <a:off x="6758280" y="4587644"/>
                <a:ext cx="31320" cy="1429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5E5E273-297F-8747-944C-5598579C4ACC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749640" y="4578644"/>
                  <a:ext cx="48960" cy="16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5F54033D-1873-3318-2B0D-F02871737691}"/>
              </a:ext>
            </a:extLst>
          </p:cNvPr>
          <p:cNvGrpSpPr/>
          <p:nvPr/>
        </p:nvGrpSpPr>
        <p:grpSpPr>
          <a:xfrm>
            <a:off x="6442200" y="5049884"/>
            <a:ext cx="492120" cy="231120"/>
            <a:chOff x="6442200" y="5049884"/>
            <a:chExt cx="492120" cy="23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D4B4981-E10F-D57C-025E-4ACBA6362825}"/>
                    </a:ext>
                  </a:extLst>
                </p14:cNvPr>
                <p14:cNvContentPartPr/>
                <p14:nvPr/>
              </p14:nvContentPartPr>
              <p14:xfrm>
                <a:off x="6442200" y="5049884"/>
                <a:ext cx="162000" cy="2311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D4B4981-E10F-D57C-025E-4ACBA6362825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433200" y="5040884"/>
                  <a:ext cx="1796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6CE0C96-D62F-9AE7-EAC7-9B9EF3E71F3F}"/>
                    </a:ext>
                  </a:extLst>
                </p14:cNvPr>
                <p14:cNvContentPartPr/>
                <p14:nvPr/>
              </p14:nvContentPartPr>
              <p14:xfrm>
                <a:off x="6462360" y="5168324"/>
                <a:ext cx="191520" cy="244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6CE0C96-D62F-9AE7-EAC7-9B9EF3E71F3F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453360" y="5159324"/>
                  <a:ext cx="2091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1D2068CC-7045-144B-C13E-E899C6196237}"/>
                    </a:ext>
                  </a:extLst>
                </p14:cNvPr>
                <p14:cNvContentPartPr/>
                <p14:nvPr/>
              </p14:nvContentPartPr>
              <p14:xfrm>
                <a:off x="6720120" y="5115044"/>
                <a:ext cx="99720" cy="1652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1D2068CC-7045-144B-C13E-E899C6196237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711120" y="5106404"/>
                  <a:ext cx="1173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569CF61-D9D3-F824-5607-DCF3CE252476}"/>
                    </a:ext>
                  </a:extLst>
                </p14:cNvPr>
                <p14:cNvContentPartPr/>
                <p14:nvPr/>
              </p14:nvContentPartPr>
              <p14:xfrm>
                <a:off x="6779520" y="5088044"/>
                <a:ext cx="154800" cy="468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569CF61-D9D3-F824-5607-DCF3CE252476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770880" y="5079404"/>
                  <a:ext cx="172440" cy="6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29F8A3BC-C979-0B52-0DBA-CAE8397C8B94}"/>
              </a:ext>
            </a:extLst>
          </p:cNvPr>
          <p:cNvGrpSpPr/>
          <p:nvPr/>
        </p:nvGrpSpPr>
        <p:grpSpPr>
          <a:xfrm>
            <a:off x="6467400" y="6057524"/>
            <a:ext cx="664920" cy="346320"/>
            <a:chOff x="6467400" y="6057524"/>
            <a:chExt cx="664920" cy="34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0D5EFCEB-BA72-FE6C-E2D6-679A51C5E18A}"/>
                    </a:ext>
                  </a:extLst>
                </p14:cNvPr>
                <p14:cNvContentPartPr/>
                <p14:nvPr/>
              </p14:nvContentPartPr>
              <p14:xfrm>
                <a:off x="6467400" y="6057524"/>
                <a:ext cx="24840" cy="2289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0D5EFCEB-BA72-FE6C-E2D6-679A51C5E18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458400" y="6048884"/>
                  <a:ext cx="424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05B4D90-58DA-6879-F1F5-D77732998962}"/>
                    </a:ext>
                  </a:extLst>
                </p14:cNvPr>
                <p14:cNvContentPartPr/>
                <p14:nvPr/>
              </p14:nvContentPartPr>
              <p14:xfrm>
                <a:off x="6584400" y="6124844"/>
                <a:ext cx="164880" cy="1818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05B4D90-58DA-6879-F1F5-D7773299896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575760" y="6115844"/>
                  <a:ext cx="1825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AEBB689-6B8E-4F77-B81F-9791C47E77BF}"/>
                    </a:ext>
                  </a:extLst>
                </p14:cNvPr>
                <p14:cNvContentPartPr/>
                <p14:nvPr/>
              </p14:nvContentPartPr>
              <p14:xfrm>
                <a:off x="6792840" y="6139244"/>
                <a:ext cx="120960" cy="1566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AEBB689-6B8E-4F77-B81F-9791C47E77BF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784200" y="6130244"/>
                  <a:ext cx="1386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DCAB5BF-C2EA-6F8D-A40F-E4F9363C8DE1}"/>
                    </a:ext>
                  </a:extLst>
                </p14:cNvPr>
                <p14:cNvContentPartPr/>
                <p14:nvPr/>
              </p14:nvContentPartPr>
              <p14:xfrm>
                <a:off x="6832440" y="6187844"/>
                <a:ext cx="209520" cy="680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DCAB5BF-C2EA-6F8D-A40F-E4F9363C8DE1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823440" y="6178844"/>
                  <a:ext cx="2271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11F44E33-562A-659A-A22B-2CF93F883A6F}"/>
                    </a:ext>
                  </a:extLst>
                </p14:cNvPr>
                <p14:cNvContentPartPr/>
                <p14:nvPr/>
              </p14:nvContentPartPr>
              <p14:xfrm>
                <a:off x="6837480" y="6067244"/>
                <a:ext cx="262440" cy="846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11F44E33-562A-659A-A22B-2CF93F883A6F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828480" y="6058244"/>
                  <a:ext cx="2800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07B4144B-8F82-A610-7A07-42EE52FE574B}"/>
                    </a:ext>
                  </a:extLst>
                </p14:cNvPr>
                <p14:cNvContentPartPr/>
                <p14:nvPr/>
              </p14:nvContentPartPr>
              <p14:xfrm>
                <a:off x="6809040" y="6163724"/>
                <a:ext cx="282960" cy="2401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07B4144B-8F82-A610-7A07-42EE52FE574B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800400" y="6155084"/>
                  <a:ext cx="30060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CEB16737-8EEA-8AEF-12BE-23292813D212}"/>
                    </a:ext>
                  </a:extLst>
                </p14:cNvPr>
                <p14:cNvContentPartPr/>
                <p14:nvPr/>
              </p14:nvContentPartPr>
              <p14:xfrm>
                <a:off x="6847560" y="6160124"/>
                <a:ext cx="186480" cy="2196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CEB16737-8EEA-8AEF-12BE-23292813D21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838560" y="6151484"/>
                  <a:ext cx="2041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4528AF8F-2E7E-6EBF-5FC2-3DEB2BFC7F1D}"/>
                    </a:ext>
                  </a:extLst>
                </p14:cNvPr>
                <p14:cNvContentPartPr/>
                <p14:nvPr/>
              </p14:nvContentPartPr>
              <p14:xfrm>
                <a:off x="6907320" y="6066884"/>
                <a:ext cx="225000" cy="723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4528AF8F-2E7E-6EBF-5FC2-3DEB2BFC7F1D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898320" y="6057884"/>
                  <a:ext cx="242640" cy="9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7C0DD074-FB12-0593-C7B0-2FB829DF28B3}"/>
              </a:ext>
            </a:extLst>
          </p:cNvPr>
          <p:cNvGrpSpPr/>
          <p:nvPr/>
        </p:nvGrpSpPr>
        <p:grpSpPr>
          <a:xfrm>
            <a:off x="8965080" y="2559404"/>
            <a:ext cx="2403000" cy="2296080"/>
            <a:chOff x="8965080" y="2559404"/>
            <a:chExt cx="2403000" cy="229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80AA558-C88D-E30A-16FD-976924C41C6B}"/>
                    </a:ext>
                  </a:extLst>
                </p14:cNvPr>
                <p14:cNvContentPartPr/>
                <p14:nvPr/>
              </p14:nvContentPartPr>
              <p14:xfrm>
                <a:off x="9619920" y="2559404"/>
                <a:ext cx="1618920" cy="15094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80AA558-C88D-E30A-16FD-976924C41C6B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610920" y="2550404"/>
                  <a:ext cx="1636560" cy="152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281A922-4040-4988-5B31-5EE4B5F88E8D}"/>
                    </a:ext>
                  </a:extLst>
                </p14:cNvPr>
                <p14:cNvContentPartPr/>
                <p14:nvPr/>
              </p14:nvContentPartPr>
              <p14:xfrm>
                <a:off x="8965080" y="3987884"/>
                <a:ext cx="744480" cy="8676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281A922-4040-4988-5B31-5EE4B5F88E8D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956080" y="3978884"/>
                  <a:ext cx="762120" cy="88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F2FF118-F747-0755-E6D7-ACB70158FA53}"/>
                    </a:ext>
                  </a:extLst>
                </p14:cNvPr>
                <p14:cNvContentPartPr/>
                <p14:nvPr/>
              </p14:nvContentPartPr>
              <p14:xfrm>
                <a:off x="11187360" y="4179044"/>
                <a:ext cx="135000" cy="1494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F2FF118-F747-0755-E6D7-ACB70158FA53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1178360" y="4170044"/>
                  <a:ext cx="1526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1A803EF7-8F6B-628E-8E15-C9E802005F6B}"/>
                    </a:ext>
                  </a:extLst>
                </p14:cNvPr>
                <p14:cNvContentPartPr/>
                <p14:nvPr/>
              </p14:nvContentPartPr>
              <p14:xfrm>
                <a:off x="11347200" y="4287404"/>
                <a:ext cx="20880" cy="2052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1A803EF7-8F6B-628E-8E15-C9E802005F6B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338200" y="4278764"/>
                  <a:ext cx="38520" cy="22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3E4FD92A-6396-313A-715A-6C6EF5B3287F}"/>
                  </a:ext>
                </a:extLst>
              </p14:cNvPr>
              <p14:cNvContentPartPr/>
              <p14:nvPr/>
            </p14:nvContentPartPr>
            <p14:xfrm>
              <a:off x="9240840" y="2446724"/>
              <a:ext cx="367920" cy="10764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3E4FD92A-6396-313A-715A-6C6EF5B3287F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9231840" y="2437724"/>
                <a:ext cx="385560" cy="12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2" name="Group 181">
            <a:extLst>
              <a:ext uri="{FF2B5EF4-FFF2-40B4-BE49-F238E27FC236}">
                <a16:creationId xmlns:a16="http://schemas.microsoft.com/office/drawing/2014/main" id="{19D72B31-DDFA-5E19-3DAA-22EED6491A6E}"/>
              </a:ext>
            </a:extLst>
          </p:cNvPr>
          <p:cNvGrpSpPr/>
          <p:nvPr/>
        </p:nvGrpSpPr>
        <p:grpSpPr>
          <a:xfrm>
            <a:off x="9154080" y="4887524"/>
            <a:ext cx="291600" cy="227880"/>
            <a:chOff x="9154080" y="4887524"/>
            <a:chExt cx="291600" cy="22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A806E82A-3CC2-552D-ECAF-46BF5C15E586}"/>
                    </a:ext>
                  </a:extLst>
                </p14:cNvPr>
                <p14:cNvContentPartPr/>
                <p14:nvPr/>
              </p14:nvContentPartPr>
              <p14:xfrm>
                <a:off x="9154080" y="4887524"/>
                <a:ext cx="167040" cy="1112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A806E82A-3CC2-552D-ECAF-46BF5C15E586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145440" y="4878524"/>
                  <a:ext cx="1846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2D2AEF31-124A-7A5A-9C44-C7DA37B3B9EB}"/>
                    </a:ext>
                  </a:extLst>
                </p14:cNvPr>
                <p14:cNvContentPartPr/>
                <p14:nvPr/>
              </p14:nvContentPartPr>
              <p14:xfrm>
                <a:off x="9296280" y="4979684"/>
                <a:ext cx="149400" cy="1357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2D2AEF31-124A-7A5A-9C44-C7DA37B3B9EB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287280" y="4970684"/>
                  <a:ext cx="167040" cy="153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23973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D7A774E-5DD8-7B14-6F01-658E17654B86}"/>
                  </a:ext>
                </a:extLst>
              </p14:cNvPr>
              <p14:cNvContentPartPr/>
              <p14:nvPr/>
            </p14:nvContentPartPr>
            <p14:xfrm>
              <a:off x="841320" y="975764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D7A774E-5DD8-7B14-6F01-658E17654B8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2320" y="96712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7F10116-DB49-68E2-7041-FF88D1B890EE}"/>
                  </a:ext>
                </a:extLst>
              </p14:cNvPr>
              <p14:cNvContentPartPr/>
              <p14:nvPr/>
            </p14:nvContentPartPr>
            <p14:xfrm>
              <a:off x="769680" y="1407044"/>
              <a:ext cx="158760" cy="5223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7F10116-DB49-68E2-7041-FF88D1B890E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0680" y="1398404"/>
                <a:ext cx="176400" cy="524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F3AF990-FEC9-4391-4E06-DE7A195834AC}"/>
                  </a:ext>
                </a:extLst>
              </p14:cNvPr>
              <p14:cNvContentPartPr/>
              <p14:nvPr/>
            </p14:nvContentPartPr>
            <p14:xfrm>
              <a:off x="1095480" y="1411364"/>
              <a:ext cx="230040" cy="356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F3AF990-FEC9-4391-4E06-DE7A195834A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86480" y="1402724"/>
                <a:ext cx="247680" cy="37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4E4E0BD-A4E6-2922-4DF7-0C329D061243}"/>
                  </a:ext>
                </a:extLst>
              </p14:cNvPr>
              <p14:cNvContentPartPr/>
              <p14:nvPr/>
            </p14:nvContentPartPr>
            <p14:xfrm>
              <a:off x="1377360" y="1528364"/>
              <a:ext cx="139680" cy="123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4E4E0BD-A4E6-2922-4DF7-0C329D06124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68720" y="1519724"/>
                <a:ext cx="15732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C482F0F-8E60-A25A-4520-97964171F7D2}"/>
                  </a:ext>
                </a:extLst>
              </p14:cNvPr>
              <p14:cNvContentPartPr/>
              <p14:nvPr/>
            </p14:nvContentPartPr>
            <p14:xfrm>
              <a:off x="1512360" y="1531964"/>
              <a:ext cx="97920" cy="1274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C482F0F-8E60-A25A-4520-97964171F7D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03360" y="1522964"/>
                <a:ext cx="11556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857C4C8-5631-F34A-9E87-79CE6DD4E03B}"/>
                  </a:ext>
                </a:extLst>
              </p14:cNvPr>
              <p14:cNvContentPartPr/>
              <p14:nvPr/>
            </p14:nvContentPartPr>
            <p14:xfrm>
              <a:off x="1619640" y="1530164"/>
              <a:ext cx="75240" cy="105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857C4C8-5631-F34A-9E87-79CE6DD4E03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11000" y="1521524"/>
                <a:ext cx="9288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2FF43FB-2725-2B40-E703-DD85EBD8778B}"/>
                  </a:ext>
                </a:extLst>
              </p14:cNvPr>
              <p14:cNvContentPartPr/>
              <p14:nvPr/>
            </p14:nvContentPartPr>
            <p14:xfrm>
              <a:off x="1728720" y="1472924"/>
              <a:ext cx="41760" cy="181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2FF43FB-2725-2B40-E703-DD85EBD8778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719720" y="1464284"/>
                <a:ext cx="5940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A032088-F957-7948-A4D4-97C238B2F3D8}"/>
                  </a:ext>
                </a:extLst>
              </p14:cNvPr>
              <p14:cNvContentPartPr/>
              <p14:nvPr/>
            </p14:nvContentPartPr>
            <p14:xfrm>
              <a:off x="1724040" y="1546004"/>
              <a:ext cx="73800" cy="234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A032088-F957-7948-A4D4-97C238B2F3D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715400" y="1537364"/>
                <a:ext cx="9144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C88625F-4396-EB5A-D1FD-18783B219BFF}"/>
                  </a:ext>
                </a:extLst>
              </p14:cNvPr>
              <p14:cNvContentPartPr/>
              <p14:nvPr/>
            </p14:nvContentPartPr>
            <p14:xfrm>
              <a:off x="1803240" y="1530884"/>
              <a:ext cx="92160" cy="975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C88625F-4396-EB5A-D1FD-18783B219BF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94240" y="1521884"/>
                <a:ext cx="10980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E9D94B9-8A2B-E68F-86B9-DEA1316DC69C}"/>
                  </a:ext>
                </a:extLst>
              </p14:cNvPr>
              <p14:cNvContentPartPr/>
              <p14:nvPr/>
            </p14:nvContentPartPr>
            <p14:xfrm>
              <a:off x="1930680" y="1530884"/>
              <a:ext cx="46080" cy="1015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E9D94B9-8A2B-E68F-86B9-DEA1316DC69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922040" y="1521884"/>
                <a:ext cx="6372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1751707-543A-15E7-677B-AD15861A97A3}"/>
                  </a:ext>
                </a:extLst>
              </p14:cNvPr>
              <p14:cNvContentPartPr/>
              <p14:nvPr/>
            </p14:nvContentPartPr>
            <p14:xfrm>
              <a:off x="2221200" y="1502084"/>
              <a:ext cx="15480" cy="1357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1751707-543A-15E7-677B-AD15861A97A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212200" y="1493084"/>
                <a:ext cx="3312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E1E8B74-18B1-FEEB-F633-449004389D57}"/>
                  </a:ext>
                </a:extLst>
              </p14:cNvPr>
              <p14:cNvContentPartPr/>
              <p14:nvPr/>
            </p14:nvContentPartPr>
            <p14:xfrm>
              <a:off x="2152080" y="1499564"/>
              <a:ext cx="82440" cy="496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E1E8B74-18B1-FEEB-F633-449004389D5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143080" y="1490564"/>
                <a:ext cx="10008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CD70628-FF10-D49F-59B8-4FB8B9E63FDC}"/>
                  </a:ext>
                </a:extLst>
              </p14:cNvPr>
              <p14:cNvContentPartPr/>
              <p14:nvPr/>
            </p14:nvContentPartPr>
            <p14:xfrm>
              <a:off x="2179440" y="1645364"/>
              <a:ext cx="277920" cy="306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CD70628-FF10-D49F-59B8-4FB8B9E63FD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170800" y="1636364"/>
                <a:ext cx="29556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D2BCB1C-7979-DEA4-759E-47B7BC5377B6}"/>
                  </a:ext>
                </a:extLst>
              </p14:cNvPr>
              <p14:cNvContentPartPr/>
              <p14:nvPr/>
            </p14:nvContentPartPr>
            <p14:xfrm>
              <a:off x="1213200" y="1879724"/>
              <a:ext cx="186120" cy="1875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D2BCB1C-7979-DEA4-759E-47B7BC5377B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204560" y="1871084"/>
                <a:ext cx="20376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B4C76DF-967F-0466-0DA2-AE4DBDE946D7}"/>
                  </a:ext>
                </a:extLst>
              </p14:cNvPr>
              <p14:cNvContentPartPr/>
              <p14:nvPr/>
            </p14:nvContentPartPr>
            <p14:xfrm>
              <a:off x="1454400" y="1945964"/>
              <a:ext cx="21960" cy="2005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B4C76DF-967F-0466-0DA2-AE4DBDE946D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445400" y="1937324"/>
                <a:ext cx="3960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9186B4E-BC18-8152-0A44-F2B1CF376289}"/>
                  </a:ext>
                </a:extLst>
              </p14:cNvPr>
              <p14:cNvContentPartPr/>
              <p14:nvPr/>
            </p14:nvContentPartPr>
            <p14:xfrm>
              <a:off x="1478880" y="1958924"/>
              <a:ext cx="48600" cy="864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9186B4E-BC18-8152-0A44-F2B1CF37628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470240" y="1950284"/>
                <a:ext cx="6624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BF4BD11-6F2A-FFFE-D6FC-F0201925D263}"/>
                  </a:ext>
                </a:extLst>
              </p14:cNvPr>
              <p14:cNvContentPartPr/>
              <p14:nvPr/>
            </p14:nvContentPartPr>
            <p14:xfrm>
              <a:off x="1542600" y="1958924"/>
              <a:ext cx="108360" cy="864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BF4BD11-6F2A-FFFE-D6FC-F0201925D26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533600" y="1950284"/>
                <a:ext cx="12600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287F345-9051-20A2-8DE5-93AF222AA8DC}"/>
                  </a:ext>
                </a:extLst>
              </p14:cNvPr>
              <p14:cNvContentPartPr/>
              <p14:nvPr/>
            </p14:nvContentPartPr>
            <p14:xfrm>
              <a:off x="1675800" y="1950284"/>
              <a:ext cx="126360" cy="752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287F345-9051-20A2-8DE5-93AF222AA8D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667160" y="1941284"/>
                <a:ext cx="14400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C424005-C77D-8CC0-DC8E-BABBC9E2D0F1}"/>
                  </a:ext>
                </a:extLst>
              </p14:cNvPr>
              <p14:cNvContentPartPr/>
              <p14:nvPr/>
            </p14:nvContentPartPr>
            <p14:xfrm>
              <a:off x="1803240" y="1857764"/>
              <a:ext cx="194400" cy="1566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C424005-C77D-8CC0-DC8E-BABBC9E2D0F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794240" y="1848764"/>
                <a:ext cx="21204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3553B54-99D2-B3DB-C2FD-9CFCF8FEA6C7}"/>
                  </a:ext>
                </a:extLst>
              </p14:cNvPr>
              <p14:cNvContentPartPr/>
              <p14:nvPr/>
            </p14:nvContentPartPr>
            <p14:xfrm>
              <a:off x="1917360" y="1883684"/>
              <a:ext cx="51480" cy="939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3553B54-99D2-B3DB-C2FD-9CFCF8FEA6C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908720" y="1874684"/>
                <a:ext cx="6912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2E02C32-D6DD-6E23-756E-1BD2DE6CEFA9}"/>
                  </a:ext>
                </a:extLst>
              </p14:cNvPr>
              <p14:cNvContentPartPr/>
              <p14:nvPr/>
            </p14:nvContentPartPr>
            <p14:xfrm>
              <a:off x="2030760" y="1938404"/>
              <a:ext cx="173520" cy="72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2E02C32-D6DD-6E23-756E-1BD2DE6CEFA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022120" y="1929404"/>
                <a:ext cx="19116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8326DD37-0DA8-58F9-0C6A-E5C2BD879F41}"/>
                  </a:ext>
                </a:extLst>
              </p14:cNvPr>
              <p14:cNvContentPartPr/>
              <p14:nvPr/>
            </p14:nvContentPartPr>
            <p14:xfrm>
              <a:off x="2172240" y="1897004"/>
              <a:ext cx="122760" cy="3751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8326DD37-0DA8-58F9-0C6A-E5C2BD879F4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163240" y="1888364"/>
                <a:ext cx="140400" cy="3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645E0E1-6BE5-711B-25C9-33031FC14AFF}"/>
                  </a:ext>
                </a:extLst>
              </p14:cNvPr>
              <p14:cNvContentPartPr/>
              <p14:nvPr/>
            </p14:nvContentPartPr>
            <p14:xfrm>
              <a:off x="3293280" y="1376804"/>
              <a:ext cx="235440" cy="297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645E0E1-6BE5-711B-25C9-33031FC14AF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284640" y="1367804"/>
                <a:ext cx="25308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3EFE12D-9F3F-2944-0534-633089BD76AF}"/>
                  </a:ext>
                </a:extLst>
              </p14:cNvPr>
              <p14:cNvContentPartPr/>
              <p14:nvPr/>
            </p14:nvContentPartPr>
            <p14:xfrm>
              <a:off x="3593880" y="1474724"/>
              <a:ext cx="139320" cy="860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3EFE12D-9F3F-2944-0534-633089BD76A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585240" y="1465724"/>
                <a:ext cx="15696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451FD66-6878-AC86-0174-7A252108444E}"/>
                  </a:ext>
                </a:extLst>
              </p14:cNvPr>
              <p14:cNvContentPartPr/>
              <p14:nvPr/>
            </p14:nvContentPartPr>
            <p14:xfrm>
              <a:off x="3745440" y="1470764"/>
              <a:ext cx="95760" cy="1094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451FD66-6878-AC86-0174-7A252108444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736440" y="1461764"/>
                <a:ext cx="11340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E29F085-15ED-44DA-BB9C-E31463F9A984}"/>
                  </a:ext>
                </a:extLst>
              </p14:cNvPr>
              <p14:cNvContentPartPr/>
              <p14:nvPr/>
            </p14:nvContentPartPr>
            <p14:xfrm>
              <a:off x="3861720" y="1393724"/>
              <a:ext cx="175680" cy="1857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E29F085-15ED-44DA-BB9C-E31463F9A98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852720" y="1384724"/>
                <a:ext cx="19332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57B3154-1C19-AA3B-DC41-CFAFE861831F}"/>
                  </a:ext>
                </a:extLst>
              </p14:cNvPr>
              <p14:cNvContentPartPr/>
              <p14:nvPr/>
            </p14:nvContentPartPr>
            <p14:xfrm>
              <a:off x="3973680" y="1486604"/>
              <a:ext cx="83880" cy="417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57B3154-1C19-AA3B-DC41-CFAFE861831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964680" y="1477604"/>
                <a:ext cx="10152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5B64B61C-067B-EADB-BFC6-7DFE80BBE074}"/>
                  </a:ext>
                </a:extLst>
              </p14:cNvPr>
              <p14:cNvContentPartPr/>
              <p14:nvPr/>
            </p14:nvContentPartPr>
            <p14:xfrm>
              <a:off x="4079160" y="1470764"/>
              <a:ext cx="70200" cy="932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5B64B61C-067B-EADB-BFC6-7DFE80BBE07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070160" y="1461764"/>
                <a:ext cx="8784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D894EFD2-6983-E48C-C8A3-C7A467DE75C9}"/>
                  </a:ext>
                </a:extLst>
              </p14:cNvPr>
              <p14:cNvContentPartPr/>
              <p14:nvPr/>
            </p14:nvContentPartPr>
            <p14:xfrm>
              <a:off x="4199760" y="1435484"/>
              <a:ext cx="134280" cy="1281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D894EFD2-6983-E48C-C8A3-C7A467DE75C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190760" y="1426484"/>
                <a:ext cx="15192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70563B5-31E3-AABD-84B3-FE5891457850}"/>
                  </a:ext>
                </a:extLst>
              </p14:cNvPr>
              <p14:cNvContentPartPr/>
              <p14:nvPr/>
            </p14:nvContentPartPr>
            <p14:xfrm>
              <a:off x="4432320" y="1439444"/>
              <a:ext cx="191880" cy="2170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70563B5-31E3-AABD-84B3-FE589145785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423320" y="1430804"/>
                <a:ext cx="20952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A2B89437-F42C-D1D2-6E25-2B94215B0DE9}"/>
                  </a:ext>
                </a:extLst>
              </p14:cNvPr>
              <p14:cNvContentPartPr/>
              <p14:nvPr/>
            </p14:nvContentPartPr>
            <p14:xfrm>
              <a:off x="3450600" y="1823204"/>
              <a:ext cx="137520" cy="2368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A2B89437-F42C-D1D2-6E25-2B94215B0DE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441960" y="1814564"/>
                <a:ext cx="15516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7E5BCC16-B8B8-5EBF-3A64-10FCAB30FD83}"/>
                  </a:ext>
                </a:extLst>
              </p14:cNvPr>
              <p14:cNvContentPartPr/>
              <p14:nvPr/>
            </p14:nvContentPartPr>
            <p14:xfrm>
              <a:off x="3679920" y="1939844"/>
              <a:ext cx="24120" cy="1965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7E5BCC16-B8B8-5EBF-3A64-10FCAB30FD8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671280" y="1931204"/>
                <a:ext cx="4176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8AAA8DC-5737-3B43-D4F9-6BDEFFCF8556}"/>
                  </a:ext>
                </a:extLst>
              </p14:cNvPr>
              <p14:cNvContentPartPr/>
              <p14:nvPr/>
            </p14:nvContentPartPr>
            <p14:xfrm>
              <a:off x="3683160" y="1929044"/>
              <a:ext cx="103680" cy="997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8AAA8DC-5737-3B43-D4F9-6BDEFFCF855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674520" y="1920044"/>
                <a:ext cx="12132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4DB2B91C-2B2C-1C9F-3160-944E5803D6E0}"/>
                  </a:ext>
                </a:extLst>
              </p14:cNvPr>
              <p14:cNvContentPartPr/>
              <p14:nvPr/>
            </p14:nvContentPartPr>
            <p14:xfrm>
              <a:off x="3790080" y="1935884"/>
              <a:ext cx="345240" cy="874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4DB2B91C-2B2C-1C9F-3160-944E5803D6E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781080" y="1927244"/>
                <a:ext cx="36288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24912A9C-86D0-1E42-8BDF-8A16475E7BA5}"/>
                  </a:ext>
                </a:extLst>
              </p14:cNvPr>
              <p14:cNvContentPartPr/>
              <p14:nvPr/>
            </p14:nvContentPartPr>
            <p14:xfrm>
              <a:off x="4096080" y="1849484"/>
              <a:ext cx="282960" cy="1706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24912A9C-86D0-1E42-8BDF-8A16475E7BA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087080" y="1840844"/>
                <a:ext cx="30060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2FF72C98-CB48-D994-5AD0-F07D1CC8C631}"/>
                  </a:ext>
                </a:extLst>
              </p14:cNvPr>
              <p14:cNvContentPartPr/>
              <p14:nvPr/>
            </p14:nvContentPartPr>
            <p14:xfrm>
              <a:off x="4267080" y="1881524"/>
              <a:ext cx="118440" cy="381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2FF72C98-CB48-D994-5AD0-F07D1CC8C631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258080" y="1872884"/>
                <a:ext cx="13608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6E63E419-0564-5370-E1C0-F88E4ACFCEF3}"/>
                  </a:ext>
                </a:extLst>
              </p14:cNvPr>
              <p14:cNvContentPartPr/>
              <p14:nvPr/>
            </p14:nvContentPartPr>
            <p14:xfrm>
              <a:off x="4407120" y="1938404"/>
              <a:ext cx="142920" cy="1011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6E63E419-0564-5370-E1C0-F88E4ACFCEF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398120" y="1929404"/>
                <a:ext cx="16056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81ACEBFC-E14C-38E5-EFDA-710B61DF6738}"/>
                  </a:ext>
                </a:extLst>
              </p14:cNvPr>
              <p14:cNvContentPartPr/>
              <p14:nvPr/>
            </p14:nvContentPartPr>
            <p14:xfrm>
              <a:off x="4453200" y="1946324"/>
              <a:ext cx="230040" cy="3517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81ACEBFC-E14C-38E5-EFDA-710B61DF673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444560" y="1937684"/>
                <a:ext cx="247680" cy="36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739AF427-ABF6-AFC9-1416-68759D9571A2}"/>
                  </a:ext>
                </a:extLst>
              </p14:cNvPr>
              <p14:cNvContentPartPr/>
              <p14:nvPr/>
            </p14:nvContentPartPr>
            <p14:xfrm>
              <a:off x="1515600" y="2231804"/>
              <a:ext cx="113400" cy="2901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739AF427-ABF6-AFC9-1416-68759D9571A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506600" y="2222804"/>
                <a:ext cx="13104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35EEFE0D-8482-986E-B5D4-B574F4552914}"/>
                  </a:ext>
                </a:extLst>
              </p14:cNvPr>
              <p14:cNvContentPartPr/>
              <p14:nvPr/>
            </p14:nvContentPartPr>
            <p14:xfrm>
              <a:off x="1431360" y="2325044"/>
              <a:ext cx="485280" cy="1119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35EEFE0D-8482-986E-B5D4-B574F455291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422360" y="2316404"/>
                <a:ext cx="50292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514C832B-4F55-1075-8714-8047FEC7E6D3}"/>
                  </a:ext>
                </a:extLst>
              </p14:cNvPr>
              <p14:cNvContentPartPr/>
              <p14:nvPr/>
            </p14:nvContentPartPr>
            <p14:xfrm>
              <a:off x="1965240" y="2353844"/>
              <a:ext cx="77400" cy="882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514C832B-4F55-1075-8714-8047FEC7E6D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956600" y="2344844"/>
                <a:ext cx="9504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BBAC0678-240E-EE19-C729-76838C27D381}"/>
                  </a:ext>
                </a:extLst>
              </p14:cNvPr>
              <p14:cNvContentPartPr/>
              <p14:nvPr/>
            </p14:nvContentPartPr>
            <p14:xfrm>
              <a:off x="2093400" y="2345564"/>
              <a:ext cx="88920" cy="8424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BBAC0678-240E-EE19-C729-76838C27D381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084760" y="2336564"/>
                <a:ext cx="10656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8EBBE358-821E-D38B-CC78-E99E5F14E92D}"/>
                  </a:ext>
                </a:extLst>
              </p14:cNvPr>
              <p14:cNvContentPartPr/>
              <p14:nvPr/>
            </p14:nvContentPartPr>
            <p14:xfrm>
              <a:off x="2204640" y="2342324"/>
              <a:ext cx="132480" cy="1306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8EBBE358-821E-D38B-CC78-E99E5F14E92D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196000" y="2333684"/>
                <a:ext cx="15012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CDCDBA59-1473-4C13-317C-F9D6981701E7}"/>
                  </a:ext>
                </a:extLst>
              </p14:cNvPr>
              <p14:cNvContentPartPr/>
              <p14:nvPr/>
            </p14:nvContentPartPr>
            <p14:xfrm>
              <a:off x="2379960" y="2250164"/>
              <a:ext cx="34200" cy="2113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CDCDBA59-1473-4C13-317C-F9D6981701E7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371320" y="2241164"/>
                <a:ext cx="5184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D315E069-8545-4109-D20C-70FE9F7C5919}"/>
                  </a:ext>
                </a:extLst>
              </p14:cNvPr>
              <p14:cNvContentPartPr/>
              <p14:nvPr/>
            </p14:nvContentPartPr>
            <p14:xfrm>
              <a:off x="2344320" y="2294084"/>
              <a:ext cx="102600" cy="4644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D315E069-8545-4109-D20C-70FE9F7C5919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335320" y="2285444"/>
                <a:ext cx="12024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B0177D9B-95FB-963B-C6F5-47A36C58AF00}"/>
                  </a:ext>
                </a:extLst>
              </p14:cNvPr>
              <p14:cNvContentPartPr/>
              <p14:nvPr/>
            </p14:nvContentPartPr>
            <p14:xfrm>
              <a:off x="3810600" y="2218124"/>
              <a:ext cx="131760" cy="2782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B0177D9B-95FB-963B-C6F5-47A36C58AF00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801960" y="2209484"/>
                <a:ext cx="14940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9E5D36DE-BBFF-F269-F5F2-50EF901C1930}"/>
                  </a:ext>
                </a:extLst>
              </p14:cNvPr>
              <p14:cNvContentPartPr/>
              <p14:nvPr/>
            </p14:nvContentPartPr>
            <p14:xfrm>
              <a:off x="3701520" y="2323604"/>
              <a:ext cx="554400" cy="1364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9E5D36DE-BBFF-F269-F5F2-50EF901C1930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692520" y="2314964"/>
                <a:ext cx="57204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9713252F-E117-7E70-B5FF-278B1F5C951A}"/>
                  </a:ext>
                </a:extLst>
              </p14:cNvPr>
              <p14:cNvContentPartPr/>
              <p14:nvPr/>
            </p14:nvContentPartPr>
            <p14:xfrm>
              <a:off x="4284000" y="2388404"/>
              <a:ext cx="72720" cy="820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9713252F-E117-7E70-B5FF-278B1F5C951A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275000" y="2379764"/>
                <a:ext cx="9036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74B31F8A-5E6D-9980-BF3B-13A569DD3AA7}"/>
                  </a:ext>
                </a:extLst>
              </p14:cNvPr>
              <p14:cNvContentPartPr/>
              <p14:nvPr/>
            </p14:nvContentPartPr>
            <p14:xfrm>
              <a:off x="4408920" y="2393084"/>
              <a:ext cx="280800" cy="1026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74B31F8A-5E6D-9980-BF3B-13A569DD3AA7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399920" y="2384084"/>
                <a:ext cx="2984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55D09434-FA04-681F-8C8A-12EFA481A180}"/>
                  </a:ext>
                </a:extLst>
              </p14:cNvPr>
              <p14:cNvContentPartPr/>
              <p14:nvPr/>
            </p14:nvContentPartPr>
            <p14:xfrm>
              <a:off x="4768920" y="2317124"/>
              <a:ext cx="31320" cy="2088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55D09434-FA04-681F-8C8A-12EFA481A180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760280" y="2308484"/>
                <a:ext cx="4896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A08F5A93-8BCC-BC5A-28EF-EF3C8A988A3E}"/>
                  </a:ext>
                </a:extLst>
              </p14:cNvPr>
              <p14:cNvContentPartPr/>
              <p14:nvPr/>
            </p14:nvContentPartPr>
            <p14:xfrm>
              <a:off x="4737600" y="2368244"/>
              <a:ext cx="344520" cy="792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A08F5A93-8BCC-BC5A-28EF-EF3C8A988A3E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728600" y="2359604"/>
                <a:ext cx="36216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B71101D2-1A13-BDA9-DAD8-5F4DCF049A6C}"/>
                  </a:ext>
                </a:extLst>
              </p14:cNvPr>
              <p14:cNvContentPartPr/>
              <p14:nvPr/>
            </p14:nvContentPartPr>
            <p14:xfrm>
              <a:off x="780840" y="1128404"/>
              <a:ext cx="5088600" cy="56476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B71101D2-1A13-BDA9-DAD8-5F4DCF049A6C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72200" y="1119404"/>
                <a:ext cx="5106240" cy="56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04995264-61CD-2BDF-F86D-9E4E55709E0C}"/>
                  </a:ext>
                </a:extLst>
              </p14:cNvPr>
              <p14:cNvContentPartPr/>
              <p14:nvPr/>
            </p14:nvContentPartPr>
            <p14:xfrm>
              <a:off x="2868840" y="1192484"/>
              <a:ext cx="240840" cy="55278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04995264-61CD-2BDF-F86D-9E4E55709E0C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860200" y="1183844"/>
                <a:ext cx="258480" cy="55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85826A13-10F3-5E08-9DD5-401D3A1B2525}"/>
                  </a:ext>
                </a:extLst>
              </p14:cNvPr>
              <p14:cNvContentPartPr/>
              <p14:nvPr/>
            </p14:nvContentPartPr>
            <p14:xfrm>
              <a:off x="932400" y="2532404"/>
              <a:ext cx="4636080" cy="979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85826A13-10F3-5E08-9DD5-401D3A1B2525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923400" y="2523764"/>
                <a:ext cx="465372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CC55E102-E754-3A84-07FB-97EDCA42C93A}"/>
                  </a:ext>
                </a:extLst>
              </p14:cNvPr>
              <p14:cNvContentPartPr/>
              <p14:nvPr/>
            </p14:nvContentPartPr>
            <p14:xfrm>
              <a:off x="1613520" y="2759204"/>
              <a:ext cx="236520" cy="20700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CC55E102-E754-3A84-07FB-97EDCA42C93A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604520" y="2750564"/>
                <a:ext cx="25416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C51506A8-C9E3-C6AF-82B4-F78BD2E595AF}"/>
                  </a:ext>
                </a:extLst>
              </p14:cNvPr>
              <p14:cNvContentPartPr/>
              <p14:nvPr/>
            </p14:nvContentPartPr>
            <p14:xfrm>
              <a:off x="1894320" y="2817164"/>
              <a:ext cx="111960" cy="13464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C51506A8-C9E3-C6AF-82B4-F78BD2E595AF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885680" y="2808524"/>
                <a:ext cx="12960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256577EE-24A5-9865-636F-7DCE3572AFDE}"/>
                  </a:ext>
                </a:extLst>
              </p14:cNvPr>
              <p14:cNvContentPartPr/>
              <p14:nvPr/>
            </p14:nvContentPartPr>
            <p14:xfrm>
              <a:off x="3829680" y="2725364"/>
              <a:ext cx="180000" cy="1908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256577EE-24A5-9865-636F-7DCE3572AFDE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820680" y="2716724"/>
                <a:ext cx="19764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4DB7D15C-44AD-FE15-1F29-F31910BF9B0F}"/>
                  </a:ext>
                </a:extLst>
              </p14:cNvPr>
              <p14:cNvContentPartPr/>
              <p14:nvPr/>
            </p14:nvContentPartPr>
            <p14:xfrm>
              <a:off x="4051800" y="2763524"/>
              <a:ext cx="93960" cy="1558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4DB7D15C-44AD-FE15-1F29-F31910BF9B0F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043160" y="2754884"/>
                <a:ext cx="11160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2B1D0AB9-663C-CC2F-BDB0-613BC8061BD8}"/>
                  </a:ext>
                </a:extLst>
              </p14:cNvPr>
              <p14:cNvContentPartPr/>
              <p14:nvPr/>
            </p14:nvContentPartPr>
            <p14:xfrm>
              <a:off x="4081680" y="2732924"/>
              <a:ext cx="126360" cy="651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2B1D0AB9-663C-CC2F-BDB0-613BC8061BD8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073040" y="2724284"/>
                <a:ext cx="14400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40CA870A-78DB-E7B0-C911-669A4F6543F8}"/>
                  </a:ext>
                </a:extLst>
              </p14:cNvPr>
              <p14:cNvContentPartPr/>
              <p14:nvPr/>
            </p14:nvContentPartPr>
            <p14:xfrm>
              <a:off x="1527480" y="3474524"/>
              <a:ext cx="42480" cy="1908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40CA870A-78DB-E7B0-C911-669A4F6543F8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518480" y="3465884"/>
                <a:ext cx="6012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AAB0A267-4C85-2FD3-2632-6C07D6EDA18A}"/>
                  </a:ext>
                </a:extLst>
              </p14:cNvPr>
              <p14:cNvContentPartPr/>
              <p14:nvPr/>
            </p14:nvContentPartPr>
            <p14:xfrm>
              <a:off x="1681560" y="3487124"/>
              <a:ext cx="137160" cy="17172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AAB0A267-4C85-2FD3-2632-6C07D6EDA18A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672920" y="3478484"/>
                <a:ext cx="15480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56257C1F-EA61-1439-0D08-CA7AB44D70D8}"/>
                  </a:ext>
                </a:extLst>
              </p14:cNvPr>
              <p14:cNvContentPartPr/>
              <p14:nvPr/>
            </p14:nvContentPartPr>
            <p14:xfrm>
              <a:off x="1891080" y="3521684"/>
              <a:ext cx="68400" cy="1483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56257C1F-EA61-1439-0D08-CA7AB44D70D8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882440" y="3513044"/>
                <a:ext cx="8604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45248F72-0E79-1DB4-8097-AC7F20B681ED}"/>
                  </a:ext>
                </a:extLst>
              </p14:cNvPr>
              <p14:cNvContentPartPr/>
              <p14:nvPr/>
            </p14:nvContentPartPr>
            <p14:xfrm>
              <a:off x="1900440" y="3465164"/>
              <a:ext cx="141120" cy="7344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45248F72-0E79-1DB4-8097-AC7F20B681ED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891800" y="3456524"/>
                <a:ext cx="15876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B1D308AC-05E5-C021-DEE9-F30619F2D7AF}"/>
                  </a:ext>
                </a:extLst>
              </p14:cNvPr>
              <p14:cNvContentPartPr/>
              <p14:nvPr/>
            </p14:nvContentPartPr>
            <p14:xfrm>
              <a:off x="3746520" y="3428804"/>
              <a:ext cx="9720" cy="18720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B1D308AC-05E5-C021-DEE9-F30619F2D7AF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3737520" y="3419804"/>
                <a:ext cx="2736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9252FECB-20D1-840D-E451-C2F468FFB1E7}"/>
                  </a:ext>
                </a:extLst>
              </p14:cNvPr>
              <p14:cNvContentPartPr/>
              <p14:nvPr/>
            </p14:nvContentPartPr>
            <p14:xfrm>
              <a:off x="3908880" y="3402164"/>
              <a:ext cx="141840" cy="410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9252FECB-20D1-840D-E451-C2F468FFB1E7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3899880" y="3393524"/>
                <a:ext cx="15948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9AD34160-376F-E176-9519-880983995C62}"/>
                  </a:ext>
                </a:extLst>
              </p14:cNvPr>
              <p14:cNvContentPartPr/>
              <p14:nvPr/>
            </p14:nvContentPartPr>
            <p14:xfrm>
              <a:off x="3891240" y="3463004"/>
              <a:ext cx="156240" cy="1836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9AD34160-376F-E176-9519-880983995C62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882600" y="3454004"/>
                <a:ext cx="17388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164B3FCC-F8CD-F7DC-7E5A-AD7DD38B1637}"/>
                  </a:ext>
                </a:extLst>
              </p14:cNvPr>
              <p14:cNvContentPartPr/>
              <p14:nvPr/>
            </p14:nvContentPartPr>
            <p14:xfrm>
              <a:off x="4147560" y="3464804"/>
              <a:ext cx="106560" cy="13608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164B3FCC-F8CD-F7DC-7E5A-AD7DD38B1637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4138560" y="3455804"/>
                <a:ext cx="12420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85CF4A91-55F1-3684-6FE4-2A63B56F7912}"/>
                  </a:ext>
                </a:extLst>
              </p14:cNvPr>
              <p14:cNvContentPartPr/>
              <p14:nvPr/>
            </p14:nvContentPartPr>
            <p14:xfrm>
              <a:off x="1477800" y="4068884"/>
              <a:ext cx="137880" cy="20880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85CF4A91-55F1-3684-6FE4-2A63B56F7912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468800" y="4060244"/>
                <a:ext cx="15552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1E270B8D-1D01-B92C-8172-B730B52F7D2C}"/>
                  </a:ext>
                </a:extLst>
              </p14:cNvPr>
              <p14:cNvContentPartPr/>
              <p14:nvPr/>
            </p14:nvContentPartPr>
            <p14:xfrm>
              <a:off x="1506960" y="4189844"/>
              <a:ext cx="205560" cy="493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1E270B8D-1D01-B92C-8172-B730B52F7D2C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497960" y="4180844"/>
                <a:ext cx="22320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8BE01C53-B3BA-52B7-4DF6-296BE40DD77C}"/>
                  </a:ext>
                </a:extLst>
              </p14:cNvPr>
              <p14:cNvContentPartPr/>
              <p14:nvPr/>
            </p14:nvContentPartPr>
            <p14:xfrm>
              <a:off x="1795680" y="4111004"/>
              <a:ext cx="82800" cy="14112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8BE01C53-B3BA-52B7-4DF6-296BE40DD77C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786680" y="4102004"/>
                <a:ext cx="10044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8FA81E32-9BAF-B360-5DDD-21D626A7E81E}"/>
                  </a:ext>
                </a:extLst>
              </p14:cNvPr>
              <p14:cNvContentPartPr/>
              <p14:nvPr/>
            </p14:nvContentPartPr>
            <p14:xfrm>
              <a:off x="1811520" y="4055924"/>
              <a:ext cx="169560" cy="6444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8FA81E32-9BAF-B360-5DDD-21D626A7E81E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802520" y="4046924"/>
                <a:ext cx="18720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BB8A7C37-0ECE-D478-49F8-34D162BF9B64}"/>
                  </a:ext>
                </a:extLst>
              </p14:cNvPr>
              <p14:cNvContentPartPr/>
              <p14:nvPr/>
            </p14:nvContentPartPr>
            <p14:xfrm>
              <a:off x="3858480" y="3972404"/>
              <a:ext cx="122400" cy="1587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BB8A7C37-0ECE-D478-49F8-34D162BF9B64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849840" y="3963404"/>
                <a:ext cx="14004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E118B6DF-8CAC-E802-EAF9-E32852E729D1}"/>
                  </a:ext>
                </a:extLst>
              </p14:cNvPr>
              <p14:cNvContentPartPr/>
              <p14:nvPr/>
            </p14:nvContentPartPr>
            <p14:xfrm>
              <a:off x="3879360" y="3964124"/>
              <a:ext cx="205920" cy="3744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E118B6DF-8CAC-E802-EAF9-E32852E729D1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3870360" y="3955484"/>
                <a:ext cx="22356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31B79E07-8CAC-B69F-90D1-862F3B953E5D}"/>
                  </a:ext>
                </a:extLst>
              </p14:cNvPr>
              <p14:cNvContentPartPr/>
              <p14:nvPr/>
            </p14:nvContentPartPr>
            <p14:xfrm>
              <a:off x="4104360" y="3996524"/>
              <a:ext cx="133200" cy="13752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31B79E07-8CAC-B69F-90D1-862F3B953E5D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4095720" y="3987884"/>
                <a:ext cx="15084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455C87CB-423C-CF53-FAE4-29F2286DA858}"/>
                  </a:ext>
                </a:extLst>
              </p14:cNvPr>
              <p14:cNvContentPartPr/>
              <p14:nvPr/>
            </p14:nvContentPartPr>
            <p14:xfrm>
              <a:off x="1392840" y="4792844"/>
              <a:ext cx="220320" cy="1983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455C87CB-423C-CF53-FAE4-29F2286DA858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384200" y="4784204"/>
                <a:ext cx="2379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99AA2A72-1063-3F9F-CF9F-9BCDAFAE3CAD}"/>
                  </a:ext>
                </a:extLst>
              </p14:cNvPr>
              <p14:cNvContentPartPr/>
              <p14:nvPr/>
            </p14:nvContentPartPr>
            <p14:xfrm>
              <a:off x="1636200" y="4798964"/>
              <a:ext cx="131040" cy="18252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99AA2A72-1063-3F9F-CF9F-9BCDAFAE3CAD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627200" y="4789964"/>
                <a:ext cx="14868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610D86C3-68A5-F612-818D-80980BAECA9C}"/>
                  </a:ext>
                </a:extLst>
              </p14:cNvPr>
              <p14:cNvContentPartPr/>
              <p14:nvPr/>
            </p14:nvContentPartPr>
            <p14:xfrm>
              <a:off x="3810600" y="4617884"/>
              <a:ext cx="169920" cy="2019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610D86C3-68A5-F612-818D-80980BAECA9C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3801960" y="4608884"/>
                <a:ext cx="18756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9BA98FA3-FA0D-F475-77C1-D6391EDC2BDF}"/>
                  </a:ext>
                </a:extLst>
              </p14:cNvPr>
              <p14:cNvContentPartPr/>
              <p14:nvPr/>
            </p14:nvContentPartPr>
            <p14:xfrm>
              <a:off x="4027680" y="4636964"/>
              <a:ext cx="83520" cy="1332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9BA98FA3-FA0D-F475-77C1-D6391EDC2BDF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4018680" y="4627964"/>
                <a:ext cx="10116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D85D9E6C-A544-9A83-69CC-0EFA62BFEE0F}"/>
                  </a:ext>
                </a:extLst>
              </p14:cNvPr>
              <p14:cNvContentPartPr/>
              <p14:nvPr/>
            </p14:nvContentPartPr>
            <p14:xfrm>
              <a:off x="1504080" y="5550644"/>
              <a:ext cx="96480" cy="18936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D85D9E6C-A544-9A83-69CC-0EFA62BFEE0F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495440" y="5541644"/>
                <a:ext cx="11412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FD9F4AC1-BFC2-1CAB-6420-78E149A0875D}"/>
                  </a:ext>
                </a:extLst>
              </p14:cNvPr>
              <p14:cNvContentPartPr/>
              <p14:nvPr/>
            </p14:nvContentPartPr>
            <p14:xfrm>
              <a:off x="1514880" y="5651804"/>
              <a:ext cx="183240" cy="3996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FD9F4AC1-BFC2-1CAB-6420-78E149A0875D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505880" y="5642804"/>
                <a:ext cx="20088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7D5B1360-1B3A-D4DF-CFA6-BDAAC717D542}"/>
                  </a:ext>
                </a:extLst>
              </p14:cNvPr>
              <p14:cNvContentPartPr/>
              <p14:nvPr/>
            </p14:nvContentPartPr>
            <p14:xfrm>
              <a:off x="1725120" y="5589524"/>
              <a:ext cx="133560" cy="13500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7D5B1360-1B3A-D4DF-CFA6-BDAAC717D542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716480" y="5580884"/>
                <a:ext cx="15120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FA82E7BF-B313-0417-63B9-34A343FF8FFD}"/>
                  </a:ext>
                </a:extLst>
              </p14:cNvPr>
              <p14:cNvContentPartPr/>
              <p14:nvPr/>
            </p14:nvContentPartPr>
            <p14:xfrm>
              <a:off x="3821400" y="5326004"/>
              <a:ext cx="160920" cy="19944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FA82E7BF-B313-0417-63B9-34A343FF8FFD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3812400" y="5317364"/>
                <a:ext cx="17856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8676A7C0-2534-A346-3CEB-FD6DB730CFFF}"/>
                  </a:ext>
                </a:extLst>
              </p14:cNvPr>
              <p14:cNvContentPartPr/>
              <p14:nvPr/>
            </p14:nvContentPartPr>
            <p14:xfrm>
              <a:off x="4077000" y="5324204"/>
              <a:ext cx="213480" cy="20088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8676A7C0-2534-A346-3CEB-FD6DB730CFFF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4068360" y="5315204"/>
                <a:ext cx="23112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2FD8B99F-E3B9-4C1E-4ACC-A6BD9D1FC7DC}"/>
                  </a:ext>
                </a:extLst>
              </p14:cNvPr>
              <p14:cNvContentPartPr/>
              <p14:nvPr/>
            </p14:nvContentPartPr>
            <p14:xfrm>
              <a:off x="340560" y="6198644"/>
              <a:ext cx="69120" cy="14040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2FD8B99F-E3B9-4C1E-4ACC-A6BD9D1FC7DC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331560" y="6189644"/>
                <a:ext cx="8676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BEF005E6-1127-0690-7D77-91D92B05E037}"/>
                  </a:ext>
                </a:extLst>
              </p14:cNvPr>
              <p14:cNvContentPartPr/>
              <p14:nvPr/>
            </p14:nvContentPartPr>
            <p14:xfrm>
              <a:off x="290880" y="6347324"/>
              <a:ext cx="271440" cy="2070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BEF005E6-1127-0690-7D77-91D92B05E037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281880" y="6338684"/>
                <a:ext cx="28908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2B654BD2-A3D2-3344-915F-4A413901B34C}"/>
                  </a:ext>
                </a:extLst>
              </p14:cNvPr>
              <p14:cNvContentPartPr/>
              <p14:nvPr/>
            </p14:nvContentPartPr>
            <p14:xfrm>
              <a:off x="1308600" y="6288644"/>
              <a:ext cx="37440" cy="20988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2B654BD2-A3D2-3344-915F-4A413901B34C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1299960" y="6279644"/>
                <a:ext cx="5508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CF937C45-9A71-7CF5-23A7-F21A1742C9BB}"/>
                  </a:ext>
                </a:extLst>
              </p14:cNvPr>
              <p14:cNvContentPartPr/>
              <p14:nvPr/>
            </p14:nvContentPartPr>
            <p14:xfrm>
              <a:off x="1468440" y="6299804"/>
              <a:ext cx="156600" cy="25128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CF937C45-9A71-7CF5-23A7-F21A1742C9BB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1459440" y="6291164"/>
                <a:ext cx="17424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283F3B47-E57C-076A-E1B8-BA647EE52478}"/>
                  </a:ext>
                </a:extLst>
              </p14:cNvPr>
              <p14:cNvContentPartPr/>
              <p14:nvPr/>
            </p14:nvContentPartPr>
            <p14:xfrm>
              <a:off x="1701000" y="6359924"/>
              <a:ext cx="92520" cy="12564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283F3B47-E57C-076A-E1B8-BA647EE52478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692000" y="6350924"/>
                <a:ext cx="11016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EA38F4FE-C016-F026-D787-7833036E7C53}"/>
                  </a:ext>
                </a:extLst>
              </p14:cNvPr>
              <p14:cNvContentPartPr/>
              <p14:nvPr/>
            </p14:nvContentPartPr>
            <p14:xfrm>
              <a:off x="3774960" y="6181724"/>
              <a:ext cx="14040" cy="24156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EA38F4FE-C016-F026-D787-7833036E7C53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3766320" y="6172724"/>
                <a:ext cx="3168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3B0AE700-1CA8-A29B-09FF-4C6307841F84}"/>
                  </a:ext>
                </a:extLst>
              </p14:cNvPr>
              <p14:cNvContentPartPr/>
              <p14:nvPr/>
            </p14:nvContentPartPr>
            <p14:xfrm>
              <a:off x="3921480" y="6213764"/>
              <a:ext cx="135720" cy="19800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3B0AE700-1CA8-A29B-09FF-4C6307841F84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3912480" y="6204764"/>
                <a:ext cx="15336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C3FF82D2-8AAF-CEED-A751-B39835A994F1}"/>
                  </a:ext>
                </a:extLst>
              </p14:cNvPr>
              <p14:cNvContentPartPr/>
              <p14:nvPr/>
            </p14:nvContentPartPr>
            <p14:xfrm>
              <a:off x="4099680" y="6234644"/>
              <a:ext cx="121680" cy="16344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C3FF82D2-8AAF-CEED-A751-B39835A994F1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4091040" y="6226004"/>
                <a:ext cx="13932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27E78290-9A5A-F2F8-BABD-902AEAA99141}"/>
                  </a:ext>
                </a:extLst>
              </p14:cNvPr>
              <p14:cNvContentPartPr/>
              <p14:nvPr/>
            </p14:nvContentPartPr>
            <p14:xfrm>
              <a:off x="4116600" y="6177404"/>
              <a:ext cx="180720" cy="8208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27E78290-9A5A-F2F8-BABD-902AEAA99141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4107960" y="6168404"/>
                <a:ext cx="19836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72D8E09E-E0AE-42C2-9149-D8792A29B9C1}"/>
                  </a:ext>
                </a:extLst>
              </p14:cNvPr>
              <p14:cNvContentPartPr/>
              <p14:nvPr/>
            </p14:nvContentPartPr>
            <p14:xfrm>
              <a:off x="1692000" y="910604"/>
              <a:ext cx="217080" cy="15408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72D8E09E-E0AE-42C2-9149-D8792A29B9C1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683000" y="901604"/>
                <a:ext cx="23472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4F50D8C4-2F99-45E5-3BCD-9C12A5255151}"/>
                  </a:ext>
                </a:extLst>
              </p14:cNvPr>
              <p14:cNvContentPartPr/>
              <p14:nvPr/>
            </p14:nvContentPartPr>
            <p14:xfrm>
              <a:off x="1926360" y="960284"/>
              <a:ext cx="33840" cy="13968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4F50D8C4-2F99-45E5-3BCD-9C12A5255151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1917720" y="951644"/>
                <a:ext cx="5148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FEC7D3D3-5A22-6CF5-27C0-D4D256756D70}"/>
                  </a:ext>
                </a:extLst>
              </p14:cNvPr>
              <p14:cNvContentPartPr/>
              <p14:nvPr/>
            </p14:nvContentPartPr>
            <p14:xfrm>
              <a:off x="4016160" y="917444"/>
              <a:ext cx="180720" cy="12276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FEC7D3D3-5A22-6CF5-27C0-D4D256756D70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4007520" y="908804"/>
                <a:ext cx="19836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C1A8CDCF-732C-7B84-89E3-23E470D81086}"/>
                  </a:ext>
                </a:extLst>
              </p14:cNvPr>
              <p14:cNvContentPartPr/>
              <p14:nvPr/>
            </p14:nvContentPartPr>
            <p14:xfrm>
              <a:off x="4227840" y="1007084"/>
              <a:ext cx="122400" cy="11520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C1A8CDCF-732C-7B84-89E3-23E470D81086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4219200" y="998444"/>
                <a:ext cx="14004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27FF1882-23CA-43FA-1CE3-64A4CE1EB759}"/>
                  </a:ext>
                </a:extLst>
              </p14:cNvPr>
              <p14:cNvContentPartPr/>
              <p14:nvPr/>
            </p14:nvContentPartPr>
            <p14:xfrm>
              <a:off x="420840" y="2884844"/>
              <a:ext cx="52560" cy="10368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27FF1882-23CA-43FA-1CE3-64A4CE1EB759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412200" y="2876204"/>
                <a:ext cx="7020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7426B3A1-7146-9DE9-C3FB-C3F0A935B5E8}"/>
                  </a:ext>
                </a:extLst>
              </p14:cNvPr>
              <p14:cNvContentPartPr/>
              <p14:nvPr/>
            </p14:nvContentPartPr>
            <p14:xfrm>
              <a:off x="537840" y="2910764"/>
              <a:ext cx="25560" cy="8172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7426B3A1-7146-9DE9-C3FB-C3F0A935B5E8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528840" y="2902124"/>
                <a:ext cx="4320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83304D2D-B52D-F46C-CB42-52B65394CEB5}"/>
                  </a:ext>
                </a:extLst>
              </p14:cNvPr>
              <p14:cNvContentPartPr/>
              <p14:nvPr/>
            </p14:nvContentPartPr>
            <p14:xfrm>
              <a:off x="481680" y="2940284"/>
              <a:ext cx="80280" cy="15264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83304D2D-B52D-F46C-CB42-52B65394CEB5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472680" y="2931644"/>
                <a:ext cx="9792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870ECB2C-02F4-5D21-F04A-29B54708D6DC}"/>
                  </a:ext>
                </a:extLst>
              </p14:cNvPr>
              <p14:cNvContentPartPr/>
              <p14:nvPr/>
            </p14:nvContentPartPr>
            <p14:xfrm>
              <a:off x="708480" y="2871524"/>
              <a:ext cx="2520" cy="11772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870ECB2C-02F4-5D21-F04A-29B54708D6DC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99840" y="2862524"/>
                <a:ext cx="2016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5515419E-B8C0-04DB-A7ED-CB9160983E7C}"/>
                  </a:ext>
                </a:extLst>
              </p14:cNvPr>
              <p14:cNvContentPartPr/>
              <p14:nvPr/>
            </p14:nvContentPartPr>
            <p14:xfrm>
              <a:off x="353160" y="3493604"/>
              <a:ext cx="108720" cy="11808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5515419E-B8C0-04DB-A7ED-CB9160983E7C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344520" y="3484964"/>
                <a:ext cx="12636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12920382-DA05-8C06-EDCD-FFDE07C284BA}"/>
                  </a:ext>
                </a:extLst>
              </p14:cNvPr>
              <p14:cNvContentPartPr/>
              <p14:nvPr/>
            </p14:nvContentPartPr>
            <p14:xfrm>
              <a:off x="348120" y="3637244"/>
              <a:ext cx="161280" cy="1281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12920382-DA05-8C06-EDCD-FFDE07C284BA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339120" y="3628244"/>
                <a:ext cx="17892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6BA4A45B-F7A6-390A-E627-2AC63EB1E9D2}"/>
                  </a:ext>
                </a:extLst>
              </p14:cNvPr>
              <p14:cNvContentPartPr/>
              <p14:nvPr/>
            </p14:nvContentPartPr>
            <p14:xfrm>
              <a:off x="444240" y="3696284"/>
              <a:ext cx="131760" cy="13104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6BA4A45B-F7A6-390A-E627-2AC63EB1E9D2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435240" y="3687284"/>
                <a:ext cx="14940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A0E2716C-AD2F-4345-9D91-C5EC606EFCC0}"/>
                  </a:ext>
                </a:extLst>
              </p14:cNvPr>
              <p14:cNvContentPartPr/>
              <p14:nvPr/>
            </p14:nvContentPartPr>
            <p14:xfrm>
              <a:off x="673200" y="3648404"/>
              <a:ext cx="122040" cy="15012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A0E2716C-AD2F-4345-9D91-C5EC606EFCC0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664200" y="3639404"/>
                <a:ext cx="13968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268F9141-93A9-085E-1D3C-6597085606CC}"/>
                  </a:ext>
                </a:extLst>
              </p14:cNvPr>
              <p14:cNvContentPartPr/>
              <p14:nvPr/>
            </p14:nvContentPartPr>
            <p14:xfrm>
              <a:off x="360000" y="4139804"/>
              <a:ext cx="136080" cy="12312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268F9141-93A9-085E-1D3C-6597085606CC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351000" y="4130804"/>
                <a:ext cx="15372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80F083B0-B29E-ACB7-FE47-2BA0D82FD109}"/>
                  </a:ext>
                </a:extLst>
              </p14:cNvPr>
              <p14:cNvContentPartPr/>
              <p14:nvPr/>
            </p14:nvContentPartPr>
            <p14:xfrm>
              <a:off x="368640" y="4212164"/>
              <a:ext cx="154440" cy="15768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80F083B0-B29E-ACB7-FE47-2BA0D82FD109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360000" y="4203164"/>
                <a:ext cx="17208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CCB8021B-DA0B-2670-0941-5EEFCA7BA101}"/>
                  </a:ext>
                </a:extLst>
              </p14:cNvPr>
              <p14:cNvContentPartPr/>
              <p14:nvPr/>
            </p14:nvContentPartPr>
            <p14:xfrm>
              <a:off x="400680" y="4329884"/>
              <a:ext cx="133560" cy="15876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CCB8021B-DA0B-2670-0941-5EEFCA7BA101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392040" y="4321244"/>
                <a:ext cx="15120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A30603AE-B930-9736-B910-59EEA423E5B9}"/>
                  </a:ext>
                </a:extLst>
              </p14:cNvPr>
              <p14:cNvContentPartPr/>
              <p14:nvPr/>
            </p14:nvContentPartPr>
            <p14:xfrm>
              <a:off x="641520" y="4227284"/>
              <a:ext cx="93960" cy="15696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A30603AE-B930-9736-B910-59EEA423E5B9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632520" y="4218644"/>
                <a:ext cx="11160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784A8428-344C-4664-9767-573566B4218C}"/>
                  </a:ext>
                </a:extLst>
              </p14:cNvPr>
              <p14:cNvContentPartPr/>
              <p14:nvPr/>
            </p14:nvContentPartPr>
            <p14:xfrm>
              <a:off x="357120" y="4817684"/>
              <a:ext cx="153000" cy="12060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784A8428-344C-4664-9767-573566B4218C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348480" y="4809044"/>
                <a:ext cx="17064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97FC6889-E6DF-3DD0-552F-759943D437DA}"/>
                  </a:ext>
                </a:extLst>
              </p14:cNvPr>
              <p14:cNvContentPartPr/>
              <p14:nvPr/>
            </p14:nvContentPartPr>
            <p14:xfrm>
              <a:off x="365040" y="4913804"/>
              <a:ext cx="225000" cy="26964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97FC6889-E6DF-3DD0-552F-759943D437DA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356040" y="4904804"/>
                <a:ext cx="24264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F8B4671F-F519-1FE1-4BCC-00BBB0D73AA6}"/>
                  </a:ext>
                </a:extLst>
              </p14:cNvPr>
              <p14:cNvContentPartPr/>
              <p14:nvPr/>
            </p14:nvContentPartPr>
            <p14:xfrm>
              <a:off x="618840" y="4917764"/>
              <a:ext cx="96120" cy="19224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F8B4671F-F519-1FE1-4BCC-00BBB0D73AA6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609840" y="4909124"/>
                <a:ext cx="11376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1AA848C7-48EE-0E58-C3B9-FED61D9FAFC5}"/>
                  </a:ext>
                </a:extLst>
              </p14:cNvPr>
              <p14:cNvContentPartPr/>
              <p14:nvPr/>
            </p14:nvContentPartPr>
            <p14:xfrm>
              <a:off x="374760" y="5499164"/>
              <a:ext cx="114480" cy="13500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1AA848C7-48EE-0E58-C3B9-FED61D9FAFC5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366120" y="5490524"/>
                <a:ext cx="13212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6B0EB3B1-CD6C-F60C-C4EF-EF7851E1CC55}"/>
                  </a:ext>
                </a:extLst>
              </p14:cNvPr>
              <p14:cNvContentPartPr/>
              <p14:nvPr/>
            </p14:nvContentPartPr>
            <p14:xfrm>
              <a:off x="380520" y="5605724"/>
              <a:ext cx="59400" cy="12096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6B0EB3B1-CD6C-F60C-C4EF-EF7851E1CC55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371880" y="5597084"/>
                <a:ext cx="7704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3D27CF66-B21A-981F-2CA4-49B4F9456680}"/>
                  </a:ext>
                </a:extLst>
              </p14:cNvPr>
              <p14:cNvContentPartPr/>
              <p14:nvPr/>
            </p14:nvContentPartPr>
            <p14:xfrm>
              <a:off x="408240" y="5672324"/>
              <a:ext cx="155880" cy="17424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3D27CF66-B21A-981F-2CA4-49B4F9456680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399240" y="5663684"/>
                <a:ext cx="17352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24D56F8B-D4DD-3E46-A03F-CE6C25EFFE9E}"/>
                  </a:ext>
                </a:extLst>
              </p14:cNvPr>
              <p14:cNvContentPartPr/>
              <p14:nvPr/>
            </p14:nvContentPartPr>
            <p14:xfrm>
              <a:off x="594000" y="5647124"/>
              <a:ext cx="61560" cy="1123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24D56F8B-D4DD-3E46-A03F-CE6C25EFFE9E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585360" y="5638124"/>
                <a:ext cx="7920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CB18623E-97BD-7E76-63BC-10D7C39BE25A}"/>
                  </a:ext>
                </a:extLst>
              </p14:cNvPr>
              <p14:cNvContentPartPr/>
              <p14:nvPr/>
            </p14:nvContentPartPr>
            <p14:xfrm>
              <a:off x="648360" y="5562164"/>
              <a:ext cx="76320" cy="7416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CB18623E-97BD-7E76-63BC-10D7C39BE25A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639360" y="5553524"/>
                <a:ext cx="9396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DD62B735-74D7-50C0-43B4-CF9246129618}"/>
                  </a:ext>
                </a:extLst>
              </p14:cNvPr>
              <p14:cNvContentPartPr/>
              <p14:nvPr/>
            </p14:nvContentPartPr>
            <p14:xfrm>
              <a:off x="605520" y="6342644"/>
              <a:ext cx="70200" cy="1458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DD62B735-74D7-50C0-43B4-CF9246129618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596880" y="6334004"/>
                <a:ext cx="8784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37B1E4C5-3630-C104-EA29-1E1061580954}"/>
                  </a:ext>
                </a:extLst>
              </p14:cNvPr>
              <p14:cNvContentPartPr/>
              <p14:nvPr/>
            </p14:nvContentPartPr>
            <p14:xfrm>
              <a:off x="6000840" y="1431524"/>
              <a:ext cx="171360" cy="28404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37B1E4C5-3630-C104-EA29-1E1061580954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5992200" y="1422524"/>
                <a:ext cx="18900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7F311D5A-1E55-2ACD-19BD-607B5A732164}"/>
                  </a:ext>
                </a:extLst>
              </p14:cNvPr>
              <p14:cNvContentPartPr/>
              <p14:nvPr/>
            </p14:nvContentPartPr>
            <p14:xfrm>
              <a:off x="6211800" y="1543484"/>
              <a:ext cx="286200" cy="11232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7F311D5A-1E55-2ACD-19BD-607B5A732164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6202800" y="1534844"/>
                <a:ext cx="30384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1E3CA4BC-1190-F449-28CB-9FE8ABABF70F}"/>
                  </a:ext>
                </a:extLst>
              </p14:cNvPr>
              <p14:cNvContentPartPr/>
              <p14:nvPr/>
            </p14:nvContentPartPr>
            <p14:xfrm>
              <a:off x="6510600" y="1497764"/>
              <a:ext cx="102240" cy="11124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1E3CA4BC-1190-F449-28CB-9FE8ABABF70F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6501960" y="1489124"/>
                <a:ext cx="11988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9FDAB8B0-DADB-3FA6-3B6B-E1C291A95E93}"/>
                  </a:ext>
                </a:extLst>
              </p14:cNvPr>
              <p14:cNvContentPartPr/>
              <p14:nvPr/>
            </p14:nvContentPartPr>
            <p14:xfrm>
              <a:off x="6654600" y="1436564"/>
              <a:ext cx="44280" cy="19332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9FDAB8B0-DADB-3FA6-3B6B-E1C291A95E93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6645960" y="1427924"/>
                <a:ext cx="6192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D8CC0AE3-189B-87D6-5669-8B9ED4379524}"/>
                  </a:ext>
                </a:extLst>
              </p14:cNvPr>
              <p14:cNvContentPartPr/>
              <p14:nvPr/>
            </p14:nvContentPartPr>
            <p14:xfrm>
              <a:off x="6634080" y="1503884"/>
              <a:ext cx="84600" cy="5220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D8CC0AE3-189B-87D6-5669-8B9ED4379524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6625080" y="1494884"/>
                <a:ext cx="10224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8F0104B6-BFE0-DA13-E064-5E6459EFBDC7}"/>
                  </a:ext>
                </a:extLst>
              </p14:cNvPr>
              <p14:cNvContentPartPr/>
              <p14:nvPr/>
            </p14:nvContentPartPr>
            <p14:xfrm>
              <a:off x="6735240" y="1475084"/>
              <a:ext cx="122760" cy="11520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8F0104B6-BFE0-DA13-E064-5E6459EFBDC7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6726600" y="1466444"/>
                <a:ext cx="14040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7636FAC4-50BA-50A2-7740-1C611D1F30EA}"/>
                  </a:ext>
                </a:extLst>
              </p14:cNvPr>
              <p14:cNvContentPartPr/>
              <p14:nvPr/>
            </p14:nvContentPartPr>
            <p14:xfrm>
              <a:off x="6950520" y="1413884"/>
              <a:ext cx="149760" cy="23508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7636FAC4-50BA-50A2-7740-1C611D1F30EA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6941880" y="1405244"/>
                <a:ext cx="16740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ECF06B79-5CAF-8855-AA49-ABF3F25E1052}"/>
                  </a:ext>
                </a:extLst>
              </p14:cNvPr>
              <p14:cNvContentPartPr/>
              <p14:nvPr/>
            </p14:nvContentPartPr>
            <p14:xfrm>
              <a:off x="5923080" y="1837964"/>
              <a:ext cx="199080" cy="20664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ECF06B79-5CAF-8855-AA49-ABF3F25E1052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5914440" y="1829324"/>
                <a:ext cx="21672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38FAE980-9456-5930-97F5-7B17AC254C56}"/>
                  </a:ext>
                </a:extLst>
              </p14:cNvPr>
              <p14:cNvContentPartPr/>
              <p14:nvPr/>
            </p14:nvContentPartPr>
            <p14:xfrm>
              <a:off x="6143040" y="1894844"/>
              <a:ext cx="24840" cy="20196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38FAE980-9456-5930-97F5-7B17AC254C56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6134400" y="1885844"/>
                <a:ext cx="4248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BEF1F056-3B86-37B5-D8DA-76C865A254AD}"/>
                  </a:ext>
                </a:extLst>
              </p14:cNvPr>
              <p14:cNvContentPartPr/>
              <p14:nvPr/>
            </p14:nvContentPartPr>
            <p14:xfrm>
              <a:off x="6145560" y="1901324"/>
              <a:ext cx="76320" cy="11268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BEF1F056-3B86-37B5-D8DA-76C865A254AD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6136920" y="1892324"/>
                <a:ext cx="9396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21095AC7-5AF0-C8C0-6D00-74A7265C273D}"/>
                  </a:ext>
                </a:extLst>
              </p14:cNvPr>
              <p14:cNvContentPartPr/>
              <p14:nvPr/>
            </p14:nvContentPartPr>
            <p14:xfrm>
              <a:off x="6218640" y="1855244"/>
              <a:ext cx="535320" cy="15228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21095AC7-5AF0-C8C0-6D00-74A7265C273D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6209640" y="1846604"/>
                <a:ext cx="55296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20367157-74A0-87F4-98F0-CDF4AFF0E5BD}"/>
                  </a:ext>
                </a:extLst>
              </p14:cNvPr>
              <p14:cNvContentPartPr/>
              <p14:nvPr/>
            </p14:nvContentPartPr>
            <p14:xfrm>
              <a:off x="6737400" y="1847684"/>
              <a:ext cx="320760" cy="26172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20367157-74A0-87F4-98F0-CDF4AFF0E5BD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6728760" y="1839044"/>
                <a:ext cx="33840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15231051-3440-7B3E-5140-0D421DFC00D5}"/>
                  </a:ext>
                </a:extLst>
              </p14:cNvPr>
              <p14:cNvContentPartPr/>
              <p14:nvPr/>
            </p14:nvContentPartPr>
            <p14:xfrm>
              <a:off x="6226200" y="2194004"/>
              <a:ext cx="133920" cy="23436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15231051-3440-7B3E-5140-0D421DFC00D5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6217200" y="2185364"/>
                <a:ext cx="15156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F07B4A0B-2D40-FB72-686B-F9DEBE1AA8B4}"/>
                  </a:ext>
                </a:extLst>
              </p14:cNvPr>
              <p14:cNvContentPartPr/>
              <p14:nvPr/>
            </p14:nvContentPartPr>
            <p14:xfrm>
              <a:off x="6129720" y="2256644"/>
              <a:ext cx="546840" cy="13104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F07B4A0B-2D40-FB72-686B-F9DEBE1AA8B4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6120720" y="2247644"/>
                <a:ext cx="56448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3D9197AB-2983-E9D3-6167-75C32F721F9A}"/>
                  </a:ext>
                </a:extLst>
              </p14:cNvPr>
              <p14:cNvContentPartPr/>
              <p14:nvPr/>
            </p14:nvContentPartPr>
            <p14:xfrm>
              <a:off x="6688080" y="2289044"/>
              <a:ext cx="59400" cy="8568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3D9197AB-2983-E9D3-6167-75C32F721F9A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6679440" y="2280044"/>
                <a:ext cx="7704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685EB514-0F26-9515-28EA-01A3F50E4B23}"/>
                  </a:ext>
                </a:extLst>
              </p14:cNvPr>
              <p14:cNvContentPartPr/>
              <p14:nvPr/>
            </p14:nvContentPartPr>
            <p14:xfrm>
              <a:off x="6784200" y="2205164"/>
              <a:ext cx="315000" cy="17460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685EB514-0F26-9515-28EA-01A3F50E4B23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6775200" y="2196524"/>
                <a:ext cx="33264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46A73926-F6FA-8691-1412-0DC836E15DFB}"/>
                  </a:ext>
                </a:extLst>
              </p14:cNvPr>
              <p14:cNvContentPartPr/>
              <p14:nvPr/>
            </p14:nvContentPartPr>
            <p14:xfrm>
              <a:off x="7086240" y="2275364"/>
              <a:ext cx="65160" cy="3852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46A73926-F6FA-8691-1412-0DC836E15DFB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7077600" y="2266364"/>
                <a:ext cx="8280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3414B302-8D76-847E-53FA-27D704F700B6}"/>
                  </a:ext>
                </a:extLst>
              </p14:cNvPr>
              <p14:cNvContentPartPr/>
              <p14:nvPr/>
            </p14:nvContentPartPr>
            <p14:xfrm>
              <a:off x="5535000" y="1159724"/>
              <a:ext cx="2539440" cy="549540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3414B302-8D76-847E-53FA-27D704F700B6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5526000" y="1150724"/>
                <a:ext cx="2557080" cy="55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FB8BE747-63F5-ABD5-1B0D-F60258B00C2D}"/>
                  </a:ext>
                </a:extLst>
              </p14:cNvPr>
              <p14:cNvContentPartPr/>
              <p14:nvPr/>
            </p14:nvContentPartPr>
            <p14:xfrm>
              <a:off x="5464440" y="2489924"/>
              <a:ext cx="2076480" cy="13500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FB8BE747-63F5-ABD5-1B0D-F60258B00C2D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5455800" y="2480924"/>
                <a:ext cx="209412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57425A60-A81A-A633-0ED6-B229C358541C}"/>
                  </a:ext>
                </a:extLst>
              </p14:cNvPr>
              <p14:cNvContentPartPr/>
              <p14:nvPr/>
            </p14:nvContentPartPr>
            <p14:xfrm>
              <a:off x="6342480" y="962444"/>
              <a:ext cx="195840" cy="12060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57425A60-A81A-A633-0ED6-B229C358541C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6333480" y="953444"/>
                <a:ext cx="21348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7D051416-1780-60F5-9877-298EEAAFA906}"/>
                  </a:ext>
                </a:extLst>
              </p14:cNvPr>
              <p14:cNvContentPartPr/>
              <p14:nvPr/>
            </p14:nvContentPartPr>
            <p14:xfrm>
              <a:off x="6574680" y="1006364"/>
              <a:ext cx="100080" cy="16416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7D051416-1780-60F5-9877-298EEAAFA906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6566040" y="997724"/>
                <a:ext cx="11772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9FB2D79B-292C-EA2E-E674-74200A7910FF}"/>
                  </a:ext>
                </a:extLst>
              </p14:cNvPr>
              <p14:cNvContentPartPr/>
              <p14:nvPr/>
            </p14:nvContentPartPr>
            <p14:xfrm>
              <a:off x="6407640" y="2661644"/>
              <a:ext cx="172440" cy="20880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9FB2D79B-292C-EA2E-E674-74200A7910FF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6399000" y="2653004"/>
                <a:ext cx="19008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40ADB66A-22C0-1FDB-39CB-84C1599D1C45}"/>
                  </a:ext>
                </a:extLst>
              </p14:cNvPr>
              <p14:cNvContentPartPr/>
              <p14:nvPr/>
            </p14:nvContentPartPr>
            <p14:xfrm>
              <a:off x="6633720" y="2721044"/>
              <a:ext cx="143640" cy="17964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40ADB66A-22C0-1FDB-39CB-84C1599D1C45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6625080" y="2712404"/>
                <a:ext cx="16128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5584771E-B4E0-0FE0-5D1C-2704D6194309}"/>
                  </a:ext>
                </a:extLst>
              </p14:cNvPr>
              <p14:cNvContentPartPr/>
              <p14:nvPr/>
            </p14:nvContentPartPr>
            <p14:xfrm>
              <a:off x="6400800" y="3331964"/>
              <a:ext cx="33840" cy="18756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5584771E-B4E0-0FE0-5D1C-2704D6194309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6391800" y="3323324"/>
                <a:ext cx="5148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D465E75F-788E-B1AF-88E2-0DBD7265BDEB}"/>
                  </a:ext>
                </a:extLst>
              </p14:cNvPr>
              <p14:cNvContentPartPr/>
              <p14:nvPr/>
            </p14:nvContentPartPr>
            <p14:xfrm>
              <a:off x="6527520" y="3366164"/>
              <a:ext cx="150480" cy="15984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D465E75F-788E-B1AF-88E2-0DBD7265BDEB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6518880" y="3357524"/>
                <a:ext cx="168120" cy="1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38C6BCDA-7D8C-E050-7CBA-39CE45FFCD24}"/>
                  </a:ext>
                </a:extLst>
              </p14:cNvPr>
              <p14:cNvContentPartPr/>
              <p14:nvPr/>
            </p14:nvContentPartPr>
            <p14:xfrm>
              <a:off x="6773400" y="3350324"/>
              <a:ext cx="127440" cy="13896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38C6BCDA-7D8C-E050-7CBA-39CE45FFCD24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6764400" y="3341684"/>
                <a:ext cx="14508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D707644C-7149-4A65-7DFC-80D8F83FAF90}"/>
                  </a:ext>
                </a:extLst>
              </p14:cNvPr>
              <p14:cNvContentPartPr/>
              <p14:nvPr/>
            </p14:nvContentPartPr>
            <p14:xfrm>
              <a:off x="6510960" y="3813284"/>
              <a:ext cx="122760" cy="19764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D707644C-7149-4A65-7DFC-80D8F83FAF90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6501960" y="3804644"/>
                <a:ext cx="14040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024FC218-4571-16D8-1340-0989CAF72D41}"/>
                  </a:ext>
                </a:extLst>
              </p14:cNvPr>
              <p14:cNvContentPartPr/>
              <p14:nvPr/>
            </p14:nvContentPartPr>
            <p14:xfrm>
              <a:off x="6717600" y="3870524"/>
              <a:ext cx="86400" cy="12024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024FC218-4571-16D8-1340-0989CAF72D41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6708600" y="3861884"/>
                <a:ext cx="10404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F12FF0EB-B588-0ED8-B7E3-547C31339EC1}"/>
                  </a:ext>
                </a:extLst>
              </p14:cNvPr>
              <p14:cNvContentPartPr/>
              <p14:nvPr/>
            </p14:nvContentPartPr>
            <p14:xfrm>
              <a:off x="6481800" y="4491524"/>
              <a:ext cx="153720" cy="23472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F12FF0EB-B588-0ED8-B7E3-547C31339EC1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6473160" y="4482524"/>
                <a:ext cx="17136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A5085A77-1BC5-D2CD-6A96-F42CF289BF8C}"/>
                  </a:ext>
                </a:extLst>
              </p14:cNvPr>
              <p14:cNvContentPartPr/>
              <p14:nvPr/>
            </p14:nvContentPartPr>
            <p14:xfrm>
              <a:off x="6758280" y="4587644"/>
              <a:ext cx="31320" cy="14292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A5085A77-1BC5-D2CD-6A96-F42CF289BF8C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6749640" y="4578644"/>
                <a:ext cx="4896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4FF3B3F8-3E88-C777-A5CA-4C70A11AD37E}"/>
                  </a:ext>
                </a:extLst>
              </p14:cNvPr>
              <p14:cNvContentPartPr/>
              <p14:nvPr/>
            </p14:nvContentPartPr>
            <p14:xfrm>
              <a:off x="6442200" y="5049884"/>
              <a:ext cx="162000" cy="23112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4FF3B3F8-3E88-C777-A5CA-4C70A11AD37E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6433200" y="5040884"/>
                <a:ext cx="17964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71866147-3CAF-E63D-6B0B-B0805707A380}"/>
                  </a:ext>
                </a:extLst>
              </p14:cNvPr>
              <p14:cNvContentPartPr/>
              <p14:nvPr/>
            </p14:nvContentPartPr>
            <p14:xfrm>
              <a:off x="6462360" y="5168324"/>
              <a:ext cx="191520" cy="2448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71866147-3CAF-E63D-6B0B-B0805707A380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6453360" y="5159324"/>
                <a:ext cx="20916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B3340847-9996-220C-F002-DF90B281DA73}"/>
                  </a:ext>
                </a:extLst>
              </p14:cNvPr>
              <p14:cNvContentPartPr/>
              <p14:nvPr/>
            </p14:nvContentPartPr>
            <p14:xfrm>
              <a:off x="6720120" y="5115044"/>
              <a:ext cx="99720" cy="16524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B3340847-9996-220C-F002-DF90B281DA73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6711120" y="5106404"/>
                <a:ext cx="11736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CAF7E045-0D70-D0BA-64AD-D02F84750477}"/>
                  </a:ext>
                </a:extLst>
              </p14:cNvPr>
              <p14:cNvContentPartPr/>
              <p14:nvPr/>
            </p14:nvContentPartPr>
            <p14:xfrm>
              <a:off x="6779520" y="5088044"/>
              <a:ext cx="154800" cy="4680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CAF7E045-0D70-D0BA-64AD-D02F84750477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6770880" y="5079404"/>
                <a:ext cx="17244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F56CD347-82A8-5537-E41C-9F9B27B3583D}"/>
                  </a:ext>
                </a:extLst>
              </p14:cNvPr>
              <p14:cNvContentPartPr/>
              <p14:nvPr/>
            </p14:nvContentPartPr>
            <p14:xfrm>
              <a:off x="6467400" y="6057524"/>
              <a:ext cx="24840" cy="22896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F56CD347-82A8-5537-E41C-9F9B27B3583D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6458400" y="6048884"/>
                <a:ext cx="4248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98AC8DE7-E014-7E51-6B9E-68E14E270006}"/>
                  </a:ext>
                </a:extLst>
              </p14:cNvPr>
              <p14:cNvContentPartPr/>
              <p14:nvPr/>
            </p14:nvContentPartPr>
            <p14:xfrm>
              <a:off x="6584400" y="6124844"/>
              <a:ext cx="164880" cy="18180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98AC8DE7-E014-7E51-6B9E-68E14E270006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6575760" y="6115844"/>
                <a:ext cx="18252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6AF20435-8DFC-7291-5E44-CC65963E7DF1}"/>
                  </a:ext>
                </a:extLst>
              </p14:cNvPr>
              <p14:cNvContentPartPr/>
              <p14:nvPr/>
            </p14:nvContentPartPr>
            <p14:xfrm>
              <a:off x="6792840" y="6139244"/>
              <a:ext cx="120960" cy="15660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6AF20435-8DFC-7291-5E44-CC65963E7DF1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6784200" y="6130244"/>
                <a:ext cx="13860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0A2D09C6-049E-BE5C-9C40-14214F843D42}"/>
                  </a:ext>
                </a:extLst>
              </p14:cNvPr>
              <p14:cNvContentPartPr/>
              <p14:nvPr/>
            </p14:nvContentPartPr>
            <p14:xfrm>
              <a:off x="6832440" y="6187844"/>
              <a:ext cx="209520" cy="6804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0A2D09C6-049E-BE5C-9C40-14214F843D42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6823440" y="6178844"/>
                <a:ext cx="22716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2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E690CFF8-B118-EC32-0028-DE17F22C0C06}"/>
                  </a:ext>
                </a:extLst>
              </p14:cNvPr>
              <p14:cNvContentPartPr/>
              <p14:nvPr/>
            </p14:nvContentPartPr>
            <p14:xfrm>
              <a:off x="6837480" y="6067244"/>
              <a:ext cx="262440" cy="8460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E690CFF8-B118-EC32-0028-DE17F22C0C06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6828480" y="6058244"/>
                <a:ext cx="28008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C5B3D570-6595-0B9D-F3B9-3593B7367BF1}"/>
                  </a:ext>
                </a:extLst>
              </p14:cNvPr>
              <p14:cNvContentPartPr/>
              <p14:nvPr/>
            </p14:nvContentPartPr>
            <p14:xfrm>
              <a:off x="6809040" y="6163724"/>
              <a:ext cx="282960" cy="24012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C5B3D570-6595-0B9D-F3B9-3593B7367BF1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6800400" y="6155084"/>
                <a:ext cx="30060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84793B65-18F0-2A19-FDF8-49BAAF8EF284}"/>
                  </a:ext>
                </a:extLst>
              </p14:cNvPr>
              <p14:cNvContentPartPr/>
              <p14:nvPr/>
            </p14:nvContentPartPr>
            <p14:xfrm>
              <a:off x="6847560" y="6160124"/>
              <a:ext cx="186480" cy="21960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84793B65-18F0-2A19-FDF8-49BAAF8EF284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6838560" y="6151484"/>
                <a:ext cx="20412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FCEDA54A-5A3E-9934-B7B9-F3AE3EB9E7EC}"/>
                  </a:ext>
                </a:extLst>
              </p14:cNvPr>
              <p14:cNvContentPartPr/>
              <p14:nvPr/>
            </p14:nvContentPartPr>
            <p14:xfrm>
              <a:off x="6907320" y="6066884"/>
              <a:ext cx="225000" cy="7236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FCEDA54A-5A3E-9934-B7B9-F3AE3EB9E7EC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6898320" y="6057884"/>
                <a:ext cx="24264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89EAA8D2-49AB-37A9-DF8C-219B34E643FD}"/>
                  </a:ext>
                </a:extLst>
              </p14:cNvPr>
              <p14:cNvContentPartPr/>
              <p14:nvPr/>
            </p14:nvContentPartPr>
            <p14:xfrm>
              <a:off x="8638200" y="2736360"/>
              <a:ext cx="360" cy="36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89EAA8D2-49AB-37A9-DF8C-219B34E643F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29560" y="272772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1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A96C7B95-829B-BA19-A259-A143E233DC6B}"/>
                  </a:ext>
                </a:extLst>
              </p14:cNvPr>
              <p14:cNvContentPartPr/>
              <p14:nvPr/>
            </p14:nvContentPartPr>
            <p14:xfrm>
              <a:off x="8535960" y="766244"/>
              <a:ext cx="214560" cy="13176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A96C7B95-829B-BA19-A259-A143E233DC6B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8526960" y="757244"/>
                <a:ext cx="23220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3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36DD76E8-B0F2-31E9-53D6-DD266A660DC1}"/>
                  </a:ext>
                </a:extLst>
              </p14:cNvPr>
              <p14:cNvContentPartPr/>
              <p14:nvPr/>
            </p14:nvContentPartPr>
            <p14:xfrm>
              <a:off x="8793360" y="847964"/>
              <a:ext cx="100440" cy="19656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36DD76E8-B0F2-31E9-53D6-DD266A660DC1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8784720" y="839324"/>
                <a:ext cx="118080" cy="21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1" name="Group 210">
            <a:extLst>
              <a:ext uri="{FF2B5EF4-FFF2-40B4-BE49-F238E27FC236}">
                <a16:creationId xmlns:a16="http://schemas.microsoft.com/office/drawing/2014/main" id="{9A486589-C7C5-C07B-EF47-162B15B32382}"/>
              </a:ext>
            </a:extLst>
          </p:cNvPr>
          <p:cNvGrpSpPr/>
          <p:nvPr/>
        </p:nvGrpSpPr>
        <p:grpSpPr>
          <a:xfrm>
            <a:off x="7480080" y="1147484"/>
            <a:ext cx="2578320" cy="5331600"/>
            <a:chOff x="7480080" y="1147484"/>
            <a:chExt cx="2578320" cy="533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1700428B-598F-2013-8A35-2D7615FD7C68}"/>
                    </a:ext>
                  </a:extLst>
                </p14:cNvPr>
                <p14:cNvContentPartPr/>
                <p14:nvPr/>
              </p14:nvContentPartPr>
              <p14:xfrm>
                <a:off x="8186760" y="1254404"/>
                <a:ext cx="227520" cy="3369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1700428B-598F-2013-8A35-2D7615FD7C68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8178120" y="1245404"/>
                  <a:ext cx="24516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31402AD3-336F-E0A8-5F32-7727321BAADC}"/>
                    </a:ext>
                  </a:extLst>
                </p14:cNvPr>
                <p14:cNvContentPartPr/>
                <p14:nvPr/>
              </p14:nvContentPartPr>
              <p14:xfrm>
                <a:off x="8484120" y="1381844"/>
                <a:ext cx="145440" cy="1461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31402AD3-336F-E0A8-5F32-7727321BAADC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8475480" y="1372844"/>
                  <a:ext cx="1630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59A64D11-A43C-27FD-E4AC-BE1D6BC993D1}"/>
                    </a:ext>
                  </a:extLst>
                </p14:cNvPr>
                <p14:cNvContentPartPr/>
                <p14:nvPr/>
              </p14:nvContentPartPr>
              <p14:xfrm>
                <a:off x="8654400" y="1415324"/>
                <a:ext cx="91080" cy="1260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59A64D11-A43C-27FD-E4AC-BE1D6BC993D1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8645760" y="1406684"/>
                  <a:ext cx="1087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D8865A2-B061-C748-76C0-F520C7A2F5F1}"/>
                    </a:ext>
                  </a:extLst>
                </p14:cNvPr>
                <p14:cNvContentPartPr/>
                <p14:nvPr/>
              </p14:nvContentPartPr>
              <p14:xfrm>
                <a:off x="8784000" y="1413524"/>
                <a:ext cx="176400" cy="1058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D8865A2-B061-C748-76C0-F520C7A2F5F1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8775360" y="1404884"/>
                  <a:ext cx="1940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C78CB7CD-0B71-F9C8-1CDE-9A62CB6A7473}"/>
                    </a:ext>
                  </a:extLst>
                </p14:cNvPr>
                <p14:cNvContentPartPr/>
                <p14:nvPr/>
              </p14:nvContentPartPr>
              <p14:xfrm>
                <a:off x="9006480" y="1320644"/>
                <a:ext cx="54000" cy="1846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C78CB7CD-0B71-F9C8-1CDE-9A62CB6A7473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8997480" y="1311644"/>
                  <a:ext cx="716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5AFC16C8-EA86-EEE4-AD0C-E11225E26ABB}"/>
                    </a:ext>
                  </a:extLst>
                </p14:cNvPr>
                <p14:cNvContentPartPr/>
                <p14:nvPr/>
              </p14:nvContentPartPr>
              <p14:xfrm>
                <a:off x="8956080" y="1386884"/>
                <a:ext cx="253080" cy="1202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5AFC16C8-EA86-EEE4-AD0C-E11225E26ABB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8947440" y="1377884"/>
                  <a:ext cx="2707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D146B7C-1621-A88B-54A3-507D1D5429B7}"/>
                    </a:ext>
                  </a:extLst>
                </p14:cNvPr>
                <p14:cNvContentPartPr/>
                <p14:nvPr/>
              </p14:nvContentPartPr>
              <p14:xfrm>
                <a:off x="9210600" y="1381844"/>
                <a:ext cx="172440" cy="1148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D146B7C-1621-A88B-54A3-507D1D5429B7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9201960" y="1372844"/>
                  <a:ext cx="1900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B78BD24-9628-EB56-18C9-3B226323FCD4}"/>
                    </a:ext>
                  </a:extLst>
                </p14:cNvPr>
                <p14:cNvContentPartPr/>
                <p14:nvPr/>
              </p14:nvContentPartPr>
              <p14:xfrm>
                <a:off x="9634680" y="1349444"/>
                <a:ext cx="183240" cy="1202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B78BD24-9628-EB56-18C9-3B226323FCD4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9626040" y="1340444"/>
                  <a:ext cx="2008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C928943-A125-964B-458C-8E5FDC0E674A}"/>
                    </a:ext>
                  </a:extLst>
                </p14:cNvPr>
                <p14:cNvContentPartPr/>
                <p14:nvPr/>
              </p14:nvContentPartPr>
              <p14:xfrm>
                <a:off x="9699480" y="1352324"/>
                <a:ext cx="25560" cy="2966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C928943-A125-964B-458C-8E5FDC0E674A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9690840" y="1343324"/>
                  <a:ext cx="4320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4914F26-F5D4-6206-2DD3-A0BBCFE6B290}"/>
                    </a:ext>
                  </a:extLst>
                </p14:cNvPr>
                <p14:cNvContentPartPr/>
                <p14:nvPr/>
              </p14:nvContentPartPr>
              <p14:xfrm>
                <a:off x="8075160" y="1738964"/>
                <a:ext cx="214920" cy="2336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4914F26-F5D4-6206-2DD3-A0BBCFE6B290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8066160" y="1730324"/>
                  <a:ext cx="2325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0AFD4780-880A-24B3-2CAB-EDC8805C14FB}"/>
                    </a:ext>
                  </a:extLst>
                </p14:cNvPr>
                <p14:cNvContentPartPr/>
                <p14:nvPr/>
              </p14:nvContentPartPr>
              <p14:xfrm>
                <a:off x="8335440" y="1855244"/>
                <a:ext cx="14040" cy="2008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0AFD4780-880A-24B3-2CAB-EDC8805C14FB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8326440" y="1846244"/>
                  <a:ext cx="316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F980F77B-B424-91F9-B433-BE36834FE0E1}"/>
                    </a:ext>
                  </a:extLst>
                </p14:cNvPr>
                <p14:cNvContentPartPr/>
                <p14:nvPr/>
              </p14:nvContentPartPr>
              <p14:xfrm>
                <a:off x="8332920" y="1840484"/>
                <a:ext cx="103320" cy="1112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F980F77B-B424-91F9-B433-BE36834FE0E1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8323920" y="1831844"/>
                  <a:ext cx="1209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34BA95CD-0622-C145-B209-E93852F76F7F}"/>
                    </a:ext>
                  </a:extLst>
                </p14:cNvPr>
                <p14:cNvContentPartPr/>
                <p14:nvPr/>
              </p14:nvContentPartPr>
              <p14:xfrm>
                <a:off x="8464320" y="1839764"/>
                <a:ext cx="278640" cy="972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34BA95CD-0622-C145-B209-E93852F76F7F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8455320" y="1830764"/>
                  <a:ext cx="2962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7FCB6DE-7273-4929-3A47-CEF934A7D929}"/>
                    </a:ext>
                  </a:extLst>
                </p14:cNvPr>
                <p14:cNvContentPartPr/>
                <p14:nvPr/>
              </p14:nvContentPartPr>
              <p14:xfrm>
                <a:off x="8754480" y="1777484"/>
                <a:ext cx="343440" cy="1623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7FCB6DE-7273-4929-3A47-CEF934A7D929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8745840" y="1768844"/>
                  <a:ext cx="3610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20815FE3-AC84-7FEE-2997-B7FB1EA12E26}"/>
                    </a:ext>
                  </a:extLst>
                </p14:cNvPr>
                <p14:cNvContentPartPr/>
                <p14:nvPr/>
              </p14:nvContentPartPr>
              <p14:xfrm>
                <a:off x="8974440" y="1794764"/>
                <a:ext cx="86400" cy="604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20815FE3-AC84-7FEE-2997-B7FB1EA12E26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8965800" y="1785764"/>
                  <a:ext cx="1040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A255A6DA-B738-1742-83C0-05E3E5AC5632}"/>
                    </a:ext>
                  </a:extLst>
                </p14:cNvPr>
                <p14:cNvContentPartPr/>
                <p14:nvPr/>
              </p14:nvContentPartPr>
              <p14:xfrm>
                <a:off x="9136080" y="1838324"/>
                <a:ext cx="162720" cy="986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A255A6DA-B738-1742-83C0-05E3E5AC5632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9127440" y="1829324"/>
                  <a:ext cx="1803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299AA20-4C0F-C21F-4B5B-B64ED0A73A5E}"/>
                    </a:ext>
                  </a:extLst>
                </p14:cNvPr>
                <p14:cNvContentPartPr/>
                <p14:nvPr/>
              </p14:nvContentPartPr>
              <p14:xfrm>
                <a:off x="9314640" y="1823204"/>
                <a:ext cx="128880" cy="3423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F299AA20-4C0F-C21F-4B5B-B64ED0A73A5E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9306000" y="1814564"/>
                  <a:ext cx="14652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20B4915E-C32E-3EE9-A001-36C629D9F666}"/>
                    </a:ext>
                  </a:extLst>
                </p14:cNvPr>
                <p14:cNvContentPartPr/>
                <p14:nvPr/>
              </p14:nvContentPartPr>
              <p14:xfrm>
                <a:off x="8373960" y="2139284"/>
                <a:ext cx="139320" cy="2635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20B4915E-C32E-3EE9-A001-36C629D9F666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8365320" y="2130284"/>
                  <a:ext cx="15696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A013EF4-75A8-7D6B-07E1-F57CDC96D2E5}"/>
                    </a:ext>
                  </a:extLst>
                </p14:cNvPr>
                <p14:cNvContentPartPr/>
                <p14:nvPr/>
              </p14:nvContentPartPr>
              <p14:xfrm>
                <a:off x="8145720" y="2214164"/>
                <a:ext cx="838440" cy="1306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A013EF4-75A8-7D6B-07E1-F57CDC96D2E5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8136720" y="2205164"/>
                  <a:ext cx="8560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F5C15DE2-A1F4-7B43-516F-ED973E78D9A1}"/>
                    </a:ext>
                  </a:extLst>
                </p14:cNvPr>
                <p14:cNvContentPartPr/>
                <p14:nvPr/>
              </p14:nvContentPartPr>
              <p14:xfrm>
                <a:off x="9024840" y="2182844"/>
                <a:ext cx="369720" cy="1616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F5C15DE2-A1F4-7B43-516F-ED973E78D9A1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9015840" y="2174204"/>
                  <a:ext cx="3873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4CA36B37-0691-A3B7-09E5-54F398967DAF}"/>
                    </a:ext>
                  </a:extLst>
                </p14:cNvPr>
                <p14:cNvContentPartPr/>
                <p14:nvPr/>
              </p14:nvContentPartPr>
              <p14:xfrm>
                <a:off x="9362160" y="2252324"/>
                <a:ext cx="144720" cy="381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4CA36B37-0691-A3B7-09E5-54F398967DAF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9353160" y="2243684"/>
                  <a:ext cx="1623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9C09A17-C998-D6E3-72A4-71B213511AC2}"/>
                    </a:ext>
                  </a:extLst>
                </p14:cNvPr>
                <p14:cNvContentPartPr/>
                <p14:nvPr/>
              </p14:nvContentPartPr>
              <p14:xfrm>
                <a:off x="7560000" y="1147484"/>
                <a:ext cx="2428560" cy="52099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9C09A17-C998-D6E3-72A4-71B213511AC2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7551360" y="1138484"/>
                  <a:ext cx="2446200" cy="522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CCF6DCE1-0B10-C44D-F7AD-562DEBBEBED2}"/>
                    </a:ext>
                  </a:extLst>
                </p14:cNvPr>
                <p14:cNvContentPartPr/>
                <p14:nvPr/>
              </p14:nvContentPartPr>
              <p14:xfrm>
                <a:off x="7914960" y="6425804"/>
                <a:ext cx="2041200" cy="532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CCF6DCE1-0B10-C44D-F7AD-562DEBBEBED2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7906320" y="6416804"/>
                  <a:ext cx="20588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D51D9915-AF07-808D-9A5B-399600D1B30D}"/>
                    </a:ext>
                  </a:extLst>
                </p14:cNvPr>
                <p14:cNvContentPartPr/>
                <p14:nvPr/>
              </p14:nvContentPartPr>
              <p14:xfrm>
                <a:off x="7480080" y="2577044"/>
                <a:ext cx="2578320" cy="273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D51D9915-AF07-808D-9A5B-399600D1B30D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7471440" y="2568044"/>
                  <a:ext cx="25959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4EE69737-BA9A-CE04-639F-28EB5E00C059}"/>
                    </a:ext>
                  </a:extLst>
                </p14:cNvPr>
                <p14:cNvContentPartPr/>
                <p14:nvPr/>
              </p14:nvContentPartPr>
              <p14:xfrm>
                <a:off x="8481240" y="2764604"/>
                <a:ext cx="192600" cy="1832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4EE69737-BA9A-CE04-639F-28EB5E00C059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8472240" y="2755604"/>
                  <a:ext cx="2102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51B98132-CDF5-3D2B-63B4-CFC62A26183B}"/>
                    </a:ext>
                  </a:extLst>
                </p14:cNvPr>
                <p14:cNvContentPartPr/>
                <p14:nvPr/>
              </p14:nvContentPartPr>
              <p14:xfrm>
                <a:off x="8791920" y="2823284"/>
                <a:ext cx="27720" cy="2606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51B98132-CDF5-3D2B-63B4-CFC62A26183B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8782920" y="2814284"/>
                  <a:ext cx="4536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9119E549-3FBC-4B2B-4132-68DEE7C2E8A2}"/>
                    </a:ext>
                  </a:extLst>
                </p14:cNvPr>
                <p14:cNvContentPartPr/>
                <p14:nvPr/>
              </p14:nvContentPartPr>
              <p14:xfrm>
                <a:off x="8527680" y="3378044"/>
                <a:ext cx="36360" cy="1317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9119E549-3FBC-4B2B-4132-68DEE7C2E8A2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8518680" y="3369044"/>
                  <a:ext cx="540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60B05671-5AFF-43DC-F4FF-015AEB184F5D}"/>
                    </a:ext>
                  </a:extLst>
                </p14:cNvPr>
                <p14:cNvContentPartPr/>
                <p14:nvPr/>
              </p14:nvContentPartPr>
              <p14:xfrm>
                <a:off x="8663400" y="3395684"/>
                <a:ext cx="175680" cy="1641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60B05671-5AFF-43DC-F4FF-015AEB184F5D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8654760" y="3387044"/>
                  <a:ext cx="1933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167F8497-279A-70E8-4321-F77C3AD9A3E9}"/>
                    </a:ext>
                  </a:extLst>
                </p14:cNvPr>
                <p14:cNvContentPartPr/>
                <p14:nvPr/>
              </p14:nvContentPartPr>
              <p14:xfrm>
                <a:off x="8949240" y="3410444"/>
                <a:ext cx="16560" cy="2325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167F8497-279A-70E8-4321-F77C3AD9A3E9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8940600" y="3401804"/>
                  <a:ext cx="342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3A916D39-0294-9543-A185-F1730D375103}"/>
                    </a:ext>
                  </a:extLst>
                </p14:cNvPr>
                <p14:cNvContentPartPr/>
                <p14:nvPr/>
              </p14:nvContentPartPr>
              <p14:xfrm>
                <a:off x="8556120" y="3847844"/>
                <a:ext cx="146520" cy="1857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3A916D39-0294-9543-A185-F1730D375103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8547120" y="3838844"/>
                  <a:ext cx="1641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88BA35A-D711-279D-7677-C100FFD0EC35}"/>
                    </a:ext>
                  </a:extLst>
                </p14:cNvPr>
                <p14:cNvContentPartPr/>
                <p14:nvPr/>
              </p14:nvContentPartPr>
              <p14:xfrm>
                <a:off x="8829360" y="3909404"/>
                <a:ext cx="37440" cy="2782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88BA35A-D711-279D-7677-C100FFD0EC35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8820360" y="3900404"/>
                  <a:ext cx="550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0A240CB9-AEA1-6BA0-5091-A6256AC4B9E3}"/>
                    </a:ext>
                  </a:extLst>
                </p14:cNvPr>
                <p14:cNvContentPartPr/>
                <p14:nvPr/>
              </p14:nvContentPartPr>
              <p14:xfrm>
                <a:off x="8565480" y="4536884"/>
                <a:ext cx="208440" cy="1738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0A240CB9-AEA1-6BA0-5091-A6256AC4B9E3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8556480" y="4528244"/>
                  <a:ext cx="2260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8E0F9833-5FC5-5B1B-6EAF-390D4F22DD73}"/>
                    </a:ext>
                  </a:extLst>
                </p14:cNvPr>
                <p14:cNvContentPartPr/>
                <p14:nvPr/>
              </p14:nvContentPartPr>
              <p14:xfrm>
                <a:off x="8821800" y="4573964"/>
                <a:ext cx="78840" cy="1364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8E0F9833-5FC5-5B1B-6EAF-390D4F22DD73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8812800" y="4564964"/>
                  <a:ext cx="964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5AC0ACD-009B-BB27-EA7C-D00BD468BC31}"/>
                    </a:ext>
                  </a:extLst>
                </p14:cNvPr>
                <p14:cNvContentPartPr/>
                <p14:nvPr/>
              </p14:nvContentPartPr>
              <p14:xfrm>
                <a:off x="8815320" y="4506644"/>
                <a:ext cx="176400" cy="828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5AC0ACD-009B-BB27-EA7C-D00BD468BC31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8806680" y="4498004"/>
                  <a:ext cx="1940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D029A00C-2E89-D0DA-2695-A8DC9658458A}"/>
                    </a:ext>
                  </a:extLst>
                </p14:cNvPr>
                <p14:cNvContentPartPr/>
                <p14:nvPr/>
              </p14:nvContentPartPr>
              <p14:xfrm>
                <a:off x="8562240" y="5060684"/>
                <a:ext cx="176040" cy="2365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D029A00C-2E89-D0DA-2695-A8DC9658458A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8553600" y="5051684"/>
                  <a:ext cx="19368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BC1A01EA-0061-A192-89E4-6C0F082BA283}"/>
                    </a:ext>
                  </a:extLst>
                </p14:cNvPr>
                <p14:cNvContentPartPr/>
                <p14:nvPr/>
              </p14:nvContentPartPr>
              <p14:xfrm>
                <a:off x="8565480" y="5171564"/>
                <a:ext cx="208440" cy="691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BC1A01EA-0061-A192-89E4-6C0F082BA283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8556480" y="5162924"/>
                  <a:ext cx="2260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B2B64A59-28A7-4896-D959-226EDC2DC04C}"/>
                    </a:ext>
                  </a:extLst>
                </p14:cNvPr>
                <p14:cNvContentPartPr/>
                <p14:nvPr/>
              </p14:nvContentPartPr>
              <p14:xfrm>
                <a:off x="8826120" y="5113964"/>
                <a:ext cx="218880" cy="2329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B2B64A59-28A7-4896-D959-226EDC2DC04C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8817480" y="5105324"/>
                  <a:ext cx="2365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1FD600F5-3D81-E6C8-B999-6D6255AF487C}"/>
                    </a:ext>
                  </a:extLst>
                </p14:cNvPr>
                <p14:cNvContentPartPr/>
                <p14:nvPr/>
              </p14:nvContentPartPr>
              <p14:xfrm>
                <a:off x="8671680" y="6024764"/>
                <a:ext cx="22680" cy="2419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1FD600F5-3D81-E6C8-B999-6D6255AF487C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8662680" y="6015764"/>
                  <a:ext cx="403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EAE5249-1E0C-C4F7-EC76-D4DE669A6CAA}"/>
                    </a:ext>
                  </a:extLst>
                </p14:cNvPr>
                <p14:cNvContentPartPr/>
                <p14:nvPr/>
              </p14:nvContentPartPr>
              <p14:xfrm>
                <a:off x="8849880" y="6040604"/>
                <a:ext cx="160560" cy="2948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EAE5249-1E0C-C4F7-EC76-D4DE669A6CAA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8841240" y="6031604"/>
                  <a:ext cx="17820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2F6A8042-D0BF-29F4-F2ED-B0F34B929A9B}"/>
                    </a:ext>
                  </a:extLst>
                </p14:cNvPr>
                <p14:cNvContentPartPr/>
                <p14:nvPr/>
              </p14:nvContentPartPr>
              <p14:xfrm>
                <a:off x="9131400" y="6099284"/>
                <a:ext cx="232200" cy="1508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2F6A8042-D0BF-29F4-F2ED-B0F34B929A9B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9122760" y="6090284"/>
                  <a:ext cx="249840" cy="168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31050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66D922D-4F15-908D-D303-F478CC57DA7E}"/>
                  </a:ext>
                </a:extLst>
              </p14:cNvPr>
              <p14:cNvContentPartPr/>
              <p14:nvPr/>
            </p14:nvContentPartPr>
            <p14:xfrm>
              <a:off x="841320" y="975764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66D922D-4F15-908D-D303-F478CC57DA7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2320" y="96712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CBCDCD1-629B-2369-B2BC-C0BB6350B8B4}"/>
                  </a:ext>
                </a:extLst>
              </p14:cNvPr>
              <p14:cNvContentPartPr/>
              <p14:nvPr/>
            </p14:nvContentPartPr>
            <p14:xfrm>
              <a:off x="769680" y="1407044"/>
              <a:ext cx="158760" cy="5223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CBCDCD1-629B-2369-B2BC-C0BB6350B8B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0680" y="1398404"/>
                <a:ext cx="176400" cy="524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DBD12B2-F44C-AF66-DDA6-09627A67F1D4}"/>
                  </a:ext>
                </a:extLst>
              </p14:cNvPr>
              <p14:cNvContentPartPr/>
              <p14:nvPr/>
            </p14:nvContentPartPr>
            <p14:xfrm>
              <a:off x="1095480" y="1411364"/>
              <a:ext cx="230040" cy="356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DBD12B2-F44C-AF66-DDA6-09627A67F1D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86480" y="1402724"/>
                <a:ext cx="247680" cy="37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BF8D7FC-913A-DB89-3E91-C5EC3BE48BDD}"/>
                  </a:ext>
                </a:extLst>
              </p14:cNvPr>
              <p14:cNvContentPartPr/>
              <p14:nvPr/>
            </p14:nvContentPartPr>
            <p14:xfrm>
              <a:off x="1377360" y="1528364"/>
              <a:ext cx="139680" cy="123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BF8D7FC-913A-DB89-3E91-C5EC3BE48BD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68720" y="1519724"/>
                <a:ext cx="15732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653A216-07BD-F58D-6042-0D8BA59EFF79}"/>
                  </a:ext>
                </a:extLst>
              </p14:cNvPr>
              <p14:cNvContentPartPr/>
              <p14:nvPr/>
            </p14:nvContentPartPr>
            <p14:xfrm>
              <a:off x="1512360" y="1531964"/>
              <a:ext cx="97920" cy="1274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653A216-07BD-F58D-6042-0D8BA59EFF7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03360" y="1522964"/>
                <a:ext cx="11556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7325941-8E70-59F6-9DD1-226641904D64}"/>
                  </a:ext>
                </a:extLst>
              </p14:cNvPr>
              <p14:cNvContentPartPr/>
              <p14:nvPr/>
            </p14:nvContentPartPr>
            <p14:xfrm>
              <a:off x="1619640" y="1530164"/>
              <a:ext cx="75240" cy="105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7325941-8E70-59F6-9DD1-226641904D6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11000" y="1521524"/>
                <a:ext cx="9288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BB6B02D-9EE9-4EF1-E6DF-D99B386B5BD4}"/>
                  </a:ext>
                </a:extLst>
              </p14:cNvPr>
              <p14:cNvContentPartPr/>
              <p14:nvPr/>
            </p14:nvContentPartPr>
            <p14:xfrm>
              <a:off x="1728720" y="1472924"/>
              <a:ext cx="41760" cy="181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BB6B02D-9EE9-4EF1-E6DF-D99B386B5BD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719720" y="1464284"/>
                <a:ext cx="5940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D116F81-98DE-D350-7BB5-A590162318D4}"/>
                  </a:ext>
                </a:extLst>
              </p14:cNvPr>
              <p14:cNvContentPartPr/>
              <p14:nvPr/>
            </p14:nvContentPartPr>
            <p14:xfrm>
              <a:off x="1724040" y="1546004"/>
              <a:ext cx="73800" cy="234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D116F81-98DE-D350-7BB5-A590162318D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715400" y="1537364"/>
                <a:ext cx="9144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754E031-5CB7-CF47-15CF-1EEDD6B4E10E}"/>
                  </a:ext>
                </a:extLst>
              </p14:cNvPr>
              <p14:cNvContentPartPr/>
              <p14:nvPr/>
            </p14:nvContentPartPr>
            <p14:xfrm>
              <a:off x="1803240" y="1530884"/>
              <a:ext cx="92160" cy="975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754E031-5CB7-CF47-15CF-1EEDD6B4E10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94240" y="1521884"/>
                <a:ext cx="10980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5F14A47-96A5-3B7A-97C2-4F66849441D3}"/>
                  </a:ext>
                </a:extLst>
              </p14:cNvPr>
              <p14:cNvContentPartPr/>
              <p14:nvPr/>
            </p14:nvContentPartPr>
            <p14:xfrm>
              <a:off x="1930680" y="1530884"/>
              <a:ext cx="46080" cy="1015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5F14A47-96A5-3B7A-97C2-4F66849441D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922040" y="1521884"/>
                <a:ext cx="6372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2E01158-42CB-58F8-6EE9-7912A3D3679B}"/>
                  </a:ext>
                </a:extLst>
              </p14:cNvPr>
              <p14:cNvContentPartPr/>
              <p14:nvPr/>
            </p14:nvContentPartPr>
            <p14:xfrm>
              <a:off x="2221200" y="1502084"/>
              <a:ext cx="15480" cy="1357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2E01158-42CB-58F8-6EE9-7912A3D3679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212200" y="1493084"/>
                <a:ext cx="3312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9F703BA-DF76-4E1E-9009-B3216A9180BB}"/>
                  </a:ext>
                </a:extLst>
              </p14:cNvPr>
              <p14:cNvContentPartPr/>
              <p14:nvPr/>
            </p14:nvContentPartPr>
            <p14:xfrm>
              <a:off x="2152080" y="1499564"/>
              <a:ext cx="82440" cy="496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9F703BA-DF76-4E1E-9009-B3216A9180B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143080" y="1490564"/>
                <a:ext cx="10008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07851BF-30A3-BD80-C6A0-2256910FEDD9}"/>
                  </a:ext>
                </a:extLst>
              </p14:cNvPr>
              <p14:cNvContentPartPr/>
              <p14:nvPr/>
            </p14:nvContentPartPr>
            <p14:xfrm>
              <a:off x="2179440" y="1645364"/>
              <a:ext cx="277920" cy="306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07851BF-30A3-BD80-C6A0-2256910FEDD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170800" y="1636364"/>
                <a:ext cx="29556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55D83AE-5CE4-D461-6B94-18D09B18D2A2}"/>
                  </a:ext>
                </a:extLst>
              </p14:cNvPr>
              <p14:cNvContentPartPr/>
              <p14:nvPr/>
            </p14:nvContentPartPr>
            <p14:xfrm>
              <a:off x="1213200" y="1879724"/>
              <a:ext cx="186120" cy="1875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55D83AE-5CE4-D461-6B94-18D09B18D2A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204560" y="1871084"/>
                <a:ext cx="20376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502002B-0011-D344-3309-814C511B2B66}"/>
                  </a:ext>
                </a:extLst>
              </p14:cNvPr>
              <p14:cNvContentPartPr/>
              <p14:nvPr/>
            </p14:nvContentPartPr>
            <p14:xfrm>
              <a:off x="1454400" y="1945964"/>
              <a:ext cx="21960" cy="2005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502002B-0011-D344-3309-814C511B2B6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445400" y="1937324"/>
                <a:ext cx="3960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07EC9AF-A7BC-3519-57F6-F9856AE6749F}"/>
                  </a:ext>
                </a:extLst>
              </p14:cNvPr>
              <p14:cNvContentPartPr/>
              <p14:nvPr/>
            </p14:nvContentPartPr>
            <p14:xfrm>
              <a:off x="1478880" y="1958924"/>
              <a:ext cx="48600" cy="864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07EC9AF-A7BC-3519-57F6-F9856AE6749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470240" y="1950284"/>
                <a:ext cx="6624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60952F6-98AF-8A91-7FFF-00505CBE1403}"/>
                  </a:ext>
                </a:extLst>
              </p14:cNvPr>
              <p14:cNvContentPartPr/>
              <p14:nvPr/>
            </p14:nvContentPartPr>
            <p14:xfrm>
              <a:off x="1542600" y="1958924"/>
              <a:ext cx="108360" cy="864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60952F6-98AF-8A91-7FFF-00505CBE140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533600" y="1950284"/>
                <a:ext cx="12600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48501D8-FA02-F57B-15B0-AADACDB6FB12}"/>
                  </a:ext>
                </a:extLst>
              </p14:cNvPr>
              <p14:cNvContentPartPr/>
              <p14:nvPr/>
            </p14:nvContentPartPr>
            <p14:xfrm>
              <a:off x="1675800" y="1950284"/>
              <a:ext cx="126360" cy="752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48501D8-FA02-F57B-15B0-AADACDB6FB1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667160" y="1941284"/>
                <a:ext cx="14400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194FFFA-B585-DF95-A28D-91696D826F6C}"/>
                  </a:ext>
                </a:extLst>
              </p14:cNvPr>
              <p14:cNvContentPartPr/>
              <p14:nvPr/>
            </p14:nvContentPartPr>
            <p14:xfrm>
              <a:off x="1803240" y="1857764"/>
              <a:ext cx="194400" cy="1566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194FFFA-B585-DF95-A28D-91696D826F6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794240" y="1848764"/>
                <a:ext cx="21204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BC269A3-543A-F928-2AD5-4FDD05C19820}"/>
                  </a:ext>
                </a:extLst>
              </p14:cNvPr>
              <p14:cNvContentPartPr/>
              <p14:nvPr/>
            </p14:nvContentPartPr>
            <p14:xfrm>
              <a:off x="1917360" y="1883684"/>
              <a:ext cx="51480" cy="939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BC269A3-543A-F928-2AD5-4FDD05C1982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908720" y="1874684"/>
                <a:ext cx="6912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FB546D2-922F-65D0-DAD1-B4A8AB1146DC}"/>
                  </a:ext>
                </a:extLst>
              </p14:cNvPr>
              <p14:cNvContentPartPr/>
              <p14:nvPr/>
            </p14:nvContentPartPr>
            <p14:xfrm>
              <a:off x="2030760" y="1938404"/>
              <a:ext cx="173520" cy="72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FB546D2-922F-65D0-DAD1-B4A8AB1146D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022120" y="1929404"/>
                <a:ext cx="19116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3F24512-CE55-56C4-511B-864EF48E1DD2}"/>
                  </a:ext>
                </a:extLst>
              </p14:cNvPr>
              <p14:cNvContentPartPr/>
              <p14:nvPr/>
            </p14:nvContentPartPr>
            <p14:xfrm>
              <a:off x="2172240" y="1897004"/>
              <a:ext cx="122760" cy="3751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3F24512-CE55-56C4-511B-864EF48E1DD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163240" y="1888364"/>
                <a:ext cx="140400" cy="3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08C2B70-6C78-631D-8762-943B74C03C7A}"/>
                  </a:ext>
                </a:extLst>
              </p14:cNvPr>
              <p14:cNvContentPartPr/>
              <p14:nvPr/>
            </p14:nvContentPartPr>
            <p14:xfrm>
              <a:off x="3293280" y="1376804"/>
              <a:ext cx="235440" cy="297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08C2B70-6C78-631D-8762-943B74C03C7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284640" y="1367804"/>
                <a:ext cx="25308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7D50990E-9228-54E8-8713-802D71529249}"/>
                  </a:ext>
                </a:extLst>
              </p14:cNvPr>
              <p14:cNvContentPartPr/>
              <p14:nvPr/>
            </p14:nvContentPartPr>
            <p14:xfrm>
              <a:off x="3593880" y="1474724"/>
              <a:ext cx="139320" cy="860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7D50990E-9228-54E8-8713-802D7152924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585240" y="1465724"/>
                <a:ext cx="15696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05FC176-0E0A-884D-3E08-968F85AD2703}"/>
                  </a:ext>
                </a:extLst>
              </p14:cNvPr>
              <p14:cNvContentPartPr/>
              <p14:nvPr/>
            </p14:nvContentPartPr>
            <p14:xfrm>
              <a:off x="3745440" y="1470764"/>
              <a:ext cx="95760" cy="1094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05FC176-0E0A-884D-3E08-968F85AD270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736440" y="1461764"/>
                <a:ext cx="11340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B376A2E-F6C9-372C-2761-C4F3E7FF93B0}"/>
                  </a:ext>
                </a:extLst>
              </p14:cNvPr>
              <p14:cNvContentPartPr/>
              <p14:nvPr/>
            </p14:nvContentPartPr>
            <p14:xfrm>
              <a:off x="3861720" y="1393724"/>
              <a:ext cx="175680" cy="1857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B376A2E-F6C9-372C-2761-C4F3E7FF93B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852720" y="1384724"/>
                <a:ext cx="19332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1438A36-1645-1CD6-058F-A4B648BB33E7}"/>
                  </a:ext>
                </a:extLst>
              </p14:cNvPr>
              <p14:cNvContentPartPr/>
              <p14:nvPr/>
            </p14:nvContentPartPr>
            <p14:xfrm>
              <a:off x="3973680" y="1486604"/>
              <a:ext cx="83880" cy="417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1438A36-1645-1CD6-058F-A4B648BB33E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964680" y="1477604"/>
                <a:ext cx="10152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A389EEB-3C4A-19D8-9BDE-33A84FCB4C33}"/>
                  </a:ext>
                </a:extLst>
              </p14:cNvPr>
              <p14:cNvContentPartPr/>
              <p14:nvPr/>
            </p14:nvContentPartPr>
            <p14:xfrm>
              <a:off x="4079160" y="1470764"/>
              <a:ext cx="70200" cy="932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A389EEB-3C4A-19D8-9BDE-33A84FCB4C33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070160" y="1461764"/>
                <a:ext cx="8784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8121C882-D09D-D957-20AE-50AC04949EAC}"/>
                  </a:ext>
                </a:extLst>
              </p14:cNvPr>
              <p14:cNvContentPartPr/>
              <p14:nvPr/>
            </p14:nvContentPartPr>
            <p14:xfrm>
              <a:off x="4199760" y="1435484"/>
              <a:ext cx="134280" cy="1281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8121C882-D09D-D957-20AE-50AC04949EA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190760" y="1426484"/>
                <a:ext cx="15192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39A6443-827D-8F64-5DF7-FEBCC27F82F2}"/>
                  </a:ext>
                </a:extLst>
              </p14:cNvPr>
              <p14:cNvContentPartPr/>
              <p14:nvPr/>
            </p14:nvContentPartPr>
            <p14:xfrm>
              <a:off x="4432320" y="1439444"/>
              <a:ext cx="191880" cy="2170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39A6443-827D-8F64-5DF7-FEBCC27F82F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423320" y="1430804"/>
                <a:ext cx="20952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53E2C277-C903-E7E7-1C43-F097A1AC7C43}"/>
                  </a:ext>
                </a:extLst>
              </p14:cNvPr>
              <p14:cNvContentPartPr/>
              <p14:nvPr/>
            </p14:nvContentPartPr>
            <p14:xfrm>
              <a:off x="3450600" y="1823204"/>
              <a:ext cx="137520" cy="2368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53E2C277-C903-E7E7-1C43-F097A1AC7C4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441960" y="1814564"/>
                <a:ext cx="15516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B03F7D9E-8FE6-5665-08A9-426B7C26899A}"/>
                  </a:ext>
                </a:extLst>
              </p14:cNvPr>
              <p14:cNvContentPartPr/>
              <p14:nvPr/>
            </p14:nvContentPartPr>
            <p14:xfrm>
              <a:off x="3679920" y="1939844"/>
              <a:ext cx="24120" cy="1965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B03F7D9E-8FE6-5665-08A9-426B7C26899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671280" y="1931204"/>
                <a:ext cx="4176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CBF1CEDB-DE2D-7831-CD99-845D2D3801DA}"/>
                  </a:ext>
                </a:extLst>
              </p14:cNvPr>
              <p14:cNvContentPartPr/>
              <p14:nvPr/>
            </p14:nvContentPartPr>
            <p14:xfrm>
              <a:off x="3683160" y="1929044"/>
              <a:ext cx="103680" cy="997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CBF1CEDB-DE2D-7831-CD99-845D2D3801D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674520" y="1920044"/>
                <a:ext cx="12132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BA63123C-8EA6-927E-4A86-CCD7F7F89551}"/>
                  </a:ext>
                </a:extLst>
              </p14:cNvPr>
              <p14:cNvContentPartPr/>
              <p14:nvPr/>
            </p14:nvContentPartPr>
            <p14:xfrm>
              <a:off x="3790080" y="1935884"/>
              <a:ext cx="345240" cy="874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BA63123C-8EA6-927E-4A86-CCD7F7F89551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781080" y="1927244"/>
                <a:ext cx="36288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F5880675-7CF5-619F-4125-5DEF9DE3E838}"/>
                  </a:ext>
                </a:extLst>
              </p14:cNvPr>
              <p14:cNvContentPartPr/>
              <p14:nvPr/>
            </p14:nvContentPartPr>
            <p14:xfrm>
              <a:off x="4096080" y="1849484"/>
              <a:ext cx="282960" cy="1706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F5880675-7CF5-619F-4125-5DEF9DE3E83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087080" y="1840844"/>
                <a:ext cx="30060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83B0EEC-27DB-E444-1BAC-A3AE7FDE9A4F}"/>
                  </a:ext>
                </a:extLst>
              </p14:cNvPr>
              <p14:cNvContentPartPr/>
              <p14:nvPr/>
            </p14:nvContentPartPr>
            <p14:xfrm>
              <a:off x="4267080" y="1881524"/>
              <a:ext cx="118440" cy="381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83B0EEC-27DB-E444-1BAC-A3AE7FDE9A4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258080" y="1872884"/>
                <a:ext cx="13608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A0975D36-6A0C-9D81-A402-DBF79EE64735}"/>
                  </a:ext>
                </a:extLst>
              </p14:cNvPr>
              <p14:cNvContentPartPr/>
              <p14:nvPr/>
            </p14:nvContentPartPr>
            <p14:xfrm>
              <a:off x="4407120" y="1938404"/>
              <a:ext cx="142920" cy="1011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A0975D36-6A0C-9D81-A402-DBF79EE64735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398120" y="1929404"/>
                <a:ext cx="16056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C7DDC015-591A-FE7A-00E4-8DEAA9A740C8}"/>
                  </a:ext>
                </a:extLst>
              </p14:cNvPr>
              <p14:cNvContentPartPr/>
              <p14:nvPr/>
            </p14:nvContentPartPr>
            <p14:xfrm>
              <a:off x="4453200" y="1946324"/>
              <a:ext cx="230040" cy="3517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C7DDC015-591A-FE7A-00E4-8DEAA9A740C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444560" y="1937684"/>
                <a:ext cx="247680" cy="36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1D7C39F3-9D25-4DE2-07ED-28818F7C7FE2}"/>
                  </a:ext>
                </a:extLst>
              </p14:cNvPr>
              <p14:cNvContentPartPr/>
              <p14:nvPr/>
            </p14:nvContentPartPr>
            <p14:xfrm>
              <a:off x="1515600" y="2231804"/>
              <a:ext cx="113400" cy="2901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1D7C39F3-9D25-4DE2-07ED-28818F7C7FE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506600" y="2222804"/>
                <a:ext cx="13104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538F7A7-2952-963C-37C8-8E3B9E1BB9F5}"/>
                  </a:ext>
                </a:extLst>
              </p14:cNvPr>
              <p14:cNvContentPartPr/>
              <p14:nvPr/>
            </p14:nvContentPartPr>
            <p14:xfrm>
              <a:off x="1431360" y="2325044"/>
              <a:ext cx="485280" cy="1119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538F7A7-2952-963C-37C8-8E3B9E1BB9F5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422360" y="2316404"/>
                <a:ext cx="50292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219ED581-F7BB-B651-5DCD-AA7407705E75}"/>
                  </a:ext>
                </a:extLst>
              </p14:cNvPr>
              <p14:cNvContentPartPr/>
              <p14:nvPr/>
            </p14:nvContentPartPr>
            <p14:xfrm>
              <a:off x="1965240" y="2353844"/>
              <a:ext cx="77400" cy="882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219ED581-F7BB-B651-5DCD-AA7407705E75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956600" y="2344844"/>
                <a:ext cx="9504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260AC90F-BE4B-6E8F-DD04-68A87A7C081E}"/>
                  </a:ext>
                </a:extLst>
              </p14:cNvPr>
              <p14:cNvContentPartPr/>
              <p14:nvPr/>
            </p14:nvContentPartPr>
            <p14:xfrm>
              <a:off x="2093400" y="2345564"/>
              <a:ext cx="88920" cy="8424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260AC90F-BE4B-6E8F-DD04-68A87A7C081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084760" y="2336564"/>
                <a:ext cx="10656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70895CCC-2B93-2290-38B4-09C411F48D7E}"/>
                  </a:ext>
                </a:extLst>
              </p14:cNvPr>
              <p14:cNvContentPartPr/>
              <p14:nvPr/>
            </p14:nvContentPartPr>
            <p14:xfrm>
              <a:off x="2204640" y="2342324"/>
              <a:ext cx="132480" cy="1306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70895CCC-2B93-2290-38B4-09C411F48D7E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196000" y="2333684"/>
                <a:ext cx="15012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2C218CC8-A27A-709B-0AF8-C4C73A303C3A}"/>
                  </a:ext>
                </a:extLst>
              </p14:cNvPr>
              <p14:cNvContentPartPr/>
              <p14:nvPr/>
            </p14:nvContentPartPr>
            <p14:xfrm>
              <a:off x="2379960" y="2250164"/>
              <a:ext cx="34200" cy="2113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2C218CC8-A27A-709B-0AF8-C4C73A303C3A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371320" y="2241164"/>
                <a:ext cx="5184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B17E8DF2-AF76-EDED-AB4E-DB3227A6D919}"/>
                  </a:ext>
                </a:extLst>
              </p14:cNvPr>
              <p14:cNvContentPartPr/>
              <p14:nvPr/>
            </p14:nvContentPartPr>
            <p14:xfrm>
              <a:off x="2344320" y="2294084"/>
              <a:ext cx="102600" cy="4644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B17E8DF2-AF76-EDED-AB4E-DB3227A6D919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335320" y="2285444"/>
                <a:ext cx="12024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7AAE2833-71BC-E374-9344-83B72295CCF8}"/>
                  </a:ext>
                </a:extLst>
              </p14:cNvPr>
              <p14:cNvContentPartPr/>
              <p14:nvPr/>
            </p14:nvContentPartPr>
            <p14:xfrm>
              <a:off x="3810600" y="2218124"/>
              <a:ext cx="131760" cy="2782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7AAE2833-71BC-E374-9344-83B72295CCF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801960" y="2209484"/>
                <a:ext cx="14940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EACBB82A-90CD-1766-9BDB-2A52060394CE}"/>
                  </a:ext>
                </a:extLst>
              </p14:cNvPr>
              <p14:cNvContentPartPr/>
              <p14:nvPr/>
            </p14:nvContentPartPr>
            <p14:xfrm>
              <a:off x="3701520" y="2323604"/>
              <a:ext cx="554400" cy="1364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EACBB82A-90CD-1766-9BDB-2A52060394CE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692520" y="2314964"/>
                <a:ext cx="57204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EFE3AFD1-0F15-778F-9CDA-51483FCDC8D5}"/>
                  </a:ext>
                </a:extLst>
              </p14:cNvPr>
              <p14:cNvContentPartPr/>
              <p14:nvPr/>
            </p14:nvContentPartPr>
            <p14:xfrm>
              <a:off x="4284000" y="2388404"/>
              <a:ext cx="72720" cy="820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EFE3AFD1-0F15-778F-9CDA-51483FCDC8D5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275000" y="2379764"/>
                <a:ext cx="9036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B7DF8E93-898C-419E-7D10-58073E880C0D}"/>
                  </a:ext>
                </a:extLst>
              </p14:cNvPr>
              <p14:cNvContentPartPr/>
              <p14:nvPr/>
            </p14:nvContentPartPr>
            <p14:xfrm>
              <a:off x="4408920" y="2393084"/>
              <a:ext cx="280800" cy="1026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B7DF8E93-898C-419E-7D10-58073E880C0D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399920" y="2384084"/>
                <a:ext cx="2984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140CC1B1-BD17-87D6-D410-937683B1AC09}"/>
                  </a:ext>
                </a:extLst>
              </p14:cNvPr>
              <p14:cNvContentPartPr/>
              <p14:nvPr/>
            </p14:nvContentPartPr>
            <p14:xfrm>
              <a:off x="4768920" y="2317124"/>
              <a:ext cx="31320" cy="2088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140CC1B1-BD17-87D6-D410-937683B1AC09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760280" y="2308484"/>
                <a:ext cx="4896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E14EC768-FFB5-8C84-11A1-914E13A48137}"/>
                  </a:ext>
                </a:extLst>
              </p14:cNvPr>
              <p14:cNvContentPartPr/>
              <p14:nvPr/>
            </p14:nvContentPartPr>
            <p14:xfrm>
              <a:off x="4737600" y="2368244"/>
              <a:ext cx="344520" cy="792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E14EC768-FFB5-8C84-11A1-914E13A48137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728600" y="2359604"/>
                <a:ext cx="36216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FD1F6E38-06D7-4620-B1D4-AA869FDE0152}"/>
                  </a:ext>
                </a:extLst>
              </p14:cNvPr>
              <p14:cNvContentPartPr/>
              <p14:nvPr/>
            </p14:nvContentPartPr>
            <p14:xfrm>
              <a:off x="780840" y="1128404"/>
              <a:ext cx="5088600" cy="56476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FD1F6E38-06D7-4620-B1D4-AA869FDE0152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72200" y="1119404"/>
                <a:ext cx="5106240" cy="56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ECEE74F4-22F5-9D86-39FE-30FE0FFA90BD}"/>
                  </a:ext>
                </a:extLst>
              </p14:cNvPr>
              <p14:cNvContentPartPr/>
              <p14:nvPr/>
            </p14:nvContentPartPr>
            <p14:xfrm>
              <a:off x="2868840" y="1192484"/>
              <a:ext cx="240840" cy="55278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ECEE74F4-22F5-9D86-39FE-30FE0FFA90BD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860200" y="1183844"/>
                <a:ext cx="258480" cy="55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A94BEF68-B6ED-CF41-7F89-A82E8C2F9774}"/>
                  </a:ext>
                </a:extLst>
              </p14:cNvPr>
              <p14:cNvContentPartPr/>
              <p14:nvPr/>
            </p14:nvContentPartPr>
            <p14:xfrm>
              <a:off x="932400" y="2532404"/>
              <a:ext cx="4636080" cy="979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A94BEF68-B6ED-CF41-7F89-A82E8C2F9774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923400" y="2523764"/>
                <a:ext cx="465372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DFD459F6-F4C2-CB79-7B66-0BAFD2084EA3}"/>
                  </a:ext>
                </a:extLst>
              </p14:cNvPr>
              <p14:cNvContentPartPr/>
              <p14:nvPr/>
            </p14:nvContentPartPr>
            <p14:xfrm>
              <a:off x="1613520" y="2759204"/>
              <a:ext cx="236520" cy="20700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DFD459F6-F4C2-CB79-7B66-0BAFD2084EA3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604520" y="2750564"/>
                <a:ext cx="25416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2FE30AE3-8D89-D471-D0B8-BAEC90210B29}"/>
                  </a:ext>
                </a:extLst>
              </p14:cNvPr>
              <p14:cNvContentPartPr/>
              <p14:nvPr/>
            </p14:nvContentPartPr>
            <p14:xfrm>
              <a:off x="1894320" y="2817164"/>
              <a:ext cx="111960" cy="13464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2FE30AE3-8D89-D471-D0B8-BAEC90210B29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885680" y="2808524"/>
                <a:ext cx="12960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72582242-BEBD-2A63-B75C-478E8EEB5B08}"/>
                  </a:ext>
                </a:extLst>
              </p14:cNvPr>
              <p14:cNvContentPartPr/>
              <p14:nvPr/>
            </p14:nvContentPartPr>
            <p14:xfrm>
              <a:off x="3829680" y="2725364"/>
              <a:ext cx="180000" cy="1908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72582242-BEBD-2A63-B75C-478E8EEB5B08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820680" y="2716724"/>
                <a:ext cx="19764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DF785313-811D-F485-FB85-FBD7D1EF23BC}"/>
                  </a:ext>
                </a:extLst>
              </p14:cNvPr>
              <p14:cNvContentPartPr/>
              <p14:nvPr/>
            </p14:nvContentPartPr>
            <p14:xfrm>
              <a:off x="4051800" y="2763524"/>
              <a:ext cx="93960" cy="1558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DF785313-811D-F485-FB85-FBD7D1EF23BC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043160" y="2754884"/>
                <a:ext cx="11160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348F198D-6C4C-59DE-1BE0-1333122F5954}"/>
                  </a:ext>
                </a:extLst>
              </p14:cNvPr>
              <p14:cNvContentPartPr/>
              <p14:nvPr/>
            </p14:nvContentPartPr>
            <p14:xfrm>
              <a:off x="4081680" y="2732924"/>
              <a:ext cx="126360" cy="651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348F198D-6C4C-59DE-1BE0-1333122F5954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073040" y="2724284"/>
                <a:ext cx="14400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7FC210C2-B823-8C01-FA33-A5C4358ED5BD}"/>
                  </a:ext>
                </a:extLst>
              </p14:cNvPr>
              <p14:cNvContentPartPr/>
              <p14:nvPr/>
            </p14:nvContentPartPr>
            <p14:xfrm>
              <a:off x="1527480" y="3474524"/>
              <a:ext cx="42480" cy="1908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7FC210C2-B823-8C01-FA33-A5C4358ED5BD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518480" y="3465884"/>
                <a:ext cx="6012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7272CD38-1A80-1996-7462-51DB66BF881C}"/>
                  </a:ext>
                </a:extLst>
              </p14:cNvPr>
              <p14:cNvContentPartPr/>
              <p14:nvPr/>
            </p14:nvContentPartPr>
            <p14:xfrm>
              <a:off x="1681560" y="3487124"/>
              <a:ext cx="137160" cy="17172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7272CD38-1A80-1996-7462-51DB66BF881C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672920" y="3478484"/>
                <a:ext cx="15480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D1F3D9C9-90C4-D78E-06E4-526D8EE9BBE4}"/>
                  </a:ext>
                </a:extLst>
              </p14:cNvPr>
              <p14:cNvContentPartPr/>
              <p14:nvPr/>
            </p14:nvContentPartPr>
            <p14:xfrm>
              <a:off x="1891080" y="3521684"/>
              <a:ext cx="68400" cy="1483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D1F3D9C9-90C4-D78E-06E4-526D8EE9BBE4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882440" y="3513044"/>
                <a:ext cx="8604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170A349A-0C3D-EF88-CCC0-1316E49BB12B}"/>
                  </a:ext>
                </a:extLst>
              </p14:cNvPr>
              <p14:cNvContentPartPr/>
              <p14:nvPr/>
            </p14:nvContentPartPr>
            <p14:xfrm>
              <a:off x="1900440" y="3465164"/>
              <a:ext cx="141120" cy="7344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170A349A-0C3D-EF88-CCC0-1316E49BB12B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891800" y="3456524"/>
                <a:ext cx="15876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1CA07B5C-9328-44BD-26A0-B087CFB441EC}"/>
                  </a:ext>
                </a:extLst>
              </p14:cNvPr>
              <p14:cNvContentPartPr/>
              <p14:nvPr/>
            </p14:nvContentPartPr>
            <p14:xfrm>
              <a:off x="3746520" y="3428804"/>
              <a:ext cx="9720" cy="18720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1CA07B5C-9328-44BD-26A0-B087CFB441EC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3737520" y="3419804"/>
                <a:ext cx="2736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8CCEE864-6C94-88A9-E49E-E4DFC0848306}"/>
                  </a:ext>
                </a:extLst>
              </p14:cNvPr>
              <p14:cNvContentPartPr/>
              <p14:nvPr/>
            </p14:nvContentPartPr>
            <p14:xfrm>
              <a:off x="3908880" y="3402164"/>
              <a:ext cx="141840" cy="410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8CCEE864-6C94-88A9-E49E-E4DFC0848306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3899880" y="3393524"/>
                <a:ext cx="15948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5D05FE73-AC1F-F1B6-9A5C-5C9FC2114019}"/>
                  </a:ext>
                </a:extLst>
              </p14:cNvPr>
              <p14:cNvContentPartPr/>
              <p14:nvPr/>
            </p14:nvContentPartPr>
            <p14:xfrm>
              <a:off x="3891240" y="3463004"/>
              <a:ext cx="156240" cy="1836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5D05FE73-AC1F-F1B6-9A5C-5C9FC2114019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882600" y="3454004"/>
                <a:ext cx="17388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CEFB4AA4-CE10-9A52-147B-DDA62F765DCB}"/>
                  </a:ext>
                </a:extLst>
              </p14:cNvPr>
              <p14:cNvContentPartPr/>
              <p14:nvPr/>
            </p14:nvContentPartPr>
            <p14:xfrm>
              <a:off x="4147560" y="3464804"/>
              <a:ext cx="106560" cy="13608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CEFB4AA4-CE10-9A52-147B-DDA62F765DCB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4138560" y="3455804"/>
                <a:ext cx="12420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0E128BA9-0C97-3943-CD72-168AB1CD4280}"/>
                  </a:ext>
                </a:extLst>
              </p14:cNvPr>
              <p14:cNvContentPartPr/>
              <p14:nvPr/>
            </p14:nvContentPartPr>
            <p14:xfrm>
              <a:off x="1477800" y="4068884"/>
              <a:ext cx="137880" cy="20880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0E128BA9-0C97-3943-CD72-168AB1CD4280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468800" y="4060244"/>
                <a:ext cx="15552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F1ABE030-B70A-0FDA-FFD1-A3DE39A89F9A}"/>
                  </a:ext>
                </a:extLst>
              </p14:cNvPr>
              <p14:cNvContentPartPr/>
              <p14:nvPr/>
            </p14:nvContentPartPr>
            <p14:xfrm>
              <a:off x="1506960" y="4189844"/>
              <a:ext cx="205560" cy="493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F1ABE030-B70A-0FDA-FFD1-A3DE39A89F9A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497960" y="4180844"/>
                <a:ext cx="22320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6E0915AF-B7E1-DBA0-7984-CE73CE11830F}"/>
                  </a:ext>
                </a:extLst>
              </p14:cNvPr>
              <p14:cNvContentPartPr/>
              <p14:nvPr/>
            </p14:nvContentPartPr>
            <p14:xfrm>
              <a:off x="1795680" y="4111004"/>
              <a:ext cx="82800" cy="14112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6E0915AF-B7E1-DBA0-7984-CE73CE11830F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786680" y="4102004"/>
                <a:ext cx="10044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D52FF330-868B-E7E9-F724-BE7FD54DBCF5}"/>
                  </a:ext>
                </a:extLst>
              </p14:cNvPr>
              <p14:cNvContentPartPr/>
              <p14:nvPr/>
            </p14:nvContentPartPr>
            <p14:xfrm>
              <a:off x="1811520" y="4055924"/>
              <a:ext cx="169560" cy="6444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D52FF330-868B-E7E9-F724-BE7FD54DBCF5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802520" y="4046924"/>
                <a:ext cx="18720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987AD5C9-E89A-BFA2-5C43-4AA7D044AB1E}"/>
                  </a:ext>
                </a:extLst>
              </p14:cNvPr>
              <p14:cNvContentPartPr/>
              <p14:nvPr/>
            </p14:nvContentPartPr>
            <p14:xfrm>
              <a:off x="3858480" y="3972404"/>
              <a:ext cx="122400" cy="1587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987AD5C9-E89A-BFA2-5C43-4AA7D044AB1E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849840" y="3963404"/>
                <a:ext cx="14004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B126D177-DA33-7BF2-BB6A-294317A06CA2}"/>
                  </a:ext>
                </a:extLst>
              </p14:cNvPr>
              <p14:cNvContentPartPr/>
              <p14:nvPr/>
            </p14:nvContentPartPr>
            <p14:xfrm>
              <a:off x="3879360" y="3964124"/>
              <a:ext cx="205920" cy="3744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B126D177-DA33-7BF2-BB6A-294317A06CA2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3870360" y="3955484"/>
                <a:ext cx="22356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6F3B1E80-ADB7-24E4-6C7B-4B440CA92445}"/>
                  </a:ext>
                </a:extLst>
              </p14:cNvPr>
              <p14:cNvContentPartPr/>
              <p14:nvPr/>
            </p14:nvContentPartPr>
            <p14:xfrm>
              <a:off x="4104360" y="3996524"/>
              <a:ext cx="133200" cy="13752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6F3B1E80-ADB7-24E4-6C7B-4B440CA92445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4095720" y="3987884"/>
                <a:ext cx="15084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AB997DE6-B296-0415-3F34-39EF2D54EE2E}"/>
                  </a:ext>
                </a:extLst>
              </p14:cNvPr>
              <p14:cNvContentPartPr/>
              <p14:nvPr/>
            </p14:nvContentPartPr>
            <p14:xfrm>
              <a:off x="1392840" y="4792844"/>
              <a:ext cx="220320" cy="1983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AB997DE6-B296-0415-3F34-39EF2D54EE2E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384200" y="4784204"/>
                <a:ext cx="2379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ECF5C27E-5968-61CE-663E-9CD48A3C19E2}"/>
                  </a:ext>
                </a:extLst>
              </p14:cNvPr>
              <p14:cNvContentPartPr/>
              <p14:nvPr/>
            </p14:nvContentPartPr>
            <p14:xfrm>
              <a:off x="1636200" y="4798964"/>
              <a:ext cx="131040" cy="18252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ECF5C27E-5968-61CE-663E-9CD48A3C19E2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627200" y="4789964"/>
                <a:ext cx="14868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76E7AA38-F713-E20C-A5FD-A321237DA0C9}"/>
                  </a:ext>
                </a:extLst>
              </p14:cNvPr>
              <p14:cNvContentPartPr/>
              <p14:nvPr/>
            </p14:nvContentPartPr>
            <p14:xfrm>
              <a:off x="3810600" y="4617884"/>
              <a:ext cx="169920" cy="2019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76E7AA38-F713-E20C-A5FD-A321237DA0C9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3801960" y="4608884"/>
                <a:ext cx="18756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CD066EAA-A619-E1EA-47EC-623C8C1F2F2C}"/>
                  </a:ext>
                </a:extLst>
              </p14:cNvPr>
              <p14:cNvContentPartPr/>
              <p14:nvPr/>
            </p14:nvContentPartPr>
            <p14:xfrm>
              <a:off x="4027680" y="4636964"/>
              <a:ext cx="83520" cy="1332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CD066EAA-A619-E1EA-47EC-623C8C1F2F2C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4018680" y="4627964"/>
                <a:ext cx="10116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4638E989-5291-075F-0ECC-0D9729636960}"/>
                  </a:ext>
                </a:extLst>
              </p14:cNvPr>
              <p14:cNvContentPartPr/>
              <p14:nvPr/>
            </p14:nvContentPartPr>
            <p14:xfrm>
              <a:off x="1504080" y="5550644"/>
              <a:ext cx="96480" cy="18936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4638E989-5291-075F-0ECC-0D9729636960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495440" y="5541644"/>
                <a:ext cx="11412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ACAE0F6D-5F6C-3977-9CDE-C4357B9C8189}"/>
                  </a:ext>
                </a:extLst>
              </p14:cNvPr>
              <p14:cNvContentPartPr/>
              <p14:nvPr/>
            </p14:nvContentPartPr>
            <p14:xfrm>
              <a:off x="1514880" y="5651804"/>
              <a:ext cx="183240" cy="3996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ACAE0F6D-5F6C-3977-9CDE-C4357B9C8189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505880" y="5642804"/>
                <a:ext cx="20088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F7730E06-4862-F444-846B-4D3C30C78632}"/>
                  </a:ext>
                </a:extLst>
              </p14:cNvPr>
              <p14:cNvContentPartPr/>
              <p14:nvPr/>
            </p14:nvContentPartPr>
            <p14:xfrm>
              <a:off x="1725120" y="5589524"/>
              <a:ext cx="133560" cy="13500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F7730E06-4862-F444-846B-4D3C30C78632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716480" y="5580884"/>
                <a:ext cx="15120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82FEACD0-6D69-3479-D7CE-04E593469B09}"/>
                  </a:ext>
                </a:extLst>
              </p14:cNvPr>
              <p14:cNvContentPartPr/>
              <p14:nvPr/>
            </p14:nvContentPartPr>
            <p14:xfrm>
              <a:off x="3821400" y="5326004"/>
              <a:ext cx="160920" cy="19944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82FEACD0-6D69-3479-D7CE-04E593469B09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3812400" y="5317364"/>
                <a:ext cx="17856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D1A15B1C-2BB6-87AC-9F6C-3A9B8665A484}"/>
                  </a:ext>
                </a:extLst>
              </p14:cNvPr>
              <p14:cNvContentPartPr/>
              <p14:nvPr/>
            </p14:nvContentPartPr>
            <p14:xfrm>
              <a:off x="4077000" y="5324204"/>
              <a:ext cx="213480" cy="20088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D1A15B1C-2BB6-87AC-9F6C-3A9B8665A484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4068360" y="5315204"/>
                <a:ext cx="23112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7E517C9A-E2EA-3EAD-DF15-3632A7C04B61}"/>
                  </a:ext>
                </a:extLst>
              </p14:cNvPr>
              <p14:cNvContentPartPr/>
              <p14:nvPr/>
            </p14:nvContentPartPr>
            <p14:xfrm>
              <a:off x="340560" y="6198644"/>
              <a:ext cx="69120" cy="14040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7E517C9A-E2EA-3EAD-DF15-3632A7C04B61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331560" y="6189644"/>
                <a:ext cx="8676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666FB6B1-8014-D774-4328-8E17A3543DD0}"/>
                  </a:ext>
                </a:extLst>
              </p14:cNvPr>
              <p14:cNvContentPartPr/>
              <p14:nvPr/>
            </p14:nvContentPartPr>
            <p14:xfrm>
              <a:off x="290880" y="6347324"/>
              <a:ext cx="271440" cy="2070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666FB6B1-8014-D774-4328-8E17A3543DD0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281880" y="6338684"/>
                <a:ext cx="28908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D086A316-0477-185E-E973-E21810922681}"/>
                  </a:ext>
                </a:extLst>
              </p14:cNvPr>
              <p14:cNvContentPartPr/>
              <p14:nvPr/>
            </p14:nvContentPartPr>
            <p14:xfrm>
              <a:off x="1308600" y="6288644"/>
              <a:ext cx="37440" cy="20988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D086A316-0477-185E-E973-E21810922681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1299960" y="6279644"/>
                <a:ext cx="5508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7508BE63-B10C-8FBC-3F87-801549C44161}"/>
                  </a:ext>
                </a:extLst>
              </p14:cNvPr>
              <p14:cNvContentPartPr/>
              <p14:nvPr/>
            </p14:nvContentPartPr>
            <p14:xfrm>
              <a:off x="1468440" y="6299804"/>
              <a:ext cx="156600" cy="25128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7508BE63-B10C-8FBC-3F87-801549C44161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1459440" y="6291164"/>
                <a:ext cx="17424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7779BE6B-201E-C659-B6C0-275D5821BBB8}"/>
                  </a:ext>
                </a:extLst>
              </p14:cNvPr>
              <p14:cNvContentPartPr/>
              <p14:nvPr/>
            </p14:nvContentPartPr>
            <p14:xfrm>
              <a:off x="1701000" y="6359924"/>
              <a:ext cx="92520" cy="12564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7779BE6B-201E-C659-B6C0-275D5821BBB8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692000" y="6350924"/>
                <a:ext cx="11016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6D7AC2F1-53BD-C0F4-5820-798BAF1BACC9}"/>
                  </a:ext>
                </a:extLst>
              </p14:cNvPr>
              <p14:cNvContentPartPr/>
              <p14:nvPr/>
            </p14:nvContentPartPr>
            <p14:xfrm>
              <a:off x="3774960" y="6181724"/>
              <a:ext cx="14040" cy="24156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6D7AC2F1-53BD-C0F4-5820-798BAF1BACC9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3766320" y="6172724"/>
                <a:ext cx="3168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F01B93E9-0043-67D6-35F3-B5476E02D2F9}"/>
                  </a:ext>
                </a:extLst>
              </p14:cNvPr>
              <p14:cNvContentPartPr/>
              <p14:nvPr/>
            </p14:nvContentPartPr>
            <p14:xfrm>
              <a:off x="3921480" y="6213764"/>
              <a:ext cx="135720" cy="19800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F01B93E9-0043-67D6-35F3-B5476E02D2F9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3912480" y="6204764"/>
                <a:ext cx="15336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727CFE75-FEC8-13D1-3D2D-548F60957725}"/>
                  </a:ext>
                </a:extLst>
              </p14:cNvPr>
              <p14:cNvContentPartPr/>
              <p14:nvPr/>
            </p14:nvContentPartPr>
            <p14:xfrm>
              <a:off x="4099680" y="6234644"/>
              <a:ext cx="121680" cy="16344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727CFE75-FEC8-13D1-3D2D-548F60957725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4091040" y="6226004"/>
                <a:ext cx="13932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F0B2D827-2316-20F6-38CD-C6D82BB1EAEE}"/>
                  </a:ext>
                </a:extLst>
              </p14:cNvPr>
              <p14:cNvContentPartPr/>
              <p14:nvPr/>
            </p14:nvContentPartPr>
            <p14:xfrm>
              <a:off x="4116600" y="6177404"/>
              <a:ext cx="180720" cy="8208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F0B2D827-2316-20F6-38CD-C6D82BB1EAEE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4107960" y="6168404"/>
                <a:ext cx="19836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D289A376-6B80-74A8-02B6-66D75BD27814}"/>
                  </a:ext>
                </a:extLst>
              </p14:cNvPr>
              <p14:cNvContentPartPr/>
              <p14:nvPr/>
            </p14:nvContentPartPr>
            <p14:xfrm>
              <a:off x="1692000" y="910604"/>
              <a:ext cx="217080" cy="15408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D289A376-6B80-74A8-02B6-66D75BD27814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683000" y="901604"/>
                <a:ext cx="23472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9A3108D7-CAE0-FE93-06F4-D3FED9567672}"/>
                  </a:ext>
                </a:extLst>
              </p14:cNvPr>
              <p14:cNvContentPartPr/>
              <p14:nvPr/>
            </p14:nvContentPartPr>
            <p14:xfrm>
              <a:off x="1926360" y="960284"/>
              <a:ext cx="33840" cy="13968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9A3108D7-CAE0-FE93-06F4-D3FED9567672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1917720" y="951644"/>
                <a:ext cx="5148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1D0D4EE0-4682-0200-B614-0185BE610C50}"/>
                  </a:ext>
                </a:extLst>
              </p14:cNvPr>
              <p14:cNvContentPartPr/>
              <p14:nvPr/>
            </p14:nvContentPartPr>
            <p14:xfrm>
              <a:off x="4016160" y="917444"/>
              <a:ext cx="180720" cy="12276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1D0D4EE0-4682-0200-B614-0185BE610C50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4007520" y="908804"/>
                <a:ext cx="19836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2AEEBC4C-54F1-2F41-F1AB-ECAD23536DBA}"/>
                  </a:ext>
                </a:extLst>
              </p14:cNvPr>
              <p14:cNvContentPartPr/>
              <p14:nvPr/>
            </p14:nvContentPartPr>
            <p14:xfrm>
              <a:off x="4227840" y="1007084"/>
              <a:ext cx="122400" cy="11520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2AEEBC4C-54F1-2F41-F1AB-ECAD23536DBA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4219200" y="998444"/>
                <a:ext cx="14004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A6736648-3607-31BD-3165-0B6FB69F0EBF}"/>
                  </a:ext>
                </a:extLst>
              </p14:cNvPr>
              <p14:cNvContentPartPr/>
              <p14:nvPr/>
            </p14:nvContentPartPr>
            <p14:xfrm>
              <a:off x="435240" y="2753444"/>
              <a:ext cx="90720" cy="10080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A6736648-3607-31BD-3165-0B6FB69F0EB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426600" y="2744444"/>
                <a:ext cx="10836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09BDAFFF-9923-B549-3927-6D539A5CE6BB}"/>
                  </a:ext>
                </a:extLst>
              </p14:cNvPr>
              <p14:cNvContentPartPr/>
              <p14:nvPr/>
            </p14:nvContentPartPr>
            <p14:xfrm>
              <a:off x="420840" y="2884844"/>
              <a:ext cx="52560" cy="10368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09BDAFFF-9923-B549-3927-6D539A5CE6BB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412200" y="2876204"/>
                <a:ext cx="7020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69679474-5A4E-2E61-3E95-1F1EDA61D04C}"/>
                  </a:ext>
                </a:extLst>
              </p14:cNvPr>
              <p14:cNvContentPartPr/>
              <p14:nvPr/>
            </p14:nvContentPartPr>
            <p14:xfrm>
              <a:off x="537840" y="2910764"/>
              <a:ext cx="25560" cy="8172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69679474-5A4E-2E61-3E95-1F1EDA61D04C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528840" y="2902124"/>
                <a:ext cx="4320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8A789EEE-C95E-735A-A801-C2DC4F3699CA}"/>
                  </a:ext>
                </a:extLst>
              </p14:cNvPr>
              <p14:cNvContentPartPr/>
              <p14:nvPr/>
            </p14:nvContentPartPr>
            <p14:xfrm>
              <a:off x="481680" y="2940284"/>
              <a:ext cx="80280" cy="15264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8A789EEE-C95E-735A-A801-C2DC4F3699CA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472680" y="2931644"/>
                <a:ext cx="9792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0055432B-954C-C13C-E761-D7E34E9C3114}"/>
                  </a:ext>
                </a:extLst>
              </p14:cNvPr>
              <p14:cNvContentPartPr/>
              <p14:nvPr/>
            </p14:nvContentPartPr>
            <p14:xfrm>
              <a:off x="708480" y="2871524"/>
              <a:ext cx="2520" cy="11772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0055432B-954C-C13C-E761-D7E34E9C3114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99840" y="2862524"/>
                <a:ext cx="2016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2FE6423B-4997-1888-E166-5A2228E3EEEB}"/>
                  </a:ext>
                </a:extLst>
              </p14:cNvPr>
              <p14:cNvContentPartPr/>
              <p14:nvPr/>
            </p14:nvContentPartPr>
            <p14:xfrm>
              <a:off x="353160" y="3493604"/>
              <a:ext cx="108720" cy="11808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2FE6423B-4997-1888-E166-5A2228E3EEEB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344520" y="3484964"/>
                <a:ext cx="12636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8818EF29-DD29-C86E-D55F-B248B9F8588D}"/>
                  </a:ext>
                </a:extLst>
              </p14:cNvPr>
              <p14:cNvContentPartPr/>
              <p14:nvPr/>
            </p14:nvContentPartPr>
            <p14:xfrm>
              <a:off x="348120" y="3637244"/>
              <a:ext cx="161280" cy="12816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8818EF29-DD29-C86E-D55F-B248B9F8588D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339120" y="3628244"/>
                <a:ext cx="17892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32851647-382A-EC73-AE84-DAEF6E98BFB6}"/>
                  </a:ext>
                </a:extLst>
              </p14:cNvPr>
              <p14:cNvContentPartPr/>
              <p14:nvPr/>
            </p14:nvContentPartPr>
            <p14:xfrm>
              <a:off x="444240" y="3696284"/>
              <a:ext cx="131760" cy="13104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32851647-382A-EC73-AE84-DAEF6E98BFB6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435240" y="3687284"/>
                <a:ext cx="14940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84097AAF-C4FD-6FA2-EBA8-542824DF4308}"/>
                  </a:ext>
                </a:extLst>
              </p14:cNvPr>
              <p14:cNvContentPartPr/>
              <p14:nvPr/>
            </p14:nvContentPartPr>
            <p14:xfrm>
              <a:off x="673200" y="3648404"/>
              <a:ext cx="122040" cy="15012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84097AAF-C4FD-6FA2-EBA8-542824DF4308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664200" y="3639404"/>
                <a:ext cx="13968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86B30544-BE0A-D728-7D53-EECB1A554FB6}"/>
                  </a:ext>
                </a:extLst>
              </p14:cNvPr>
              <p14:cNvContentPartPr/>
              <p14:nvPr/>
            </p14:nvContentPartPr>
            <p14:xfrm>
              <a:off x="360000" y="4139804"/>
              <a:ext cx="136080" cy="12312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86B30544-BE0A-D728-7D53-EECB1A554FB6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351000" y="4130804"/>
                <a:ext cx="15372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DC026D50-B8C5-1504-F13F-8B991C571E03}"/>
                  </a:ext>
                </a:extLst>
              </p14:cNvPr>
              <p14:cNvContentPartPr/>
              <p14:nvPr/>
            </p14:nvContentPartPr>
            <p14:xfrm>
              <a:off x="368640" y="4212164"/>
              <a:ext cx="154440" cy="15768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DC026D50-B8C5-1504-F13F-8B991C571E03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360000" y="4203164"/>
                <a:ext cx="17208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0DC56055-1EFF-9545-A7F9-F78A321A43A5}"/>
                  </a:ext>
                </a:extLst>
              </p14:cNvPr>
              <p14:cNvContentPartPr/>
              <p14:nvPr/>
            </p14:nvContentPartPr>
            <p14:xfrm>
              <a:off x="400680" y="4329884"/>
              <a:ext cx="133560" cy="15876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0DC56055-1EFF-9545-A7F9-F78A321A43A5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392040" y="4321244"/>
                <a:ext cx="15120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2AA4DA08-622A-EA1A-1F40-681EB0816562}"/>
                  </a:ext>
                </a:extLst>
              </p14:cNvPr>
              <p14:cNvContentPartPr/>
              <p14:nvPr/>
            </p14:nvContentPartPr>
            <p14:xfrm>
              <a:off x="641520" y="4227284"/>
              <a:ext cx="93960" cy="15696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2AA4DA08-622A-EA1A-1F40-681EB0816562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632520" y="4218644"/>
                <a:ext cx="11160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FC309317-2639-B308-3D0C-D66405745A55}"/>
                  </a:ext>
                </a:extLst>
              </p14:cNvPr>
              <p14:cNvContentPartPr/>
              <p14:nvPr/>
            </p14:nvContentPartPr>
            <p14:xfrm>
              <a:off x="357120" y="4817684"/>
              <a:ext cx="153000" cy="12060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FC309317-2639-B308-3D0C-D66405745A55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348480" y="4809044"/>
                <a:ext cx="17064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71914B26-4476-CF11-57B4-365D10AB1B55}"/>
                  </a:ext>
                </a:extLst>
              </p14:cNvPr>
              <p14:cNvContentPartPr/>
              <p14:nvPr/>
            </p14:nvContentPartPr>
            <p14:xfrm>
              <a:off x="365040" y="4913804"/>
              <a:ext cx="225000" cy="26964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71914B26-4476-CF11-57B4-365D10AB1B55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356040" y="4904804"/>
                <a:ext cx="24264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0F88DE82-164E-AD82-D21D-70FB6D618503}"/>
                  </a:ext>
                </a:extLst>
              </p14:cNvPr>
              <p14:cNvContentPartPr/>
              <p14:nvPr/>
            </p14:nvContentPartPr>
            <p14:xfrm>
              <a:off x="618840" y="4917764"/>
              <a:ext cx="96120" cy="19224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0F88DE82-164E-AD82-D21D-70FB6D618503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609840" y="4909124"/>
                <a:ext cx="11376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83304BB1-7E03-0D39-9CB5-C0E5774E4597}"/>
                  </a:ext>
                </a:extLst>
              </p14:cNvPr>
              <p14:cNvContentPartPr/>
              <p14:nvPr/>
            </p14:nvContentPartPr>
            <p14:xfrm>
              <a:off x="374760" y="5499164"/>
              <a:ext cx="114480" cy="13500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83304BB1-7E03-0D39-9CB5-C0E5774E4597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366120" y="5490524"/>
                <a:ext cx="13212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2C15FE3F-2B56-A038-8F2F-22D39289B295}"/>
                  </a:ext>
                </a:extLst>
              </p14:cNvPr>
              <p14:cNvContentPartPr/>
              <p14:nvPr/>
            </p14:nvContentPartPr>
            <p14:xfrm>
              <a:off x="380520" y="5605724"/>
              <a:ext cx="59400" cy="12096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2C15FE3F-2B56-A038-8F2F-22D39289B295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371880" y="5597084"/>
                <a:ext cx="7704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32FEAC63-CB02-7A65-2E83-693836914A3F}"/>
                  </a:ext>
                </a:extLst>
              </p14:cNvPr>
              <p14:cNvContentPartPr/>
              <p14:nvPr/>
            </p14:nvContentPartPr>
            <p14:xfrm>
              <a:off x="408240" y="5672324"/>
              <a:ext cx="155880" cy="17424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32FEAC63-CB02-7A65-2E83-693836914A3F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399240" y="5663684"/>
                <a:ext cx="17352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B7D411E8-8991-1CD5-D79A-CB8596405B6A}"/>
                  </a:ext>
                </a:extLst>
              </p14:cNvPr>
              <p14:cNvContentPartPr/>
              <p14:nvPr/>
            </p14:nvContentPartPr>
            <p14:xfrm>
              <a:off x="594000" y="5647124"/>
              <a:ext cx="61560" cy="11232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B7D411E8-8991-1CD5-D79A-CB8596405B6A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585360" y="5638124"/>
                <a:ext cx="7920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1C9BAE6E-94D4-2608-4657-42B5679A87D8}"/>
                  </a:ext>
                </a:extLst>
              </p14:cNvPr>
              <p14:cNvContentPartPr/>
              <p14:nvPr/>
            </p14:nvContentPartPr>
            <p14:xfrm>
              <a:off x="648360" y="5562164"/>
              <a:ext cx="76320" cy="7416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1C9BAE6E-94D4-2608-4657-42B5679A87D8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639360" y="5553524"/>
                <a:ext cx="9396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F75275BB-2AF6-75C4-2371-2EBEF421AABE}"/>
                  </a:ext>
                </a:extLst>
              </p14:cNvPr>
              <p14:cNvContentPartPr/>
              <p14:nvPr/>
            </p14:nvContentPartPr>
            <p14:xfrm>
              <a:off x="605520" y="6342644"/>
              <a:ext cx="70200" cy="14580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F75275BB-2AF6-75C4-2371-2EBEF421AABE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596880" y="6334004"/>
                <a:ext cx="8784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3784C536-1B60-3623-7751-21F92ED023C9}"/>
                  </a:ext>
                </a:extLst>
              </p14:cNvPr>
              <p14:cNvContentPartPr/>
              <p14:nvPr/>
            </p14:nvContentPartPr>
            <p14:xfrm>
              <a:off x="8345520" y="2564280"/>
              <a:ext cx="8640" cy="324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3784C536-1B60-3623-7751-21F92ED023C9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8336520" y="2555640"/>
                <a:ext cx="2628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32E39523-5E22-5713-B4DE-A2C360B81450}"/>
                  </a:ext>
                </a:extLst>
              </p14:cNvPr>
              <p14:cNvContentPartPr/>
              <p14:nvPr/>
            </p14:nvContentPartPr>
            <p14:xfrm>
              <a:off x="7247160" y="1833480"/>
              <a:ext cx="360" cy="36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32E39523-5E22-5713-B4DE-A2C360B81450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7238160" y="182448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D4785FFB-2BE5-A829-7FB7-35176A8F210F}"/>
                  </a:ext>
                </a:extLst>
              </p14:cNvPr>
              <p14:cNvContentPartPr/>
              <p14:nvPr/>
            </p14:nvContentPartPr>
            <p14:xfrm>
              <a:off x="7169400" y="1615484"/>
              <a:ext cx="4819320" cy="443592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D4785FFB-2BE5-A829-7FB7-35176A8F210F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7160400" y="1606484"/>
                <a:ext cx="4836960" cy="445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E321177F-6836-8274-EAB5-9F920A1FDB84}"/>
                  </a:ext>
                </a:extLst>
              </p14:cNvPr>
              <p14:cNvContentPartPr/>
              <p14:nvPr/>
            </p14:nvContentPartPr>
            <p14:xfrm>
              <a:off x="7112520" y="1578044"/>
              <a:ext cx="170280" cy="13284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E321177F-6836-8274-EAB5-9F920A1FDB84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7103520" y="1569044"/>
                <a:ext cx="18792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C67A78A5-EF3C-B327-5E4E-3D701096BBAC}"/>
                  </a:ext>
                </a:extLst>
              </p14:cNvPr>
              <p14:cNvContentPartPr/>
              <p14:nvPr/>
            </p14:nvContentPartPr>
            <p14:xfrm>
              <a:off x="11878560" y="5880764"/>
              <a:ext cx="158400" cy="11052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C67A78A5-EF3C-B327-5E4E-3D701096BBAC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11869560" y="5871764"/>
                <a:ext cx="17604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6C56DBAE-1855-1161-4B83-880E2CF3B6E4}"/>
                  </a:ext>
                </a:extLst>
              </p14:cNvPr>
              <p14:cNvContentPartPr/>
              <p14:nvPr/>
            </p14:nvContentPartPr>
            <p14:xfrm>
              <a:off x="12037680" y="5918564"/>
              <a:ext cx="12960" cy="13824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6C56DBAE-1855-1161-4B83-880E2CF3B6E4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12028680" y="5909564"/>
                <a:ext cx="3060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685B4CF2-9583-B9E0-78BB-BD26609D62F3}"/>
                  </a:ext>
                </a:extLst>
              </p14:cNvPr>
              <p14:cNvContentPartPr/>
              <p14:nvPr/>
            </p14:nvContentPartPr>
            <p14:xfrm>
              <a:off x="6584760" y="1231724"/>
              <a:ext cx="240480" cy="13212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685B4CF2-9583-B9E0-78BB-BD26609D62F3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6575760" y="1222724"/>
                <a:ext cx="25812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CEC9686F-F2E4-24F0-6953-907D0E3CE33F}"/>
                  </a:ext>
                </a:extLst>
              </p14:cNvPr>
              <p14:cNvContentPartPr/>
              <p14:nvPr/>
            </p14:nvContentPartPr>
            <p14:xfrm>
              <a:off x="6871320" y="1249364"/>
              <a:ext cx="132840" cy="15228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CEC9686F-F2E4-24F0-6953-907D0E3CE33F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6862320" y="1240364"/>
                <a:ext cx="15048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8868D9D6-7F12-D5E0-0EB1-2C86AF3104BB}"/>
                  </a:ext>
                </a:extLst>
              </p14:cNvPr>
              <p14:cNvContentPartPr/>
              <p14:nvPr/>
            </p14:nvContentPartPr>
            <p14:xfrm>
              <a:off x="8547120" y="5814164"/>
              <a:ext cx="65160" cy="23508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8868D9D6-7F12-D5E0-0EB1-2C86AF3104BB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8538070" y="5805150"/>
                <a:ext cx="82898" cy="2527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48164633-108C-41B2-43E4-070C2F7DA52B}"/>
                  </a:ext>
                </a:extLst>
              </p14:cNvPr>
              <p14:cNvContentPartPr/>
              <p14:nvPr/>
            </p14:nvContentPartPr>
            <p14:xfrm>
              <a:off x="8583480" y="6148964"/>
              <a:ext cx="86400" cy="13932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48164633-108C-41B2-43E4-070C2F7DA52B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8574480" y="6139987"/>
                <a:ext cx="104040" cy="1569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5A58C7E6-9835-39AA-2D45-2D331901A22C}"/>
                  </a:ext>
                </a:extLst>
              </p14:cNvPr>
              <p14:cNvContentPartPr/>
              <p14:nvPr/>
            </p14:nvContentPartPr>
            <p14:xfrm>
              <a:off x="8603640" y="6103964"/>
              <a:ext cx="105120" cy="9000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5A58C7E6-9835-39AA-2D45-2D331901A22C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8594640" y="6094964"/>
                <a:ext cx="12276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18451A51-4405-5F2C-B4A9-204A59F042C3}"/>
                  </a:ext>
                </a:extLst>
              </p14:cNvPr>
              <p14:cNvContentPartPr/>
              <p14:nvPr/>
            </p14:nvContentPartPr>
            <p14:xfrm>
              <a:off x="8750160" y="6097844"/>
              <a:ext cx="82800" cy="9216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18451A51-4405-5F2C-B4A9-204A59F042C3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8741160" y="6088844"/>
                <a:ext cx="10044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F535AA0D-7748-0BCB-C8BD-3FE5DFF6BAC4}"/>
                  </a:ext>
                </a:extLst>
              </p14:cNvPr>
              <p14:cNvContentPartPr/>
              <p14:nvPr/>
            </p14:nvContentPartPr>
            <p14:xfrm>
              <a:off x="9538920" y="5722724"/>
              <a:ext cx="43920" cy="25884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F535AA0D-7748-0BCB-C8BD-3FE5DFF6BAC4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9529920" y="5713724"/>
                <a:ext cx="6156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311F5029-1981-37DF-F451-62D5BFD2E31C}"/>
                  </a:ext>
                </a:extLst>
              </p14:cNvPr>
              <p14:cNvContentPartPr/>
              <p14:nvPr/>
            </p14:nvContentPartPr>
            <p14:xfrm>
              <a:off x="9551880" y="6102884"/>
              <a:ext cx="48240" cy="14220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311F5029-1981-37DF-F451-62D5BFD2E31C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9542812" y="6093884"/>
                <a:ext cx="66013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925A7BE4-1F5A-E296-3D97-06334D677A15}"/>
                  </a:ext>
                </a:extLst>
              </p14:cNvPr>
              <p14:cNvContentPartPr/>
              <p14:nvPr/>
            </p14:nvContentPartPr>
            <p14:xfrm>
              <a:off x="9666720" y="6065804"/>
              <a:ext cx="208440" cy="12276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925A7BE4-1F5A-E296-3D97-06334D677A15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9657720" y="6056804"/>
                <a:ext cx="22608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BDE38D90-F806-89B4-8DFE-88FBDE23ECF1}"/>
                  </a:ext>
                </a:extLst>
              </p14:cNvPr>
              <p14:cNvContentPartPr/>
              <p14:nvPr/>
            </p14:nvContentPartPr>
            <p14:xfrm>
              <a:off x="11398680" y="5578724"/>
              <a:ext cx="38520" cy="17892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BDE38D90-F806-89B4-8DFE-88FBDE23ECF1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11389763" y="5569706"/>
                <a:ext cx="55997" cy="1965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FE8C68D9-8C5C-9CBC-4B4B-0A4F30A965EC}"/>
                  </a:ext>
                </a:extLst>
              </p14:cNvPr>
              <p14:cNvContentPartPr/>
              <p14:nvPr/>
            </p14:nvContentPartPr>
            <p14:xfrm>
              <a:off x="11390760" y="6060764"/>
              <a:ext cx="197640" cy="16128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FE8C68D9-8C5C-9CBC-4B4B-0A4F30A965EC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11381760" y="6051764"/>
                <a:ext cx="21528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7B6486EC-FA95-1391-9395-CD0351D7CEDF}"/>
                  </a:ext>
                </a:extLst>
              </p14:cNvPr>
              <p14:cNvContentPartPr/>
              <p14:nvPr/>
            </p14:nvContentPartPr>
            <p14:xfrm>
              <a:off x="11557440" y="6049244"/>
              <a:ext cx="215280" cy="11772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7B6486EC-FA95-1391-9395-CD0351D7CEDF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11548440" y="6040244"/>
                <a:ext cx="23292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963E568A-98DB-D32A-BC0F-E7F05D0AE238}"/>
                  </a:ext>
                </a:extLst>
              </p14:cNvPr>
              <p14:cNvContentPartPr/>
              <p14:nvPr/>
            </p14:nvContentPartPr>
            <p14:xfrm>
              <a:off x="7261560" y="4988684"/>
              <a:ext cx="308880" cy="12636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963E568A-98DB-D32A-BC0F-E7F05D0AE238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7252560" y="4979684"/>
                <a:ext cx="32652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E56E3331-AF16-D847-4AEB-211E643347AD}"/>
                  </a:ext>
                </a:extLst>
              </p14:cNvPr>
              <p14:cNvContentPartPr/>
              <p14:nvPr/>
            </p14:nvContentPartPr>
            <p14:xfrm>
              <a:off x="6909120" y="5139884"/>
              <a:ext cx="108360" cy="17604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E56E3331-AF16-D847-4AEB-211E643347AD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6900150" y="5130866"/>
                <a:ext cx="125942" cy="1937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E7C15ECA-52F3-CA25-63B8-1D1B45860630}"/>
                  </a:ext>
                </a:extLst>
              </p14:cNvPr>
              <p14:cNvContentPartPr/>
              <p14:nvPr/>
            </p14:nvContentPartPr>
            <p14:xfrm>
              <a:off x="6915960" y="5099204"/>
              <a:ext cx="223200" cy="10656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E7C15ECA-52F3-CA25-63B8-1D1B45860630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6906960" y="5090173"/>
                <a:ext cx="240840" cy="1242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0F446C57-1992-557E-FC40-FA715C8F839F}"/>
                  </a:ext>
                </a:extLst>
              </p14:cNvPr>
              <p14:cNvContentPartPr/>
              <p14:nvPr/>
            </p14:nvContentPartPr>
            <p14:xfrm>
              <a:off x="7230960" y="4057364"/>
              <a:ext cx="210600" cy="10836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0F446C57-1992-557E-FC40-FA715C8F839F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7221960" y="4048364"/>
                <a:ext cx="22824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A499DC09-D77B-1D4F-5223-CCD497DD7D83}"/>
                  </a:ext>
                </a:extLst>
              </p14:cNvPr>
              <p14:cNvContentPartPr/>
              <p14:nvPr/>
            </p14:nvContentPartPr>
            <p14:xfrm>
              <a:off x="6729480" y="4202804"/>
              <a:ext cx="92880" cy="18108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A499DC09-D77B-1D4F-5223-CCD497DD7D83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6720480" y="4193804"/>
                <a:ext cx="11052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09A07AD4-6CC7-A6EA-F846-D06976AE59B0}"/>
                  </a:ext>
                </a:extLst>
              </p14:cNvPr>
              <p14:cNvContentPartPr/>
              <p14:nvPr/>
            </p14:nvContentPartPr>
            <p14:xfrm>
              <a:off x="6876360" y="4104524"/>
              <a:ext cx="258120" cy="18576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09A07AD4-6CC7-A6EA-F846-D06976AE59B0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6867360" y="4095524"/>
                <a:ext cx="27576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76D6337A-87A7-8F69-57F2-DA7D38496B15}"/>
                  </a:ext>
                </a:extLst>
              </p14:cNvPr>
              <p14:cNvContentPartPr/>
              <p14:nvPr/>
            </p14:nvContentPartPr>
            <p14:xfrm>
              <a:off x="7139880" y="2871524"/>
              <a:ext cx="284760" cy="16776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76D6337A-87A7-8F69-57F2-DA7D38496B15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7130880" y="2862543"/>
                <a:ext cx="302400" cy="1853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445C29E2-D2EE-A7FB-574C-6A55E8758B75}"/>
                  </a:ext>
                </a:extLst>
              </p14:cNvPr>
              <p14:cNvContentPartPr/>
              <p14:nvPr/>
            </p14:nvContentPartPr>
            <p14:xfrm>
              <a:off x="6663600" y="3161684"/>
              <a:ext cx="77040" cy="16956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445C29E2-D2EE-A7FB-574C-6A55E8758B75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6654600" y="3152684"/>
                <a:ext cx="9468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C1B97D95-20F6-73E7-5933-9F9B1A16A983}"/>
                  </a:ext>
                </a:extLst>
              </p14:cNvPr>
              <p14:cNvContentPartPr/>
              <p14:nvPr/>
            </p14:nvContentPartPr>
            <p14:xfrm>
              <a:off x="6766560" y="3114884"/>
              <a:ext cx="140040" cy="13392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C1B97D95-20F6-73E7-5933-9F9B1A16A983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6757560" y="3105908"/>
                <a:ext cx="157680" cy="1515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874C32D6-280F-56BF-20FF-115926F0CE4F}"/>
                  </a:ext>
                </a:extLst>
              </p14:cNvPr>
              <p14:cNvContentPartPr/>
              <p14:nvPr/>
            </p14:nvContentPartPr>
            <p14:xfrm>
              <a:off x="6801120" y="3017684"/>
              <a:ext cx="82800" cy="6696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874C32D6-280F-56BF-20FF-115926F0CE4F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6792120" y="3008684"/>
                <a:ext cx="10044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945A9410-7162-CA91-5F93-8A7D55B1785B}"/>
                  </a:ext>
                </a:extLst>
              </p14:cNvPr>
              <p14:cNvContentPartPr/>
              <p14:nvPr/>
            </p14:nvContentPartPr>
            <p14:xfrm>
              <a:off x="6969960" y="2960804"/>
              <a:ext cx="102240" cy="13860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945A9410-7162-CA91-5F93-8A7D55B1785B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6960960" y="2951804"/>
                <a:ext cx="11988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2BD9398C-5020-DE99-856D-F72EC06C8E80}"/>
                  </a:ext>
                </a:extLst>
              </p14:cNvPr>
              <p14:cNvContentPartPr/>
              <p14:nvPr/>
            </p14:nvContentPartPr>
            <p14:xfrm>
              <a:off x="7099560" y="1821764"/>
              <a:ext cx="253080" cy="11880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2BD9398C-5020-DE99-856D-F72EC06C8E80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7090560" y="1812737"/>
                <a:ext cx="270720" cy="1364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9FECD5B0-6832-79DB-C8E3-7FBD51EE5FF2}"/>
                  </a:ext>
                </a:extLst>
              </p14:cNvPr>
              <p14:cNvContentPartPr/>
              <p14:nvPr/>
            </p14:nvContentPartPr>
            <p14:xfrm>
              <a:off x="6640920" y="2003924"/>
              <a:ext cx="395280" cy="29556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9FECD5B0-6832-79DB-C8E3-7FBD51EE5FF2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6631920" y="1994924"/>
                <a:ext cx="41292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D8C28614-7351-79F6-8965-5AB4DBD84823}"/>
                  </a:ext>
                </a:extLst>
              </p14:cNvPr>
              <p14:cNvContentPartPr/>
              <p14:nvPr/>
            </p14:nvContentPartPr>
            <p14:xfrm>
              <a:off x="7850520" y="5908124"/>
              <a:ext cx="68400" cy="15696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D8C28614-7351-79F6-8965-5AB4DBD84823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7841520" y="5899124"/>
                <a:ext cx="8604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87F24350-7D80-9554-3787-CD60E43DA98E}"/>
                  </a:ext>
                </a:extLst>
              </p14:cNvPr>
              <p14:cNvContentPartPr/>
              <p14:nvPr/>
            </p14:nvContentPartPr>
            <p14:xfrm>
              <a:off x="7853400" y="6211964"/>
              <a:ext cx="145440" cy="12060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87F24350-7D80-9554-3787-CD60E43DA98E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7844400" y="6202964"/>
                <a:ext cx="16308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693CF79D-E58A-189D-A1FC-0A90D5648003}"/>
                  </a:ext>
                </a:extLst>
              </p14:cNvPr>
              <p14:cNvContentPartPr/>
              <p14:nvPr/>
            </p14:nvContentPartPr>
            <p14:xfrm>
              <a:off x="7977240" y="6188564"/>
              <a:ext cx="70920" cy="10764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693CF79D-E58A-189D-A1FC-0A90D5648003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7968194" y="6179564"/>
                <a:ext cx="8865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4C070CB0-FD44-B040-D9D3-F840F3467C51}"/>
                  </a:ext>
                </a:extLst>
              </p14:cNvPr>
              <p14:cNvContentPartPr/>
              <p14:nvPr/>
            </p14:nvContentPartPr>
            <p14:xfrm>
              <a:off x="10420920" y="5666564"/>
              <a:ext cx="35640" cy="25524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4C070CB0-FD44-B040-D9D3-F840F3467C51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10411920" y="5657577"/>
                <a:ext cx="53280" cy="2728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A9991896-1284-51A6-A94A-6A60F848A3E1}"/>
                  </a:ext>
                </a:extLst>
              </p14:cNvPr>
              <p14:cNvContentPartPr/>
              <p14:nvPr/>
            </p14:nvContentPartPr>
            <p14:xfrm>
              <a:off x="10414440" y="6067244"/>
              <a:ext cx="71280" cy="15228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A9991896-1284-51A6-A94A-6A60F848A3E1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10405440" y="6058244"/>
                <a:ext cx="8892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C66725F1-2811-3CEF-ACAA-852818CCC46E}"/>
                  </a:ext>
                </a:extLst>
              </p14:cNvPr>
              <p14:cNvContentPartPr/>
              <p14:nvPr/>
            </p14:nvContentPartPr>
            <p14:xfrm>
              <a:off x="10552680" y="6073004"/>
              <a:ext cx="79920" cy="13284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C66725F1-2811-3CEF-ACAA-852818CCC46E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10543680" y="6064004"/>
                <a:ext cx="9756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2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85E3F55D-A688-6EBA-BB7F-06AC02BFDC49}"/>
                  </a:ext>
                </a:extLst>
              </p14:cNvPr>
              <p14:cNvContentPartPr/>
              <p14:nvPr/>
            </p14:nvContentPartPr>
            <p14:xfrm>
              <a:off x="10564200" y="6012164"/>
              <a:ext cx="99000" cy="7056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85E3F55D-A688-6EBA-BB7F-06AC02BFDC49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10555200" y="6003164"/>
                <a:ext cx="11664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8271D5B0-0461-0C88-7CD6-48BA29038C57}"/>
                  </a:ext>
                </a:extLst>
              </p14:cNvPr>
              <p14:cNvContentPartPr/>
              <p14:nvPr/>
            </p14:nvContentPartPr>
            <p14:xfrm>
              <a:off x="10715040" y="6016484"/>
              <a:ext cx="81000" cy="10260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8271D5B0-0461-0C88-7CD6-48BA29038C57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10706040" y="6007484"/>
                <a:ext cx="986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063BAEB0-4008-08A0-324A-87B3C03C7615}"/>
                  </a:ext>
                </a:extLst>
              </p14:cNvPr>
              <p14:cNvContentPartPr/>
              <p14:nvPr/>
            </p14:nvContentPartPr>
            <p14:xfrm>
              <a:off x="10087920" y="5723084"/>
              <a:ext cx="43200" cy="17172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063BAEB0-4008-08A0-324A-87B3C03C7615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10078920" y="5714103"/>
                <a:ext cx="60840" cy="1893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B3B7B4E6-96A6-81A9-3727-1531CCC5A419}"/>
                  </a:ext>
                </a:extLst>
              </p14:cNvPr>
              <p14:cNvContentPartPr/>
              <p14:nvPr/>
            </p14:nvContentPartPr>
            <p14:xfrm>
              <a:off x="10056960" y="5996324"/>
              <a:ext cx="51120" cy="12204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B3B7B4E6-96A6-81A9-3727-1531CCC5A419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10047896" y="5987324"/>
                <a:ext cx="68885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28970CAE-5DD8-985F-BA67-C0EE811D26F6}"/>
                  </a:ext>
                </a:extLst>
              </p14:cNvPr>
              <p14:cNvContentPartPr/>
              <p14:nvPr/>
            </p14:nvContentPartPr>
            <p14:xfrm>
              <a:off x="10128600" y="5976884"/>
              <a:ext cx="84600" cy="11232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28970CAE-5DD8-985F-BA67-C0EE811D26F6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10119600" y="5967884"/>
                <a:ext cx="10224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2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539A2F6E-BD70-A016-B2D8-04FEB06BAF7F}"/>
                  </a:ext>
                </a:extLst>
              </p14:cNvPr>
              <p14:cNvContentPartPr/>
              <p14:nvPr/>
            </p14:nvContentPartPr>
            <p14:xfrm>
              <a:off x="10237320" y="5957084"/>
              <a:ext cx="36000" cy="9612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539A2F6E-BD70-A016-B2D8-04FEB06BAF7F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10228320" y="5948084"/>
                <a:ext cx="5364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4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BC476AA5-1948-BDB9-623D-0FE3FEF0524E}"/>
                  </a:ext>
                </a:extLst>
              </p14:cNvPr>
              <p14:cNvContentPartPr/>
              <p14:nvPr/>
            </p14:nvContentPartPr>
            <p14:xfrm>
              <a:off x="10253880" y="5898764"/>
              <a:ext cx="45000" cy="6588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BC476AA5-1948-BDB9-623D-0FE3FEF0524E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10244880" y="5889764"/>
                <a:ext cx="6264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6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1EDA1225-D759-7697-2778-3A18A2933F14}"/>
                  </a:ext>
                </a:extLst>
              </p14:cNvPr>
              <p14:cNvContentPartPr/>
              <p14:nvPr/>
            </p14:nvContentPartPr>
            <p14:xfrm>
              <a:off x="9790560" y="2776484"/>
              <a:ext cx="58320" cy="6336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1EDA1225-D759-7697-2778-3A18A2933F14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9781504" y="2767484"/>
                <a:ext cx="7607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3C25CF7A-102B-9EFF-825D-4D1E65776F22}"/>
                  </a:ext>
                </a:extLst>
              </p14:cNvPr>
              <p14:cNvContentPartPr/>
              <p14:nvPr/>
            </p14:nvContentPartPr>
            <p14:xfrm>
              <a:off x="10027080" y="2758484"/>
              <a:ext cx="14760" cy="13716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3C25CF7A-102B-9EFF-825D-4D1E65776F22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10018080" y="2749484"/>
                <a:ext cx="3240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0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9F15599D-7919-6EF4-2796-DCB22672AAD8}"/>
                  </a:ext>
                </a:extLst>
              </p14:cNvPr>
              <p14:cNvContentPartPr/>
              <p14:nvPr/>
            </p14:nvContentPartPr>
            <p14:xfrm>
              <a:off x="10095120" y="2753084"/>
              <a:ext cx="92160" cy="13392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9F15599D-7919-6EF4-2796-DCB22672AAD8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10086120" y="2744084"/>
                <a:ext cx="10980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2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70C79919-93CF-7A20-3FD7-0875CD085D27}"/>
                  </a:ext>
                </a:extLst>
              </p14:cNvPr>
              <p14:cNvContentPartPr/>
              <p14:nvPr/>
            </p14:nvContentPartPr>
            <p14:xfrm>
              <a:off x="10231200" y="2774324"/>
              <a:ext cx="46800" cy="9828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70C79919-93CF-7A20-3FD7-0875CD085D27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10222200" y="2765324"/>
                <a:ext cx="6444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4BB81673-13A0-C7E5-111A-9F2AB978662D}"/>
                  </a:ext>
                </a:extLst>
              </p14:cNvPr>
              <p14:cNvContentPartPr/>
              <p14:nvPr/>
            </p14:nvContentPartPr>
            <p14:xfrm>
              <a:off x="10248120" y="2724284"/>
              <a:ext cx="79560" cy="2304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4BB81673-13A0-C7E5-111A-9F2AB978662D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10239120" y="2715284"/>
                <a:ext cx="9720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6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F13B969A-F6A0-E6CF-04FE-0D30E6BD8C34}"/>
                  </a:ext>
                </a:extLst>
              </p14:cNvPr>
              <p14:cNvContentPartPr/>
              <p14:nvPr/>
            </p14:nvContentPartPr>
            <p14:xfrm>
              <a:off x="10389600" y="2857844"/>
              <a:ext cx="11880" cy="7920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F13B969A-F6A0-E6CF-04FE-0D30E6BD8C34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10380600" y="2848844"/>
                <a:ext cx="2952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8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48AE6A7D-26F5-8D79-D01E-2C1ABE410FC1}"/>
                  </a:ext>
                </a:extLst>
              </p14:cNvPr>
              <p14:cNvContentPartPr/>
              <p14:nvPr/>
            </p14:nvContentPartPr>
            <p14:xfrm>
              <a:off x="10528920" y="2744804"/>
              <a:ext cx="9000" cy="13464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48AE6A7D-26F5-8D79-D01E-2C1ABE410FC1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10519545" y="2735804"/>
                <a:ext cx="27375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0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F8EBE5BC-A8C3-731F-3627-3197B5A471BE}"/>
                  </a:ext>
                </a:extLst>
              </p14:cNvPr>
              <p14:cNvContentPartPr/>
              <p14:nvPr/>
            </p14:nvContentPartPr>
            <p14:xfrm>
              <a:off x="10630080" y="2752004"/>
              <a:ext cx="93240" cy="14040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F8EBE5BC-A8C3-731F-3627-3197B5A471BE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10621080" y="2743027"/>
                <a:ext cx="110880" cy="1579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2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971081EC-CDD1-B4AB-42A6-2B839D48A2F7}"/>
                  </a:ext>
                </a:extLst>
              </p14:cNvPr>
              <p14:cNvContentPartPr/>
              <p14:nvPr/>
            </p14:nvContentPartPr>
            <p14:xfrm>
              <a:off x="10653840" y="2709884"/>
              <a:ext cx="117720" cy="3672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971081EC-CDD1-B4AB-42A6-2B839D48A2F7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10644840" y="2700884"/>
                <a:ext cx="1353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4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32F01AE1-060E-73CC-256C-D39BEFCE952C}"/>
                  </a:ext>
                </a:extLst>
              </p14:cNvPr>
              <p14:cNvContentPartPr/>
              <p14:nvPr/>
            </p14:nvContentPartPr>
            <p14:xfrm>
              <a:off x="10793520" y="2720684"/>
              <a:ext cx="85320" cy="10404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32F01AE1-060E-73CC-256C-D39BEFCE952C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10784520" y="2711684"/>
                <a:ext cx="10296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6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9CFD2C93-B894-DF45-2726-A1571F8F3702}"/>
                  </a:ext>
                </a:extLst>
              </p14:cNvPr>
              <p14:cNvContentPartPr/>
              <p14:nvPr/>
            </p14:nvContentPartPr>
            <p14:xfrm>
              <a:off x="10897920" y="2661644"/>
              <a:ext cx="128520" cy="39672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9CFD2C93-B894-DF45-2726-A1571F8F3702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10888920" y="2652644"/>
                <a:ext cx="146160" cy="41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8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DE0E10FD-AADE-D7AA-1B49-ED4CDE1597FB}"/>
                  </a:ext>
                </a:extLst>
              </p14:cNvPr>
              <p14:cNvContentPartPr/>
              <p14:nvPr/>
            </p14:nvContentPartPr>
            <p14:xfrm>
              <a:off x="9951840" y="2681804"/>
              <a:ext cx="179280" cy="36072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DE0E10FD-AADE-D7AA-1B49-ED4CDE1597FB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9942840" y="2672813"/>
                <a:ext cx="196920" cy="3783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0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7939C774-3BC4-7310-2817-661A3F15C742}"/>
                  </a:ext>
                </a:extLst>
              </p14:cNvPr>
              <p14:cNvContentPartPr/>
              <p14:nvPr/>
            </p14:nvContentPartPr>
            <p14:xfrm>
              <a:off x="9120960" y="5780684"/>
              <a:ext cx="9000" cy="16488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7939C774-3BC4-7310-2817-661A3F15C742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9112306" y="5771664"/>
                <a:ext cx="25962" cy="1825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2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07CC21BA-5ACB-9336-41D9-675EF8A90AF0}"/>
                  </a:ext>
                </a:extLst>
              </p14:cNvPr>
              <p14:cNvContentPartPr/>
              <p14:nvPr/>
            </p14:nvContentPartPr>
            <p14:xfrm>
              <a:off x="9086760" y="6068684"/>
              <a:ext cx="82080" cy="11628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07CC21BA-5ACB-9336-41D9-675EF8A90AF0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9077760" y="6059684"/>
                <a:ext cx="9972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4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29C85BA8-848D-C65A-CE6A-AA5FA64E79DE}"/>
                  </a:ext>
                </a:extLst>
              </p14:cNvPr>
              <p14:cNvContentPartPr/>
              <p14:nvPr/>
            </p14:nvContentPartPr>
            <p14:xfrm>
              <a:off x="9135360" y="6124844"/>
              <a:ext cx="61200" cy="6336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29C85BA8-848D-C65A-CE6A-AA5FA64E79DE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9126413" y="6115844"/>
                <a:ext cx="78737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6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1DD23B42-5E63-F5F5-1EFB-0FAACB74515E}"/>
                  </a:ext>
                </a:extLst>
              </p14:cNvPr>
              <p14:cNvContentPartPr/>
              <p14:nvPr/>
            </p14:nvContentPartPr>
            <p14:xfrm>
              <a:off x="9242640" y="6071564"/>
              <a:ext cx="44280" cy="10836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1DD23B42-5E63-F5F5-1EFB-0FAACB74515E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9233566" y="6062564"/>
                <a:ext cx="62065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8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5008AD36-6275-8195-91B7-3CC9A0586E18}"/>
                  </a:ext>
                </a:extLst>
              </p14:cNvPr>
              <p14:cNvContentPartPr/>
              <p14:nvPr/>
            </p14:nvContentPartPr>
            <p14:xfrm>
              <a:off x="9267120" y="5984444"/>
              <a:ext cx="56880" cy="6408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5008AD36-6275-8195-91B7-3CC9A0586E18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9258120" y="5975444"/>
                <a:ext cx="7452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0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F7CBE2BE-2DA8-870B-92F8-185143CC2089}"/>
                  </a:ext>
                </a:extLst>
              </p14:cNvPr>
              <p14:cNvContentPartPr/>
              <p14:nvPr/>
            </p14:nvContentPartPr>
            <p14:xfrm>
              <a:off x="7295400" y="5476124"/>
              <a:ext cx="226080" cy="9648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F7CBE2BE-2DA8-870B-92F8-185143CC2089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7286386" y="5467124"/>
                <a:ext cx="243748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2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2E290D69-8379-2EF1-83D4-3C307734DBED}"/>
                  </a:ext>
                </a:extLst>
              </p14:cNvPr>
              <p14:cNvContentPartPr/>
              <p14:nvPr/>
            </p14:nvContentPartPr>
            <p14:xfrm>
              <a:off x="7781400" y="5449124"/>
              <a:ext cx="78120" cy="6624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2E290D69-8379-2EF1-83D4-3C307734DBED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7772400" y="5440124"/>
                <a:ext cx="9576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4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11B0445E-B3BD-B910-D8BA-0D01A38FBDB5}"/>
                  </a:ext>
                </a:extLst>
              </p14:cNvPr>
              <p14:cNvContentPartPr/>
              <p14:nvPr/>
            </p14:nvContentPartPr>
            <p14:xfrm>
              <a:off x="7696800" y="5132684"/>
              <a:ext cx="109080" cy="14940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11B0445E-B3BD-B910-D8BA-0D01A38FBDB5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7687800" y="5123684"/>
                <a:ext cx="12672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6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2AE0B6CB-BD2E-DBAC-BAC2-80F3E3CFD9CC}"/>
                  </a:ext>
                </a:extLst>
              </p14:cNvPr>
              <p14:cNvContentPartPr/>
              <p14:nvPr/>
            </p14:nvContentPartPr>
            <p14:xfrm>
              <a:off x="7817760" y="5140604"/>
              <a:ext cx="51480" cy="6552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2AE0B6CB-BD2E-DBAC-BAC2-80F3E3CFD9CC}"/>
                  </a:ext>
                </a:extLst>
              </p:cNvPr>
              <p:cNvPicPr/>
              <p:nvPr/>
            </p:nvPicPr>
            <p:blipFill>
              <a:blip r:embed="rId367"/>
              <a:stretch>
                <a:fillRect/>
              </a:stretch>
            </p:blipFill>
            <p:spPr>
              <a:xfrm>
                <a:off x="7808760" y="5131554"/>
                <a:ext cx="69120" cy="832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8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AFEB9217-CADD-E6B4-CC14-AA10F92EB6BA}"/>
                  </a:ext>
                </a:extLst>
              </p14:cNvPr>
              <p14:cNvContentPartPr/>
              <p14:nvPr/>
            </p14:nvContentPartPr>
            <p14:xfrm>
              <a:off x="7951320" y="5151404"/>
              <a:ext cx="22320" cy="7884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AFEB9217-CADD-E6B4-CC14-AA10F92EB6BA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7942320" y="5142363"/>
                <a:ext cx="39960" cy="965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0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A1844C21-49AA-2294-F81E-5CC80DBCC323}"/>
                  </a:ext>
                </a:extLst>
              </p14:cNvPr>
              <p14:cNvContentPartPr/>
              <p14:nvPr/>
            </p14:nvContentPartPr>
            <p14:xfrm>
              <a:off x="8028720" y="5041244"/>
              <a:ext cx="110160" cy="11448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A1844C21-49AA-2294-F81E-5CC80DBCC323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8019749" y="5032244"/>
                <a:ext cx="127743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2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1C549025-2ABC-262C-FADD-210ECE804551}"/>
                  </a:ext>
                </a:extLst>
              </p14:cNvPr>
              <p14:cNvContentPartPr/>
              <p14:nvPr/>
            </p14:nvContentPartPr>
            <p14:xfrm>
              <a:off x="8140680" y="5032604"/>
              <a:ext cx="64080" cy="9828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1C549025-2ABC-262C-FADD-210ECE804551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8131730" y="5023604"/>
                <a:ext cx="81621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4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5C6C65AF-63DA-AA9B-19EC-1FFE005D917E}"/>
                  </a:ext>
                </a:extLst>
              </p14:cNvPr>
              <p14:cNvContentPartPr/>
              <p14:nvPr/>
            </p14:nvContentPartPr>
            <p14:xfrm>
              <a:off x="8158320" y="4991204"/>
              <a:ext cx="51840" cy="3168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5C6C65AF-63DA-AA9B-19EC-1FFE005D917E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8149320" y="4982204"/>
                <a:ext cx="6948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6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C2BFF787-68DB-E4F9-5EF2-152DC43E6AB3}"/>
                  </a:ext>
                </a:extLst>
              </p14:cNvPr>
              <p14:cNvContentPartPr/>
              <p14:nvPr/>
            </p14:nvContentPartPr>
            <p14:xfrm>
              <a:off x="7953480" y="5602484"/>
              <a:ext cx="39960" cy="5112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C2BFF787-68DB-E4F9-5EF2-152DC43E6AB3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7944480" y="5593484"/>
                <a:ext cx="5760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8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2EC9A76B-C0BE-1BB2-ADBA-2ECD568829FC}"/>
                  </a:ext>
                </a:extLst>
              </p14:cNvPr>
              <p14:cNvContentPartPr/>
              <p14:nvPr/>
            </p14:nvContentPartPr>
            <p14:xfrm>
              <a:off x="7970400" y="5591684"/>
              <a:ext cx="33840" cy="4500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2EC9A76B-C0BE-1BB2-ADBA-2ECD568829FC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7961400" y="5582684"/>
                <a:ext cx="5148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0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83D973D0-AF61-EBBC-FB90-C6BE1CEDD94B}"/>
                  </a:ext>
                </a:extLst>
              </p14:cNvPr>
              <p14:cNvContentPartPr/>
              <p14:nvPr/>
            </p14:nvContentPartPr>
            <p14:xfrm>
              <a:off x="8138880" y="5546324"/>
              <a:ext cx="104760" cy="14472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83D973D0-AF61-EBBC-FB90-C6BE1CEDD94B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8129880" y="5537302"/>
                <a:ext cx="122400" cy="1624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2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8896394B-BAB5-6C43-FCE9-3FE91C87C348}"/>
                  </a:ext>
                </a:extLst>
              </p14:cNvPr>
              <p14:cNvContentPartPr/>
              <p14:nvPr/>
            </p14:nvContentPartPr>
            <p14:xfrm>
              <a:off x="8251920" y="5533364"/>
              <a:ext cx="88560" cy="11772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8896394B-BAB5-6C43-FCE9-3FE91C87C348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8242920" y="5524336"/>
                <a:ext cx="106200" cy="1354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4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57310ADB-A1B9-B3D9-429C-D175C686E3D7}"/>
                  </a:ext>
                </a:extLst>
              </p14:cNvPr>
              <p14:cNvContentPartPr/>
              <p14:nvPr/>
            </p14:nvContentPartPr>
            <p14:xfrm>
              <a:off x="8379360" y="5565764"/>
              <a:ext cx="49680" cy="13644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57310ADB-A1B9-B3D9-429C-D175C686E3D7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8370360" y="5556764"/>
                <a:ext cx="6732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6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5D14648F-BA4E-2C70-BA9B-E4204E7164BC}"/>
                  </a:ext>
                </a:extLst>
              </p14:cNvPr>
              <p14:cNvContentPartPr/>
              <p14:nvPr/>
            </p14:nvContentPartPr>
            <p14:xfrm>
              <a:off x="8085600" y="5480804"/>
              <a:ext cx="200520" cy="26676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5D14648F-BA4E-2C70-BA9B-E4204E7164BC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8076600" y="5471804"/>
                <a:ext cx="21816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8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462084AA-0649-4635-626D-46F7C2256648}"/>
                  </a:ext>
                </a:extLst>
              </p14:cNvPr>
              <p14:cNvContentPartPr/>
              <p14:nvPr/>
            </p14:nvContentPartPr>
            <p14:xfrm>
              <a:off x="8501400" y="5438684"/>
              <a:ext cx="156240" cy="15012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462084AA-0649-4635-626D-46F7C2256648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8492400" y="5429684"/>
                <a:ext cx="17388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0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825ECA1D-AA09-01E2-E78F-C47641B243FC}"/>
                  </a:ext>
                </a:extLst>
              </p14:cNvPr>
              <p14:cNvContentPartPr/>
              <p14:nvPr/>
            </p14:nvContentPartPr>
            <p14:xfrm>
              <a:off x="8676720" y="5361284"/>
              <a:ext cx="116280" cy="26604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825ECA1D-AA09-01E2-E78F-C47641B243FC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8667720" y="5352284"/>
                <a:ext cx="13392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2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E456B681-3611-D010-6C76-0CE85E1F9CE5}"/>
                  </a:ext>
                </a:extLst>
              </p14:cNvPr>
              <p14:cNvContentPartPr/>
              <p14:nvPr/>
            </p14:nvContentPartPr>
            <p14:xfrm>
              <a:off x="7588800" y="5102804"/>
              <a:ext cx="229320" cy="25596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E456B681-3611-D010-6C76-0CE85E1F9CE5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7579786" y="5093817"/>
                <a:ext cx="246988" cy="2735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4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FAF673D8-485D-849E-5B7A-928B6D5A0522}"/>
                  </a:ext>
                </a:extLst>
              </p14:cNvPr>
              <p14:cNvContentPartPr/>
              <p14:nvPr/>
            </p14:nvContentPartPr>
            <p14:xfrm>
              <a:off x="8240040" y="4840364"/>
              <a:ext cx="160200" cy="32472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FAF673D8-485D-849E-5B7A-928B6D5A0522}"/>
                  </a:ext>
                </a:extLst>
              </p:cNvPr>
              <p:cNvPicPr/>
              <p:nvPr/>
            </p:nvPicPr>
            <p:blipFill>
              <a:blip r:embed="rId395"/>
              <a:stretch>
                <a:fillRect/>
              </a:stretch>
            </p:blipFill>
            <p:spPr>
              <a:xfrm>
                <a:off x="8231040" y="4831364"/>
                <a:ext cx="17784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6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2DB15610-B4E2-050A-5704-E8C15CEBA284}"/>
                  </a:ext>
                </a:extLst>
              </p14:cNvPr>
              <p14:cNvContentPartPr/>
              <p14:nvPr/>
            </p14:nvContentPartPr>
            <p14:xfrm>
              <a:off x="8931960" y="5800844"/>
              <a:ext cx="33480" cy="12780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2DB15610-B4E2-050A-5704-E8C15CEBA284}"/>
                  </a:ext>
                </a:extLst>
              </p:cNvPr>
              <p:cNvPicPr/>
              <p:nvPr/>
            </p:nvPicPr>
            <p:blipFill>
              <a:blip r:embed="rId397"/>
              <a:stretch>
                <a:fillRect/>
              </a:stretch>
            </p:blipFill>
            <p:spPr>
              <a:xfrm>
                <a:off x="8922960" y="5791844"/>
                <a:ext cx="5112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8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443D1659-7ED4-09B6-5076-82857A0E0251}"/>
                  </a:ext>
                </a:extLst>
              </p14:cNvPr>
              <p14:cNvContentPartPr/>
              <p14:nvPr/>
            </p14:nvContentPartPr>
            <p14:xfrm>
              <a:off x="9104040" y="4891844"/>
              <a:ext cx="34560" cy="5148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443D1659-7ED4-09B6-5076-82857A0E0251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9095040" y="4882844"/>
                <a:ext cx="5220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0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FBAD7701-E648-D5B8-4A5E-2420342D72AE}"/>
                  </a:ext>
                </a:extLst>
              </p14:cNvPr>
              <p14:cNvContentPartPr/>
              <p14:nvPr/>
            </p14:nvContentPartPr>
            <p14:xfrm>
              <a:off x="9285480" y="4879964"/>
              <a:ext cx="65160" cy="17064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FBAD7701-E648-D5B8-4A5E-2420342D72AE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9276480" y="4870964"/>
                <a:ext cx="8280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2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AAA6B5C7-B621-8445-3F7F-128DE44570F1}"/>
                  </a:ext>
                </a:extLst>
              </p14:cNvPr>
              <p14:cNvContentPartPr/>
              <p14:nvPr/>
            </p14:nvContentPartPr>
            <p14:xfrm>
              <a:off x="9297000" y="4946204"/>
              <a:ext cx="96840" cy="6624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AAA6B5C7-B621-8445-3F7F-128DE44570F1}"/>
                  </a:ext>
                </a:extLst>
              </p:cNvPr>
              <p:cNvPicPr/>
              <p:nvPr/>
            </p:nvPicPr>
            <p:blipFill>
              <a:blip r:embed="rId403"/>
              <a:stretch>
                <a:fillRect/>
              </a:stretch>
            </p:blipFill>
            <p:spPr>
              <a:xfrm>
                <a:off x="9288033" y="4937204"/>
                <a:ext cx="114415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4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751B5196-6AD2-46AE-17DA-11357C03EF28}"/>
                  </a:ext>
                </a:extLst>
              </p14:cNvPr>
              <p14:cNvContentPartPr/>
              <p14:nvPr/>
            </p14:nvContentPartPr>
            <p14:xfrm>
              <a:off x="9447840" y="4899404"/>
              <a:ext cx="57960" cy="10332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751B5196-6AD2-46AE-17DA-11357C03EF28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9438896" y="4890404"/>
                <a:ext cx="75491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6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C3692053-2F86-9401-545D-D6866346DC89}"/>
                  </a:ext>
                </a:extLst>
              </p14:cNvPr>
              <p14:cNvContentPartPr/>
              <p14:nvPr/>
            </p14:nvContentPartPr>
            <p14:xfrm>
              <a:off x="9458280" y="4860164"/>
              <a:ext cx="61920" cy="2448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C3692053-2F86-9401-545D-D6866346DC89}"/>
                  </a:ext>
                </a:extLst>
              </p:cNvPr>
              <p:cNvPicPr/>
              <p:nvPr/>
            </p:nvPicPr>
            <p:blipFill>
              <a:blip r:embed="rId407"/>
              <a:stretch>
                <a:fillRect/>
              </a:stretch>
            </p:blipFill>
            <p:spPr>
              <a:xfrm>
                <a:off x="9449332" y="4851164"/>
                <a:ext cx="79458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8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C3F83A5A-BC6F-6ED8-D605-8DA07C5F08EF}"/>
                  </a:ext>
                </a:extLst>
              </p14:cNvPr>
              <p14:cNvContentPartPr/>
              <p14:nvPr/>
            </p14:nvContentPartPr>
            <p14:xfrm>
              <a:off x="9576360" y="4918844"/>
              <a:ext cx="22320" cy="10404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C3F83A5A-BC6F-6ED8-D605-8DA07C5F08EF}"/>
                  </a:ext>
                </a:extLst>
              </p:cNvPr>
              <p:cNvPicPr/>
              <p:nvPr/>
            </p:nvPicPr>
            <p:blipFill>
              <a:blip r:embed="rId409"/>
              <a:stretch>
                <a:fillRect/>
              </a:stretch>
            </p:blipFill>
            <p:spPr>
              <a:xfrm>
                <a:off x="9567360" y="4909844"/>
                <a:ext cx="3996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0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903BDBC5-7864-66C6-9446-68C6FCFD9A2D}"/>
                  </a:ext>
                </a:extLst>
              </p14:cNvPr>
              <p14:cNvContentPartPr/>
              <p14:nvPr/>
            </p14:nvContentPartPr>
            <p14:xfrm>
              <a:off x="9703800" y="4833164"/>
              <a:ext cx="95400" cy="14112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903BDBC5-7864-66C6-9446-68C6FCFD9A2D}"/>
                  </a:ext>
                </a:extLst>
              </p:cNvPr>
              <p:cNvPicPr/>
              <p:nvPr/>
            </p:nvPicPr>
            <p:blipFill>
              <a:blip r:embed="rId411"/>
              <a:stretch>
                <a:fillRect/>
              </a:stretch>
            </p:blipFill>
            <p:spPr>
              <a:xfrm>
                <a:off x="9694800" y="4824164"/>
                <a:ext cx="11304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2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657E4165-26C6-C176-7A57-CE7D4355BD0E}"/>
                  </a:ext>
                </a:extLst>
              </p14:cNvPr>
              <p14:cNvContentPartPr/>
              <p14:nvPr/>
            </p14:nvContentPartPr>
            <p14:xfrm>
              <a:off x="9703440" y="4794284"/>
              <a:ext cx="206640" cy="9756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657E4165-26C6-C176-7A57-CE7D4355BD0E}"/>
                  </a:ext>
                </a:extLst>
              </p:cNvPr>
              <p:cNvPicPr/>
              <p:nvPr/>
            </p:nvPicPr>
            <p:blipFill>
              <a:blip r:embed="rId413"/>
              <a:stretch>
                <a:fillRect/>
              </a:stretch>
            </p:blipFill>
            <p:spPr>
              <a:xfrm>
                <a:off x="9694440" y="4785284"/>
                <a:ext cx="22428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4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BD978C49-3723-8491-4CA3-8527E65668D0}"/>
                  </a:ext>
                </a:extLst>
              </p14:cNvPr>
              <p14:cNvContentPartPr/>
              <p14:nvPr/>
            </p14:nvContentPartPr>
            <p14:xfrm>
              <a:off x="9933120" y="4732004"/>
              <a:ext cx="140040" cy="28512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BD978C49-3723-8491-4CA3-8527E65668D0}"/>
                  </a:ext>
                </a:extLst>
              </p:cNvPr>
              <p:cNvPicPr/>
              <p:nvPr/>
            </p:nvPicPr>
            <p:blipFill>
              <a:blip r:embed="rId415"/>
              <a:stretch>
                <a:fillRect/>
              </a:stretch>
            </p:blipFill>
            <p:spPr>
              <a:xfrm>
                <a:off x="9924120" y="4723015"/>
                <a:ext cx="157680" cy="3027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6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12551787-8AED-2CBF-46EB-53CE07FE4A78}"/>
                  </a:ext>
                </a:extLst>
              </p14:cNvPr>
              <p14:cNvContentPartPr/>
              <p14:nvPr/>
            </p14:nvContentPartPr>
            <p14:xfrm>
              <a:off x="9269280" y="4838204"/>
              <a:ext cx="128880" cy="29484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12551787-8AED-2CBF-46EB-53CE07FE4A78}"/>
                  </a:ext>
                </a:extLst>
              </p:cNvPr>
              <p:cNvPicPr/>
              <p:nvPr/>
            </p:nvPicPr>
            <p:blipFill>
              <a:blip r:embed="rId417"/>
              <a:stretch>
                <a:fillRect/>
              </a:stretch>
            </p:blipFill>
            <p:spPr>
              <a:xfrm>
                <a:off x="9260305" y="4829204"/>
                <a:ext cx="146471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8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589977F5-DD71-9EAA-E5CB-79D4CF535863}"/>
                  </a:ext>
                </a:extLst>
              </p14:cNvPr>
              <p14:cNvContentPartPr/>
              <p14:nvPr/>
            </p14:nvContentPartPr>
            <p14:xfrm>
              <a:off x="8963640" y="5111084"/>
              <a:ext cx="55080" cy="5616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589977F5-DD71-9EAA-E5CB-79D4CF535863}"/>
                  </a:ext>
                </a:extLst>
              </p:cNvPr>
              <p:cNvPicPr/>
              <p:nvPr/>
            </p:nvPicPr>
            <p:blipFill>
              <a:blip r:embed="rId419"/>
              <a:stretch>
                <a:fillRect/>
              </a:stretch>
            </p:blipFill>
            <p:spPr>
              <a:xfrm>
                <a:off x="8954640" y="5102141"/>
                <a:ext cx="72720" cy="736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0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AB7D07A9-FE71-EA46-9EB2-92039B5CB640}"/>
                  </a:ext>
                </a:extLst>
              </p14:cNvPr>
              <p14:cNvContentPartPr/>
              <p14:nvPr/>
            </p14:nvContentPartPr>
            <p14:xfrm>
              <a:off x="9186840" y="5195324"/>
              <a:ext cx="78120" cy="13572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AB7D07A9-FE71-EA46-9EB2-92039B5CB640}"/>
                  </a:ext>
                </a:extLst>
              </p:cNvPr>
              <p:cNvPicPr/>
              <p:nvPr/>
            </p:nvPicPr>
            <p:blipFill>
              <a:blip r:embed="rId421"/>
              <a:stretch>
                <a:fillRect/>
              </a:stretch>
            </p:blipFill>
            <p:spPr>
              <a:xfrm>
                <a:off x="9177881" y="5186348"/>
                <a:ext cx="95679" cy="1533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2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01196F4E-6D8B-02B1-06F5-399080094EA0}"/>
                  </a:ext>
                </a:extLst>
              </p14:cNvPr>
              <p14:cNvContentPartPr/>
              <p14:nvPr/>
            </p14:nvContentPartPr>
            <p14:xfrm>
              <a:off x="9201240" y="5253284"/>
              <a:ext cx="178920" cy="5832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01196F4E-6D8B-02B1-06F5-399080094EA0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9192222" y="5244339"/>
                <a:ext cx="196596" cy="758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4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87C39137-4B0D-6C5A-CCC2-8638A45499AF}"/>
                  </a:ext>
                </a:extLst>
              </p14:cNvPr>
              <p14:cNvContentPartPr/>
              <p14:nvPr/>
            </p14:nvContentPartPr>
            <p14:xfrm>
              <a:off x="9469800" y="5272364"/>
              <a:ext cx="2520" cy="8064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87C39137-4B0D-6C5A-CCC2-8638A45499AF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9460800" y="5263324"/>
                <a:ext cx="20160" cy="983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6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157C9691-7C5C-09D9-342B-D0AA484BC6AF}"/>
                  </a:ext>
                </a:extLst>
              </p14:cNvPr>
              <p14:cNvContentPartPr/>
              <p14:nvPr/>
            </p14:nvContentPartPr>
            <p14:xfrm>
              <a:off x="9554400" y="5185964"/>
              <a:ext cx="90720" cy="13536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157C9691-7C5C-09D9-342B-D0AA484BC6AF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9545400" y="5176964"/>
                <a:ext cx="10836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8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FFAF8D1D-836B-6B7B-0809-7424DF31BDB9}"/>
                  </a:ext>
                </a:extLst>
              </p14:cNvPr>
              <p14:cNvContentPartPr/>
              <p14:nvPr/>
            </p14:nvContentPartPr>
            <p14:xfrm>
              <a:off x="9702000" y="5193884"/>
              <a:ext cx="137880" cy="8964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FFAF8D1D-836B-6B7B-0809-7424DF31BDB9}"/>
                  </a:ext>
                </a:extLst>
              </p:cNvPr>
              <p:cNvPicPr/>
              <p:nvPr/>
            </p:nvPicPr>
            <p:blipFill>
              <a:blip r:embed="rId429"/>
              <a:stretch>
                <a:fillRect/>
              </a:stretch>
            </p:blipFill>
            <p:spPr>
              <a:xfrm>
                <a:off x="9693000" y="5184884"/>
                <a:ext cx="15552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0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F6F27686-652A-C9F2-4B8F-E1E5AE4DC43C}"/>
                  </a:ext>
                </a:extLst>
              </p14:cNvPr>
              <p14:cNvContentPartPr/>
              <p14:nvPr/>
            </p14:nvContentPartPr>
            <p14:xfrm>
              <a:off x="9856800" y="5133404"/>
              <a:ext cx="62280" cy="18756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F6F27686-652A-C9F2-4B8F-E1E5AE4DC43C}"/>
                  </a:ext>
                </a:extLst>
              </p:cNvPr>
              <p:cNvPicPr/>
              <p:nvPr/>
            </p:nvPicPr>
            <p:blipFill>
              <a:blip r:embed="rId431"/>
              <a:stretch>
                <a:fillRect/>
              </a:stretch>
            </p:blipFill>
            <p:spPr>
              <a:xfrm>
                <a:off x="9847800" y="5124404"/>
                <a:ext cx="7992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2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AA4889B4-5EB7-18CA-0FA0-51E0DF5EB812}"/>
                  </a:ext>
                </a:extLst>
              </p14:cNvPr>
              <p14:cNvContentPartPr/>
              <p14:nvPr/>
            </p14:nvContentPartPr>
            <p14:xfrm>
              <a:off x="9180720" y="5178044"/>
              <a:ext cx="139320" cy="20628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AA4889B4-5EB7-18CA-0FA0-51E0DF5EB812}"/>
                  </a:ext>
                </a:extLst>
              </p:cNvPr>
              <p:cNvPicPr/>
              <p:nvPr/>
            </p:nvPicPr>
            <p:blipFill>
              <a:blip r:embed="rId433"/>
              <a:stretch>
                <a:fillRect/>
              </a:stretch>
            </p:blipFill>
            <p:spPr>
              <a:xfrm>
                <a:off x="9171720" y="5169044"/>
                <a:ext cx="15696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4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58AB7AFA-668D-D3D5-07F6-4B9DD8360F4B}"/>
                  </a:ext>
                </a:extLst>
              </p14:cNvPr>
              <p14:cNvContentPartPr/>
              <p14:nvPr/>
            </p14:nvContentPartPr>
            <p14:xfrm>
              <a:off x="10295280" y="5678444"/>
              <a:ext cx="55800" cy="12564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58AB7AFA-668D-D3D5-07F6-4B9DD8360F4B}"/>
                  </a:ext>
                </a:extLst>
              </p:cNvPr>
              <p:cNvPicPr/>
              <p:nvPr/>
            </p:nvPicPr>
            <p:blipFill>
              <a:blip r:embed="rId435"/>
              <a:stretch>
                <a:fillRect/>
              </a:stretch>
            </p:blipFill>
            <p:spPr>
              <a:xfrm>
                <a:off x="10286280" y="5669444"/>
                <a:ext cx="7344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6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201ED20F-4B7F-BE10-B141-C4D38066FFC2}"/>
                  </a:ext>
                </a:extLst>
              </p14:cNvPr>
              <p14:cNvContentPartPr/>
              <p14:nvPr/>
            </p14:nvContentPartPr>
            <p14:xfrm>
              <a:off x="10310040" y="3262124"/>
              <a:ext cx="66600" cy="6228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201ED20F-4B7F-BE10-B141-C4D38066FFC2}"/>
                  </a:ext>
                </a:extLst>
              </p:cNvPr>
              <p:cNvPicPr/>
              <p:nvPr/>
            </p:nvPicPr>
            <p:blipFill>
              <a:blip r:embed="rId437"/>
              <a:stretch>
                <a:fillRect/>
              </a:stretch>
            </p:blipFill>
            <p:spPr>
              <a:xfrm>
                <a:off x="10301040" y="3253124"/>
                <a:ext cx="8424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8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B49B610A-1900-8B07-7F25-CEFEE3144CB4}"/>
                  </a:ext>
                </a:extLst>
              </p14:cNvPr>
              <p14:cNvContentPartPr/>
              <p14:nvPr/>
            </p14:nvContentPartPr>
            <p14:xfrm>
              <a:off x="10526400" y="3188324"/>
              <a:ext cx="100800" cy="33912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B49B610A-1900-8B07-7F25-CEFEE3144CB4}"/>
                  </a:ext>
                </a:extLst>
              </p:cNvPr>
              <p:cNvPicPr/>
              <p:nvPr/>
            </p:nvPicPr>
            <p:blipFill>
              <a:blip r:embed="rId439"/>
              <a:stretch>
                <a:fillRect/>
              </a:stretch>
            </p:blipFill>
            <p:spPr>
              <a:xfrm>
                <a:off x="10517400" y="3179314"/>
                <a:ext cx="118440" cy="3567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0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86DE4B13-32B3-66EF-7C86-0DAC4636225B}"/>
                  </a:ext>
                </a:extLst>
              </p14:cNvPr>
              <p14:cNvContentPartPr/>
              <p14:nvPr/>
            </p14:nvContentPartPr>
            <p14:xfrm>
              <a:off x="10637640" y="3301364"/>
              <a:ext cx="23040" cy="14220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86DE4B13-32B3-66EF-7C86-0DAC4636225B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10628497" y="3292364"/>
                <a:ext cx="4096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2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F6B39C19-FE9B-AE0B-5AA9-0C463B3EDEBA}"/>
                  </a:ext>
                </a:extLst>
              </p14:cNvPr>
              <p14:cNvContentPartPr/>
              <p14:nvPr/>
            </p14:nvContentPartPr>
            <p14:xfrm>
              <a:off x="10722960" y="3299564"/>
              <a:ext cx="137160" cy="9648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F6B39C19-FE9B-AE0B-5AA9-0C463B3EDEBA}"/>
                  </a:ext>
                </a:extLst>
              </p:cNvPr>
              <p:cNvPicPr/>
              <p:nvPr/>
            </p:nvPicPr>
            <p:blipFill>
              <a:blip r:embed="rId443"/>
              <a:stretch>
                <a:fillRect/>
              </a:stretch>
            </p:blipFill>
            <p:spPr>
              <a:xfrm>
                <a:off x="10713960" y="3290564"/>
                <a:ext cx="15480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4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ACD7B244-C6A5-8348-E5D0-8150EA31AB0E}"/>
                  </a:ext>
                </a:extLst>
              </p14:cNvPr>
              <p14:cNvContentPartPr/>
              <p14:nvPr/>
            </p14:nvContentPartPr>
            <p14:xfrm>
              <a:off x="10775160" y="3307484"/>
              <a:ext cx="34920" cy="18360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ACD7B244-C6A5-8348-E5D0-8150EA31AB0E}"/>
                  </a:ext>
                </a:extLst>
              </p:cNvPr>
              <p:cNvPicPr/>
              <p:nvPr/>
            </p:nvPicPr>
            <p:blipFill>
              <a:blip r:embed="rId445"/>
              <a:stretch>
                <a:fillRect/>
              </a:stretch>
            </p:blipFill>
            <p:spPr>
              <a:xfrm>
                <a:off x="10766160" y="3298484"/>
                <a:ext cx="5256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6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9C37159F-9541-B344-038F-831C2DCDBC95}"/>
                  </a:ext>
                </a:extLst>
              </p14:cNvPr>
              <p14:cNvContentPartPr/>
              <p14:nvPr/>
            </p14:nvContentPartPr>
            <p14:xfrm>
              <a:off x="10933200" y="3321524"/>
              <a:ext cx="71640" cy="10980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9C37159F-9541-B344-038F-831C2DCDBC95}"/>
                  </a:ext>
                </a:extLst>
              </p:cNvPr>
              <p:cNvPicPr/>
              <p:nvPr/>
            </p:nvPicPr>
            <p:blipFill>
              <a:blip r:embed="rId447"/>
              <a:stretch>
                <a:fillRect/>
              </a:stretch>
            </p:blipFill>
            <p:spPr>
              <a:xfrm>
                <a:off x="10924200" y="3312553"/>
                <a:ext cx="89280" cy="1273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8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E7294F01-0213-7A2D-F602-07840373BD5F}"/>
                  </a:ext>
                </a:extLst>
              </p14:cNvPr>
              <p14:cNvContentPartPr/>
              <p14:nvPr/>
            </p14:nvContentPartPr>
            <p14:xfrm>
              <a:off x="11178000" y="3413324"/>
              <a:ext cx="43560" cy="11592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E7294F01-0213-7A2D-F602-07840373BD5F}"/>
                  </a:ext>
                </a:extLst>
              </p:cNvPr>
              <p:cNvPicPr/>
              <p:nvPr/>
            </p:nvPicPr>
            <p:blipFill>
              <a:blip r:embed="rId449"/>
              <a:stretch>
                <a:fillRect/>
              </a:stretch>
            </p:blipFill>
            <p:spPr>
              <a:xfrm>
                <a:off x="11169000" y="3404296"/>
                <a:ext cx="61200" cy="1336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0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847DD8B3-BD75-8E64-33DB-46B7F822A8F9}"/>
                  </a:ext>
                </a:extLst>
              </p14:cNvPr>
              <p14:cNvContentPartPr/>
              <p14:nvPr/>
            </p14:nvContentPartPr>
            <p14:xfrm>
              <a:off x="11288520" y="3288404"/>
              <a:ext cx="45000" cy="16488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847DD8B3-BD75-8E64-33DB-46B7F822A8F9}"/>
                  </a:ext>
                </a:extLst>
              </p:cNvPr>
              <p:cNvPicPr/>
              <p:nvPr/>
            </p:nvPicPr>
            <p:blipFill>
              <a:blip r:embed="rId451"/>
              <a:stretch>
                <a:fillRect/>
              </a:stretch>
            </p:blipFill>
            <p:spPr>
              <a:xfrm>
                <a:off x="11279520" y="3279384"/>
                <a:ext cx="62640" cy="1825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2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6996DC85-90F0-34EF-44ED-824EF12A8DEE}"/>
                  </a:ext>
                </a:extLst>
              </p14:cNvPr>
              <p14:cNvContentPartPr/>
              <p14:nvPr/>
            </p14:nvContentPartPr>
            <p14:xfrm>
              <a:off x="11406600" y="3264284"/>
              <a:ext cx="100440" cy="15912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6996DC85-90F0-34EF-44ED-824EF12A8DEE}"/>
                  </a:ext>
                </a:extLst>
              </p:cNvPr>
              <p:cNvPicPr/>
              <p:nvPr/>
            </p:nvPicPr>
            <p:blipFill>
              <a:blip r:embed="rId453"/>
              <a:stretch>
                <a:fillRect/>
              </a:stretch>
            </p:blipFill>
            <p:spPr>
              <a:xfrm>
                <a:off x="11397600" y="3255264"/>
                <a:ext cx="118080" cy="17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4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2600BD8D-3E73-7CDB-2FD8-585C1D6614C9}"/>
                  </a:ext>
                </a:extLst>
              </p14:cNvPr>
              <p14:cNvContentPartPr/>
              <p14:nvPr/>
            </p14:nvContentPartPr>
            <p14:xfrm>
              <a:off x="11536200" y="3286244"/>
              <a:ext cx="87120" cy="12600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2600BD8D-3E73-7CDB-2FD8-585C1D6614C9}"/>
                  </a:ext>
                </a:extLst>
              </p:cNvPr>
              <p:cNvPicPr/>
              <p:nvPr/>
            </p:nvPicPr>
            <p:blipFill>
              <a:blip r:embed="rId455"/>
              <a:stretch>
                <a:fillRect/>
              </a:stretch>
            </p:blipFill>
            <p:spPr>
              <a:xfrm>
                <a:off x="11527200" y="3277270"/>
                <a:ext cx="104760" cy="1435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6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A19E1E79-09C9-FC26-935E-583AD6A2C337}"/>
                  </a:ext>
                </a:extLst>
              </p14:cNvPr>
              <p14:cNvContentPartPr/>
              <p14:nvPr/>
            </p14:nvContentPartPr>
            <p14:xfrm>
              <a:off x="11552400" y="3258884"/>
              <a:ext cx="88200" cy="3744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A19E1E79-09C9-FC26-935E-583AD6A2C337}"/>
                  </a:ext>
                </a:extLst>
              </p:cNvPr>
              <p:cNvPicPr/>
              <p:nvPr/>
            </p:nvPicPr>
            <p:blipFill>
              <a:blip r:embed="rId457"/>
              <a:stretch>
                <a:fillRect/>
              </a:stretch>
            </p:blipFill>
            <p:spPr>
              <a:xfrm>
                <a:off x="11543400" y="3249884"/>
                <a:ext cx="10584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8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6E9F183F-2AA6-A2E8-FA3C-384264A62EFC}"/>
                  </a:ext>
                </a:extLst>
              </p14:cNvPr>
              <p14:cNvContentPartPr/>
              <p14:nvPr/>
            </p14:nvContentPartPr>
            <p14:xfrm>
              <a:off x="11647440" y="3158444"/>
              <a:ext cx="135360" cy="41400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6E9F183F-2AA6-A2E8-FA3C-384264A62EFC}"/>
                  </a:ext>
                </a:extLst>
              </p:cNvPr>
              <p:cNvPicPr/>
              <p:nvPr/>
            </p:nvPicPr>
            <p:blipFill>
              <a:blip r:embed="rId459"/>
              <a:stretch>
                <a:fillRect/>
              </a:stretch>
            </p:blipFill>
            <p:spPr>
              <a:xfrm>
                <a:off x="11638440" y="3149444"/>
                <a:ext cx="153000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0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2CF4A509-D154-CA89-D2B3-DC9317AC7550}"/>
                  </a:ext>
                </a:extLst>
              </p14:cNvPr>
              <p14:cNvContentPartPr/>
              <p14:nvPr/>
            </p14:nvContentPartPr>
            <p14:xfrm>
              <a:off x="7979760" y="4630844"/>
              <a:ext cx="74520" cy="8244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2CF4A509-D154-CA89-D2B3-DC9317AC7550}"/>
                  </a:ext>
                </a:extLst>
              </p:cNvPr>
              <p:cNvPicPr/>
              <p:nvPr/>
            </p:nvPicPr>
            <p:blipFill>
              <a:blip r:embed="rId461"/>
              <a:stretch>
                <a:fillRect/>
              </a:stretch>
            </p:blipFill>
            <p:spPr>
              <a:xfrm>
                <a:off x="7970760" y="4621844"/>
                <a:ext cx="9216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2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A94A3097-FBB4-B2DE-0273-6F6176BDC17B}"/>
                  </a:ext>
                </a:extLst>
              </p14:cNvPr>
              <p14:cNvContentPartPr/>
              <p14:nvPr/>
            </p14:nvContentPartPr>
            <p14:xfrm>
              <a:off x="8149320" y="4481804"/>
              <a:ext cx="128160" cy="18180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A94A3097-FBB4-B2DE-0273-6F6176BDC17B}"/>
                  </a:ext>
                </a:extLst>
              </p:cNvPr>
              <p:cNvPicPr/>
              <p:nvPr/>
            </p:nvPicPr>
            <p:blipFill>
              <a:blip r:embed="rId463"/>
              <a:stretch>
                <a:fillRect/>
              </a:stretch>
            </p:blipFill>
            <p:spPr>
              <a:xfrm>
                <a:off x="8140320" y="4472804"/>
                <a:ext cx="14580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4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A55C2179-A14F-9E5C-D59F-AC2A50B99C1E}"/>
                  </a:ext>
                </a:extLst>
              </p14:cNvPr>
              <p14:cNvContentPartPr/>
              <p14:nvPr/>
            </p14:nvContentPartPr>
            <p14:xfrm>
              <a:off x="8296200" y="4572524"/>
              <a:ext cx="34920" cy="12924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A55C2179-A14F-9E5C-D59F-AC2A50B99C1E}"/>
                  </a:ext>
                </a:extLst>
              </p:cNvPr>
              <p:cNvPicPr/>
              <p:nvPr/>
            </p:nvPicPr>
            <p:blipFill>
              <a:blip r:embed="rId465"/>
              <a:stretch>
                <a:fillRect/>
              </a:stretch>
            </p:blipFill>
            <p:spPr>
              <a:xfrm>
                <a:off x="8287200" y="4563524"/>
                <a:ext cx="5256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6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50D6B25A-EA7F-723E-F9C6-EEE5DF8F8207}"/>
                  </a:ext>
                </a:extLst>
              </p14:cNvPr>
              <p14:cNvContentPartPr/>
              <p14:nvPr/>
            </p14:nvContentPartPr>
            <p14:xfrm>
              <a:off x="8485560" y="5313764"/>
              <a:ext cx="49320" cy="5616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50D6B25A-EA7F-723E-F9C6-EEE5DF8F8207}"/>
                  </a:ext>
                </a:extLst>
              </p:cNvPr>
              <p:cNvPicPr/>
              <p:nvPr/>
            </p:nvPicPr>
            <p:blipFill>
              <a:blip r:embed="rId467"/>
              <a:stretch>
                <a:fillRect/>
              </a:stretch>
            </p:blipFill>
            <p:spPr>
              <a:xfrm>
                <a:off x="8476560" y="5304821"/>
                <a:ext cx="66960" cy="736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8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EE7791C6-41C0-6384-20F4-E5CBF1646451}"/>
                  </a:ext>
                </a:extLst>
              </p14:cNvPr>
              <p14:cNvContentPartPr/>
              <p14:nvPr/>
            </p14:nvContentPartPr>
            <p14:xfrm>
              <a:off x="8554320" y="5083724"/>
              <a:ext cx="106200" cy="12852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EE7791C6-41C0-6384-20F4-E5CBF1646451}"/>
                  </a:ext>
                </a:extLst>
              </p:cNvPr>
              <p:cNvPicPr/>
              <p:nvPr/>
            </p:nvPicPr>
            <p:blipFill>
              <a:blip r:embed="rId469"/>
              <a:stretch>
                <a:fillRect/>
              </a:stretch>
            </p:blipFill>
            <p:spPr>
              <a:xfrm>
                <a:off x="8545320" y="5074724"/>
                <a:ext cx="12384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0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A87CEABE-CDCD-CF5C-97DF-2C2A3F8B509D}"/>
                  </a:ext>
                </a:extLst>
              </p14:cNvPr>
              <p14:cNvContentPartPr/>
              <p14:nvPr/>
            </p14:nvContentPartPr>
            <p14:xfrm>
              <a:off x="8678520" y="5150684"/>
              <a:ext cx="137160" cy="11700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A87CEABE-CDCD-CF5C-97DF-2C2A3F8B509D}"/>
                  </a:ext>
                </a:extLst>
              </p:cNvPr>
              <p:cNvPicPr/>
              <p:nvPr/>
            </p:nvPicPr>
            <p:blipFill>
              <a:blip r:embed="rId471"/>
              <a:stretch>
                <a:fillRect/>
              </a:stretch>
            </p:blipFill>
            <p:spPr>
              <a:xfrm>
                <a:off x="8669544" y="5141684"/>
                <a:ext cx="154754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2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73CCDED8-4D59-898F-10BB-56AA4A553CBA}"/>
                  </a:ext>
                </a:extLst>
              </p14:cNvPr>
              <p14:cNvContentPartPr/>
              <p14:nvPr/>
            </p14:nvContentPartPr>
            <p14:xfrm>
              <a:off x="9727200" y="4021724"/>
              <a:ext cx="9720" cy="1260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73CCDED8-4D59-898F-10BB-56AA4A553CBA}"/>
                  </a:ext>
                </a:extLst>
              </p:cNvPr>
              <p:cNvPicPr/>
              <p:nvPr/>
            </p:nvPicPr>
            <p:blipFill>
              <a:blip r:embed="rId473"/>
              <a:stretch>
                <a:fillRect/>
              </a:stretch>
            </p:blipFill>
            <p:spPr>
              <a:xfrm>
                <a:off x="9718521" y="4012724"/>
                <a:ext cx="2673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4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6943D833-94CA-94B6-26D7-2A6C5F98FE86}"/>
                  </a:ext>
                </a:extLst>
              </p14:cNvPr>
              <p14:cNvContentPartPr/>
              <p14:nvPr/>
            </p14:nvContentPartPr>
            <p14:xfrm>
              <a:off x="9896040" y="3883844"/>
              <a:ext cx="73440" cy="6624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6943D833-94CA-94B6-26D7-2A6C5F98FE86}"/>
                  </a:ext>
                </a:extLst>
              </p:cNvPr>
              <p:cNvPicPr/>
              <p:nvPr/>
            </p:nvPicPr>
            <p:blipFill>
              <a:blip r:embed="rId475"/>
              <a:stretch>
                <a:fillRect/>
              </a:stretch>
            </p:blipFill>
            <p:spPr>
              <a:xfrm>
                <a:off x="9887040" y="3874844"/>
                <a:ext cx="9108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6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60BB056F-6DF7-C127-883D-2EE12C3B3416}"/>
                  </a:ext>
                </a:extLst>
              </p14:cNvPr>
              <p14:cNvContentPartPr/>
              <p14:nvPr/>
            </p14:nvContentPartPr>
            <p14:xfrm>
              <a:off x="10083960" y="3877364"/>
              <a:ext cx="123480" cy="15696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60BB056F-6DF7-C127-883D-2EE12C3B3416}"/>
                  </a:ext>
                </a:extLst>
              </p:cNvPr>
              <p:cNvPicPr/>
              <p:nvPr/>
            </p:nvPicPr>
            <p:blipFill>
              <a:blip r:embed="rId477"/>
              <a:stretch>
                <a:fillRect/>
              </a:stretch>
            </p:blipFill>
            <p:spPr>
              <a:xfrm>
                <a:off x="10074960" y="3868364"/>
                <a:ext cx="14112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8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6D06F5E9-38C3-6479-B1FB-EE2E773F777B}"/>
                  </a:ext>
                </a:extLst>
              </p14:cNvPr>
              <p14:cNvContentPartPr/>
              <p14:nvPr/>
            </p14:nvContentPartPr>
            <p14:xfrm>
              <a:off x="10167120" y="4007684"/>
              <a:ext cx="125640" cy="14796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6D06F5E9-38C3-6479-B1FB-EE2E773F777B}"/>
                  </a:ext>
                </a:extLst>
              </p:cNvPr>
              <p:cNvPicPr/>
              <p:nvPr/>
            </p:nvPicPr>
            <p:blipFill>
              <a:blip r:embed="rId479"/>
              <a:stretch>
                <a:fillRect/>
              </a:stretch>
            </p:blipFill>
            <p:spPr>
              <a:xfrm>
                <a:off x="10158120" y="3998684"/>
                <a:ext cx="14328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0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3D47E74F-372C-5916-791A-E962E9F7872F}"/>
                  </a:ext>
                </a:extLst>
              </p14:cNvPr>
              <p14:cNvContentPartPr/>
              <p14:nvPr/>
            </p14:nvContentPartPr>
            <p14:xfrm>
              <a:off x="10807200" y="1926524"/>
              <a:ext cx="142560" cy="17064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3D47E74F-372C-5916-791A-E962E9F7872F}"/>
                  </a:ext>
                </a:extLst>
              </p:cNvPr>
              <p:cNvPicPr/>
              <p:nvPr/>
            </p:nvPicPr>
            <p:blipFill>
              <a:blip r:embed="rId481"/>
              <a:stretch>
                <a:fillRect/>
              </a:stretch>
            </p:blipFill>
            <p:spPr>
              <a:xfrm>
                <a:off x="10798177" y="1917505"/>
                <a:ext cx="160245" cy="1883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2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3199BD72-E07B-D938-0F82-28B05560FB72}"/>
                  </a:ext>
                </a:extLst>
              </p14:cNvPr>
              <p14:cNvContentPartPr/>
              <p14:nvPr/>
            </p14:nvContentPartPr>
            <p14:xfrm>
              <a:off x="11169720" y="1918604"/>
              <a:ext cx="151200" cy="12924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3199BD72-E07B-D938-0F82-28B05560FB72}"/>
                  </a:ext>
                </a:extLst>
              </p:cNvPr>
              <p:cNvPicPr/>
              <p:nvPr/>
            </p:nvPicPr>
            <p:blipFill>
              <a:blip r:embed="rId483"/>
              <a:stretch>
                <a:fillRect/>
              </a:stretch>
            </p:blipFill>
            <p:spPr>
              <a:xfrm>
                <a:off x="11160720" y="1909604"/>
                <a:ext cx="16884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4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61785EC4-7394-1F10-5B46-5FA759186D78}"/>
                  </a:ext>
                </a:extLst>
              </p14:cNvPr>
              <p14:cNvContentPartPr/>
              <p14:nvPr/>
            </p14:nvContentPartPr>
            <p14:xfrm>
              <a:off x="11411280" y="1893764"/>
              <a:ext cx="145440" cy="12600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61785EC4-7394-1F10-5B46-5FA759186D78}"/>
                  </a:ext>
                </a:extLst>
              </p:cNvPr>
              <p:cNvPicPr/>
              <p:nvPr/>
            </p:nvPicPr>
            <p:blipFill>
              <a:blip r:embed="rId485"/>
              <a:stretch>
                <a:fillRect/>
              </a:stretch>
            </p:blipFill>
            <p:spPr>
              <a:xfrm>
                <a:off x="11402280" y="1884764"/>
                <a:ext cx="16308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6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05C460D3-5E7C-59F0-1533-15F32B4E6560}"/>
                  </a:ext>
                </a:extLst>
              </p14:cNvPr>
              <p14:cNvContentPartPr/>
              <p14:nvPr/>
            </p14:nvContentPartPr>
            <p14:xfrm>
              <a:off x="9610200" y="1857764"/>
              <a:ext cx="128520" cy="24624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05C460D3-5E7C-59F0-1533-15F32B4E6560}"/>
                  </a:ext>
                </a:extLst>
              </p:cNvPr>
              <p:cNvPicPr/>
              <p:nvPr/>
            </p:nvPicPr>
            <p:blipFill>
              <a:blip r:embed="rId487"/>
              <a:stretch>
                <a:fillRect/>
              </a:stretch>
            </p:blipFill>
            <p:spPr>
              <a:xfrm>
                <a:off x="9601175" y="1848764"/>
                <a:ext cx="14621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8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C6705B8E-03B6-F9CF-025B-517CEB7A3084}"/>
                  </a:ext>
                </a:extLst>
              </p14:cNvPr>
              <p14:cNvContentPartPr/>
              <p14:nvPr/>
            </p14:nvContentPartPr>
            <p14:xfrm>
              <a:off x="9625320" y="1968284"/>
              <a:ext cx="233640" cy="10584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C6705B8E-03B6-F9CF-025B-517CEB7A3084}"/>
                  </a:ext>
                </a:extLst>
              </p:cNvPr>
              <p:cNvPicPr/>
              <p:nvPr/>
            </p:nvPicPr>
            <p:blipFill>
              <a:blip r:embed="rId489"/>
              <a:stretch>
                <a:fillRect/>
              </a:stretch>
            </p:blipFill>
            <p:spPr>
              <a:xfrm>
                <a:off x="9616306" y="1959284"/>
                <a:ext cx="251307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0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9B80EFA0-EF82-7F97-06D7-C42F7AD6E164}"/>
                  </a:ext>
                </a:extLst>
              </p14:cNvPr>
              <p14:cNvContentPartPr/>
              <p14:nvPr/>
            </p14:nvContentPartPr>
            <p14:xfrm>
              <a:off x="9930240" y="1973324"/>
              <a:ext cx="34920" cy="9288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9B80EFA0-EF82-7F97-06D7-C42F7AD6E164}"/>
                  </a:ext>
                </a:extLst>
              </p:cNvPr>
              <p:cNvPicPr/>
              <p:nvPr/>
            </p:nvPicPr>
            <p:blipFill>
              <a:blip r:embed="rId491"/>
              <a:stretch>
                <a:fillRect/>
              </a:stretch>
            </p:blipFill>
            <p:spPr>
              <a:xfrm>
                <a:off x="9921240" y="1964324"/>
                <a:ext cx="5256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2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0EFA8E5C-4729-E622-205C-04558D63843C}"/>
                  </a:ext>
                </a:extLst>
              </p14:cNvPr>
              <p14:cNvContentPartPr/>
              <p14:nvPr/>
            </p14:nvContentPartPr>
            <p14:xfrm>
              <a:off x="10057680" y="1976204"/>
              <a:ext cx="31320" cy="7920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0EFA8E5C-4729-E622-205C-04558D63843C}"/>
                  </a:ext>
                </a:extLst>
              </p:cNvPr>
              <p:cNvPicPr/>
              <p:nvPr/>
            </p:nvPicPr>
            <p:blipFill>
              <a:blip r:embed="rId493"/>
              <a:stretch>
                <a:fillRect/>
              </a:stretch>
            </p:blipFill>
            <p:spPr>
              <a:xfrm>
                <a:off x="10048575" y="1967204"/>
                <a:ext cx="49165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4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A091047B-4D34-4A92-E1DD-85C4ACCE6BC1}"/>
                  </a:ext>
                </a:extLst>
              </p14:cNvPr>
              <p14:cNvContentPartPr/>
              <p14:nvPr/>
            </p14:nvContentPartPr>
            <p14:xfrm>
              <a:off x="10082160" y="1924724"/>
              <a:ext cx="56160" cy="2160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A091047B-4D34-4A92-E1DD-85C4ACCE6BC1}"/>
                  </a:ext>
                </a:extLst>
              </p:cNvPr>
              <p:cNvPicPr/>
              <p:nvPr/>
            </p:nvPicPr>
            <p:blipFill>
              <a:blip r:embed="rId495"/>
              <a:stretch>
                <a:fillRect/>
              </a:stretch>
            </p:blipFill>
            <p:spPr>
              <a:xfrm>
                <a:off x="10073160" y="1915724"/>
                <a:ext cx="738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6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F7772794-A6AE-B44D-344C-0DE2147B1791}"/>
                  </a:ext>
                </a:extLst>
              </p14:cNvPr>
              <p14:cNvContentPartPr/>
              <p14:nvPr/>
            </p14:nvContentPartPr>
            <p14:xfrm>
              <a:off x="10156680" y="1956764"/>
              <a:ext cx="163440" cy="26892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F7772794-A6AE-B44D-344C-0DE2147B1791}"/>
                  </a:ext>
                </a:extLst>
              </p:cNvPr>
              <p:cNvPicPr/>
              <p:nvPr/>
            </p:nvPicPr>
            <p:blipFill>
              <a:blip r:embed="rId497"/>
              <a:stretch>
                <a:fillRect/>
              </a:stretch>
            </p:blipFill>
            <p:spPr>
              <a:xfrm>
                <a:off x="10147660" y="1947764"/>
                <a:ext cx="181119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8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325C32E1-CAA0-79D2-EA89-8DB8A754581A}"/>
                  </a:ext>
                </a:extLst>
              </p14:cNvPr>
              <p14:cNvContentPartPr/>
              <p14:nvPr/>
            </p14:nvContentPartPr>
            <p14:xfrm>
              <a:off x="10362600" y="1957124"/>
              <a:ext cx="119520" cy="13896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325C32E1-CAA0-79D2-EA89-8DB8A754581A}"/>
                  </a:ext>
                </a:extLst>
              </p:cNvPr>
              <p:cNvPicPr/>
              <p:nvPr/>
            </p:nvPicPr>
            <p:blipFill>
              <a:blip r:embed="rId499"/>
              <a:stretch>
                <a:fillRect/>
              </a:stretch>
            </p:blipFill>
            <p:spPr>
              <a:xfrm>
                <a:off x="10353600" y="1948101"/>
                <a:ext cx="137160" cy="1566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0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BDCD232B-8A29-D27E-62F9-4EA7AFF8B162}"/>
                  </a:ext>
                </a:extLst>
              </p14:cNvPr>
              <p14:cNvContentPartPr/>
              <p14:nvPr/>
            </p14:nvContentPartPr>
            <p14:xfrm>
              <a:off x="8204760" y="1810244"/>
              <a:ext cx="15480" cy="29988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BDCD232B-8A29-D27E-62F9-4EA7AFF8B162}"/>
                  </a:ext>
                </a:extLst>
              </p:cNvPr>
              <p:cNvPicPr/>
              <p:nvPr/>
            </p:nvPicPr>
            <p:blipFill>
              <a:blip r:embed="rId501"/>
              <a:stretch>
                <a:fillRect/>
              </a:stretch>
            </p:blipFill>
            <p:spPr>
              <a:xfrm>
                <a:off x="8195546" y="1801244"/>
                <a:ext cx="3354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2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5B534CF5-66DC-1EE7-7207-3AD3E411F747}"/>
                  </a:ext>
                </a:extLst>
              </p14:cNvPr>
              <p14:cNvContentPartPr/>
              <p14:nvPr/>
            </p14:nvContentPartPr>
            <p14:xfrm>
              <a:off x="8117280" y="1804124"/>
              <a:ext cx="281160" cy="266760"/>
            </p14:xfrm>
          </p:contentPart>
        </mc:Choice>
        <mc:Fallback xmlns=""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5B534CF5-66DC-1EE7-7207-3AD3E411F747}"/>
                  </a:ext>
                </a:extLst>
              </p:cNvPr>
              <p:cNvPicPr/>
              <p:nvPr/>
            </p:nvPicPr>
            <p:blipFill>
              <a:blip r:embed="rId503"/>
              <a:stretch>
                <a:fillRect/>
              </a:stretch>
            </p:blipFill>
            <p:spPr>
              <a:xfrm>
                <a:off x="8108280" y="1795124"/>
                <a:ext cx="29880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4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B80481D8-E679-AA5A-3511-6A312FF75E4D}"/>
                  </a:ext>
                </a:extLst>
              </p14:cNvPr>
              <p14:cNvContentPartPr/>
              <p14:nvPr/>
            </p14:nvContentPartPr>
            <p14:xfrm>
              <a:off x="8380080" y="1968284"/>
              <a:ext cx="114120" cy="105120"/>
            </p14:xfrm>
          </p:contentPart>
        </mc:Choice>
        <mc:Fallback xmlns=""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B80481D8-E679-AA5A-3511-6A312FF75E4D}"/>
                  </a:ext>
                </a:extLst>
              </p:cNvPr>
              <p:cNvPicPr/>
              <p:nvPr/>
            </p:nvPicPr>
            <p:blipFill>
              <a:blip r:embed="rId505"/>
              <a:stretch>
                <a:fillRect/>
              </a:stretch>
            </p:blipFill>
            <p:spPr>
              <a:xfrm>
                <a:off x="8371080" y="1959284"/>
                <a:ext cx="13176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6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CB58732E-97CC-D074-D89E-B38370649226}"/>
                  </a:ext>
                </a:extLst>
              </p14:cNvPr>
              <p14:cNvContentPartPr/>
              <p14:nvPr/>
            </p14:nvContentPartPr>
            <p14:xfrm>
              <a:off x="8538120" y="1796924"/>
              <a:ext cx="258840" cy="28440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CB58732E-97CC-D074-D89E-B38370649226}"/>
                  </a:ext>
                </a:extLst>
              </p:cNvPr>
              <p:cNvPicPr/>
              <p:nvPr/>
            </p:nvPicPr>
            <p:blipFill>
              <a:blip r:embed="rId507"/>
              <a:stretch>
                <a:fillRect/>
              </a:stretch>
            </p:blipFill>
            <p:spPr>
              <a:xfrm>
                <a:off x="8529120" y="1787913"/>
                <a:ext cx="276480" cy="3020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8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FE1208BF-1A7F-A71B-C6B8-D7759432D22A}"/>
                  </a:ext>
                </a:extLst>
              </p14:cNvPr>
              <p14:cNvContentPartPr/>
              <p14:nvPr/>
            </p14:nvContentPartPr>
            <p14:xfrm>
              <a:off x="8831520" y="1994924"/>
              <a:ext cx="34920" cy="57960"/>
            </p14:xfrm>
          </p:contentPart>
        </mc:Choice>
        <mc:Fallback xmlns=""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FE1208BF-1A7F-A71B-C6B8-D7759432D22A}"/>
                  </a:ext>
                </a:extLst>
              </p:cNvPr>
              <p:cNvPicPr/>
              <p:nvPr/>
            </p:nvPicPr>
            <p:blipFill>
              <a:blip r:embed="rId509"/>
              <a:stretch>
                <a:fillRect/>
              </a:stretch>
            </p:blipFill>
            <p:spPr>
              <a:xfrm>
                <a:off x="8822520" y="1985924"/>
                <a:ext cx="5256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0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034F0298-2417-38B9-C51B-FD2D5A041E6B}"/>
                  </a:ext>
                </a:extLst>
              </p14:cNvPr>
              <p14:cNvContentPartPr/>
              <p14:nvPr/>
            </p14:nvContentPartPr>
            <p14:xfrm>
              <a:off x="8917920" y="1989164"/>
              <a:ext cx="151200" cy="7524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034F0298-2417-38B9-C51B-FD2D5A041E6B}"/>
                  </a:ext>
                </a:extLst>
              </p:cNvPr>
              <p:cNvPicPr/>
              <p:nvPr/>
            </p:nvPicPr>
            <p:blipFill>
              <a:blip r:embed="rId511"/>
              <a:stretch>
                <a:fillRect/>
              </a:stretch>
            </p:blipFill>
            <p:spPr>
              <a:xfrm>
                <a:off x="8908920" y="1980164"/>
                <a:ext cx="16884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2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87A2CB6C-3BA9-4D37-B494-D779264E8EE3}"/>
                  </a:ext>
                </a:extLst>
              </p14:cNvPr>
              <p14:cNvContentPartPr/>
              <p14:nvPr/>
            </p14:nvContentPartPr>
            <p14:xfrm>
              <a:off x="9149760" y="1848764"/>
              <a:ext cx="200160" cy="45792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87A2CB6C-3BA9-4D37-B494-D779264E8EE3}"/>
                  </a:ext>
                </a:extLst>
              </p:cNvPr>
              <p:cNvPicPr/>
              <p:nvPr/>
            </p:nvPicPr>
            <p:blipFill>
              <a:blip r:embed="rId513"/>
              <a:stretch>
                <a:fillRect/>
              </a:stretch>
            </p:blipFill>
            <p:spPr>
              <a:xfrm>
                <a:off x="9140760" y="1839764"/>
                <a:ext cx="217800" cy="47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4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96862811-94FC-6D20-F450-9FA3A07D5D13}"/>
                  </a:ext>
                </a:extLst>
              </p14:cNvPr>
              <p14:cNvContentPartPr/>
              <p14:nvPr/>
            </p14:nvContentPartPr>
            <p14:xfrm>
              <a:off x="9312120" y="2184644"/>
              <a:ext cx="555480" cy="1616760"/>
            </p14:xfrm>
          </p:contentPart>
        </mc:Choice>
        <mc:Fallback xmlns=""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96862811-94FC-6D20-F450-9FA3A07D5D13}"/>
                  </a:ext>
                </a:extLst>
              </p:cNvPr>
              <p:cNvPicPr/>
              <p:nvPr/>
            </p:nvPicPr>
            <p:blipFill>
              <a:blip r:embed="rId515"/>
              <a:stretch>
                <a:fillRect/>
              </a:stretch>
            </p:blipFill>
            <p:spPr>
              <a:xfrm>
                <a:off x="9303120" y="2175644"/>
                <a:ext cx="573120" cy="163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6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502AC81B-2BEA-C50C-CC62-31715417C273}"/>
                  </a:ext>
                </a:extLst>
              </p14:cNvPr>
              <p14:cNvContentPartPr/>
              <p14:nvPr/>
            </p14:nvContentPartPr>
            <p14:xfrm>
              <a:off x="9759240" y="3774404"/>
              <a:ext cx="86400" cy="2592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502AC81B-2BEA-C50C-CC62-31715417C273}"/>
                  </a:ext>
                </a:extLst>
              </p:cNvPr>
              <p:cNvPicPr/>
              <p:nvPr/>
            </p:nvPicPr>
            <p:blipFill>
              <a:blip r:embed="rId517"/>
              <a:stretch>
                <a:fillRect/>
              </a:stretch>
            </p:blipFill>
            <p:spPr>
              <a:xfrm>
                <a:off x="9750240" y="3765277"/>
                <a:ext cx="104040" cy="43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8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705FF2E0-A478-F957-5CD0-3616FC40EC6F}"/>
                  </a:ext>
                </a:extLst>
              </p14:cNvPr>
              <p14:cNvContentPartPr/>
              <p14:nvPr/>
            </p14:nvContentPartPr>
            <p14:xfrm>
              <a:off x="9865080" y="3699164"/>
              <a:ext cx="49320" cy="13644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705FF2E0-A478-F957-5CD0-3616FC40EC6F}"/>
                  </a:ext>
                </a:extLst>
              </p:cNvPr>
              <p:cNvPicPr/>
              <p:nvPr/>
            </p:nvPicPr>
            <p:blipFill>
              <a:blip r:embed="rId519"/>
              <a:stretch>
                <a:fillRect/>
              </a:stretch>
            </p:blipFill>
            <p:spPr>
              <a:xfrm>
                <a:off x="9856080" y="3690164"/>
                <a:ext cx="6696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0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A98A4238-2B91-9061-AAEE-6E2B81812AA5}"/>
                  </a:ext>
                </a:extLst>
              </p14:cNvPr>
              <p14:cNvContentPartPr/>
              <p14:nvPr/>
            </p14:nvContentPartPr>
            <p14:xfrm>
              <a:off x="7317360" y="4683404"/>
              <a:ext cx="89640" cy="684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A98A4238-2B91-9061-AAEE-6E2B81812AA5}"/>
                  </a:ext>
                </a:extLst>
              </p:cNvPr>
              <p:cNvPicPr/>
              <p:nvPr/>
            </p:nvPicPr>
            <p:blipFill>
              <a:blip r:embed="rId521"/>
              <a:stretch>
                <a:fillRect/>
              </a:stretch>
            </p:blipFill>
            <p:spPr>
              <a:xfrm>
                <a:off x="7308360" y="4674404"/>
                <a:ext cx="10728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2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EF6F9EE6-7E50-DA5F-FACD-E420DDA45060}"/>
                  </a:ext>
                </a:extLst>
              </p14:cNvPr>
              <p14:cNvContentPartPr/>
              <p14:nvPr/>
            </p14:nvContentPartPr>
            <p14:xfrm>
              <a:off x="7963920" y="2263484"/>
              <a:ext cx="1028160" cy="1986120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EF6F9EE6-7E50-DA5F-FACD-E420DDA45060}"/>
                  </a:ext>
                </a:extLst>
              </p:cNvPr>
              <p:cNvPicPr/>
              <p:nvPr/>
            </p:nvPicPr>
            <p:blipFill>
              <a:blip r:embed="rId523"/>
              <a:stretch>
                <a:fillRect/>
              </a:stretch>
            </p:blipFill>
            <p:spPr>
              <a:xfrm>
                <a:off x="7954920" y="2254484"/>
                <a:ext cx="1045800" cy="20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4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89276133-F0BD-C63A-BAFC-D6D2A498FC3B}"/>
                  </a:ext>
                </a:extLst>
              </p14:cNvPr>
              <p14:cNvContentPartPr/>
              <p14:nvPr/>
            </p14:nvContentPartPr>
            <p14:xfrm>
              <a:off x="7940160" y="4190924"/>
              <a:ext cx="127440" cy="5040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89276133-F0BD-C63A-BAFC-D6D2A498FC3B}"/>
                  </a:ext>
                </a:extLst>
              </p:cNvPr>
              <p:cNvPicPr/>
              <p:nvPr/>
            </p:nvPicPr>
            <p:blipFill>
              <a:blip r:embed="rId525"/>
              <a:stretch>
                <a:fillRect/>
              </a:stretch>
            </p:blipFill>
            <p:spPr>
              <a:xfrm>
                <a:off x="7931135" y="4181924"/>
                <a:ext cx="14513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6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2DAFA9DD-15EE-BA91-0BFD-A3A5344BEDEC}"/>
                  </a:ext>
                </a:extLst>
              </p14:cNvPr>
              <p14:cNvContentPartPr/>
              <p14:nvPr/>
            </p14:nvContentPartPr>
            <p14:xfrm>
              <a:off x="8016840" y="4133324"/>
              <a:ext cx="75240" cy="12060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2DAFA9DD-15EE-BA91-0BFD-A3A5344BEDEC}"/>
                  </a:ext>
                </a:extLst>
              </p:cNvPr>
              <p:cNvPicPr/>
              <p:nvPr/>
            </p:nvPicPr>
            <p:blipFill>
              <a:blip r:embed="rId527"/>
              <a:stretch>
                <a:fillRect/>
              </a:stretch>
            </p:blipFill>
            <p:spPr>
              <a:xfrm>
                <a:off x="8007797" y="4124324"/>
                <a:ext cx="92965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8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DA1542AC-31FE-B6B4-9A58-5A223C13B9BA}"/>
                  </a:ext>
                </a:extLst>
              </p14:cNvPr>
              <p14:cNvContentPartPr/>
              <p14:nvPr/>
            </p14:nvContentPartPr>
            <p14:xfrm>
              <a:off x="8727480" y="2470484"/>
              <a:ext cx="654480" cy="236196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DA1542AC-31FE-B6B4-9A58-5A223C13B9BA}"/>
                  </a:ext>
                </a:extLst>
              </p:cNvPr>
              <p:cNvPicPr/>
              <p:nvPr/>
            </p:nvPicPr>
            <p:blipFill>
              <a:blip r:embed="rId529"/>
              <a:stretch>
                <a:fillRect/>
              </a:stretch>
            </p:blipFill>
            <p:spPr>
              <a:xfrm>
                <a:off x="8718485" y="2461484"/>
                <a:ext cx="672110" cy="237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0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9E6EBD51-AD08-C6F7-067A-F07A92619C09}"/>
                  </a:ext>
                </a:extLst>
              </p14:cNvPr>
              <p14:cNvContentPartPr/>
              <p14:nvPr/>
            </p14:nvContentPartPr>
            <p14:xfrm>
              <a:off x="8686800" y="4738844"/>
              <a:ext cx="65880" cy="82080"/>
            </p14:xfrm>
          </p:contentPart>
        </mc:Choice>
        <mc:Fallback xmlns=""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9E6EBD51-AD08-C6F7-067A-F07A92619C09}"/>
                  </a:ext>
                </a:extLst>
              </p:cNvPr>
              <p:cNvPicPr/>
              <p:nvPr/>
            </p:nvPicPr>
            <p:blipFill>
              <a:blip r:embed="rId531"/>
              <a:stretch>
                <a:fillRect/>
              </a:stretch>
            </p:blipFill>
            <p:spPr>
              <a:xfrm>
                <a:off x="8677800" y="4729883"/>
                <a:ext cx="83520" cy="996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2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CC90A858-5F54-EF37-1B55-D80B1EB06F25}"/>
                  </a:ext>
                </a:extLst>
              </p14:cNvPr>
              <p14:cNvContentPartPr/>
              <p14:nvPr/>
            </p14:nvContentPartPr>
            <p14:xfrm>
              <a:off x="8761320" y="4726964"/>
              <a:ext cx="68400" cy="8100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CC90A858-5F54-EF37-1B55-D80B1EB06F25}"/>
                  </a:ext>
                </a:extLst>
              </p:cNvPr>
              <p:cNvPicPr/>
              <p:nvPr/>
            </p:nvPicPr>
            <p:blipFill>
              <a:blip r:embed="rId533"/>
              <a:stretch>
                <a:fillRect/>
              </a:stretch>
            </p:blipFill>
            <p:spPr>
              <a:xfrm>
                <a:off x="8752272" y="4717924"/>
                <a:ext cx="86133" cy="987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4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9CA36BE4-EA43-5FCA-7FC7-E34912D0E829}"/>
                  </a:ext>
                </a:extLst>
              </p14:cNvPr>
              <p14:cNvContentPartPr/>
              <p14:nvPr/>
            </p14:nvContentPartPr>
            <p14:xfrm>
              <a:off x="7693560" y="4316924"/>
              <a:ext cx="104760" cy="31968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9CA36BE4-EA43-5FCA-7FC7-E34912D0E829}"/>
                  </a:ext>
                </a:extLst>
              </p:cNvPr>
              <p:cNvPicPr/>
              <p:nvPr/>
            </p:nvPicPr>
            <p:blipFill>
              <a:blip r:embed="rId535"/>
              <a:stretch>
                <a:fillRect/>
              </a:stretch>
            </p:blipFill>
            <p:spPr>
              <a:xfrm>
                <a:off x="7684560" y="4307914"/>
                <a:ext cx="122400" cy="3373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6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BB6060B7-BDAC-2D7C-56FB-7C0B50BC8DA5}"/>
                  </a:ext>
                </a:extLst>
              </p14:cNvPr>
              <p14:cNvContentPartPr/>
              <p14:nvPr/>
            </p14:nvContentPartPr>
            <p14:xfrm>
              <a:off x="7792560" y="4410164"/>
              <a:ext cx="92160" cy="148320"/>
            </p14:xfrm>
          </p:contentPart>
        </mc:Choice>
        <mc:Fallback xmlns=""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BB6060B7-BDAC-2D7C-56FB-7C0B50BC8DA5}"/>
                  </a:ext>
                </a:extLst>
              </p:cNvPr>
              <p:cNvPicPr/>
              <p:nvPr/>
            </p:nvPicPr>
            <p:blipFill>
              <a:blip r:embed="rId537"/>
              <a:stretch>
                <a:fillRect/>
              </a:stretch>
            </p:blipFill>
            <p:spPr>
              <a:xfrm>
                <a:off x="7783560" y="4401164"/>
                <a:ext cx="10980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8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18ABDF2C-3C99-8968-BBE0-E316EC85FFEA}"/>
                  </a:ext>
                </a:extLst>
              </p14:cNvPr>
              <p14:cNvContentPartPr/>
              <p14:nvPr/>
            </p14:nvContentPartPr>
            <p14:xfrm>
              <a:off x="7926480" y="4405844"/>
              <a:ext cx="73080" cy="10476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18ABDF2C-3C99-8968-BBE0-E316EC85FFEA}"/>
                  </a:ext>
                </a:extLst>
              </p:cNvPr>
              <p:cNvPicPr/>
              <p:nvPr/>
            </p:nvPicPr>
            <p:blipFill>
              <a:blip r:embed="rId539"/>
              <a:stretch>
                <a:fillRect/>
              </a:stretch>
            </p:blipFill>
            <p:spPr>
              <a:xfrm>
                <a:off x="7917524" y="4396844"/>
                <a:ext cx="90634" cy="1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0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42A1D238-39FB-08AD-F523-973149680A35}"/>
                  </a:ext>
                </a:extLst>
              </p14:cNvPr>
              <p14:cNvContentPartPr/>
              <p14:nvPr/>
            </p14:nvContentPartPr>
            <p14:xfrm>
              <a:off x="8058240" y="4431764"/>
              <a:ext cx="18720" cy="8100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42A1D238-39FB-08AD-F523-973149680A35}"/>
                  </a:ext>
                </a:extLst>
              </p:cNvPr>
              <p:cNvPicPr/>
              <p:nvPr/>
            </p:nvPicPr>
            <p:blipFill>
              <a:blip r:embed="rId541"/>
              <a:stretch>
                <a:fillRect/>
              </a:stretch>
            </p:blipFill>
            <p:spPr>
              <a:xfrm>
                <a:off x="8049064" y="4422764"/>
                <a:ext cx="36706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2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75AFE5C1-6089-9DC3-EAE9-017AA99107D1}"/>
                  </a:ext>
                </a:extLst>
              </p14:cNvPr>
              <p14:cNvContentPartPr/>
              <p14:nvPr/>
            </p14:nvContentPartPr>
            <p14:xfrm>
              <a:off x="8151480" y="4328084"/>
              <a:ext cx="88200" cy="14652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75AFE5C1-6089-9DC3-EAE9-017AA99107D1}"/>
                  </a:ext>
                </a:extLst>
              </p:cNvPr>
              <p:cNvPicPr/>
              <p:nvPr/>
            </p:nvPicPr>
            <p:blipFill>
              <a:blip r:embed="rId543"/>
              <a:stretch>
                <a:fillRect/>
              </a:stretch>
            </p:blipFill>
            <p:spPr>
              <a:xfrm>
                <a:off x="8142517" y="4319084"/>
                <a:ext cx="105768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4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C2CBAFAE-6F40-DC68-D877-4263426D2F1A}"/>
                  </a:ext>
                </a:extLst>
              </p14:cNvPr>
              <p14:cNvContentPartPr/>
              <p14:nvPr/>
            </p14:nvContentPartPr>
            <p14:xfrm>
              <a:off x="8167320" y="4346444"/>
              <a:ext cx="187200" cy="90000"/>
            </p14:xfrm>
          </p:contentPart>
        </mc:Choice>
        <mc:Fallback xmlns=""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C2CBAFAE-6F40-DC68-D877-4263426D2F1A}"/>
                  </a:ext>
                </a:extLst>
              </p:cNvPr>
              <p:cNvPicPr/>
              <p:nvPr/>
            </p:nvPicPr>
            <p:blipFill>
              <a:blip r:embed="rId545"/>
              <a:stretch>
                <a:fillRect/>
              </a:stretch>
            </p:blipFill>
            <p:spPr>
              <a:xfrm>
                <a:off x="8158320" y="4337408"/>
                <a:ext cx="204840" cy="1077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6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916FB8EC-F796-7078-6545-717934F804BA}"/>
                  </a:ext>
                </a:extLst>
              </p14:cNvPr>
              <p14:cNvContentPartPr/>
              <p14:nvPr/>
            </p14:nvContentPartPr>
            <p14:xfrm>
              <a:off x="8334720" y="4256444"/>
              <a:ext cx="120960" cy="250560"/>
            </p14:xfrm>
          </p:contentPart>
        </mc:Choice>
        <mc:Fallback xmlns=""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916FB8EC-F796-7078-6545-717934F804BA}"/>
                  </a:ext>
                </a:extLst>
              </p:cNvPr>
              <p:cNvPicPr/>
              <p:nvPr/>
            </p:nvPicPr>
            <p:blipFill>
              <a:blip r:embed="rId547"/>
              <a:stretch>
                <a:fillRect/>
              </a:stretch>
            </p:blipFill>
            <p:spPr>
              <a:xfrm>
                <a:off x="8325720" y="4247457"/>
                <a:ext cx="138600" cy="2681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8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6323110E-6D3B-73B0-F462-16BE55C9170F}"/>
                  </a:ext>
                </a:extLst>
              </p14:cNvPr>
              <p14:cNvContentPartPr/>
              <p14:nvPr/>
            </p14:nvContentPartPr>
            <p14:xfrm>
              <a:off x="8639640" y="5314124"/>
              <a:ext cx="578520" cy="231120"/>
            </p14:xfrm>
          </p:contentPart>
        </mc:Choice>
        <mc:Fallback xmlns=""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6323110E-6D3B-73B0-F462-16BE55C9170F}"/>
                  </a:ext>
                </a:extLst>
              </p:cNvPr>
              <p:cNvPicPr/>
              <p:nvPr/>
            </p:nvPicPr>
            <p:blipFill>
              <a:blip r:embed="rId549"/>
              <a:stretch>
                <a:fillRect/>
              </a:stretch>
            </p:blipFill>
            <p:spPr>
              <a:xfrm>
                <a:off x="8630640" y="5305124"/>
                <a:ext cx="59616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0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13CD386A-76C0-CB87-9857-D73F07BC533D}"/>
                  </a:ext>
                </a:extLst>
              </p14:cNvPr>
              <p14:cNvContentPartPr/>
              <p14:nvPr/>
            </p14:nvContentPartPr>
            <p14:xfrm>
              <a:off x="9200160" y="5498084"/>
              <a:ext cx="49680" cy="124560"/>
            </p14:xfrm>
          </p:contentPart>
        </mc:Choice>
        <mc:Fallback xmlns=""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13CD386A-76C0-CB87-9857-D73F07BC533D}"/>
                  </a:ext>
                </a:extLst>
              </p:cNvPr>
              <p:cNvPicPr/>
              <p:nvPr/>
            </p:nvPicPr>
            <p:blipFill>
              <a:blip r:embed="rId551"/>
              <a:stretch>
                <a:fillRect/>
              </a:stretch>
            </p:blipFill>
            <p:spPr>
              <a:xfrm>
                <a:off x="9191225" y="5489110"/>
                <a:ext cx="67193" cy="1421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2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59063CAC-929C-4807-C3AE-BBBB49116651}"/>
                  </a:ext>
                </a:extLst>
              </p14:cNvPr>
              <p14:cNvContentPartPr/>
              <p14:nvPr/>
            </p14:nvContentPartPr>
            <p14:xfrm>
              <a:off x="9398520" y="5522924"/>
              <a:ext cx="101520" cy="177840"/>
            </p14:xfrm>
          </p:contentPart>
        </mc:Choice>
        <mc:Fallback xmlns=""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59063CAC-929C-4807-C3AE-BBBB49116651}"/>
                  </a:ext>
                </a:extLst>
              </p:cNvPr>
              <p:cNvPicPr/>
              <p:nvPr/>
            </p:nvPicPr>
            <p:blipFill>
              <a:blip r:embed="rId553"/>
              <a:stretch>
                <a:fillRect/>
              </a:stretch>
            </p:blipFill>
            <p:spPr>
              <a:xfrm>
                <a:off x="9389520" y="5513924"/>
                <a:ext cx="11916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4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8A813050-5F91-F9CB-4199-7AC8F32AFD43}"/>
                  </a:ext>
                </a:extLst>
              </p14:cNvPr>
              <p14:cNvContentPartPr/>
              <p14:nvPr/>
            </p14:nvContentPartPr>
            <p14:xfrm>
              <a:off x="9525600" y="5533004"/>
              <a:ext cx="83520" cy="96120"/>
            </p14:xfrm>
          </p:contentPart>
        </mc:Choice>
        <mc:Fallback xmlns=""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8A813050-5F91-F9CB-4199-7AC8F32AFD43}"/>
                  </a:ext>
                </a:extLst>
              </p:cNvPr>
              <p:cNvPicPr/>
              <p:nvPr/>
            </p:nvPicPr>
            <p:blipFill>
              <a:blip r:embed="rId555"/>
              <a:stretch>
                <a:fillRect/>
              </a:stretch>
            </p:blipFill>
            <p:spPr>
              <a:xfrm>
                <a:off x="9516600" y="5524038"/>
                <a:ext cx="101160" cy="1136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6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76B95169-9DDE-BD71-E974-7DF44041CA97}"/>
                  </a:ext>
                </a:extLst>
              </p14:cNvPr>
              <p14:cNvContentPartPr/>
              <p14:nvPr/>
            </p14:nvContentPartPr>
            <p14:xfrm>
              <a:off x="8510760" y="5472164"/>
              <a:ext cx="2160" cy="20520"/>
            </p14:xfrm>
          </p:contentPart>
        </mc:Choice>
        <mc:Fallback xmlns=""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76B95169-9DDE-BD71-E974-7DF44041CA97}"/>
                  </a:ext>
                </a:extLst>
              </p:cNvPr>
              <p:cNvPicPr/>
              <p:nvPr/>
            </p:nvPicPr>
            <p:blipFill>
              <a:blip r:embed="rId557"/>
              <a:stretch>
                <a:fillRect/>
              </a:stretch>
            </p:blipFill>
            <p:spPr>
              <a:xfrm>
                <a:off x="8503046" y="5463164"/>
                <a:ext cx="1728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8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A4E109B8-D8B5-C201-BDA9-F427F8B56C60}"/>
                  </a:ext>
                </a:extLst>
              </p14:cNvPr>
              <p14:cNvContentPartPr/>
              <p14:nvPr/>
            </p14:nvContentPartPr>
            <p14:xfrm>
              <a:off x="9341640" y="5421404"/>
              <a:ext cx="112680" cy="345600"/>
            </p14:xfrm>
          </p:contentPart>
        </mc:Choice>
        <mc:Fallback xmlns=""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A4E109B8-D8B5-C201-BDA9-F427F8B56C60}"/>
                  </a:ext>
                </a:extLst>
              </p:cNvPr>
              <p:cNvPicPr/>
              <p:nvPr/>
            </p:nvPicPr>
            <p:blipFill>
              <a:blip r:embed="rId559"/>
              <a:stretch>
                <a:fillRect/>
              </a:stretch>
            </p:blipFill>
            <p:spPr>
              <a:xfrm>
                <a:off x="9332640" y="5412404"/>
                <a:ext cx="130320" cy="36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0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38F6FF55-2504-FC28-6A5D-0397495E539D}"/>
                  </a:ext>
                </a:extLst>
              </p14:cNvPr>
              <p14:cNvContentPartPr/>
              <p14:nvPr/>
            </p14:nvContentPartPr>
            <p14:xfrm>
              <a:off x="9653760" y="5618324"/>
              <a:ext cx="2880" cy="4968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38F6FF55-2504-FC28-6A5D-0397495E539D}"/>
                  </a:ext>
                </a:extLst>
              </p:cNvPr>
              <p:cNvPicPr/>
              <p:nvPr/>
            </p:nvPicPr>
            <p:blipFill>
              <a:blip r:embed="rId561"/>
              <a:stretch>
                <a:fillRect/>
              </a:stretch>
            </p:blipFill>
            <p:spPr>
              <a:xfrm>
                <a:off x="9644760" y="5609389"/>
                <a:ext cx="20520" cy="671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2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A03FE1B0-0EF3-606A-51A5-1232B3C6F23D}"/>
                  </a:ext>
                </a:extLst>
              </p14:cNvPr>
              <p14:cNvContentPartPr/>
              <p14:nvPr/>
            </p14:nvContentPartPr>
            <p14:xfrm>
              <a:off x="9743400" y="5515724"/>
              <a:ext cx="119880" cy="128880"/>
            </p14:xfrm>
          </p:contentPart>
        </mc:Choice>
        <mc:Fallback xmlns=""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A03FE1B0-0EF3-606A-51A5-1232B3C6F23D}"/>
                  </a:ext>
                </a:extLst>
              </p:cNvPr>
              <p:cNvPicPr/>
              <p:nvPr/>
            </p:nvPicPr>
            <p:blipFill>
              <a:blip r:embed="rId563"/>
              <a:stretch>
                <a:fillRect/>
              </a:stretch>
            </p:blipFill>
            <p:spPr>
              <a:xfrm>
                <a:off x="9734400" y="5506749"/>
                <a:ext cx="137520" cy="1464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4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8185B96A-0F80-3F42-628F-9FDC46BE4B14}"/>
                  </a:ext>
                </a:extLst>
              </p14:cNvPr>
              <p14:cNvContentPartPr/>
              <p14:nvPr/>
            </p14:nvContentPartPr>
            <p14:xfrm>
              <a:off x="9844200" y="5520404"/>
              <a:ext cx="95400" cy="115560"/>
            </p14:xfrm>
          </p:contentPart>
        </mc:Choice>
        <mc:Fallback xmlns=""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8185B96A-0F80-3F42-628F-9FDC46BE4B14}"/>
                  </a:ext>
                </a:extLst>
              </p:cNvPr>
              <p:cNvPicPr/>
              <p:nvPr/>
            </p:nvPicPr>
            <p:blipFill>
              <a:blip r:embed="rId565"/>
              <a:stretch>
                <a:fillRect/>
              </a:stretch>
            </p:blipFill>
            <p:spPr>
              <a:xfrm>
                <a:off x="9835200" y="5511404"/>
                <a:ext cx="11304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6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F7F60278-8CBD-3257-7F77-F742DAC51569}"/>
                  </a:ext>
                </a:extLst>
              </p14:cNvPr>
              <p14:cNvContentPartPr/>
              <p14:nvPr/>
            </p14:nvContentPartPr>
            <p14:xfrm>
              <a:off x="9852120" y="5486204"/>
              <a:ext cx="90360" cy="54720"/>
            </p14:xfrm>
          </p:contentPart>
        </mc:Choice>
        <mc:Fallback xmlns=""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F7F60278-8CBD-3257-7F77-F742DAC51569}"/>
                  </a:ext>
                </a:extLst>
              </p:cNvPr>
              <p:cNvPicPr/>
              <p:nvPr/>
            </p:nvPicPr>
            <p:blipFill>
              <a:blip r:embed="rId567"/>
              <a:stretch>
                <a:fillRect/>
              </a:stretch>
            </p:blipFill>
            <p:spPr>
              <a:xfrm>
                <a:off x="9843084" y="5477144"/>
                <a:ext cx="108071" cy="724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8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BDD9E0F1-E750-2F29-F876-CFA04A58CF35}"/>
                  </a:ext>
                </a:extLst>
              </p14:cNvPr>
              <p14:cNvContentPartPr/>
              <p14:nvPr/>
            </p14:nvContentPartPr>
            <p14:xfrm>
              <a:off x="9952200" y="5436884"/>
              <a:ext cx="89640" cy="234360"/>
            </p14:xfrm>
          </p:contentPart>
        </mc:Choice>
        <mc:Fallback xmlns=""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BDD9E0F1-E750-2F29-F876-CFA04A58CF35}"/>
                  </a:ext>
                </a:extLst>
              </p:cNvPr>
              <p:cNvPicPr/>
              <p:nvPr/>
            </p:nvPicPr>
            <p:blipFill>
              <a:blip r:embed="rId569"/>
              <a:stretch>
                <a:fillRect/>
              </a:stretch>
            </p:blipFill>
            <p:spPr>
              <a:xfrm>
                <a:off x="9943200" y="5427884"/>
                <a:ext cx="10728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0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DCA69816-D75C-FFDF-1642-5A47AEAD4DAB}"/>
                  </a:ext>
                </a:extLst>
              </p14:cNvPr>
              <p14:cNvContentPartPr/>
              <p14:nvPr/>
            </p14:nvContentPartPr>
            <p14:xfrm>
              <a:off x="7249680" y="3785204"/>
              <a:ext cx="168480" cy="21600"/>
            </p14:xfrm>
          </p:contentPart>
        </mc:Choice>
        <mc:Fallback xmlns=""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DCA69816-D75C-FFDF-1642-5A47AEAD4DAB}"/>
                  </a:ext>
                </a:extLst>
              </p:cNvPr>
              <p:cNvPicPr/>
              <p:nvPr/>
            </p:nvPicPr>
            <p:blipFill>
              <a:blip r:embed="rId571"/>
              <a:stretch>
                <a:fillRect/>
              </a:stretch>
            </p:blipFill>
            <p:spPr>
              <a:xfrm>
                <a:off x="7240680" y="3776204"/>
                <a:ext cx="18612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2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2A9E391F-9127-2394-F2BA-B4F4AE352FDD}"/>
                  </a:ext>
                </a:extLst>
              </p14:cNvPr>
              <p14:cNvContentPartPr/>
              <p14:nvPr/>
            </p14:nvContentPartPr>
            <p14:xfrm>
              <a:off x="10504800" y="3921644"/>
              <a:ext cx="109440" cy="369720"/>
            </p14:xfrm>
          </p:contentPart>
        </mc:Choice>
        <mc:Fallback xmlns=""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2A9E391F-9127-2394-F2BA-B4F4AE352FDD}"/>
                  </a:ext>
                </a:extLst>
              </p:cNvPr>
              <p:cNvPicPr/>
              <p:nvPr/>
            </p:nvPicPr>
            <p:blipFill>
              <a:blip r:embed="rId573"/>
              <a:stretch>
                <a:fillRect/>
              </a:stretch>
            </p:blipFill>
            <p:spPr>
              <a:xfrm>
                <a:off x="10495800" y="3912644"/>
                <a:ext cx="127080" cy="38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4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E7E78447-4A52-670F-1950-1C993A3406F2}"/>
                  </a:ext>
                </a:extLst>
              </p14:cNvPr>
              <p14:cNvContentPartPr/>
              <p14:nvPr/>
            </p14:nvContentPartPr>
            <p14:xfrm>
              <a:off x="10623960" y="4056644"/>
              <a:ext cx="24120" cy="163080"/>
            </p14:xfrm>
          </p:contentPart>
        </mc:Choice>
        <mc:Fallback xmlns=""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E7E78447-4A52-670F-1950-1C993A3406F2}"/>
                  </a:ext>
                </a:extLst>
              </p:cNvPr>
              <p:cNvPicPr/>
              <p:nvPr/>
            </p:nvPicPr>
            <p:blipFill>
              <a:blip r:embed="rId575"/>
              <a:stretch>
                <a:fillRect/>
              </a:stretch>
            </p:blipFill>
            <p:spPr>
              <a:xfrm>
                <a:off x="10614960" y="4047644"/>
                <a:ext cx="4176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6">
            <p14:nvContentPartPr>
              <p14:cNvPr id="289" name="Ink 288">
                <a:extLst>
                  <a:ext uri="{FF2B5EF4-FFF2-40B4-BE49-F238E27FC236}">
                    <a16:creationId xmlns:a16="http://schemas.microsoft.com/office/drawing/2014/main" id="{17FB1488-0F56-8C63-7B6B-48492FDFC29A}"/>
                  </a:ext>
                </a:extLst>
              </p14:cNvPr>
              <p14:cNvContentPartPr/>
              <p14:nvPr/>
            </p14:nvContentPartPr>
            <p14:xfrm>
              <a:off x="10718640" y="4085444"/>
              <a:ext cx="63720" cy="148320"/>
            </p14:xfrm>
          </p:contentPart>
        </mc:Choice>
        <mc:Fallback xmlns="">
          <p:pic>
            <p:nvPicPr>
              <p:cNvPr id="289" name="Ink 288">
                <a:extLst>
                  <a:ext uri="{FF2B5EF4-FFF2-40B4-BE49-F238E27FC236}">
                    <a16:creationId xmlns:a16="http://schemas.microsoft.com/office/drawing/2014/main" id="{17FB1488-0F56-8C63-7B6B-48492FDFC29A}"/>
                  </a:ext>
                </a:extLst>
              </p:cNvPr>
              <p:cNvPicPr/>
              <p:nvPr/>
            </p:nvPicPr>
            <p:blipFill>
              <a:blip r:embed="rId577"/>
              <a:stretch>
                <a:fillRect/>
              </a:stretch>
            </p:blipFill>
            <p:spPr>
              <a:xfrm>
                <a:off x="10709640" y="4076422"/>
                <a:ext cx="81360" cy="1660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8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384B505D-0B21-E63B-31FF-FB18E466CA13}"/>
                  </a:ext>
                </a:extLst>
              </p14:cNvPr>
              <p14:cNvContentPartPr/>
              <p14:nvPr/>
            </p14:nvContentPartPr>
            <p14:xfrm>
              <a:off x="10828440" y="4124324"/>
              <a:ext cx="57600" cy="111600"/>
            </p14:xfrm>
          </p:contentPart>
        </mc:Choice>
        <mc:Fallback xmlns=""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384B505D-0B21-E63B-31FF-FB18E466CA13}"/>
                  </a:ext>
                </a:extLst>
              </p:cNvPr>
              <p:cNvPicPr/>
              <p:nvPr/>
            </p:nvPicPr>
            <p:blipFill>
              <a:blip r:embed="rId579"/>
              <a:stretch>
                <a:fillRect/>
              </a:stretch>
            </p:blipFill>
            <p:spPr>
              <a:xfrm>
                <a:off x="10819440" y="4115324"/>
                <a:ext cx="7524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0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3DE900A1-920A-DC1C-1AA8-03EF9D6E99BA}"/>
                  </a:ext>
                </a:extLst>
              </p14:cNvPr>
              <p14:cNvContentPartPr/>
              <p14:nvPr/>
            </p14:nvContentPartPr>
            <p14:xfrm>
              <a:off x="10859400" y="4091924"/>
              <a:ext cx="97920" cy="28080"/>
            </p14:xfrm>
          </p:contentPart>
        </mc:Choice>
        <mc:Fallback xmlns=""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3DE900A1-920A-DC1C-1AA8-03EF9D6E99BA}"/>
                  </a:ext>
                </a:extLst>
              </p:cNvPr>
              <p:cNvPicPr/>
              <p:nvPr/>
            </p:nvPicPr>
            <p:blipFill>
              <a:blip r:embed="rId581"/>
              <a:stretch>
                <a:fillRect/>
              </a:stretch>
            </p:blipFill>
            <p:spPr>
              <a:xfrm>
                <a:off x="10850367" y="4082924"/>
                <a:ext cx="115625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2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DDF69B8E-0324-DA29-49C9-923FD4F35818}"/>
                  </a:ext>
                </a:extLst>
              </p14:cNvPr>
              <p14:cNvContentPartPr/>
              <p14:nvPr/>
            </p14:nvContentPartPr>
            <p14:xfrm>
              <a:off x="11005920" y="4177244"/>
              <a:ext cx="12960" cy="9288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DDF69B8E-0324-DA29-49C9-923FD4F35818}"/>
                  </a:ext>
                </a:extLst>
              </p:cNvPr>
              <p:cNvPicPr/>
              <p:nvPr/>
            </p:nvPicPr>
            <p:blipFill>
              <a:blip r:embed="rId583"/>
              <a:stretch>
                <a:fillRect/>
              </a:stretch>
            </p:blipFill>
            <p:spPr>
              <a:xfrm>
                <a:off x="10996920" y="4168244"/>
                <a:ext cx="3060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4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9B7841F1-8F24-3DB1-5E0D-2C5AD3075C0B}"/>
                  </a:ext>
                </a:extLst>
              </p14:cNvPr>
              <p14:cNvContentPartPr/>
              <p14:nvPr/>
            </p14:nvContentPartPr>
            <p14:xfrm>
              <a:off x="11142360" y="4121084"/>
              <a:ext cx="10080" cy="143640"/>
            </p14:xfrm>
          </p:contentPart>
        </mc:Choice>
        <mc:Fallback xmlns=""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9B7841F1-8F24-3DB1-5E0D-2C5AD3075C0B}"/>
                  </a:ext>
                </a:extLst>
              </p:cNvPr>
              <p:cNvPicPr/>
              <p:nvPr/>
            </p:nvPicPr>
            <p:blipFill>
              <a:blip r:embed="rId585"/>
              <a:stretch>
                <a:fillRect/>
              </a:stretch>
            </p:blipFill>
            <p:spPr>
              <a:xfrm>
                <a:off x="11133360" y="4112084"/>
                <a:ext cx="2772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6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5C257971-389A-C231-6CA4-3207D42F4E1B}"/>
                  </a:ext>
                </a:extLst>
              </p14:cNvPr>
              <p14:cNvContentPartPr/>
              <p14:nvPr/>
            </p14:nvContentPartPr>
            <p14:xfrm>
              <a:off x="11246400" y="4148084"/>
              <a:ext cx="247320" cy="138960"/>
            </p14:xfrm>
          </p:contentPart>
        </mc:Choice>
        <mc:Fallback xmlns=""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5C257971-389A-C231-6CA4-3207D42F4E1B}"/>
                  </a:ext>
                </a:extLst>
              </p:cNvPr>
              <p:cNvPicPr/>
              <p:nvPr/>
            </p:nvPicPr>
            <p:blipFill>
              <a:blip r:embed="rId587"/>
              <a:stretch>
                <a:fillRect/>
              </a:stretch>
            </p:blipFill>
            <p:spPr>
              <a:xfrm>
                <a:off x="11237400" y="4139061"/>
                <a:ext cx="264960" cy="1566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8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5908436B-6630-8015-3163-7B715A1FEFC2}"/>
                  </a:ext>
                </a:extLst>
              </p14:cNvPr>
              <p14:cNvContentPartPr/>
              <p14:nvPr/>
            </p14:nvContentPartPr>
            <p14:xfrm>
              <a:off x="11490480" y="4050164"/>
              <a:ext cx="149400" cy="432720"/>
            </p14:xfrm>
          </p:contentPart>
        </mc:Choice>
        <mc:Fallback xmlns=""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5908436B-6630-8015-3163-7B715A1FEFC2}"/>
                  </a:ext>
                </a:extLst>
              </p:cNvPr>
              <p:cNvPicPr/>
              <p:nvPr/>
            </p:nvPicPr>
            <p:blipFill>
              <a:blip r:embed="rId589"/>
              <a:stretch>
                <a:fillRect/>
              </a:stretch>
            </p:blipFill>
            <p:spPr>
              <a:xfrm>
                <a:off x="11481480" y="4041164"/>
                <a:ext cx="167040" cy="45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0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7238F082-87EE-33E1-34C8-2FC2ED07B1DF}"/>
                  </a:ext>
                </a:extLst>
              </p14:cNvPr>
              <p14:cNvContentPartPr/>
              <p14:nvPr/>
            </p14:nvContentPartPr>
            <p14:xfrm>
              <a:off x="9073570" y="830212"/>
              <a:ext cx="6840" cy="6480"/>
            </p14:xfrm>
          </p:contentPart>
        </mc:Choice>
        <mc:Fallback xmlns=""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7238F082-87EE-33E1-34C8-2FC2ED07B1DF}"/>
                  </a:ext>
                </a:extLst>
              </p:cNvPr>
              <p:cNvPicPr/>
              <p:nvPr/>
            </p:nvPicPr>
            <p:blipFill>
              <a:blip r:embed="rId591"/>
              <a:stretch>
                <a:fillRect/>
              </a:stretch>
            </p:blipFill>
            <p:spPr>
              <a:xfrm>
                <a:off x="9064570" y="821212"/>
                <a:ext cx="2448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2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9A0F9F1B-12E6-5B99-B9CB-CBEB9BCB0C64}"/>
                  </a:ext>
                </a:extLst>
              </p14:cNvPr>
              <p14:cNvContentPartPr/>
              <p14:nvPr/>
            </p14:nvContentPartPr>
            <p14:xfrm>
              <a:off x="8274730" y="3191385"/>
              <a:ext cx="16200" cy="1080"/>
            </p14:xfrm>
          </p:contentPart>
        </mc:Choice>
        <mc:Fallback xmlns=""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9A0F9F1B-12E6-5B99-B9CB-CBEB9BCB0C64}"/>
                  </a:ext>
                </a:extLst>
              </p:cNvPr>
              <p:cNvPicPr/>
              <p:nvPr/>
            </p:nvPicPr>
            <p:blipFill>
              <a:blip r:embed="rId593"/>
              <a:stretch>
                <a:fillRect/>
              </a:stretch>
            </p:blipFill>
            <p:spPr>
              <a:xfrm>
                <a:off x="8266090" y="3182385"/>
                <a:ext cx="33840" cy="1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98136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C26D2E4-21AA-913A-F834-8DB4FBD8A696}"/>
                  </a:ext>
                </a:extLst>
              </p14:cNvPr>
              <p14:cNvContentPartPr/>
              <p14:nvPr/>
            </p14:nvContentPartPr>
            <p14:xfrm>
              <a:off x="7247160" y="183348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C26D2E4-21AA-913A-F834-8DB4FBD8A69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38160" y="182448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337FC75-832A-35CC-67E4-B9CBE83813C9}"/>
                  </a:ext>
                </a:extLst>
              </p14:cNvPr>
              <p14:cNvContentPartPr/>
              <p14:nvPr/>
            </p14:nvContentPartPr>
            <p14:xfrm>
              <a:off x="7169400" y="1615484"/>
              <a:ext cx="4819320" cy="4435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337FC75-832A-35CC-67E4-B9CBE83813C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60400" y="1606844"/>
                <a:ext cx="4836960" cy="445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6645D14-3521-3D11-6189-2D8381D8F19C}"/>
                  </a:ext>
                </a:extLst>
              </p14:cNvPr>
              <p14:cNvContentPartPr/>
              <p14:nvPr/>
            </p14:nvContentPartPr>
            <p14:xfrm>
              <a:off x="7112520" y="1578044"/>
              <a:ext cx="170280" cy="132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6645D14-3521-3D11-6189-2D8381D8F19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03880" y="1569044"/>
                <a:ext cx="18792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0905D0D-BBC6-915C-52AF-2F9E506B8E03}"/>
                  </a:ext>
                </a:extLst>
              </p14:cNvPr>
              <p14:cNvContentPartPr/>
              <p14:nvPr/>
            </p14:nvContentPartPr>
            <p14:xfrm>
              <a:off x="11878560" y="5880764"/>
              <a:ext cx="158400" cy="110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0905D0D-BBC6-915C-52AF-2F9E506B8E0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869560" y="5872124"/>
                <a:ext cx="17604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F51B9A6-C584-C218-9C06-A176B2FF1EB9}"/>
                  </a:ext>
                </a:extLst>
              </p14:cNvPr>
              <p14:cNvContentPartPr/>
              <p14:nvPr/>
            </p14:nvContentPartPr>
            <p14:xfrm>
              <a:off x="12037680" y="5918564"/>
              <a:ext cx="12960" cy="1382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F51B9A6-C584-C218-9C06-A176B2FF1EB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028680" y="5909924"/>
                <a:ext cx="3060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5112B14-B04B-66B2-9565-240068984178}"/>
                  </a:ext>
                </a:extLst>
              </p14:cNvPr>
              <p14:cNvContentPartPr/>
              <p14:nvPr/>
            </p14:nvContentPartPr>
            <p14:xfrm>
              <a:off x="6584760" y="1231724"/>
              <a:ext cx="240480" cy="1321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5112B14-B04B-66B2-9565-24006898417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576120" y="1223084"/>
                <a:ext cx="25812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D76DF67-53F3-3C7E-B5EC-169434FC7DA4}"/>
                  </a:ext>
                </a:extLst>
              </p14:cNvPr>
              <p14:cNvContentPartPr/>
              <p14:nvPr/>
            </p14:nvContentPartPr>
            <p14:xfrm>
              <a:off x="6871320" y="1249364"/>
              <a:ext cx="132840" cy="1522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D76DF67-53F3-3C7E-B5EC-169434FC7DA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862680" y="1240364"/>
                <a:ext cx="15048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7D292B2-4689-72D6-D549-DF562A9545E9}"/>
                  </a:ext>
                </a:extLst>
              </p14:cNvPr>
              <p14:cNvContentPartPr/>
              <p14:nvPr/>
            </p14:nvContentPartPr>
            <p14:xfrm>
              <a:off x="8547120" y="5814164"/>
              <a:ext cx="65160" cy="2350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7D292B2-4689-72D6-D549-DF562A9545E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538480" y="5805524"/>
                <a:ext cx="8280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B76D1FC-B2B4-01D4-5B0B-43D8581A8506}"/>
                  </a:ext>
                </a:extLst>
              </p14:cNvPr>
              <p14:cNvContentPartPr/>
              <p14:nvPr/>
            </p14:nvContentPartPr>
            <p14:xfrm>
              <a:off x="8583480" y="6148964"/>
              <a:ext cx="86400" cy="1393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B76D1FC-B2B4-01D4-5B0B-43D8581A850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574840" y="6139964"/>
                <a:ext cx="10404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14B30D3-5D58-F624-3923-33D2354058CA}"/>
                  </a:ext>
                </a:extLst>
              </p14:cNvPr>
              <p14:cNvContentPartPr/>
              <p14:nvPr/>
            </p14:nvContentPartPr>
            <p14:xfrm>
              <a:off x="8603640" y="6103964"/>
              <a:ext cx="105120" cy="900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14B30D3-5D58-F624-3923-33D2354058C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595000" y="6095324"/>
                <a:ext cx="12276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DA512A7-5B35-1873-B3BD-9DA917BFD155}"/>
                  </a:ext>
                </a:extLst>
              </p14:cNvPr>
              <p14:cNvContentPartPr/>
              <p14:nvPr/>
            </p14:nvContentPartPr>
            <p14:xfrm>
              <a:off x="8750160" y="6097844"/>
              <a:ext cx="82800" cy="921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DA512A7-5B35-1873-B3BD-9DA917BFD15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741160" y="6088844"/>
                <a:ext cx="10044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339C2AD-CA5E-F75D-FC86-6922094ABCD2}"/>
                  </a:ext>
                </a:extLst>
              </p14:cNvPr>
              <p14:cNvContentPartPr/>
              <p14:nvPr/>
            </p14:nvContentPartPr>
            <p14:xfrm>
              <a:off x="9538920" y="5722724"/>
              <a:ext cx="43920" cy="2588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339C2AD-CA5E-F75D-FC86-6922094ABCD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530280" y="5713724"/>
                <a:ext cx="6156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F75FE2A-0624-C0AE-CAB7-91820603A111}"/>
                  </a:ext>
                </a:extLst>
              </p14:cNvPr>
              <p14:cNvContentPartPr/>
              <p14:nvPr/>
            </p14:nvContentPartPr>
            <p14:xfrm>
              <a:off x="9551880" y="6102884"/>
              <a:ext cx="48240" cy="1422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F75FE2A-0624-C0AE-CAB7-91820603A11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543240" y="6094244"/>
                <a:ext cx="6588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6F94514-50F3-6974-9359-C9AF2AFB6AC4}"/>
                  </a:ext>
                </a:extLst>
              </p14:cNvPr>
              <p14:cNvContentPartPr/>
              <p14:nvPr/>
            </p14:nvContentPartPr>
            <p14:xfrm>
              <a:off x="9666720" y="6065804"/>
              <a:ext cx="208440" cy="1227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6F94514-50F3-6974-9359-C9AF2AFB6AC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658080" y="6057164"/>
                <a:ext cx="22608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FAB3BC1-2241-97AC-50B8-8083CDAA2D91}"/>
                  </a:ext>
                </a:extLst>
              </p14:cNvPr>
              <p14:cNvContentPartPr/>
              <p14:nvPr/>
            </p14:nvContentPartPr>
            <p14:xfrm>
              <a:off x="11398680" y="5578724"/>
              <a:ext cx="38520" cy="1789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FAB3BC1-2241-97AC-50B8-8083CDAA2D9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1389680" y="5570084"/>
                <a:ext cx="5616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DF8CCED-0F8B-B455-03C4-089DDA946ECE}"/>
                  </a:ext>
                </a:extLst>
              </p14:cNvPr>
              <p14:cNvContentPartPr/>
              <p14:nvPr/>
            </p14:nvContentPartPr>
            <p14:xfrm>
              <a:off x="11390760" y="6060764"/>
              <a:ext cx="197640" cy="1612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DF8CCED-0F8B-B455-03C4-089DDA946EC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382120" y="6051764"/>
                <a:ext cx="21528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513ECDD-35A2-F382-E480-47433C338B8A}"/>
                  </a:ext>
                </a:extLst>
              </p14:cNvPr>
              <p14:cNvContentPartPr/>
              <p14:nvPr/>
            </p14:nvContentPartPr>
            <p14:xfrm>
              <a:off x="11557440" y="6049244"/>
              <a:ext cx="215280" cy="1177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513ECDD-35A2-F382-E480-47433C338B8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1548800" y="6040604"/>
                <a:ext cx="23292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9C2BEA6-168A-0312-D95C-85A15CDE9E77}"/>
                  </a:ext>
                </a:extLst>
              </p14:cNvPr>
              <p14:cNvContentPartPr/>
              <p14:nvPr/>
            </p14:nvContentPartPr>
            <p14:xfrm>
              <a:off x="7261560" y="4988684"/>
              <a:ext cx="308880" cy="126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9C2BEA6-168A-0312-D95C-85A15CDE9E7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252920" y="4979684"/>
                <a:ext cx="32652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7805CAC-541D-9BC9-7C98-B2F304A04006}"/>
                  </a:ext>
                </a:extLst>
              </p14:cNvPr>
              <p14:cNvContentPartPr/>
              <p14:nvPr/>
            </p14:nvContentPartPr>
            <p14:xfrm>
              <a:off x="6909120" y="5139884"/>
              <a:ext cx="108360" cy="1760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7805CAC-541D-9BC9-7C98-B2F304A0400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900120" y="5131244"/>
                <a:ext cx="12600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BA0D4DD2-EC42-30DC-60EF-231A33832420}"/>
                  </a:ext>
                </a:extLst>
              </p14:cNvPr>
              <p14:cNvContentPartPr/>
              <p14:nvPr/>
            </p14:nvContentPartPr>
            <p14:xfrm>
              <a:off x="6915960" y="5099204"/>
              <a:ext cx="223200" cy="1065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A0D4DD2-EC42-30DC-60EF-231A3383242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907320" y="5090564"/>
                <a:ext cx="24084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10D3924-572C-0003-4AE4-6DF01CEC67DF}"/>
                  </a:ext>
                </a:extLst>
              </p14:cNvPr>
              <p14:cNvContentPartPr/>
              <p14:nvPr/>
            </p14:nvContentPartPr>
            <p14:xfrm>
              <a:off x="7230960" y="4057364"/>
              <a:ext cx="210600" cy="108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10D3924-572C-0003-4AE4-6DF01CEC67D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222320" y="4048364"/>
                <a:ext cx="22824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C1F55B7-3769-C4AF-989D-FC5A0F52FD18}"/>
                  </a:ext>
                </a:extLst>
              </p14:cNvPr>
              <p14:cNvContentPartPr/>
              <p14:nvPr/>
            </p14:nvContentPartPr>
            <p14:xfrm>
              <a:off x="6729480" y="4202804"/>
              <a:ext cx="92880" cy="1810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C1F55B7-3769-C4AF-989D-FC5A0F52FD1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720480" y="4194164"/>
                <a:ext cx="11052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FDA4378-2740-64AE-3FAC-3C8B176AC67C}"/>
                  </a:ext>
                </a:extLst>
              </p14:cNvPr>
              <p14:cNvContentPartPr/>
              <p14:nvPr/>
            </p14:nvContentPartPr>
            <p14:xfrm>
              <a:off x="6876360" y="4104524"/>
              <a:ext cx="258120" cy="1857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FDA4378-2740-64AE-3FAC-3C8B176AC67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867360" y="4095524"/>
                <a:ext cx="27576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F58B4946-6191-A767-DCE1-0E835B297BB7}"/>
                  </a:ext>
                </a:extLst>
              </p14:cNvPr>
              <p14:cNvContentPartPr/>
              <p14:nvPr/>
            </p14:nvContentPartPr>
            <p14:xfrm>
              <a:off x="7139880" y="2871524"/>
              <a:ext cx="284760" cy="1677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F58B4946-6191-A767-DCE1-0E835B297BB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131240" y="2862524"/>
                <a:ext cx="30240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12AA7A8-76D4-5330-A8C5-63104968F470}"/>
                  </a:ext>
                </a:extLst>
              </p14:cNvPr>
              <p14:cNvContentPartPr/>
              <p14:nvPr/>
            </p14:nvContentPartPr>
            <p14:xfrm>
              <a:off x="6663600" y="3161684"/>
              <a:ext cx="77040" cy="1695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12AA7A8-76D4-5330-A8C5-63104968F470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654600" y="3153044"/>
                <a:ext cx="9468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2A4A13E-02BE-B776-236D-43AC47C2F32D}"/>
                  </a:ext>
                </a:extLst>
              </p14:cNvPr>
              <p14:cNvContentPartPr/>
              <p14:nvPr/>
            </p14:nvContentPartPr>
            <p14:xfrm>
              <a:off x="6766560" y="3114884"/>
              <a:ext cx="140040" cy="1339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2A4A13E-02BE-B776-236D-43AC47C2F32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757560" y="3105884"/>
                <a:ext cx="15768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35970E5-4EED-2434-76AB-54468A7B97AC}"/>
                  </a:ext>
                </a:extLst>
              </p14:cNvPr>
              <p14:cNvContentPartPr/>
              <p14:nvPr/>
            </p14:nvContentPartPr>
            <p14:xfrm>
              <a:off x="6801120" y="3017684"/>
              <a:ext cx="82800" cy="669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35970E5-4EED-2434-76AB-54468A7B97A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792120" y="3008684"/>
                <a:ext cx="10044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545B3CD-0857-2306-2931-E3810EA79AB8}"/>
                  </a:ext>
                </a:extLst>
              </p14:cNvPr>
              <p14:cNvContentPartPr/>
              <p14:nvPr/>
            </p14:nvContentPartPr>
            <p14:xfrm>
              <a:off x="6969960" y="2960804"/>
              <a:ext cx="102240" cy="1386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545B3CD-0857-2306-2931-E3810EA79AB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961320" y="2952164"/>
                <a:ext cx="11988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EB9FA93-5A15-E7A2-30DB-10DA768E1CFF}"/>
                  </a:ext>
                </a:extLst>
              </p14:cNvPr>
              <p14:cNvContentPartPr/>
              <p14:nvPr/>
            </p14:nvContentPartPr>
            <p14:xfrm>
              <a:off x="7099560" y="1821764"/>
              <a:ext cx="253080" cy="1188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EB9FA93-5A15-E7A2-30DB-10DA768E1CF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090560" y="1813124"/>
                <a:ext cx="27072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DCD67F65-7F3B-558B-64B3-31469764186B}"/>
                  </a:ext>
                </a:extLst>
              </p14:cNvPr>
              <p14:cNvContentPartPr/>
              <p14:nvPr/>
            </p14:nvContentPartPr>
            <p14:xfrm>
              <a:off x="6640920" y="2003924"/>
              <a:ext cx="395280" cy="2955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DCD67F65-7F3B-558B-64B3-31469764186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631920" y="1994924"/>
                <a:ext cx="41292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FF6DFAF4-4034-5779-42C5-DAE7A04FEB65}"/>
                  </a:ext>
                </a:extLst>
              </p14:cNvPr>
              <p14:cNvContentPartPr/>
              <p14:nvPr/>
            </p14:nvContentPartPr>
            <p14:xfrm>
              <a:off x="7850520" y="5908124"/>
              <a:ext cx="68400" cy="1569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FF6DFAF4-4034-5779-42C5-DAE7A04FEB6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841520" y="5899124"/>
                <a:ext cx="8604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1A01734-7AC5-9ABF-BBD2-E41D1CE32686}"/>
                  </a:ext>
                </a:extLst>
              </p14:cNvPr>
              <p14:cNvContentPartPr/>
              <p14:nvPr/>
            </p14:nvContentPartPr>
            <p14:xfrm>
              <a:off x="7853400" y="6211964"/>
              <a:ext cx="145440" cy="1206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1A01734-7AC5-9ABF-BBD2-E41D1CE3268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844760" y="6203324"/>
                <a:ext cx="16308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BFDFF402-7500-3E26-FE20-D08E4F06A516}"/>
                  </a:ext>
                </a:extLst>
              </p14:cNvPr>
              <p14:cNvContentPartPr/>
              <p14:nvPr/>
            </p14:nvContentPartPr>
            <p14:xfrm>
              <a:off x="7977240" y="6188564"/>
              <a:ext cx="70920" cy="1076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BFDFF402-7500-3E26-FE20-D08E4F06A51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968600" y="6179564"/>
                <a:ext cx="8856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F660081E-9952-32FA-F5FC-59918DDDAF80}"/>
                  </a:ext>
                </a:extLst>
              </p14:cNvPr>
              <p14:cNvContentPartPr/>
              <p14:nvPr/>
            </p14:nvContentPartPr>
            <p14:xfrm>
              <a:off x="10420920" y="5666564"/>
              <a:ext cx="35640" cy="2552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F660081E-9952-32FA-F5FC-59918DDDAF8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411920" y="5657564"/>
                <a:ext cx="5328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0F7537C5-9418-0C8A-65E9-0C5CC69E7264}"/>
                  </a:ext>
                </a:extLst>
              </p14:cNvPr>
              <p14:cNvContentPartPr/>
              <p14:nvPr/>
            </p14:nvContentPartPr>
            <p14:xfrm>
              <a:off x="10414440" y="6067244"/>
              <a:ext cx="71280" cy="1522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0F7537C5-9418-0C8A-65E9-0C5CC69E726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405800" y="6058244"/>
                <a:ext cx="8892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EC1407A-D8B6-BD55-7507-8D7F9A977906}"/>
                  </a:ext>
                </a:extLst>
              </p14:cNvPr>
              <p14:cNvContentPartPr/>
              <p14:nvPr/>
            </p14:nvContentPartPr>
            <p14:xfrm>
              <a:off x="10552680" y="6073004"/>
              <a:ext cx="79920" cy="1328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EC1407A-D8B6-BD55-7507-8D7F9A977906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543680" y="6064004"/>
                <a:ext cx="9756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2BC2DED2-ED14-1FC4-BC07-9E3521259F1A}"/>
                  </a:ext>
                </a:extLst>
              </p14:cNvPr>
              <p14:cNvContentPartPr/>
              <p14:nvPr/>
            </p14:nvContentPartPr>
            <p14:xfrm>
              <a:off x="10564200" y="6012164"/>
              <a:ext cx="99000" cy="705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2BC2DED2-ED14-1FC4-BC07-9E3521259F1A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0555200" y="6003524"/>
                <a:ext cx="11664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702A754-2211-C6B7-BE1C-FCA85D3188F2}"/>
                  </a:ext>
                </a:extLst>
              </p14:cNvPr>
              <p14:cNvContentPartPr/>
              <p14:nvPr/>
            </p14:nvContentPartPr>
            <p14:xfrm>
              <a:off x="10715040" y="6016484"/>
              <a:ext cx="81000" cy="1026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2702A754-2211-C6B7-BE1C-FCA85D3188F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0706400" y="6007484"/>
                <a:ext cx="986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47EAE87A-3D52-9A2B-A68D-7D65CB091CEB}"/>
                  </a:ext>
                </a:extLst>
              </p14:cNvPr>
              <p14:cNvContentPartPr/>
              <p14:nvPr/>
            </p14:nvContentPartPr>
            <p14:xfrm>
              <a:off x="10087920" y="5723084"/>
              <a:ext cx="43200" cy="1717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47EAE87A-3D52-9A2B-A68D-7D65CB091CE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078920" y="5714084"/>
                <a:ext cx="6084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62B41DE5-F222-A489-2A59-280290AC8174}"/>
                  </a:ext>
                </a:extLst>
              </p14:cNvPr>
              <p14:cNvContentPartPr/>
              <p14:nvPr/>
            </p14:nvContentPartPr>
            <p14:xfrm>
              <a:off x="10056960" y="5996324"/>
              <a:ext cx="51120" cy="1220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62B41DE5-F222-A489-2A59-280290AC817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0048320" y="5987684"/>
                <a:ext cx="6876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AD9A1B02-2E36-8819-63FE-DE72AE87ABCA}"/>
                  </a:ext>
                </a:extLst>
              </p14:cNvPr>
              <p14:cNvContentPartPr/>
              <p14:nvPr/>
            </p14:nvContentPartPr>
            <p14:xfrm>
              <a:off x="10128600" y="5976884"/>
              <a:ext cx="84600" cy="1123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AD9A1B02-2E36-8819-63FE-DE72AE87ABCA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119960" y="5967884"/>
                <a:ext cx="10224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D5A4D029-650A-6723-0BC7-99CB32363EBF}"/>
                  </a:ext>
                </a:extLst>
              </p14:cNvPr>
              <p14:cNvContentPartPr/>
              <p14:nvPr/>
            </p14:nvContentPartPr>
            <p14:xfrm>
              <a:off x="10237320" y="5957084"/>
              <a:ext cx="36000" cy="961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D5A4D029-650A-6723-0BC7-99CB32363EBF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228320" y="5948084"/>
                <a:ext cx="5364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91E89E20-EE0E-83E5-3258-E664C66ECF86}"/>
                  </a:ext>
                </a:extLst>
              </p14:cNvPr>
              <p14:cNvContentPartPr/>
              <p14:nvPr/>
            </p14:nvContentPartPr>
            <p14:xfrm>
              <a:off x="10253880" y="5898764"/>
              <a:ext cx="45000" cy="658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91E89E20-EE0E-83E5-3258-E664C66ECF86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244880" y="5889764"/>
                <a:ext cx="6264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39DF98E0-9FE3-D1DF-EA60-AD6C8E936E84}"/>
                  </a:ext>
                </a:extLst>
              </p14:cNvPr>
              <p14:cNvContentPartPr/>
              <p14:nvPr/>
            </p14:nvContentPartPr>
            <p14:xfrm>
              <a:off x="9790560" y="2776484"/>
              <a:ext cx="58320" cy="633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39DF98E0-9FE3-D1DF-EA60-AD6C8E936E84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781920" y="2767844"/>
                <a:ext cx="7596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BFCF1B1D-4C94-786D-81E2-5CA54A46D03B}"/>
                  </a:ext>
                </a:extLst>
              </p14:cNvPr>
              <p14:cNvContentPartPr/>
              <p14:nvPr/>
            </p14:nvContentPartPr>
            <p14:xfrm>
              <a:off x="10027080" y="2758484"/>
              <a:ext cx="14760" cy="1371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BFCF1B1D-4C94-786D-81E2-5CA54A46D03B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018080" y="2749484"/>
                <a:ext cx="3240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4798B51E-ABC6-4694-6008-7325166E7DCD}"/>
                  </a:ext>
                </a:extLst>
              </p14:cNvPr>
              <p14:cNvContentPartPr/>
              <p14:nvPr/>
            </p14:nvContentPartPr>
            <p14:xfrm>
              <a:off x="10095120" y="2753084"/>
              <a:ext cx="92160" cy="1339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4798B51E-ABC6-4694-6008-7325166E7DCD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0086480" y="2744444"/>
                <a:ext cx="10980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3464A856-F17B-B967-7ADC-80683C187D2C}"/>
                  </a:ext>
                </a:extLst>
              </p14:cNvPr>
              <p14:cNvContentPartPr/>
              <p14:nvPr/>
            </p14:nvContentPartPr>
            <p14:xfrm>
              <a:off x="10231200" y="2774324"/>
              <a:ext cx="46800" cy="982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3464A856-F17B-B967-7ADC-80683C187D2C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0222200" y="2765324"/>
                <a:ext cx="6444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DA282182-0919-C675-AF63-C134EE083707}"/>
                  </a:ext>
                </a:extLst>
              </p14:cNvPr>
              <p14:cNvContentPartPr/>
              <p14:nvPr/>
            </p14:nvContentPartPr>
            <p14:xfrm>
              <a:off x="10248120" y="2724284"/>
              <a:ext cx="79560" cy="230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DA282182-0919-C675-AF63-C134EE083707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239120" y="2715644"/>
                <a:ext cx="9720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1D42BB5D-46C8-E53C-5021-9F238D2F227E}"/>
                  </a:ext>
                </a:extLst>
              </p14:cNvPr>
              <p14:cNvContentPartPr/>
              <p14:nvPr/>
            </p14:nvContentPartPr>
            <p14:xfrm>
              <a:off x="10389600" y="2857844"/>
              <a:ext cx="11880" cy="792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1D42BB5D-46C8-E53C-5021-9F238D2F227E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380600" y="2849204"/>
                <a:ext cx="2952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AC55FC9B-7DAF-988F-4A0D-881B6E9A9500}"/>
                  </a:ext>
                </a:extLst>
              </p14:cNvPr>
              <p14:cNvContentPartPr/>
              <p14:nvPr/>
            </p14:nvContentPartPr>
            <p14:xfrm>
              <a:off x="10528920" y="2744804"/>
              <a:ext cx="9000" cy="1346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AC55FC9B-7DAF-988F-4A0D-881B6E9A9500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520280" y="2735804"/>
                <a:ext cx="2664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E6215C04-FEFB-16CA-DF26-59D34FDACFA8}"/>
                  </a:ext>
                </a:extLst>
              </p14:cNvPr>
              <p14:cNvContentPartPr/>
              <p14:nvPr/>
            </p14:nvContentPartPr>
            <p14:xfrm>
              <a:off x="10630080" y="2752004"/>
              <a:ext cx="93240" cy="1404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E6215C04-FEFB-16CA-DF26-59D34FDACFA8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0621440" y="2743004"/>
                <a:ext cx="11088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7901F50F-29E9-A579-F5C2-0845FB8BDD37}"/>
                  </a:ext>
                </a:extLst>
              </p14:cNvPr>
              <p14:cNvContentPartPr/>
              <p14:nvPr/>
            </p14:nvContentPartPr>
            <p14:xfrm>
              <a:off x="10653840" y="2709884"/>
              <a:ext cx="117720" cy="367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7901F50F-29E9-A579-F5C2-0845FB8BDD37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0645200" y="2701244"/>
                <a:ext cx="1353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906201AE-C5D8-1EA3-E428-7798C6208E76}"/>
                  </a:ext>
                </a:extLst>
              </p14:cNvPr>
              <p14:cNvContentPartPr/>
              <p14:nvPr/>
            </p14:nvContentPartPr>
            <p14:xfrm>
              <a:off x="10793520" y="2720684"/>
              <a:ext cx="85320" cy="1040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906201AE-C5D8-1EA3-E428-7798C6208E76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0784520" y="2711684"/>
                <a:ext cx="10296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9C3CF74-F242-DBB7-1A86-4EA54E80E3AB}"/>
                  </a:ext>
                </a:extLst>
              </p14:cNvPr>
              <p14:cNvContentPartPr/>
              <p14:nvPr/>
            </p14:nvContentPartPr>
            <p14:xfrm>
              <a:off x="10897920" y="2661644"/>
              <a:ext cx="128520" cy="3967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9C3CF74-F242-DBB7-1A86-4EA54E80E3AB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0888920" y="2653004"/>
                <a:ext cx="146160" cy="41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6B17EA66-EB4B-D58F-EC00-2030A84731BC}"/>
                  </a:ext>
                </a:extLst>
              </p14:cNvPr>
              <p14:cNvContentPartPr/>
              <p14:nvPr/>
            </p14:nvContentPartPr>
            <p14:xfrm>
              <a:off x="9951840" y="2681804"/>
              <a:ext cx="179280" cy="3607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6B17EA66-EB4B-D58F-EC00-2030A84731BC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9942840" y="2672804"/>
                <a:ext cx="196920" cy="37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7BA712B1-EA96-B046-5C01-4FF4F62375D9}"/>
                  </a:ext>
                </a:extLst>
              </p14:cNvPr>
              <p14:cNvContentPartPr/>
              <p14:nvPr/>
            </p14:nvContentPartPr>
            <p14:xfrm>
              <a:off x="9120960" y="5780684"/>
              <a:ext cx="9000" cy="1648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7BA712B1-EA96-B046-5C01-4FF4F62375D9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9111960" y="5772044"/>
                <a:ext cx="2664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0BED4BA3-4659-E492-1C3E-68FDC8432C6F}"/>
                  </a:ext>
                </a:extLst>
              </p14:cNvPr>
              <p14:cNvContentPartPr/>
              <p14:nvPr/>
            </p14:nvContentPartPr>
            <p14:xfrm>
              <a:off x="9086760" y="6068684"/>
              <a:ext cx="82080" cy="1162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0BED4BA3-4659-E492-1C3E-68FDC8432C6F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9078120" y="6059684"/>
                <a:ext cx="9972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113E7833-C9A7-B6D7-9380-D42ED0689490}"/>
                  </a:ext>
                </a:extLst>
              </p14:cNvPr>
              <p14:cNvContentPartPr/>
              <p14:nvPr/>
            </p14:nvContentPartPr>
            <p14:xfrm>
              <a:off x="9135360" y="6124844"/>
              <a:ext cx="61200" cy="633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113E7833-C9A7-B6D7-9380-D42ED0689490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9126360" y="6115844"/>
                <a:ext cx="7884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9EFF5EF9-6C75-679E-BE1C-C6AD3504E4B6}"/>
                  </a:ext>
                </a:extLst>
              </p14:cNvPr>
              <p14:cNvContentPartPr/>
              <p14:nvPr/>
            </p14:nvContentPartPr>
            <p14:xfrm>
              <a:off x="9242640" y="6071564"/>
              <a:ext cx="44280" cy="1083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9EFF5EF9-6C75-679E-BE1C-C6AD3504E4B6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9234000" y="6062924"/>
                <a:ext cx="6192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AAD3BC14-ED8B-835C-E016-9A27627E6AAC}"/>
                  </a:ext>
                </a:extLst>
              </p14:cNvPr>
              <p14:cNvContentPartPr/>
              <p14:nvPr/>
            </p14:nvContentPartPr>
            <p14:xfrm>
              <a:off x="9267120" y="5984444"/>
              <a:ext cx="56880" cy="640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AAD3BC14-ED8B-835C-E016-9A27627E6AAC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9258480" y="5975804"/>
                <a:ext cx="7452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B416B6EB-3D88-467D-0846-63B579A68246}"/>
                  </a:ext>
                </a:extLst>
              </p14:cNvPr>
              <p14:cNvContentPartPr/>
              <p14:nvPr/>
            </p14:nvContentPartPr>
            <p14:xfrm>
              <a:off x="7295400" y="5476124"/>
              <a:ext cx="226080" cy="964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B416B6EB-3D88-467D-0846-63B579A68246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7286760" y="5467484"/>
                <a:ext cx="2437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128CCD71-5EEC-9472-7E81-143DA79FC43A}"/>
                  </a:ext>
                </a:extLst>
              </p14:cNvPr>
              <p14:cNvContentPartPr/>
              <p14:nvPr/>
            </p14:nvContentPartPr>
            <p14:xfrm>
              <a:off x="7781400" y="5449124"/>
              <a:ext cx="78120" cy="6624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128CCD71-5EEC-9472-7E81-143DA79FC43A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7772400" y="5440484"/>
                <a:ext cx="9576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5BA7C9FA-158F-4218-D826-38AA028D3E97}"/>
                  </a:ext>
                </a:extLst>
              </p14:cNvPr>
              <p14:cNvContentPartPr/>
              <p14:nvPr/>
            </p14:nvContentPartPr>
            <p14:xfrm>
              <a:off x="7696800" y="5132684"/>
              <a:ext cx="109080" cy="14940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5BA7C9FA-158F-4218-D826-38AA028D3E97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688160" y="5123684"/>
                <a:ext cx="12672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980ADDCA-C834-7BDF-1A1A-CEB3BB7AE7A0}"/>
                  </a:ext>
                </a:extLst>
              </p14:cNvPr>
              <p14:cNvContentPartPr/>
              <p14:nvPr/>
            </p14:nvContentPartPr>
            <p14:xfrm>
              <a:off x="7817760" y="5140604"/>
              <a:ext cx="51480" cy="655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980ADDCA-C834-7BDF-1A1A-CEB3BB7AE7A0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7808760" y="5131964"/>
                <a:ext cx="6912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A9901E51-FE0A-02AF-1510-AF1DB3ED597B}"/>
                  </a:ext>
                </a:extLst>
              </p14:cNvPr>
              <p14:cNvContentPartPr/>
              <p14:nvPr/>
            </p14:nvContentPartPr>
            <p14:xfrm>
              <a:off x="7951320" y="5151404"/>
              <a:ext cx="22320" cy="788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A9901E51-FE0A-02AF-1510-AF1DB3ED597B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7942680" y="5142764"/>
                <a:ext cx="3996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1494C334-E796-2A66-61A1-0AD772F34F5F}"/>
                  </a:ext>
                </a:extLst>
              </p14:cNvPr>
              <p14:cNvContentPartPr/>
              <p14:nvPr/>
            </p14:nvContentPartPr>
            <p14:xfrm>
              <a:off x="8028720" y="5041244"/>
              <a:ext cx="110160" cy="11448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1494C334-E796-2A66-61A1-0AD772F34F5F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8019720" y="5032604"/>
                <a:ext cx="12780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D7C798F1-A04C-C427-11F1-08AE19B90D42}"/>
                  </a:ext>
                </a:extLst>
              </p14:cNvPr>
              <p14:cNvContentPartPr/>
              <p14:nvPr/>
            </p14:nvContentPartPr>
            <p14:xfrm>
              <a:off x="8140680" y="5032604"/>
              <a:ext cx="64080" cy="9828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D7C798F1-A04C-C427-11F1-08AE19B90D42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8131680" y="5023604"/>
                <a:ext cx="8172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05EB9CFF-DCC8-1068-6974-E48E613CCC81}"/>
                  </a:ext>
                </a:extLst>
              </p14:cNvPr>
              <p14:cNvContentPartPr/>
              <p14:nvPr/>
            </p14:nvContentPartPr>
            <p14:xfrm>
              <a:off x="8158320" y="4991204"/>
              <a:ext cx="51840" cy="3168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05EB9CFF-DCC8-1068-6974-E48E613CCC81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8149320" y="4982564"/>
                <a:ext cx="6948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F1809E16-EF77-B344-98B3-518B1AC0378F}"/>
                  </a:ext>
                </a:extLst>
              </p14:cNvPr>
              <p14:cNvContentPartPr/>
              <p14:nvPr/>
            </p14:nvContentPartPr>
            <p14:xfrm>
              <a:off x="7953480" y="5602484"/>
              <a:ext cx="39960" cy="511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F1809E16-EF77-B344-98B3-518B1AC0378F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7944480" y="5593484"/>
                <a:ext cx="5760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D33DCC5C-C7FD-06E1-8B88-A50483FFD20E}"/>
                  </a:ext>
                </a:extLst>
              </p14:cNvPr>
              <p14:cNvContentPartPr/>
              <p14:nvPr/>
            </p14:nvContentPartPr>
            <p14:xfrm>
              <a:off x="7970400" y="5591684"/>
              <a:ext cx="33840" cy="4500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D33DCC5C-C7FD-06E1-8B88-A50483FFD20E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7961400" y="5583044"/>
                <a:ext cx="5148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582DD67B-DB6A-0608-2CA2-900ED161F5B7}"/>
                  </a:ext>
                </a:extLst>
              </p14:cNvPr>
              <p14:cNvContentPartPr/>
              <p14:nvPr/>
            </p14:nvContentPartPr>
            <p14:xfrm>
              <a:off x="8138880" y="5546324"/>
              <a:ext cx="104760" cy="1447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582DD67B-DB6A-0608-2CA2-900ED161F5B7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8129880" y="5537684"/>
                <a:ext cx="12240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ED02BCB8-058C-4AB3-46E7-591843477407}"/>
                  </a:ext>
                </a:extLst>
              </p14:cNvPr>
              <p14:cNvContentPartPr/>
              <p14:nvPr/>
            </p14:nvContentPartPr>
            <p14:xfrm>
              <a:off x="8251920" y="5533364"/>
              <a:ext cx="88560" cy="11772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ED02BCB8-058C-4AB3-46E7-591843477407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8242920" y="5524724"/>
                <a:ext cx="10620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9208CA26-42D0-50DD-5624-51E9240EA07E}"/>
                  </a:ext>
                </a:extLst>
              </p14:cNvPr>
              <p14:cNvContentPartPr/>
              <p14:nvPr/>
            </p14:nvContentPartPr>
            <p14:xfrm>
              <a:off x="8379360" y="5565764"/>
              <a:ext cx="49680" cy="13644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9208CA26-42D0-50DD-5624-51E9240EA07E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8370720" y="5557124"/>
                <a:ext cx="6732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FF86D05D-3235-D77B-AE87-BA326FB7C193}"/>
                  </a:ext>
                </a:extLst>
              </p14:cNvPr>
              <p14:cNvContentPartPr/>
              <p14:nvPr/>
            </p14:nvContentPartPr>
            <p14:xfrm>
              <a:off x="8085600" y="5480804"/>
              <a:ext cx="200520" cy="2667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FF86D05D-3235-D77B-AE87-BA326FB7C193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8076960" y="5472164"/>
                <a:ext cx="21816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6DBFE6E5-E746-CB9C-EC29-5C82F5431BFC}"/>
                  </a:ext>
                </a:extLst>
              </p14:cNvPr>
              <p14:cNvContentPartPr/>
              <p14:nvPr/>
            </p14:nvContentPartPr>
            <p14:xfrm>
              <a:off x="8501400" y="5438684"/>
              <a:ext cx="156240" cy="15012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6DBFE6E5-E746-CB9C-EC29-5C82F5431BFC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8492400" y="5429684"/>
                <a:ext cx="17388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29F96235-185F-68F8-D55E-82D7F267704D}"/>
                  </a:ext>
                </a:extLst>
              </p14:cNvPr>
              <p14:cNvContentPartPr/>
              <p14:nvPr/>
            </p14:nvContentPartPr>
            <p14:xfrm>
              <a:off x="8676720" y="5361284"/>
              <a:ext cx="116280" cy="26604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29F96235-185F-68F8-D55E-82D7F267704D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8667720" y="5352644"/>
                <a:ext cx="13392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2D55AEE2-B68F-1DA7-0E90-95D7071A7454}"/>
                  </a:ext>
                </a:extLst>
              </p14:cNvPr>
              <p14:cNvContentPartPr/>
              <p14:nvPr/>
            </p14:nvContentPartPr>
            <p14:xfrm>
              <a:off x="7588800" y="5102804"/>
              <a:ext cx="229320" cy="2559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2D55AEE2-B68F-1DA7-0E90-95D7071A7454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7580160" y="5093804"/>
                <a:ext cx="24696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291AC3F2-5ABE-00B3-C673-A3C32B699820}"/>
                  </a:ext>
                </a:extLst>
              </p14:cNvPr>
              <p14:cNvContentPartPr/>
              <p14:nvPr/>
            </p14:nvContentPartPr>
            <p14:xfrm>
              <a:off x="8240040" y="4840364"/>
              <a:ext cx="160200" cy="32472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291AC3F2-5ABE-00B3-C673-A3C32B699820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8231040" y="4831364"/>
                <a:ext cx="17784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0D206589-61AF-D499-E85D-86107AA4FE83}"/>
                  </a:ext>
                </a:extLst>
              </p14:cNvPr>
              <p14:cNvContentPartPr/>
              <p14:nvPr/>
            </p14:nvContentPartPr>
            <p14:xfrm>
              <a:off x="8931960" y="5800844"/>
              <a:ext cx="33480" cy="1278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0D206589-61AF-D499-E85D-86107AA4FE83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8922960" y="5791844"/>
                <a:ext cx="5112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554E7402-E19A-135E-1DEC-8BBC5410BFDC}"/>
                  </a:ext>
                </a:extLst>
              </p14:cNvPr>
              <p14:cNvContentPartPr/>
              <p14:nvPr/>
            </p14:nvContentPartPr>
            <p14:xfrm>
              <a:off x="9104040" y="4891844"/>
              <a:ext cx="34560" cy="514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554E7402-E19A-135E-1DEC-8BBC5410BFDC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9095040" y="4883204"/>
                <a:ext cx="5220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6561FEA2-90B9-9657-8EE3-FFEAFF595D26}"/>
                  </a:ext>
                </a:extLst>
              </p14:cNvPr>
              <p14:cNvContentPartPr/>
              <p14:nvPr/>
            </p14:nvContentPartPr>
            <p14:xfrm>
              <a:off x="9285480" y="4879964"/>
              <a:ext cx="65160" cy="1706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6561FEA2-90B9-9657-8EE3-FFEAFF595D26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9276480" y="4871324"/>
                <a:ext cx="8280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038BCDE3-E5C0-C13E-7679-3FE7DA4C12D6}"/>
                  </a:ext>
                </a:extLst>
              </p14:cNvPr>
              <p14:cNvContentPartPr/>
              <p14:nvPr/>
            </p14:nvContentPartPr>
            <p14:xfrm>
              <a:off x="9297000" y="4946204"/>
              <a:ext cx="96840" cy="6624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038BCDE3-E5C0-C13E-7679-3FE7DA4C12D6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9288000" y="4937204"/>
                <a:ext cx="11448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8C5D5A08-DA4F-0616-B9F2-234FBE40FC2E}"/>
                  </a:ext>
                </a:extLst>
              </p14:cNvPr>
              <p14:cNvContentPartPr/>
              <p14:nvPr/>
            </p14:nvContentPartPr>
            <p14:xfrm>
              <a:off x="9447840" y="4899404"/>
              <a:ext cx="57960" cy="10332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8C5D5A08-DA4F-0616-B9F2-234FBE40FC2E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9438840" y="4890764"/>
                <a:ext cx="7560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F5E31C25-5763-FA19-1ED3-E3652A53EDF7}"/>
                  </a:ext>
                </a:extLst>
              </p14:cNvPr>
              <p14:cNvContentPartPr/>
              <p14:nvPr/>
            </p14:nvContentPartPr>
            <p14:xfrm>
              <a:off x="9458280" y="4860164"/>
              <a:ext cx="61920" cy="244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F5E31C25-5763-FA19-1ED3-E3652A53EDF7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9449280" y="4851164"/>
                <a:ext cx="7956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1A695AB9-3A48-33E8-B19F-422A1D6569D0}"/>
                  </a:ext>
                </a:extLst>
              </p14:cNvPr>
              <p14:cNvContentPartPr/>
              <p14:nvPr/>
            </p14:nvContentPartPr>
            <p14:xfrm>
              <a:off x="9576360" y="4918844"/>
              <a:ext cx="22320" cy="10404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1A695AB9-3A48-33E8-B19F-422A1D6569D0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9567720" y="4910204"/>
                <a:ext cx="3996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23B295CC-4206-CF83-951E-255791277579}"/>
                  </a:ext>
                </a:extLst>
              </p14:cNvPr>
              <p14:cNvContentPartPr/>
              <p14:nvPr/>
            </p14:nvContentPartPr>
            <p14:xfrm>
              <a:off x="9703800" y="4833164"/>
              <a:ext cx="95400" cy="14112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23B295CC-4206-CF83-951E-255791277579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9695160" y="4824164"/>
                <a:ext cx="11304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166F078E-C13D-D58E-896E-A151A07745E5}"/>
                  </a:ext>
                </a:extLst>
              </p14:cNvPr>
              <p14:cNvContentPartPr/>
              <p14:nvPr/>
            </p14:nvContentPartPr>
            <p14:xfrm>
              <a:off x="9703440" y="4794284"/>
              <a:ext cx="206640" cy="9756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166F078E-C13D-D58E-896E-A151A07745E5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9694440" y="4785284"/>
                <a:ext cx="22428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2A32BA3A-4713-F7FC-F1B1-822988FBDDE0}"/>
                  </a:ext>
                </a:extLst>
              </p14:cNvPr>
              <p14:cNvContentPartPr/>
              <p14:nvPr/>
            </p14:nvContentPartPr>
            <p14:xfrm>
              <a:off x="9933120" y="4732004"/>
              <a:ext cx="140040" cy="28512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2A32BA3A-4713-F7FC-F1B1-822988FBDDE0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9924480" y="4723004"/>
                <a:ext cx="15768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0E655ECC-9999-FFC3-3B79-9E8A0F3072EF}"/>
                  </a:ext>
                </a:extLst>
              </p14:cNvPr>
              <p14:cNvContentPartPr/>
              <p14:nvPr/>
            </p14:nvContentPartPr>
            <p14:xfrm>
              <a:off x="9269280" y="4838204"/>
              <a:ext cx="128880" cy="29484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0E655ECC-9999-FFC3-3B79-9E8A0F3072EF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9260280" y="4829564"/>
                <a:ext cx="14652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53339FC5-EE17-1361-8A00-B4F8E7BD49E4}"/>
                  </a:ext>
                </a:extLst>
              </p14:cNvPr>
              <p14:cNvContentPartPr/>
              <p14:nvPr/>
            </p14:nvContentPartPr>
            <p14:xfrm>
              <a:off x="8963640" y="5111084"/>
              <a:ext cx="55080" cy="5616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53339FC5-EE17-1361-8A00-B4F8E7BD49E4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8955000" y="5102084"/>
                <a:ext cx="7272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AD96FE08-8FDA-3192-F533-57D9175DAA56}"/>
                  </a:ext>
                </a:extLst>
              </p14:cNvPr>
              <p14:cNvContentPartPr/>
              <p14:nvPr/>
            </p14:nvContentPartPr>
            <p14:xfrm>
              <a:off x="9186840" y="5195324"/>
              <a:ext cx="78120" cy="13572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AD96FE08-8FDA-3192-F533-57D9175DAA56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9177840" y="5186324"/>
                <a:ext cx="9576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40B8054E-5865-F177-463F-B285B4048737}"/>
                  </a:ext>
                </a:extLst>
              </p14:cNvPr>
              <p14:cNvContentPartPr/>
              <p14:nvPr/>
            </p14:nvContentPartPr>
            <p14:xfrm>
              <a:off x="9201240" y="5253284"/>
              <a:ext cx="178920" cy="5832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40B8054E-5865-F177-463F-B285B4048737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9192600" y="5244284"/>
                <a:ext cx="19656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2A7CA7BA-A264-7B09-A794-DD4F9DC53225}"/>
                  </a:ext>
                </a:extLst>
              </p14:cNvPr>
              <p14:cNvContentPartPr/>
              <p14:nvPr/>
            </p14:nvContentPartPr>
            <p14:xfrm>
              <a:off x="9469800" y="5272364"/>
              <a:ext cx="2520" cy="8064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2A7CA7BA-A264-7B09-A794-DD4F9DC53225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9461160" y="5263724"/>
                <a:ext cx="2016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96F86EB3-CA4F-EFA6-3682-9CDBE56C9036}"/>
                  </a:ext>
                </a:extLst>
              </p14:cNvPr>
              <p14:cNvContentPartPr/>
              <p14:nvPr/>
            </p14:nvContentPartPr>
            <p14:xfrm>
              <a:off x="9554400" y="5185964"/>
              <a:ext cx="90720" cy="13536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96F86EB3-CA4F-EFA6-3682-9CDBE56C9036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9545760" y="5176964"/>
                <a:ext cx="10836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E0021DFE-53BF-EB1E-4FAA-0D8DF20CEB3A}"/>
                  </a:ext>
                </a:extLst>
              </p14:cNvPr>
              <p14:cNvContentPartPr/>
              <p14:nvPr/>
            </p14:nvContentPartPr>
            <p14:xfrm>
              <a:off x="9702000" y="5193884"/>
              <a:ext cx="137880" cy="8964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E0021DFE-53BF-EB1E-4FAA-0D8DF20CEB3A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9693360" y="5184884"/>
                <a:ext cx="15552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EDAFDB19-7ACC-DC53-395F-34D434A033BF}"/>
                  </a:ext>
                </a:extLst>
              </p14:cNvPr>
              <p14:cNvContentPartPr/>
              <p14:nvPr/>
            </p14:nvContentPartPr>
            <p14:xfrm>
              <a:off x="9856800" y="5133404"/>
              <a:ext cx="62280" cy="18756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EDAFDB19-7ACC-DC53-395F-34D434A033BF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9847800" y="5124764"/>
                <a:ext cx="7992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12176CAD-494A-D5DA-5435-C4CF9578BFE8}"/>
                  </a:ext>
                </a:extLst>
              </p14:cNvPr>
              <p14:cNvContentPartPr/>
              <p14:nvPr/>
            </p14:nvContentPartPr>
            <p14:xfrm>
              <a:off x="9180720" y="5178044"/>
              <a:ext cx="139320" cy="20628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12176CAD-494A-D5DA-5435-C4CF9578BFE8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9171720" y="5169044"/>
                <a:ext cx="15696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23536933-0959-86F5-A3A7-82EF4696446A}"/>
                  </a:ext>
                </a:extLst>
              </p14:cNvPr>
              <p14:cNvContentPartPr/>
              <p14:nvPr/>
            </p14:nvContentPartPr>
            <p14:xfrm>
              <a:off x="10295280" y="5678444"/>
              <a:ext cx="55800" cy="12564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23536933-0959-86F5-A3A7-82EF4696446A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10286280" y="5669444"/>
                <a:ext cx="7344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FB09D76C-6356-A2A9-ABE5-A5F154F9E38D}"/>
                  </a:ext>
                </a:extLst>
              </p14:cNvPr>
              <p14:cNvContentPartPr/>
              <p14:nvPr/>
            </p14:nvContentPartPr>
            <p14:xfrm>
              <a:off x="10310040" y="3262124"/>
              <a:ext cx="66600" cy="622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FB09D76C-6356-A2A9-ABE5-A5F154F9E38D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0301040" y="3253124"/>
                <a:ext cx="8424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77DD0ADE-260B-EE01-84D9-D7EABE008DBC}"/>
                  </a:ext>
                </a:extLst>
              </p14:cNvPr>
              <p14:cNvContentPartPr/>
              <p14:nvPr/>
            </p14:nvContentPartPr>
            <p14:xfrm>
              <a:off x="10526400" y="3188324"/>
              <a:ext cx="100800" cy="33912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77DD0ADE-260B-EE01-84D9-D7EABE008DBC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10517760" y="3179684"/>
                <a:ext cx="118440" cy="3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377C1A5B-ADCB-23C5-10F9-73CB97CB7A65}"/>
                  </a:ext>
                </a:extLst>
              </p14:cNvPr>
              <p14:cNvContentPartPr/>
              <p14:nvPr/>
            </p14:nvContentPartPr>
            <p14:xfrm>
              <a:off x="10637640" y="3301364"/>
              <a:ext cx="23040" cy="14220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377C1A5B-ADCB-23C5-10F9-73CB97CB7A65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10629000" y="3292724"/>
                <a:ext cx="4068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546B75E9-E546-69BC-4D80-3E40FDC79C26}"/>
                  </a:ext>
                </a:extLst>
              </p14:cNvPr>
              <p14:cNvContentPartPr/>
              <p14:nvPr/>
            </p14:nvContentPartPr>
            <p14:xfrm>
              <a:off x="10722960" y="3299564"/>
              <a:ext cx="137160" cy="9648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546B75E9-E546-69BC-4D80-3E40FDC79C26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10714320" y="3290924"/>
                <a:ext cx="15480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97367DC7-0315-8D64-BCFD-CC611752AA19}"/>
                  </a:ext>
                </a:extLst>
              </p14:cNvPr>
              <p14:cNvContentPartPr/>
              <p14:nvPr/>
            </p14:nvContentPartPr>
            <p14:xfrm>
              <a:off x="10775160" y="3307484"/>
              <a:ext cx="34920" cy="18360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97367DC7-0315-8D64-BCFD-CC611752AA19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10766520" y="3298484"/>
                <a:ext cx="5256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0D47F96D-919D-94D4-4A24-59CEF1C46524}"/>
                  </a:ext>
                </a:extLst>
              </p14:cNvPr>
              <p14:cNvContentPartPr/>
              <p14:nvPr/>
            </p14:nvContentPartPr>
            <p14:xfrm>
              <a:off x="10933200" y="3321524"/>
              <a:ext cx="71640" cy="10980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0D47F96D-919D-94D4-4A24-59CEF1C46524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10924560" y="3312524"/>
                <a:ext cx="8928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1CC14B2B-25A9-078D-194F-D233827B18B7}"/>
                  </a:ext>
                </a:extLst>
              </p14:cNvPr>
              <p14:cNvContentPartPr/>
              <p14:nvPr/>
            </p14:nvContentPartPr>
            <p14:xfrm>
              <a:off x="11178000" y="3413324"/>
              <a:ext cx="43560" cy="11592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1CC14B2B-25A9-078D-194F-D233827B18B7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11169360" y="3404684"/>
                <a:ext cx="6120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33186DD0-5F7B-1184-722E-300AF3A49ABD}"/>
                  </a:ext>
                </a:extLst>
              </p14:cNvPr>
              <p14:cNvContentPartPr/>
              <p14:nvPr/>
            </p14:nvContentPartPr>
            <p14:xfrm>
              <a:off x="11288520" y="3288404"/>
              <a:ext cx="45000" cy="16488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33186DD0-5F7B-1184-722E-300AF3A49ABD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11279880" y="3279764"/>
                <a:ext cx="6264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D7FCE585-DF22-C3E2-812D-7A0078722280}"/>
                  </a:ext>
                </a:extLst>
              </p14:cNvPr>
              <p14:cNvContentPartPr/>
              <p14:nvPr/>
            </p14:nvContentPartPr>
            <p14:xfrm>
              <a:off x="11406600" y="3264284"/>
              <a:ext cx="100440" cy="15912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D7FCE585-DF22-C3E2-812D-7A0078722280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11397960" y="3255644"/>
                <a:ext cx="11808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2370C917-2746-6089-84A4-B24D8823F263}"/>
                  </a:ext>
                </a:extLst>
              </p14:cNvPr>
              <p14:cNvContentPartPr/>
              <p14:nvPr/>
            </p14:nvContentPartPr>
            <p14:xfrm>
              <a:off x="11536200" y="3286244"/>
              <a:ext cx="87120" cy="1260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2370C917-2746-6089-84A4-B24D8823F263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11527200" y="3277244"/>
                <a:ext cx="10476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34CA3FEA-F090-0A16-866B-854A4EA4516A}"/>
                  </a:ext>
                </a:extLst>
              </p14:cNvPr>
              <p14:cNvContentPartPr/>
              <p14:nvPr/>
            </p14:nvContentPartPr>
            <p14:xfrm>
              <a:off x="11552400" y="3258884"/>
              <a:ext cx="88200" cy="3744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34CA3FEA-F090-0A16-866B-854A4EA4516A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11543760" y="3250244"/>
                <a:ext cx="10584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5E7C2A44-19BF-1E80-D39C-351FBE08423B}"/>
                  </a:ext>
                </a:extLst>
              </p14:cNvPr>
              <p14:cNvContentPartPr/>
              <p14:nvPr/>
            </p14:nvContentPartPr>
            <p14:xfrm>
              <a:off x="11647440" y="3158444"/>
              <a:ext cx="135360" cy="41400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5E7C2A44-19BF-1E80-D39C-351FBE08423B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11638440" y="3149444"/>
                <a:ext cx="153000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A8C907A3-4DB0-35BA-8106-E1BB75D2EB06}"/>
                  </a:ext>
                </a:extLst>
              </p14:cNvPr>
              <p14:cNvContentPartPr/>
              <p14:nvPr/>
            </p14:nvContentPartPr>
            <p14:xfrm>
              <a:off x="4802760" y="1888396"/>
              <a:ext cx="360" cy="36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A8C907A3-4DB0-35BA-8106-E1BB75D2EB06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4794120" y="187975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95A66617-D84F-6101-0024-E4431EFFC0BC}"/>
                  </a:ext>
                </a:extLst>
              </p14:cNvPr>
              <p14:cNvContentPartPr/>
              <p14:nvPr/>
            </p14:nvContentPartPr>
            <p14:xfrm>
              <a:off x="2374920" y="2645444"/>
              <a:ext cx="7200" cy="504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95A66617-D84F-6101-0024-E4431EFFC0BC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2366280" y="2636444"/>
                <a:ext cx="24840" cy="2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9" name="Group 118">
            <a:extLst>
              <a:ext uri="{FF2B5EF4-FFF2-40B4-BE49-F238E27FC236}">
                <a16:creationId xmlns:a16="http://schemas.microsoft.com/office/drawing/2014/main" id="{A66046BE-4BE9-A402-2F9A-7CAA6D75EE4F}"/>
              </a:ext>
            </a:extLst>
          </p:cNvPr>
          <p:cNvGrpSpPr/>
          <p:nvPr/>
        </p:nvGrpSpPr>
        <p:grpSpPr>
          <a:xfrm>
            <a:off x="1359720" y="455204"/>
            <a:ext cx="603360" cy="240480"/>
            <a:chOff x="1359720" y="455204"/>
            <a:chExt cx="603360" cy="24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F7ECCA6-3905-E51A-FD59-DA8F03B322C2}"/>
                    </a:ext>
                  </a:extLst>
                </p14:cNvPr>
                <p14:cNvContentPartPr/>
                <p14:nvPr/>
              </p14:nvContentPartPr>
              <p14:xfrm>
                <a:off x="1364760" y="460604"/>
                <a:ext cx="29160" cy="2350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F7ECCA6-3905-E51A-FD59-DA8F03B322C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355760" y="451964"/>
                  <a:ext cx="468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5838F0C-E9D5-04B0-63D5-43E976950931}"/>
                    </a:ext>
                  </a:extLst>
                </p14:cNvPr>
                <p14:cNvContentPartPr/>
                <p14:nvPr/>
              </p14:nvContentPartPr>
              <p14:xfrm>
                <a:off x="1359720" y="476444"/>
                <a:ext cx="208800" cy="1810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5838F0C-E9D5-04B0-63D5-43E976950931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350720" y="467444"/>
                  <a:ext cx="2264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89DAAC0-49BE-2596-51A8-B20724CA4456}"/>
                    </a:ext>
                  </a:extLst>
                </p14:cNvPr>
                <p14:cNvContentPartPr/>
                <p14:nvPr/>
              </p14:nvContentPartPr>
              <p14:xfrm>
                <a:off x="1602720" y="504164"/>
                <a:ext cx="104040" cy="345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89DAAC0-49BE-2596-51A8-B20724CA445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594080" y="495164"/>
                  <a:ext cx="1216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F8C0160-83A2-3318-6AFC-1A3A1DA89712}"/>
                    </a:ext>
                  </a:extLst>
                </p14:cNvPr>
                <p14:cNvContentPartPr/>
                <p14:nvPr/>
              </p14:nvContentPartPr>
              <p14:xfrm>
                <a:off x="1603440" y="589484"/>
                <a:ext cx="123480" cy="432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F8C0160-83A2-3318-6AFC-1A3A1DA8971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594440" y="580484"/>
                  <a:ext cx="1411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3D67724-422A-E62C-9E1B-5E6228A2693D}"/>
                    </a:ext>
                  </a:extLst>
                </p14:cNvPr>
                <p14:cNvContentPartPr/>
                <p14:nvPr/>
              </p14:nvContentPartPr>
              <p14:xfrm>
                <a:off x="1807920" y="455204"/>
                <a:ext cx="155160" cy="1738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3D67724-422A-E62C-9E1B-5E6228A2693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798920" y="446204"/>
                  <a:ext cx="172800" cy="19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7C74D3D6-A864-D1D2-E82B-C1E30BD8E009}"/>
              </a:ext>
            </a:extLst>
          </p:cNvPr>
          <p:cNvGrpSpPr/>
          <p:nvPr/>
        </p:nvGrpSpPr>
        <p:grpSpPr>
          <a:xfrm>
            <a:off x="2088000" y="484724"/>
            <a:ext cx="261720" cy="156960"/>
            <a:chOff x="2088000" y="484724"/>
            <a:chExt cx="261720" cy="15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ADA94E7-E4A5-16C6-0F1F-B3F0DA0FDB0E}"/>
                    </a:ext>
                  </a:extLst>
                </p14:cNvPr>
                <p14:cNvContentPartPr/>
                <p14:nvPr/>
              </p14:nvContentPartPr>
              <p14:xfrm>
                <a:off x="2088000" y="551324"/>
                <a:ext cx="191880" cy="97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ADA94E7-E4A5-16C6-0F1F-B3F0DA0FDB0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079000" y="542324"/>
                  <a:ext cx="2095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81925DA-D51B-5D12-2530-1916E3AA1C33}"/>
                    </a:ext>
                  </a:extLst>
                </p14:cNvPr>
                <p14:cNvContentPartPr/>
                <p14:nvPr/>
              </p14:nvContentPartPr>
              <p14:xfrm>
                <a:off x="2247480" y="484724"/>
                <a:ext cx="102240" cy="1569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81925DA-D51B-5D12-2530-1916E3AA1C3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238480" y="475724"/>
                  <a:ext cx="119880" cy="17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67178934-BAAD-BF69-AA9B-A0DFCE826676}"/>
              </a:ext>
            </a:extLst>
          </p:cNvPr>
          <p:cNvGrpSpPr/>
          <p:nvPr/>
        </p:nvGrpSpPr>
        <p:grpSpPr>
          <a:xfrm>
            <a:off x="2591280" y="385004"/>
            <a:ext cx="455760" cy="319680"/>
            <a:chOff x="2591280" y="385004"/>
            <a:chExt cx="455760" cy="31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AB39A16-AA9E-50D1-480C-00A12AA4E3AD}"/>
                    </a:ext>
                  </a:extLst>
                </p14:cNvPr>
                <p14:cNvContentPartPr/>
                <p14:nvPr/>
              </p14:nvContentPartPr>
              <p14:xfrm>
                <a:off x="2592000" y="499124"/>
                <a:ext cx="12240" cy="1836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AB39A16-AA9E-50D1-480C-00A12AA4E3A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583000" y="490484"/>
                  <a:ext cx="298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533F879-F900-546C-8DEB-956EE7706EBC}"/>
                    </a:ext>
                  </a:extLst>
                </p14:cNvPr>
                <p14:cNvContentPartPr/>
                <p14:nvPr/>
              </p14:nvContentPartPr>
              <p14:xfrm>
                <a:off x="2591280" y="561764"/>
                <a:ext cx="179280" cy="1152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533F879-F900-546C-8DEB-956EE7706EB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582280" y="552764"/>
                  <a:ext cx="1969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FF11849-318F-40E7-62D3-9CB67FEA603F}"/>
                    </a:ext>
                  </a:extLst>
                </p14:cNvPr>
                <p14:cNvContentPartPr/>
                <p14:nvPr/>
              </p14:nvContentPartPr>
              <p14:xfrm>
                <a:off x="2724840" y="385004"/>
                <a:ext cx="43200" cy="3196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FF11849-318F-40E7-62D3-9CB67FEA603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715840" y="376364"/>
                  <a:ext cx="6084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EBDCF5A-C53E-8B6F-9B5C-F2AF598014BD}"/>
                    </a:ext>
                  </a:extLst>
                </p14:cNvPr>
                <p14:cNvContentPartPr/>
                <p14:nvPr/>
              </p14:nvContentPartPr>
              <p14:xfrm>
                <a:off x="2838240" y="571124"/>
                <a:ext cx="66240" cy="1076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EBDCF5A-C53E-8B6F-9B5C-F2AF598014B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829240" y="562484"/>
                  <a:ext cx="838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AC093D5-C09C-1C99-EA91-C7D660D31C8C}"/>
                    </a:ext>
                  </a:extLst>
                </p14:cNvPr>
                <p14:cNvContentPartPr/>
                <p14:nvPr/>
              </p14:nvContentPartPr>
              <p14:xfrm>
                <a:off x="2909880" y="449084"/>
                <a:ext cx="109440" cy="734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AC093D5-C09C-1C99-EA91-C7D660D31C8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900880" y="440084"/>
                  <a:ext cx="1270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70BD8C7-9E84-CA5D-A8C1-577110C5E662}"/>
                    </a:ext>
                  </a:extLst>
                </p14:cNvPr>
                <p14:cNvContentPartPr/>
                <p14:nvPr/>
              </p14:nvContentPartPr>
              <p14:xfrm>
                <a:off x="2975760" y="554564"/>
                <a:ext cx="71280" cy="190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70BD8C7-9E84-CA5D-A8C1-577110C5E66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966760" y="545924"/>
                  <a:ext cx="88920" cy="3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1F37CB71-1383-0E02-C26D-21CC08E00B3D}"/>
                  </a:ext>
                </a:extLst>
              </p14:cNvPr>
              <p14:cNvContentPartPr/>
              <p14:nvPr/>
            </p14:nvContentPartPr>
            <p14:xfrm>
              <a:off x="3294360" y="421004"/>
              <a:ext cx="295560" cy="40824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1F37CB71-1383-0E02-C26D-21CC08E00B3D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3285720" y="412364"/>
                <a:ext cx="313200" cy="42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Group 144">
            <a:extLst>
              <a:ext uri="{FF2B5EF4-FFF2-40B4-BE49-F238E27FC236}">
                <a16:creationId xmlns:a16="http://schemas.microsoft.com/office/drawing/2014/main" id="{9743F17C-1F52-5F22-8126-A70813E6124A}"/>
              </a:ext>
            </a:extLst>
          </p:cNvPr>
          <p:cNvGrpSpPr/>
          <p:nvPr/>
        </p:nvGrpSpPr>
        <p:grpSpPr>
          <a:xfrm>
            <a:off x="3943440" y="389324"/>
            <a:ext cx="1151280" cy="318240"/>
            <a:chOff x="3943440" y="389324"/>
            <a:chExt cx="1151280" cy="31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B9D7E3B-CBF4-404A-2B6B-C8FBEF3CF10E}"/>
                    </a:ext>
                  </a:extLst>
                </p14:cNvPr>
                <p14:cNvContentPartPr/>
                <p14:nvPr/>
              </p14:nvContentPartPr>
              <p14:xfrm>
                <a:off x="3943440" y="530804"/>
                <a:ext cx="242280" cy="1767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B9D7E3B-CBF4-404A-2B6B-C8FBEF3CF10E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934440" y="521804"/>
                  <a:ext cx="2599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274C507-FC59-7165-4D0C-407D9D3E9FB1}"/>
                    </a:ext>
                  </a:extLst>
                </p14:cNvPr>
                <p14:cNvContentPartPr/>
                <p14:nvPr/>
              </p14:nvContentPartPr>
              <p14:xfrm>
                <a:off x="4210200" y="440444"/>
                <a:ext cx="143640" cy="2124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274C507-FC59-7165-4D0C-407D9D3E9FB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201560" y="431444"/>
                  <a:ext cx="1612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C9B584A-2F21-6449-7204-82D9EFCCC810}"/>
                    </a:ext>
                  </a:extLst>
                </p14:cNvPr>
                <p14:cNvContentPartPr/>
                <p14:nvPr/>
              </p14:nvContentPartPr>
              <p14:xfrm>
                <a:off x="4348800" y="542324"/>
                <a:ext cx="219240" cy="1065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C9B584A-2F21-6449-7204-82D9EFCCC810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340160" y="533684"/>
                  <a:ext cx="2368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BB5A86B-9F6C-9580-1C21-F95A5A9FFD9B}"/>
                    </a:ext>
                  </a:extLst>
                </p14:cNvPr>
                <p14:cNvContentPartPr/>
                <p14:nvPr/>
              </p14:nvContentPartPr>
              <p14:xfrm>
                <a:off x="4573080" y="527204"/>
                <a:ext cx="61920" cy="1177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BB5A86B-9F6C-9580-1C21-F95A5A9FFD9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564080" y="518204"/>
                  <a:ext cx="795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226A741-E60A-C3E9-0FF3-FECC6EC5840E}"/>
                    </a:ext>
                  </a:extLst>
                </p14:cNvPr>
                <p14:cNvContentPartPr/>
                <p14:nvPr/>
              </p14:nvContentPartPr>
              <p14:xfrm>
                <a:off x="4702320" y="389324"/>
                <a:ext cx="101520" cy="2239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226A741-E60A-C3E9-0FF3-FECC6EC5840E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693680" y="380324"/>
                  <a:ext cx="1191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A110D79-57DF-6A1E-9922-CE1AB707AE7A}"/>
                    </a:ext>
                  </a:extLst>
                </p14:cNvPr>
                <p14:cNvContentPartPr/>
                <p14:nvPr/>
              </p14:nvContentPartPr>
              <p14:xfrm>
                <a:off x="4706640" y="501284"/>
                <a:ext cx="104760" cy="108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A110D79-57DF-6A1E-9922-CE1AB707AE7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698000" y="492284"/>
                  <a:ext cx="1224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D792C58-9FAE-D0AA-A6F8-5906145E397C}"/>
                    </a:ext>
                  </a:extLst>
                </p14:cNvPr>
                <p14:cNvContentPartPr/>
                <p14:nvPr/>
              </p14:nvContentPartPr>
              <p14:xfrm>
                <a:off x="4839840" y="495164"/>
                <a:ext cx="85680" cy="946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D792C58-9FAE-D0AA-A6F8-5906145E397C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831200" y="486164"/>
                  <a:ext cx="1033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E45DCAF8-9D06-FEA6-370B-F535982903C5}"/>
                    </a:ext>
                  </a:extLst>
                </p14:cNvPr>
                <p14:cNvContentPartPr/>
                <p14:nvPr/>
              </p14:nvContentPartPr>
              <p14:xfrm>
                <a:off x="5002560" y="504524"/>
                <a:ext cx="92160" cy="93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E45DCAF8-9D06-FEA6-370B-F535982903C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993920" y="495884"/>
                  <a:ext cx="10980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1D2C5B9D-24CC-DCBD-07F6-CFD190609465}"/>
              </a:ext>
            </a:extLst>
          </p:cNvPr>
          <p:cNvGrpSpPr/>
          <p:nvPr/>
        </p:nvGrpSpPr>
        <p:grpSpPr>
          <a:xfrm>
            <a:off x="5456520" y="355484"/>
            <a:ext cx="1075320" cy="273600"/>
            <a:chOff x="5456520" y="355484"/>
            <a:chExt cx="1075320" cy="27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7BAB05C-A205-B976-AC6E-E9D39B3AF17A}"/>
                    </a:ext>
                  </a:extLst>
                </p14:cNvPr>
                <p14:cNvContentPartPr/>
                <p14:nvPr/>
              </p14:nvContentPartPr>
              <p14:xfrm>
                <a:off x="5456520" y="355484"/>
                <a:ext cx="234000" cy="2736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7BAB05C-A205-B976-AC6E-E9D39B3AF17A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447520" y="346484"/>
                  <a:ext cx="25164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C7A161D-4EC9-3D66-6F80-F809A9004E54}"/>
                    </a:ext>
                  </a:extLst>
                </p14:cNvPr>
                <p14:cNvContentPartPr/>
                <p14:nvPr/>
              </p14:nvContentPartPr>
              <p14:xfrm>
                <a:off x="5604120" y="472124"/>
                <a:ext cx="178200" cy="1159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C7A161D-4EC9-3D66-6F80-F809A9004E54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595120" y="463484"/>
                  <a:ext cx="1958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4506789-CF1E-307B-E12B-C1FFE49A6EF9}"/>
                    </a:ext>
                  </a:extLst>
                </p14:cNvPr>
                <p14:cNvContentPartPr/>
                <p14:nvPr/>
              </p14:nvContentPartPr>
              <p14:xfrm>
                <a:off x="5797440" y="404444"/>
                <a:ext cx="220320" cy="1728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4506789-CF1E-307B-E12B-C1FFE49A6EF9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788800" y="395804"/>
                  <a:ext cx="2379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AF026A9-20B0-9860-71E3-F360A548400B}"/>
                    </a:ext>
                  </a:extLst>
                </p14:cNvPr>
                <p14:cNvContentPartPr/>
                <p14:nvPr/>
              </p14:nvContentPartPr>
              <p14:xfrm>
                <a:off x="5958360" y="449804"/>
                <a:ext cx="226080" cy="1029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AF026A9-20B0-9860-71E3-F360A548400B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949720" y="441164"/>
                  <a:ext cx="2437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81616F0-E0F4-2DF0-D6FE-8EB5C50FDBBE}"/>
                    </a:ext>
                  </a:extLst>
                </p14:cNvPr>
                <p14:cNvContentPartPr/>
                <p14:nvPr/>
              </p14:nvContentPartPr>
              <p14:xfrm>
                <a:off x="6243840" y="449084"/>
                <a:ext cx="97920" cy="1116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81616F0-E0F4-2DF0-D6FE-8EB5C50FDBB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234840" y="440084"/>
                  <a:ext cx="1155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8CF3D9D-DC50-87F2-2717-064885E3A223}"/>
                    </a:ext>
                  </a:extLst>
                </p14:cNvPr>
                <p14:cNvContentPartPr/>
                <p14:nvPr/>
              </p14:nvContentPartPr>
              <p14:xfrm>
                <a:off x="6420240" y="363404"/>
                <a:ext cx="111600" cy="2282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8CF3D9D-DC50-87F2-2717-064885E3A223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411600" y="354764"/>
                  <a:ext cx="129240" cy="24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B33080E8-7303-7236-F5E7-172EC657E71A}"/>
              </a:ext>
            </a:extLst>
          </p:cNvPr>
          <p:cNvGrpSpPr/>
          <p:nvPr/>
        </p:nvGrpSpPr>
        <p:grpSpPr>
          <a:xfrm>
            <a:off x="7979760" y="4481804"/>
            <a:ext cx="351360" cy="231480"/>
            <a:chOff x="7979760" y="4481804"/>
            <a:chExt cx="351360" cy="23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6F6D867-2167-1787-DC25-0DFB6BFCBC48}"/>
                    </a:ext>
                  </a:extLst>
                </p14:cNvPr>
                <p14:cNvContentPartPr/>
                <p14:nvPr/>
              </p14:nvContentPartPr>
              <p14:xfrm>
                <a:off x="7979760" y="4630844"/>
                <a:ext cx="74520" cy="824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6F6D867-2167-1787-DC25-0DFB6BFCBC48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971120" y="4621844"/>
                  <a:ext cx="921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ED15EDC-838E-5106-CFE3-F31383DC5C09}"/>
                    </a:ext>
                  </a:extLst>
                </p14:cNvPr>
                <p14:cNvContentPartPr/>
                <p14:nvPr/>
              </p14:nvContentPartPr>
              <p14:xfrm>
                <a:off x="8149320" y="4481804"/>
                <a:ext cx="128160" cy="1818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ED15EDC-838E-5106-CFE3-F31383DC5C0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140320" y="4473164"/>
                  <a:ext cx="1458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167C8E5E-CF14-83C1-25A5-1AB3AE20A94C}"/>
                    </a:ext>
                  </a:extLst>
                </p14:cNvPr>
                <p14:cNvContentPartPr/>
                <p14:nvPr/>
              </p14:nvContentPartPr>
              <p14:xfrm>
                <a:off x="8296200" y="4572524"/>
                <a:ext cx="34920" cy="1292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167C8E5E-CF14-83C1-25A5-1AB3AE20A94C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287560" y="4563884"/>
                  <a:ext cx="52560" cy="14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37C5BDFA-4034-5DBC-B262-990B823E148A}"/>
              </a:ext>
            </a:extLst>
          </p:cNvPr>
          <p:cNvGrpSpPr/>
          <p:nvPr/>
        </p:nvGrpSpPr>
        <p:grpSpPr>
          <a:xfrm>
            <a:off x="8485560" y="5083724"/>
            <a:ext cx="330120" cy="286200"/>
            <a:chOff x="8485560" y="5083724"/>
            <a:chExt cx="330120" cy="28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E1EFA702-0AA0-B337-D60F-AB83B0C59DE5}"/>
                    </a:ext>
                  </a:extLst>
                </p14:cNvPr>
                <p14:cNvContentPartPr/>
                <p14:nvPr/>
              </p14:nvContentPartPr>
              <p14:xfrm>
                <a:off x="8485560" y="5313764"/>
                <a:ext cx="49320" cy="561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1EFA702-0AA0-B337-D60F-AB83B0C59DE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476920" y="5304764"/>
                  <a:ext cx="669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1206856-484F-5927-A4C4-06EBF0C30D36}"/>
                    </a:ext>
                  </a:extLst>
                </p14:cNvPr>
                <p14:cNvContentPartPr/>
                <p14:nvPr/>
              </p14:nvContentPartPr>
              <p14:xfrm>
                <a:off x="8554320" y="5083724"/>
                <a:ext cx="106200" cy="1285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1206856-484F-5927-A4C4-06EBF0C30D3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545680" y="5074724"/>
                  <a:ext cx="1238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F824076C-0FA9-54CC-C057-E5DD4B2F8CE3}"/>
                    </a:ext>
                  </a:extLst>
                </p14:cNvPr>
                <p14:cNvContentPartPr/>
                <p14:nvPr/>
              </p14:nvContentPartPr>
              <p14:xfrm>
                <a:off x="8678520" y="5150684"/>
                <a:ext cx="137160" cy="1170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F824076C-0FA9-54CC-C057-E5DD4B2F8CE3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669520" y="5141684"/>
                  <a:ext cx="154800" cy="13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58372E7F-E729-D78D-872B-6DFF6B031ED2}"/>
                  </a:ext>
                </a:extLst>
              </p14:cNvPr>
              <p14:cNvContentPartPr/>
              <p14:nvPr/>
            </p14:nvContentPartPr>
            <p14:xfrm>
              <a:off x="9727200" y="4021724"/>
              <a:ext cx="9720" cy="1260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58372E7F-E729-D78D-872B-6DFF6B031ED2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9718200" y="4013084"/>
                <a:ext cx="27360" cy="3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6DE55C5D-EB1D-6D36-2FB1-3BD2E1DBB4C2}"/>
              </a:ext>
            </a:extLst>
          </p:cNvPr>
          <p:cNvGrpSpPr/>
          <p:nvPr/>
        </p:nvGrpSpPr>
        <p:grpSpPr>
          <a:xfrm>
            <a:off x="637200" y="2300564"/>
            <a:ext cx="272160" cy="313920"/>
            <a:chOff x="637200" y="2300564"/>
            <a:chExt cx="272160" cy="31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0467B0A3-BDCE-E49D-AE74-644DC37FC0B8}"/>
                    </a:ext>
                  </a:extLst>
                </p14:cNvPr>
                <p14:cNvContentPartPr/>
                <p14:nvPr/>
              </p14:nvContentPartPr>
              <p14:xfrm>
                <a:off x="637200" y="2300564"/>
                <a:ext cx="247320" cy="2350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0467B0A3-BDCE-E49D-AE74-644DC37FC0B8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28200" y="2291924"/>
                  <a:ext cx="2649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BF13855-6789-A037-38F6-B1B6218C42FF}"/>
                    </a:ext>
                  </a:extLst>
                </p14:cNvPr>
                <p14:cNvContentPartPr/>
                <p14:nvPr/>
              </p14:nvContentPartPr>
              <p14:xfrm>
                <a:off x="903960" y="2495324"/>
                <a:ext cx="5400" cy="1191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BF13855-6789-A037-38F6-B1B6218C42FF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95320" y="2486324"/>
                  <a:ext cx="2304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8E8D3BA8-ED75-5FED-188F-C603AB0F4CEF}"/>
              </a:ext>
            </a:extLst>
          </p:cNvPr>
          <p:cNvGrpSpPr/>
          <p:nvPr/>
        </p:nvGrpSpPr>
        <p:grpSpPr>
          <a:xfrm>
            <a:off x="1517400" y="2322524"/>
            <a:ext cx="982440" cy="306720"/>
            <a:chOff x="1517400" y="2322524"/>
            <a:chExt cx="982440" cy="30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D60FE805-8197-7147-F047-4E25D3FE6E25}"/>
                    </a:ext>
                  </a:extLst>
                </p14:cNvPr>
                <p14:cNvContentPartPr/>
                <p14:nvPr/>
              </p14:nvContentPartPr>
              <p14:xfrm>
                <a:off x="1517400" y="2359244"/>
                <a:ext cx="155520" cy="1814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D60FE805-8197-7147-F047-4E25D3FE6E25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508400" y="2350604"/>
                  <a:ext cx="1731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FE30309-8C2F-5706-38D5-C246CB9DF66E}"/>
                    </a:ext>
                  </a:extLst>
                </p14:cNvPr>
                <p14:cNvContentPartPr/>
                <p14:nvPr/>
              </p14:nvContentPartPr>
              <p14:xfrm>
                <a:off x="1748160" y="2391284"/>
                <a:ext cx="123840" cy="1576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FE30309-8C2F-5706-38D5-C246CB9DF66E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739160" y="2382644"/>
                  <a:ext cx="1414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D1CFDC45-B757-814D-68FD-86055B23659E}"/>
                    </a:ext>
                  </a:extLst>
                </p14:cNvPr>
                <p14:cNvContentPartPr/>
                <p14:nvPr/>
              </p14:nvContentPartPr>
              <p14:xfrm>
                <a:off x="1937520" y="2493884"/>
                <a:ext cx="36000" cy="1353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D1CFDC45-B757-814D-68FD-86055B23659E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928880" y="2484884"/>
                  <a:ext cx="536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BC23142-4BAE-F70C-9A2D-B3D258B19DE4}"/>
                    </a:ext>
                  </a:extLst>
                </p14:cNvPr>
                <p14:cNvContentPartPr/>
                <p14:nvPr/>
              </p14:nvContentPartPr>
              <p14:xfrm>
                <a:off x="2123640" y="2382644"/>
                <a:ext cx="180000" cy="1720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BC23142-4BAE-F70C-9A2D-B3D258B19DE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115000" y="2374004"/>
                  <a:ext cx="1976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58CCA4A7-F131-4D98-93FD-0E4DAE260ABE}"/>
                    </a:ext>
                  </a:extLst>
                </p14:cNvPr>
                <p14:cNvContentPartPr/>
                <p14:nvPr/>
              </p14:nvContentPartPr>
              <p14:xfrm>
                <a:off x="2326320" y="2404964"/>
                <a:ext cx="103680" cy="1314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58CCA4A7-F131-4D98-93FD-0E4DAE260ABE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317680" y="2396324"/>
                  <a:ext cx="1213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56F4BC16-1562-631D-5DB1-98D562AD0D65}"/>
                    </a:ext>
                  </a:extLst>
                </p14:cNvPr>
                <p14:cNvContentPartPr/>
                <p14:nvPr/>
              </p14:nvContentPartPr>
              <p14:xfrm>
                <a:off x="2318400" y="2322524"/>
                <a:ext cx="181440" cy="741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56F4BC16-1562-631D-5DB1-98D562AD0D65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309760" y="2313524"/>
                  <a:ext cx="199080" cy="9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B42AD691-8937-7C31-2F74-2487282720E9}"/>
              </a:ext>
            </a:extLst>
          </p:cNvPr>
          <p:cNvGrpSpPr/>
          <p:nvPr/>
        </p:nvGrpSpPr>
        <p:grpSpPr>
          <a:xfrm>
            <a:off x="1059480" y="2270684"/>
            <a:ext cx="482040" cy="445680"/>
            <a:chOff x="1059480" y="2270684"/>
            <a:chExt cx="482040" cy="44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3DE743E-AF2F-27ED-16CE-D5B66130B44F}"/>
                    </a:ext>
                  </a:extLst>
                </p14:cNvPr>
                <p14:cNvContentPartPr/>
                <p14:nvPr/>
              </p14:nvContentPartPr>
              <p14:xfrm>
                <a:off x="1059480" y="2431964"/>
                <a:ext cx="200160" cy="151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3DE743E-AF2F-27ED-16CE-D5B66130B44F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50480" y="2422964"/>
                  <a:ext cx="2178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45F687A6-5692-2B07-D0A2-B043C5F835B3}"/>
                    </a:ext>
                  </a:extLst>
                </p14:cNvPr>
                <p14:cNvContentPartPr/>
                <p14:nvPr/>
              </p14:nvContentPartPr>
              <p14:xfrm>
                <a:off x="1242000" y="2377964"/>
                <a:ext cx="86400" cy="1735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45F687A6-5692-2B07-D0A2-B043C5F835B3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233360" y="2368964"/>
                  <a:ext cx="1040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F08630C1-FC34-9543-CEAB-933B29D91E99}"/>
                    </a:ext>
                  </a:extLst>
                </p14:cNvPr>
                <p14:cNvContentPartPr/>
                <p14:nvPr/>
              </p14:nvContentPartPr>
              <p14:xfrm>
                <a:off x="1398600" y="2270684"/>
                <a:ext cx="142920" cy="4456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F08630C1-FC34-9543-CEAB-933B29D91E99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389600" y="2261684"/>
                  <a:ext cx="160560" cy="463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5CC96192-BB56-6C40-CB11-61A712D271EE}"/>
                  </a:ext>
                </a:extLst>
              </p14:cNvPr>
              <p14:cNvContentPartPr/>
              <p14:nvPr/>
            </p14:nvContentPartPr>
            <p14:xfrm>
              <a:off x="2617560" y="2263844"/>
              <a:ext cx="117720" cy="38160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5CC96192-BB56-6C40-CB11-61A712D271EE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2608560" y="2255204"/>
                <a:ext cx="135360" cy="39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3" name="Group 182">
            <a:extLst>
              <a:ext uri="{FF2B5EF4-FFF2-40B4-BE49-F238E27FC236}">
                <a16:creationId xmlns:a16="http://schemas.microsoft.com/office/drawing/2014/main" id="{16294292-3318-CC4A-83DB-1572DBAA99FE}"/>
              </a:ext>
            </a:extLst>
          </p:cNvPr>
          <p:cNvGrpSpPr/>
          <p:nvPr/>
        </p:nvGrpSpPr>
        <p:grpSpPr>
          <a:xfrm>
            <a:off x="1660320" y="1814204"/>
            <a:ext cx="235440" cy="311040"/>
            <a:chOff x="1660320" y="1814204"/>
            <a:chExt cx="235440" cy="31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19510C25-95D2-2B83-1BD7-7978302C6F19}"/>
                    </a:ext>
                  </a:extLst>
                </p14:cNvPr>
                <p14:cNvContentPartPr/>
                <p14:nvPr/>
              </p14:nvContentPartPr>
              <p14:xfrm>
                <a:off x="1660320" y="1814204"/>
                <a:ext cx="139320" cy="2160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19510C25-95D2-2B83-1BD7-7978302C6F19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651680" y="1805204"/>
                  <a:ext cx="15696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7CEDD191-F3AB-6F7B-C659-F7B92B3B6CA8}"/>
                    </a:ext>
                  </a:extLst>
                </p14:cNvPr>
                <p14:cNvContentPartPr/>
                <p14:nvPr/>
              </p14:nvContentPartPr>
              <p14:xfrm>
                <a:off x="1865880" y="1952444"/>
                <a:ext cx="29880" cy="1728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7CEDD191-F3AB-6F7B-C659-F7B92B3B6CA8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857240" y="1943804"/>
                  <a:ext cx="47520" cy="19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680B1440-DF38-A780-CE66-DBA09F6A5325}"/>
              </a:ext>
            </a:extLst>
          </p:cNvPr>
          <p:cNvGrpSpPr/>
          <p:nvPr/>
        </p:nvGrpSpPr>
        <p:grpSpPr>
          <a:xfrm>
            <a:off x="2240640" y="1802684"/>
            <a:ext cx="414360" cy="271440"/>
            <a:chOff x="2240640" y="1802684"/>
            <a:chExt cx="414360" cy="27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8A435B4E-EB4E-11F8-9832-B68144FD64E3}"/>
                    </a:ext>
                  </a:extLst>
                </p14:cNvPr>
                <p14:cNvContentPartPr/>
                <p14:nvPr/>
              </p14:nvContentPartPr>
              <p14:xfrm>
                <a:off x="2240640" y="1802684"/>
                <a:ext cx="181800" cy="2714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8A435B4E-EB4E-11F8-9832-B68144FD64E3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2232000" y="1794044"/>
                  <a:ext cx="1994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F75C9B95-B3C6-FCA3-9C06-A6832FE4E44B}"/>
                    </a:ext>
                  </a:extLst>
                </p14:cNvPr>
                <p14:cNvContentPartPr/>
                <p14:nvPr/>
              </p14:nvContentPartPr>
              <p14:xfrm>
                <a:off x="2437200" y="1958924"/>
                <a:ext cx="217800" cy="1134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F75C9B95-B3C6-FCA3-9C06-A6832FE4E44B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2428560" y="1950284"/>
                  <a:ext cx="235440" cy="13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832C725C-29B8-C99F-0520-E07B11AA4C4D}"/>
                  </a:ext>
                </a:extLst>
              </p14:cNvPr>
              <p14:cNvContentPartPr/>
              <p14:nvPr/>
            </p14:nvContentPartPr>
            <p14:xfrm>
              <a:off x="2115720" y="3743084"/>
              <a:ext cx="334800" cy="19836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832C725C-29B8-C99F-0520-E07B11AA4C4D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2106720" y="3734444"/>
                <a:ext cx="352440" cy="21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7" name="Group 196">
            <a:extLst>
              <a:ext uri="{FF2B5EF4-FFF2-40B4-BE49-F238E27FC236}">
                <a16:creationId xmlns:a16="http://schemas.microsoft.com/office/drawing/2014/main" id="{AF63B13D-F8FB-B825-7EC2-D9FF0983C7FF}"/>
              </a:ext>
            </a:extLst>
          </p:cNvPr>
          <p:cNvGrpSpPr/>
          <p:nvPr/>
        </p:nvGrpSpPr>
        <p:grpSpPr>
          <a:xfrm>
            <a:off x="9896040" y="3877364"/>
            <a:ext cx="396720" cy="278280"/>
            <a:chOff x="9896040" y="3877364"/>
            <a:chExt cx="396720" cy="27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617F6501-D6CA-0F57-B63C-2D5FFBD64E02}"/>
                    </a:ext>
                  </a:extLst>
                </p14:cNvPr>
                <p14:cNvContentPartPr/>
                <p14:nvPr/>
              </p14:nvContentPartPr>
              <p14:xfrm>
                <a:off x="9896040" y="3883844"/>
                <a:ext cx="73440" cy="662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617F6501-D6CA-0F57-B63C-2D5FFBD64E02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887040" y="3874844"/>
                  <a:ext cx="910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CBDB84A4-1244-22EB-7269-7E738CCB6031}"/>
                    </a:ext>
                  </a:extLst>
                </p14:cNvPr>
                <p14:cNvContentPartPr/>
                <p14:nvPr/>
              </p14:nvContentPartPr>
              <p14:xfrm>
                <a:off x="10083960" y="3877364"/>
                <a:ext cx="123480" cy="1569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CBDB84A4-1244-22EB-7269-7E738CCB6031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0075320" y="3868724"/>
                  <a:ext cx="14112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894B748C-FBF5-F025-5739-F78A1B1392EF}"/>
                    </a:ext>
                  </a:extLst>
                </p14:cNvPr>
                <p14:cNvContentPartPr/>
                <p14:nvPr/>
              </p14:nvContentPartPr>
              <p14:xfrm>
                <a:off x="10167120" y="4007684"/>
                <a:ext cx="125640" cy="1479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894B748C-FBF5-F025-5739-F78A1B1392EF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0158120" y="3999044"/>
                  <a:ext cx="143280" cy="16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4769FB8D-7F07-8006-DC91-9E50BEF8D4F4}"/>
              </a:ext>
            </a:extLst>
          </p:cNvPr>
          <p:cNvGrpSpPr/>
          <p:nvPr/>
        </p:nvGrpSpPr>
        <p:grpSpPr>
          <a:xfrm>
            <a:off x="2211120" y="4131524"/>
            <a:ext cx="460800" cy="201960"/>
            <a:chOff x="2211120" y="4131524"/>
            <a:chExt cx="460800" cy="20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5C1B3CBA-B7E8-6A03-6C4D-325295DFAA47}"/>
                    </a:ext>
                  </a:extLst>
                </p14:cNvPr>
                <p14:cNvContentPartPr/>
                <p14:nvPr/>
              </p14:nvContentPartPr>
              <p14:xfrm>
                <a:off x="2211120" y="4131524"/>
                <a:ext cx="106560" cy="2019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5C1B3CBA-B7E8-6A03-6C4D-325295DFAA47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2202120" y="4122524"/>
                  <a:ext cx="1242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CF682523-D297-F1E2-4C91-5397546F9F7D}"/>
                    </a:ext>
                  </a:extLst>
                </p14:cNvPr>
                <p14:cNvContentPartPr/>
                <p14:nvPr/>
              </p14:nvContentPartPr>
              <p14:xfrm>
                <a:off x="2409480" y="4194524"/>
                <a:ext cx="262440" cy="1389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CF682523-D297-F1E2-4C91-5397546F9F7D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2400840" y="4185524"/>
                  <a:ext cx="280080" cy="15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6B7E7377-2E37-3EBA-372E-EEBEE828658D}"/>
              </a:ext>
            </a:extLst>
          </p:cNvPr>
          <p:cNvGrpSpPr/>
          <p:nvPr/>
        </p:nvGrpSpPr>
        <p:grpSpPr>
          <a:xfrm>
            <a:off x="2307600" y="4621484"/>
            <a:ext cx="310320" cy="177120"/>
            <a:chOff x="2307600" y="4621484"/>
            <a:chExt cx="310320" cy="17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8BB9F28-63C8-A842-C76A-93829FC8F02A}"/>
                    </a:ext>
                  </a:extLst>
                </p14:cNvPr>
                <p14:cNvContentPartPr/>
                <p14:nvPr/>
              </p14:nvContentPartPr>
              <p14:xfrm>
                <a:off x="2307600" y="4634084"/>
                <a:ext cx="116640" cy="1645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8BB9F28-63C8-A842-C76A-93829FC8F02A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2298960" y="4625444"/>
                  <a:ext cx="1342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E850C6C4-DA6C-BD97-707D-F0269B54C1C9}"/>
                    </a:ext>
                  </a:extLst>
                </p14:cNvPr>
                <p14:cNvContentPartPr/>
                <p14:nvPr/>
              </p14:nvContentPartPr>
              <p14:xfrm>
                <a:off x="2395080" y="4622204"/>
                <a:ext cx="75600" cy="208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E850C6C4-DA6C-BD97-707D-F0269B54C1C9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386440" y="4613204"/>
                  <a:ext cx="932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F348E43B-08B3-F240-591C-253B99756E39}"/>
                    </a:ext>
                  </a:extLst>
                </p14:cNvPr>
                <p14:cNvContentPartPr/>
                <p14:nvPr/>
              </p14:nvContentPartPr>
              <p14:xfrm>
                <a:off x="2509560" y="4621484"/>
                <a:ext cx="108360" cy="1569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F348E43B-08B3-F240-591C-253B99756E39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500920" y="4612844"/>
                  <a:ext cx="126000" cy="17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6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B36031A4-5E35-3634-BA32-E403F6FDAD96}"/>
                  </a:ext>
                </a:extLst>
              </p14:cNvPr>
              <p14:cNvContentPartPr/>
              <p14:nvPr/>
            </p14:nvContentPartPr>
            <p14:xfrm>
              <a:off x="2589120" y="3736604"/>
              <a:ext cx="96120" cy="29520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B36031A4-5E35-3634-BA32-E403F6FDAD96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2580480" y="3727604"/>
                <a:ext cx="113760" cy="31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8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46F53DD3-DA89-AE74-22E0-6A6F427A802C}"/>
                  </a:ext>
                </a:extLst>
              </p14:cNvPr>
              <p14:cNvContentPartPr/>
              <p14:nvPr/>
            </p14:nvContentPartPr>
            <p14:xfrm>
              <a:off x="2705040" y="4182644"/>
              <a:ext cx="81720" cy="32616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46F53DD3-DA89-AE74-22E0-6A6F427A802C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2696040" y="4173644"/>
                <a:ext cx="99360" cy="34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0" name="Group 219">
            <a:extLst>
              <a:ext uri="{FF2B5EF4-FFF2-40B4-BE49-F238E27FC236}">
                <a16:creationId xmlns:a16="http://schemas.microsoft.com/office/drawing/2014/main" id="{E463560D-B094-9EAC-BF99-FE2BB257AB04}"/>
              </a:ext>
            </a:extLst>
          </p:cNvPr>
          <p:cNvGrpSpPr/>
          <p:nvPr/>
        </p:nvGrpSpPr>
        <p:grpSpPr>
          <a:xfrm>
            <a:off x="577080" y="3628244"/>
            <a:ext cx="1453320" cy="1408320"/>
            <a:chOff x="577080" y="3628244"/>
            <a:chExt cx="1453320" cy="140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1819CC8-AF27-EC45-2DD1-FC996B03D55B}"/>
                    </a:ext>
                  </a:extLst>
                </p14:cNvPr>
                <p14:cNvContentPartPr/>
                <p14:nvPr/>
              </p14:nvContentPartPr>
              <p14:xfrm>
                <a:off x="577080" y="3697724"/>
                <a:ext cx="204840" cy="2376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1819CC8-AF27-EC45-2DD1-FC996B03D55B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68440" y="3689084"/>
                  <a:ext cx="2224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CA8711D0-0F00-01DF-D711-D9968FEC1940}"/>
                    </a:ext>
                  </a:extLst>
                </p14:cNvPr>
                <p14:cNvContentPartPr/>
                <p14:nvPr/>
              </p14:nvContentPartPr>
              <p14:xfrm>
                <a:off x="753840" y="3866564"/>
                <a:ext cx="134640" cy="17388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CA8711D0-0F00-01DF-D711-D9968FEC1940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745200" y="3857924"/>
                  <a:ext cx="1522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6744C2C7-5A07-0E4D-0BD1-BCD6093A5055}"/>
                    </a:ext>
                  </a:extLst>
                </p14:cNvPr>
                <p14:cNvContentPartPr/>
                <p14:nvPr/>
              </p14:nvContentPartPr>
              <p14:xfrm>
                <a:off x="984960" y="3800324"/>
                <a:ext cx="240840" cy="493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6744C2C7-5A07-0E4D-0BD1-BCD6093A5055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976320" y="3791684"/>
                  <a:ext cx="2584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5F90ACDE-F8DE-DA60-0CE4-6FB214292386}"/>
                    </a:ext>
                  </a:extLst>
                </p14:cNvPr>
                <p14:cNvContentPartPr/>
                <p14:nvPr/>
              </p14:nvContentPartPr>
              <p14:xfrm>
                <a:off x="1198080" y="3740924"/>
                <a:ext cx="92160" cy="1540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5F90ACDE-F8DE-DA60-0CE4-6FB214292386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189440" y="3731924"/>
                  <a:ext cx="1098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D69E3D5F-9100-11BB-6EEA-0E2411052947}"/>
                    </a:ext>
                  </a:extLst>
                </p14:cNvPr>
                <p14:cNvContentPartPr/>
                <p14:nvPr/>
              </p14:nvContentPartPr>
              <p14:xfrm>
                <a:off x="1547640" y="3718604"/>
                <a:ext cx="165600" cy="2077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D69E3D5F-9100-11BB-6EEA-0E2411052947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538640" y="3709604"/>
                  <a:ext cx="1832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3775E476-0378-0AF1-DF76-02C82039E2A7}"/>
                    </a:ext>
                  </a:extLst>
                </p14:cNvPr>
                <p14:cNvContentPartPr/>
                <p14:nvPr/>
              </p14:nvContentPartPr>
              <p14:xfrm>
                <a:off x="1746000" y="3743084"/>
                <a:ext cx="136080" cy="1789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3775E476-0378-0AF1-DF76-02C82039E2A7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737000" y="3734444"/>
                  <a:ext cx="1537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1AC8FE8E-D810-E859-3591-1A288BE216E0}"/>
                    </a:ext>
                  </a:extLst>
                </p14:cNvPr>
                <p14:cNvContentPartPr/>
                <p14:nvPr/>
              </p14:nvContentPartPr>
              <p14:xfrm>
                <a:off x="1906920" y="3850004"/>
                <a:ext cx="24840" cy="1195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1AC8FE8E-D810-E859-3591-1A288BE216E0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897920" y="3841004"/>
                  <a:ext cx="424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7DFCE14-A985-4CD9-3364-EF9DD64F079E}"/>
                    </a:ext>
                  </a:extLst>
                </p14:cNvPr>
                <p14:cNvContentPartPr/>
                <p14:nvPr/>
              </p14:nvContentPartPr>
              <p14:xfrm>
                <a:off x="1514880" y="4165004"/>
                <a:ext cx="155160" cy="2124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E7DFCE14-A985-4CD9-3364-EF9DD64F079E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505880" y="4156364"/>
                  <a:ext cx="1728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864A68CF-0C28-5600-8A39-5D1B7886AAD8}"/>
                    </a:ext>
                  </a:extLst>
                </p14:cNvPr>
                <p14:cNvContentPartPr/>
                <p14:nvPr/>
              </p14:nvContentPartPr>
              <p14:xfrm>
                <a:off x="1534320" y="4288124"/>
                <a:ext cx="188280" cy="475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864A68CF-0C28-5600-8A39-5D1B7886AAD8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525320" y="4279484"/>
                  <a:ext cx="2059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10BAAD8D-5A72-698A-19F1-27AEAA918609}"/>
                    </a:ext>
                  </a:extLst>
                </p14:cNvPr>
                <p14:cNvContentPartPr/>
                <p14:nvPr/>
              </p14:nvContentPartPr>
              <p14:xfrm>
                <a:off x="1780920" y="4238084"/>
                <a:ext cx="111960" cy="842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10BAAD8D-5A72-698A-19F1-27AEAA918609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771920" y="4229084"/>
                  <a:ext cx="1296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2EC22D48-4C23-F5DC-0C4A-18A42B8B3E70}"/>
                    </a:ext>
                  </a:extLst>
                </p14:cNvPr>
                <p14:cNvContentPartPr/>
                <p14:nvPr/>
              </p14:nvContentPartPr>
              <p14:xfrm>
                <a:off x="1487160" y="4599164"/>
                <a:ext cx="183960" cy="1954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2EC22D48-4C23-F5DC-0C4A-18A42B8B3E70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478160" y="4590164"/>
                  <a:ext cx="2016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2456192-83A3-2D81-2675-07A6C3310F04}"/>
                    </a:ext>
                  </a:extLst>
                </p14:cNvPr>
                <p14:cNvContentPartPr/>
                <p14:nvPr/>
              </p14:nvContentPartPr>
              <p14:xfrm>
                <a:off x="1528200" y="4682324"/>
                <a:ext cx="227160" cy="918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2456192-83A3-2D81-2675-07A6C3310F04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519560" y="4673324"/>
                  <a:ext cx="2448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F221E860-5F12-55FF-3920-6EFC8454B511}"/>
                    </a:ext>
                  </a:extLst>
                </p14:cNvPr>
                <p14:cNvContentPartPr/>
                <p14:nvPr/>
              </p14:nvContentPartPr>
              <p14:xfrm>
                <a:off x="1776960" y="4658204"/>
                <a:ext cx="92160" cy="1400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F221E860-5F12-55FF-3920-6EFC8454B511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767960" y="4649204"/>
                  <a:ext cx="1098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2022046F-9A9D-7994-6ABA-0EBB1CBFC108}"/>
                    </a:ext>
                  </a:extLst>
                </p14:cNvPr>
                <p14:cNvContentPartPr/>
                <p14:nvPr/>
              </p14:nvContentPartPr>
              <p14:xfrm>
                <a:off x="1829520" y="4608524"/>
                <a:ext cx="200880" cy="550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2022046F-9A9D-7994-6ABA-0EBB1CBFC108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820880" y="4599884"/>
                  <a:ext cx="2185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E7E30374-9E65-E576-D507-35A455A1FB5E}"/>
                    </a:ext>
                  </a:extLst>
                </p14:cNvPr>
                <p14:cNvContentPartPr/>
                <p14:nvPr/>
              </p14:nvContentPartPr>
              <p14:xfrm>
                <a:off x="1443600" y="3628244"/>
                <a:ext cx="107280" cy="4233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E7E30374-9E65-E576-D507-35A455A1FB5E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434960" y="3619604"/>
                  <a:ext cx="12492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03C64EF-6A45-1912-C693-FFD57E229FE3}"/>
                    </a:ext>
                  </a:extLst>
                </p14:cNvPr>
                <p14:cNvContentPartPr/>
                <p14:nvPr/>
              </p14:nvContentPartPr>
              <p14:xfrm>
                <a:off x="1331640" y="4080764"/>
                <a:ext cx="236160" cy="4611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03C64EF-6A45-1912-C693-FFD57E229FE3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323000" y="4072124"/>
                  <a:ext cx="253800" cy="47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4FE14FF8-59F0-D0A5-1C46-500240A0857E}"/>
                    </a:ext>
                  </a:extLst>
                </p14:cNvPr>
                <p14:cNvContentPartPr/>
                <p14:nvPr/>
              </p14:nvContentPartPr>
              <p14:xfrm>
                <a:off x="1371960" y="4434284"/>
                <a:ext cx="285840" cy="6022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4FE14FF8-59F0-D0A5-1C46-500240A0857E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363320" y="4425284"/>
                  <a:ext cx="303480" cy="61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4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E92720DE-2DAC-36EF-BF9F-9BE0FD34A7D6}"/>
                  </a:ext>
                </a:extLst>
              </p14:cNvPr>
              <p14:cNvContentPartPr/>
              <p14:nvPr/>
            </p14:nvContentPartPr>
            <p14:xfrm>
              <a:off x="2792880" y="4672244"/>
              <a:ext cx="61560" cy="28368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E92720DE-2DAC-36EF-BF9F-9BE0FD34A7D6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2783880" y="4663244"/>
                <a:ext cx="7920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6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FE455C85-8B3A-CB4E-20EE-379FE11C257B}"/>
                  </a:ext>
                </a:extLst>
              </p14:cNvPr>
              <p14:cNvContentPartPr/>
              <p14:nvPr/>
            </p14:nvContentPartPr>
            <p14:xfrm>
              <a:off x="1676880" y="3384524"/>
              <a:ext cx="196920" cy="22824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FE455C85-8B3A-CB4E-20EE-379FE11C257B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1668240" y="3375524"/>
                <a:ext cx="214560" cy="24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4" name="Group 223">
            <a:extLst>
              <a:ext uri="{FF2B5EF4-FFF2-40B4-BE49-F238E27FC236}">
                <a16:creationId xmlns:a16="http://schemas.microsoft.com/office/drawing/2014/main" id="{745F3DE4-9EB8-7163-FE76-4C0715E958F0}"/>
              </a:ext>
            </a:extLst>
          </p:cNvPr>
          <p:cNvGrpSpPr/>
          <p:nvPr/>
        </p:nvGrpSpPr>
        <p:grpSpPr>
          <a:xfrm>
            <a:off x="2244240" y="3355004"/>
            <a:ext cx="406440" cy="240480"/>
            <a:chOff x="2244240" y="3355004"/>
            <a:chExt cx="406440" cy="24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9C6F653F-4DB7-1F9D-CA7E-82D89E773891}"/>
                    </a:ext>
                  </a:extLst>
                </p14:cNvPr>
                <p14:cNvContentPartPr/>
                <p14:nvPr/>
              </p14:nvContentPartPr>
              <p14:xfrm>
                <a:off x="2244240" y="3355004"/>
                <a:ext cx="139320" cy="2095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9C6F653F-4DB7-1F9D-CA7E-82D89E773891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2235240" y="3346364"/>
                  <a:ext cx="1569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B189CD58-073A-79E5-6A1E-CD5003C73B20}"/>
                    </a:ext>
                  </a:extLst>
                </p14:cNvPr>
                <p14:cNvContentPartPr/>
                <p14:nvPr/>
              </p14:nvContentPartPr>
              <p14:xfrm>
                <a:off x="2451600" y="3505844"/>
                <a:ext cx="199080" cy="896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B189CD58-073A-79E5-6A1E-CD5003C73B20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2442960" y="3497204"/>
                  <a:ext cx="216720" cy="10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48A7D7C8-E2BE-D6F9-6313-FFDD3F94D192}"/>
              </a:ext>
            </a:extLst>
          </p:cNvPr>
          <p:cNvGrpSpPr/>
          <p:nvPr/>
        </p:nvGrpSpPr>
        <p:grpSpPr>
          <a:xfrm>
            <a:off x="630000" y="5247164"/>
            <a:ext cx="2359080" cy="1328040"/>
            <a:chOff x="630000" y="5247164"/>
            <a:chExt cx="2359080" cy="132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137381F2-471D-40BE-1B39-EA271B7AD4BD}"/>
                    </a:ext>
                  </a:extLst>
                </p14:cNvPr>
                <p14:cNvContentPartPr/>
                <p14:nvPr/>
              </p14:nvContentPartPr>
              <p14:xfrm>
                <a:off x="630000" y="5489804"/>
                <a:ext cx="136080" cy="2379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137381F2-471D-40BE-1B39-EA271B7AD4BD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21000" y="5481164"/>
                  <a:ext cx="15372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0B69C03A-86F3-A3C4-5A57-73B9027F3086}"/>
                    </a:ext>
                  </a:extLst>
                </p14:cNvPr>
                <p14:cNvContentPartPr/>
                <p14:nvPr/>
              </p14:nvContentPartPr>
              <p14:xfrm>
                <a:off x="760680" y="5645324"/>
                <a:ext cx="174240" cy="1843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0B69C03A-86F3-A3C4-5A57-73B9027F3086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752040" y="5636684"/>
                  <a:ext cx="1918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91F9898B-2462-BB80-986F-B1F358438ED4}"/>
                    </a:ext>
                  </a:extLst>
                </p14:cNvPr>
                <p14:cNvContentPartPr/>
                <p14:nvPr/>
              </p14:nvContentPartPr>
              <p14:xfrm>
                <a:off x="1037880" y="5710124"/>
                <a:ext cx="250920" cy="385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91F9898B-2462-BB80-986F-B1F358438ED4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029240" y="5701124"/>
                  <a:ext cx="2685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42787835-5268-2780-0133-284707296F62}"/>
                    </a:ext>
                  </a:extLst>
                </p14:cNvPr>
                <p14:cNvContentPartPr/>
                <p14:nvPr/>
              </p14:nvContentPartPr>
              <p14:xfrm>
                <a:off x="1227960" y="5649284"/>
                <a:ext cx="91080" cy="1764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42787835-5268-2780-0133-284707296F62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218960" y="5640644"/>
                  <a:ext cx="1087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BBA581FD-1702-C55F-CAC1-B53FBB9C7D87}"/>
                    </a:ext>
                  </a:extLst>
                </p14:cNvPr>
                <p14:cNvContentPartPr/>
                <p14:nvPr/>
              </p14:nvContentPartPr>
              <p14:xfrm>
                <a:off x="1544400" y="5615444"/>
                <a:ext cx="39240" cy="2181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BBA581FD-1702-C55F-CAC1-B53FBB9C7D87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535400" y="5606444"/>
                  <a:ext cx="568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5632C2DF-3236-1961-23EE-8DF449D2F8AD}"/>
                    </a:ext>
                  </a:extLst>
                </p14:cNvPr>
                <p14:cNvContentPartPr/>
                <p14:nvPr/>
              </p14:nvContentPartPr>
              <p14:xfrm>
                <a:off x="1673280" y="5667284"/>
                <a:ext cx="176400" cy="14652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5632C2DF-3236-1961-23EE-8DF449D2F8AD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664280" y="5658284"/>
                  <a:ext cx="1940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D8FD2366-73D6-6C99-36DF-D4D2A4DB3096}"/>
                    </a:ext>
                  </a:extLst>
                </p14:cNvPr>
                <p14:cNvContentPartPr/>
                <p14:nvPr/>
              </p14:nvContentPartPr>
              <p14:xfrm>
                <a:off x="1900800" y="5675204"/>
                <a:ext cx="120240" cy="12852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D8FD2366-73D6-6C99-36DF-D4D2A4DB3096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892160" y="5666564"/>
                  <a:ext cx="1378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6A9E00E6-7E74-4AF9-8DD6-88DD665EBF58}"/>
                    </a:ext>
                  </a:extLst>
                </p14:cNvPr>
                <p14:cNvContentPartPr/>
                <p14:nvPr/>
              </p14:nvContentPartPr>
              <p14:xfrm>
                <a:off x="2293200" y="5671244"/>
                <a:ext cx="8640" cy="13068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6A9E00E6-7E74-4AF9-8DD6-88DD665EBF58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2284560" y="5662244"/>
                  <a:ext cx="262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6D633626-8303-1F50-C5A7-40415AE3116D}"/>
                    </a:ext>
                  </a:extLst>
                </p14:cNvPr>
                <p14:cNvContentPartPr/>
                <p14:nvPr/>
              </p14:nvContentPartPr>
              <p14:xfrm>
                <a:off x="2416320" y="5638124"/>
                <a:ext cx="122040" cy="1857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6D633626-8303-1F50-C5A7-40415AE3116D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2407320" y="5629484"/>
                  <a:ext cx="1396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7523E146-B83B-BC58-BD98-40BC9D1A6ADB}"/>
                    </a:ext>
                  </a:extLst>
                </p14:cNvPr>
                <p14:cNvContentPartPr/>
                <p14:nvPr/>
              </p14:nvContentPartPr>
              <p14:xfrm>
                <a:off x="2620080" y="5661164"/>
                <a:ext cx="89640" cy="14652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7523E146-B83B-BC58-BD98-40BC9D1A6ADB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2611080" y="5652524"/>
                  <a:ext cx="1072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F673F81D-B0CB-606D-14B2-532E0C1FD1C3}"/>
                    </a:ext>
                  </a:extLst>
                </p14:cNvPr>
                <p14:cNvContentPartPr/>
                <p14:nvPr/>
              </p14:nvContentPartPr>
              <p14:xfrm>
                <a:off x="2679120" y="5598164"/>
                <a:ext cx="163800" cy="579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F673F81D-B0CB-606D-14B2-532E0C1FD1C3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2670120" y="5589524"/>
                  <a:ext cx="1814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89946202-8690-1958-8AD6-3152C2918278}"/>
                    </a:ext>
                  </a:extLst>
                </p14:cNvPr>
                <p14:cNvContentPartPr/>
                <p14:nvPr/>
              </p14:nvContentPartPr>
              <p14:xfrm>
                <a:off x="2112480" y="5861324"/>
                <a:ext cx="31680" cy="936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89946202-8690-1958-8AD6-3152C2918278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2103480" y="5852684"/>
                  <a:ext cx="493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FB4557B4-1651-79AB-16B0-1464DDAD780D}"/>
                    </a:ext>
                  </a:extLst>
                </p14:cNvPr>
                <p14:cNvContentPartPr/>
                <p14:nvPr/>
              </p14:nvContentPartPr>
              <p14:xfrm>
                <a:off x="1449720" y="5603924"/>
                <a:ext cx="109440" cy="4096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FB4557B4-1651-79AB-16B0-1464DDAD780D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441080" y="5595284"/>
                  <a:ext cx="12708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55AA419F-9076-1CCD-6E3B-155A36933FB2}"/>
                    </a:ext>
                  </a:extLst>
                </p14:cNvPr>
                <p14:cNvContentPartPr/>
                <p14:nvPr/>
              </p14:nvContentPartPr>
              <p14:xfrm>
                <a:off x="2818440" y="5536604"/>
                <a:ext cx="159840" cy="35244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55AA419F-9076-1CCD-6E3B-155A36933FB2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2809800" y="5527604"/>
                  <a:ext cx="17748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2C82ADEC-1C92-8F99-D43D-B74A6EE068DC}"/>
                    </a:ext>
                  </a:extLst>
                </p14:cNvPr>
                <p14:cNvContentPartPr/>
                <p14:nvPr/>
              </p14:nvContentPartPr>
              <p14:xfrm>
                <a:off x="1589400" y="6157964"/>
                <a:ext cx="25200" cy="2077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2C82ADEC-1C92-8F99-D43D-B74A6EE068DC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580400" y="6148964"/>
                  <a:ext cx="428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0F815392-1409-C8C8-70E1-29F0088C275C}"/>
                    </a:ext>
                  </a:extLst>
                </p14:cNvPr>
                <p14:cNvContentPartPr/>
                <p14:nvPr/>
              </p14:nvContentPartPr>
              <p14:xfrm>
                <a:off x="1744920" y="6221324"/>
                <a:ext cx="112680" cy="16884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0F815392-1409-C8C8-70E1-29F0088C275C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736280" y="6212324"/>
                  <a:ext cx="1303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C56AC90A-53ED-ACBF-929E-14B6CA050392}"/>
                    </a:ext>
                  </a:extLst>
                </p14:cNvPr>
                <p14:cNvContentPartPr/>
                <p14:nvPr/>
              </p14:nvContentPartPr>
              <p14:xfrm>
                <a:off x="1917000" y="6220964"/>
                <a:ext cx="92520" cy="14364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C56AC90A-53ED-ACBF-929E-14B6CA050392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908000" y="6211964"/>
                  <a:ext cx="1101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042A7CD5-E13B-A866-E7BC-A9441DE8F678}"/>
                    </a:ext>
                  </a:extLst>
                </p14:cNvPr>
                <p14:cNvContentPartPr/>
                <p14:nvPr/>
              </p14:nvContentPartPr>
              <p14:xfrm>
                <a:off x="1943280" y="6197564"/>
                <a:ext cx="171360" cy="4248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042A7CD5-E13B-A866-E7BC-A9441DE8F678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934640" y="6188564"/>
                  <a:ext cx="1890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784414A4-8534-F01F-0237-9B7DC7625529}"/>
                    </a:ext>
                  </a:extLst>
                </p14:cNvPr>
                <p14:cNvContentPartPr/>
                <p14:nvPr/>
              </p14:nvContentPartPr>
              <p14:xfrm>
                <a:off x="2157120" y="6359204"/>
                <a:ext cx="32040" cy="10764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784414A4-8534-F01F-0237-9B7DC7625529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2148120" y="6350564"/>
                  <a:ext cx="496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D8840B06-1542-B777-3D73-0B81E6AFE990}"/>
                    </a:ext>
                  </a:extLst>
                </p14:cNvPr>
                <p14:cNvContentPartPr/>
                <p14:nvPr/>
              </p14:nvContentPartPr>
              <p14:xfrm>
                <a:off x="2381760" y="6216644"/>
                <a:ext cx="15480" cy="1814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D8840B06-1542-B777-3D73-0B81E6AFE990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2373120" y="6207644"/>
                  <a:ext cx="331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5EE4A828-7FFD-B053-2DB2-ED153FE94B2F}"/>
                    </a:ext>
                  </a:extLst>
                </p14:cNvPr>
                <p14:cNvContentPartPr/>
                <p14:nvPr/>
              </p14:nvContentPartPr>
              <p14:xfrm>
                <a:off x="2507040" y="6235004"/>
                <a:ext cx="109800" cy="16632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5EE4A828-7FFD-B053-2DB2-ED153FE94B2F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2498040" y="6226004"/>
                  <a:ext cx="1274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8E398B41-F932-5A22-A78E-953AAEF16DB0}"/>
                    </a:ext>
                  </a:extLst>
                </p14:cNvPr>
                <p14:cNvContentPartPr/>
                <p14:nvPr/>
              </p14:nvContentPartPr>
              <p14:xfrm>
                <a:off x="2535840" y="6214484"/>
                <a:ext cx="135360" cy="4212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8E398B41-F932-5A22-A78E-953AAEF16DB0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2527200" y="6205484"/>
                  <a:ext cx="1530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2C0DFFEF-CE0D-B4E2-465C-A9FEE1C77CC4}"/>
                    </a:ext>
                  </a:extLst>
                </p14:cNvPr>
                <p14:cNvContentPartPr/>
                <p14:nvPr/>
              </p14:nvContentPartPr>
              <p14:xfrm>
                <a:off x="2731320" y="6227444"/>
                <a:ext cx="112320" cy="12636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2C0DFFEF-CE0D-B4E2-465C-A9FEE1C77CC4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2722320" y="6218444"/>
                  <a:ext cx="1299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5C0FFEF4-6608-EB6E-991D-993E9B3FBC87}"/>
                    </a:ext>
                  </a:extLst>
                </p14:cNvPr>
                <p14:cNvContentPartPr/>
                <p14:nvPr/>
              </p14:nvContentPartPr>
              <p14:xfrm>
                <a:off x="1374840" y="6075524"/>
                <a:ext cx="240840" cy="4996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5C0FFEF4-6608-EB6E-991D-993E9B3FBC87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365840" y="6066524"/>
                  <a:ext cx="25848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23586644-F79E-CD69-CBEB-80DD38E0802C}"/>
                    </a:ext>
                  </a:extLst>
                </p14:cNvPr>
                <p14:cNvContentPartPr/>
                <p14:nvPr/>
              </p14:nvContentPartPr>
              <p14:xfrm>
                <a:off x="2815560" y="6139964"/>
                <a:ext cx="173520" cy="37800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23586644-F79E-CD69-CBEB-80DD38E0802C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2806560" y="6131324"/>
                  <a:ext cx="19116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40773C59-DA10-88AB-C0A8-F019F51744F7}"/>
                    </a:ext>
                  </a:extLst>
                </p14:cNvPr>
                <p14:cNvContentPartPr/>
                <p14:nvPr/>
              </p14:nvContentPartPr>
              <p14:xfrm>
                <a:off x="1729800" y="5247164"/>
                <a:ext cx="194040" cy="24264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40773C59-DA10-88AB-C0A8-F019F51744F7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720800" y="5238164"/>
                  <a:ext cx="21168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56AE6A93-CEBB-EF36-D9FF-C3567A9678DE}"/>
                    </a:ext>
                  </a:extLst>
                </p14:cNvPr>
                <p14:cNvContentPartPr/>
                <p14:nvPr/>
              </p14:nvContentPartPr>
              <p14:xfrm>
                <a:off x="1951560" y="5361644"/>
                <a:ext cx="7920" cy="1317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56AE6A93-CEBB-EF36-D9FF-C3567A9678DE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942560" y="5352644"/>
                  <a:ext cx="255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030841C4-166F-B081-0215-E22B3776B55A}"/>
                    </a:ext>
                  </a:extLst>
                </p14:cNvPr>
                <p14:cNvContentPartPr/>
                <p14:nvPr/>
              </p14:nvContentPartPr>
              <p14:xfrm>
                <a:off x="2452320" y="5249324"/>
                <a:ext cx="156240" cy="27216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030841C4-166F-B081-0215-E22B3776B55A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2443680" y="5240324"/>
                  <a:ext cx="17388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0451A136-2306-5A0A-9A5A-5BE1978D7973}"/>
                    </a:ext>
                  </a:extLst>
                </p14:cNvPr>
                <p14:cNvContentPartPr/>
                <p14:nvPr/>
              </p14:nvContentPartPr>
              <p14:xfrm>
                <a:off x="2670840" y="5431124"/>
                <a:ext cx="154800" cy="856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0451A136-2306-5A0A-9A5A-5BE1978D7973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2662200" y="5422124"/>
                  <a:ext cx="172440" cy="103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0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0B490428-F23C-2C6C-D72B-99D60125EDC3}"/>
                  </a:ext>
                </a:extLst>
              </p14:cNvPr>
              <p14:cNvContentPartPr/>
              <p14:nvPr/>
            </p14:nvContentPartPr>
            <p14:xfrm>
              <a:off x="3850920" y="2826524"/>
              <a:ext cx="9720" cy="324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0B490428-F23C-2C6C-D72B-99D60125EDC3}"/>
                  </a:ext>
                </a:extLst>
              </p:cNvPr>
              <p:cNvPicPr/>
              <p:nvPr/>
            </p:nvPicPr>
            <p:blipFill>
              <a:blip r:embed="rId451"/>
              <a:stretch>
                <a:fillRect/>
              </a:stretch>
            </p:blipFill>
            <p:spPr>
              <a:xfrm>
                <a:off x="3842280" y="2817884"/>
                <a:ext cx="27360" cy="2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1" name="Group 270">
            <a:extLst>
              <a:ext uri="{FF2B5EF4-FFF2-40B4-BE49-F238E27FC236}">
                <a16:creationId xmlns:a16="http://schemas.microsoft.com/office/drawing/2014/main" id="{2D84BED9-EEF8-C69F-F994-61B348A298A1}"/>
              </a:ext>
            </a:extLst>
          </p:cNvPr>
          <p:cNvGrpSpPr/>
          <p:nvPr/>
        </p:nvGrpSpPr>
        <p:grpSpPr>
          <a:xfrm>
            <a:off x="3842640" y="1207964"/>
            <a:ext cx="1172520" cy="387720"/>
            <a:chOff x="3842640" y="1207964"/>
            <a:chExt cx="1172520" cy="38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DA7719E8-CA1D-3B4D-BE8F-52547197AF81}"/>
                    </a:ext>
                  </a:extLst>
                </p14:cNvPr>
                <p14:cNvContentPartPr/>
                <p14:nvPr/>
              </p14:nvContentPartPr>
              <p14:xfrm>
                <a:off x="3894480" y="1241084"/>
                <a:ext cx="244080" cy="24624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DA7719E8-CA1D-3B4D-BE8F-52547197AF81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3885480" y="1232444"/>
                  <a:ext cx="2617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22647E21-4A07-2BE5-788E-F62DDD94DA86}"/>
                    </a:ext>
                  </a:extLst>
                </p14:cNvPr>
                <p14:cNvContentPartPr/>
                <p14:nvPr/>
              </p14:nvContentPartPr>
              <p14:xfrm>
                <a:off x="3842640" y="1207964"/>
                <a:ext cx="151920" cy="2448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22647E21-4A07-2BE5-788E-F62DDD94DA86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3834000" y="1199324"/>
                  <a:ext cx="1695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F6EA48F9-FC8D-70C6-9CA0-3B0CC61E2783}"/>
                    </a:ext>
                  </a:extLst>
                </p14:cNvPr>
                <p14:cNvContentPartPr/>
                <p14:nvPr/>
              </p14:nvContentPartPr>
              <p14:xfrm>
                <a:off x="4196520" y="1373924"/>
                <a:ext cx="23040" cy="22176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F6EA48F9-FC8D-70C6-9CA0-3B0CC61E2783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4187880" y="1365284"/>
                  <a:ext cx="406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6DA103D9-0A90-00BC-0DBE-EE851DCE34AC}"/>
                    </a:ext>
                  </a:extLst>
                </p14:cNvPr>
                <p14:cNvContentPartPr/>
                <p14:nvPr/>
              </p14:nvContentPartPr>
              <p14:xfrm>
                <a:off x="4190760" y="1385804"/>
                <a:ext cx="102600" cy="1101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6DA103D9-0A90-00BC-0DBE-EE851DCE34AC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4182120" y="1376804"/>
                  <a:ext cx="1202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173158CC-5802-BFD3-8C7C-1DED2F691F59}"/>
                    </a:ext>
                  </a:extLst>
                </p14:cNvPr>
                <p14:cNvContentPartPr/>
                <p14:nvPr/>
              </p14:nvContentPartPr>
              <p14:xfrm>
                <a:off x="4356720" y="1270244"/>
                <a:ext cx="375480" cy="19584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173158CC-5802-BFD3-8C7C-1DED2F691F59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4348080" y="1261604"/>
                  <a:ext cx="3931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C7AE9D87-DDEA-B4DB-5451-A9FBC9B9AA3F}"/>
                    </a:ext>
                  </a:extLst>
                </p14:cNvPr>
                <p14:cNvContentPartPr/>
                <p14:nvPr/>
              </p14:nvContentPartPr>
              <p14:xfrm>
                <a:off x="4679280" y="1376444"/>
                <a:ext cx="104400" cy="244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C7AE9D87-DDEA-B4DB-5451-A9FBC9B9AA3F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4670640" y="1367804"/>
                  <a:ext cx="1220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8F121F61-FF4C-DB86-4C2B-0E43B71962EB}"/>
                    </a:ext>
                  </a:extLst>
                </p14:cNvPr>
                <p14:cNvContentPartPr/>
                <p14:nvPr/>
              </p14:nvContentPartPr>
              <p14:xfrm>
                <a:off x="4768920" y="1234604"/>
                <a:ext cx="246240" cy="3186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8F121F61-FF4C-DB86-4C2B-0E43B71962EB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4760280" y="1225604"/>
                  <a:ext cx="263880" cy="33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97BED3EE-E660-2A33-7A46-32574E156690}"/>
              </a:ext>
            </a:extLst>
          </p:cNvPr>
          <p:cNvGrpSpPr/>
          <p:nvPr/>
        </p:nvGrpSpPr>
        <p:grpSpPr>
          <a:xfrm>
            <a:off x="5307120" y="1290404"/>
            <a:ext cx="375120" cy="163440"/>
            <a:chOff x="5307120" y="1290404"/>
            <a:chExt cx="375120" cy="16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93436840-8597-229F-D245-940B7862E5F6}"/>
                    </a:ext>
                  </a:extLst>
                </p14:cNvPr>
                <p14:cNvContentPartPr/>
                <p14:nvPr/>
              </p14:nvContentPartPr>
              <p14:xfrm>
                <a:off x="5307120" y="1303364"/>
                <a:ext cx="173160" cy="15048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93436840-8597-229F-D245-940B7862E5F6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5298120" y="1294724"/>
                  <a:ext cx="1908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D760B1C9-AB69-BAB7-6358-FD8F7D7B7059}"/>
                    </a:ext>
                  </a:extLst>
                </p14:cNvPr>
                <p14:cNvContentPartPr/>
                <p14:nvPr/>
              </p14:nvContentPartPr>
              <p14:xfrm>
                <a:off x="5536080" y="1290404"/>
                <a:ext cx="146160" cy="14364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D760B1C9-AB69-BAB7-6358-FD8F7D7B7059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5527440" y="1281764"/>
                  <a:ext cx="163800" cy="16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059B4754-6BE0-FD4A-91CE-A3048CCD2AEF}"/>
              </a:ext>
            </a:extLst>
          </p:cNvPr>
          <p:cNvGrpSpPr/>
          <p:nvPr/>
        </p:nvGrpSpPr>
        <p:grpSpPr>
          <a:xfrm>
            <a:off x="4087800" y="2259884"/>
            <a:ext cx="1809720" cy="510480"/>
            <a:chOff x="4087800" y="2259884"/>
            <a:chExt cx="1809720" cy="51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AE7C673B-40FB-29AF-CDB9-9010463FBEFD}"/>
                    </a:ext>
                  </a:extLst>
                </p14:cNvPr>
                <p14:cNvContentPartPr/>
                <p14:nvPr/>
              </p14:nvContentPartPr>
              <p14:xfrm>
                <a:off x="4087800" y="2350604"/>
                <a:ext cx="194400" cy="17244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AE7C673B-40FB-29AF-CDB9-9010463FBEFD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4079160" y="2341964"/>
                  <a:ext cx="2120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FB7AE2B7-3D78-5273-E4E0-9D5A7825745D}"/>
                    </a:ext>
                  </a:extLst>
                </p14:cNvPr>
                <p14:cNvContentPartPr/>
                <p14:nvPr/>
              </p14:nvContentPartPr>
              <p14:xfrm>
                <a:off x="4326120" y="2484164"/>
                <a:ext cx="9720" cy="12564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FB7AE2B7-3D78-5273-E4E0-9D5A7825745D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4317120" y="2475524"/>
                  <a:ext cx="273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6253114A-910E-0BEF-E65B-BB39D9D272ED}"/>
                    </a:ext>
                  </a:extLst>
                </p14:cNvPr>
                <p14:cNvContentPartPr/>
                <p14:nvPr/>
              </p14:nvContentPartPr>
              <p14:xfrm>
                <a:off x="4479840" y="2451404"/>
                <a:ext cx="128520" cy="1620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6253114A-910E-0BEF-E65B-BB39D9D272ED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4471200" y="2442764"/>
                  <a:ext cx="1461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2CB1C94A-3EFC-77EE-7836-D93CCD797935}"/>
                    </a:ext>
                  </a:extLst>
                </p14:cNvPr>
                <p14:cNvContentPartPr/>
                <p14:nvPr/>
              </p14:nvContentPartPr>
              <p14:xfrm>
                <a:off x="4466880" y="2507924"/>
                <a:ext cx="156240" cy="2232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2CB1C94A-3EFC-77EE-7836-D93CCD797935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4457880" y="2499284"/>
                  <a:ext cx="1738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044E6571-4770-9A49-CA92-E887EFF3AC82}"/>
                    </a:ext>
                  </a:extLst>
                </p14:cNvPr>
                <p14:cNvContentPartPr/>
                <p14:nvPr/>
              </p14:nvContentPartPr>
              <p14:xfrm>
                <a:off x="4784760" y="2401004"/>
                <a:ext cx="231480" cy="20196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044E6571-4770-9A49-CA92-E887EFF3AC82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4775760" y="2392364"/>
                  <a:ext cx="2491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BD14063A-C851-D21A-57F1-E0735F711988}"/>
                    </a:ext>
                  </a:extLst>
                </p14:cNvPr>
                <p14:cNvContentPartPr/>
                <p14:nvPr/>
              </p14:nvContentPartPr>
              <p14:xfrm>
                <a:off x="4983120" y="2466524"/>
                <a:ext cx="135360" cy="9468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BD14063A-C851-D21A-57F1-E0735F711988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4974480" y="2457884"/>
                  <a:ext cx="1530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F993D5F0-EA27-DF11-5D8A-56F6454ADCF5}"/>
                    </a:ext>
                  </a:extLst>
                </p14:cNvPr>
                <p14:cNvContentPartPr/>
                <p14:nvPr/>
              </p14:nvContentPartPr>
              <p14:xfrm>
                <a:off x="4694760" y="2259884"/>
                <a:ext cx="266760" cy="46944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F993D5F0-EA27-DF11-5D8A-56F6454ADCF5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4686120" y="2251244"/>
                  <a:ext cx="28440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E8DBA1A0-B041-513D-7DF5-772A42FDAC41}"/>
                    </a:ext>
                  </a:extLst>
                </p14:cNvPr>
                <p14:cNvContentPartPr/>
                <p14:nvPr/>
              </p14:nvContentPartPr>
              <p14:xfrm>
                <a:off x="5224680" y="2553284"/>
                <a:ext cx="12600" cy="10944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E8DBA1A0-B041-513D-7DF5-772A42FDAC41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5215680" y="2544284"/>
                  <a:ext cx="302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BE26204D-83A5-80CE-5FD4-B86812A84C7F}"/>
                    </a:ext>
                  </a:extLst>
                </p14:cNvPr>
                <p14:cNvContentPartPr/>
                <p14:nvPr/>
              </p14:nvContentPartPr>
              <p14:xfrm>
                <a:off x="5400000" y="2422604"/>
                <a:ext cx="176760" cy="15768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BE26204D-83A5-80CE-5FD4-B86812A84C7F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5391000" y="2413964"/>
                  <a:ext cx="1944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AFA84151-9285-F31E-2C12-06F1B9E5FC20}"/>
                    </a:ext>
                  </a:extLst>
                </p14:cNvPr>
                <p14:cNvContentPartPr/>
                <p14:nvPr/>
              </p14:nvContentPartPr>
              <p14:xfrm>
                <a:off x="5624640" y="2464364"/>
                <a:ext cx="83520" cy="11160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AFA84151-9285-F31E-2C12-06F1B9E5FC20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5616000" y="2455724"/>
                  <a:ext cx="1011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63C3766D-A92B-256B-8CBF-768FDD2F4F78}"/>
                    </a:ext>
                  </a:extLst>
                </p14:cNvPr>
                <p14:cNvContentPartPr/>
                <p14:nvPr/>
              </p14:nvContentPartPr>
              <p14:xfrm>
                <a:off x="5636160" y="2406044"/>
                <a:ext cx="105120" cy="5796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63C3766D-A92B-256B-8CBF-768FDD2F4F78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5627160" y="2397404"/>
                  <a:ext cx="1227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A0F3FAD4-73AD-7E64-CE6D-A15BD4861AB8}"/>
                    </a:ext>
                  </a:extLst>
                </p14:cNvPr>
                <p14:cNvContentPartPr/>
                <p14:nvPr/>
              </p14:nvContentPartPr>
              <p14:xfrm>
                <a:off x="5713920" y="2291204"/>
                <a:ext cx="183600" cy="47916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A0F3FAD4-73AD-7E64-CE6D-A15BD4861AB8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5705280" y="2282564"/>
                  <a:ext cx="201240" cy="49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A5E1B927-1B7D-C3D8-4DA1-5937AD985137}"/>
              </a:ext>
            </a:extLst>
          </p:cNvPr>
          <p:cNvGrpSpPr/>
          <p:nvPr/>
        </p:nvGrpSpPr>
        <p:grpSpPr>
          <a:xfrm>
            <a:off x="4194720" y="4324844"/>
            <a:ext cx="1747440" cy="609840"/>
            <a:chOff x="4194720" y="4324844"/>
            <a:chExt cx="1747440" cy="60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4A883AE4-3D6B-E022-9DF0-4A0FD2954921}"/>
                    </a:ext>
                  </a:extLst>
                </p14:cNvPr>
                <p14:cNvContentPartPr/>
                <p14:nvPr/>
              </p14:nvContentPartPr>
              <p14:xfrm>
                <a:off x="4194720" y="4528244"/>
                <a:ext cx="379800" cy="31572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4A883AE4-3D6B-E022-9DF0-4A0FD2954921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4185720" y="4519244"/>
                  <a:ext cx="39744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C37DFE9C-8036-4BB6-6880-C83CF4B2FBA2}"/>
                    </a:ext>
                  </a:extLst>
                </p14:cNvPr>
                <p14:cNvContentPartPr/>
                <p14:nvPr/>
              </p14:nvContentPartPr>
              <p14:xfrm>
                <a:off x="4544640" y="4625804"/>
                <a:ext cx="124200" cy="1620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C37DFE9C-8036-4BB6-6880-C83CF4B2FBA2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4536000" y="4616804"/>
                  <a:ext cx="1418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BCC41280-FF98-E62C-A32B-B2F509F8C0B0}"/>
                    </a:ext>
                  </a:extLst>
                </p14:cNvPr>
                <p14:cNvContentPartPr/>
                <p14:nvPr/>
              </p14:nvContentPartPr>
              <p14:xfrm>
                <a:off x="4582080" y="4655684"/>
                <a:ext cx="155880" cy="356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BCC41280-FF98-E62C-A32B-B2F509F8C0B0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4573080" y="4647044"/>
                  <a:ext cx="1735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5F4F719A-7FD4-647A-BB6A-5EA4D89E9AF6}"/>
                    </a:ext>
                  </a:extLst>
                </p14:cNvPr>
                <p14:cNvContentPartPr/>
                <p14:nvPr/>
              </p14:nvContentPartPr>
              <p14:xfrm>
                <a:off x="4804920" y="4543724"/>
                <a:ext cx="137520" cy="18720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5F4F719A-7FD4-647A-BB6A-5EA4D89E9AF6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4795920" y="4535084"/>
                  <a:ext cx="1551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8227C08A-5440-507C-C5C8-C03F89470209}"/>
                    </a:ext>
                  </a:extLst>
                </p14:cNvPr>
                <p14:cNvContentPartPr/>
                <p14:nvPr/>
              </p14:nvContentPartPr>
              <p14:xfrm>
                <a:off x="4820400" y="4537244"/>
                <a:ext cx="179280" cy="8460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8227C08A-5440-507C-C5C8-C03F89470209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4811760" y="4528604"/>
                  <a:ext cx="1969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1CDB8C62-6F32-BCE4-F78A-E16BC9BBABEF}"/>
                    </a:ext>
                  </a:extLst>
                </p14:cNvPr>
                <p14:cNvContentPartPr/>
                <p14:nvPr/>
              </p14:nvContentPartPr>
              <p14:xfrm>
                <a:off x="4996440" y="4533284"/>
                <a:ext cx="110880" cy="18720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1CDB8C62-6F32-BCE4-F78A-E16BC9BBABEF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4987440" y="4524284"/>
                  <a:ext cx="1285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EB2800D3-A1FE-9C5D-6E7C-082A793EC286}"/>
                    </a:ext>
                  </a:extLst>
                </p14:cNvPr>
                <p14:cNvContentPartPr/>
                <p14:nvPr/>
              </p14:nvContentPartPr>
              <p14:xfrm>
                <a:off x="5019840" y="4517084"/>
                <a:ext cx="130320" cy="8604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EB2800D3-A1FE-9C5D-6E7C-082A793EC286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5010840" y="4508084"/>
                  <a:ext cx="1479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D8BAF565-EB70-83DC-B0F5-FB891D61FB0A}"/>
                    </a:ext>
                  </a:extLst>
                </p14:cNvPr>
                <p14:cNvContentPartPr/>
                <p14:nvPr/>
              </p14:nvContentPartPr>
              <p14:xfrm>
                <a:off x="4715640" y="4324844"/>
                <a:ext cx="310320" cy="46080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D8BAF565-EB70-83DC-B0F5-FB891D61FB0A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4706640" y="4315844"/>
                  <a:ext cx="327960" cy="47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7D64A208-12E8-A7FE-BFE3-F699482A9D2D}"/>
                    </a:ext>
                  </a:extLst>
                </p14:cNvPr>
                <p14:cNvContentPartPr/>
                <p14:nvPr/>
              </p14:nvContentPartPr>
              <p14:xfrm>
                <a:off x="5158440" y="4670444"/>
                <a:ext cx="51840" cy="15480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7D64A208-12E8-A7FE-BFE3-F699482A9D2D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5149800" y="4661444"/>
                  <a:ext cx="694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045C8528-7D10-15F7-5085-8D7900EF29BC}"/>
                    </a:ext>
                  </a:extLst>
                </p14:cNvPr>
                <p14:cNvContentPartPr/>
                <p14:nvPr/>
              </p14:nvContentPartPr>
              <p14:xfrm>
                <a:off x="5354640" y="4496564"/>
                <a:ext cx="166680" cy="21564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045C8528-7D10-15F7-5085-8D7900EF29BC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5345640" y="4487924"/>
                  <a:ext cx="1843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3FC865FB-F91B-C67D-7452-F5DADB884D81}"/>
                    </a:ext>
                  </a:extLst>
                </p14:cNvPr>
                <p14:cNvContentPartPr/>
                <p14:nvPr/>
              </p14:nvContentPartPr>
              <p14:xfrm>
                <a:off x="5559480" y="4517444"/>
                <a:ext cx="163080" cy="19620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3FC865FB-F91B-C67D-7452-F5DADB884D81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5550480" y="4508444"/>
                  <a:ext cx="1807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C42057EB-864C-9079-2FA2-134701C5C059}"/>
                    </a:ext>
                  </a:extLst>
                </p14:cNvPr>
                <p14:cNvContentPartPr/>
                <p14:nvPr/>
              </p14:nvContentPartPr>
              <p14:xfrm>
                <a:off x="5611680" y="4431404"/>
                <a:ext cx="330480" cy="50328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C42057EB-864C-9079-2FA2-134701C5C059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5602680" y="4422404"/>
                  <a:ext cx="348120" cy="52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585A4E82-0857-E4B0-2D7D-021D9B32F9CD}"/>
              </a:ext>
            </a:extLst>
          </p:cNvPr>
          <p:cNvGrpSpPr/>
          <p:nvPr/>
        </p:nvGrpSpPr>
        <p:grpSpPr>
          <a:xfrm>
            <a:off x="4429800" y="5789684"/>
            <a:ext cx="1609200" cy="550800"/>
            <a:chOff x="4429800" y="5789684"/>
            <a:chExt cx="1609200" cy="55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83521979-5C00-7A1B-595A-27AD8048A9FE}"/>
                    </a:ext>
                  </a:extLst>
                </p14:cNvPr>
                <p14:cNvContentPartPr/>
                <p14:nvPr/>
              </p14:nvContentPartPr>
              <p14:xfrm>
                <a:off x="4429800" y="5928644"/>
                <a:ext cx="170640" cy="20700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83521979-5C00-7A1B-595A-27AD8048A9FE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4420800" y="5919644"/>
                  <a:ext cx="1882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FFA683D7-FE55-FDDE-B580-CA4311D4F4BF}"/>
                    </a:ext>
                  </a:extLst>
                </p14:cNvPr>
                <p14:cNvContentPartPr/>
                <p14:nvPr/>
              </p14:nvContentPartPr>
              <p14:xfrm>
                <a:off x="4564440" y="6078044"/>
                <a:ext cx="194400" cy="18036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FFA683D7-FE55-FDDE-B580-CA4311D4F4BF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4555440" y="6069044"/>
                  <a:ext cx="2120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72146EF2-9040-29AD-0A15-DF1421FD8312}"/>
                    </a:ext>
                  </a:extLst>
                </p14:cNvPr>
                <p14:cNvContentPartPr/>
                <p14:nvPr/>
              </p14:nvContentPartPr>
              <p14:xfrm>
                <a:off x="4842000" y="5789684"/>
                <a:ext cx="248400" cy="52956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72146EF2-9040-29AD-0A15-DF1421FD8312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4833000" y="5780684"/>
                  <a:ext cx="266040" cy="54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786F5BA2-D794-3ABD-5681-1FD784D88731}"/>
                    </a:ext>
                  </a:extLst>
                </p14:cNvPr>
                <p14:cNvContentPartPr/>
                <p14:nvPr/>
              </p14:nvContentPartPr>
              <p14:xfrm>
                <a:off x="5095440" y="6007124"/>
                <a:ext cx="45720" cy="22140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786F5BA2-D794-3ABD-5681-1FD784D88731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5086800" y="5998124"/>
                  <a:ext cx="633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3C082FF8-936A-8AF5-B088-6EAAD5EA3D27}"/>
                    </a:ext>
                  </a:extLst>
                </p14:cNvPr>
                <p14:cNvContentPartPr/>
                <p14:nvPr/>
              </p14:nvContentPartPr>
              <p14:xfrm>
                <a:off x="5179320" y="6025844"/>
                <a:ext cx="188280" cy="20736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3C082FF8-936A-8AF5-B088-6EAAD5EA3D27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5170320" y="6016844"/>
                  <a:ext cx="2059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9730EE30-C148-0EDB-23E6-17817FC842BC}"/>
                    </a:ext>
                  </a:extLst>
                </p14:cNvPr>
                <p14:cNvContentPartPr/>
                <p14:nvPr/>
              </p14:nvContentPartPr>
              <p14:xfrm>
                <a:off x="5400000" y="6035564"/>
                <a:ext cx="137160" cy="21888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9730EE30-C148-0EDB-23E6-17817FC842BC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5391000" y="6026924"/>
                  <a:ext cx="1548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60C88198-8DBE-0D0D-A08C-DD3F3DCEF1FC}"/>
                    </a:ext>
                  </a:extLst>
                </p14:cNvPr>
                <p14:cNvContentPartPr/>
                <p14:nvPr/>
              </p14:nvContentPartPr>
              <p14:xfrm>
                <a:off x="5480280" y="6137804"/>
                <a:ext cx="173880" cy="4968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60C88198-8DBE-0D0D-A08C-DD3F3DCEF1FC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5471280" y="6128804"/>
                  <a:ext cx="1915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9BE11C37-FD95-E252-56A0-52B3FAA0029F}"/>
                    </a:ext>
                  </a:extLst>
                </p14:cNvPr>
                <p14:cNvContentPartPr/>
                <p14:nvPr/>
              </p14:nvContentPartPr>
              <p14:xfrm>
                <a:off x="5660640" y="6144284"/>
                <a:ext cx="39600" cy="3276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9BE11C37-FD95-E252-56A0-52B3FAA0029F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5651640" y="6135284"/>
                  <a:ext cx="572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1EF4E6E7-417E-31C6-A63A-412AAA14D15B}"/>
                    </a:ext>
                  </a:extLst>
                </p14:cNvPr>
                <p14:cNvContentPartPr/>
                <p14:nvPr/>
              </p14:nvContentPartPr>
              <p14:xfrm>
                <a:off x="5782320" y="6051044"/>
                <a:ext cx="135720" cy="17136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1EF4E6E7-417E-31C6-A63A-412AAA14D15B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5773680" y="6042404"/>
                  <a:ext cx="1533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95FF328F-506B-744E-4446-E0B47BA66039}"/>
                    </a:ext>
                  </a:extLst>
                </p14:cNvPr>
                <p14:cNvContentPartPr/>
                <p14:nvPr/>
              </p14:nvContentPartPr>
              <p14:xfrm>
                <a:off x="5795640" y="6025844"/>
                <a:ext cx="187560" cy="5328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95FF328F-506B-744E-4446-E0B47BA66039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5787000" y="6016844"/>
                  <a:ext cx="2052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398F1C35-B8BA-15E9-0C13-B17635B280A4}"/>
                    </a:ext>
                  </a:extLst>
                </p14:cNvPr>
                <p14:cNvContentPartPr/>
                <p14:nvPr/>
              </p14:nvContentPartPr>
              <p14:xfrm>
                <a:off x="5962320" y="6214484"/>
                <a:ext cx="76680" cy="12600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398F1C35-B8BA-15E9-0C13-B17635B280A4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5953320" y="6205484"/>
                  <a:ext cx="94320" cy="14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28153319-C677-B2E4-A856-C17984D90B29}"/>
              </a:ext>
            </a:extLst>
          </p:cNvPr>
          <p:cNvGrpSpPr/>
          <p:nvPr/>
        </p:nvGrpSpPr>
        <p:grpSpPr>
          <a:xfrm>
            <a:off x="6213600" y="5949164"/>
            <a:ext cx="832320" cy="513000"/>
            <a:chOff x="6213600" y="5949164"/>
            <a:chExt cx="832320" cy="51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E3712000-601A-3BB8-F0BD-2B96A8D5F463}"/>
                    </a:ext>
                  </a:extLst>
                </p14:cNvPr>
                <p14:cNvContentPartPr/>
                <p14:nvPr/>
              </p14:nvContentPartPr>
              <p14:xfrm>
                <a:off x="6213600" y="6037364"/>
                <a:ext cx="26280" cy="15840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E3712000-601A-3BB8-F0BD-2B96A8D5F463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6204600" y="6028364"/>
                  <a:ext cx="439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2DC3A4FC-740E-A87E-A60E-2A56FED109E5}"/>
                    </a:ext>
                  </a:extLst>
                </p14:cNvPr>
                <p14:cNvContentPartPr/>
                <p14:nvPr/>
              </p14:nvContentPartPr>
              <p14:xfrm>
                <a:off x="6314760" y="6077684"/>
                <a:ext cx="128520" cy="18648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2DC3A4FC-740E-A87E-A60E-2A56FED109E5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6305760" y="6068684"/>
                  <a:ext cx="1461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C503280C-B0A8-8CB5-84AD-815DA930829B}"/>
                    </a:ext>
                  </a:extLst>
                </p14:cNvPr>
                <p14:cNvContentPartPr/>
                <p14:nvPr/>
              </p14:nvContentPartPr>
              <p14:xfrm>
                <a:off x="6515280" y="6101084"/>
                <a:ext cx="210240" cy="16776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C503280C-B0A8-8CB5-84AD-815DA930829B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6506640" y="6092444"/>
                  <a:ext cx="2278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B95D71EC-BCF7-35E4-270D-44D3E195078A}"/>
                    </a:ext>
                  </a:extLst>
                </p14:cNvPr>
                <p14:cNvContentPartPr/>
                <p14:nvPr/>
              </p14:nvContentPartPr>
              <p14:xfrm>
                <a:off x="6789240" y="6122324"/>
                <a:ext cx="120240" cy="14544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B95D71EC-BCF7-35E4-270D-44D3E195078A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6780600" y="6113684"/>
                  <a:ext cx="1378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8EB6EE99-4C8B-1AA1-8FB0-363263820A65}"/>
                    </a:ext>
                  </a:extLst>
                </p14:cNvPr>
                <p14:cNvContentPartPr/>
                <p14:nvPr/>
              </p14:nvContentPartPr>
              <p14:xfrm>
                <a:off x="6816240" y="6096044"/>
                <a:ext cx="106560" cy="5148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8EB6EE99-4C8B-1AA1-8FB0-363263820A65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6807240" y="6087044"/>
                  <a:ext cx="1242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1910BB00-832D-63FC-50B0-D8607448BFAE}"/>
                    </a:ext>
                  </a:extLst>
                </p14:cNvPr>
                <p14:cNvContentPartPr/>
                <p14:nvPr/>
              </p14:nvContentPartPr>
              <p14:xfrm>
                <a:off x="6807240" y="5949164"/>
                <a:ext cx="238680" cy="51300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1910BB00-832D-63FC-50B0-D8607448BFAE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6798600" y="5940524"/>
                  <a:ext cx="256320" cy="53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BB7A4F34-6B89-935C-3A31-EE5CF98AB262}"/>
              </a:ext>
            </a:extLst>
          </p:cNvPr>
          <p:cNvGrpSpPr/>
          <p:nvPr/>
        </p:nvGrpSpPr>
        <p:grpSpPr>
          <a:xfrm>
            <a:off x="4760640" y="1620884"/>
            <a:ext cx="147240" cy="423000"/>
            <a:chOff x="4760640" y="1620884"/>
            <a:chExt cx="147240" cy="42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C9EB80D8-1A2F-1CA0-2E39-6E098D0C83DD}"/>
                    </a:ext>
                  </a:extLst>
                </p14:cNvPr>
                <p14:cNvContentPartPr/>
                <p14:nvPr/>
              </p14:nvContentPartPr>
              <p14:xfrm>
                <a:off x="4811760" y="1620884"/>
                <a:ext cx="11520" cy="37836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C9EB80D8-1A2F-1CA0-2E39-6E098D0C83DD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4802760" y="1612244"/>
                  <a:ext cx="2916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E04B746C-D2C7-27DC-A3D5-D80F87EADFBA}"/>
                    </a:ext>
                  </a:extLst>
                </p14:cNvPr>
                <p14:cNvContentPartPr/>
                <p14:nvPr/>
              </p14:nvContentPartPr>
              <p14:xfrm>
                <a:off x="4760640" y="1944164"/>
                <a:ext cx="68760" cy="7344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E04B746C-D2C7-27DC-A3D5-D80F87EADFBA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4752000" y="1935524"/>
                  <a:ext cx="864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21D5E654-496F-DDAA-3269-5B22A4E589ED}"/>
                    </a:ext>
                  </a:extLst>
                </p14:cNvPr>
                <p14:cNvContentPartPr/>
                <p14:nvPr/>
              </p14:nvContentPartPr>
              <p14:xfrm>
                <a:off x="4817520" y="1929404"/>
                <a:ext cx="90360" cy="11448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21D5E654-496F-DDAA-3269-5B22A4E589ED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4808520" y="1920764"/>
                  <a:ext cx="108000" cy="13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4C990577-08CA-E9CF-EC39-164F13619DB9}"/>
              </a:ext>
            </a:extLst>
          </p:cNvPr>
          <p:cNvGrpSpPr/>
          <p:nvPr/>
        </p:nvGrpSpPr>
        <p:grpSpPr>
          <a:xfrm>
            <a:off x="4689000" y="2779724"/>
            <a:ext cx="317880" cy="233640"/>
            <a:chOff x="4689000" y="2779724"/>
            <a:chExt cx="317880" cy="23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BD93E0A-C0EB-0255-F921-A2884B701AB0}"/>
                    </a:ext>
                  </a:extLst>
                </p14:cNvPr>
                <p14:cNvContentPartPr/>
                <p14:nvPr/>
              </p14:nvContentPartPr>
              <p14:xfrm>
                <a:off x="4689000" y="2783684"/>
                <a:ext cx="243360" cy="2296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BD93E0A-C0EB-0255-F921-A2884B701AB0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4680360" y="2775044"/>
                  <a:ext cx="26100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E1715B6-2CD0-C4F4-B70C-9F892BD33279}"/>
                    </a:ext>
                  </a:extLst>
                </p14:cNvPr>
                <p14:cNvContentPartPr/>
                <p14:nvPr/>
              </p14:nvContentPartPr>
              <p14:xfrm>
                <a:off x="4845600" y="2779724"/>
                <a:ext cx="161280" cy="1630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E1715B6-2CD0-C4F4-B70C-9F892BD33279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4836960" y="2770724"/>
                  <a:ext cx="178920" cy="18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2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F3493DA7-9021-2BBF-CA94-23A8149C3212}"/>
                  </a:ext>
                </a:extLst>
              </p14:cNvPr>
              <p14:cNvContentPartPr/>
              <p14:nvPr/>
            </p14:nvContentPartPr>
            <p14:xfrm>
              <a:off x="937440" y="1735724"/>
              <a:ext cx="360" cy="36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F3493DA7-9021-2BBF-CA94-23A8149C3212}"/>
                  </a:ext>
                </a:extLst>
              </p:cNvPr>
              <p:cNvPicPr/>
              <p:nvPr/>
            </p:nvPicPr>
            <p:blipFill>
              <a:blip r:embed="rId563"/>
              <a:stretch>
                <a:fillRect/>
              </a:stretch>
            </p:blipFill>
            <p:spPr>
              <a:xfrm>
                <a:off x="928440" y="172708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4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99930AF1-FD9C-7BD7-2600-1247DBC78F55}"/>
                  </a:ext>
                </a:extLst>
              </p14:cNvPr>
              <p14:cNvContentPartPr/>
              <p14:nvPr/>
            </p14:nvContentPartPr>
            <p14:xfrm>
              <a:off x="10807200" y="1926524"/>
              <a:ext cx="142560" cy="170640"/>
            </p14:xfrm>
          </p:contentPart>
        </mc:Choice>
        <mc:Fallback xmlns=""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99930AF1-FD9C-7BD7-2600-1247DBC78F55}"/>
                  </a:ext>
                </a:extLst>
              </p:cNvPr>
              <p:cNvPicPr/>
              <p:nvPr/>
            </p:nvPicPr>
            <p:blipFill>
              <a:blip r:embed="rId565"/>
              <a:stretch>
                <a:fillRect/>
              </a:stretch>
            </p:blipFill>
            <p:spPr>
              <a:xfrm>
                <a:off x="10798560" y="1917884"/>
                <a:ext cx="160200" cy="18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28" name="Group 327">
            <a:extLst>
              <a:ext uri="{FF2B5EF4-FFF2-40B4-BE49-F238E27FC236}">
                <a16:creationId xmlns:a16="http://schemas.microsoft.com/office/drawing/2014/main" id="{5E2CEC09-09F9-4DD0-F763-2549F7F0822C}"/>
              </a:ext>
            </a:extLst>
          </p:cNvPr>
          <p:cNvGrpSpPr/>
          <p:nvPr/>
        </p:nvGrpSpPr>
        <p:grpSpPr>
          <a:xfrm>
            <a:off x="11169720" y="1893764"/>
            <a:ext cx="387000" cy="154080"/>
            <a:chOff x="11169720" y="1893764"/>
            <a:chExt cx="387000" cy="15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21FA516F-FF23-7AFD-98BC-5CD8E4CFB01F}"/>
                    </a:ext>
                  </a:extLst>
                </p14:cNvPr>
                <p14:cNvContentPartPr/>
                <p14:nvPr/>
              </p14:nvContentPartPr>
              <p14:xfrm>
                <a:off x="11169720" y="1918604"/>
                <a:ext cx="151200" cy="12924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21FA516F-FF23-7AFD-98BC-5CD8E4CFB01F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11161080" y="1909604"/>
                  <a:ext cx="1688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FC6B1D35-79B5-8399-2C5D-42857A7B6EC4}"/>
                    </a:ext>
                  </a:extLst>
                </p14:cNvPr>
                <p14:cNvContentPartPr/>
                <p14:nvPr/>
              </p14:nvContentPartPr>
              <p14:xfrm>
                <a:off x="11411280" y="1893764"/>
                <a:ext cx="145440" cy="12600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FC6B1D35-79B5-8399-2C5D-42857A7B6EC4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11402280" y="1884764"/>
                  <a:ext cx="163080" cy="14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70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0B06B3F6-19E4-37C0-B510-BAB6BBC8F484}"/>
                  </a:ext>
                </a:extLst>
              </p14:cNvPr>
              <p14:cNvContentPartPr/>
              <p14:nvPr/>
            </p14:nvContentPartPr>
            <p14:xfrm>
              <a:off x="9610200" y="1857764"/>
              <a:ext cx="128520" cy="24624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0B06B3F6-19E4-37C0-B510-BAB6BBC8F484}"/>
                  </a:ext>
                </a:extLst>
              </p:cNvPr>
              <p:cNvPicPr/>
              <p:nvPr/>
            </p:nvPicPr>
            <p:blipFill>
              <a:blip r:embed="rId571"/>
              <a:stretch>
                <a:fillRect/>
              </a:stretch>
            </p:blipFill>
            <p:spPr>
              <a:xfrm>
                <a:off x="9601560" y="1848764"/>
                <a:ext cx="14616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2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058D70FC-D124-0654-8741-0658D217248A}"/>
                  </a:ext>
                </a:extLst>
              </p14:cNvPr>
              <p14:cNvContentPartPr/>
              <p14:nvPr/>
            </p14:nvContentPartPr>
            <p14:xfrm>
              <a:off x="9625320" y="1968284"/>
              <a:ext cx="233640" cy="10584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058D70FC-D124-0654-8741-0658D217248A}"/>
                  </a:ext>
                </a:extLst>
              </p:cNvPr>
              <p:cNvPicPr/>
              <p:nvPr/>
            </p:nvPicPr>
            <p:blipFill>
              <a:blip r:embed="rId573"/>
              <a:stretch>
                <a:fillRect/>
              </a:stretch>
            </p:blipFill>
            <p:spPr>
              <a:xfrm>
                <a:off x="9616680" y="1959644"/>
                <a:ext cx="25128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4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6E2562E3-D530-E99E-3739-2FB96097C048}"/>
                  </a:ext>
                </a:extLst>
              </p14:cNvPr>
              <p14:cNvContentPartPr/>
              <p14:nvPr/>
            </p14:nvContentPartPr>
            <p14:xfrm>
              <a:off x="9930240" y="1973324"/>
              <a:ext cx="34920" cy="9288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6E2562E3-D530-E99E-3739-2FB96097C048}"/>
                  </a:ext>
                </a:extLst>
              </p:cNvPr>
              <p:cNvPicPr/>
              <p:nvPr/>
            </p:nvPicPr>
            <p:blipFill>
              <a:blip r:embed="rId575"/>
              <a:stretch>
                <a:fillRect/>
              </a:stretch>
            </p:blipFill>
            <p:spPr>
              <a:xfrm>
                <a:off x="9921240" y="1964324"/>
                <a:ext cx="5256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6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8CAC9297-3E72-E267-3F5C-955ADF815A09}"/>
                  </a:ext>
                </a:extLst>
              </p14:cNvPr>
              <p14:cNvContentPartPr/>
              <p14:nvPr/>
            </p14:nvContentPartPr>
            <p14:xfrm>
              <a:off x="10057680" y="1976204"/>
              <a:ext cx="31320" cy="7920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8CAC9297-3E72-E267-3F5C-955ADF815A09}"/>
                  </a:ext>
                </a:extLst>
              </p:cNvPr>
              <p:cNvPicPr/>
              <p:nvPr/>
            </p:nvPicPr>
            <p:blipFill>
              <a:blip r:embed="rId577"/>
              <a:stretch>
                <a:fillRect/>
              </a:stretch>
            </p:blipFill>
            <p:spPr>
              <a:xfrm>
                <a:off x="10049040" y="1967204"/>
                <a:ext cx="4896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8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D510A384-AA9E-ECB2-8238-5A1E04B26EE6}"/>
                  </a:ext>
                </a:extLst>
              </p14:cNvPr>
              <p14:cNvContentPartPr/>
              <p14:nvPr/>
            </p14:nvContentPartPr>
            <p14:xfrm>
              <a:off x="10082160" y="1924724"/>
              <a:ext cx="56160" cy="21600"/>
            </p14:xfrm>
          </p:contentPart>
        </mc:Choice>
        <mc:Fallback xmlns=""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D510A384-AA9E-ECB2-8238-5A1E04B26EE6}"/>
                  </a:ext>
                </a:extLst>
              </p:cNvPr>
              <p:cNvPicPr/>
              <p:nvPr/>
            </p:nvPicPr>
            <p:blipFill>
              <a:blip r:embed="rId579"/>
              <a:stretch>
                <a:fillRect/>
              </a:stretch>
            </p:blipFill>
            <p:spPr>
              <a:xfrm>
                <a:off x="10073520" y="1916084"/>
                <a:ext cx="738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0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DEA4776C-0C1B-B68F-7767-78E92AA55452}"/>
                  </a:ext>
                </a:extLst>
              </p14:cNvPr>
              <p14:cNvContentPartPr/>
              <p14:nvPr/>
            </p14:nvContentPartPr>
            <p14:xfrm>
              <a:off x="10156680" y="1956764"/>
              <a:ext cx="163440" cy="268920"/>
            </p14:xfrm>
          </p:contentPart>
        </mc:Choice>
        <mc:Fallback xmlns=""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DEA4776C-0C1B-B68F-7767-78E92AA55452}"/>
                  </a:ext>
                </a:extLst>
              </p:cNvPr>
              <p:cNvPicPr/>
              <p:nvPr/>
            </p:nvPicPr>
            <p:blipFill>
              <a:blip r:embed="rId581"/>
              <a:stretch>
                <a:fillRect/>
              </a:stretch>
            </p:blipFill>
            <p:spPr>
              <a:xfrm>
                <a:off x="10148040" y="1947764"/>
                <a:ext cx="18108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2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F89BB04C-DB5C-99ED-EB58-995AE3C250EE}"/>
                  </a:ext>
                </a:extLst>
              </p14:cNvPr>
              <p14:cNvContentPartPr/>
              <p14:nvPr/>
            </p14:nvContentPartPr>
            <p14:xfrm>
              <a:off x="10362600" y="1957124"/>
              <a:ext cx="119520" cy="138960"/>
            </p14:xfrm>
          </p:contentPart>
        </mc:Choice>
        <mc:Fallback xmlns=""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F89BB04C-DB5C-99ED-EB58-995AE3C250EE}"/>
                  </a:ext>
                </a:extLst>
              </p:cNvPr>
              <p:cNvPicPr/>
              <p:nvPr/>
            </p:nvPicPr>
            <p:blipFill>
              <a:blip r:embed="rId583"/>
              <a:stretch>
                <a:fillRect/>
              </a:stretch>
            </p:blipFill>
            <p:spPr>
              <a:xfrm>
                <a:off x="10353600" y="1948484"/>
                <a:ext cx="13716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4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ACAD5810-FFCB-2992-C592-DF8B9F115400}"/>
                  </a:ext>
                </a:extLst>
              </p14:cNvPr>
              <p14:cNvContentPartPr/>
              <p14:nvPr/>
            </p14:nvContentPartPr>
            <p14:xfrm>
              <a:off x="8204760" y="1810244"/>
              <a:ext cx="15480" cy="29988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ACAD5810-FFCB-2992-C592-DF8B9F115400}"/>
                  </a:ext>
                </a:extLst>
              </p:cNvPr>
              <p:cNvPicPr/>
              <p:nvPr/>
            </p:nvPicPr>
            <p:blipFill>
              <a:blip r:embed="rId585"/>
              <a:stretch>
                <a:fillRect/>
              </a:stretch>
            </p:blipFill>
            <p:spPr>
              <a:xfrm>
                <a:off x="8196120" y="1801604"/>
                <a:ext cx="3312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6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587FEA80-09C3-E3B8-236F-AD68D2423F68}"/>
                  </a:ext>
                </a:extLst>
              </p14:cNvPr>
              <p14:cNvContentPartPr/>
              <p14:nvPr/>
            </p14:nvContentPartPr>
            <p14:xfrm>
              <a:off x="8117280" y="1804124"/>
              <a:ext cx="281160" cy="26676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587FEA80-09C3-E3B8-236F-AD68D2423F68}"/>
                  </a:ext>
                </a:extLst>
              </p:cNvPr>
              <p:cNvPicPr/>
              <p:nvPr/>
            </p:nvPicPr>
            <p:blipFill>
              <a:blip r:embed="rId587"/>
              <a:stretch>
                <a:fillRect/>
              </a:stretch>
            </p:blipFill>
            <p:spPr>
              <a:xfrm>
                <a:off x="8108640" y="1795124"/>
                <a:ext cx="29880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8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8C4324CB-C4EC-60FA-C019-7166DB9E5FC3}"/>
                  </a:ext>
                </a:extLst>
              </p14:cNvPr>
              <p14:cNvContentPartPr/>
              <p14:nvPr/>
            </p14:nvContentPartPr>
            <p14:xfrm>
              <a:off x="8380080" y="1968284"/>
              <a:ext cx="114120" cy="10512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8C4324CB-C4EC-60FA-C019-7166DB9E5FC3}"/>
                  </a:ext>
                </a:extLst>
              </p:cNvPr>
              <p:cNvPicPr/>
              <p:nvPr/>
            </p:nvPicPr>
            <p:blipFill>
              <a:blip r:embed="rId589"/>
              <a:stretch>
                <a:fillRect/>
              </a:stretch>
            </p:blipFill>
            <p:spPr>
              <a:xfrm>
                <a:off x="8371080" y="1959644"/>
                <a:ext cx="13176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0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F0E39913-1F2A-8E81-2919-AE89379D2271}"/>
                  </a:ext>
                </a:extLst>
              </p14:cNvPr>
              <p14:cNvContentPartPr/>
              <p14:nvPr/>
            </p14:nvContentPartPr>
            <p14:xfrm>
              <a:off x="8538120" y="1796924"/>
              <a:ext cx="258840" cy="28440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F0E39913-1F2A-8E81-2919-AE89379D2271}"/>
                  </a:ext>
                </a:extLst>
              </p:cNvPr>
              <p:cNvPicPr/>
              <p:nvPr/>
            </p:nvPicPr>
            <p:blipFill>
              <a:blip r:embed="rId591"/>
              <a:stretch>
                <a:fillRect/>
              </a:stretch>
            </p:blipFill>
            <p:spPr>
              <a:xfrm>
                <a:off x="8529480" y="1788284"/>
                <a:ext cx="27648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2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10E3E654-4EBE-969E-5629-CDB44557E176}"/>
                  </a:ext>
                </a:extLst>
              </p14:cNvPr>
              <p14:cNvContentPartPr/>
              <p14:nvPr/>
            </p14:nvContentPartPr>
            <p14:xfrm>
              <a:off x="8831520" y="1994924"/>
              <a:ext cx="34920" cy="5796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10E3E654-4EBE-969E-5629-CDB44557E176}"/>
                  </a:ext>
                </a:extLst>
              </p:cNvPr>
              <p:cNvPicPr/>
              <p:nvPr/>
            </p:nvPicPr>
            <p:blipFill>
              <a:blip r:embed="rId593"/>
              <a:stretch>
                <a:fillRect/>
              </a:stretch>
            </p:blipFill>
            <p:spPr>
              <a:xfrm>
                <a:off x="8822520" y="1986284"/>
                <a:ext cx="5256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4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5367CB9D-E4B4-A37C-07D8-C849F31F6277}"/>
                  </a:ext>
                </a:extLst>
              </p14:cNvPr>
              <p14:cNvContentPartPr/>
              <p14:nvPr/>
            </p14:nvContentPartPr>
            <p14:xfrm>
              <a:off x="8917920" y="1989164"/>
              <a:ext cx="151200" cy="7524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5367CB9D-E4B4-A37C-07D8-C849F31F6277}"/>
                  </a:ext>
                </a:extLst>
              </p:cNvPr>
              <p:cNvPicPr/>
              <p:nvPr/>
            </p:nvPicPr>
            <p:blipFill>
              <a:blip r:embed="rId595"/>
              <a:stretch>
                <a:fillRect/>
              </a:stretch>
            </p:blipFill>
            <p:spPr>
              <a:xfrm>
                <a:off x="8908920" y="1980164"/>
                <a:ext cx="16884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6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2D2F62C8-82B4-09B2-F9D3-FDD527648395}"/>
                  </a:ext>
                </a:extLst>
              </p14:cNvPr>
              <p14:cNvContentPartPr/>
              <p14:nvPr/>
            </p14:nvContentPartPr>
            <p14:xfrm>
              <a:off x="9149760" y="1848764"/>
              <a:ext cx="200160" cy="45792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2D2F62C8-82B4-09B2-F9D3-FDD527648395}"/>
                  </a:ext>
                </a:extLst>
              </p:cNvPr>
              <p:cNvPicPr/>
              <p:nvPr/>
            </p:nvPicPr>
            <p:blipFill>
              <a:blip r:embed="rId597"/>
              <a:stretch>
                <a:fillRect/>
              </a:stretch>
            </p:blipFill>
            <p:spPr>
              <a:xfrm>
                <a:off x="9141120" y="1840124"/>
                <a:ext cx="217800" cy="47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8">
            <p14:nvContentPartPr>
              <p14:cNvPr id="337" name="Ink 336">
                <a:extLst>
                  <a:ext uri="{FF2B5EF4-FFF2-40B4-BE49-F238E27FC236}">
                    <a16:creationId xmlns:a16="http://schemas.microsoft.com/office/drawing/2014/main" id="{D3D35C6C-4EB2-B2D2-6E22-4402D025C7F0}"/>
                  </a:ext>
                </a:extLst>
              </p14:cNvPr>
              <p14:cNvContentPartPr/>
              <p14:nvPr/>
            </p14:nvContentPartPr>
            <p14:xfrm>
              <a:off x="9312120" y="2184644"/>
              <a:ext cx="555480" cy="1616760"/>
            </p14:xfrm>
          </p:contentPart>
        </mc:Choice>
        <mc:Fallback xmlns="">
          <p:pic>
            <p:nvPicPr>
              <p:cNvPr id="337" name="Ink 336">
                <a:extLst>
                  <a:ext uri="{FF2B5EF4-FFF2-40B4-BE49-F238E27FC236}">
                    <a16:creationId xmlns:a16="http://schemas.microsoft.com/office/drawing/2014/main" id="{D3D35C6C-4EB2-B2D2-6E22-4402D025C7F0}"/>
                  </a:ext>
                </a:extLst>
              </p:cNvPr>
              <p:cNvPicPr/>
              <p:nvPr/>
            </p:nvPicPr>
            <p:blipFill>
              <a:blip r:embed="rId599"/>
              <a:stretch>
                <a:fillRect/>
              </a:stretch>
            </p:blipFill>
            <p:spPr>
              <a:xfrm>
                <a:off x="9303120" y="2175644"/>
                <a:ext cx="573120" cy="163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0">
            <p14:nvContentPartPr>
              <p14:cNvPr id="338" name="Ink 337">
                <a:extLst>
                  <a:ext uri="{FF2B5EF4-FFF2-40B4-BE49-F238E27FC236}">
                    <a16:creationId xmlns:a16="http://schemas.microsoft.com/office/drawing/2014/main" id="{3A84EFCA-5D01-204B-521C-A4287950C1FB}"/>
                  </a:ext>
                </a:extLst>
              </p14:cNvPr>
              <p14:cNvContentPartPr/>
              <p14:nvPr/>
            </p14:nvContentPartPr>
            <p14:xfrm>
              <a:off x="9759240" y="3774404"/>
              <a:ext cx="86400" cy="25920"/>
            </p14:xfrm>
          </p:contentPart>
        </mc:Choice>
        <mc:Fallback xmlns="">
          <p:pic>
            <p:nvPicPr>
              <p:cNvPr id="338" name="Ink 337">
                <a:extLst>
                  <a:ext uri="{FF2B5EF4-FFF2-40B4-BE49-F238E27FC236}">
                    <a16:creationId xmlns:a16="http://schemas.microsoft.com/office/drawing/2014/main" id="{3A84EFCA-5D01-204B-521C-A4287950C1FB}"/>
                  </a:ext>
                </a:extLst>
              </p:cNvPr>
              <p:cNvPicPr/>
              <p:nvPr/>
            </p:nvPicPr>
            <p:blipFill>
              <a:blip r:embed="rId601"/>
              <a:stretch>
                <a:fillRect/>
              </a:stretch>
            </p:blipFill>
            <p:spPr>
              <a:xfrm>
                <a:off x="9750240" y="3765764"/>
                <a:ext cx="10404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2">
            <p14:nvContentPartPr>
              <p14:cNvPr id="339" name="Ink 338">
                <a:extLst>
                  <a:ext uri="{FF2B5EF4-FFF2-40B4-BE49-F238E27FC236}">
                    <a16:creationId xmlns:a16="http://schemas.microsoft.com/office/drawing/2014/main" id="{756990CA-B288-9E94-EDA7-41B0ADD600FC}"/>
                  </a:ext>
                </a:extLst>
              </p14:cNvPr>
              <p14:cNvContentPartPr/>
              <p14:nvPr/>
            </p14:nvContentPartPr>
            <p14:xfrm>
              <a:off x="9865080" y="3699164"/>
              <a:ext cx="49320" cy="136440"/>
            </p14:xfrm>
          </p:contentPart>
        </mc:Choice>
        <mc:Fallback xmlns="">
          <p:pic>
            <p:nvPicPr>
              <p:cNvPr id="339" name="Ink 338">
                <a:extLst>
                  <a:ext uri="{FF2B5EF4-FFF2-40B4-BE49-F238E27FC236}">
                    <a16:creationId xmlns:a16="http://schemas.microsoft.com/office/drawing/2014/main" id="{756990CA-B288-9E94-EDA7-41B0ADD600FC}"/>
                  </a:ext>
                </a:extLst>
              </p:cNvPr>
              <p:cNvPicPr/>
              <p:nvPr/>
            </p:nvPicPr>
            <p:blipFill>
              <a:blip r:embed="rId603"/>
              <a:stretch>
                <a:fillRect/>
              </a:stretch>
            </p:blipFill>
            <p:spPr>
              <a:xfrm>
                <a:off x="9856080" y="3690164"/>
                <a:ext cx="66960" cy="15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45" name="Group 344">
            <a:extLst>
              <a:ext uri="{FF2B5EF4-FFF2-40B4-BE49-F238E27FC236}">
                <a16:creationId xmlns:a16="http://schemas.microsoft.com/office/drawing/2014/main" id="{1024AB78-3F0A-7E0A-7C34-9D1A5019AFF7}"/>
              </a:ext>
            </a:extLst>
          </p:cNvPr>
          <p:cNvGrpSpPr/>
          <p:nvPr/>
        </p:nvGrpSpPr>
        <p:grpSpPr>
          <a:xfrm>
            <a:off x="4156200" y="1895564"/>
            <a:ext cx="482760" cy="270360"/>
            <a:chOff x="4156200" y="1895564"/>
            <a:chExt cx="48276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64EEE2DB-5926-54EA-69FA-77D3DBB1BF84}"/>
                    </a:ext>
                  </a:extLst>
                </p14:cNvPr>
                <p14:cNvContentPartPr/>
                <p14:nvPr/>
              </p14:nvContentPartPr>
              <p14:xfrm>
                <a:off x="4156200" y="1895564"/>
                <a:ext cx="163800" cy="19260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64EEE2DB-5926-54EA-69FA-77D3DBB1BF84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4147560" y="1886564"/>
                  <a:ext cx="1814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6C7BBEF5-7E80-2B90-0937-9A8F11D28ACA}"/>
                    </a:ext>
                  </a:extLst>
                </p14:cNvPr>
                <p14:cNvContentPartPr/>
                <p14:nvPr/>
              </p14:nvContentPartPr>
              <p14:xfrm>
                <a:off x="4375080" y="2036684"/>
                <a:ext cx="6480" cy="12924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6C7BBEF5-7E80-2B90-0937-9A8F11D28ACA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4366080" y="2028044"/>
                  <a:ext cx="241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2B927E58-9326-1A7C-DF75-D972816F902E}"/>
                    </a:ext>
                  </a:extLst>
                </p14:cNvPr>
                <p14:cNvContentPartPr/>
                <p14:nvPr/>
              </p14:nvContentPartPr>
              <p14:xfrm>
                <a:off x="4488840" y="2010764"/>
                <a:ext cx="119880" cy="756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2B927E58-9326-1A7C-DF75-D972816F902E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4479840" y="2002124"/>
                  <a:ext cx="1375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576BA193-90BB-2FDF-49D5-3A536DFB13B5}"/>
                    </a:ext>
                  </a:extLst>
                </p14:cNvPr>
                <p14:cNvContentPartPr/>
                <p14:nvPr/>
              </p14:nvContentPartPr>
              <p14:xfrm>
                <a:off x="4514040" y="2071964"/>
                <a:ext cx="124920" cy="1692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576BA193-90BB-2FDF-49D5-3A536DFB13B5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4505040" y="2063324"/>
                  <a:ext cx="14256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EB4D5CA6-05DF-EFE8-9519-77A8310A19E0}"/>
              </a:ext>
            </a:extLst>
          </p:cNvPr>
          <p:cNvGrpSpPr/>
          <p:nvPr/>
        </p:nvGrpSpPr>
        <p:grpSpPr>
          <a:xfrm>
            <a:off x="4842360" y="1829324"/>
            <a:ext cx="476640" cy="424440"/>
            <a:chOff x="4842360" y="1829324"/>
            <a:chExt cx="476640" cy="42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07688A9E-CE4B-48EC-9F80-F50BA8B8CF1A}"/>
                    </a:ext>
                  </a:extLst>
                </p14:cNvPr>
                <p14:cNvContentPartPr/>
                <p14:nvPr/>
              </p14:nvContentPartPr>
              <p14:xfrm>
                <a:off x="4906440" y="1970084"/>
                <a:ext cx="144720" cy="15588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07688A9E-CE4B-48EC-9F80-F50BA8B8CF1A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4897800" y="1961444"/>
                  <a:ext cx="1623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F143463E-1A04-CEFC-62DC-55A896FCAC96}"/>
                    </a:ext>
                  </a:extLst>
                </p14:cNvPr>
                <p14:cNvContentPartPr/>
                <p14:nvPr/>
              </p14:nvContentPartPr>
              <p14:xfrm>
                <a:off x="5103360" y="1994924"/>
                <a:ext cx="87480" cy="10836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F143463E-1A04-CEFC-62DC-55A896FCAC96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5094360" y="1986284"/>
                  <a:ext cx="1051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EC3B44F3-FE34-9E20-BB45-DDF49633DDF0}"/>
                    </a:ext>
                  </a:extLst>
                </p14:cNvPr>
                <p14:cNvContentPartPr/>
                <p14:nvPr/>
              </p14:nvContentPartPr>
              <p14:xfrm>
                <a:off x="4842360" y="1829324"/>
                <a:ext cx="163080" cy="42444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EC3B44F3-FE34-9E20-BB45-DDF49633DDF0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4833720" y="1820684"/>
                  <a:ext cx="18072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F281D98F-FA87-2EA6-1EC7-DA46663DF711}"/>
                    </a:ext>
                  </a:extLst>
                </p14:cNvPr>
                <p14:cNvContentPartPr/>
                <p14:nvPr/>
              </p14:nvContentPartPr>
              <p14:xfrm>
                <a:off x="5264640" y="2083844"/>
                <a:ext cx="54360" cy="12348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F281D98F-FA87-2EA6-1EC7-DA46663DF711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5256000" y="2075204"/>
                  <a:ext cx="7200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0">
            <p14:nvContentPartPr>
              <p14:cNvPr id="351" name="Ink 350">
                <a:extLst>
                  <a:ext uri="{FF2B5EF4-FFF2-40B4-BE49-F238E27FC236}">
                    <a16:creationId xmlns:a16="http://schemas.microsoft.com/office/drawing/2014/main" id="{E160AED6-187B-F320-BE31-E4767D73BF0A}"/>
                  </a:ext>
                </a:extLst>
              </p14:cNvPr>
              <p14:cNvContentPartPr/>
              <p14:nvPr/>
            </p14:nvContentPartPr>
            <p14:xfrm>
              <a:off x="7317360" y="4683404"/>
              <a:ext cx="89640" cy="6840"/>
            </p14:xfrm>
          </p:contentPart>
        </mc:Choice>
        <mc:Fallback xmlns="">
          <p:pic>
            <p:nvPicPr>
              <p:cNvPr id="351" name="Ink 350">
                <a:extLst>
                  <a:ext uri="{FF2B5EF4-FFF2-40B4-BE49-F238E27FC236}">
                    <a16:creationId xmlns:a16="http://schemas.microsoft.com/office/drawing/2014/main" id="{E160AED6-187B-F320-BE31-E4767D73BF0A}"/>
                  </a:ext>
                </a:extLst>
              </p:cNvPr>
              <p:cNvPicPr/>
              <p:nvPr/>
            </p:nvPicPr>
            <p:blipFill>
              <a:blip r:embed="rId621"/>
              <a:stretch>
                <a:fillRect/>
              </a:stretch>
            </p:blipFill>
            <p:spPr>
              <a:xfrm>
                <a:off x="7308720" y="4674404"/>
                <a:ext cx="107280" cy="2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56" name="Group 355">
            <a:extLst>
              <a:ext uri="{FF2B5EF4-FFF2-40B4-BE49-F238E27FC236}">
                <a16:creationId xmlns:a16="http://schemas.microsoft.com/office/drawing/2014/main" id="{13576D60-44C6-86DE-04D5-F7AE2DE39962}"/>
              </a:ext>
            </a:extLst>
          </p:cNvPr>
          <p:cNvGrpSpPr/>
          <p:nvPr/>
        </p:nvGrpSpPr>
        <p:grpSpPr>
          <a:xfrm>
            <a:off x="5420520" y="1892324"/>
            <a:ext cx="424080" cy="316800"/>
            <a:chOff x="5420520" y="1892324"/>
            <a:chExt cx="424080" cy="31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A57EBE76-7FCD-D4E9-787E-BA53D8535F19}"/>
                    </a:ext>
                  </a:extLst>
                </p14:cNvPr>
                <p14:cNvContentPartPr/>
                <p14:nvPr/>
              </p14:nvContentPartPr>
              <p14:xfrm>
                <a:off x="5420520" y="1929404"/>
                <a:ext cx="139320" cy="21816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A57EBE76-7FCD-D4E9-787E-BA53D8535F19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5411880" y="1920764"/>
                  <a:ext cx="1569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630398A1-7150-E92F-9E2F-B9CCF5249C60}"/>
                    </a:ext>
                  </a:extLst>
                </p14:cNvPr>
                <p14:cNvContentPartPr/>
                <p14:nvPr/>
              </p14:nvContentPartPr>
              <p14:xfrm>
                <a:off x="5469480" y="2034524"/>
                <a:ext cx="140400" cy="5292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630398A1-7150-E92F-9E2F-B9CCF5249C60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5460840" y="2025524"/>
                  <a:ext cx="1580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831C5162-8EC2-3C61-867B-CE5E3891B2CD}"/>
                    </a:ext>
                  </a:extLst>
                </p14:cNvPr>
                <p14:cNvContentPartPr/>
                <p14:nvPr/>
              </p14:nvContentPartPr>
              <p14:xfrm>
                <a:off x="5660640" y="1978724"/>
                <a:ext cx="65880" cy="8676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831C5162-8EC2-3C61-867B-CE5E3891B2CD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5651640" y="1970084"/>
                  <a:ext cx="835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8F1E543C-8EFD-762E-ADC2-AF0E6BDD3900}"/>
                    </a:ext>
                  </a:extLst>
                </p14:cNvPr>
                <p14:cNvContentPartPr/>
                <p14:nvPr/>
              </p14:nvContentPartPr>
              <p14:xfrm>
                <a:off x="5704560" y="1892324"/>
                <a:ext cx="140040" cy="31680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8F1E543C-8EFD-762E-ADC2-AF0E6BDD3900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5695920" y="1883324"/>
                  <a:ext cx="157680" cy="33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3" name="Group 372">
            <a:extLst>
              <a:ext uri="{FF2B5EF4-FFF2-40B4-BE49-F238E27FC236}">
                <a16:creationId xmlns:a16="http://schemas.microsoft.com/office/drawing/2014/main" id="{62BF0134-49B0-461A-01C9-D8492F724822}"/>
              </a:ext>
            </a:extLst>
          </p:cNvPr>
          <p:cNvGrpSpPr/>
          <p:nvPr/>
        </p:nvGrpSpPr>
        <p:grpSpPr>
          <a:xfrm>
            <a:off x="7693560" y="2263484"/>
            <a:ext cx="1688400" cy="2568960"/>
            <a:chOff x="7693560" y="2263484"/>
            <a:chExt cx="1688400" cy="256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6175B8EB-B124-20F4-5878-87928AAAF619}"/>
                    </a:ext>
                  </a:extLst>
                </p14:cNvPr>
                <p14:cNvContentPartPr/>
                <p14:nvPr/>
              </p14:nvContentPartPr>
              <p14:xfrm>
                <a:off x="7963920" y="2263484"/>
                <a:ext cx="1028160" cy="198612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6175B8EB-B124-20F4-5878-87928AAAF619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7955280" y="2254844"/>
                  <a:ext cx="1045800" cy="20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30695529-5D4E-D235-1C1F-90D6414BDDC0}"/>
                    </a:ext>
                  </a:extLst>
                </p14:cNvPr>
                <p14:cNvContentPartPr/>
                <p14:nvPr/>
              </p14:nvContentPartPr>
              <p14:xfrm>
                <a:off x="7940160" y="4190924"/>
                <a:ext cx="127440" cy="5040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30695529-5D4E-D235-1C1F-90D6414BDDC0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7931520" y="4182284"/>
                  <a:ext cx="1450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E9530BFB-CBFB-2F71-A132-6F8B010FB909}"/>
                    </a:ext>
                  </a:extLst>
                </p14:cNvPr>
                <p14:cNvContentPartPr/>
                <p14:nvPr/>
              </p14:nvContentPartPr>
              <p14:xfrm>
                <a:off x="8016840" y="4133324"/>
                <a:ext cx="75240" cy="12060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E9530BFB-CBFB-2F71-A132-6F8B010FB909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8008200" y="4124324"/>
                  <a:ext cx="928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66BABFC3-A4D8-72AC-3FD7-B7B94941CBDC}"/>
                    </a:ext>
                  </a:extLst>
                </p14:cNvPr>
                <p14:cNvContentPartPr/>
                <p14:nvPr/>
              </p14:nvContentPartPr>
              <p14:xfrm>
                <a:off x="8727480" y="2470484"/>
                <a:ext cx="654480" cy="236196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66BABFC3-A4D8-72AC-3FD7-B7B94941CBDC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8718480" y="2461484"/>
                  <a:ext cx="672120" cy="237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68CE3966-FBD3-685B-F45A-6FC8DF93480B}"/>
                    </a:ext>
                  </a:extLst>
                </p14:cNvPr>
                <p14:cNvContentPartPr/>
                <p14:nvPr/>
              </p14:nvContentPartPr>
              <p14:xfrm>
                <a:off x="8686800" y="4738844"/>
                <a:ext cx="65880" cy="8208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68CE3966-FBD3-685B-F45A-6FC8DF93480B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8677800" y="4729844"/>
                  <a:ext cx="835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2F1B99CB-12E1-BA2A-DFE9-ED29A9D4DBF9}"/>
                    </a:ext>
                  </a:extLst>
                </p14:cNvPr>
                <p14:cNvContentPartPr/>
                <p14:nvPr/>
              </p14:nvContentPartPr>
              <p14:xfrm>
                <a:off x="8761320" y="4726964"/>
                <a:ext cx="68400" cy="8100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2F1B99CB-12E1-BA2A-DFE9-ED29A9D4DBF9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8752680" y="4718324"/>
                  <a:ext cx="860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1DED5DF7-0342-904E-3005-EA717ACD6074}"/>
                    </a:ext>
                  </a:extLst>
                </p14:cNvPr>
                <p14:cNvContentPartPr/>
                <p14:nvPr/>
              </p14:nvContentPartPr>
              <p14:xfrm>
                <a:off x="7693560" y="4316924"/>
                <a:ext cx="104760" cy="31968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1DED5DF7-0342-904E-3005-EA717ACD6074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7684920" y="4308284"/>
                  <a:ext cx="12240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A00945F3-24EA-BE55-4B37-B9900F1C17DB}"/>
                    </a:ext>
                  </a:extLst>
                </p14:cNvPr>
                <p14:cNvContentPartPr/>
                <p14:nvPr/>
              </p14:nvContentPartPr>
              <p14:xfrm>
                <a:off x="7792560" y="4410164"/>
                <a:ext cx="92160" cy="14832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A00945F3-24EA-BE55-4B37-B9900F1C17DB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7783560" y="4401164"/>
                  <a:ext cx="1098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134FDAE6-C53B-F607-A4D6-A23245251B17}"/>
                    </a:ext>
                  </a:extLst>
                </p14:cNvPr>
                <p14:cNvContentPartPr/>
                <p14:nvPr/>
              </p14:nvContentPartPr>
              <p14:xfrm>
                <a:off x="7926480" y="4405844"/>
                <a:ext cx="73080" cy="10476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134FDAE6-C53B-F607-A4D6-A23245251B17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7917480" y="4396844"/>
                  <a:ext cx="907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5CB2D5B8-5D58-4C5C-890F-2819E8965430}"/>
                    </a:ext>
                  </a:extLst>
                </p14:cNvPr>
                <p14:cNvContentPartPr/>
                <p14:nvPr/>
              </p14:nvContentPartPr>
              <p14:xfrm>
                <a:off x="8058240" y="4431764"/>
                <a:ext cx="18720" cy="8100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5CB2D5B8-5D58-4C5C-890F-2819E8965430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8049600" y="4423124"/>
                  <a:ext cx="363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375ABF53-9A58-F356-9C37-8B3192F2FE53}"/>
                    </a:ext>
                  </a:extLst>
                </p14:cNvPr>
                <p14:cNvContentPartPr/>
                <p14:nvPr/>
              </p14:nvContentPartPr>
              <p14:xfrm>
                <a:off x="8151480" y="4328084"/>
                <a:ext cx="88200" cy="14652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375ABF53-9A58-F356-9C37-8B3192F2FE53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8142480" y="4319444"/>
                  <a:ext cx="1058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05CD3314-47C6-F393-5548-6E77C24F8BBA}"/>
                    </a:ext>
                  </a:extLst>
                </p14:cNvPr>
                <p14:cNvContentPartPr/>
                <p14:nvPr/>
              </p14:nvContentPartPr>
              <p14:xfrm>
                <a:off x="8167320" y="4346444"/>
                <a:ext cx="187200" cy="9000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05CD3314-47C6-F393-5548-6E77C24F8BBA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8158680" y="4337804"/>
                  <a:ext cx="2048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E67ECB51-A797-44EB-3CE1-3A1B955598A4}"/>
                    </a:ext>
                  </a:extLst>
                </p14:cNvPr>
                <p14:cNvContentPartPr/>
                <p14:nvPr/>
              </p14:nvContentPartPr>
              <p14:xfrm>
                <a:off x="8334720" y="4256444"/>
                <a:ext cx="120960" cy="25056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E67ECB51-A797-44EB-3CE1-3A1B955598A4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8326080" y="4247444"/>
                  <a:ext cx="138600" cy="26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2" name="Group 381">
            <a:extLst>
              <a:ext uri="{FF2B5EF4-FFF2-40B4-BE49-F238E27FC236}">
                <a16:creationId xmlns:a16="http://schemas.microsoft.com/office/drawing/2014/main" id="{C60F054B-EDF5-C5F7-364A-62B97BAFFB76}"/>
              </a:ext>
            </a:extLst>
          </p:cNvPr>
          <p:cNvGrpSpPr/>
          <p:nvPr/>
        </p:nvGrpSpPr>
        <p:grpSpPr>
          <a:xfrm>
            <a:off x="4266720" y="3940004"/>
            <a:ext cx="1123920" cy="443880"/>
            <a:chOff x="4266720" y="3940004"/>
            <a:chExt cx="1123920" cy="44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A76105B7-95FE-B2E5-C2B4-431E28E1BF3D}"/>
                    </a:ext>
                  </a:extLst>
                </p14:cNvPr>
                <p14:cNvContentPartPr/>
                <p14:nvPr/>
              </p14:nvContentPartPr>
              <p14:xfrm>
                <a:off x="4266720" y="4077164"/>
                <a:ext cx="312840" cy="26244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A76105B7-95FE-B2E5-C2B4-431E28E1BF3D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4258080" y="4068524"/>
                  <a:ext cx="33048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C629F097-A0E9-4664-F417-4345B60F4E36}"/>
                    </a:ext>
                  </a:extLst>
                </p14:cNvPr>
                <p14:cNvContentPartPr/>
                <p14:nvPr/>
              </p14:nvContentPartPr>
              <p14:xfrm>
                <a:off x="4653360" y="4139804"/>
                <a:ext cx="68760" cy="3384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C629F097-A0E9-4664-F417-4345B60F4E36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4644360" y="4130804"/>
                  <a:ext cx="864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BC17B0EC-AEE9-9BFF-A88F-2A9A3DEE75E3}"/>
                    </a:ext>
                  </a:extLst>
                </p14:cNvPr>
                <p14:cNvContentPartPr/>
                <p14:nvPr/>
              </p14:nvContentPartPr>
              <p14:xfrm>
                <a:off x="4662000" y="4189844"/>
                <a:ext cx="138960" cy="3276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BC17B0EC-AEE9-9BFF-A88F-2A9A3DEE75E3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4653000" y="4180844"/>
                  <a:ext cx="1566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FD6D085D-81B8-70C6-AAFA-D83ABE0008D6}"/>
                    </a:ext>
                  </a:extLst>
                </p14:cNvPr>
                <p14:cNvContentPartPr/>
                <p14:nvPr/>
              </p14:nvContentPartPr>
              <p14:xfrm>
                <a:off x="5010120" y="4057724"/>
                <a:ext cx="85320" cy="2700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FD6D085D-81B8-70C6-AAFA-D83ABE0008D6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5001480" y="4049084"/>
                  <a:ext cx="1029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65DBAC07-9B0C-A05C-BE37-7AF8D4E51324}"/>
                    </a:ext>
                  </a:extLst>
                </p14:cNvPr>
                <p14:cNvContentPartPr/>
                <p14:nvPr/>
              </p14:nvContentPartPr>
              <p14:xfrm>
                <a:off x="4970160" y="4075364"/>
                <a:ext cx="122040" cy="21240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65DBAC07-9B0C-A05C-BE37-7AF8D4E51324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4961160" y="4066724"/>
                  <a:ext cx="1396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48413B87-D16D-5D9E-0FF4-12B673D2E40F}"/>
                    </a:ext>
                  </a:extLst>
                </p14:cNvPr>
                <p14:cNvContentPartPr/>
                <p14:nvPr/>
              </p14:nvContentPartPr>
              <p14:xfrm>
                <a:off x="5161680" y="4105964"/>
                <a:ext cx="86760" cy="11880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48413B87-D16D-5D9E-0FF4-12B673D2E40F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5153040" y="4097324"/>
                  <a:ext cx="1044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A544CD04-A254-2CF5-47B6-F0554BB147E1}"/>
                    </a:ext>
                  </a:extLst>
                </p14:cNvPr>
                <p14:cNvContentPartPr/>
                <p14:nvPr/>
              </p14:nvContentPartPr>
              <p14:xfrm>
                <a:off x="4909680" y="3940004"/>
                <a:ext cx="198360" cy="44388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A544CD04-A254-2CF5-47B6-F0554BB147E1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4900680" y="3931364"/>
                  <a:ext cx="21600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4919F419-5703-A47B-7F4D-FC5218298CA1}"/>
                    </a:ext>
                  </a:extLst>
                </p14:cNvPr>
                <p14:cNvContentPartPr/>
                <p14:nvPr/>
              </p14:nvContentPartPr>
              <p14:xfrm>
                <a:off x="5353200" y="4209284"/>
                <a:ext cx="37440" cy="9036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4919F419-5703-A47B-7F4D-FC5218298CA1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5344560" y="4200284"/>
                  <a:ext cx="55080" cy="10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6" name="Group 385">
            <a:extLst>
              <a:ext uri="{FF2B5EF4-FFF2-40B4-BE49-F238E27FC236}">
                <a16:creationId xmlns:a16="http://schemas.microsoft.com/office/drawing/2014/main" id="{971335F9-D2D9-FF3E-3EE4-63731B940FD4}"/>
              </a:ext>
            </a:extLst>
          </p:cNvPr>
          <p:cNvGrpSpPr/>
          <p:nvPr/>
        </p:nvGrpSpPr>
        <p:grpSpPr>
          <a:xfrm>
            <a:off x="5519880" y="3931004"/>
            <a:ext cx="416160" cy="374400"/>
            <a:chOff x="5519880" y="3931004"/>
            <a:chExt cx="416160" cy="37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89557108-F83A-78DF-122D-FD23B7A3B4C6}"/>
                    </a:ext>
                  </a:extLst>
                </p14:cNvPr>
                <p14:cNvContentPartPr/>
                <p14:nvPr/>
              </p14:nvContentPartPr>
              <p14:xfrm>
                <a:off x="5519880" y="4072484"/>
                <a:ext cx="255960" cy="16056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89557108-F83A-78DF-122D-FD23B7A3B4C6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5510880" y="4063484"/>
                  <a:ext cx="2736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6B2385DA-884F-FEAE-39E4-A9683F56CF1A}"/>
                    </a:ext>
                  </a:extLst>
                </p14:cNvPr>
                <p14:cNvContentPartPr/>
                <p14:nvPr/>
              </p14:nvContentPartPr>
              <p14:xfrm>
                <a:off x="5698440" y="4042964"/>
                <a:ext cx="121680" cy="5472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6B2385DA-884F-FEAE-39E4-A9683F56CF1A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5689440" y="4034324"/>
                  <a:ext cx="1393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9D499804-44F7-76A1-DD52-5010B5672100}"/>
                    </a:ext>
                  </a:extLst>
                </p14:cNvPr>
                <p14:cNvContentPartPr/>
                <p14:nvPr/>
              </p14:nvContentPartPr>
              <p14:xfrm>
                <a:off x="5804640" y="3931004"/>
                <a:ext cx="131400" cy="37440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9D499804-44F7-76A1-DD52-5010B5672100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5795640" y="3922364"/>
                  <a:ext cx="149040" cy="39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0" name="Group 399">
            <a:extLst>
              <a:ext uri="{FF2B5EF4-FFF2-40B4-BE49-F238E27FC236}">
                <a16:creationId xmlns:a16="http://schemas.microsoft.com/office/drawing/2014/main" id="{96D11004-263E-165E-5CC8-48C4F1FF5120}"/>
              </a:ext>
            </a:extLst>
          </p:cNvPr>
          <p:cNvGrpSpPr/>
          <p:nvPr/>
        </p:nvGrpSpPr>
        <p:grpSpPr>
          <a:xfrm>
            <a:off x="8510760" y="5314124"/>
            <a:ext cx="1531080" cy="452880"/>
            <a:chOff x="8510760" y="5314124"/>
            <a:chExt cx="1531080" cy="45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15037602-4FB0-818D-BCFC-609A51570AB1}"/>
                    </a:ext>
                  </a:extLst>
                </p14:cNvPr>
                <p14:cNvContentPartPr/>
                <p14:nvPr/>
              </p14:nvContentPartPr>
              <p14:xfrm>
                <a:off x="8639640" y="5314124"/>
                <a:ext cx="578520" cy="23112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15037602-4FB0-818D-BCFC-609A51570AB1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8630640" y="5305484"/>
                  <a:ext cx="5961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BDB20156-DB6E-E5A2-B194-8610568E54F2}"/>
                    </a:ext>
                  </a:extLst>
                </p14:cNvPr>
                <p14:cNvContentPartPr/>
                <p14:nvPr/>
              </p14:nvContentPartPr>
              <p14:xfrm>
                <a:off x="9200160" y="5498084"/>
                <a:ext cx="49680" cy="12456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BDB20156-DB6E-E5A2-B194-8610568E54F2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9191160" y="5489084"/>
                  <a:ext cx="673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B8E125D2-2C71-E578-6298-03298BFCC01A}"/>
                    </a:ext>
                  </a:extLst>
                </p14:cNvPr>
                <p14:cNvContentPartPr/>
                <p14:nvPr/>
              </p14:nvContentPartPr>
              <p14:xfrm>
                <a:off x="9398520" y="5522924"/>
                <a:ext cx="101520" cy="17784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B8E125D2-2C71-E578-6298-03298BFCC01A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9389880" y="5513924"/>
                  <a:ext cx="1191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25398233-F33A-21B6-C428-C7CC9757DFFF}"/>
                    </a:ext>
                  </a:extLst>
                </p14:cNvPr>
                <p14:cNvContentPartPr/>
                <p14:nvPr/>
              </p14:nvContentPartPr>
              <p14:xfrm>
                <a:off x="9525600" y="5533004"/>
                <a:ext cx="83520" cy="9612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25398233-F33A-21B6-C428-C7CC9757DFFF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9516600" y="5524004"/>
                  <a:ext cx="1011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722FFC38-E4D9-6EC1-1D3F-7CFA3372A84C}"/>
                    </a:ext>
                  </a:extLst>
                </p14:cNvPr>
                <p14:cNvContentPartPr/>
                <p14:nvPr/>
              </p14:nvContentPartPr>
              <p14:xfrm>
                <a:off x="8510760" y="5472164"/>
                <a:ext cx="2160" cy="2052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722FFC38-E4D9-6EC1-1D3F-7CFA3372A84C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8501760" y="5463164"/>
                  <a:ext cx="198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BE565807-E12A-34CA-24C3-1558D6F12A4E}"/>
                    </a:ext>
                  </a:extLst>
                </p14:cNvPr>
                <p14:cNvContentPartPr/>
                <p14:nvPr/>
              </p14:nvContentPartPr>
              <p14:xfrm>
                <a:off x="9341640" y="5421404"/>
                <a:ext cx="112680" cy="34560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BE565807-E12A-34CA-24C3-1558D6F12A4E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9332640" y="5412764"/>
                  <a:ext cx="13032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48B4C9A0-505C-0849-6DDF-F57E7BCF578D}"/>
                    </a:ext>
                  </a:extLst>
                </p14:cNvPr>
                <p14:cNvContentPartPr/>
                <p14:nvPr/>
              </p14:nvContentPartPr>
              <p14:xfrm>
                <a:off x="9653760" y="5618324"/>
                <a:ext cx="2880" cy="4968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48B4C9A0-505C-0849-6DDF-F57E7BCF578D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9644760" y="5609324"/>
                  <a:ext cx="205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725A1374-52A6-130C-95DC-0F8A9C3CBD99}"/>
                    </a:ext>
                  </a:extLst>
                </p14:cNvPr>
                <p14:cNvContentPartPr/>
                <p14:nvPr/>
              </p14:nvContentPartPr>
              <p14:xfrm>
                <a:off x="9743400" y="5515724"/>
                <a:ext cx="119880" cy="12888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725A1374-52A6-130C-95DC-0F8A9C3CBD99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9734400" y="5506724"/>
                  <a:ext cx="1375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F68A429A-C1FF-F4CB-7C8B-C7297130EE6C}"/>
                    </a:ext>
                  </a:extLst>
                </p14:cNvPr>
                <p14:cNvContentPartPr/>
                <p14:nvPr/>
              </p14:nvContentPartPr>
              <p14:xfrm>
                <a:off x="9844200" y="5520404"/>
                <a:ext cx="95400" cy="11556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F68A429A-C1FF-F4CB-7C8B-C7297130EE6C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9835200" y="5511764"/>
                  <a:ext cx="1130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A63DCDBD-B132-1663-C30E-E60B39ABED82}"/>
                    </a:ext>
                  </a:extLst>
                </p14:cNvPr>
                <p14:cNvContentPartPr/>
                <p14:nvPr/>
              </p14:nvContentPartPr>
              <p14:xfrm>
                <a:off x="9852120" y="5486204"/>
                <a:ext cx="90360" cy="5472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A63DCDBD-B132-1663-C30E-E60B39ABED82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9843480" y="5477564"/>
                  <a:ext cx="1080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7ABD2F6B-0FDD-91F1-A394-362DDE02659C}"/>
                    </a:ext>
                  </a:extLst>
                </p14:cNvPr>
                <p14:cNvContentPartPr/>
                <p14:nvPr/>
              </p14:nvContentPartPr>
              <p14:xfrm>
                <a:off x="9952200" y="5436884"/>
                <a:ext cx="89640" cy="23436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7ABD2F6B-0FDD-91F1-A394-362DDE02659C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9943200" y="5427884"/>
                  <a:ext cx="107280" cy="25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00">
            <p14:nvContentPartPr>
              <p14:cNvPr id="406" name="Ink 405">
                <a:extLst>
                  <a:ext uri="{FF2B5EF4-FFF2-40B4-BE49-F238E27FC236}">
                    <a16:creationId xmlns:a16="http://schemas.microsoft.com/office/drawing/2014/main" id="{D3861015-515A-DE9B-4B36-5BF9153F55A7}"/>
                  </a:ext>
                </a:extLst>
              </p14:cNvPr>
              <p14:cNvContentPartPr/>
              <p14:nvPr/>
            </p14:nvContentPartPr>
            <p14:xfrm>
              <a:off x="7249680" y="3785204"/>
              <a:ext cx="168480" cy="21600"/>
            </p14:xfrm>
          </p:contentPart>
        </mc:Choice>
        <mc:Fallback xmlns="">
          <p:pic>
            <p:nvPicPr>
              <p:cNvPr id="406" name="Ink 405">
                <a:extLst>
                  <a:ext uri="{FF2B5EF4-FFF2-40B4-BE49-F238E27FC236}">
                    <a16:creationId xmlns:a16="http://schemas.microsoft.com/office/drawing/2014/main" id="{D3861015-515A-DE9B-4B36-5BF9153F55A7}"/>
                  </a:ext>
                </a:extLst>
              </p:cNvPr>
              <p:cNvPicPr/>
              <p:nvPr/>
            </p:nvPicPr>
            <p:blipFill>
              <a:blip r:embed="rId701"/>
              <a:stretch>
                <a:fillRect/>
              </a:stretch>
            </p:blipFill>
            <p:spPr>
              <a:xfrm>
                <a:off x="7241040" y="3776204"/>
                <a:ext cx="18612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13" name="Group 412">
            <a:extLst>
              <a:ext uri="{FF2B5EF4-FFF2-40B4-BE49-F238E27FC236}">
                <a16:creationId xmlns:a16="http://schemas.microsoft.com/office/drawing/2014/main" id="{357A2A9B-F077-B199-33D0-A0E25EA4EF22}"/>
              </a:ext>
            </a:extLst>
          </p:cNvPr>
          <p:cNvGrpSpPr/>
          <p:nvPr/>
        </p:nvGrpSpPr>
        <p:grpSpPr>
          <a:xfrm>
            <a:off x="4486320" y="5303684"/>
            <a:ext cx="1320480" cy="552240"/>
            <a:chOff x="4486320" y="5303684"/>
            <a:chExt cx="1320480" cy="55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511E1515-8D75-8DAA-67F8-D83DB524E97D}"/>
                    </a:ext>
                  </a:extLst>
                </p14:cNvPr>
                <p14:cNvContentPartPr/>
                <p14:nvPr/>
              </p14:nvContentPartPr>
              <p14:xfrm>
                <a:off x="4486320" y="5516444"/>
                <a:ext cx="137880" cy="18432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511E1515-8D75-8DAA-67F8-D83DB524E97D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4477680" y="5507444"/>
                  <a:ext cx="1555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2DE0BAEF-E34C-36B5-C6F6-CF9BDF69211D}"/>
                    </a:ext>
                  </a:extLst>
                </p14:cNvPr>
                <p14:cNvContentPartPr/>
                <p14:nvPr/>
              </p14:nvContentPartPr>
              <p14:xfrm>
                <a:off x="4703760" y="5610044"/>
                <a:ext cx="133560" cy="20196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2DE0BAEF-E34C-36B5-C6F6-CF9BDF69211D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4694760" y="5601044"/>
                  <a:ext cx="1512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D0CB6FF4-F7C9-6428-2F15-94BCC2F6D06D}"/>
                    </a:ext>
                  </a:extLst>
                </p14:cNvPr>
                <p14:cNvContentPartPr/>
                <p14:nvPr/>
              </p14:nvContentPartPr>
              <p14:xfrm>
                <a:off x="4888440" y="5579804"/>
                <a:ext cx="145440" cy="2556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D0CB6FF4-F7C9-6428-2F15-94BCC2F6D06D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4879440" y="5571164"/>
                  <a:ext cx="1630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20420166-D662-6AEE-1A82-F445AC264F60}"/>
                    </a:ext>
                  </a:extLst>
                </p14:cNvPr>
                <p14:cNvContentPartPr/>
                <p14:nvPr/>
              </p14:nvContentPartPr>
              <p14:xfrm>
                <a:off x="4922280" y="5620484"/>
                <a:ext cx="230400" cy="5652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20420166-D662-6AEE-1A82-F445AC264F60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4913640" y="5611844"/>
                  <a:ext cx="2480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0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D0FB328E-F73F-07AE-3561-A2C72F0D76E9}"/>
                    </a:ext>
                  </a:extLst>
                </p14:cNvPr>
                <p14:cNvContentPartPr/>
                <p14:nvPr/>
              </p14:nvContentPartPr>
              <p14:xfrm>
                <a:off x="5302440" y="5525804"/>
                <a:ext cx="22320" cy="17928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D0FB328E-F73F-07AE-3561-A2C72F0D76E9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5293440" y="5516804"/>
                  <a:ext cx="399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2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C1FF6E54-E331-BF7C-C70D-AB87A4C7D175}"/>
                    </a:ext>
                  </a:extLst>
                </p14:cNvPr>
                <p14:cNvContentPartPr/>
                <p14:nvPr/>
              </p14:nvContentPartPr>
              <p14:xfrm>
                <a:off x="5409720" y="5503484"/>
                <a:ext cx="111240" cy="17208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C1FF6E54-E331-BF7C-C70D-AB87A4C7D175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5401080" y="5494484"/>
                  <a:ext cx="1288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684666D3-0943-3499-898B-49B48DA95CF3}"/>
                    </a:ext>
                  </a:extLst>
                </p14:cNvPr>
                <p14:cNvContentPartPr/>
                <p14:nvPr/>
              </p14:nvContentPartPr>
              <p14:xfrm>
                <a:off x="5574600" y="5527604"/>
                <a:ext cx="81360" cy="13752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684666D3-0943-3499-898B-49B48DA95CF3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5565600" y="5518604"/>
                  <a:ext cx="990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78EE6150-EB54-9869-413B-A11F4002879C}"/>
                    </a:ext>
                  </a:extLst>
                </p14:cNvPr>
                <p14:cNvContentPartPr/>
                <p14:nvPr/>
              </p14:nvContentPartPr>
              <p14:xfrm>
                <a:off x="5619600" y="5471444"/>
                <a:ext cx="131040" cy="2628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78EE6150-EB54-9869-413B-A11F4002879C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5610960" y="5462804"/>
                  <a:ext cx="1486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00C04752-7E5C-530F-F977-2475F3AF2CE9}"/>
                    </a:ext>
                  </a:extLst>
                </p14:cNvPr>
                <p14:cNvContentPartPr/>
                <p14:nvPr/>
              </p14:nvContentPartPr>
              <p14:xfrm>
                <a:off x="5781240" y="5603924"/>
                <a:ext cx="25560" cy="13572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00C04752-7E5C-530F-F977-2475F3AF2CE9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5772240" y="5595284"/>
                  <a:ext cx="432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0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AA3AA24B-CEE3-01E3-412E-453E532B25F7}"/>
                    </a:ext>
                  </a:extLst>
                </p14:cNvPr>
                <p14:cNvContentPartPr/>
                <p14:nvPr/>
              </p14:nvContentPartPr>
              <p14:xfrm>
                <a:off x="5149800" y="5303684"/>
                <a:ext cx="247680" cy="55224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AA3AA24B-CEE3-01E3-412E-453E532B25F7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5141160" y="5295044"/>
                  <a:ext cx="265320" cy="56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7" name="Group 416">
            <a:extLst>
              <a:ext uri="{FF2B5EF4-FFF2-40B4-BE49-F238E27FC236}">
                <a16:creationId xmlns:a16="http://schemas.microsoft.com/office/drawing/2014/main" id="{5C0B5630-6557-265D-8C4C-0A447333E5F4}"/>
              </a:ext>
            </a:extLst>
          </p:cNvPr>
          <p:cNvGrpSpPr/>
          <p:nvPr/>
        </p:nvGrpSpPr>
        <p:grpSpPr>
          <a:xfrm>
            <a:off x="6014880" y="5441924"/>
            <a:ext cx="550800" cy="292680"/>
            <a:chOff x="6014880" y="5441924"/>
            <a:chExt cx="550800" cy="29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2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2B6E048B-0866-14F5-E7AB-229B61B2AB33}"/>
                    </a:ext>
                  </a:extLst>
                </p14:cNvPr>
                <p14:cNvContentPartPr/>
                <p14:nvPr/>
              </p14:nvContentPartPr>
              <p14:xfrm>
                <a:off x="6014880" y="5518964"/>
                <a:ext cx="24840" cy="17928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2B6E048B-0866-14F5-E7AB-229B61B2AB33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6006240" y="5509964"/>
                  <a:ext cx="424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6AB9E22A-9D49-B939-A625-0346AE6A8389}"/>
                    </a:ext>
                  </a:extLst>
                </p14:cNvPr>
                <p14:cNvContentPartPr/>
                <p14:nvPr/>
              </p14:nvContentPartPr>
              <p14:xfrm>
                <a:off x="6159960" y="5501684"/>
                <a:ext cx="259920" cy="21708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6AB9E22A-9D49-B939-A625-0346AE6A8389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6151320" y="5492684"/>
                  <a:ext cx="27756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9FC514A3-6243-123C-CD99-9EE48FA588BA}"/>
                    </a:ext>
                  </a:extLst>
                </p14:cNvPr>
                <p14:cNvContentPartPr/>
                <p14:nvPr/>
              </p14:nvContentPartPr>
              <p14:xfrm>
                <a:off x="6397560" y="5441924"/>
                <a:ext cx="168120" cy="29268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9FC514A3-6243-123C-CD99-9EE48FA588BA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6388920" y="5433284"/>
                  <a:ext cx="185760" cy="31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7" name="Group 426">
            <a:extLst>
              <a:ext uri="{FF2B5EF4-FFF2-40B4-BE49-F238E27FC236}">
                <a16:creationId xmlns:a16="http://schemas.microsoft.com/office/drawing/2014/main" id="{A30F5297-3995-565A-D966-F4BA38016A81}"/>
              </a:ext>
            </a:extLst>
          </p:cNvPr>
          <p:cNvGrpSpPr/>
          <p:nvPr/>
        </p:nvGrpSpPr>
        <p:grpSpPr>
          <a:xfrm>
            <a:off x="10504800" y="3921644"/>
            <a:ext cx="1135080" cy="561240"/>
            <a:chOff x="10504800" y="3921644"/>
            <a:chExt cx="1135080" cy="56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8177CB58-0713-AC13-96D1-BF99922E93E8}"/>
                    </a:ext>
                  </a:extLst>
                </p14:cNvPr>
                <p14:cNvContentPartPr/>
                <p14:nvPr/>
              </p14:nvContentPartPr>
              <p14:xfrm>
                <a:off x="10504800" y="3921644"/>
                <a:ext cx="109440" cy="36972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8177CB58-0713-AC13-96D1-BF99922E93E8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10495800" y="3912644"/>
                  <a:ext cx="12708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5E45CC12-E7C4-8285-C92D-D8562A13DDFA}"/>
                    </a:ext>
                  </a:extLst>
                </p14:cNvPr>
                <p14:cNvContentPartPr/>
                <p14:nvPr/>
              </p14:nvContentPartPr>
              <p14:xfrm>
                <a:off x="10623960" y="4056644"/>
                <a:ext cx="24120" cy="16308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5E45CC12-E7C4-8285-C92D-D8562A13DDFA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10614960" y="4047644"/>
                  <a:ext cx="417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8E97C0E3-F220-3247-39C1-D3519B74C879}"/>
                    </a:ext>
                  </a:extLst>
                </p14:cNvPr>
                <p14:cNvContentPartPr/>
                <p14:nvPr/>
              </p14:nvContentPartPr>
              <p14:xfrm>
                <a:off x="10718640" y="4085444"/>
                <a:ext cx="63720" cy="14832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8E97C0E3-F220-3247-39C1-D3519B74C879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10710000" y="4076804"/>
                  <a:ext cx="813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4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CAE32A86-B4FD-F863-DA00-93F92DCBD37C}"/>
                    </a:ext>
                  </a:extLst>
                </p14:cNvPr>
                <p14:cNvContentPartPr/>
                <p14:nvPr/>
              </p14:nvContentPartPr>
              <p14:xfrm>
                <a:off x="10828440" y="4124324"/>
                <a:ext cx="57600" cy="11160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CAE32A86-B4FD-F863-DA00-93F92DCBD37C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10819800" y="4115684"/>
                  <a:ext cx="752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6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CD41EC59-B1A9-1C48-AD73-D0C10BD1DE09}"/>
                    </a:ext>
                  </a:extLst>
                </p14:cNvPr>
                <p14:cNvContentPartPr/>
                <p14:nvPr/>
              </p14:nvContentPartPr>
              <p14:xfrm>
                <a:off x="10859400" y="4091924"/>
                <a:ext cx="97920" cy="2808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CD41EC59-B1A9-1C48-AD73-D0C10BD1DE09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10850760" y="4083284"/>
                  <a:ext cx="1155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8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CAE716E3-2421-7551-A615-500B95306F85}"/>
                    </a:ext>
                  </a:extLst>
                </p14:cNvPr>
                <p14:cNvContentPartPr/>
                <p14:nvPr/>
              </p14:nvContentPartPr>
              <p14:xfrm>
                <a:off x="11005920" y="4177244"/>
                <a:ext cx="12960" cy="9288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CAE716E3-2421-7551-A615-500B95306F85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10996920" y="4168604"/>
                  <a:ext cx="306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0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46503553-61F6-C9B9-ADA4-BFD46809359D}"/>
                    </a:ext>
                  </a:extLst>
                </p14:cNvPr>
                <p14:cNvContentPartPr/>
                <p14:nvPr/>
              </p14:nvContentPartPr>
              <p14:xfrm>
                <a:off x="11142360" y="4121084"/>
                <a:ext cx="10080" cy="14364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46503553-61F6-C9B9-ADA4-BFD46809359D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11133360" y="4112444"/>
                  <a:ext cx="277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2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74EB1935-3770-C9DB-E9BB-B0A888694DDC}"/>
                    </a:ext>
                  </a:extLst>
                </p14:cNvPr>
                <p14:cNvContentPartPr/>
                <p14:nvPr/>
              </p14:nvContentPartPr>
              <p14:xfrm>
                <a:off x="11246400" y="4148084"/>
                <a:ext cx="247320" cy="13896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74EB1935-3770-C9DB-E9BB-B0A888694DDC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11237760" y="4139444"/>
                  <a:ext cx="2649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4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D9D08FEF-6E5D-AB81-0C52-E8BF352575D8}"/>
                    </a:ext>
                  </a:extLst>
                </p14:cNvPr>
                <p14:cNvContentPartPr/>
                <p14:nvPr/>
              </p14:nvContentPartPr>
              <p14:xfrm>
                <a:off x="11490480" y="4050164"/>
                <a:ext cx="149400" cy="43272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D9D08FEF-6E5D-AB81-0C52-E8BF352575D8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11481480" y="4041164"/>
                  <a:ext cx="167040" cy="45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4" name="Group 433">
            <a:extLst>
              <a:ext uri="{FF2B5EF4-FFF2-40B4-BE49-F238E27FC236}">
                <a16:creationId xmlns:a16="http://schemas.microsoft.com/office/drawing/2014/main" id="{FF310ECD-C2A5-486D-2184-31B3D00F2C62}"/>
              </a:ext>
            </a:extLst>
          </p:cNvPr>
          <p:cNvGrpSpPr/>
          <p:nvPr/>
        </p:nvGrpSpPr>
        <p:grpSpPr>
          <a:xfrm>
            <a:off x="3326760" y="1886924"/>
            <a:ext cx="630360" cy="263160"/>
            <a:chOff x="3326760" y="1886924"/>
            <a:chExt cx="630360" cy="26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6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3BB64C23-AB15-F15D-A6CB-4A71B97720AF}"/>
                    </a:ext>
                  </a:extLst>
                </p14:cNvPr>
                <p14:cNvContentPartPr/>
                <p14:nvPr/>
              </p14:nvContentPartPr>
              <p14:xfrm>
                <a:off x="3326760" y="1984484"/>
                <a:ext cx="115200" cy="14328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3BB64C23-AB15-F15D-A6CB-4A71B97720AF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3318120" y="1975484"/>
                  <a:ext cx="1328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8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06A7A5BB-B3D7-90F0-5F77-695377DFC7F5}"/>
                    </a:ext>
                  </a:extLst>
                </p14:cNvPr>
                <p14:cNvContentPartPr/>
                <p14:nvPr/>
              </p14:nvContentPartPr>
              <p14:xfrm>
                <a:off x="3529800" y="1925444"/>
                <a:ext cx="33120" cy="18432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06A7A5BB-B3D7-90F0-5F77-695377DFC7F5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3521160" y="1916804"/>
                  <a:ext cx="507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0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B3438680-A690-03F9-C2B4-08AB5917E8C5}"/>
                    </a:ext>
                  </a:extLst>
                </p14:cNvPr>
                <p14:cNvContentPartPr/>
                <p14:nvPr/>
              </p14:nvContentPartPr>
              <p14:xfrm>
                <a:off x="3619440" y="1886924"/>
                <a:ext cx="79560" cy="26316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B3438680-A690-03F9-C2B4-08AB5917E8C5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3610800" y="1877924"/>
                  <a:ext cx="9720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2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5C242828-345C-0F77-CE30-FF48FB032A9A}"/>
                    </a:ext>
                  </a:extLst>
                </p14:cNvPr>
                <p14:cNvContentPartPr/>
                <p14:nvPr/>
              </p14:nvContentPartPr>
              <p14:xfrm>
                <a:off x="3774240" y="2055764"/>
                <a:ext cx="149760" cy="1872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5C242828-345C-0F77-CE30-FF48FB032A9A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3765600" y="2046764"/>
                  <a:ext cx="1674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48F8971F-9890-6D23-F1FB-CA6FC0B761F0}"/>
                    </a:ext>
                  </a:extLst>
                </p14:cNvPr>
                <p14:cNvContentPartPr/>
                <p14:nvPr/>
              </p14:nvContentPartPr>
              <p14:xfrm>
                <a:off x="3902400" y="2009684"/>
                <a:ext cx="54720" cy="13464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48F8971F-9890-6D23-F1FB-CA6FC0B761F0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3893400" y="2000684"/>
                  <a:ext cx="72360" cy="15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5" name="Group 444">
            <a:extLst>
              <a:ext uri="{FF2B5EF4-FFF2-40B4-BE49-F238E27FC236}">
                <a16:creationId xmlns:a16="http://schemas.microsoft.com/office/drawing/2014/main" id="{2BA13E67-20CB-0846-E014-EE88795AB5FB}"/>
              </a:ext>
            </a:extLst>
          </p:cNvPr>
          <p:cNvGrpSpPr/>
          <p:nvPr/>
        </p:nvGrpSpPr>
        <p:grpSpPr>
          <a:xfrm>
            <a:off x="3380400" y="4084364"/>
            <a:ext cx="672120" cy="336600"/>
            <a:chOff x="3380400" y="4084364"/>
            <a:chExt cx="672120" cy="33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6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98C5A0CE-1A50-9E1B-1F3E-1D8063FCF3A7}"/>
                    </a:ext>
                  </a:extLst>
                </p14:cNvPr>
                <p14:cNvContentPartPr/>
                <p14:nvPr/>
              </p14:nvContentPartPr>
              <p14:xfrm>
                <a:off x="3380400" y="4216844"/>
                <a:ext cx="119160" cy="13824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98C5A0CE-1A50-9E1B-1F3E-1D8063FCF3A7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3371760" y="4207844"/>
                  <a:ext cx="1368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8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C8FA4F85-A00C-70EC-84D6-8B349BE93EE2}"/>
                    </a:ext>
                  </a:extLst>
                </p14:cNvPr>
                <p14:cNvContentPartPr/>
                <p14:nvPr/>
              </p14:nvContentPartPr>
              <p14:xfrm>
                <a:off x="3560040" y="4157804"/>
                <a:ext cx="55800" cy="25884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C8FA4F85-A00C-70EC-84D6-8B349BE93EE2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3551400" y="4149164"/>
                  <a:ext cx="734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0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E73690CA-EC84-CB26-4D83-079DBE2AA8C6}"/>
                    </a:ext>
                  </a:extLst>
                </p14:cNvPr>
                <p14:cNvContentPartPr/>
                <p14:nvPr/>
              </p14:nvContentPartPr>
              <p14:xfrm>
                <a:off x="3676320" y="4084364"/>
                <a:ext cx="101520" cy="33660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E73690CA-EC84-CB26-4D83-079DBE2AA8C6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3667680" y="4075364"/>
                  <a:ext cx="11916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2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C5088CA4-9531-0F92-29B3-5B903FC2B39F}"/>
                    </a:ext>
                  </a:extLst>
                </p14:cNvPr>
                <p14:cNvContentPartPr/>
                <p14:nvPr/>
              </p14:nvContentPartPr>
              <p14:xfrm>
                <a:off x="3880440" y="4290644"/>
                <a:ext cx="127440" cy="1908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C5088CA4-9531-0F92-29B3-5B903FC2B39F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3871800" y="4281644"/>
                  <a:ext cx="1450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4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913ECB59-50A5-52F7-9FCA-CF3AC4242AEC}"/>
                    </a:ext>
                  </a:extLst>
                </p14:cNvPr>
                <p14:cNvContentPartPr/>
                <p14:nvPr/>
              </p14:nvContentPartPr>
              <p14:xfrm>
                <a:off x="3980520" y="4250324"/>
                <a:ext cx="72000" cy="15840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913ECB59-50A5-52F7-9FCA-CF3AC4242AEC}"/>
                    </a:ext>
                  </a:extLst>
                </p:cNvPr>
                <p:cNvPicPr/>
                <p:nvPr/>
              </p:nvPicPr>
              <p:blipFill>
                <a:blip r:embed="rId765"/>
                <a:stretch>
                  <a:fillRect/>
                </a:stretch>
              </p:blipFill>
              <p:spPr>
                <a:xfrm>
                  <a:off x="3971520" y="4241684"/>
                  <a:ext cx="89640" cy="17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4" name="Group 443">
            <a:extLst>
              <a:ext uri="{FF2B5EF4-FFF2-40B4-BE49-F238E27FC236}">
                <a16:creationId xmlns:a16="http://schemas.microsoft.com/office/drawing/2014/main" id="{3C270D9C-D4EB-9FB2-1997-BDC3185145D3}"/>
              </a:ext>
            </a:extLst>
          </p:cNvPr>
          <p:cNvGrpSpPr/>
          <p:nvPr/>
        </p:nvGrpSpPr>
        <p:grpSpPr>
          <a:xfrm>
            <a:off x="3506760" y="5526164"/>
            <a:ext cx="682560" cy="325440"/>
            <a:chOff x="3506760" y="5526164"/>
            <a:chExt cx="682560" cy="32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6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6B830F78-24EB-3A77-25B9-629A6025897C}"/>
                    </a:ext>
                  </a:extLst>
                </p14:cNvPr>
                <p14:cNvContentPartPr/>
                <p14:nvPr/>
              </p14:nvContentPartPr>
              <p14:xfrm>
                <a:off x="3506760" y="5576564"/>
                <a:ext cx="277200" cy="24336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6B830F78-24EB-3A77-25B9-629A6025897C}"/>
                    </a:ext>
                  </a:extLst>
                </p:cNvPr>
                <p:cNvPicPr/>
                <p:nvPr/>
              </p:nvPicPr>
              <p:blipFill>
                <a:blip r:embed="rId767"/>
                <a:stretch>
                  <a:fillRect/>
                </a:stretch>
              </p:blipFill>
              <p:spPr>
                <a:xfrm>
                  <a:off x="3498120" y="5567564"/>
                  <a:ext cx="2948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8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4EB2E6BA-6E34-3052-CD35-04D26283B52C}"/>
                    </a:ext>
                  </a:extLst>
                </p14:cNvPr>
                <p14:cNvContentPartPr/>
                <p14:nvPr/>
              </p14:nvContentPartPr>
              <p14:xfrm>
                <a:off x="3800520" y="5526164"/>
                <a:ext cx="116280" cy="32544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4EB2E6BA-6E34-3052-CD35-04D26283B52C}"/>
                    </a:ext>
                  </a:extLst>
                </p:cNvPr>
                <p:cNvPicPr/>
                <p:nvPr/>
              </p:nvPicPr>
              <p:blipFill>
                <a:blip r:embed="rId769"/>
                <a:stretch>
                  <a:fillRect/>
                </a:stretch>
              </p:blipFill>
              <p:spPr>
                <a:xfrm>
                  <a:off x="3791880" y="5517524"/>
                  <a:ext cx="1339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0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EB53B81E-96C1-AC75-D92B-1595BF651F97}"/>
                    </a:ext>
                  </a:extLst>
                </p14:cNvPr>
                <p14:cNvContentPartPr/>
                <p14:nvPr/>
              </p14:nvContentPartPr>
              <p14:xfrm>
                <a:off x="3990960" y="5755484"/>
                <a:ext cx="178920" cy="1584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EB53B81E-96C1-AC75-D92B-1595BF651F97}"/>
                    </a:ext>
                  </a:extLst>
                </p:cNvPr>
                <p:cNvPicPr/>
                <p:nvPr/>
              </p:nvPicPr>
              <p:blipFill>
                <a:blip r:embed="rId771"/>
                <a:stretch>
                  <a:fillRect/>
                </a:stretch>
              </p:blipFill>
              <p:spPr>
                <a:xfrm>
                  <a:off x="3982320" y="5746484"/>
                  <a:ext cx="1965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2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64E2D5AA-42C4-9F93-2193-BC133AE48B59}"/>
                    </a:ext>
                  </a:extLst>
                </p14:cNvPr>
                <p14:cNvContentPartPr/>
                <p14:nvPr/>
              </p14:nvContentPartPr>
              <p14:xfrm>
                <a:off x="4128120" y="5723444"/>
                <a:ext cx="61200" cy="11664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64E2D5AA-42C4-9F93-2193-BC133AE48B59}"/>
                    </a:ext>
                  </a:extLst>
                </p:cNvPr>
                <p:cNvPicPr/>
                <p:nvPr/>
              </p:nvPicPr>
              <p:blipFill>
                <a:blip r:embed="rId773"/>
                <a:stretch>
                  <a:fillRect/>
                </a:stretch>
              </p:blipFill>
              <p:spPr>
                <a:xfrm>
                  <a:off x="4119480" y="5714444"/>
                  <a:ext cx="78840" cy="13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74">
            <p14:nvContentPartPr>
              <p14:cNvPr id="323" name="Ink 322">
                <a:extLst>
                  <a:ext uri="{FF2B5EF4-FFF2-40B4-BE49-F238E27FC236}">
                    <a16:creationId xmlns:a16="http://schemas.microsoft.com/office/drawing/2014/main" id="{CF72398B-80DA-7266-069B-30785BED6145}"/>
                  </a:ext>
                </a:extLst>
              </p14:cNvPr>
              <p14:cNvContentPartPr/>
              <p14:nvPr/>
            </p14:nvContentPartPr>
            <p14:xfrm>
              <a:off x="5634360" y="2637540"/>
              <a:ext cx="60120" cy="4680"/>
            </p14:xfrm>
          </p:contentPart>
        </mc:Choice>
        <mc:Fallback>
          <p:pic>
            <p:nvPicPr>
              <p:cNvPr id="323" name="Ink 322">
                <a:extLst>
                  <a:ext uri="{FF2B5EF4-FFF2-40B4-BE49-F238E27FC236}">
                    <a16:creationId xmlns:a16="http://schemas.microsoft.com/office/drawing/2014/main" id="{CF72398B-80DA-7266-069B-30785BED6145}"/>
                  </a:ext>
                </a:extLst>
              </p:cNvPr>
              <p:cNvPicPr/>
              <p:nvPr/>
            </p:nvPicPr>
            <p:blipFill>
              <a:blip r:embed="rId775"/>
              <a:stretch>
                <a:fillRect/>
              </a:stretch>
            </p:blipFill>
            <p:spPr>
              <a:xfrm>
                <a:off x="5625360" y="2628900"/>
                <a:ext cx="77760" cy="2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34316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B2BB2ED-7146-F44E-7736-2F842A99B806}"/>
                  </a:ext>
                </a:extLst>
              </p14:cNvPr>
              <p14:cNvContentPartPr/>
              <p14:nvPr/>
            </p14:nvContentPartPr>
            <p14:xfrm>
              <a:off x="7247160" y="183348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B2BB2ED-7146-F44E-7736-2F842A99B80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38160" y="182448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01613E8-CA44-6606-8F6C-F5124BFD7712}"/>
                  </a:ext>
                </a:extLst>
              </p14:cNvPr>
              <p14:cNvContentPartPr/>
              <p14:nvPr/>
            </p14:nvContentPartPr>
            <p14:xfrm>
              <a:off x="7169400" y="1615484"/>
              <a:ext cx="4819320" cy="4435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01613E8-CA44-6606-8F6C-F5124BFD771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60400" y="1606844"/>
                <a:ext cx="4836960" cy="445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200E448-F9DC-CB67-A63E-3B5F0CF5DB87}"/>
                  </a:ext>
                </a:extLst>
              </p14:cNvPr>
              <p14:cNvContentPartPr/>
              <p14:nvPr/>
            </p14:nvContentPartPr>
            <p14:xfrm>
              <a:off x="7112520" y="1578044"/>
              <a:ext cx="170280" cy="132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200E448-F9DC-CB67-A63E-3B5F0CF5DB8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03880" y="1569044"/>
                <a:ext cx="18792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31C6E47-5781-0C8B-CC5B-36A02FC34E54}"/>
                  </a:ext>
                </a:extLst>
              </p14:cNvPr>
              <p14:cNvContentPartPr/>
              <p14:nvPr/>
            </p14:nvContentPartPr>
            <p14:xfrm>
              <a:off x="11878560" y="5880764"/>
              <a:ext cx="158400" cy="110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31C6E47-5781-0C8B-CC5B-36A02FC34E5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869560" y="5872124"/>
                <a:ext cx="17604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3D33E34-1307-42C1-720F-C116DD05A5E0}"/>
                  </a:ext>
                </a:extLst>
              </p14:cNvPr>
              <p14:cNvContentPartPr/>
              <p14:nvPr/>
            </p14:nvContentPartPr>
            <p14:xfrm>
              <a:off x="12037680" y="5918564"/>
              <a:ext cx="12960" cy="1382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3D33E34-1307-42C1-720F-C116DD05A5E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028680" y="5909924"/>
                <a:ext cx="3060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42A8CB9-0F8C-6719-BD64-9D9A1B58E6DD}"/>
                  </a:ext>
                </a:extLst>
              </p14:cNvPr>
              <p14:cNvContentPartPr/>
              <p14:nvPr/>
            </p14:nvContentPartPr>
            <p14:xfrm>
              <a:off x="6584760" y="1231724"/>
              <a:ext cx="240480" cy="1321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42A8CB9-0F8C-6719-BD64-9D9A1B58E6D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576120" y="1223084"/>
                <a:ext cx="25812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1C283E9-BA56-690D-F7AB-274B95AA3FE7}"/>
                  </a:ext>
                </a:extLst>
              </p14:cNvPr>
              <p14:cNvContentPartPr/>
              <p14:nvPr/>
            </p14:nvContentPartPr>
            <p14:xfrm>
              <a:off x="6871320" y="1249364"/>
              <a:ext cx="132840" cy="1522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1C283E9-BA56-690D-F7AB-274B95AA3FE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862680" y="1240364"/>
                <a:ext cx="15048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ADE140B-CCCA-3C35-52C8-DA0FC784A4E1}"/>
                  </a:ext>
                </a:extLst>
              </p14:cNvPr>
              <p14:cNvContentPartPr/>
              <p14:nvPr/>
            </p14:nvContentPartPr>
            <p14:xfrm>
              <a:off x="8547120" y="5814164"/>
              <a:ext cx="65160" cy="2350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ADE140B-CCCA-3C35-52C8-DA0FC784A4E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538480" y="5805524"/>
                <a:ext cx="8280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B68BA64-D245-85DF-44BE-7F1BB777EC25}"/>
                  </a:ext>
                </a:extLst>
              </p14:cNvPr>
              <p14:cNvContentPartPr/>
              <p14:nvPr/>
            </p14:nvContentPartPr>
            <p14:xfrm>
              <a:off x="8583480" y="6148964"/>
              <a:ext cx="86400" cy="1393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B68BA64-D245-85DF-44BE-7F1BB777EC2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574840" y="6139964"/>
                <a:ext cx="10404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1F19E7B-B5C9-EDDD-808F-1A146666AB8F}"/>
                  </a:ext>
                </a:extLst>
              </p14:cNvPr>
              <p14:cNvContentPartPr/>
              <p14:nvPr/>
            </p14:nvContentPartPr>
            <p14:xfrm>
              <a:off x="8603640" y="6103964"/>
              <a:ext cx="105120" cy="900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1F19E7B-B5C9-EDDD-808F-1A146666AB8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595000" y="6095324"/>
                <a:ext cx="12276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719F5E2-C955-9F0B-E934-C230CBFDAE46}"/>
                  </a:ext>
                </a:extLst>
              </p14:cNvPr>
              <p14:cNvContentPartPr/>
              <p14:nvPr/>
            </p14:nvContentPartPr>
            <p14:xfrm>
              <a:off x="8750160" y="6097844"/>
              <a:ext cx="82800" cy="921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719F5E2-C955-9F0B-E934-C230CBFDAE4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741160" y="6088844"/>
                <a:ext cx="10044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F625EFA-9160-F489-5186-BCA1BF4C260B}"/>
                  </a:ext>
                </a:extLst>
              </p14:cNvPr>
              <p14:cNvContentPartPr/>
              <p14:nvPr/>
            </p14:nvContentPartPr>
            <p14:xfrm>
              <a:off x="9538920" y="5722724"/>
              <a:ext cx="43920" cy="2588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F625EFA-9160-F489-5186-BCA1BF4C260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530280" y="5713724"/>
                <a:ext cx="6156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04785C4-4AF7-9D57-E4CB-BE15C34BD855}"/>
                  </a:ext>
                </a:extLst>
              </p14:cNvPr>
              <p14:cNvContentPartPr/>
              <p14:nvPr/>
            </p14:nvContentPartPr>
            <p14:xfrm>
              <a:off x="9551880" y="6102884"/>
              <a:ext cx="48240" cy="1422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04785C4-4AF7-9D57-E4CB-BE15C34BD85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543240" y="6094244"/>
                <a:ext cx="6588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B6B8534-6D39-CB2B-DF00-04A4B56D522F}"/>
                  </a:ext>
                </a:extLst>
              </p14:cNvPr>
              <p14:cNvContentPartPr/>
              <p14:nvPr/>
            </p14:nvContentPartPr>
            <p14:xfrm>
              <a:off x="9666720" y="6065804"/>
              <a:ext cx="208440" cy="1227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B6B8534-6D39-CB2B-DF00-04A4B56D522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658080" y="6057164"/>
                <a:ext cx="22608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45037C7-A8E9-9B10-E2FC-DF28EC7D8187}"/>
                  </a:ext>
                </a:extLst>
              </p14:cNvPr>
              <p14:cNvContentPartPr/>
              <p14:nvPr/>
            </p14:nvContentPartPr>
            <p14:xfrm>
              <a:off x="11398680" y="5578724"/>
              <a:ext cx="38520" cy="1789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45037C7-A8E9-9B10-E2FC-DF28EC7D818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1389680" y="5570084"/>
                <a:ext cx="5616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F9C1F16-D811-4EB7-4979-E143D2E5E041}"/>
                  </a:ext>
                </a:extLst>
              </p14:cNvPr>
              <p14:cNvContentPartPr/>
              <p14:nvPr/>
            </p14:nvContentPartPr>
            <p14:xfrm>
              <a:off x="11390760" y="6060764"/>
              <a:ext cx="197640" cy="1612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F9C1F16-D811-4EB7-4979-E143D2E5E04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382120" y="6051764"/>
                <a:ext cx="21528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5610D3D-E2EE-4E51-CF23-525E19774FA0}"/>
                  </a:ext>
                </a:extLst>
              </p14:cNvPr>
              <p14:cNvContentPartPr/>
              <p14:nvPr/>
            </p14:nvContentPartPr>
            <p14:xfrm>
              <a:off x="11557440" y="6049244"/>
              <a:ext cx="215280" cy="1177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5610D3D-E2EE-4E51-CF23-525E19774FA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1548800" y="6040604"/>
                <a:ext cx="23292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D6D2A7B-AC7E-48EA-2E03-60278B312162}"/>
                  </a:ext>
                </a:extLst>
              </p14:cNvPr>
              <p14:cNvContentPartPr/>
              <p14:nvPr/>
            </p14:nvContentPartPr>
            <p14:xfrm>
              <a:off x="7261560" y="4988684"/>
              <a:ext cx="308880" cy="126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D6D2A7B-AC7E-48EA-2E03-60278B31216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252920" y="4979684"/>
                <a:ext cx="32652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DE4401C-F2D4-6FBC-8680-E8DBB7F826DB}"/>
                  </a:ext>
                </a:extLst>
              </p14:cNvPr>
              <p14:cNvContentPartPr/>
              <p14:nvPr/>
            </p14:nvContentPartPr>
            <p14:xfrm>
              <a:off x="6909120" y="5139884"/>
              <a:ext cx="108360" cy="1760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DE4401C-F2D4-6FBC-8680-E8DBB7F826D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900120" y="5131244"/>
                <a:ext cx="12600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E7B012C-025D-6DA9-E36F-C21C47E3F747}"/>
                  </a:ext>
                </a:extLst>
              </p14:cNvPr>
              <p14:cNvContentPartPr/>
              <p14:nvPr/>
            </p14:nvContentPartPr>
            <p14:xfrm>
              <a:off x="6915960" y="5099204"/>
              <a:ext cx="223200" cy="1065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E7B012C-025D-6DA9-E36F-C21C47E3F74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907320" y="5090564"/>
                <a:ext cx="24084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B16D41E-F921-723C-DD57-94C7A1AD9E89}"/>
                  </a:ext>
                </a:extLst>
              </p14:cNvPr>
              <p14:cNvContentPartPr/>
              <p14:nvPr/>
            </p14:nvContentPartPr>
            <p14:xfrm>
              <a:off x="7230960" y="4057364"/>
              <a:ext cx="210600" cy="108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B16D41E-F921-723C-DD57-94C7A1AD9E8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222320" y="4048364"/>
                <a:ext cx="22824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1997528-17C8-1A5B-BD0D-8D683937AE78}"/>
                  </a:ext>
                </a:extLst>
              </p14:cNvPr>
              <p14:cNvContentPartPr/>
              <p14:nvPr/>
            </p14:nvContentPartPr>
            <p14:xfrm>
              <a:off x="6729480" y="4202804"/>
              <a:ext cx="92880" cy="1810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1997528-17C8-1A5B-BD0D-8D683937AE7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720480" y="4194164"/>
                <a:ext cx="11052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7A0994E-4E6D-CC32-BEE1-5180BFA50919}"/>
                  </a:ext>
                </a:extLst>
              </p14:cNvPr>
              <p14:cNvContentPartPr/>
              <p14:nvPr/>
            </p14:nvContentPartPr>
            <p14:xfrm>
              <a:off x="6876360" y="4104524"/>
              <a:ext cx="258120" cy="1857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7A0994E-4E6D-CC32-BEE1-5180BFA5091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867360" y="4095524"/>
                <a:ext cx="27576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024383D-47B4-3F0C-F3C8-005176718291}"/>
                  </a:ext>
                </a:extLst>
              </p14:cNvPr>
              <p14:cNvContentPartPr/>
              <p14:nvPr/>
            </p14:nvContentPartPr>
            <p14:xfrm>
              <a:off x="7139880" y="2871524"/>
              <a:ext cx="284760" cy="1677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024383D-47B4-3F0C-F3C8-00517671829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131240" y="2862524"/>
                <a:ext cx="30240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D7DD3E2-2152-A653-5AF0-87E751E27788}"/>
                  </a:ext>
                </a:extLst>
              </p14:cNvPr>
              <p14:cNvContentPartPr/>
              <p14:nvPr/>
            </p14:nvContentPartPr>
            <p14:xfrm>
              <a:off x="6663600" y="3161684"/>
              <a:ext cx="77040" cy="1695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D7DD3E2-2152-A653-5AF0-87E751E2778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654600" y="3153044"/>
                <a:ext cx="9468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F0D296B-2A1A-8F7F-3388-E7B4F291D256}"/>
                  </a:ext>
                </a:extLst>
              </p14:cNvPr>
              <p14:cNvContentPartPr/>
              <p14:nvPr/>
            </p14:nvContentPartPr>
            <p14:xfrm>
              <a:off x="6766560" y="3114884"/>
              <a:ext cx="140040" cy="1339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F0D296B-2A1A-8F7F-3388-E7B4F291D25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757560" y="3105884"/>
                <a:ext cx="15768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771F3F6-E7A8-220B-90AF-64F8B3AA3BF8}"/>
                  </a:ext>
                </a:extLst>
              </p14:cNvPr>
              <p14:cNvContentPartPr/>
              <p14:nvPr/>
            </p14:nvContentPartPr>
            <p14:xfrm>
              <a:off x="6801120" y="3017684"/>
              <a:ext cx="82800" cy="669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771F3F6-E7A8-220B-90AF-64F8B3AA3BF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792120" y="3008684"/>
                <a:ext cx="10044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FC54ADFE-F35D-8F09-2CD9-2ADEFA384ACF}"/>
                  </a:ext>
                </a:extLst>
              </p14:cNvPr>
              <p14:cNvContentPartPr/>
              <p14:nvPr/>
            </p14:nvContentPartPr>
            <p14:xfrm>
              <a:off x="6969960" y="2960804"/>
              <a:ext cx="102240" cy="1386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FC54ADFE-F35D-8F09-2CD9-2ADEFA384AC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961320" y="2952164"/>
                <a:ext cx="11988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7102FF75-1A6D-1BC0-FC8E-58FFE11173F4}"/>
                  </a:ext>
                </a:extLst>
              </p14:cNvPr>
              <p14:cNvContentPartPr/>
              <p14:nvPr/>
            </p14:nvContentPartPr>
            <p14:xfrm>
              <a:off x="7099560" y="1821764"/>
              <a:ext cx="253080" cy="1188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7102FF75-1A6D-1BC0-FC8E-58FFE11173F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090560" y="1813124"/>
                <a:ext cx="27072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6517CDC5-0374-01D1-98F6-721D53F50156}"/>
                  </a:ext>
                </a:extLst>
              </p14:cNvPr>
              <p14:cNvContentPartPr/>
              <p14:nvPr/>
            </p14:nvContentPartPr>
            <p14:xfrm>
              <a:off x="6640920" y="2003924"/>
              <a:ext cx="395280" cy="2955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6517CDC5-0374-01D1-98F6-721D53F5015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631920" y="1994924"/>
                <a:ext cx="41292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1820C7D1-D2E0-AB55-C639-9E642C4FD0C8}"/>
                  </a:ext>
                </a:extLst>
              </p14:cNvPr>
              <p14:cNvContentPartPr/>
              <p14:nvPr/>
            </p14:nvContentPartPr>
            <p14:xfrm>
              <a:off x="7850520" y="5908124"/>
              <a:ext cx="68400" cy="1569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1820C7D1-D2E0-AB55-C639-9E642C4FD0C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841520" y="5899124"/>
                <a:ext cx="8604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72769D8F-D917-8FCC-71EC-3BEE31057565}"/>
                  </a:ext>
                </a:extLst>
              </p14:cNvPr>
              <p14:cNvContentPartPr/>
              <p14:nvPr/>
            </p14:nvContentPartPr>
            <p14:xfrm>
              <a:off x="7853400" y="6211964"/>
              <a:ext cx="145440" cy="1206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72769D8F-D917-8FCC-71EC-3BEE3105756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844760" y="6203324"/>
                <a:ext cx="16308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068808F-A5F4-64F7-BDAD-7DC7F6BAF51D}"/>
                  </a:ext>
                </a:extLst>
              </p14:cNvPr>
              <p14:cNvContentPartPr/>
              <p14:nvPr/>
            </p14:nvContentPartPr>
            <p14:xfrm>
              <a:off x="7977240" y="6188564"/>
              <a:ext cx="70920" cy="1076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068808F-A5F4-64F7-BDAD-7DC7F6BAF51D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968600" y="6179564"/>
                <a:ext cx="8856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4FA58662-971E-C50E-0F13-0322A1DC1447}"/>
                  </a:ext>
                </a:extLst>
              </p14:cNvPr>
              <p14:cNvContentPartPr/>
              <p14:nvPr/>
            </p14:nvContentPartPr>
            <p14:xfrm>
              <a:off x="10420920" y="5666564"/>
              <a:ext cx="35640" cy="2552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4FA58662-971E-C50E-0F13-0322A1DC144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411920" y="5657564"/>
                <a:ext cx="5328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839AF8C6-4BE7-55AF-4D3F-31C30665D3B7}"/>
                  </a:ext>
                </a:extLst>
              </p14:cNvPr>
              <p14:cNvContentPartPr/>
              <p14:nvPr/>
            </p14:nvContentPartPr>
            <p14:xfrm>
              <a:off x="10414440" y="6067244"/>
              <a:ext cx="71280" cy="1522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839AF8C6-4BE7-55AF-4D3F-31C30665D3B7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405800" y="6058244"/>
                <a:ext cx="8892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E259F62-8244-B2FB-4C11-1501F5176D25}"/>
                  </a:ext>
                </a:extLst>
              </p14:cNvPr>
              <p14:cNvContentPartPr/>
              <p14:nvPr/>
            </p14:nvContentPartPr>
            <p14:xfrm>
              <a:off x="10552680" y="6073004"/>
              <a:ext cx="79920" cy="1328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E259F62-8244-B2FB-4C11-1501F5176D25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543680" y="6064004"/>
                <a:ext cx="9756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D723F8C-3041-6EBF-1F41-B2DD50831D91}"/>
                  </a:ext>
                </a:extLst>
              </p14:cNvPr>
              <p14:cNvContentPartPr/>
              <p14:nvPr/>
            </p14:nvContentPartPr>
            <p14:xfrm>
              <a:off x="10564200" y="6012164"/>
              <a:ext cx="99000" cy="705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D723F8C-3041-6EBF-1F41-B2DD50831D91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0555200" y="6003524"/>
                <a:ext cx="11664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E92DCF6C-6FF6-3C2D-8C1F-D677DC1E4EFE}"/>
                  </a:ext>
                </a:extLst>
              </p14:cNvPr>
              <p14:cNvContentPartPr/>
              <p14:nvPr/>
            </p14:nvContentPartPr>
            <p14:xfrm>
              <a:off x="10715040" y="6016484"/>
              <a:ext cx="81000" cy="1026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E92DCF6C-6FF6-3C2D-8C1F-D677DC1E4EF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0706400" y="6007484"/>
                <a:ext cx="986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FAE68E4-1433-02EC-7123-9987459BF170}"/>
                  </a:ext>
                </a:extLst>
              </p14:cNvPr>
              <p14:cNvContentPartPr/>
              <p14:nvPr/>
            </p14:nvContentPartPr>
            <p14:xfrm>
              <a:off x="10087920" y="5723084"/>
              <a:ext cx="43200" cy="1717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FAE68E4-1433-02EC-7123-9987459BF17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078920" y="5714084"/>
                <a:ext cx="6084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9A7DD927-1FBE-58FF-5763-B5B3308F450B}"/>
                  </a:ext>
                </a:extLst>
              </p14:cNvPr>
              <p14:cNvContentPartPr/>
              <p14:nvPr/>
            </p14:nvContentPartPr>
            <p14:xfrm>
              <a:off x="10056960" y="5996324"/>
              <a:ext cx="51120" cy="1220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9A7DD927-1FBE-58FF-5763-B5B3308F450B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0048320" y="5987684"/>
                <a:ext cx="6876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0FB11AF1-957F-7C2D-50ED-396DC1D8590E}"/>
                  </a:ext>
                </a:extLst>
              </p14:cNvPr>
              <p14:cNvContentPartPr/>
              <p14:nvPr/>
            </p14:nvContentPartPr>
            <p14:xfrm>
              <a:off x="10128600" y="5976884"/>
              <a:ext cx="84600" cy="1123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0FB11AF1-957F-7C2D-50ED-396DC1D8590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119960" y="5967884"/>
                <a:ext cx="10224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DEC3B6D3-8254-92B5-8FB3-C32FC3997FBA}"/>
                  </a:ext>
                </a:extLst>
              </p14:cNvPr>
              <p14:cNvContentPartPr/>
              <p14:nvPr/>
            </p14:nvContentPartPr>
            <p14:xfrm>
              <a:off x="10237320" y="5957084"/>
              <a:ext cx="36000" cy="961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DEC3B6D3-8254-92B5-8FB3-C32FC3997FBA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228320" y="5948084"/>
                <a:ext cx="5364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99DFF127-4380-C885-089D-00873388E2B6}"/>
                  </a:ext>
                </a:extLst>
              </p14:cNvPr>
              <p14:cNvContentPartPr/>
              <p14:nvPr/>
            </p14:nvContentPartPr>
            <p14:xfrm>
              <a:off x="10253880" y="5898764"/>
              <a:ext cx="45000" cy="658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99DFF127-4380-C885-089D-00873388E2B6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244880" y="5889764"/>
                <a:ext cx="6264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55A1D4D4-FD8F-DE15-12C4-A9B0810226F6}"/>
                  </a:ext>
                </a:extLst>
              </p14:cNvPr>
              <p14:cNvContentPartPr/>
              <p14:nvPr/>
            </p14:nvContentPartPr>
            <p14:xfrm>
              <a:off x="9790560" y="2776484"/>
              <a:ext cx="58320" cy="633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55A1D4D4-FD8F-DE15-12C4-A9B0810226F6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781920" y="2767844"/>
                <a:ext cx="7596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9125443C-98CB-DEA0-3CAA-76A24A4FDF28}"/>
                  </a:ext>
                </a:extLst>
              </p14:cNvPr>
              <p14:cNvContentPartPr/>
              <p14:nvPr/>
            </p14:nvContentPartPr>
            <p14:xfrm>
              <a:off x="10027080" y="2758484"/>
              <a:ext cx="14760" cy="1371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9125443C-98CB-DEA0-3CAA-76A24A4FDF28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018080" y="2749484"/>
                <a:ext cx="3240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54F71164-D0B6-A818-41F5-996ECF347818}"/>
                  </a:ext>
                </a:extLst>
              </p14:cNvPr>
              <p14:cNvContentPartPr/>
              <p14:nvPr/>
            </p14:nvContentPartPr>
            <p14:xfrm>
              <a:off x="10095120" y="2753084"/>
              <a:ext cx="92160" cy="1339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54F71164-D0B6-A818-41F5-996ECF34781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0086480" y="2744444"/>
                <a:ext cx="10980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B07E453F-7E0D-1691-A81A-C94135516DC1}"/>
                  </a:ext>
                </a:extLst>
              </p14:cNvPr>
              <p14:cNvContentPartPr/>
              <p14:nvPr/>
            </p14:nvContentPartPr>
            <p14:xfrm>
              <a:off x="10231200" y="2774324"/>
              <a:ext cx="46800" cy="982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B07E453F-7E0D-1691-A81A-C94135516DC1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0222200" y="2765324"/>
                <a:ext cx="6444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C1E84940-0506-0C85-86F8-8A4F8D6F2902}"/>
                  </a:ext>
                </a:extLst>
              </p14:cNvPr>
              <p14:cNvContentPartPr/>
              <p14:nvPr/>
            </p14:nvContentPartPr>
            <p14:xfrm>
              <a:off x="10248120" y="2724284"/>
              <a:ext cx="79560" cy="230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C1E84940-0506-0C85-86F8-8A4F8D6F2902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239120" y="2715644"/>
                <a:ext cx="9720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942E3BC6-2AEE-245D-78B1-ED1E44ACFE5A}"/>
                  </a:ext>
                </a:extLst>
              </p14:cNvPr>
              <p14:cNvContentPartPr/>
              <p14:nvPr/>
            </p14:nvContentPartPr>
            <p14:xfrm>
              <a:off x="10389600" y="2857844"/>
              <a:ext cx="11880" cy="792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942E3BC6-2AEE-245D-78B1-ED1E44ACFE5A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380600" y="2849204"/>
                <a:ext cx="2952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CB3F663C-E7C1-7E2D-4724-1301C2C7B23B}"/>
                  </a:ext>
                </a:extLst>
              </p14:cNvPr>
              <p14:cNvContentPartPr/>
              <p14:nvPr/>
            </p14:nvContentPartPr>
            <p14:xfrm>
              <a:off x="10528920" y="2744804"/>
              <a:ext cx="9000" cy="1346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CB3F663C-E7C1-7E2D-4724-1301C2C7B23B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520280" y="2735804"/>
                <a:ext cx="2664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8F2AEA0F-6406-8EC5-056E-EF38CFCC4196}"/>
                  </a:ext>
                </a:extLst>
              </p14:cNvPr>
              <p14:cNvContentPartPr/>
              <p14:nvPr/>
            </p14:nvContentPartPr>
            <p14:xfrm>
              <a:off x="10630080" y="2752004"/>
              <a:ext cx="93240" cy="1404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8F2AEA0F-6406-8EC5-056E-EF38CFCC4196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0621440" y="2743004"/>
                <a:ext cx="11088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28BAB078-C7F8-0973-1BF8-CE36E90D1C63}"/>
                  </a:ext>
                </a:extLst>
              </p14:cNvPr>
              <p14:cNvContentPartPr/>
              <p14:nvPr/>
            </p14:nvContentPartPr>
            <p14:xfrm>
              <a:off x="10653840" y="2709884"/>
              <a:ext cx="117720" cy="367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28BAB078-C7F8-0973-1BF8-CE36E90D1C63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0645200" y="2701244"/>
                <a:ext cx="1353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B812B60A-E4A2-D2C6-D9BC-1A85E0457880}"/>
                  </a:ext>
                </a:extLst>
              </p14:cNvPr>
              <p14:cNvContentPartPr/>
              <p14:nvPr/>
            </p14:nvContentPartPr>
            <p14:xfrm>
              <a:off x="10793520" y="2720684"/>
              <a:ext cx="85320" cy="1040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B812B60A-E4A2-D2C6-D9BC-1A85E0457880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0784520" y="2711684"/>
                <a:ext cx="10296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3A9785D6-35B9-F774-E5BF-FF811BFE693B}"/>
                  </a:ext>
                </a:extLst>
              </p14:cNvPr>
              <p14:cNvContentPartPr/>
              <p14:nvPr/>
            </p14:nvContentPartPr>
            <p14:xfrm>
              <a:off x="10897920" y="2661644"/>
              <a:ext cx="128520" cy="3967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3A9785D6-35B9-F774-E5BF-FF811BFE693B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0888920" y="2653004"/>
                <a:ext cx="146160" cy="41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CD7DE2C9-C974-5784-4824-000C22D12EF4}"/>
                  </a:ext>
                </a:extLst>
              </p14:cNvPr>
              <p14:cNvContentPartPr/>
              <p14:nvPr/>
            </p14:nvContentPartPr>
            <p14:xfrm>
              <a:off x="9951840" y="2681804"/>
              <a:ext cx="179280" cy="3607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CD7DE2C9-C974-5784-4824-000C22D12EF4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9942840" y="2672804"/>
                <a:ext cx="196920" cy="37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ACD20916-185D-28ED-D43B-5971A63B85AC}"/>
                  </a:ext>
                </a:extLst>
              </p14:cNvPr>
              <p14:cNvContentPartPr/>
              <p14:nvPr/>
            </p14:nvContentPartPr>
            <p14:xfrm>
              <a:off x="9120960" y="5780684"/>
              <a:ext cx="9000" cy="1648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ACD20916-185D-28ED-D43B-5971A63B85AC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9111960" y="5772044"/>
                <a:ext cx="2664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A5AFEAB3-BAB9-6AE1-006F-9CE7763B21C3}"/>
                  </a:ext>
                </a:extLst>
              </p14:cNvPr>
              <p14:cNvContentPartPr/>
              <p14:nvPr/>
            </p14:nvContentPartPr>
            <p14:xfrm>
              <a:off x="9086760" y="6068684"/>
              <a:ext cx="82080" cy="1162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A5AFEAB3-BAB9-6AE1-006F-9CE7763B21C3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9078120" y="6059684"/>
                <a:ext cx="9972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DF1E30B7-9590-0611-E32C-E4B179F47045}"/>
                  </a:ext>
                </a:extLst>
              </p14:cNvPr>
              <p14:cNvContentPartPr/>
              <p14:nvPr/>
            </p14:nvContentPartPr>
            <p14:xfrm>
              <a:off x="9135360" y="6124844"/>
              <a:ext cx="61200" cy="633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DF1E30B7-9590-0611-E32C-E4B179F47045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9126360" y="6115844"/>
                <a:ext cx="7884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8DE08415-4635-3A7B-B239-35D7C1466462}"/>
                  </a:ext>
                </a:extLst>
              </p14:cNvPr>
              <p14:cNvContentPartPr/>
              <p14:nvPr/>
            </p14:nvContentPartPr>
            <p14:xfrm>
              <a:off x="9242640" y="6071564"/>
              <a:ext cx="44280" cy="1083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8DE08415-4635-3A7B-B239-35D7C1466462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9234000" y="6062924"/>
                <a:ext cx="6192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C76D4FB6-F6BB-7185-DA3B-24EE4C2EDB67}"/>
                  </a:ext>
                </a:extLst>
              </p14:cNvPr>
              <p14:cNvContentPartPr/>
              <p14:nvPr/>
            </p14:nvContentPartPr>
            <p14:xfrm>
              <a:off x="9267120" y="5984444"/>
              <a:ext cx="56880" cy="640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C76D4FB6-F6BB-7185-DA3B-24EE4C2EDB67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9258480" y="5975804"/>
                <a:ext cx="7452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EC60A013-8EDA-EFEA-18B4-FDC8F56288BF}"/>
                  </a:ext>
                </a:extLst>
              </p14:cNvPr>
              <p14:cNvContentPartPr/>
              <p14:nvPr/>
            </p14:nvContentPartPr>
            <p14:xfrm>
              <a:off x="7295400" y="5476124"/>
              <a:ext cx="226080" cy="964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EC60A013-8EDA-EFEA-18B4-FDC8F56288BF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7286760" y="5467484"/>
                <a:ext cx="2437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CA5DDB7C-0BB0-7B4C-417B-566C8FC9B878}"/>
                  </a:ext>
                </a:extLst>
              </p14:cNvPr>
              <p14:cNvContentPartPr/>
              <p14:nvPr/>
            </p14:nvContentPartPr>
            <p14:xfrm>
              <a:off x="7781400" y="5449124"/>
              <a:ext cx="78120" cy="6624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CA5DDB7C-0BB0-7B4C-417B-566C8FC9B878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7772400" y="5440484"/>
                <a:ext cx="9576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C615F0D6-7C21-3277-FD7E-7D2A3BCA0649}"/>
                  </a:ext>
                </a:extLst>
              </p14:cNvPr>
              <p14:cNvContentPartPr/>
              <p14:nvPr/>
            </p14:nvContentPartPr>
            <p14:xfrm>
              <a:off x="7696800" y="5132684"/>
              <a:ext cx="109080" cy="14940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C615F0D6-7C21-3277-FD7E-7D2A3BCA0649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688160" y="5123684"/>
                <a:ext cx="12672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EE44E81C-58DE-2F5D-FD71-14BB6AA1A417}"/>
                  </a:ext>
                </a:extLst>
              </p14:cNvPr>
              <p14:cNvContentPartPr/>
              <p14:nvPr/>
            </p14:nvContentPartPr>
            <p14:xfrm>
              <a:off x="7817760" y="5140604"/>
              <a:ext cx="51480" cy="655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EE44E81C-58DE-2F5D-FD71-14BB6AA1A417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7808760" y="5131964"/>
                <a:ext cx="6912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98047FD4-182A-3741-C2C2-E5662E2E0D61}"/>
                  </a:ext>
                </a:extLst>
              </p14:cNvPr>
              <p14:cNvContentPartPr/>
              <p14:nvPr/>
            </p14:nvContentPartPr>
            <p14:xfrm>
              <a:off x="7951320" y="5151404"/>
              <a:ext cx="22320" cy="788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98047FD4-182A-3741-C2C2-E5662E2E0D61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7942680" y="5142764"/>
                <a:ext cx="3996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3A23C134-2289-5196-86F8-99F2196990B3}"/>
                  </a:ext>
                </a:extLst>
              </p14:cNvPr>
              <p14:cNvContentPartPr/>
              <p14:nvPr/>
            </p14:nvContentPartPr>
            <p14:xfrm>
              <a:off x="8028720" y="5041244"/>
              <a:ext cx="110160" cy="11448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3A23C134-2289-5196-86F8-99F2196990B3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8019720" y="5032604"/>
                <a:ext cx="12780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D6463DE4-93E1-65B3-E23D-2A0BBFE1DC52}"/>
                  </a:ext>
                </a:extLst>
              </p14:cNvPr>
              <p14:cNvContentPartPr/>
              <p14:nvPr/>
            </p14:nvContentPartPr>
            <p14:xfrm>
              <a:off x="8140680" y="5032604"/>
              <a:ext cx="64080" cy="9828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D6463DE4-93E1-65B3-E23D-2A0BBFE1DC52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8131680" y="5023604"/>
                <a:ext cx="8172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46937167-9D71-D0BE-7765-7C280708E29C}"/>
                  </a:ext>
                </a:extLst>
              </p14:cNvPr>
              <p14:cNvContentPartPr/>
              <p14:nvPr/>
            </p14:nvContentPartPr>
            <p14:xfrm>
              <a:off x="8158320" y="4991204"/>
              <a:ext cx="51840" cy="3168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46937167-9D71-D0BE-7765-7C280708E29C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8149320" y="4982564"/>
                <a:ext cx="6948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2F98A013-3A62-271A-A99A-4D23E49793CF}"/>
                  </a:ext>
                </a:extLst>
              </p14:cNvPr>
              <p14:cNvContentPartPr/>
              <p14:nvPr/>
            </p14:nvContentPartPr>
            <p14:xfrm>
              <a:off x="7953480" y="5602484"/>
              <a:ext cx="39960" cy="511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2F98A013-3A62-271A-A99A-4D23E49793CF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7944480" y="5593484"/>
                <a:ext cx="5760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A7BA0F2C-9169-F96B-73CA-EEFBE063242A}"/>
                  </a:ext>
                </a:extLst>
              </p14:cNvPr>
              <p14:cNvContentPartPr/>
              <p14:nvPr/>
            </p14:nvContentPartPr>
            <p14:xfrm>
              <a:off x="7970400" y="5591684"/>
              <a:ext cx="33840" cy="4500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A7BA0F2C-9169-F96B-73CA-EEFBE063242A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7961400" y="5583044"/>
                <a:ext cx="5148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BA29658-968E-E08E-9659-64F58DB05827}"/>
                  </a:ext>
                </a:extLst>
              </p14:cNvPr>
              <p14:cNvContentPartPr/>
              <p14:nvPr/>
            </p14:nvContentPartPr>
            <p14:xfrm>
              <a:off x="8138880" y="5546324"/>
              <a:ext cx="104760" cy="1447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BA29658-968E-E08E-9659-64F58DB05827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8129880" y="5537684"/>
                <a:ext cx="12240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6D72EC71-2674-DA37-F54A-20182DCC06FE}"/>
                  </a:ext>
                </a:extLst>
              </p14:cNvPr>
              <p14:cNvContentPartPr/>
              <p14:nvPr/>
            </p14:nvContentPartPr>
            <p14:xfrm>
              <a:off x="8251920" y="5533364"/>
              <a:ext cx="88560" cy="11772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6D72EC71-2674-DA37-F54A-20182DCC06FE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8242920" y="5524724"/>
                <a:ext cx="10620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DF6E18D8-86A9-B846-14D2-9B17F2767078}"/>
                  </a:ext>
                </a:extLst>
              </p14:cNvPr>
              <p14:cNvContentPartPr/>
              <p14:nvPr/>
            </p14:nvContentPartPr>
            <p14:xfrm>
              <a:off x="8379360" y="5565764"/>
              <a:ext cx="49680" cy="13644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DF6E18D8-86A9-B846-14D2-9B17F2767078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8370720" y="5557124"/>
                <a:ext cx="6732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E5E32E7A-8943-57FB-2FF6-92457A8BAE61}"/>
                  </a:ext>
                </a:extLst>
              </p14:cNvPr>
              <p14:cNvContentPartPr/>
              <p14:nvPr/>
            </p14:nvContentPartPr>
            <p14:xfrm>
              <a:off x="8085600" y="5480804"/>
              <a:ext cx="200520" cy="2667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E5E32E7A-8943-57FB-2FF6-92457A8BAE61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8076960" y="5472164"/>
                <a:ext cx="21816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58C4E993-AFB1-8074-9E3B-15928B1F2999}"/>
                  </a:ext>
                </a:extLst>
              </p14:cNvPr>
              <p14:cNvContentPartPr/>
              <p14:nvPr/>
            </p14:nvContentPartPr>
            <p14:xfrm>
              <a:off x="8501400" y="5438684"/>
              <a:ext cx="156240" cy="15012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58C4E993-AFB1-8074-9E3B-15928B1F2999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8492400" y="5429684"/>
                <a:ext cx="17388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D3F2A837-E314-2DB1-57AA-F1C210FF0470}"/>
                  </a:ext>
                </a:extLst>
              </p14:cNvPr>
              <p14:cNvContentPartPr/>
              <p14:nvPr/>
            </p14:nvContentPartPr>
            <p14:xfrm>
              <a:off x="8676720" y="5361284"/>
              <a:ext cx="116280" cy="26604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D3F2A837-E314-2DB1-57AA-F1C210FF0470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8667720" y="5352644"/>
                <a:ext cx="13392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6853F8FC-7FBD-DFF3-EE3D-BDDE947F9ADC}"/>
                  </a:ext>
                </a:extLst>
              </p14:cNvPr>
              <p14:cNvContentPartPr/>
              <p14:nvPr/>
            </p14:nvContentPartPr>
            <p14:xfrm>
              <a:off x="7588800" y="5102804"/>
              <a:ext cx="229320" cy="2559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6853F8FC-7FBD-DFF3-EE3D-BDDE947F9ADC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7580160" y="5093804"/>
                <a:ext cx="24696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2946B900-6659-5D8A-AE61-7F1D1F7407DA}"/>
                  </a:ext>
                </a:extLst>
              </p14:cNvPr>
              <p14:cNvContentPartPr/>
              <p14:nvPr/>
            </p14:nvContentPartPr>
            <p14:xfrm>
              <a:off x="8240040" y="4840364"/>
              <a:ext cx="160200" cy="32472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2946B900-6659-5D8A-AE61-7F1D1F7407DA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8231040" y="4831364"/>
                <a:ext cx="17784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913B9388-0492-A268-C066-C27722F714EB}"/>
                  </a:ext>
                </a:extLst>
              </p14:cNvPr>
              <p14:cNvContentPartPr/>
              <p14:nvPr/>
            </p14:nvContentPartPr>
            <p14:xfrm>
              <a:off x="8931960" y="5800844"/>
              <a:ext cx="33480" cy="1278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913B9388-0492-A268-C066-C27722F714EB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8922960" y="5791844"/>
                <a:ext cx="5112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A59300F0-EA00-4F74-E20E-FAEC5F423812}"/>
                  </a:ext>
                </a:extLst>
              </p14:cNvPr>
              <p14:cNvContentPartPr/>
              <p14:nvPr/>
            </p14:nvContentPartPr>
            <p14:xfrm>
              <a:off x="9104040" y="4891844"/>
              <a:ext cx="34560" cy="514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A59300F0-EA00-4F74-E20E-FAEC5F423812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9095040" y="4883204"/>
                <a:ext cx="5220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2EA4B4FC-E7B6-AD66-E642-FAF0BB6BBF65}"/>
                  </a:ext>
                </a:extLst>
              </p14:cNvPr>
              <p14:cNvContentPartPr/>
              <p14:nvPr/>
            </p14:nvContentPartPr>
            <p14:xfrm>
              <a:off x="9285480" y="4879964"/>
              <a:ext cx="65160" cy="1706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2EA4B4FC-E7B6-AD66-E642-FAF0BB6BBF65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9276480" y="4871324"/>
                <a:ext cx="8280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D79381F8-E40C-99FD-9839-3A051FB524C1}"/>
                  </a:ext>
                </a:extLst>
              </p14:cNvPr>
              <p14:cNvContentPartPr/>
              <p14:nvPr/>
            </p14:nvContentPartPr>
            <p14:xfrm>
              <a:off x="9297000" y="4946204"/>
              <a:ext cx="96840" cy="6624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D79381F8-E40C-99FD-9839-3A051FB524C1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9288000" y="4937204"/>
                <a:ext cx="11448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F2C3C93C-248C-5B71-CA46-8983F2E7B1AC}"/>
                  </a:ext>
                </a:extLst>
              </p14:cNvPr>
              <p14:cNvContentPartPr/>
              <p14:nvPr/>
            </p14:nvContentPartPr>
            <p14:xfrm>
              <a:off x="9447840" y="4899404"/>
              <a:ext cx="57960" cy="10332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F2C3C93C-248C-5B71-CA46-8983F2E7B1AC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9438840" y="4890764"/>
                <a:ext cx="7560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8E231CD3-F3D3-79EB-40A8-5C1A1695FFC6}"/>
                  </a:ext>
                </a:extLst>
              </p14:cNvPr>
              <p14:cNvContentPartPr/>
              <p14:nvPr/>
            </p14:nvContentPartPr>
            <p14:xfrm>
              <a:off x="9458280" y="4860164"/>
              <a:ext cx="61920" cy="244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8E231CD3-F3D3-79EB-40A8-5C1A1695FFC6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9449280" y="4851164"/>
                <a:ext cx="7956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6018CA0B-79C5-1032-E656-7DAEDDA169F2}"/>
                  </a:ext>
                </a:extLst>
              </p14:cNvPr>
              <p14:cNvContentPartPr/>
              <p14:nvPr/>
            </p14:nvContentPartPr>
            <p14:xfrm>
              <a:off x="9576360" y="4918844"/>
              <a:ext cx="22320" cy="10404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6018CA0B-79C5-1032-E656-7DAEDDA169F2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9567720" y="4910204"/>
                <a:ext cx="3996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DD196E80-508D-D5AE-D6EC-EA916E699D47}"/>
                  </a:ext>
                </a:extLst>
              </p14:cNvPr>
              <p14:cNvContentPartPr/>
              <p14:nvPr/>
            </p14:nvContentPartPr>
            <p14:xfrm>
              <a:off x="9703800" y="4833164"/>
              <a:ext cx="95400" cy="14112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DD196E80-508D-D5AE-D6EC-EA916E699D47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9695160" y="4824164"/>
                <a:ext cx="11304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95CB6B93-471C-8A01-780B-4A9441283708}"/>
                  </a:ext>
                </a:extLst>
              </p14:cNvPr>
              <p14:cNvContentPartPr/>
              <p14:nvPr/>
            </p14:nvContentPartPr>
            <p14:xfrm>
              <a:off x="9703440" y="4794284"/>
              <a:ext cx="206640" cy="9756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95CB6B93-471C-8A01-780B-4A9441283708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9694440" y="4785284"/>
                <a:ext cx="22428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C506CCC7-63EB-0C67-1880-ACA6B39180D4}"/>
                  </a:ext>
                </a:extLst>
              </p14:cNvPr>
              <p14:cNvContentPartPr/>
              <p14:nvPr/>
            </p14:nvContentPartPr>
            <p14:xfrm>
              <a:off x="9933120" y="4732004"/>
              <a:ext cx="140040" cy="28512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C506CCC7-63EB-0C67-1880-ACA6B39180D4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9924480" y="4723004"/>
                <a:ext cx="15768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9C02FE99-6E4B-2578-F2E1-A2B7EA849133}"/>
                  </a:ext>
                </a:extLst>
              </p14:cNvPr>
              <p14:cNvContentPartPr/>
              <p14:nvPr/>
            </p14:nvContentPartPr>
            <p14:xfrm>
              <a:off x="9269280" y="4838204"/>
              <a:ext cx="128880" cy="29484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9C02FE99-6E4B-2578-F2E1-A2B7EA849133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9260280" y="4829564"/>
                <a:ext cx="14652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7F742E05-7709-7826-21C6-462A5D7297CF}"/>
                  </a:ext>
                </a:extLst>
              </p14:cNvPr>
              <p14:cNvContentPartPr/>
              <p14:nvPr/>
            </p14:nvContentPartPr>
            <p14:xfrm>
              <a:off x="8963640" y="5111084"/>
              <a:ext cx="55080" cy="5616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7F742E05-7709-7826-21C6-462A5D7297CF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8955000" y="5102084"/>
                <a:ext cx="7272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36A1208E-833B-031D-95BE-13500959DCE2}"/>
                  </a:ext>
                </a:extLst>
              </p14:cNvPr>
              <p14:cNvContentPartPr/>
              <p14:nvPr/>
            </p14:nvContentPartPr>
            <p14:xfrm>
              <a:off x="9186840" y="5195324"/>
              <a:ext cx="78120" cy="13572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36A1208E-833B-031D-95BE-13500959DCE2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9177840" y="5186324"/>
                <a:ext cx="9576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6C7F635B-A7F8-9C3F-0E33-107778A9108F}"/>
                  </a:ext>
                </a:extLst>
              </p14:cNvPr>
              <p14:cNvContentPartPr/>
              <p14:nvPr/>
            </p14:nvContentPartPr>
            <p14:xfrm>
              <a:off x="9201240" y="5253284"/>
              <a:ext cx="178920" cy="5832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6C7F635B-A7F8-9C3F-0E33-107778A9108F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9192600" y="5244284"/>
                <a:ext cx="19656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2A6AEFA7-A534-1A15-D21B-51AB810E71D8}"/>
                  </a:ext>
                </a:extLst>
              </p14:cNvPr>
              <p14:cNvContentPartPr/>
              <p14:nvPr/>
            </p14:nvContentPartPr>
            <p14:xfrm>
              <a:off x="9469800" y="5272364"/>
              <a:ext cx="2520" cy="8064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2A6AEFA7-A534-1A15-D21B-51AB810E71D8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9461160" y="5263724"/>
                <a:ext cx="2016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0B84A43C-D6BF-6970-285F-6A2186127084}"/>
                  </a:ext>
                </a:extLst>
              </p14:cNvPr>
              <p14:cNvContentPartPr/>
              <p14:nvPr/>
            </p14:nvContentPartPr>
            <p14:xfrm>
              <a:off x="9554400" y="5185964"/>
              <a:ext cx="90720" cy="13536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0B84A43C-D6BF-6970-285F-6A2186127084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9545760" y="5176964"/>
                <a:ext cx="10836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A4A257BF-C2D4-2C3E-0CDF-22CBA8B31A31}"/>
                  </a:ext>
                </a:extLst>
              </p14:cNvPr>
              <p14:cNvContentPartPr/>
              <p14:nvPr/>
            </p14:nvContentPartPr>
            <p14:xfrm>
              <a:off x="9702000" y="5193884"/>
              <a:ext cx="137880" cy="8964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A4A257BF-C2D4-2C3E-0CDF-22CBA8B31A31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9693360" y="5184884"/>
                <a:ext cx="15552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E9436CCF-BB59-ED65-136A-8570E64A40E4}"/>
                  </a:ext>
                </a:extLst>
              </p14:cNvPr>
              <p14:cNvContentPartPr/>
              <p14:nvPr/>
            </p14:nvContentPartPr>
            <p14:xfrm>
              <a:off x="9856800" y="5133404"/>
              <a:ext cx="62280" cy="18756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E9436CCF-BB59-ED65-136A-8570E64A40E4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9847800" y="5124764"/>
                <a:ext cx="7992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7CB083E8-5EC8-79B8-9A62-56800E3CB4B0}"/>
                  </a:ext>
                </a:extLst>
              </p14:cNvPr>
              <p14:cNvContentPartPr/>
              <p14:nvPr/>
            </p14:nvContentPartPr>
            <p14:xfrm>
              <a:off x="9180720" y="5178044"/>
              <a:ext cx="139320" cy="20628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7CB083E8-5EC8-79B8-9A62-56800E3CB4B0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9171720" y="5169044"/>
                <a:ext cx="15696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96196EED-F7E6-D294-4459-9E678F7163FE}"/>
                  </a:ext>
                </a:extLst>
              </p14:cNvPr>
              <p14:cNvContentPartPr/>
              <p14:nvPr/>
            </p14:nvContentPartPr>
            <p14:xfrm>
              <a:off x="10295280" y="5678444"/>
              <a:ext cx="55800" cy="12564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96196EED-F7E6-D294-4459-9E678F7163FE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10286280" y="5669444"/>
                <a:ext cx="7344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32DFA756-2346-BE38-BF02-79B4C409859F}"/>
                  </a:ext>
                </a:extLst>
              </p14:cNvPr>
              <p14:cNvContentPartPr/>
              <p14:nvPr/>
            </p14:nvContentPartPr>
            <p14:xfrm>
              <a:off x="10310040" y="3262124"/>
              <a:ext cx="66600" cy="622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32DFA756-2346-BE38-BF02-79B4C409859F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0301040" y="3253124"/>
                <a:ext cx="8424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3AF7CBBE-0FAE-21B4-DF74-437ADCA1B22B}"/>
                  </a:ext>
                </a:extLst>
              </p14:cNvPr>
              <p14:cNvContentPartPr/>
              <p14:nvPr/>
            </p14:nvContentPartPr>
            <p14:xfrm>
              <a:off x="10526400" y="3188324"/>
              <a:ext cx="100800" cy="33912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3AF7CBBE-0FAE-21B4-DF74-437ADCA1B22B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10517760" y="3179684"/>
                <a:ext cx="118440" cy="3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4CD3C95C-5DEA-3A12-E742-593A3ED9C1FF}"/>
                  </a:ext>
                </a:extLst>
              </p14:cNvPr>
              <p14:cNvContentPartPr/>
              <p14:nvPr/>
            </p14:nvContentPartPr>
            <p14:xfrm>
              <a:off x="10637640" y="3301364"/>
              <a:ext cx="23040" cy="14220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4CD3C95C-5DEA-3A12-E742-593A3ED9C1FF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10629000" y="3292724"/>
                <a:ext cx="4068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6D866142-E2E0-7CCA-97E0-B70E14A4F53E}"/>
                  </a:ext>
                </a:extLst>
              </p14:cNvPr>
              <p14:cNvContentPartPr/>
              <p14:nvPr/>
            </p14:nvContentPartPr>
            <p14:xfrm>
              <a:off x="10722960" y="3299564"/>
              <a:ext cx="137160" cy="9648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6D866142-E2E0-7CCA-97E0-B70E14A4F53E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10714320" y="3290924"/>
                <a:ext cx="15480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7CDF0836-2E3C-0EC1-8B1D-432C0599BB55}"/>
                  </a:ext>
                </a:extLst>
              </p14:cNvPr>
              <p14:cNvContentPartPr/>
              <p14:nvPr/>
            </p14:nvContentPartPr>
            <p14:xfrm>
              <a:off x="10775160" y="3307484"/>
              <a:ext cx="34920" cy="18360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7CDF0836-2E3C-0EC1-8B1D-432C0599BB55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10766520" y="3298484"/>
                <a:ext cx="5256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83790D8E-2EEE-DDCF-A5D2-1AE5073B8B16}"/>
                  </a:ext>
                </a:extLst>
              </p14:cNvPr>
              <p14:cNvContentPartPr/>
              <p14:nvPr/>
            </p14:nvContentPartPr>
            <p14:xfrm>
              <a:off x="10933200" y="3321524"/>
              <a:ext cx="71640" cy="10980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83790D8E-2EEE-DDCF-A5D2-1AE5073B8B16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10924560" y="3312524"/>
                <a:ext cx="8928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364C3DD1-AE51-7FF3-C22C-040AB86DB6B2}"/>
                  </a:ext>
                </a:extLst>
              </p14:cNvPr>
              <p14:cNvContentPartPr/>
              <p14:nvPr/>
            </p14:nvContentPartPr>
            <p14:xfrm>
              <a:off x="11178000" y="3413324"/>
              <a:ext cx="43560" cy="11592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364C3DD1-AE51-7FF3-C22C-040AB86DB6B2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11169360" y="3404684"/>
                <a:ext cx="6120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3D2C478C-C366-71DA-CC76-E932252CECF5}"/>
                  </a:ext>
                </a:extLst>
              </p14:cNvPr>
              <p14:cNvContentPartPr/>
              <p14:nvPr/>
            </p14:nvContentPartPr>
            <p14:xfrm>
              <a:off x="11288520" y="3288404"/>
              <a:ext cx="45000" cy="16488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3D2C478C-C366-71DA-CC76-E932252CECF5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11279880" y="3279764"/>
                <a:ext cx="6264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7C63CC05-9F55-7D0D-C418-7A15098005A4}"/>
                  </a:ext>
                </a:extLst>
              </p14:cNvPr>
              <p14:cNvContentPartPr/>
              <p14:nvPr/>
            </p14:nvContentPartPr>
            <p14:xfrm>
              <a:off x="11406600" y="3264284"/>
              <a:ext cx="100440" cy="15912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7C63CC05-9F55-7D0D-C418-7A15098005A4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11397960" y="3255644"/>
                <a:ext cx="11808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2124E8E4-25BD-6A0A-28A2-5E27A3BEBFB2}"/>
                  </a:ext>
                </a:extLst>
              </p14:cNvPr>
              <p14:cNvContentPartPr/>
              <p14:nvPr/>
            </p14:nvContentPartPr>
            <p14:xfrm>
              <a:off x="11536200" y="3286244"/>
              <a:ext cx="87120" cy="1260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2124E8E4-25BD-6A0A-28A2-5E27A3BEBFB2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11527200" y="3277244"/>
                <a:ext cx="10476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17F0D897-6248-B849-45F8-691E47C7C0D7}"/>
                  </a:ext>
                </a:extLst>
              </p14:cNvPr>
              <p14:cNvContentPartPr/>
              <p14:nvPr/>
            </p14:nvContentPartPr>
            <p14:xfrm>
              <a:off x="11552400" y="3258884"/>
              <a:ext cx="88200" cy="3744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17F0D897-6248-B849-45F8-691E47C7C0D7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11543760" y="3250244"/>
                <a:ext cx="10584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FFB8EFA9-3F0C-BB9E-7A5A-87AE447D1E8F}"/>
                  </a:ext>
                </a:extLst>
              </p14:cNvPr>
              <p14:cNvContentPartPr/>
              <p14:nvPr/>
            </p14:nvContentPartPr>
            <p14:xfrm>
              <a:off x="11647440" y="3158444"/>
              <a:ext cx="135360" cy="41400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FFB8EFA9-3F0C-BB9E-7A5A-87AE447D1E8F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11638440" y="3149444"/>
                <a:ext cx="153000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651277D0-EC44-BD34-D5D1-145C690AE14E}"/>
                  </a:ext>
                </a:extLst>
              </p14:cNvPr>
              <p14:cNvContentPartPr/>
              <p14:nvPr/>
            </p14:nvContentPartPr>
            <p14:xfrm>
              <a:off x="4802760" y="1888396"/>
              <a:ext cx="360" cy="36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651277D0-EC44-BD34-D5D1-145C690AE14E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4794120" y="187975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2715992D-0379-B9E0-344F-8D36E6FBDD13}"/>
                  </a:ext>
                </a:extLst>
              </p14:cNvPr>
              <p14:cNvContentPartPr/>
              <p14:nvPr/>
            </p14:nvContentPartPr>
            <p14:xfrm>
              <a:off x="9727200" y="4021724"/>
              <a:ext cx="9720" cy="1260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2715992D-0379-B9E0-344F-8D36E6FBDD13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9718200" y="4013084"/>
                <a:ext cx="2736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498FDF35-4B22-56DB-FDF0-C31695147D64}"/>
                  </a:ext>
                </a:extLst>
              </p14:cNvPr>
              <p14:cNvContentPartPr/>
              <p14:nvPr/>
            </p14:nvContentPartPr>
            <p14:xfrm>
              <a:off x="3850920" y="2826524"/>
              <a:ext cx="9720" cy="324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498FDF35-4B22-56DB-FDF0-C31695147D64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3842280" y="2817884"/>
                <a:ext cx="2736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210216F8-603F-48C1-26C3-FCC26C7364C6}"/>
                  </a:ext>
                </a:extLst>
              </p14:cNvPr>
              <p14:cNvContentPartPr/>
              <p14:nvPr/>
            </p14:nvContentPartPr>
            <p14:xfrm>
              <a:off x="3894480" y="1241084"/>
              <a:ext cx="244080" cy="24624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210216F8-603F-48C1-26C3-FCC26C7364C6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3885480" y="1232444"/>
                <a:ext cx="26172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36E7B48F-D227-C878-1AE0-3FA728DA493B}"/>
                  </a:ext>
                </a:extLst>
              </p14:cNvPr>
              <p14:cNvContentPartPr/>
              <p14:nvPr/>
            </p14:nvContentPartPr>
            <p14:xfrm>
              <a:off x="3842640" y="1207964"/>
              <a:ext cx="151920" cy="2448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36E7B48F-D227-C878-1AE0-3FA728DA493B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3834000" y="1199324"/>
                <a:ext cx="16956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E5FE880B-9B80-A051-8A03-461E41A67287}"/>
                  </a:ext>
                </a:extLst>
              </p14:cNvPr>
              <p14:cNvContentPartPr/>
              <p14:nvPr/>
            </p14:nvContentPartPr>
            <p14:xfrm>
              <a:off x="4196520" y="1373924"/>
              <a:ext cx="23040" cy="22176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E5FE880B-9B80-A051-8A03-461E41A67287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4187880" y="1365284"/>
                <a:ext cx="4068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2BAF3D9C-32B8-6252-FE0A-21B980F0BB4B}"/>
                  </a:ext>
                </a:extLst>
              </p14:cNvPr>
              <p14:cNvContentPartPr/>
              <p14:nvPr/>
            </p14:nvContentPartPr>
            <p14:xfrm>
              <a:off x="4190760" y="1385804"/>
              <a:ext cx="102600" cy="11016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2BAF3D9C-32B8-6252-FE0A-21B980F0BB4B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4182120" y="1376804"/>
                <a:ext cx="12024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1873AB23-860C-2739-81C9-9D9B5F4499AB}"/>
                  </a:ext>
                </a:extLst>
              </p14:cNvPr>
              <p14:cNvContentPartPr/>
              <p14:nvPr/>
            </p14:nvContentPartPr>
            <p14:xfrm>
              <a:off x="4356720" y="1270244"/>
              <a:ext cx="375480" cy="19584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1873AB23-860C-2739-81C9-9D9B5F4499AB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4348080" y="1261604"/>
                <a:ext cx="39312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82C940CC-4C7A-4759-5974-E2CDB916C2A4}"/>
                  </a:ext>
                </a:extLst>
              </p14:cNvPr>
              <p14:cNvContentPartPr/>
              <p14:nvPr/>
            </p14:nvContentPartPr>
            <p14:xfrm>
              <a:off x="4679280" y="1376444"/>
              <a:ext cx="104400" cy="2448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82C940CC-4C7A-4759-5974-E2CDB916C2A4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4670640" y="1367804"/>
                <a:ext cx="12204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1A7686F5-D0B2-5316-1E85-D38442EDF8C3}"/>
                  </a:ext>
                </a:extLst>
              </p14:cNvPr>
              <p14:cNvContentPartPr/>
              <p14:nvPr/>
            </p14:nvContentPartPr>
            <p14:xfrm>
              <a:off x="4768920" y="1234604"/>
              <a:ext cx="246240" cy="31860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1A7686F5-D0B2-5316-1E85-D38442EDF8C3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4760280" y="1225604"/>
                <a:ext cx="26388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B80F654C-0F91-331D-FE2F-32036CEA6C4F}"/>
                  </a:ext>
                </a:extLst>
              </p14:cNvPr>
              <p14:cNvContentPartPr/>
              <p14:nvPr/>
            </p14:nvContentPartPr>
            <p14:xfrm>
              <a:off x="5307120" y="1303364"/>
              <a:ext cx="173160" cy="15048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B80F654C-0F91-331D-FE2F-32036CEA6C4F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5298120" y="1294724"/>
                <a:ext cx="19080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CB05D1C3-B7D6-75F1-9CB1-068D117AFDBB}"/>
                  </a:ext>
                </a:extLst>
              </p14:cNvPr>
              <p14:cNvContentPartPr/>
              <p14:nvPr/>
            </p14:nvContentPartPr>
            <p14:xfrm>
              <a:off x="5536080" y="1290404"/>
              <a:ext cx="146160" cy="14364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CB05D1C3-B7D6-75F1-9CB1-068D117AFDBB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5527440" y="1281764"/>
                <a:ext cx="16380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7A5F6428-D3A6-E530-007F-89B1C20F4B5A}"/>
                  </a:ext>
                </a:extLst>
              </p14:cNvPr>
              <p14:cNvContentPartPr/>
              <p14:nvPr/>
            </p14:nvContentPartPr>
            <p14:xfrm>
              <a:off x="4087800" y="2350604"/>
              <a:ext cx="194400" cy="17244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7A5F6428-D3A6-E530-007F-89B1C20F4B5A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4079160" y="2341964"/>
                <a:ext cx="21204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4EA7247F-0AE8-5521-DA76-358B29C98D0D}"/>
                  </a:ext>
                </a:extLst>
              </p14:cNvPr>
              <p14:cNvContentPartPr/>
              <p14:nvPr/>
            </p14:nvContentPartPr>
            <p14:xfrm>
              <a:off x="4326120" y="2484164"/>
              <a:ext cx="9720" cy="12564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4EA7247F-0AE8-5521-DA76-358B29C98D0D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4317120" y="2475524"/>
                <a:ext cx="2736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62ED6429-CDA5-8EB5-AB48-4110C6B22C02}"/>
                  </a:ext>
                </a:extLst>
              </p14:cNvPr>
              <p14:cNvContentPartPr/>
              <p14:nvPr/>
            </p14:nvContentPartPr>
            <p14:xfrm>
              <a:off x="4479840" y="2451404"/>
              <a:ext cx="128520" cy="1620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62ED6429-CDA5-8EB5-AB48-4110C6B22C02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4471200" y="2442764"/>
                <a:ext cx="14616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EE207952-8318-9939-0493-26EE50DB35F4}"/>
                  </a:ext>
                </a:extLst>
              </p14:cNvPr>
              <p14:cNvContentPartPr/>
              <p14:nvPr/>
            </p14:nvContentPartPr>
            <p14:xfrm>
              <a:off x="4466880" y="2507924"/>
              <a:ext cx="156240" cy="2232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EE207952-8318-9939-0493-26EE50DB35F4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4457880" y="2499284"/>
                <a:ext cx="17388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5EE1A8A2-AC3D-4D13-40C1-7B7DC030EACA}"/>
                  </a:ext>
                </a:extLst>
              </p14:cNvPr>
              <p14:cNvContentPartPr/>
              <p14:nvPr/>
            </p14:nvContentPartPr>
            <p14:xfrm>
              <a:off x="4784760" y="2401004"/>
              <a:ext cx="231480" cy="20196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5EE1A8A2-AC3D-4D13-40C1-7B7DC030EACA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4775760" y="2392364"/>
                <a:ext cx="24912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22B379C4-4FBD-6B76-1E1C-659ED1677628}"/>
                  </a:ext>
                </a:extLst>
              </p14:cNvPr>
              <p14:cNvContentPartPr/>
              <p14:nvPr/>
            </p14:nvContentPartPr>
            <p14:xfrm>
              <a:off x="4983120" y="2466524"/>
              <a:ext cx="135360" cy="9468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22B379C4-4FBD-6B76-1E1C-659ED1677628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4974480" y="2457884"/>
                <a:ext cx="15300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60BBA68E-95AD-8FAA-7BE0-961B9647A5E0}"/>
                  </a:ext>
                </a:extLst>
              </p14:cNvPr>
              <p14:cNvContentPartPr/>
              <p14:nvPr/>
            </p14:nvContentPartPr>
            <p14:xfrm>
              <a:off x="4694760" y="2259884"/>
              <a:ext cx="266760" cy="46944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60BBA68E-95AD-8FAA-7BE0-961B9647A5E0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4686120" y="2251244"/>
                <a:ext cx="284400" cy="48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3E1C6839-CDB0-1BFE-4B53-7D05110F1D9F}"/>
                  </a:ext>
                </a:extLst>
              </p14:cNvPr>
              <p14:cNvContentPartPr/>
              <p14:nvPr/>
            </p14:nvContentPartPr>
            <p14:xfrm>
              <a:off x="5224680" y="2553284"/>
              <a:ext cx="12600" cy="10944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3E1C6839-CDB0-1BFE-4B53-7D05110F1D9F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5215680" y="2544284"/>
                <a:ext cx="3024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5868A542-ACBD-28A2-73D0-8E5562090437}"/>
                  </a:ext>
                </a:extLst>
              </p14:cNvPr>
              <p14:cNvContentPartPr/>
              <p14:nvPr/>
            </p14:nvContentPartPr>
            <p14:xfrm>
              <a:off x="5400000" y="2422604"/>
              <a:ext cx="176760" cy="15768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5868A542-ACBD-28A2-73D0-8E5562090437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5391000" y="2413964"/>
                <a:ext cx="19440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FA23DFD4-6149-DA52-F0D9-D0C5C1A21727}"/>
                  </a:ext>
                </a:extLst>
              </p14:cNvPr>
              <p14:cNvContentPartPr/>
              <p14:nvPr/>
            </p14:nvContentPartPr>
            <p14:xfrm>
              <a:off x="5624640" y="2464364"/>
              <a:ext cx="83520" cy="11160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FA23DFD4-6149-DA52-F0D9-D0C5C1A21727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5616000" y="2455724"/>
                <a:ext cx="10116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40FC010A-DCC4-7BD7-EC5B-EA2509C14CD8}"/>
                  </a:ext>
                </a:extLst>
              </p14:cNvPr>
              <p14:cNvContentPartPr/>
              <p14:nvPr/>
            </p14:nvContentPartPr>
            <p14:xfrm>
              <a:off x="5636160" y="2406044"/>
              <a:ext cx="105120" cy="5796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40FC010A-DCC4-7BD7-EC5B-EA2509C14CD8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5627160" y="2397404"/>
                <a:ext cx="12276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DB3AE45C-1A23-6515-92E7-A128D2B4FB8B}"/>
                  </a:ext>
                </a:extLst>
              </p14:cNvPr>
              <p14:cNvContentPartPr/>
              <p14:nvPr/>
            </p14:nvContentPartPr>
            <p14:xfrm>
              <a:off x="5713920" y="2291204"/>
              <a:ext cx="183600" cy="47916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DB3AE45C-1A23-6515-92E7-A128D2B4FB8B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5705280" y="2282564"/>
                <a:ext cx="201240" cy="49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59D89578-BE0C-3299-6AD1-3854530B8A48}"/>
                  </a:ext>
                </a:extLst>
              </p14:cNvPr>
              <p14:cNvContentPartPr/>
              <p14:nvPr/>
            </p14:nvContentPartPr>
            <p14:xfrm>
              <a:off x="4194720" y="4528244"/>
              <a:ext cx="379800" cy="31572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59D89578-BE0C-3299-6AD1-3854530B8A48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4185720" y="4519244"/>
                <a:ext cx="397440" cy="3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90B62118-0E61-A565-D4D1-6EE4AA68B31C}"/>
                  </a:ext>
                </a:extLst>
              </p14:cNvPr>
              <p14:cNvContentPartPr/>
              <p14:nvPr/>
            </p14:nvContentPartPr>
            <p14:xfrm>
              <a:off x="4544640" y="4625804"/>
              <a:ext cx="124200" cy="1620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90B62118-0E61-A565-D4D1-6EE4AA68B31C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4536000" y="4616804"/>
                <a:ext cx="14184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0152392D-504F-0ECF-EE0D-088FA1843747}"/>
                  </a:ext>
                </a:extLst>
              </p14:cNvPr>
              <p14:cNvContentPartPr/>
              <p14:nvPr/>
            </p14:nvContentPartPr>
            <p14:xfrm>
              <a:off x="4582080" y="4655684"/>
              <a:ext cx="155880" cy="3564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0152392D-504F-0ECF-EE0D-088FA1843747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4573080" y="4647044"/>
                <a:ext cx="17352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AE0C14D4-835E-FD20-66D7-D3EB4C173517}"/>
                  </a:ext>
                </a:extLst>
              </p14:cNvPr>
              <p14:cNvContentPartPr/>
              <p14:nvPr/>
            </p14:nvContentPartPr>
            <p14:xfrm>
              <a:off x="4804920" y="4543724"/>
              <a:ext cx="137520" cy="18720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AE0C14D4-835E-FD20-66D7-D3EB4C173517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4795920" y="4535084"/>
                <a:ext cx="15516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9E773552-2A3A-63AA-BF10-B481E3645C33}"/>
                  </a:ext>
                </a:extLst>
              </p14:cNvPr>
              <p14:cNvContentPartPr/>
              <p14:nvPr/>
            </p14:nvContentPartPr>
            <p14:xfrm>
              <a:off x="4820400" y="4537244"/>
              <a:ext cx="179280" cy="8460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9E773552-2A3A-63AA-BF10-B481E3645C33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4811760" y="4528604"/>
                <a:ext cx="19692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DC8C3550-A5C7-362B-2B2E-DCD9796E26E5}"/>
                  </a:ext>
                </a:extLst>
              </p14:cNvPr>
              <p14:cNvContentPartPr/>
              <p14:nvPr/>
            </p14:nvContentPartPr>
            <p14:xfrm>
              <a:off x="4996440" y="4533284"/>
              <a:ext cx="110880" cy="18720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DC8C3550-A5C7-362B-2B2E-DCD9796E26E5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4987440" y="4524284"/>
                <a:ext cx="12852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33E0923D-645E-92C5-BEEE-C33AC1208FD1}"/>
                  </a:ext>
                </a:extLst>
              </p14:cNvPr>
              <p14:cNvContentPartPr/>
              <p14:nvPr/>
            </p14:nvContentPartPr>
            <p14:xfrm>
              <a:off x="5019840" y="4517084"/>
              <a:ext cx="130320" cy="8604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33E0923D-645E-92C5-BEEE-C33AC1208FD1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5010840" y="4508084"/>
                <a:ext cx="14796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B85CD15B-8C0C-01DD-4B8A-97A36796F883}"/>
                  </a:ext>
                </a:extLst>
              </p14:cNvPr>
              <p14:cNvContentPartPr/>
              <p14:nvPr/>
            </p14:nvContentPartPr>
            <p14:xfrm>
              <a:off x="4715640" y="4324844"/>
              <a:ext cx="310320" cy="46080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B85CD15B-8C0C-01DD-4B8A-97A36796F883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4706640" y="4315844"/>
                <a:ext cx="327960" cy="47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D8F19D92-DE64-FF74-BDD2-7E761EE8BB7C}"/>
                  </a:ext>
                </a:extLst>
              </p14:cNvPr>
              <p14:cNvContentPartPr/>
              <p14:nvPr/>
            </p14:nvContentPartPr>
            <p14:xfrm>
              <a:off x="5158440" y="4670444"/>
              <a:ext cx="51840" cy="15480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D8F19D92-DE64-FF74-BDD2-7E761EE8BB7C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5149800" y="4661444"/>
                <a:ext cx="6948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9A36BF55-A052-187D-B27F-33898CD36418}"/>
                  </a:ext>
                </a:extLst>
              </p14:cNvPr>
              <p14:cNvContentPartPr/>
              <p14:nvPr/>
            </p14:nvContentPartPr>
            <p14:xfrm>
              <a:off x="5354640" y="4496564"/>
              <a:ext cx="166680" cy="21564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9A36BF55-A052-187D-B27F-33898CD36418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5345640" y="4487924"/>
                <a:ext cx="18432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222B06C2-5432-F052-7008-D499A3C3CAA6}"/>
                  </a:ext>
                </a:extLst>
              </p14:cNvPr>
              <p14:cNvContentPartPr/>
              <p14:nvPr/>
            </p14:nvContentPartPr>
            <p14:xfrm>
              <a:off x="5559480" y="4517444"/>
              <a:ext cx="163080" cy="19620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222B06C2-5432-F052-7008-D499A3C3CAA6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5550480" y="4508444"/>
                <a:ext cx="18072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61BF6BA6-DE70-49DF-A374-1B6FDE3B617D}"/>
                  </a:ext>
                </a:extLst>
              </p14:cNvPr>
              <p14:cNvContentPartPr/>
              <p14:nvPr/>
            </p14:nvContentPartPr>
            <p14:xfrm>
              <a:off x="5611680" y="4431404"/>
              <a:ext cx="330480" cy="50328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61BF6BA6-DE70-49DF-A374-1B6FDE3B617D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5602680" y="4422404"/>
                <a:ext cx="348120" cy="52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7BD38CE0-2191-FD3C-33FC-6B06B7B03346}"/>
                  </a:ext>
                </a:extLst>
              </p14:cNvPr>
              <p14:cNvContentPartPr/>
              <p14:nvPr/>
            </p14:nvContentPartPr>
            <p14:xfrm>
              <a:off x="4429800" y="5928644"/>
              <a:ext cx="170640" cy="20700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7BD38CE0-2191-FD3C-33FC-6B06B7B03346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4420800" y="5919644"/>
                <a:ext cx="18828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F7A33F6D-AA70-2A3E-5EAA-5063C017B17E}"/>
                  </a:ext>
                </a:extLst>
              </p14:cNvPr>
              <p14:cNvContentPartPr/>
              <p14:nvPr/>
            </p14:nvContentPartPr>
            <p14:xfrm>
              <a:off x="4564440" y="6078044"/>
              <a:ext cx="194400" cy="18036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F7A33F6D-AA70-2A3E-5EAA-5063C017B17E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4555440" y="6069044"/>
                <a:ext cx="21204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E1349AA4-BC96-D211-071A-10FA851AA3F5}"/>
                  </a:ext>
                </a:extLst>
              </p14:cNvPr>
              <p14:cNvContentPartPr/>
              <p14:nvPr/>
            </p14:nvContentPartPr>
            <p14:xfrm>
              <a:off x="4842000" y="5789684"/>
              <a:ext cx="248400" cy="52956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E1349AA4-BC96-D211-071A-10FA851AA3F5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4833000" y="5780684"/>
                <a:ext cx="266040" cy="54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E8643902-8C93-B34D-8508-5A1F3B55F8DF}"/>
                  </a:ext>
                </a:extLst>
              </p14:cNvPr>
              <p14:cNvContentPartPr/>
              <p14:nvPr/>
            </p14:nvContentPartPr>
            <p14:xfrm>
              <a:off x="5095440" y="6007124"/>
              <a:ext cx="45720" cy="22140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E8643902-8C93-B34D-8508-5A1F3B55F8DF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5086800" y="5998124"/>
                <a:ext cx="6336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74130AA2-34A2-6DB6-C492-4CB539ADB5B0}"/>
                  </a:ext>
                </a:extLst>
              </p14:cNvPr>
              <p14:cNvContentPartPr/>
              <p14:nvPr/>
            </p14:nvContentPartPr>
            <p14:xfrm>
              <a:off x="5179320" y="6025844"/>
              <a:ext cx="188280" cy="20736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74130AA2-34A2-6DB6-C492-4CB539ADB5B0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5170320" y="6016844"/>
                <a:ext cx="20592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C3742A69-DDE3-8687-02C6-40B105F1C646}"/>
                  </a:ext>
                </a:extLst>
              </p14:cNvPr>
              <p14:cNvContentPartPr/>
              <p14:nvPr/>
            </p14:nvContentPartPr>
            <p14:xfrm>
              <a:off x="5400000" y="6035564"/>
              <a:ext cx="137160" cy="21888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C3742A69-DDE3-8687-02C6-40B105F1C646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5391000" y="6026924"/>
                <a:ext cx="15480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D4B10C24-7C19-5DCB-A567-9E475468B5C1}"/>
                  </a:ext>
                </a:extLst>
              </p14:cNvPr>
              <p14:cNvContentPartPr/>
              <p14:nvPr/>
            </p14:nvContentPartPr>
            <p14:xfrm>
              <a:off x="5480280" y="6137804"/>
              <a:ext cx="173880" cy="4968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D4B10C24-7C19-5DCB-A567-9E475468B5C1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5471280" y="6128804"/>
                <a:ext cx="19152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D761FEA0-218A-16D7-B2F7-EEFF3ED87BB9}"/>
                  </a:ext>
                </a:extLst>
              </p14:cNvPr>
              <p14:cNvContentPartPr/>
              <p14:nvPr/>
            </p14:nvContentPartPr>
            <p14:xfrm>
              <a:off x="5660640" y="6144284"/>
              <a:ext cx="39600" cy="3276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D761FEA0-218A-16D7-B2F7-EEFF3ED87BB9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5651640" y="6135284"/>
                <a:ext cx="5724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7D00D6F2-1076-4769-2C35-ECEF31CB7E77}"/>
                  </a:ext>
                </a:extLst>
              </p14:cNvPr>
              <p14:cNvContentPartPr/>
              <p14:nvPr/>
            </p14:nvContentPartPr>
            <p14:xfrm>
              <a:off x="5782320" y="6051044"/>
              <a:ext cx="135720" cy="17136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7D00D6F2-1076-4769-2C35-ECEF31CB7E77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5773680" y="6042404"/>
                <a:ext cx="15336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2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938200DE-FFCC-8587-A18E-B32BCA3C5170}"/>
                  </a:ext>
                </a:extLst>
              </p14:cNvPr>
              <p14:cNvContentPartPr/>
              <p14:nvPr/>
            </p14:nvContentPartPr>
            <p14:xfrm>
              <a:off x="5795640" y="6025844"/>
              <a:ext cx="187560" cy="5328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938200DE-FFCC-8587-A18E-B32BCA3C5170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5787000" y="6016844"/>
                <a:ext cx="20520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AF7014F8-F02C-3BE8-F5E3-8B84F961EE1C}"/>
                  </a:ext>
                </a:extLst>
              </p14:cNvPr>
              <p14:cNvContentPartPr/>
              <p14:nvPr/>
            </p14:nvContentPartPr>
            <p14:xfrm>
              <a:off x="5962320" y="6214484"/>
              <a:ext cx="76680" cy="12600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AF7014F8-F02C-3BE8-F5E3-8B84F961EE1C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5953320" y="6205484"/>
                <a:ext cx="9432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B6410D64-714A-B5F1-A2D4-176BECCFEE80}"/>
                  </a:ext>
                </a:extLst>
              </p14:cNvPr>
              <p14:cNvContentPartPr/>
              <p14:nvPr/>
            </p14:nvContentPartPr>
            <p14:xfrm>
              <a:off x="6213600" y="6037364"/>
              <a:ext cx="26280" cy="15840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B6410D64-714A-B5F1-A2D4-176BECCFEE80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6204600" y="6028364"/>
                <a:ext cx="4392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83FB46C7-02F5-706F-103B-B1B34147D7F4}"/>
                  </a:ext>
                </a:extLst>
              </p14:cNvPr>
              <p14:cNvContentPartPr/>
              <p14:nvPr/>
            </p14:nvContentPartPr>
            <p14:xfrm>
              <a:off x="6314760" y="6077684"/>
              <a:ext cx="128520" cy="18648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83FB46C7-02F5-706F-103B-B1B34147D7F4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6305760" y="6068684"/>
                <a:ext cx="14616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6CAB80A2-95C2-72E7-02B1-9895476B34FA}"/>
                  </a:ext>
                </a:extLst>
              </p14:cNvPr>
              <p14:cNvContentPartPr/>
              <p14:nvPr/>
            </p14:nvContentPartPr>
            <p14:xfrm>
              <a:off x="6515280" y="6101084"/>
              <a:ext cx="210240" cy="16776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6CAB80A2-95C2-72E7-02B1-9895476B34FA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6506640" y="6092444"/>
                <a:ext cx="22788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2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7623DD27-899B-3E01-4E62-9B709D1732D4}"/>
                  </a:ext>
                </a:extLst>
              </p14:cNvPr>
              <p14:cNvContentPartPr/>
              <p14:nvPr/>
            </p14:nvContentPartPr>
            <p14:xfrm>
              <a:off x="6789240" y="6122324"/>
              <a:ext cx="120240" cy="14544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7623DD27-899B-3E01-4E62-9B709D1732D4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6780600" y="6113684"/>
                <a:ext cx="13788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4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7E73B07B-078C-FD11-61AC-62EEC99EEF80}"/>
                  </a:ext>
                </a:extLst>
              </p14:cNvPr>
              <p14:cNvContentPartPr/>
              <p14:nvPr/>
            </p14:nvContentPartPr>
            <p14:xfrm>
              <a:off x="6816240" y="6096044"/>
              <a:ext cx="106560" cy="5148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7E73B07B-078C-FD11-61AC-62EEC99EEF80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6807240" y="6087044"/>
                <a:ext cx="12420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6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F146BC13-8AEB-9DAA-EE68-F90D0AB4C1A8}"/>
                  </a:ext>
                </a:extLst>
              </p14:cNvPr>
              <p14:cNvContentPartPr/>
              <p14:nvPr/>
            </p14:nvContentPartPr>
            <p14:xfrm>
              <a:off x="6807240" y="5949164"/>
              <a:ext cx="238680" cy="51300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F146BC13-8AEB-9DAA-EE68-F90D0AB4C1A8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6798600" y="5940524"/>
                <a:ext cx="256320" cy="53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653E2537-422F-300F-96E5-348C5A6E6873}"/>
                  </a:ext>
                </a:extLst>
              </p14:cNvPr>
              <p14:cNvContentPartPr/>
              <p14:nvPr/>
            </p14:nvContentPartPr>
            <p14:xfrm>
              <a:off x="4811760" y="1620884"/>
              <a:ext cx="11520" cy="37836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653E2537-422F-300F-96E5-348C5A6E6873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4802760" y="1612244"/>
                <a:ext cx="29160" cy="39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0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4EFFBD62-6ABE-FD20-5902-C793088B19F4}"/>
                  </a:ext>
                </a:extLst>
              </p14:cNvPr>
              <p14:cNvContentPartPr/>
              <p14:nvPr/>
            </p14:nvContentPartPr>
            <p14:xfrm>
              <a:off x="4760640" y="1944164"/>
              <a:ext cx="68760" cy="7344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4EFFBD62-6ABE-FD20-5902-C793088B19F4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4752000" y="1935524"/>
                <a:ext cx="8640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2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8BF03958-5867-8E6B-D560-B01C50370ACE}"/>
                  </a:ext>
                </a:extLst>
              </p14:cNvPr>
              <p14:cNvContentPartPr/>
              <p14:nvPr/>
            </p14:nvContentPartPr>
            <p14:xfrm>
              <a:off x="4817520" y="1929404"/>
              <a:ext cx="90360" cy="11448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8BF03958-5867-8E6B-D560-B01C50370ACE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4808520" y="1920764"/>
                <a:ext cx="10800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B462FD0E-E9F7-CEFE-36C2-5C39F714CAC1}"/>
                  </a:ext>
                </a:extLst>
              </p14:cNvPr>
              <p14:cNvContentPartPr/>
              <p14:nvPr/>
            </p14:nvContentPartPr>
            <p14:xfrm>
              <a:off x="2534040" y="2281189"/>
              <a:ext cx="360" cy="36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B462FD0E-E9F7-CEFE-36C2-5C39F714CAC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25040" y="2272549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5" name="Group 184">
            <a:extLst>
              <a:ext uri="{FF2B5EF4-FFF2-40B4-BE49-F238E27FC236}">
                <a16:creationId xmlns:a16="http://schemas.microsoft.com/office/drawing/2014/main" id="{F8D34A25-0835-5D88-7DB4-42EADBCB577C}"/>
              </a:ext>
            </a:extLst>
          </p:cNvPr>
          <p:cNvGrpSpPr/>
          <p:nvPr/>
        </p:nvGrpSpPr>
        <p:grpSpPr>
          <a:xfrm>
            <a:off x="7674480" y="5310524"/>
            <a:ext cx="389880" cy="256320"/>
            <a:chOff x="7674480" y="5310524"/>
            <a:chExt cx="389880" cy="25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B10720A-8C8D-B7F4-8AC6-7543F0CACCE2}"/>
                    </a:ext>
                  </a:extLst>
                </p14:cNvPr>
                <p14:cNvContentPartPr/>
                <p14:nvPr/>
              </p14:nvContentPartPr>
              <p14:xfrm>
                <a:off x="7719120" y="5442644"/>
                <a:ext cx="69480" cy="900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B10720A-8C8D-B7F4-8AC6-7543F0CACCE2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7710120" y="5434004"/>
                  <a:ext cx="871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4A7BD44-CF57-8F95-D67C-0AA431A071D2}"/>
                    </a:ext>
                  </a:extLst>
                </p14:cNvPr>
                <p14:cNvContentPartPr/>
                <p14:nvPr/>
              </p14:nvContentPartPr>
              <p14:xfrm>
                <a:off x="7674480" y="5429684"/>
                <a:ext cx="126720" cy="1371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4A7BD44-CF57-8F95-D67C-0AA431A071D2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7665480" y="5421044"/>
                  <a:ext cx="1443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E0FDD2CB-B258-5508-ECDE-D585BA369B07}"/>
                    </a:ext>
                  </a:extLst>
                </p14:cNvPr>
                <p14:cNvContentPartPr/>
                <p14:nvPr/>
              </p14:nvContentPartPr>
              <p14:xfrm>
                <a:off x="7920720" y="5310524"/>
                <a:ext cx="91080" cy="1101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E0FDD2CB-B258-5508-ECDE-D585BA369B07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7911720" y="5301884"/>
                  <a:ext cx="1087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72B4AF4B-3B06-91D4-9B1D-273CAD246C5C}"/>
                    </a:ext>
                  </a:extLst>
                </p14:cNvPr>
                <p14:cNvContentPartPr/>
                <p14:nvPr/>
              </p14:nvContentPartPr>
              <p14:xfrm>
                <a:off x="8061480" y="5386844"/>
                <a:ext cx="2880" cy="957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72B4AF4B-3B06-91D4-9B1D-273CAD246C5C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8052480" y="5377844"/>
                  <a:ext cx="205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28575CB3-99F0-63D2-14D1-7FEE91CDF683}"/>
                    </a:ext>
                  </a:extLst>
                </p14:cNvPr>
                <p14:cNvContentPartPr/>
                <p14:nvPr/>
              </p14:nvContentPartPr>
              <p14:xfrm>
                <a:off x="7786800" y="5483324"/>
                <a:ext cx="2160" cy="93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28575CB3-99F0-63D2-14D1-7FEE91CDF683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7778160" y="5474324"/>
                  <a:ext cx="19800" cy="2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5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8067CA48-29BD-DFDB-5B4D-76ABFE951B1D}"/>
                  </a:ext>
                </a:extLst>
              </p14:cNvPr>
              <p14:cNvContentPartPr/>
              <p14:nvPr/>
            </p14:nvContentPartPr>
            <p14:xfrm>
              <a:off x="9015120" y="5786804"/>
              <a:ext cx="12240" cy="11052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8067CA48-29BD-DFDB-5B4D-76ABFE951B1D}"/>
                  </a:ext>
                </a:extLst>
              </p:cNvPr>
              <p:cNvPicPr/>
              <p:nvPr/>
            </p:nvPicPr>
            <p:blipFill>
              <a:blip r:embed="rId346"/>
              <a:stretch>
                <a:fillRect/>
              </a:stretch>
            </p:blipFill>
            <p:spPr>
              <a:xfrm>
                <a:off x="9006480" y="5777804"/>
                <a:ext cx="29880" cy="12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0" name="Group 189">
            <a:extLst>
              <a:ext uri="{FF2B5EF4-FFF2-40B4-BE49-F238E27FC236}">
                <a16:creationId xmlns:a16="http://schemas.microsoft.com/office/drawing/2014/main" id="{9E6DF035-1586-13F8-A9B9-486336D76A51}"/>
              </a:ext>
            </a:extLst>
          </p:cNvPr>
          <p:cNvGrpSpPr/>
          <p:nvPr/>
        </p:nvGrpSpPr>
        <p:grpSpPr>
          <a:xfrm>
            <a:off x="8631360" y="4996604"/>
            <a:ext cx="277200" cy="252360"/>
            <a:chOff x="8631360" y="4996604"/>
            <a:chExt cx="277200" cy="25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22BBE1D-EF1B-FB60-15EE-00B8614F7871}"/>
                    </a:ext>
                  </a:extLst>
                </p14:cNvPr>
                <p14:cNvContentPartPr/>
                <p14:nvPr/>
              </p14:nvContentPartPr>
              <p14:xfrm>
                <a:off x="8631360" y="5156084"/>
                <a:ext cx="57600" cy="928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22BBE1D-EF1B-FB60-15EE-00B8614F7871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8622720" y="5147444"/>
                  <a:ext cx="752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230E9736-20C2-63FC-C6B9-692AA32C134D}"/>
                    </a:ext>
                  </a:extLst>
                </p14:cNvPr>
                <p14:cNvContentPartPr/>
                <p14:nvPr/>
              </p14:nvContentPartPr>
              <p14:xfrm>
                <a:off x="8680320" y="4996604"/>
                <a:ext cx="73440" cy="1162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230E9736-20C2-63FC-C6B9-692AA32C134D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8671320" y="4987964"/>
                  <a:ext cx="910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4BD0795-0BFB-E1A1-DAEC-0C432F5F6896}"/>
                    </a:ext>
                  </a:extLst>
                </p14:cNvPr>
                <p14:cNvContentPartPr/>
                <p14:nvPr/>
              </p14:nvContentPartPr>
              <p14:xfrm>
                <a:off x="8777160" y="5099924"/>
                <a:ext cx="131400" cy="669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4BD0795-0BFB-E1A1-DAEC-0C432F5F6896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8768160" y="5090924"/>
                  <a:ext cx="149040" cy="8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3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6AC15E0A-0B61-1390-B88A-CCD671FEA464}"/>
                  </a:ext>
                </a:extLst>
              </p14:cNvPr>
              <p14:cNvContentPartPr/>
              <p14:nvPr/>
            </p14:nvContentPartPr>
            <p14:xfrm>
              <a:off x="10213200" y="5678804"/>
              <a:ext cx="22680" cy="14040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6AC15E0A-0B61-1390-B88A-CCD671FEA464}"/>
                  </a:ext>
                </a:extLst>
              </p:cNvPr>
              <p:cNvPicPr/>
              <p:nvPr/>
            </p:nvPicPr>
            <p:blipFill>
              <a:blip r:embed="rId354"/>
              <a:stretch>
                <a:fillRect/>
              </a:stretch>
            </p:blipFill>
            <p:spPr>
              <a:xfrm>
                <a:off x="10204200" y="5670164"/>
                <a:ext cx="40320" cy="15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5" name="Group 194">
            <a:extLst>
              <a:ext uri="{FF2B5EF4-FFF2-40B4-BE49-F238E27FC236}">
                <a16:creationId xmlns:a16="http://schemas.microsoft.com/office/drawing/2014/main" id="{AD3A9AA8-33B8-1B7B-FE17-57AD81C5355A}"/>
              </a:ext>
            </a:extLst>
          </p:cNvPr>
          <p:cNvGrpSpPr/>
          <p:nvPr/>
        </p:nvGrpSpPr>
        <p:grpSpPr>
          <a:xfrm>
            <a:off x="10251720" y="3041084"/>
            <a:ext cx="398880" cy="212400"/>
            <a:chOff x="10251720" y="3041084"/>
            <a:chExt cx="398880" cy="21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33E3C718-4C43-D325-159D-1FC7B07ABECB}"/>
                    </a:ext>
                  </a:extLst>
                </p14:cNvPr>
                <p14:cNvContentPartPr/>
                <p14:nvPr/>
              </p14:nvContentPartPr>
              <p14:xfrm>
                <a:off x="10251720" y="3041084"/>
                <a:ext cx="66960" cy="914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33E3C718-4C43-D325-159D-1FC7B07ABECB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0243080" y="3032444"/>
                  <a:ext cx="846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3CFEF259-BADB-770E-58A8-C4692E1E1BC2}"/>
                    </a:ext>
                  </a:extLst>
                </p14:cNvPr>
                <p14:cNvContentPartPr/>
                <p14:nvPr/>
              </p14:nvContentPartPr>
              <p14:xfrm>
                <a:off x="10432800" y="3052244"/>
                <a:ext cx="107640" cy="1040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3CFEF259-BADB-770E-58A8-C4692E1E1BC2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0424160" y="3043604"/>
                  <a:ext cx="1252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F026A35F-D8DE-0B05-3BC6-3374F279CFBC}"/>
                    </a:ext>
                  </a:extLst>
                </p14:cNvPr>
                <p14:cNvContentPartPr/>
                <p14:nvPr/>
              </p14:nvContentPartPr>
              <p14:xfrm>
                <a:off x="10518120" y="3118124"/>
                <a:ext cx="132480" cy="1353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F026A35F-D8DE-0B05-3BC6-3374F279CFBC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0509480" y="3109484"/>
                  <a:ext cx="150120" cy="15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98671C11-50B8-32DF-2FB2-964D505DB45A}"/>
              </a:ext>
            </a:extLst>
          </p:cNvPr>
          <p:cNvGrpSpPr/>
          <p:nvPr/>
        </p:nvGrpSpPr>
        <p:grpSpPr>
          <a:xfrm>
            <a:off x="1755000" y="175484"/>
            <a:ext cx="7689960" cy="2116800"/>
            <a:chOff x="1755000" y="175484"/>
            <a:chExt cx="7689960" cy="211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4C0DD17-06AD-B6DE-AA9D-24FF07DD2A62}"/>
                    </a:ext>
                  </a:extLst>
                </p14:cNvPr>
                <p14:cNvContentPartPr/>
                <p14:nvPr/>
              </p14:nvContentPartPr>
              <p14:xfrm>
                <a:off x="1773000" y="175484"/>
                <a:ext cx="6960600" cy="21168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4C0DD17-06AD-B6DE-AA9D-24FF07DD2A62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764360" y="166484"/>
                  <a:ext cx="6978240" cy="21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48CEB63A-0EF1-0875-F236-39657E6DD91E}"/>
                    </a:ext>
                  </a:extLst>
                </p14:cNvPr>
                <p14:cNvContentPartPr/>
                <p14:nvPr/>
              </p14:nvContentPartPr>
              <p14:xfrm>
                <a:off x="1755000" y="847964"/>
                <a:ext cx="63720" cy="993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48CEB63A-0EF1-0875-F236-39657E6DD91E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746000" y="839324"/>
                  <a:ext cx="813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D2875A41-C2C6-8406-CFF2-6EC237BD03E1}"/>
                    </a:ext>
                  </a:extLst>
                </p14:cNvPr>
                <p14:cNvContentPartPr/>
                <p14:nvPr/>
              </p14:nvContentPartPr>
              <p14:xfrm>
                <a:off x="7437600" y="584804"/>
                <a:ext cx="91080" cy="2372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D2875A41-C2C6-8406-CFF2-6EC237BD03E1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7428600" y="575804"/>
                  <a:ext cx="10872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1BC6BB1A-8547-3182-393A-44D36098A21C}"/>
                    </a:ext>
                  </a:extLst>
                </p14:cNvPr>
                <p14:cNvContentPartPr/>
                <p14:nvPr/>
              </p14:nvContentPartPr>
              <p14:xfrm>
                <a:off x="7413480" y="713324"/>
                <a:ext cx="250920" cy="957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1BC6BB1A-8547-3182-393A-44D36098A21C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7404840" y="704324"/>
                  <a:ext cx="2685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FB937C5F-BD9E-6D84-0700-2081BA14E311}"/>
                    </a:ext>
                  </a:extLst>
                </p14:cNvPr>
                <p14:cNvContentPartPr/>
                <p14:nvPr/>
              </p14:nvContentPartPr>
              <p14:xfrm>
                <a:off x="7740360" y="727364"/>
                <a:ext cx="28080" cy="939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FB937C5F-BD9E-6D84-0700-2081BA14E311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7731720" y="718364"/>
                  <a:ext cx="457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324AF88F-C1D5-C506-3D07-A55A730D37F6}"/>
                    </a:ext>
                  </a:extLst>
                </p14:cNvPr>
                <p14:cNvContentPartPr/>
                <p14:nvPr/>
              </p14:nvContentPartPr>
              <p14:xfrm>
                <a:off x="7813800" y="755444"/>
                <a:ext cx="25560" cy="824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324AF88F-C1D5-C506-3D07-A55A730D37F6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7805160" y="746804"/>
                  <a:ext cx="432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BD4424CA-B850-F063-818A-70644DF48FB9}"/>
                    </a:ext>
                  </a:extLst>
                </p14:cNvPr>
                <p14:cNvContentPartPr/>
                <p14:nvPr/>
              </p14:nvContentPartPr>
              <p14:xfrm>
                <a:off x="7843320" y="707924"/>
                <a:ext cx="30600" cy="75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BD4424CA-B850-F063-818A-70644DF48FB9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7834680" y="698924"/>
                  <a:ext cx="482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DD634DAF-F566-5B21-52B4-89C46669FE6A}"/>
                    </a:ext>
                  </a:extLst>
                </p14:cNvPr>
                <p14:cNvContentPartPr/>
                <p14:nvPr/>
              </p14:nvContentPartPr>
              <p14:xfrm>
                <a:off x="7874280" y="748604"/>
                <a:ext cx="156600" cy="2736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DD634DAF-F566-5B21-52B4-89C46669FE6A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7865640" y="739604"/>
                  <a:ext cx="17424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4F5FCD2-2A89-31E7-8D45-027C2308B838}"/>
                    </a:ext>
                  </a:extLst>
                </p14:cNvPr>
                <p14:cNvContentPartPr/>
                <p14:nvPr/>
              </p14:nvContentPartPr>
              <p14:xfrm>
                <a:off x="8072280" y="769124"/>
                <a:ext cx="83520" cy="1447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4F5FCD2-2A89-31E7-8D45-027C2308B838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8063280" y="760484"/>
                  <a:ext cx="1011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423AD273-15E6-26F9-1762-D45E7923C28C}"/>
                    </a:ext>
                  </a:extLst>
                </p14:cNvPr>
                <p14:cNvContentPartPr/>
                <p14:nvPr/>
              </p14:nvContentPartPr>
              <p14:xfrm>
                <a:off x="8528400" y="696764"/>
                <a:ext cx="81360" cy="2271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423AD273-15E6-26F9-1762-D45E7923C28C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8519400" y="687764"/>
                  <a:ext cx="990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3492D217-592F-303C-8776-290667906889}"/>
                    </a:ext>
                  </a:extLst>
                </p14:cNvPr>
                <p14:cNvContentPartPr/>
                <p14:nvPr/>
              </p14:nvContentPartPr>
              <p14:xfrm>
                <a:off x="8565480" y="584084"/>
                <a:ext cx="192240" cy="3373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3492D217-592F-303C-8776-290667906889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8556840" y="575444"/>
                  <a:ext cx="20988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883CE988-73F4-8F8D-DAA5-0DBC2B5B2FF0}"/>
                    </a:ext>
                  </a:extLst>
                </p14:cNvPr>
                <p14:cNvContentPartPr/>
                <p14:nvPr/>
              </p14:nvContentPartPr>
              <p14:xfrm>
                <a:off x="8727840" y="738524"/>
                <a:ext cx="314280" cy="1771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883CE988-73F4-8F8D-DAA5-0DBC2B5B2FF0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8718840" y="729524"/>
                  <a:ext cx="3319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2C51A856-326D-8D26-91B7-95078705459E}"/>
                    </a:ext>
                  </a:extLst>
                </p14:cNvPr>
                <p14:cNvContentPartPr/>
                <p14:nvPr/>
              </p14:nvContentPartPr>
              <p14:xfrm>
                <a:off x="9053640" y="806204"/>
                <a:ext cx="391320" cy="1422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2C51A856-326D-8D26-91B7-95078705459E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9044640" y="797564"/>
                  <a:ext cx="40896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C54A8DD0-8B04-BF10-83CB-83FEB5C84A5E}"/>
              </a:ext>
            </a:extLst>
          </p:cNvPr>
          <p:cNvGrpSpPr/>
          <p:nvPr/>
        </p:nvGrpSpPr>
        <p:grpSpPr>
          <a:xfrm>
            <a:off x="9797400" y="700724"/>
            <a:ext cx="274680" cy="267840"/>
            <a:chOff x="9797400" y="700724"/>
            <a:chExt cx="274680" cy="26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CFAA2CC4-C11E-4E70-4B31-848697DAA368}"/>
                    </a:ext>
                  </a:extLst>
                </p14:cNvPr>
                <p14:cNvContentPartPr/>
                <p14:nvPr/>
              </p14:nvContentPartPr>
              <p14:xfrm>
                <a:off x="9867960" y="700724"/>
                <a:ext cx="60480" cy="2678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CFAA2CC4-C11E-4E70-4B31-848697DAA368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9859320" y="692084"/>
                  <a:ext cx="7812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13CECCD4-0130-E45F-C69A-661D6D62F490}"/>
                    </a:ext>
                  </a:extLst>
                </p14:cNvPr>
                <p14:cNvContentPartPr/>
                <p14:nvPr/>
              </p14:nvContentPartPr>
              <p14:xfrm>
                <a:off x="9797400" y="854084"/>
                <a:ext cx="274680" cy="1044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13CECCD4-0130-E45F-C69A-661D6D62F490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9788760" y="845444"/>
                  <a:ext cx="292320" cy="12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46B1D03F-40D4-4126-67B5-1736F58AD8AC}"/>
              </a:ext>
            </a:extLst>
          </p:cNvPr>
          <p:cNvGrpSpPr/>
          <p:nvPr/>
        </p:nvGrpSpPr>
        <p:grpSpPr>
          <a:xfrm>
            <a:off x="10286280" y="841844"/>
            <a:ext cx="331200" cy="164880"/>
            <a:chOff x="10286280" y="841844"/>
            <a:chExt cx="331200" cy="16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58602AEB-17E3-D479-8216-2240668F0915}"/>
                    </a:ext>
                  </a:extLst>
                </p14:cNvPr>
                <p14:cNvContentPartPr/>
                <p14:nvPr/>
              </p14:nvContentPartPr>
              <p14:xfrm>
                <a:off x="10286280" y="841844"/>
                <a:ext cx="124920" cy="1648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58602AEB-17E3-D479-8216-2240668F0915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0277640" y="832844"/>
                  <a:ext cx="1425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2EF1D4A9-EE22-9FB5-23F1-8EB821E6D61A}"/>
                    </a:ext>
                  </a:extLst>
                </p14:cNvPr>
                <p14:cNvContentPartPr/>
                <p14:nvPr/>
              </p14:nvContentPartPr>
              <p14:xfrm>
                <a:off x="10464840" y="883964"/>
                <a:ext cx="152640" cy="1141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2EF1D4A9-EE22-9FB5-23F1-8EB821E6D61A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0455840" y="875324"/>
                  <a:ext cx="170280" cy="13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AA9F504F-55FE-EF3E-6958-A588C79AB305}"/>
              </a:ext>
            </a:extLst>
          </p:cNvPr>
          <p:cNvGrpSpPr/>
          <p:nvPr/>
        </p:nvGrpSpPr>
        <p:grpSpPr>
          <a:xfrm>
            <a:off x="267120" y="1949204"/>
            <a:ext cx="326520" cy="363960"/>
            <a:chOff x="267120" y="1949204"/>
            <a:chExt cx="326520" cy="36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79660E3C-23E1-68E6-BEE5-2772CD5F5207}"/>
                    </a:ext>
                  </a:extLst>
                </p14:cNvPr>
                <p14:cNvContentPartPr/>
                <p14:nvPr/>
              </p14:nvContentPartPr>
              <p14:xfrm>
                <a:off x="267120" y="1949204"/>
                <a:ext cx="289080" cy="2433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79660E3C-23E1-68E6-BEE5-2772CD5F5207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258120" y="1940564"/>
                  <a:ext cx="3067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1033B197-3CCA-4537-3740-588B2C7FF8D8}"/>
                    </a:ext>
                  </a:extLst>
                </p14:cNvPr>
                <p14:cNvContentPartPr/>
                <p14:nvPr/>
              </p14:nvContentPartPr>
              <p14:xfrm>
                <a:off x="560880" y="2067284"/>
                <a:ext cx="32760" cy="2458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1033B197-3CCA-4537-3740-588B2C7FF8D8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551880" y="2058644"/>
                  <a:ext cx="50400" cy="26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D809A004-5519-F8A5-92B3-FF62BC6F4EB2}"/>
              </a:ext>
            </a:extLst>
          </p:cNvPr>
          <p:cNvGrpSpPr/>
          <p:nvPr/>
        </p:nvGrpSpPr>
        <p:grpSpPr>
          <a:xfrm>
            <a:off x="789120" y="2018684"/>
            <a:ext cx="299880" cy="141120"/>
            <a:chOff x="789120" y="2018684"/>
            <a:chExt cx="299880" cy="14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04F3C3F8-1F60-DC7F-A993-C772B709B0AD}"/>
                    </a:ext>
                  </a:extLst>
                </p14:cNvPr>
                <p14:cNvContentPartPr/>
                <p14:nvPr/>
              </p14:nvContentPartPr>
              <p14:xfrm>
                <a:off x="789120" y="2071604"/>
                <a:ext cx="263160" cy="244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04F3C3F8-1F60-DC7F-A993-C772B709B0AD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780120" y="2062604"/>
                  <a:ext cx="2808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D658F8C3-F9E8-CB35-D308-0C541D709CC6}"/>
                    </a:ext>
                  </a:extLst>
                </p14:cNvPr>
                <p14:cNvContentPartPr/>
                <p14:nvPr/>
              </p14:nvContentPartPr>
              <p14:xfrm>
                <a:off x="1011960" y="2018684"/>
                <a:ext cx="77040" cy="1411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D658F8C3-F9E8-CB35-D308-0C541D709CC6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003320" y="2009684"/>
                  <a:ext cx="94680" cy="15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7D020E8C-701A-BEBA-194A-B30DF683EFCF}"/>
              </a:ext>
            </a:extLst>
          </p:cNvPr>
          <p:cNvGrpSpPr/>
          <p:nvPr/>
        </p:nvGrpSpPr>
        <p:grpSpPr>
          <a:xfrm>
            <a:off x="2197080" y="1986284"/>
            <a:ext cx="516240" cy="395640"/>
            <a:chOff x="2197080" y="1986284"/>
            <a:chExt cx="516240" cy="39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AB1E7BA0-E5F3-9DCF-586D-C43036F160DF}"/>
                    </a:ext>
                  </a:extLst>
                </p14:cNvPr>
                <p14:cNvContentPartPr/>
                <p14:nvPr/>
              </p14:nvContentPartPr>
              <p14:xfrm>
                <a:off x="2197080" y="2074124"/>
                <a:ext cx="174240" cy="1735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AB1E7BA0-E5F3-9DCF-586D-C43036F160DF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2188440" y="2065484"/>
                  <a:ext cx="1918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5ADD5C93-D0C3-170F-CA44-634325061766}"/>
                    </a:ext>
                  </a:extLst>
                </p14:cNvPr>
                <p14:cNvContentPartPr/>
                <p14:nvPr/>
              </p14:nvContentPartPr>
              <p14:xfrm>
                <a:off x="2409480" y="2122364"/>
                <a:ext cx="80280" cy="13644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5ADD5C93-D0C3-170F-CA44-634325061766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2400840" y="2113364"/>
                  <a:ext cx="979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AB6BFDC8-1C0F-3DC8-2D2B-F840C5D1FBDB}"/>
                    </a:ext>
                  </a:extLst>
                </p14:cNvPr>
                <p14:cNvContentPartPr/>
                <p14:nvPr/>
              </p14:nvContentPartPr>
              <p14:xfrm>
                <a:off x="2431080" y="2070524"/>
                <a:ext cx="116640" cy="309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AB6BFDC8-1C0F-3DC8-2D2B-F840C5D1FBDB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2422080" y="2061524"/>
                  <a:ext cx="1342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AE3665E3-23D3-2A32-435D-FC3B122FFBCA}"/>
                    </a:ext>
                  </a:extLst>
                </p14:cNvPr>
                <p14:cNvContentPartPr/>
                <p14:nvPr/>
              </p14:nvContentPartPr>
              <p14:xfrm>
                <a:off x="2591280" y="1986284"/>
                <a:ext cx="122040" cy="3956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AE3665E3-23D3-2A32-435D-FC3B122FFBCA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2582280" y="1977284"/>
                  <a:ext cx="139680" cy="41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E0C34F23-AC65-DC38-2C73-8DAAD1A6E1D6}"/>
              </a:ext>
            </a:extLst>
          </p:cNvPr>
          <p:cNvGrpSpPr/>
          <p:nvPr/>
        </p:nvGrpSpPr>
        <p:grpSpPr>
          <a:xfrm>
            <a:off x="1255320" y="1940204"/>
            <a:ext cx="727200" cy="504000"/>
            <a:chOff x="1255320" y="1940204"/>
            <a:chExt cx="727200" cy="50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ED48B069-3A17-1962-211D-72C616284661}"/>
                    </a:ext>
                  </a:extLst>
                </p14:cNvPr>
                <p14:cNvContentPartPr/>
                <p14:nvPr/>
              </p14:nvContentPartPr>
              <p14:xfrm>
                <a:off x="1456920" y="2025884"/>
                <a:ext cx="209520" cy="21204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ED48B069-3A17-1962-211D-72C616284661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448280" y="2017244"/>
                  <a:ext cx="2271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04A7D028-E9B3-3B46-3D3D-57FF8505D493}"/>
                    </a:ext>
                  </a:extLst>
                </p14:cNvPr>
                <p14:cNvContentPartPr/>
                <p14:nvPr/>
              </p14:nvContentPartPr>
              <p14:xfrm>
                <a:off x="1703160" y="2107964"/>
                <a:ext cx="93960" cy="1065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04A7D028-E9B3-3B46-3D3D-57FF8505D493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1694520" y="2099324"/>
                  <a:ext cx="1116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3B2DEFFB-F1A8-B880-8A13-F4323475C92B}"/>
                    </a:ext>
                  </a:extLst>
                </p14:cNvPr>
                <p14:cNvContentPartPr/>
                <p14:nvPr/>
              </p14:nvContentPartPr>
              <p14:xfrm>
                <a:off x="1916280" y="2205884"/>
                <a:ext cx="66240" cy="1288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3B2DEFFB-F1A8-B880-8A13-F4323475C92B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907640" y="2196884"/>
                  <a:ext cx="838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8DC74D27-E6E2-606C-835E-9096B41163CB}"/>
                    </a:ext>
                  </a:extLst>
                </p14:cNvPr>
                <p14:cNvContentPartPr/>
                <p14:nvPr/>
              </p14:nvContentPartPr>
              <p14:xfrm>
                <a:off x="1255320" y="1940204"/>
                <a:ext cx="159840" cy="5040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8DC74D27-E6E2-606C-835E-9096B41163CB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1246320" y="1931204"/>
                  <a:ext cx="177480" cy="52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F1543875-C29C-CE10-E749-882E062567C2}"/>
              </a:ext>
            </a:extLst>
          </p:cNvPr>
          <p:cNvGrpSpPr/>
          <p:nvPr/>
        </p:nvGrpSpPr>
        <p:grpSpPr>
          <a:xfrm>
            <a:off x="1170360" y="2687564"/>
            <a:ext cx="1518840" cy="457200"/>
            <a:chOff x="1170360" y="2687564"/>
            <a:chExt cx="1518840" cy="45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CEF26A44-83C4-3FF0-A414-7E08F81BB435}"/>
                    </a:ext>
                  </a:extLst>
                </p14:cNvPr>
                <p14:cNvContentPartPr/>
                <p14:nvPr/>
              </p14:nvContentPartPr>
              <p14:xfrm>
                <a:off x="1399320" y="2745524"/>
                <a:ext cx="227880" cy="2682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CEF26A44-83C4-3FF0-A414-7E08F81BB435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1390320" y="2736524"/>
                  <a:ext cx="24552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3EA27C41-7EE3-E6B3-204A-6F071E9F7710}"/>
                    </a:ext>
                  </a:extLst>
                </p14:cNvPr>
                <p14:cNvContentPartPr/>
                <p14:nvPr/>
              </p14:nvContentPartPr>
              <p14:xfrm>
                <a:off x="1713960" y="2816084"/>
                <a:ext cx="133920" cy="17352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3EA27C41-7EE3-E6B3-204A-6F071E9F7710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1705320" y="2807084"/>
                  <a:ext cx="1515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33BEA640-1789-B8BF-6D89-559D40569F4F}"/>
                    </a:ext>
                  </a:extLst>
                </p14:cNvPr>
                <p14:cNvContentPartPr/>
                <p14:nvPr/>
              </p14:nvContentPartPr>
              <p14:xfrm>
                <a:off x="1942200" y="2890964"/>
                <a:ext cx="36360" cy="1530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33BEA640-1789-B8BF-6D89-559D40569F4F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1933200" y="2881964"/>
                  <a:ext cx="540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9CBBFECA-E3DF-446E-D1C3-54E0C8AA6292}"/>
                    </a:ext>
                  </a:extLst>
                </p14:cNvPr>
                <p14:cNvContentPartPr/>
                <p14:nvPr/>
              </p14:nvContentPartPr>
              <p14:xfrm>
                <a:off x="2144160" y="2766404"/>
                <a:ext cx="204120" cy="2062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9CBBFECA-E3DF-446E-D1C3-54E0C8AA6292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2135160" y="2757764"/>
                  <a:ext cx="2217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D004E83B-ECB6-D082-461F-88D5B5EEF4D2}"/>
                    </a:ext>
                  </a:extLst>
                </p14:cNvPr>
                <p14:cNvContentPartPr/>
                <p14:nvPr/>
              </p14:nvContentPartPr>
              <p14:xfrm>
                <a:off x="2345400" y="2821844"/>
                <a:ext cx="126720" cy="1008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D004E83B-ECB6-D082-461F-88D5B5EEF4D2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2336760" y="2813204"/>
                  <a:ext cx="1443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7CF748D8-7511-EA67-FC15-A93C02DD175F}"/>
                    </a:ext>
                  </a:extLst>
                </p14:cNvPr>
                <p14:cNvContentPartPr/>
                <p14:nvPr/>
              </p14:nvContentPartPr>
              <p14:xfrm>
                <a:off x="2555280" y="2690444"/>
                <a:ext cx="133920" cy="4543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7CF748D8-7511-EA67-FC15-A93C02DD175F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2546640" y="2681444"/>
                  <a:ext cx="151560" cy="47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E06B2BAA-A637-7A0E-F0D8-3DF0862BB163}"/>
                    </a:ext>
                  </a:extLst>
                </p14:cNvPr>
                <p14:cNvContentPartPr/>
                <p14:nvPr/>
              </p14:nvContentPartPr>
              <p14:xfrm>
                <a:off x="1170360" y="2687564"/>
                <a:ext cx="207360" cy="3531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E06B2BAA-A637-7A0E-F0D8-3DF0862BB163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1161360" y="2678924"/>
                  <a:ext cx="225000" cy="37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3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BE7B2C16-1A12-A4B7-94A3-BB4211328F24}"/>
                  </a:ext>
                </a:extLst>
              </p14:cNvPr>
              <p14:cNvContentPartPr/>
              <p14:nvPr/>
            </p14:nvContentPartPr>
            <p14:xfrm>
              <a:off x="1594440" y="1451684"/>
              <a:ext cx="278280" cy="31320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BE7B2C16-1A12-A4B7-94A3-BB4211328F24}"/>
                  </a:ext>
                </a:extLst>
              </p:cNvPr>
              <p:cNvPicPr/>
              <p:nvPr/>
            </p:nvPicPr>
            <p:blipFill>
              <a:blip r:embed="rId434"/>
              <a:stretch>
                <a:fillRect/>
              </a:stretch>
            </p:blipFill>
            <p:spPr>
              <a:xfrm>
                <a:off x="1585440" y="1443044"/>
                <a:ext cx="295920" cy="33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6" name="Group 245">
            <a:extLst>
              <a:ext uri="{FF2B5EF4-FFF2-40B4-BE49-F238E27FC236}">
                <a16:creationId xmlns:a16="http://schemas.microsoft.com/office/drawing/2014/main" id="{8DE9E52D-97F6-E9B9-12ED-93CCE93670C5}"/>
              </a:ext>
            </a:extLst>
          </p:cNvPr>
          <p:cNvGrpSpPr/>
          <p:nvPr/>
        </p:nvGrpSpPr>
        <p:grpSpPr>
          <a:xfrm>
            <a:off x="2269800" y="1475804"/>
            <a:ext cx="498960" cy="278280"/>
            <a:chOff x="2269800" y="1475804"/>
            <a:chExt cx="498960" cy="27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8BBBE43B-1ACF-0576-0D3A-30883A2B5FFB}"/>
                    </a:ext>
                  </a:extLst>
                </p14:cNvPr>
                <p14:cNvContentPartPr/>
                <p14:nvPr/>
              </p14:nvContentPartPr>
              <p14:xfrm>
                <a:off x="2269800" y="1475804"/>
                <a:ext cx="197280" cy="2379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8BBBE43B-1ACF-0576-0D3A-30883A2B5FFB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2261160" y="1466804"/>
                  <a:ext cx="21492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9EB55302-2D0A-6C59-FA2C-BCC378CD12F0}"/>
                    </a:ext>
                  </a:extLst>
                </p14:cNvPr>
                <p14:cNvContentPartPr/>
                <p14:nvPr/>
              </p14:nvContentPartPr>
              <p14:xfrm>
                <a:off x="2549160" y="1650764"/>
                <a:ext cx="219600" cy="10332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9EB55302-2D0A-6C59-FA2C-BCC378CD12F0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2540160" y="1642124"/>
                  <a:ext cx="237240" cy="12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069530AC-B7E1-E561-2F08-064C8CA92651}"/>
              </a:ext>
            </a:extLst>
          </p:cNvPr>
          <p:cNvGrpSpPr/>
          <p:nvPr/>
        </p:nvGrpSpPr>
        <p:grpSpPr>
          <a:xfrm>
            <a:off x="340200" y="3861164"/>
            <a:ext cx="808200" cy="390960"/>
            <a:chOff x="340200" y="3861164"/>
            <a:chExt cx="808200" cy="39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FB1E247A-1B3F-78E8-11DE-1E236E635288}"/>
                    </a:ext>
                  </a:extLst>
                </p14:cNvPr>
                <p14:cNvContentPartPr/>
                <p14:nvPr/>
              </p14:nvContentPartPr>
              <p14:xfrm>
                <a:off x="340200" y="3861164"/>
                <a:ext cx="363600" cy="39096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FB1E247A-1B3F-78E8-11DE-1E236E635288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331560" y="3852524"/>
                  <a:ext cx="38124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E7439046-8DD8-8C02-D339-9CEE8D6C5283}"/>
                    </a:ext>
                  </a:extLst>
                </p14:cNvPr>
                <p14:cNvContentPartPr/>
                <p14:nvPr/>
              </p14:nvContentPartPr>
              <p14:xfrm>
                <a:off x="826200" y="4049084"/>
                <a:ext cx="76320" cy="2736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E7439046-8DD8-8C02-D339-9CEE8D6C5283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817200" y="4040084"/>
                  <a:ext cx="939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D54D7ED5-20EE-DE3D-73C7-8DA2D6DFE64D}"/>
                    </a:ext>
                  </a:extLst>
                </p14:cNvPr>
                <p14:cNvContentPartPr/>
                <p14:nvPr/>
              </p14:nvContentPartPr>
              <p14:xfrm>
                <a:off x="821160" y="4021364"/>
                <a:ext cx="293040" cy="7236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D54D7ED5-20EE-DE3D-73C7-8DA2D6DFE64D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812160" y="4012364"/>
                  <a:ext cx="3106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DA832088-1AC2-DE63-34CE-1AF220AFE355}"/>
                    </a:ext>
                  </a:extLst>
                </p14:cNvPr>
                <p14:cNvContentPartPr/>
                <p14:nvPr/>
              </p14:nvContentPartPr>
              <p14:xfrm>
                <a:off x="1058040" y="3991844"/>
                <a:ext cx="90360" cy="1479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DA832088-1AC2-DE63-34CE-1AF220AFE355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049040" y="3982844"/>
                  <a:ext cx="108000" cy="16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252EEBC7-8121-1552-120C-1A28A6FB6C1E}"/>
              </a:ext>
            </a:extLst>
          </p:cNvPr>
          <p:cNvGrpSpPr/>
          <p:nvPr/>
        </p:nvGrpSpPr>
        <p:grpSpPr>
          <a:xfrm>
            <a:off x="1535400" y="3917324"/>
            <a:ext cx="294120" cy="395640"/>
            <a:chOff x="1535400" y="3917324"/>
            <a:chExt cx="294120" cy="39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45447293-349C-BDD1-062E-596322E1B356}"/>
                    </a:ext>
                  </a:extLst>
                </p14:cNvPr>
                <p14:cNvContentPartPr/>
                <p14:nvPr/>
              </p14:nvContentPartPr>
              <p14:xfrm>
                <a:off x="1535400" y="3917324"/>
                <a:ext cx="204120" cy="28800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45447293-349C-BDD1-062E-596322E1B356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1526760" y="3908324"/>
                  <a:ext cx="22176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B5320B42-D7FB-3D4D-2D0A-E6AE21A1F3A2}"/>
                    </a:ext>
                  </a:extLst>
                </p14:cNvPr>
                <p14:cNvContentPartPr/>
                <p14:nvPr/>
              </p14:nvContentPartPr>
              <p14:xfrm>
                <a:off x="1812240" y="4098044"/>
                <a:ext cx="17280" cy="21492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B5320B42-D7FB-3D4D-2D0A-E6AE21A1F3A2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803240" y="4089044"/>
                  <a:ext cx="34920" cy="23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AA023D69-70D8-A0B5-1719-C9D758AABD73}"/>
              </a:ext>
            </a:extLst>
          </p:cNvPr>
          <p:cNvGrpSpPr/>
          <p:nvPr/>
        </p:nvGrpSpPr>
        <p:grpSpPr>
          <a:xfrm>
            <a:off x="2369520" y="3917684"/>
            <a:ext cx="478440" cy="288360"/>
            <a:chOff x="2369520" y="3917684"/>
            <a:chExt cx="478440" cy="28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6AD9352D-1A68-AC4E-4872-EA294E22790C}"/>
                    </a:ext>
                  </a:extLst>
                </p14:cNvPr>
                <p14:cNvContentPartPr/>
                <p14:nvPr/>
              </p14:nvContentPartPr>
              <p14:xfrm>
                <a:off x="2369520" y="3917684"/>
                <a:ext cx="245880" cy="2750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6AD9352D-1A68-AC4E-4872-EA294E22790C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2360520" y="3909044"/>
                  <a:ext cx="2635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C43E21B7-2395-06AC-AFD8-A86A94D15568}"/>
                    </a:ext>
                  </a:extLst>
                </p14:cNvPr>
                <p14:cNvContentPartPr/>
                <p14:nvPr/>
              </p14:nvContentPartPr>
              <p14:xfrm>
                <a:off x="2629440" y="4093364"/>
                <a:ext cx="218520" cy="11268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C43E21B7-2395-06AC-AFD8-A86A94D15568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2620800" y="4084724"/>
                  <a:ext cx="236160" cy="13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0CD6F2C8-6491-4B8F-D810-DB00B02EA83E}"/>
              </a:ext>
            </a:extLst>
          </p:cNvPr>
          <p:cNvGrpSpPr/>
          <p:nvPr/>
        </p:nvGrpSpPr>
        <p:grpSpPr>
          <a:xfrm>
            <a:off x="1269720" y="4389644"/>
            <a:ext cx="1578240" cy="1018080"/>
            <a:chOff x="1269720" y="4389644"/>
            <a:chExt cx="1578240" cy="101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912D9BA9-8B0B-9126-C776-83754FA5B9D8}"/>
                    </a:ext>
                  </a:extLst>
                </p14:cNvPr>
                <p14:cNvContentPartPr/>
                <p14:nvPr/>
              </p14:nvContentPartPr>
              <p14:xfrm>
                <a:off x="2137320" y="4442924"/>
                <a:ext cx="149760" cy="20844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912D9BA9-8B0B-9126-C776-83754FA5B9D8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2128320" y="4434284"/>
                  <a:ext cx="1674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D2769101-745A-0C45-F52C-5B05DACB9558}"/>
                    </a:ext>
                  </a:extLst>
                </p14:cNvPr>
                <p14:cNvContentPartPr/>
                <p14:nvPr/>
              </p14:nvContentPartPr>
              <p14:xfrm>
                <a:off x="2406960" y="4487204"/>
                <a:ext cx="168840" cy="12168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D2769101-745A-0C45-F52C-5B05DACB9558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2398320" y="4478564"/>
                  <a:ext cx="1864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9B0C12F4-8E22-A1D5-8E2E-B12BAAB3065B}"/>
                    </a:ext>
                  </a:extLst>
                </p14:cNvPr>
                <p14:cNvContentPartPr/>
                <p14:nvPr/>
              </p14:nvContentPartPr>
              <p14:xfrm>
                <a:off x="2517120" y="4389644"/>
                <a:ext cx="190440" cy="43416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9B0C12F4-8E22-A1D5-8E2E-B12BAAB3065B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2508120" y="4380644"/>
                  <a:ext cx="20808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D375C0FD-8471-5484-5A96-D52DC0207058}"/>
                    </a:ext>
                  </a:extLst>
                </p14:cNvPr>
                <p14:cNvContentPartPr/>
                <p14:nvPr/>
              </p14:nvContentPartPr>
              <p14:xfrm>
                <a:off x="1425240" y="4440764"/>
                <a:ext cx="186120" cy="27252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D375C0FD-8471-5484-5A96-D52DC0207058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416240" y="4431764"/>
                  <a:ext cx="2037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869F79A9-0CFC-7B6C-1C09-544DA848660C}"/>
                    </a:ext>
                  </a:extLst>
                </p14:cNvPr>
                <p14:cNvContentPartPr/>
                <p14:nvPr/>
              </p14:nvContentPartPr>
              <p14:xfrm>
                <a:off x="1459440" y="4567844"/>
                <a:ext cx="172440" cy="7560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869F79A9-0CFC-7B6C-1C09-544DA848660C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1450800" y="4559204"/>
                  <a:ext cx="1900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76BC3E17-D8E1-B216-727D-9BA53023325F}"/>
                    </a:ext>
                  </a:extLst>
                </p14:cNvPr>
                <p14:cNvContentPartPr/>
                <p14:nvPr/>
              </p14:nvContentPartPr>
              <p14:xfrm>
                <a:off x="1694520" y="4510964"/>
                <a:ext cx="121680" cy="12744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76BC3E17-D8E1-B216-727D-9BA53023325F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1685520" y="4501964"/>
                  <a:ext cx="1393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8221F61F-84A0-6A83-6DCF-024D9DF6C67B}"/>
                    </a:ext>
                  </a:extLst>
                </p14:cNvPr>
                <p14:cNvContentPartPr/>
                <p14:nvPr/>
              </p14:nvContentPartPr>
              <p14:xfrm>
                <a:off x="1830240" y="4618604"/>
                <a:ext cx="83160" cy="1404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8221F61F-84A0-6A83-6DCF-024D9DF6C67B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1821240" y="4609604"/>
                  <a:ext cx="1008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5C6F9257-38CF-1251-E90D-8C1816ECBA0E}"/>
                    </a:ext>
                  </a:extLst>
                </p14:cNvPr>
                <p14:cNvContentPartPr/>
                <p14:nvPr/>
              </p14:nvContentPartPr>
              <p14:xfrm>
                <a:off x="1269720" y="4396484"/>
                <a:ext cx="245160" cy="41436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5C6F9257-38CF-1251-E90D-8C1816ECBA0E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1261080" y="4387844"/>
                  <a:ext cx="26280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7D64FEB0-10A7-49A3-6E3F-24D89B9E2FB4}"/>
                    </a:ext>
                  </a:extLst>
                </p14:cNvPr>
                <p14:cNvContentPartPr/>
                <p14:nvPr/>
              </p14:nvContentPartPr>
              <p14:xfrm>
                <a:off x="1472040" y="5017124"/>
                <a:ext cx="167400" cy="21744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7D64FEB0-10A7-49A3-6E3F-24D89B9E2FB4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463400" y="5008484"/>
                  <a:ext cx="1850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B894D1A4-AF4E-BC11-F765-C3746968D49E}"/>
                    </a:ext>
                  </a:extLst>
                </p14:cNvPr>
                <p14:cNvContentPartPr/>
                <p14:nvPr/>
              </p14:nvContentPartPr>
              <p14:xfrm>
                <a:off x="1539720" y="5093444"/>
                <a:ext cx="284400" cy="13824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B894D1A4-AF4E-BC11-F765-C3746968D49E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531080" y="5084444"/>
                  <a:ext cx="3020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658311F2-F2BB-F041-5085-55E566BCF7C4}"/>
                    </a:ext>
                  </a:extLst>
                </p14:cNvPr>
                <p14:cNvContentPartPr/>
                <p14:nvPr/>
              </p14:nvContentPartPr>
              <p14:xfrm>
                <a:off x="1859760" y="5032244"/>
                <a:ext cx="70560" cy="1800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658311F2-F2BB-F041-5085-55E566BCF7C4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1851120" y="5023244"/>
                  <a:ext cx="882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1660F3C3-0265-0353-C22D-94D8ABFD685D}"/>
                    </a:ext>
                  </a:extLst>
                </p14:cNvPr>
                <p14:cNvContentPartPr/>
                <p14:nvPr/>
              </p14:nvContentPartPr>
              <p14:xfrm>
                <a:off x="1357560" y="4886444"/>
                <a:ext cx="206280" cy="42876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1660F3C3-0265-0353-C22D-94D8ABFD685D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1348560" y="4877804"/>
                  <a:ext cx="22392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CC47BD2F-A93D-91D2-8ABD-48053D442108}"/>
                    </a:ext>
                  </a:extLst>
                </p14:cNvPr>
                <p14:cNvContentPartPr/>
                <p14:nvPr/>
              </p14:nvContentPartPr>
              <p14:xfrm>
                <a:off x="1945080" y="5251124"/>
                <a:ext cx="76680" cy="15660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CC47BD2F-A93D-91D2-8ABD-48053D442108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1936440" y="5242484"/>
                  <a:ext cx="943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CB1E280A-ADE2-2ACF-FA56-E22D02988BC6}"/>
                    </a:ext>
                  </a:extLst>
                </p14:cNvPr>
                <p14:cNvContentPartPr/>
                <p14:nvPr/>
              </p14:nvContentPartPr>
              <p14:xfrm>
                <a:off x="2256120" y="5066804"/>
                <a:ext cx="162720" cy="20340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CB1E280A-ADE2-2ACF-FA56-E22D02988BC6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2247480" y="5058164"/>
                  <a:ext cx="1803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E79C9CFD-09FC-F928-BC49-6E3FE78E7860}"/>
                    </a:ext>
                  </a:extLst>
                </p14:cNvPr>
                <p14:cNvContentPartPr/>
                <p14:nvPr/>
              </p14:nvContentPartPr>
              <p14:xfrm>
                <a:off x="2349720" y="5045564"/>
                <a:ext cx="108360" cy="3672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E79C9CFD-09FC-F928-BC49-6E3FE78E7860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2341080" y="5036924"/>
                  <a:ext cx="1260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05CA1386-C6F5-8959-D298-4726A505390C}"/>
                    </a:ext>
                  </a:extLst>
                </p14:cNvPr>
                <p14:cNvContentPartPr/>
                <p14:nvPr/>
              </p14:nvContentPartPr>
              <p14:xfrm>
                <a:off x="2541600" y="5043404"/>
                <a:ext cx="112680" cy="17028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05CA1386-C6F5-8959-D298-4726A505390C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2532960" y="5034404"/>
                  <a:ext cx="1303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D15A591B-F0A9-1C23-308C-BF3F2DBCFEA3}"/>
                    </a:ext>
                  </a:extLst>
                </p14:cNvPr>
                <p14:cNvContentPartPr/>
                <p14:nvPr/>
              </p14:nvContentPartPr>
              <p14:xfrm>
                <a:off x="2670480" y="4979324"/>
                <a:ext cx="177480" cy="36180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D15A591B-F0A9-1C23-308C-BF3F2DBCFEA3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2661480" y="4970324"/>
                  <a:ext cx="195120" cy="37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F674F5A3-6AD0-5A8D-C6B5-5C204E8957CD}"/>
              </a:ext>
            </a:extLst>
          </p:cNvPr>
          <p:cNvGrpSpPr/>
          <p:nvPr/>
        </p:nvGrpSpPr>
        <p:grpSpPr>
          <a:xfrm>
            <a:off x="453240" y="5931164"/>
            <a:ext cx="795600" cy="271080"/>
            <a:chOff x="453240" y="5931164"/>
            <a:chExt cx="795600" cy="27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13319943-7E32-797F-31AE-8F24DB281CBA}"/>
                    </a:ext>
                  </a:extLst>
                </p14:cNvPr>
                <p14:cNvContentPartPr/>
                <p14:nvPr/>
              </p14:nvContentPartPr>
              <p14:xfrm>
                <a:off x="453240" y="5931164"/>
                <a:ext cx="132120" cy="19152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13319943-7E32-797F-31AE-8F24DB281CBA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444240" y="5922164"/>
                  <a:ext cx="1497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8382B925-980F-AE80-1214-9ADFE520D530}"/>
                    </a:ext>
                  </a:extLst>
                </p14:cNvPr>
                <p14:cNvContentPartPr/>
                <p14:nvPr/>
              </p14:nvContentPartPr>
              <p14:xfrm>
                <a:off x="613080" y="6033044"/>
                <a:ext cx="173880" cy="16920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8382B925-980F-AE80-1214-9ADFE520D530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604440" y="6024044"/>
                  <a:ext cx="1915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66E05DEB-BF33-0B01-5BD3-3FF44B01E9CA}"/>
                    </a:ext>
                  </a:extLst>
                </p14:cNvPr>
                <p14:cNvContentPartPr/>
                <p14:nvPr/>
              </p14:nvContentPartPr>
              <p14:xfrm>
                <a:off x="891360" y="6043484"/>
                <a:ext cx="299520" cy="5580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66E05DEB-BF33-0B01-5BD3-3FF44B01E9CA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882720" y="6034844"/>
                  <a:ext cx="3171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BF74389E-E420-A5EB-1361-66B4C42DEEA2}"/>
                    </a:ext>
                  </a:extLst>
                </p14:cNvPr>
                <p14:cNvContentPartPr/>
                <p14:nvPr/>
              </p14:nvContentPartPr>
              <p14:xfrm>
                <a:off x="1145520" y="5962124"/>
                <a:ext cx="103320" cy="19080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BF74389E-E420-A5EB-1361-66B4C42DEEA2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1136520" y="5953124"/>
                  <a:ext cx="120960" cy="20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7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C21C2C0A-4C0C-3B36-A18F-5C2C68802059}"/>
                  </a:ext>
                </a:extLst>
              </p14:cNvPr>
              <p14:cNvContentPartPr/>
              <p14:nvPr/>
            </p14:nvContentPartPr>
            <p14:xfrm>
              <a:off x="1551600" y="5761964"/>
              <a:ext cx="303480" cy="307800"/>
            </p14:xfrm>
          </p:contentPart>
        </mc:Choice>
        <mc:Fallback xmlns=""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C21C2C0A-4C0C-3B36-A18F-5C2C68802059}"/>
                  </a:ext>
                </a:extLst>
              </p:cNvPr>
              <p:cNvPicPr/>
              <p:nvPr/>
            </p:nvPicPr>
            <p:blipFill>
              <a:blip r:embed="rId498"/>
              <a:stretch>
                <a:fillRect/>
              </a:stretch>
            </p:blipFill>
            <p:spPr>
              <a:xfrm>
                <a:off x="1542600" y="5753324"/>
                <a:ext cx="321120" cy="32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01" name="Group 300">
            <a:extLst>
              <a:ext uri="{FF2B5EF4-FFF2-40B4-BE49-F238E27FC236}">
                <a16:creationId xmlns:a16="http://schemas.microsoft.com/office/drawing/2014/main" id="{6BFE3A74-837F-83D5-FD4F-F249615830B7}"/>
              </a:ext>
            </a:extLst>
          </p:cNvPr>
          <p:cNvGrpSpPr/>
          <p:nvPr/>
        </p:nvGrpSpPr>
        <p:grpSpPr>
          <a:xfrm>
            <a:off x="2475720" y="5757644"/>
            <a:ext cx="603360" cy="232920"/>
            <a:chOff x="2475720" y="5757644"/>
            <a:chExt cx="603360" cy="23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1D52C3A7-67FF-4A62-A0B9-2651D5A94893}"/>
                    </a:ext>
                  </a:extLst>
                </p14:cNvPr>
                <p14:cNvContentPartPr/>
                <p14:nvPr/>
              </p14:nvContentPartPr>
              <p14:xfrm>
                <a:off x="2475720" y="5757644"/>
                <a:ext cx="180000" cy="23292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1D52C3A7-67FF-4A62-A0B9-2651D5A94893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2467080" y="5748644"/>
                  <a:ext cx="1976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4582AF63-DADA-1E82-14E4-F871CD04C50F}"/>
                    </a:ext>
                  </a:extLst>
                </p14:cNvPr>
                <p14:cNvContentPartPr/>
                <p14:nvPr/>
              </p14:nvContentPartPr>
              <p14:xfrm>
                <a:off x="2750040" y="5898044"/>
                <a:ext cx="329040" cy="9072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4582AF63-DADA-1E82-14E4-F871CD04C50F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2741400" y="5889044"/>
                  <a:ext cx="34668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F6465721-1296-8690-E370-DAE8FBDD95BA}"/>
              </a:ext>
            </a:extLst>
          </p:cNvPr>
          <p:cNvGrpSpPr/>
          <p:nvPr/>
        </p:nvGrpSpPr>
        <p:grpSpPr>
          <a:xfrm>
            <a:off x="2457000" y="6194684"/>
            <a:ext cx="797760" cy="619200"/>
            <a:chOff x="2457000" y="6194684"/>
            <a:chExt cx="797760" cy="61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A02834FA-12BB-CF35-6228-DA71559886C7}"/>
                    </a:ext>
                  </a:extLst>
                </p14:cNvPr>
                <p14:cNvContentPartPr/>
                <p14:nvPr/>
              </p14:nvContentPartPr>
              <p14:xfrm>
                <a:off x="2483640" y="6277484"/>
                <a:ext cx="26640" cy="18252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A02834FA-12BB-CF35-6228-DA71559886C7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2475000" y="6268484"/>
                  <a:ext cx="442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BFD64676-B4E1-1119-4322-6B39B0DB7C46}"/>
                    </a:ext>
                  </a:extLst>
                </p14:cNvPr>
                <p14:cNvContentPartPr/>
                <p14:nvPr/>
              </p14:nvContentPartPr>
              <p14:xfrm>
                <a:off x="2631240" y="6315644"/>
                <a:ext cx="96480" cy="15012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BFD64676-B4E1-1119-4322-6B39B0DB7C46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2622600" y="6307004"/>
                  <a:ext cx="1141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3D718EF6-7CC9-AB9A-3685-907BF047BE2D}"/>
                    </a:ext>
                  </a:extLst>
                </p14:cNvPr>
                <p14:cNvContentPartPr/>
                <p14:nvPr/>
              </p14:nvContentPartPr>
              <p14:xfrm>
                <a:off x="2663280" y="6266684"/>
                <a:ext cx="234000" cy="12276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3D718EF6-7CC9-AB9A-3685-907BF047BE2D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2654640" y="6258044"/>
                  <a:ext cx="2516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CDBF4612-0F85-8F69-487A-21AD4B28F1D7}"/>
                    </a:ext>
                  </a:extLst>
                </p14:cNvPr>
                <p14:cNvContentPartPr/>
                <p14:nvPr/>
              </p14:nvContentPartPr>
              <p14:xfrm>
                <a:off x="2949480" y="6194684"/>
                <a:ext cx="153720" cy="35712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CDBF4612-0F85-8F69-487A-21AD4B28F1D7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2940480" y="6185684"/>
                  <a:ext cx="17136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3DF39BB1-AFFB-8877-8EA8-76EE91A2DD09}"/>
                    </a:ext>
                  </a:extLst>
                </p14:cNvPr>
                <p14:cNvContentPartPr/>
                <p14:nvPr/>
              </p14:nvContentPartPr>
              <p14:xfrm>
                <a:off x="2457000" y="6634244"/>
                <a:ext cx="44280" cy="15012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3DF39BB1-AFFB-8877-8EA8-76EE91A2DD09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2448000" y="6625604"/>
                  <a:ext cx="619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2F35EAC7-17AC-C7F4-6F7B-5FC95957A1EA}"/>
                    </a:ext>
                  </a:extLst>
                </p14:cNvPr>
                <p14:cNvContentPartPr/>
                <p14:nvPr/>
              </p14:nvContentPartPr>
              <p14:xfrm>
                <a:off x="2601360" y="6603284"/>
                <a:ext cx="181440" cy="14580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2F35EAC7-17AC-C7F4-6F7B-5FC95957A1EA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2592360" y="6594284"/>
                  <a:ext cx="1990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803D8DA3-B5BB-57AB-4853-9241839F611C}"/>
                    </a:ext>
                  </a:extLst>
                </p14:cNvPr>
                <p14:cNvContentPartPr/>
                <p14:nvPr/>
              </p14:nvContentPartPr>
              <p14:xfrm>
                <a:off x="2885760" y="6636764"/>
                <a:ext cx="72720" cy="10044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803D8DA3-B5BB-57AB-4853-9241839F611C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2877120" y="6627764"/>
                  <a:ext cx="903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13B1D57F-FD42-A787-4B67-B0E9244DB0BF}"/>
                    </a:ext>
                  </a:extLst>
                </p14:cNvPr>
                <p14:cNvContentPartPr/>
                <p14:nvPr/>
              </p14:nvContentPartPr>
              <p14:xfrm>
                <a:off x="2880360" y="6611924"/>
                <a:ext cx="181800" cy="4104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13B1D57F-FD42-A787-4B67-B0E9244DB0BF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2871360" y="6603284"/>
                  <a:ext cx="1994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EC92C4A5-A804-2C07-300D-15DD38077057}"/>
                    </a:ext>
                  </a:extLst>
                </p14:cNvPr>
                <p14:cNvContentPartPr/>
                <p14:nvPr/>
              </p14:nvContentPartPr>
              <p14:xfrm>
                <a:off x="3090600" y="6525524"/>
                <a:ext cx="164160" cy="28836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EC92C4A5-A804-2C07-300D-15DD38077057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3081960" y="6516524"/>
                  <a:ext cx="181800" cy="30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09E15551-1653-6261-98F6-66619CCD3545}"/>
              </a:ext>
            </a:extLst>
          </p:cNvPr>
          <p:cNvGrpSpPr/>
          <p:nvPr/>
        </p:nvGrpSpPr>
        <p:grpSpPr>
          <a:xfrm>
            <a:off x="1477800" y="6187844"/>
            <a:ext cx="784440" cy="639000"/>
            <a:chOff x="1477800" y="6187844"/>
            <a:chExt cx="784440" cy="63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87A07766-A2AA-7F12-F8EC-7F7FA4CD26A0}"/>
                    </a:ext>
                  </a:extLst>
                </p14:cNvPr>
                <p14:cNvContentPartPr/>
                <p14:nvPr/>
              </p14:nvContentPartPr>
              <p14:xfrm>
                <a:off x="1615680" y="6305924"/>
                <a:ext cx="12600" cy="1749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87A07766-A2AA-7F12-F8EC-7F7FA4CD26A0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1607040" y="6297284"/>
                  <a:ext cx="302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019EC9F8-A267-FDCA-FDDF-2795DEA0891E}"/>
                    </a:ext>
                  </a:extLst>
                </p14:cNvPr>
                <p14:cNvContentPartPr/>
                <p14:nvPr/>
              </p14:nvContentPartPr>
              <p14:xfrm>
                <a:off x="1768680" y="6302684"/>
                <a:ext cx="140400" cy="17748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019EC9F8-A267-FDCA-FDDF-2795DEA0891E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1759680" y="6294044"/>
                  <a:ext cx="1580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F4FA7BB4-90F0-E817-BCBA-0C8C93D92347}"/>
                    </a:ext>
                  </a:extLst>
                </p14:cNvPr>
                <p14:cNvContentPartPr/>
                <p14:nvPr/>
              </p14:nvContentPartPr>
              <p14:xfrm>
                <a:off x="1961640" y="6301964"/>
                <a:ext cx="72720" cy="16128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F4FA7BB4-90F0-E817-BCBA-0C8C93D92347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1952640" y="6293324"/>
                  <a:ext cx="903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3A981FE6-6730-0588-1B73-9FB99E0B5E9A}"/>
                    </a:ext>
                  </a:extLst>
                </p14:cNvPr>
                <p14:cNvContentPartPr/>
                <p14:nvPr/>
              </p14:nvContentPartPr>
              <p14:xfrm>
                <a:off x="2030040" y="6262724"/>
                <a:ext cx="145440" cy="4104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3A981FE6-6730-0588-1B73-9FB99E0B5E9A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2021400" y="6253724"/>
                  <a:ext cx="1630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2B06B8B8-F712-002E-5472-9F4D7B5E86CD}"/>
                    </a:ext>
                  </a:extLst>
                </p14:cNvPr>
                <p14:cNvContentPartPr/>
                <p14:nvPr/>
              </p14:nvContentPartPr>
              <p14:xfrm>
                <a:off x="1487520" y="6187844"/>
                <a:ext cx="189000" cy="38628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2B06B8B8-F712-002E-5472-9F4D7B5E86CD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1478880" y="6178844"/>
                  <a:ext cx="20664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C8D68FAE-9115-7586-4FD3-A31B6C933CD8}"/>
                    </a:ext>
                  </a:extLst>
                </p14:cNvPr>
                <p14:cNvContentPartPr/>
                <p14:nvPr/>
              </p14:nvContentPartPr>
              <p14:xfrm>
                <a:off x="2212200" y="6393404"/>
                <a:ext cx="50040" cy="12636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C8D68FAE-9115-7586-4FD3-A31B6C933CD8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2203560" y="6384764"/>
                  <a:ext cx="676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F021F311-0EFB-97FC-6C5F-366674B6B785}"/>
                    </a:ext>
                  </a:extLst>
                </p14:cNvPr>
                <p14:cNvContentPartPr/>
                <p14:nvPr/>
              </p14:nvContentPartPr>
              <p14:xfrm>
                <a:off x="1657800" y="6639644"/>
                <a:ext cx="18000" cy="14040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F021F311-0EFB-97FC-6C5F-366674B6B785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1649160" y="6630644"/>
                  <a:ext cx="356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61687C04-6C12-514A-F1E9-43E3941F9C07}"/>
                    </a:ext>
                  </a:extLst>
                </p14:cNvPr>
                <p14:cNvContentPartPr/>
                <p14:nvPr/>
              </p14:nvContentPartPr>
              <p14:xfrm>
                <a:off x="1812600" y="6617684"/>
                <a:ext cx="105120" cy="16272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61687C04-6C12-514A-F1E9-43E3941F9C07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1803960" y="6608684"/>
                  <a:ext cx="1227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117B6A76-5711-6FB3-42F9-830D7BC70D72}"/>
                    </a:ext>
                  </a:extLst>
                </p14:cNvPr>
                <p14:cNvContentPartPr/>
                <p14:nvPr/>
              </p14:nvContentPartPr>
              <p14:xfrm>
                <a:off x="2004120" y="6657284"/>
                <a:ext cx="114120" cy="10692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117B6A76-5711-6FB3-42F9-830D7BC70D72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1995480" y="6648644"/>
                  <a:ext cx="1317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2778892A-28CC-2438-1714-CCBF85E737A0}"/>
                    </a:ext>
                  </a:extLst>
                </p14:cNvPr>
                <p14:cNvContentPartPr/>
                <p14:nvPr/>
              </p14:nvContentPartPr>
              <p14:xfrm>
                <a:off x="2152440" y="6692564"/>
                <a:ext cx="74520" cy="12420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2778892A-28CC-2438-1714-CCBF85E737A0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2143800" y="6683924"/>
                  <a:ext cx="921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7BE49D12-03E5-BB34-8BB3-A5CF4654D29A}"/>
                    </a:ext>
                  </a:extLst>
                </p14:cNvPr>
                <p14:cNvContentPartPr/>
                <p14:nvPr/>
              </p14:nvContentPartPr>
              <p14:xfrm>
                <a:off x="1477800" y="6551444"/>
                <a:ext cx="150480" cy="27540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7BE49D12-03E5-BB34-8BB3-A5CF4654D29A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1469160" y="6542444"/>
                  <a:ext cx="168120" cy="29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E5BA3A9C-A2EA-88F1-F20A-D3D48B03A79F}"/>
              </a:ext>
            </a:extLst>
          </p:cNvPr>
          <p:cNvGrpSpPr/>
          <p:nvPr/>
        </p:nvGrpSpPr>
        <p:grpSpPr>
          <a:xfrm>
            <a:off x="3441960" y="2897804"/>
            <a:ext cx="649440" cy="296640"/>
            <a:chOff x="3441960" y="2897804"/>
            <a:chExt cx="649440" cy="29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F9D3650-4CA3-8170-23DE-BC45C41DF6FD}"/>
                    </a:ext>
                  </a:extLst>
                </p14:cNvPr>
                <p14:cNvContentPartPr/>
                <p14:nvPr/>
              </p14:nvContentPartPr>
              <p14:xfrm>
                <a:off x="3460320" y="2936324"/>
                <a:ext cx="13680" cy="1648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F9D3650-4CA3-8170-23DE-BC45C41DF6FD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3451320" y="2927324"/>
                  <a:ext cx="313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3F5A7EA-AAA7-269E-F0C4-E73B8D7C3B41}"/>
                    </a:ext>
                  </a:extLst>
                </p14:cNvPr>
                <p14:cNvContentPartPr/>
                <p14:nvPr/>
              </p14:nvContentPartPr>
              <p14:xfrm>
                <a:off x="3441960" y="2950364"/>
                <a:ext cx="105120" cy="1098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3F5A7EA-AAA7-269E-F0C4-E73B8D7C3B41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3432960" y="2941724"/>
                  <a:ext cx="1227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3098CF6-8BCC-2FEB-D16F-774435EF75E1}"/>
                    </a:ext>
                  </a:extLst>
                </p14:cNvPr>
                <p14:cNvContentPartPr/>
                <p14:nvPr/>
              </p14:nvContentPartPr>
              <p14:xfrm>
                <a:off x="3549240" y="2897804"/>
                <a:ext cx="8640" cy="198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3098CF6-8BCC-2FEB-D16F-774435EF75E1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3540240" y="2888804"/>
                  <a:ext cx="262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8958F99-25F0-11BC-6B66-D90B013A39C2}"/>
                    </a:ext>
                  </a:extLst>
                </p14:cNvPr>
                <p14:cNvContentPartPr/>
                <p14:nvPr/>
              </p14:nvContentPartPr>
              <p14:xfrm>
                <a:off x="3592440" y="2983484"/>
                <a:ext cx="251280" cy="1227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8958F99-25F0-11BC-6B66-D90B013A39C2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3583800" y="2974484"/>
                  <a:ext cx="2689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0158BD1-9BE8-A43B-EA1C-66EBA69DA1F4}"/>
                    </a:ext>
                  </a:extLst>
                </p14:cNvPr>
                <p14:cNvContentPartPr/>
                <p14:nvPr/>
              </p14:nvContentPartPr>
              <p14:xfrm>
                <a:off x="3929040" y="3090764"/>
                <a:ext cx="108360" cy="75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0158BD1-9BE8-A43B-EA1C-66EBA69DA1F4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3920040" y="3081764"/>
                  <a:ext cx="1260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E84CC57-EB9C-8292-AC94-A977B96B7F66}"/>
                    </a:ext>
                  </a:extLst>
                </p14:cNvPr>
                <p14:cNvContentPartPr/>
                <p14:nvPr/>
              </p14:nvContentPartPr>
              <p14:xfrm>
                <a:off x="4014360" y="3041084"/>
                <a:ext cx="77040" cy="1533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E84CC57-EB9C-8292-AC94-A977B96B7F66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4005360" y="3032444"/>
                  <a:ext cx="94680" cy="17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01A8124A-1606-2E0C-C60A-2AB5C4147557}"/>
              </a:ext>
            </a:extLst>
          </p:cNvPr>
          <p:cNvGrpSpPr/>
          <p:nvPr/>
        </p:nvGrpSpPr>
        <p:grpSpPr>
          <a:xfrm>
            <a:off x="4295880" y="3007244"/>
            <a:ext cx="197280" cy="270360"/>
            <a:chOff x="4295880" y="3007244"/>
            <a:chExt cx="19728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20016015-018E-298E-CCD2-F6BA08860F97}"/>
                    </a:ext>
                  </a:extLst>
                </p14:cNvPr>
                <p14:cNvContentPartPr/>
                <p14:nvPr/>
              </p14:nvContentPartPr>
              <p14:xfrm>
                <a:off x="4295880" y="3007244"/>
                <a:ext cx="156240" cy="1864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20016015-018E-298E-CCD2-F6BA08860F97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4287240" y="2998604"/>
                  <a:ext cx="1738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A112C23-CCAD-6440-184D-902A87B5E81A}"/>
                    </a:ext>
                  </a:extLst>
                </p14:cNvPr>
                <p14:cNvContentPartPr/>
                <p14:nvPr/>
              </p14:nvContentPartPr>
              <p14:xfrm>
                <a:off x="4472640" y="3118484"/>
                <a:ext cx="20520" cy="1591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A112C23-CCAD-6440-184D-902A87B5E81A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4463640" y="3109844"/>
                  <a:ext cx="38160" cy="17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FA1AC329-A44F-4E97-B8B6-318A38C3D2ED}"/>
              </a:ext>
            </a:extLst>
          </p:cNvPr>
          <p:cNvGrpSpPr/>
          <p:nvPr/>
        </p:nvGrpSpPr>
        <p:grpSpPr>
          <a:xfrm>
            <a:off x="4633200" y="2988164"/>
            <a:ext cx="891000" cy="400680"/>
            <a:chOff x="4633200" y="2988164"/>
            <a:chExt cx="891000" cy="40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9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2194CDB-D1B2-ABC2-CB2C-4353B3DE328A}"/>
                    </a:ext>
                  </a:extLst>
                </p14:cNvPr>
                <p14:cNvContentPartPr/>
                <p14:nvPr/>
              </p14:nvContentPartPr>
              <p14:xfrm>
                <a:off x="4633200" y="3138284"/>
                <a:ext cx="75600" cy="28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2194CDB-D1B2-ABC2-CB2C-4353B3DE328A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4624560" y="3129644"/>
                  <a:ext cx="9324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1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F8704A8-3B57-09D4-B97D-9B8A17C413CB}"/>
                    </a:ext>
                  </a:extLst>
                </p14:cNvPr>
                <p14:cNvContentPartPr/>
                <p14:nvPr/>
              </p14:nvContentPartPr>
              <p14:xfrm>
                <a:off x="4640040" y="3189404"/>
                <a:ext cx="98640" cy="118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F8704A8-3B57-09D4-B97D-9B8A17C413CB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4631400" y="3180404"/>
                  <a:ext cx="1162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3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AF2704DD-80C5-08B9-D904-F7EB2DB3CFE9}"/>
                    </a:ext>
                  </a:extLst>
                </p14:cNvPr>
                <p14:cNvContentPartPr/>
                <p14:nvPr/>
              </p14:nvContentPartPr>
              <p14:xfrm>
                <a:off x="4812840" y="2988164"/>
                <a:ext cx="154440" cy="3153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AF2704DD-80C5-08B9-D904-F7EB2DB3CFE9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4804200" y="2979164"/>
                  <a:ext cx="17208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5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DE0945B7-BD01-DCE7-1451-44188C848715}"/>
                    </a:ext>
                  </a:extLst>
                </p14:cNvPr>
                <p14:cNvContentPartPr/>
                <p14:nvPr/>
              </p14:nvContentPartPr>
              <p14:xfrm>
                <a:off x="4955760" y="3121004"/>
                <a:ext cx="130320" cy="1425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DE0945B7-BD01-DCE7-1451-44188C848715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4946760" y="3112004"/>
                  <a:ext cx="1479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7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26E9728F-D288-A407-CF3B-35C198104B8B}"/>
                    </a:ext>
                  </a:extLst>
                </p14:cNvPr>
                <p14:cNvContentPartPr/>
                <p14:nvPr/>
              </p14:nvContentPartPr>
              <p14:xfrm>
                <a:off x="5147640" y="3127844"/>
                <a:ext cx="14400" cy="1746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26E9728F-D288-A407-CF3B-35C198104B8B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5139000" y="3118844"/>
                  <a:ext cx="320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9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10FD111C-AC04-B24C-A4D3-A6401D1412A9}"/>
                    </a:ext>
                  </a:extLst>
                </p14:cNvPr>
                <p14:cNvContentPartPr/>
                <p14:nvPr/>
              </p14:nvContentPartPr>
              <p14:xfrm>
                <a:off x="5226480" y="3230804"/>
                <a:ext cx="24840" cy="154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10FD111C-AC04-B24C-A4D3-A6401D1412A9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5217480" y="3221804"/>
                  <a:ext cx="424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1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80C537D7-F5F4-2693-E4B7-84DE1B47EEAD}"/>
                    </a:ext>
                  </a:extLst>
                </p14:cNvPr>
                <p14:cNvContentPartPr/>
                <p14:nvPr/>
              </p14:nvContentPartPr>
              <p14:xfrm>
                <a:off x="5304240" y="3171404"/>
                <a:ext cx="86400" cy="10836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80C537D7-F5F4-2693-E4B7-84DE1B47EEAD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5295240" y="3162404"/>
                  <a:ext cx="1040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3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1944B276-D5B9-9196-3182-34019C513526}"/>
                    </a:ext>
                  </a:extLst>
                </p14:cNvPr>
                <p14:cNvContentPartPr/>
                <p14:nvPr/>
              </p14:nvContentPartPr>
              <p14:xfrm>
                <a:off x="5330160" y="3139364"/>
                <a:ext cx="120960" cy="2880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1944B276-D5B9-9196-3182-34019C513526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5321160" y="3130724"/>
                  <a:ext cx="1386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5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078D4CC0-FA23-D4A3-815C-10937CC8CD38}"/>
                    </a:ext>
                  </a:extLst>
                </p14:cNvPr>
                <p14:cNvContentPartPr/>
                <p14:nvPr/>
              </p14:nvContentPartPr>
              <p14:xfrm>
                <a:off x="5491440" y="3270764"/>
                <a:ext cx="32760" cy="1180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078D4CC0-FA23-D4A3-815C-10937CC8CD38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5482800" y="3262124"/>
                  <a:ext cx="50400" cy="13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77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01240D43-E9A6-8346-0922-179B0F8C6D4A}"/>
                  </a:ext>
                </a:extLst>
              </p14:cNvPr>
              <p14:cNvContentPartPr/>
              <p14:nvPr/>
            </p14:nvContentPartPr>
            <p14:xfrm>
              <a:off x="5649840" y="3163844"/>
              <a:ext cx="117360" cy="167040"/>
            </p14:xfrm>
          </p:contentPart>
        </mc:Choice>
        <mc:Fallback xmlns=""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01240D43-E9A6-8346-0922-179B0F8C6D4A}"/>
                  </a:ext>
                </a:extLst>
              </p:cNvPr>
              <p:cNvPicPr/>
              <p:nvPr/>
            </p:nvPicPr>
            <p:blipFill>
              <a:blip r:embed="rId578"/>
              <a:stretch>
                <a:fillRect/>
              </a:stretch>
            </p:blipFill>
            <p:spPr>
              <a:xfrm>
                <a:off x="5640840" y="3154844"/>
                <a:ext cx="135000" cy="184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26" name="Group 325">
            <a:extLst>
              <a:ext uri="{FF2B5EF4-FFF2-40B4-BE49-F238E27FC236}">
                <a16:creationId xmlns:a16="http://schemas.microsoft.com/office/drawing/2014/main" id="{3292E578-D076-4EAB-916A-B24064510B48}"/>
              </a:ext>
            </a:extLst>
          </p:cNvPr>
          <p:cNvGrpSpPr/>
          <p:nvPr/>
        </p:nvGrpSpPr>
        <p:grpSpPr>
          <a:xfrm>
            <a:off x="5776920" y="3104084"/>
            <a:ext cx="464400" cy="407520"/>
            <a:chOff x="5776920" y="3104084"/>
            <a:chExt cx="464400" cy="40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9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2B39F838-E9F4-4329-4DC7-4B30FCE38AB6}"/>
                    </a:ext>
                  </a:extLst>
                </p14:cNvPr>
                <p14:cNvContentPartPr/>
                <p14:nvPr/>
              </p14:nvContentPartPr>
              <p14:xfrm>
                <a:off x="5776920" y="3199844"/>
                <a:ext cx="110160" cy="18072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2B39F838-E9F4-4329-4DC7-4B30FCE38AB6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5767920" y="3191204"/>
                  <a:ext cx="1278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1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3DF2E187-F2C7-5471-82D6-C4CCCF9DCC1F}"/>
                    </a:ext>
                  </a:extLst>
                </p14:cNvPr>
                <p14:cNvContentPartPr/>
                <p14:nvPr/>
              </p14:nvContentPartPr>
              <p14:xfrm>
                <a:off x="5915160" y="3292724"/>
                <a:ext cx="20520" cy="2664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3DF2E187-F2C7-5471-82D6-C4CCCF9DCC1F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5906160" y="3283724"/>
                  <a:ext cx="381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3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A05F2BCC-A5A8-7589-3FD0-E33DF73D874F}"/>
                    </a:ext>
                  </a:extLst>
                </p14:cNvPr>
                <p14:cNvContentPartPr/>
                <p14:nvPr/>
              </p14:nvContentPartPr>
              <p14:xfrm>
                <a:off x="5968440" y="3241244"/>
                <a:ext cx="58320" cy="13068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A05F2BCC-A5A8-7589-3FD0-E33DF73D874F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5959800" y="3232604"/>
                  <a:ext cx="759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5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48B66B7F-9015-3E31-CFF4-6E82BC7B3FC7}"/>
                    </a:ext>
                  </a:extLst>
                </p14:cNvPr>
                <p14:cNvContentPartPr/>
                <p14:nvPr/>
              </p14:nvContentPartPr>
              <p14:xfrm>
                <a:off x="5989320" y="3180764"/>
                <a:ext cx="107280" cy="5292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48B66B7F-9015-3E31-CFF4-6E82BC7B3FC7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5980320" y="3171764"/>
                  <a:ext cx="1249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7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BAA4E3F5-6B88-D588-2E55-C07A59EDEA91}"/>
                    </a:ext>
                  </a:extLst>
                </p14:cNvPr>
                <p14:cNvContentPartPr/>
                <p14:nvPr/>
              </p14:nvContentPartPr>
              <p14:xfrm>
                <a:off x="6089040" y="3104084"/>
                <a:ext cx="152280" cy="40752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BAA4E3F5-6B88-D588-2E55-C07A59EDEA91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6080400" y="3095444"/>
                  <a:ext cx="169920" cy="42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6" name="Group 335">
            <a:extLst>
              <a:ext uri="{FF2B5EF4-FFF2-40B4-BE49-F238E27FC236}">
                <a16:creationId xmlns:a16="http://schemas.microsoft.com/office/drawing/2014/main" id="{467B8E0B-F690-2456-4ED4-E3DC50796DB0}"/>
              </a:ext>
            </a:extLst>
          </p:cNvPr>
          <p:cNvGrpSpPr/>
          <p:nvPr/>
        </p:nvGrpSpPr>
        <p:grpSpPr>
          <a:xfrm>
            <a:off x="3625920" y="5055644"/>
            <a:ext cx="479880" cy="278280"/>
            <a:chOff x="3625920" y="5055644"/>
            <a:chExt cx="479880" cy="27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9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CD3B15FA-68AC-385A-38F5-C0D31F702F0A}"/>
                    </a:ext>
                  </a:extLst>
                </p14:cNvPr>
                <p14:cNvContentPartPr/>
                <p14:nvPr/>
              </p14:nvContentPartPr>
              <p14:xfrm>
                <a:off x="3638520" y="5170484"/>
                <a:ext cx="23760" cy="16344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CD3B15FA-68AC-385A-38F5-C0D31F702F0A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3629520" y="5161844"/>
                  <a:ext cx="414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1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30AD44CA-1128-872D-DE77-0FABCAC922E1}"/>
                    </a:ext>
                  </a:extLst>
                </p14:cNvPr>
                <p14:cNvContentPartPr/>
                <p14:nvPr/>
              </p14:nvContentPartPr>
              <p14:xfrm>
                <a:off x="3625920" y="5189204"/>
                <a:ext cx="162360" cy="11700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30AD44CA-1128-872D-DE77-0FABCAC922E1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3617280" y="5180564"/>
                  <a:ext cx="1800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3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BCB083E8-A96F-CF1C-3F99-A4506EDE3FD6}"/>
                    </a:ext>
                  </a:extLst>
                </p14:cNvPr>
                <p14:cNvContentPartPr/>
                <p14:nvPr/>
              </p14:nvContentPartPr>
              <p14:xfrm>
                <a:off x="3771720" y="5055644"/>
                <a:ext cx="41760" cy="26784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BCB083E8-A96F-CF1C-3F99-A4506EDE3FD6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3763080" y="5046644"/>
                  <a:ext cx="5940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5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EDF8FD78-A56E-D5A5-2996-CC69B046213B}"/>
                    </a:ext>
                  </a:extLst>
                </p14:cNvPr>
                <p14:cNvContentPartPr/>
                <p14:nvPr/>
              </p14:nvContentPartPr>
              <p14:xfrm>
                <a:off x="3827880" y="5182364"/>
                <a:ext cx="277920" cy="13248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EDF8FD78-A56E-D5A5-2996-CC69B046213B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3818880" y="5173364"/>
                  <a:ext cx="295560" cy="15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E6762769-82A9-81B9-C169-299CB735CD4F}"/>
              </a:ext>
            </a:extLst>
          </p:cNvPr>
          <p:cNvGrpSpPr/>
          <p:nvPr/>
        </p:nvGrpSpPr>
        <p:grpSpPr>
          <a:xfrm>
            <a:off x="4339440" y="4984724"/>
            <a:ext cx="1227960" cy="471240"/>
            <a:chOff x="4339440" y="4984724"/>
            <a:chExt cx="1227960" cy="47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7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C40395CC-1F78-9C8F-4DB5-C9F9F37724D0}"/>
                    </a:ext>
                  </a:extLst>
                </p14:cNvPr>
                <p14:cNvContentPartPr/>
                <p14:nvPr/>
              </p14:nvContentPartPr>
              <p14:xfrm>
                <a:off x="4339440" y="5147084"/>
                <a:ext cx="105480" cy="14220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C40395CC-1F78-9C8F-4DB5-C9F9F37724D0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4330800" y="5138444"/>
                  <a:ext cx="1231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9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D8E60965-856E-175C-8417-7604BDB89C67}"/>
                    </a:ext>
                  </a:extLst>
                </p14:cNvPr>
                <p14:cNvContentPartPr/>
                <p14:nvPr/>
              </p14:nvContentPartPr>
              <p14:xfrm>
                <a:off x="4470480" y="5250764"/>
                <a:ext cx="114840" cy="12816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D8E60965-856E-175C-8417-7604BDB89C67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4461480" y="5241764"/>
                  <a:ext cx="1324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1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F712B1A6-8198-9EB9-7B19-524BBDAF9A4D}"/>
                    </a:ext>
                  </a:extLst>
                </p14:cNvPr>
                <p14:cNvContentPartPr/>
                <p14:nvPr/>
              </p14:nvContentPartPr>
              <p14:xfrm>
                <a:off x="4640040" y="5183444"/>
                <a:ext cx="90720" cy="2520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F712B1A6-8198-9EB9-7B19-524BBDAF9A4D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4631400" y="5174804"/>
                  <a:ext cx="1083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3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D19EB8C6-F22F-2A8A-A8D9-49715A69F87B}"/>
                    </a:ext>
                  </a:extLst>
                </p14:cNvPr>
                <p14:cNvContentPartPr/>
                <p14:nvPr/>
              </p14:nvContentPartPr>
              <p14:xfrm>
                <a:off x="4656600" y="5241044"/>
                <a:ext cx="97200" cy="612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D19EB8C6-F22F-2A8A-A8D9-49715A69F87B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4647600" y="5232404"/>
                  <a:ext cx="1148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5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E53859E4-ABBF-5699-3F7A-3E7916D4BD29}"/>
                    </a:ext>
                  </a:extLst>
                </p14:cNvPr>
                <p14:cNvContentPartPr/>
                <p14:nvPr/>
              </p14:nvContentPartPr>
              <p14:xfrm>
                <a:off x="4935960" y="5090924"/>
                <a:ext cx="119880" cy="24372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E53859E4-ABBF-5699-3F7A-3E7916D4BD29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4926960" y="5082284"/>
                  <a:ext cx="13752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7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B5253A91-3DF2-018D-C92E-FF6397D57B05}"/>
                    </a:ext>
                  </a:extLst>
                </p14:cNvPr>
                <p14:cNvContentPartPr/>
                <p14:nvPr/>
              </p14:nvContentPartPr>
              <p14:xfrm>
                <a:off x="4939920" y="5227004"/>
                <a:ext cx="146880" cy="1512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B5253A91-3DF2-018D-C92E-FF6397D57B05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4930920" y="5218364"/>
                  <a:ext cx="1645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9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A2EB9540-E66E-5C40-631C-2BB2414AD463}"/>
                    </a:ext>
                  </a:extLst>
                </p14:cNvPr>
                <p14:cNvContentPartPr/>
                <p14:nvPr/>
              </p14:nvContentPartPr>
              <p14:xfrm>
                <a:off x="5123520" y="5168324"/>
                <a:ext cx="146160" cy="17892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A2EB9540-E66E-5C40-631C-2BB2414AD463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5114520" y="5159324"/>
                  <a:ext cx="1638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1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87AB3E1B-3C56-E3FB-E3FE-950F390A581A}"/>
                    </a:ext>
                  </a:extLst>
                </p14:cNvPr>
                <p14:cNvContentPartPr/>
                <p14:nvPr/>
              </p14:nvContentPartPr>
              <p14:xfrm>
                <a:off x="5268600" y="5273444"/>
                <a:ext cx="14760" cy="2052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87AB3E1B-3C56-E3FB-E3FE-950F390A581A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5259600" y="5264804"/>
                  <a:ext cx="324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3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95131489-8E46-F315-4BAA-6D8B0B65BD12}"/>
                    </a:ext>
                  </a:extLst>
                </p14:cNvPr>
                <p14:cNvContentPartPr/>
                <p14:nvPr/>
              </p14:nvContentPartPr>
              <p14:xfrm>
                <a:off x="5326920" y="5231684"/>
                <a:ext cx="61200" cy="12348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95131489-8E46-F315-4BAA-6D8B0B65BD12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5318280" y="5222684"/>
                  <a:ext cx="788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5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7F30E864-7A06-C9A4-F8BF-1B27A325CDD4}"/>
                    </a:ext>
                  </a:extLst>
                </p14:cNvPr>
                <p14:cNvContentPartPr/>
                <p14:nvPr/>
              </p14:nvContentPartPr>
              <p14:xfrm>
                <a:off x="5347800" y="5194244"/>
                <a:ext cx="125280" cy="4644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7F30E864-7A06-C9A4-F8BF-1B27A325CDD4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5338800" y="5185244"/>
                  <a:ext cx="1429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7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DBD7A74E-1971-62C6-B871-8BA31444D88F}"/>
                    </a:ext>
                  </a:extLst>
                </p14:cNvPr>
                <p14:cNvContentPartPr/>
                <p14:nvPr/>
              </p14:nvContentPartPr>
              <p14:xfrm>
                <a:off x="4856400" y="4984724"/>
                <a:ext cx="231120" cy="47124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DBD7A74E-1971-62C6-B871-8BA31444D88F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4847400" y="4975724"/>
                  <a:ext cx="24876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9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AEB7673D-5CC7-7B50-F097-40C88E8427B5}"/>
                    </a:ext>
                  </a:extLst>
                </p14:cNvPr>
                <p14:cNvContentPartPr/>
                <p14:nvPr/>
              </p14:nvContentPartPr>
              <p14:xfrm>
                <a:off x="5554440" y="5349764"/>
                <a:ext cx="12960" cy="7992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AEB7673D-5CC7-7B50-F097-40C88E8427B5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5545440" y="5340764"/>
                  <a:ext cx="30600" cy="9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9" name="Group 348">
            <a:extLst>
              <a:ext uri="{FF2B5EF4-FFF2-40B4-BE49-F238E27FC236}">
                <a16:creationId xmlns:a16="http://schemas.microsoft.com/office/drawing/2014/main" id="{FA3D5CCE-152F-5599-90E9-9248F964AD17}"/>
              </a:ext>
            </a:extLst>
          </p:cNvPr>
          <p:cNvGrpSpPr/>
          <p:nvPr/>
        </p:nvGrpSpPr>
        <p:grpSpPr>
          <a:xfrm>
            <a:off x="5733360" y="5158604"/>
            <a:ext cx="459720" cy="388080"/>
            <a:chOff x="5733360" y="5158604"/>
            <a:chExt cx="459720" cy="38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1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2CE44747-4DE1-5252-4E31-66AF5FC9CE26}"/>
                    </a:ext>
                  </a:extLst>
                </p14:cNvPr>
                <p14:cNvContentPartPr/>
                <p14:nvPr/>
              </p14:nvContentPartPr>
              <p14:xfrm>
                <a:off x="5733360" y="5195324"/>
                <a:ext cx="122760" cy="27288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2CE44747-4DE1-5252-4E31-66AF5FC9CE26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5724720" y="5186684"/>
                  <a:ext cx="14040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3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CF947530-29EC-737D-9E1B-A0A1935D8CAB}"/>
                    </a:ext>
                  </a:extLst>
                </p14:cNvPr>
                <p14:cNvContentPartPr/>
                <p14:nvPr/>
              </p14:nvContentPartPr>
              <p14:xfrm>
                <a:off x="5960520" y="5206844"/>
                <a:ext cx="94320" cy="16488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CF947530-29EC-737D-9E1B-A0A1935D8CAB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5951880" y="5197844"/>
                  <a:ext cx="1119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5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243D1592-FA6E-B94D-9381-D34D4BD6B00B}"/>
                    </a:ext>
                  </a:extLst>
                </p14:cNvPr>
                <p14:cNvContentPartPr/>
                <p14:nvPr/>
              </p14:nvContentPartPr>
              <p14:xfrm>
                <a:off x="5972400" y="5158604"/>
                <a:ext cx="220680" cy="38808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243D1592-FA6E-B94D-9381-D34D4BD6B00B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5963400" y="5149604"/>
                  <a:ext cx="238320" cy="40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83C6917B-BBF1-C391-9720-6F73BAB34D7D}"/>
              </a:ext>
            </a:extLst>
          </p:cNvPr>
          <p:cNvGrpSpPr/>
          <p:nvPr/>
        </p:nvGrpSpPr>
        <p:grpSpPr>
          <a:xfrm>
            <a:off x="3877200" y="6347324"/>
            <a:ext cx="461160" cy="238680"/>
            <a:chOff x="3877200" y="6347324"/>
            <a:chExt cx="461160" cy="23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7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F7B98EB9-5569-8747-C5DD-F9F1328A5D1C}"/>
                    </a:ext>
                  </a:extLst>
                </p14:cNvPr>
                <p14:cNvContentPartPr/>
                <p14:nvPr/>
              </p14:nvContentPartPr>
              <p14:xfrm>
                <a:off x="3877200" y="6430484"/>
                <a:ext cx="21600" cy="14760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F7B98EB9-5569-8747-C5DD-F9F1328A5D1C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3868560" y="6421844"/>
                  <a:ext cx="392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9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58D7E21B-8AD2-FAED-723F-C2FA131A1799}"/>
                    </a:ext>
                  </a:extLst>
                </p14:cNvPr>
                <p14:cNvContentPartPr/>
                <p14:nvPr/>
              </p14:nvContentPartPr>
              <p14:xfrm>
                <a:off x="3891960" y="6347324"/>
                <a:ext cx="153360" cy="23184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58D7E21B-8AD2-FAED-723F-C2FA131A1799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3882960" y="6338684"/>
                  <a:ext cx="1710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1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40C73226-4769-3706-964A-8E56153BB721}"/>
                    </a:ext>
                  </a:extLst>
                </p14:cNvPr>
                <p14:cNvContentPartPr/>
                <p14:nvPr/>
              </p14:nvContentPartPr>
              <p14:xfrm>
                <a:off x="4048920" y="6484124"/>
                <a:ext cx="289440" cy="10188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40C73226-4769-3706-964A-8E56153BB721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4039920" y="6475484"/>
                  <a:ext cx="307080" cy="11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69B4B600-11AC-C633-A75F-9EE05F83EC5D}"/>
              </a:ext>
            </a:extLst>
          </p:cNvPr>
          <p:cNvGrpSpPr/>
          <p:nvPr/>
        </p:nvGrpSpPr>
        <p:grpSpPr>
          <a:xfrm>
            <a:off x="4542840" y="6431924"/>
            <a:ext cx="384480" cy="226080"/>
            <a:chOff x="4542840" y="6431924"/>
            <a:chExt cx="384480" cy="22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3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72EF3D3D-90B9-1F73-AE62-A4B895BAA45D}"/>
                    </a:ext>
                  </a:extLst>
                </p14:cNvPr>
                <p14:cNvContentPartPr/>
                <p14:nvPr/>
              </p14:nvContentPartPr>
              <p14:xfrm>
                <a:off x="4542840" y="6431924"/>
                <a:ext cx="138600" cy="15084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72EF3D3D-90B9-1F73-AE62-A4B895BAA45D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4534200" y="6422924"/>
                  <a:ext cx="1562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5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89826A94-8D7F-9B51-36A1-0DFF0237E903}"/>
                    </a:ext>
                  </a:extLst>
                </p14:cNvPr>
                <p14:cNvContentPartPr/>
                <p14:nvPr/>
              </p14:nvContentPartPr>
              <p14:xfrm>
                <a:off x="4679640" y="6534164"/>
                <a:ext cx="55080" cy="12384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89826A94-8D7F-9B51-36A1-0DFF0237E903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4671000" y="6525164"/>
                  <a:ext cx="727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7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3B8801B0-F69A-CA2E-C559-4CE8926BB5E7}"/>
                    </a:ext>
                  </a:extLst>
                </p14:cNvPr>
                <p14:cNvContentPartPr/>
                <p14:nvPr/>
              </p14:nvContentPartPr>
              <p14:xfrm>
                <a:off x="4775400" y="6543524"/>
                <a:ext cx="128520" cy="1080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3B8801B0-F69A-CA2E-C559-4CE8926BB5E7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4766400" y="6534884"/>
                  <a:ext cx="1461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9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A8DE3E50-E4D5-641A-9CBA-D5C4A8648BA2}"/>
                    </a:ext>
                  </a:extLst>
                </p14:cNvPr>
                <p14:cNvContentPartPr/>
                <p14:nvPr/>
              </p14:nvContentPartPr>
              <p14:xfrm>
                <a:off x="4812480" y="6587804"/>
                <a:ext cx="114840" cy="1224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A8DE3E50-E4D5-641A-9CBA-D5C4A8648BA2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4803480" y="6578804"/>
                  <a:ext cx="132480" cy="2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1">
            <p14:nvContentPartPr>
              <p14:cNvPr id="359" name="Ink 358">
                <a:extLst>
                  <a:ext uri="{FF2B5EF4-FFF2-40B4-BE49-F238E27FC236}">
                    <a16:creationId xmlns:a16="http://schemas.microsoft.com/office/drawing/2014/main" id="{04A76B2A-0F9A-63B6-EF2B-53137F8B0816}"/>
                  </a:ext>
                </a:extLst>
              </p14:cNvPr>
              <p14:cNvContentPartPr/>
              <p14:nvPr/>
            </p14:nvContentPartPr>
            <p14:xfrm>
              <a:off x="5091480" y="6381524"/>
              <a:ext cx="146520" cy="347760"/>
            </p14:xfrm>
          </p:contentPart>
        </mc:Choice>
        <mc:Fallback xmlns="">
          <p:pic>
            <p:nvPicPr>
              <p:cNvPr id="359" name="Ink 358">
                <a:extLst>
                  <a:ext uri="{FF2B5EF4-FFF2-40B4-BE49-F238E27FC236}">
                    <a16:creationId xmlns:a16="http://schemas.microsoft.com/office/drawing/2014/main" id="{04A76B2A-0F9A-63B6-EF2B-53137F8B0816}"/>
                  </a:ext>
                </a:extLst>
              </p:cNvPr>
              <p:cNvPicPr/>
              <p:nvPr/>
            </p:nvPicPr>
            <p:blipFill>
              <a:blip r:embed="rId642"/>
              <a:stretch>
                <a:fillRect/>
              </a:stretch>
            </p:blipFill>
            <p:spPr>
              <a:xfrm>
                <a:off x="5082840" y="6372884"/>
                <a:ext cx="164160" cy="36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8" name="Group 367">
            <a:extLst>
              <a:ext uri="{FF2B5EF4-FFF2-40B4-BE49-F238E27FC236}">
                <a16:creationId xmlns:a16="http://schemas.microsoft.com/office/drawing/2014/main" id="{27549138-FC33-8FC9-00C8-6521BCDC6EB2}"/>
              </a:ext>
            </a:extLst>
          </p:cNvPr>
          <p:cNvGrpSpPr/>
          <p:nvPr/>
        </p:nvGrpSpPr>
        <p:grpSpPr>
          <a:xfrm>
            <a:off x="5267160" y="6445964"/>
            <a:ext cx="687960" cy="185400"/>
            <a:chOff x="5267160" y="6445964"/>
            <a:chExt cx="687960" cy="18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3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2B303038-E766-C778-2625-188A4352FB01}"/>
                    </a:ext>
                  </a:extLst>
                </p14:cNvPr>
                <p14:cNvContentPartPr/>
                <p14:nvPr/>
              </p14:nvContentPartPr>
              <p14:xfrm>
                <a:off x="5267160" y="6459284"/>
                <a:ext cx="34920" cy="13248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2B303038-E766-C778-2625-188A4352FB01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5258520" y="6450284"/>
                  <a:ext cx="525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5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3909481C-1AC2-39B7-629A-BA506672095D}"/>
                    </a:ext>
                  </a:extLst>
                </p14:cNvPr>
                <p14:cNvContentPartPr/>
                <p14:nvPr/>
              </p14:nvContentPartPr>
              <p14:xfrm>
                <a:off x="5395680" y="6470084"/>
                <a:ext cx="86400" cy="12636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3909481C-1AC2-39B7-629A-BA506672095D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5386680" y="6461084"/>
                  <a:ext cx="1040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7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B3BC77D3-55DE-57AA-1E10-E4970632AB01}"/>
                    </a:ext>
                  </a:extLst>
                </p14:cNvPr>
                <p14:cNvContentPartPr/>
                <p14:nvPr/>
              </p14:nvContentPartPr>
              <p14:xfrm>
                <a:off x="5528160" y="6445964"/>
                <a:ext cx="105840" cy="15516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B3BC77D3-55DE-57AA-1E10-E4970632AB01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5519160" y="6436964"/>
                  <a:ext cx="1234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9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2D9B824B-D512-EC19-7E17-1DFA2A81D718}"/>
                    </a:ext>
                  </a:extLst>
                </p14:cNvPr>
                <p14:cNvContentPartPr/>
                <p14:nvPr/>
              </p14:nvContentPartPr>
              <p14:xfrm>
                <a:off x="5550840" y="6541364"/>
                <a:ext cx="131400" cy="1692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2D9B824B-D512-EC19-7E17-1DFA2A81D718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5542200" y="6532364"/>
                  <a:ext cx="1490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1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1D90D18E-D46B-76E7-B6DD-830C99DDF7BB}"/>
                    </a:ext>
                  </a:extLst>
                </p14:cNvPr>
                <p14:cNvContentPartPr/>
                <p14:nvPr/>
              </p14:nvContentPartPr>
              <p14:xfrm>
                <a:off x="5715720" y="6526964"/>
                <a:ext cx="21600" cy="2196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1D90D18E-D46B-76E7-B6DD-830C99DDF7BB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5707080" y="6517964"/>
                  <a:ext cx="392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3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A4E4357E-0ED7-8E92-F99C-C46786A98916}"/>
                    </a:ext>
                  </a:extLst>
                </p14:cNvPr>
                <p14:cNvContentPartPr/>
                <p14:nvPr/>
              </p14:nvContentPartPr>
              <p14:xfrm>
                <a:off x="5769000" y="6487724"/>
                <a:ext cx="84960" cy="9576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A4E4357E-0ED7-8E92-F99C-C46786A98916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5760000" y="6478724"/>
                  <a:ext cx="1026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5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972928F5-4C10-DF0A-F618-3F9870B685A0}"/>
                    </a:ext>
                  </a:extLst>
                </p14:cNvPr>
                <p14:cNvContentPartPr/>
                <p14:nvPr/>
              </p14:nvContentPartPr>
              <p14:xfrm>
                <a:off x="5802480" y="6462884"/>
                <a:ext cx="103680" cy="3168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972928F5-4C10-DF0A-F618-3F9870B685A0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5793840" y="6454244"/>
                  <a:ext cx="1213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7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BF05C6C7-B2EE-D3AB-5AB6-B073C174B75A}"/>
                    </a:ext>
                  </a:extLst>
                </p14:cNvPr>
                <p14:cNvContentPartPr/>
                <p14:nvPr/>
              </p14:nvContentPartPr>
              <p14:xfrm>
                <a:off x="5907600" y="6525524"/>
                <a:ext cx="47520" cy="10584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BF05C6C7-B2EE-D3AB-5AB6-B073C174B75A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5898600" y="6516524"/>
                  <a:ext cx="6516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8" name="Group 377">
            <a:extLst>
              <a:ext uri="{FF2B5EF4-FFF2-40B4-BE49-F238E27FC236}">
                <a16:creationId xmlns:a16="http://schemas.microsoft.com/office/drawing/2014/main" id="{7199CBAF-284B-55A8-1E31-27858C9CFF2C}"/>
              </a:ext>
            </a:extLst>
          </p:cNvPr>
          <p:cNvGrpSpPr/>
          <p:nvPr/>
        </p:nvGrpSpPr>
        <p:grpSpPr>
          <a:xfrm>
            <a:off x="6228720" y="6431204"/>
            <a:ext cx="811800" cy="289080"/>
            <a:chOff x="6228720" y="6431204"/>
            <a:chExt cx="81180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9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B424BCB2-3098-E777-9AEC-54069C197507}"/>
                    </a:ext>
                  </a:extLst>
                </p14:cNvPr>
                <p14:cNvContentPartPr/>
                <p14:nvPr/>
              </p14:nvContentPartPr>
              <p14:xfrm>
                <a:off x="6228720" y="6465764"/>
                <a:ext cx="17280" cy="10872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B424BCB2-3098-E777-9AEC-54069C197507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6219720" y="6457124"/>
                  <a:ext cx="349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1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4E5760B4-E5AD-8063-EA05-E573F6D34270}"/>
                    </a:ext>
                  </a:extLst>
                </p14:cNvPr>
                <p14:cNvContentPartPr/>
                <p14:nvPr/>
              </p14:nvContentPartPr>
              <p14:xfrm>
                <a:off x="6330960" y="6431204"/>
                <a:ext cx="163800" cy="9648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4E5760B4-E5AD-8063-EA05-E573F6D34270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6321960" y="6422204"/>
                  <a:ext cx="1814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3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60931A83-1D2A-9CE0-0BB2-1813D52E7B19}"/>
                    </a:ext>
                  </a:extLst>
                </p14:cNvPr>
                <p14:cNvContentPartPr/>
                <p14:nvPr/>
              </p14:nvContentPartPr>
              <p14:xfrm>
                <a:off x="6403680" y="6447044"/>
                <a:ext cx="20880" cy="14976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60931A83-1D2A-9CE0-0BB2-1813D52E7B19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6395040" y="6438044"/>
                  <a:ext cx="385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5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70057256-D4BE-367D-748B-552586CD7FAE}"/>
                    </a:ext>
                  </a:extLst>
                </p14:cNvPr>
                <p14:cNvContentPartPr/>
                <p14:nvPr/>
              </p14:nvContentPartPr>
              <p14:xfrm>
                <a:off x="6552720" y="6465764"/>
                <a:ext cx="116640" cy="14580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70057256-D4BE-367D-748B-552586CD7FAE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6544080" y="6457124"/>
                  <a:ext cx="1342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7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BCD78F27-2CE9-504D-1218-1A4E5A864ED8}"/>
                    </a:ext>
                  </a:extLst>
                </p14:cNvPr>
                <p14:cNvContentPartPr/>
                <p14:nvPr/>
              </p14:nvContentPartPr>
              <p14:xfrm>
                <a:off x="6710040" y="6536684"/>
                <a:ext cx="33120" cy="2448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BCD78F27-2CE9-504D-1218-1A4E5A864ED8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6701040" y="6527684"/>
                  <a:ext cx="507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9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A9DD9260-6645-59E2-332C-A75E89B49BC7}"/>
                    </a:ext>
                  </a:extLst>
                </p14:cNvPr>
                <p14:cNvContentPartPr/>
                <p14:nvPr/>
              </p14:nvContentPartPr>
              <p14:xfrm>
                <a:off x="6801120" y="6502844"/>
                <a:ext cx="73800" cy="9756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A9DD9260-6645-59E2-332C-A75E89B49BC7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6792120" y="6494204"/>
                  <a:ext cx="914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1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06F3C072-A2C5-4A09-E437-D7E729D05511}"/>
                    </a:ext>
                  </a:extLst>
                </p14:cNvPr>
                <p14:cNvContentPartPr/>
                <p14:nvPr/>
              </p14:nvContentPartPr>
              <p14:xfrm>
                <a:off x="6817320" y="6491684"/>
                <a:ext cx="122400" cy="2448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06F3C072-A2C5-4A09-E437-D7E729D05511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6808680" y="6483044"/>
                  <a:ext cx="1400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3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078EA2C0-8512-0A30-BABC-1AE14135C1BB}"/>
                    </a:ext>
                  </a:extLst>
                </p14:cNvPr>
                <p14:cNvContentPartPr/>
                <p14:nvPr/>
              </p14:nvContentPartPr>
              <p14:xfrm>
                <a:off x="6907320" y="6434084"/>
                <a:ext cx="133200" cy="28620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078EA2C0-8512-0A30-BABC-1AE14135C1BB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6898320" y="6425084"/>
                  <a:ext cx="150840" cy="30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75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09C24E6B-B585-35DB-83DB-81A68A15F929}"/>
                  </a:ext>
                </a:extLst>
              </p14:cNvPr>
              <p14:cNvContentPartPr/>
              <p14:nvPr/>
            </p14:nvContentPartPr>
            <p14:xfrm>
              <a:off x="1126440" y="1340084"/>
              <a:ext cx="12960" cy="10800"/>
            </p14:xfrm>
          </p:contentPart>
        </mc:Choice>
        <mc:Fallback xmlns=""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09C24E6B-B585-35DB-83DB-81A68A15F929}"/>
                  </a:ext>
                </a:extLst>
              </p:cNvPr>
              <p:cNvPicPr/>
              <p:nvPr/>
            </p:nvPicPr>
            <p:blipFill>
              <a:blip r:embed="rId676"/>
              <a:stretch>
                <a:fillRect/>
              </a:stretch>
            </p:blipFill>
            <p:spPr>
              <a:xfrm>
                <a:off x="1117800" y="1331084"/>
                <a:ext cx="30600" cy="2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8816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A28E769-E578-1D90-C1D6-6AEB9AD20586}"/>
                  </a:ext>
                </a:extLst>
              </p14:cNvPr>
              <p14:cNvContentPartPr/>
              <p14:nvPr/>
            </p14:nvContentPartPr>
            <p14:xfrm>
              <a:off x="7247160" y="183348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A28E769-E578-1D90-C1D6-6AEB9AD2058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38160" y="182448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BE3A2A4-6A74-70A7-2324-082042DDCC7C}"/>
                  </a:ext>
                </a:extLst>
              </p14:cNvPr>
              <p14:cNvContentPartPr/>
              <p14:nvPr/>
            </p14:nvContentPartPr>
            <p14:xfrm>
              <a:off x="7169400" y="1615484"/>
              <a:ext cx="4819320" cy="4435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BE3A2A4-6A74-70A7-2324-082042DDCC7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60400" y="1606484"/>
                <a:ext cx="4836960" cy="445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17A60E7-3AC8-9D1F-61B0-552EDE52D953}"/>
                  </a:ext>
                </a:extLst>
              </p14:cNvPr>
              <p14:cNvContentPartPr/>
              <p14:nvPr/>
            </p14:nvContentPartPr>
            <p14:xfrm>
              <a:off x="7112520" y="1578044"/>
              <a:ext cx="170280" cy="132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17A60E7-3AC8-9D1F-61B0-552EDE52D95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03520" y="1569044"/>
                <a:ext cx="18792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29A3B62-DC3B-EFD7-C4BB-F5C588BEFE6E}"/>
                  </a:ext>
                </a:extLst>
              </p14:cNvPr>
              <p14:cNvContentPartPr/>
              <p14:nvPr/>
            </p14:nvContentPartPr>
            <p14:xfrm>
              <a:off x="11878560" y="5880764"/>
              <a:ext cx="158400" cy="110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29A3B62-DC3B-EFD7-C4BB-F5C588BEFE6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869560" y="5871764"/>
                <a:ext cx="17604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592E9FB-A05C-EEFF-8794-12FE27046ECD}"/>
                  </a:ext>
                </a:extLst>
              </p14:cNvPr>
              <p14:cNvContentPartPr/>
              <p14:nvPr/>
            </p14:nvContentPartPr>
            <p14:xfrm>
              <a:off x="12037680" y="5918564"/>
              <a:ext cx="12960" cy="1382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592E9FB-A05C-EEFF-8794-12FE27046EC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028680" y="5909564"/>
                <a:ext cx="3060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25687D4-C564-80D1-9015-16E1FA54D840}"/>
                  </a:ext>
                </a:extLst>
              </p14:cNvPr>
              <p14:cNvContentPartPr/>
              <p14:nvPr/>
            </p14:nvContentPartPr>
            <p14:xfrm>
              <a:off x="6584760" y="1231724"/>
              <a:ext cx="240480" cy="1321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25687D4-C564-80D1-9015-16E1FA54D84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575760" y="1222724"/>
                <a:ext cx="25812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676DD15-C9EB-7A6F-93A8-B1AE34F51219}"/>
                  </a:ext>
                </a:extLst>
              </p14:cNvPr>
              <p14:cNvContentPartPr/>
              <p14:nvPr/>
            </p14:nvContentPartPr>
            <p14:xfrm>
              <a:off x="6871320" y="1249364"/>
              <a:ext cx="132840" cy="1522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676DD15-C9EB-7A6F-93A8-B1AE34F5121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862320" y="1240364"/>
                <a:ext cx="15048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9BA8861-35F8-5B26-3642-04EAE350F951}"/>
                  </a:ext>
                </a:extLst>
              </p14:cNvPr>
              <p14:cNvContentPartPr/>
              <p14:nvPr/>
            </p14:nvContentPartPr>
            <p14:xfrm>
              <a:off x="8547120" y="5814164"/>
              <a:ext cx="65160" cy="2350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9BA8861-35F8-5B26-3642-04EAE350F95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538070" y="5805150"/>
                <a:ext cx="82898" cy="2527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A2A7B6D-C741-8005-513E-D3232142D0B7}"/>
                  </a:ext>
                </a:extLst>
              </p14:cNvPr>
              <p14:cNvContentPartPr/>
              <p14:nvPr/>
            </p14:nvContentPartPr>
            <p14:xfrm>
              <a:off x="8583480" y="6148964"/>
              <a:ext cx="86400" cy="1393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A2A7B6D-C741-8005-513E-D3232142D0B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574480" y="6139987"/>
                <a:ext cx="104040" cy="1569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C067B59-CA82-2AC4-0BD2-C86A74FCD55C}"/>
                  </a:ext>
                </a:extLst>
              </p14:cNvPr>
              <p14:cNvContentPartPr/>
              <p14:nvPr/>
            </p14:nvContentPartPr>
            <p14:xfrm>
              <a:off x="8603640" y="6103964"/>
              <a:ext cx="105120" cy="900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C067B59-CA82-2AC4-0BD2-C86A74FCD55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594640" y="6094964"/>
                <a:ext cx="12276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62283E5-F32B-AA04-B06A-C11F542BC8B8}"/>
                  </a:ext>
                </a:extLst>
              </p14:cNvPr>
              <p14:cNvContentPartPr/>
              <p14:nvPr/>
            </p14:nvContentPartPr>
            <p14:xfrm>
              <a:off x="8750160" y="6097844"/>
              <a:ext cx="82800" cy="921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62283E5-F32B-AA04-B06A-C11F542BC8B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741160" y="6088844"/>
                <a:ext cx="10044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29FE42F-6A3E-56BD-CBB0-1288683DFDDF}"/>
                  </a:ext>
                </a:extLst>
              </p14:cNvPr>
              <p14:cNvContentPartPr/>
              <p14:nvPr/>
            </p14:nvContentPartPr>
            <p14:xfrm>
              <a:off x="9538920" y="5722724"/>
              <a:ext cx="43920" cy="2588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29FE42F-6A3E-56BD-CBB0-1288683DFDD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529920" y="5713724"/>
                <a:ext cx="6156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D60DF76-8FA0-B091-C454-E64D3FEB6D4C}"/>
                  </a:ext>
                </a:extLst>
              </p14:cNvPr>
              <p14:cNvContentPartPr/>
              <p14:nvPr/>
            </p14:nvContentPartPr>
            <p14:xfrm>
              <a:off x="9551880" y="6102884"/>
              <a:ext cx="48240" cy="1422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D60DF76-8FA0-B091-C454-E64D3FEB6D4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542812" y="6093884"/>
                <a:ext cx="66013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3595925-93D1-57FC-D329-E14596710F07}"/>
                  </a:ext>
                </a:extLst>
              </p14:cNvPr>
              <p14:cNvContentPartPr/>
              <p14:nvPr/>
            </p14:nvContentPartPr>
            <p14:xfrm>
              <a:off x="9666720" y="6065804"/>
              <a:ext cx="208440" cy="1227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3595925-93D1-57FC-D329-E14596710F0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657720" y="6056804"/>
                <a:ext cx="22608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FA37181-CF2D-9E60-D2B1-C4FEE63B4712}"/>
                  </a:ext>
                </a:extLst>
              </p14:cNvPr>
              <p14:cNvContentPartPr/>
              <p14:nvPr/>
            </p14:nvContentPartPr>
            <p14:xfrm>
              <a:off x="11398680" y="5578724"/>
              <a:ext cx="38520" cy="1789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FA37181-CF2D-9E60-D2B1-C4FEE63B471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1389763" y="5569706"/>
                <a:ext cx="55997" cy="1965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01B551D-04ED-996F-A2A2-8FDD12ED3131}"/>
                  </a:ext>
                </a:extLst>
              </p14:cNvPr>
              <p14:cNvContentPartPr/>
              <p14:nvPr/>
            </p14:nvContentPartPr>
            <p14:xfrm>
              <a:off x="11390760" y="6060764"/>
              <a:ext cx="197640" cy="1612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01B551D-04ED-996F-A2A2-8FDD12ED313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381760" y="6051764"/>
                <a:ext cx="21528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C5263B4-ACF9-E59B-A93A-9891B7C75C70}"/>
                  </a:ext>
                </a:extLst>
              </p14:cNvPr>
              <p14:cNvContentPartPr/>
              <p14:nvPr/>
            </p14:nvContentPartPr>
            <p14:xfrm>
              <a:off x="11557440" y="6049244"/>
              <a:ext cx="215280" cy="1177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C5263B4-ACF9-E59B-A93A-9891B7C75C7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1548440" y="6040244"/>
                <a:ext cx="23292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A5AE6F7-00A3-CBF6-17EB-3DA59FD3D972}"/>
                  </a:ext>
                </a:extLst>
              </p14:cNvPr>
              <p14:cNvContentPartPr/>
              <p14:nvPr/>
            </p14:nvContentPartPr>
            <p14:xfrm>
              <a:off x="7261560" y="4988684"/>
              <a:ext cx="308880" cy="126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A5AE6F7-00A3-CBF6-17EB-3DA59FD3D97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252560" y="4979684"/>
                <a:ext cx="32652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73CC1DE-8DB5-5EE3-EA63-8F0B65D7F341}"/>
                  </a:ext>
                </a:extLst>
              </p14:cNvPr>
              <p14:cNvContentPartPr/>
              <p14:nvPr/>
            </p14:nvContentPartPr>
            <p14:xfrm>
              <a:off x="6909120" y="5139884"/>
              <a:ext cx="108360" cy="1760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73CC1DE-8DB5-5EE3-EA63-8F0B65D7F34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900150" y="5130866"/>
                <a:ext cx="125942" cy="1937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0783602-14AE-FFB8-441A-749CDCED85E3}"/>
                  </a:ext>
                </a:extLst>
              </p14:cNvPr>
              <p14:cNvContentPartPr/>
              <p14:nvPr/>
            </p14:nvContentPartPr>
            <p14:xfrm>
              <a:off x="6915960" y="5099204"/>
              <a:ext cx="223200" cy="1065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0783602-14AE-FFB8-441A-749CDCED85E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906960" y="5090173"/>
                <a:ext cx="240840" cy="1242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70BFA2D-18E2-1BD2-5452-8194B5702111}"/>
                  </a:ext>
                </a:extLst>
              </p14:cNvPr>
              <p14:cNvContentPartPr/>
              <p14:nvPr/>
            </p14:nvContentPartPr>
            <p14:xfrm>
              <a:off x="7230960" y="4057364"/>
              <a:ext cx="210600" cy="108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70BFA2D-18E2-1BD2-5452-8194B570211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221960" y="4048364"/>
                <a:ext cx="22824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F0E5E3A8-C850-96DA-1EE8-A636730C32F1}"/>
                  </a:ext>
                </a:extLst>
              </p14:cNvPr>
              <p14:cNvContentPartPr/>
              <p14:nvPr/>
            </p14:nvContentPartPr>
            <p14:xfrm>
              <a:off x="6729480" y="4202804"/>
              <a:ext cx="92880" cy="1810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F0E5E3A8-C850-96DA-1EE8-A636730C32F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720480" y="4193804"/>
                <a:ext cx="11052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5A57F54-E2E8-DD57-5B69-CAA5A3DF83F6}"/>
                  </a:ext>
                </a:extLst>
              </p14:cNvPr>
              <p14:cNvContentPartPr/>
              <p14:nvPr/>
            </p14:nvContentPartPr>
            <p14:xfrm>
              <a:off x="6876360" y="4104524"/>
              <a:ext cx="258120" cy="1857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5A57F54-E2E8-DD57-5B69-CAA5A3DF83F6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867360" y="4095524"/>
                <a:ext cx="27576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C5A5255-9DF9-A727-5F66-E6196F5A0234}"/>
                  </a:ext>
                </a:extLst>
              </p14:cNvPr>
              <p14:cNvContentPartPr/>
              <p14:nvPr/>
            </p14:nvContentPartPr>
            <p14:xfrm>
              <a:off x="7139880" y="2871524"/>
              <a:ext cx="284760" cy="1677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C5A5255-9DF9-A727-5F66-E6196F5A023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130880" y="2862543"/>
                <a:ext cx="302400" cy="1853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8322AF6-441F-629B-E92C-B06643EF6EB7}"/>
                  </a:ext>
                </a:extLst>
              </p14:cNvPr>
              <p14:cNvContentPartPr/>
              <p14:nvPr/>
            </p14:nvContentPartPr>
            <p14:xfrm>
              <a:off x="6663600" y="3161684"/>
              <a:ext cx="77040" cy="1695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8322AF6-441F-629B-E92C-B06643EF6EB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654600" y="3152684"/>
                <a:ext cx="9468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A2CC3A1-18D6-8F10-5ADF-491C1ADA9ECF}"/>
                  </a:ext>
                </a:extLst>
              </p14:cNvPr>
              <p14:cNvContentPartPr/>
              <p14:nvPr/>
            </p14:nvContentPartPr>
            <p14:xfrm>
              <a:off x="6766560" y="3114884"/>
              <a:ext cx="140040" cy="1339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A2CC3A1-18D6-8F10-5ADF-491C1ADA9EC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757560" y="3105908"/>
                <a:ext cx="157680" cy="1515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DBD91AE-E15F-C22D-EA95-101571AA5769}"/>
                  </a:ext>
                </a:extLst>
              </p14:cNvPr>
              <p14:cNvContentPartPr/>
              <p14:nvPr/>
            </p14:nvContentPartPr>
            <p14:xfrm>
              <a:off x="6801120" y="3017684"/>
              <a:ext cx="82800" cy="669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DBD91AE-E15F-C22D-EA95-101571AA576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792120" y="3008684"/>
                <a:ext cx="10044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4E6606D7-50F6-A7A5-4F37-D11C6A457C5B}"/>
                  </a:ext>
                </a:extLst>
              </p14:cNvPr>
              <p14:cNvContentPartPr/>
              <p14:nvPr/>
            </p14:nvContentPartPr>
            <p14:xfrm>
              <a:off x="6969960" y="2960804"/>
              <a:ext cx="102240" cy="1386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4E6606D7-50F6-A7A5-4F37-D11C6A457C5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960960" y="2951804"/>
                <a:ext cx="11988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043DA2D4-7AD1-D7DE-C4C7-FDF657A95A87}"/>
                  </a:ext>
                </a:extLst>
              </p14:cNvPr>
              <p14:cNvContentPartPr/>
              <p14:nvPr/>
            </p14:nvContentPartPr>
            <p14:xfrm>
              <a:off x="7099560" y="1821764"/>
              <a:ext cx="253080" cy="1188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043DA2D4-7AD1-D7DE-C4C7-FDF657A95A87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090560" y="1812737"/>
                <a:ext cx="270720" cy="1364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239D6950-2276-AA71-F2EC-9B53937C840D}"/>
                  </a:ext>
                </a:extLst>
              </p14:cNvPr>
              <p14:cNvContentPartPr/>
              <p14:nvPr/>
            </p14:nvContentPartPr>
            <p14:xfrm>
              <a:off x="6640920" y="2003924"/>
              <a:ext cx="395280" cy="2955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239D6950-2276-AA71-F2EC-9B53937C840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631920" y="1994924"/>
                <a:ext cx="41292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4866DB1A-01D1-37CF-B816-94ACF0C0F96C}"/>
                  </a:ext>
                </a:extLst>
              </p14:cNvPr>
              <p14:cNvContentPartPr/>
              <p14:nvPr/>
            </p14:nvContentPartPr>
            <p14:xfrm>
              <a:off x="7850520" y="5908124"/>
              <a:ext cx="68400" cy="1569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4866DB1A-01D1-37CF-B816-94ACF0C0F96C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841520" y="5899124"/>
                <a:ext cx="8604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A19A20E4-7490-49D6-335C-F67E921AB6CF}"/>
                  </a:ext>
                </a:extLst>
              </p14:cNvPr>
              <p14:cNvContentPartPr/>
              <p14:nvPr/>
            </p14:nvContentPartPr>
            <p14:xfrm>
              <a:off x="7853400" y="6211964"/>
              <a:ext cx="145440" cy="1206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A19A20E4-7490-49D6-335C-F67E921AB6CF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844400" y="6202964"/>
                <a:ext cx="16308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3F51B8F5-326A-9AB6-B850-4D39C7CFFB0D}"/>
                  </a:ext>
                </a:extLst>
              </p14:cNvPr>
              <p14:cNvContentPartPr/>
              <p14:nvPr/>
            </p14:nvContentPartPr>
            <p14:xfrm>
              <a:off x="7977240" y="6188564"/>
              <a:ext cx="70920" cy="1076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3F51B8F5-326A-9AB6-B850-4D39C7CFFB0D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968194" y="6179564"/>
                <a:ext cx="8865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E345E878-8A7A-F8CC-4764-438F5979BF6C}"/>
                  </a:ext>
                </a:extLst>
              </p14:cNvPr>
              <p14:cNvContentPartPr/>
              <p14:nvPr/>
            </p14:nvContentPartPr>
            <p14:xfrm>
              <a:off x="10420920" y="5666564"/>
              <a:ext cx="35640" cy="2552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E345E878-8A7A-F8CC-4764-438F5979BF6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411920" y="5657577"/>
                <a:ext cx="53280" cy="2728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C0F79A0A-CEDC-6C32-E916-48DF2FF6D631}"/>
                  </a:ext>
                </a:extLst>
              </p14:cNvPr>
              <p14:cNvContentPartPr/>
              <p14:nvPr/>
            </p14:nvContentPartPr>
            <p14:xfrm>
              <a:off x="10414440" y="6067244"/>
              <a:ext cx="71280" cy="1522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C0F79A0A-CEDC-6C32-E916-48DF2FF6D63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405440" y="6058244"/>
                <a:ext cx="8892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B862896-DDD8-CF8B-8910-CF7205391715}"/>
                  </a:ext>
                </a:extLst>
              </p14:cNvPr>
              <p14:cNvContentPartPr/>
              <p14:nvPr/>
            </p14:nvContentPartPr>
            <p14:xfrm>
              <a:off x="10552680" y="6073004"/>
              <a:ext cx="79920" cy="1328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B862896-DDD8-CF8B-8910-CF7205391715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543680" y="6064004"/>
                <a:ext cx="9756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9F4BF66-50BB-FD05-4F70-BAB5E94F8776}"/>
                  </a:ext>
                </a:extLst>
              </p14:cNvPr>
              <p14:cNvContentPartPr/>
              <p14:nvPr/>
            </p14:nvContentPartPr>
            <p14:xfrm>
              <a:off x="10564200" y="6012164"/>
              <a:ext cx="99000" cy="705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9F4BF66-50BB-FD05-4F70-BAB5E94F877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0555200" y="6003164"/>
                <a:ext cx="11664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4A0A6A02-035B-8693-BC18-610428AC754C}"/>
                  </a:ext>
                </a:extLst>
              </p14:cNvPr>
              <p14:cNvContentPartPr/>
              <p14:nvPr/>
            </p14:nvContentPartPr>
            <p14:xfrm>
              <a:off x="10715040" y="6016484"/>
              <a:ext cx="81000" cy="1026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4A0A6A02-035B-8693-BC18-610428AC754C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0706040" y="6007484"/>
                <a:ext cx="986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9BF885D6-B4A6-87BA-FF89-12369F5724EF}"/>
                  </a:ext>
                </a:extLst>
              </p14:cNvPr>
              <p14:cNvContentPartPr/>
              <p14:nvPr/>
            </p14:nvContentPartPr>
            <p14:xfrm>
              <a:off x="10087920" y="5723084"/>
              <a:ext cx="43200" cy="1717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9BF885D6-B4A6-87BA-FF89-12369F5724EF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078920" y="5714103"/>
                <a:ext cx="60840" cy="1893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620E22FD-7727-F10B-7B20-6AE354469E4E}"/>
                  </a:ext>
                </a:extLst>
              </p14:cNvPr>
              <p14:cNvContentPartPr/>
              <p14:nvPr/>
            </p14:nvContentPartPr>
            <p14:xfrm>
              <a:off x="10056960" y="5996324"/>
              <a:ext cx="51120" cy="1220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620E22FD-7727-F10B-7B20-6AE354469E4E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0047896" y="5987324"/>
                <a:ext cx="68885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5A5C891F-3CBD-7065-DC9E-1A98BD0D86B2}"/>
                  </a:ext>
                </a:extLst>
              </p14:cNvPr>
              <p14:cNvContentPartPr/>
              <p14:nvPr/>
            </p14:nvContentPartPr>
            <p14:xfrm>
              <a:off x="10128600" y="5976884"/>
              <a:ext cx="84600" cy="1123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5A5C891F-3CBD-7065-DC9E-1A98BD0D86B2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119600" y="5967884"/>
                <a:ext cx="10224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10153666-734C-CD92-7F80-D116B92E5AF5}"/>
                  </a:ext>
                </a:extLst>
              </p14:cNvPr>
              <p14:cNvContentPartPr/>
              <p14:nvPr/>
            </p14:nvContentPartPr>
            <p14:xfrm>
              <a:off x="10237320" y="5957084"/>
              <a:ext cx="36000" cy="961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10153666-734C-CD92-7F80-D116B92E5AF5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228320" y="5948084"/>
                <a:ext cx="5364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FF479795-00B1-FDF8-CD28-260E58C2FA30}"/>
                  </a:ext>
                </a:extLst>
              </p14:cNvPr>
              <p14:cNvContentPartPr/>
              <p14:nvPr/>
            </p14:nvContentPartPr>
            <p14:xfrm>
              <a:off x="10253880" y="5898764"/>
              <a:ext cx="45000" cy="658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FF479795-00B1-FDF8-CD28-260E58C2FA30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244880" y="5889764"/>
                <a:ext cx="6264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3CCE9421-2F0F-0FBE-D63D-308F00A9857D}"/>
                  </a:ext>
                </a:extLst>
              </p14:cNvPr>
              <p14:cNvContentPartPr/>
              <p14:nvPr/>
            </p14:nvContentPartPr>
            <p14:xfrm>
              <a:off x="9790560" y="2776484"/>
              <a:ext cx="58320" cy="633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3CCE9421-2F0F-0FBE-D63D-308F00A9857D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781504" y="2767484"/>
                <a:ext cx="7607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172A0AD6-78DE-573E-2B24-A6A39C4F6282}"/>
                  </a:ext>
                </a:extLst>
              </p14:cNvPr>
              <p14:cNvContentPartPr/>
              <p14:nvPr/>
            </p14:nvContentPartPr>
            <p14:xfrm>
              <a:off x="10027080" y="2758484"/>
              <a:ext cx="14760" cy="1371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172A0AD6-78DE-573E-2B24-A6A39C4F6282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018080" y="2749484"/>
                <a:ext cx="3240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4CAA0BD5-B20F-B067-DD13-79977C22F540}"/>
                  </a:ext>
                </a:extLst>
              </p14:cNvPr>
              <p14:cNvContentPartPr/>
              <p14:nvPr/>
            </p14:nvContentPartPr>
            <p14:xfrm>
              <a:off x="10095120" y="2753084"/>
              <a:ext cx="92160" cy="1339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4CAA0BD5-B20F-B067-DD13-79977C22F540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0086120" y="2744084"/>
                <a:ext cx="10980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0894DED0-15A1-9F3A-9E9B-E45E05C901A0}"/>
                  </a:ext>
                </a:extLst>
              </p14:cNvPr>
              <p14:cNvContentPartPr/>
              <p14:nvPr/>
            </p14:nvContentPartPr>
            <p14:xfrm>
              <a:off x="10231200" y="2774324"/>
              <a:ext cx="46800" cy="982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0894DED0-15A1-9F3A-9E9B-E45E05C901A0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0222200" y="2765324"/>
                <a:ext cx="6444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5F929043-C40F-ED30-508C-2354BAF068A0}"/>
                  </a:ext>
                </a:extLst>
              </p14:cNvPr>
              <p14:cNvContentPartPr/>
              <p14:nvPr/>
            </p14:nvContentPartPr>
            <p14:xfrm>
              <a:off x="10248120" y="2724284"/>
              <a:ext cx="79560" cy="230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5F929043-C40F-ED30-508C-2354BAF068A0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239120" y="2715284"/>
                <a:ext cx="9720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18EA93A6-F424-1B73-3762-375FAFE39C69}"/>
                  </a:ext>
                </a:extLst>
              </p14:cNvPr>
              <p14:cNvContentPartPr/>
              <p14:nvPr/>
            </p14:nvContentPartPr>
            <p14:xfrm>
              <a:off x="10389600" y="2857844"/>
              <a:ext cx="11880" cy="792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18EA93A6-F424-1B73-3762-375FAFE39C69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380600" y="2848844"/>
                <a:ext cx="2952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B391D49C-D877-898B-2459-E4C0283BDB08}"/>
                  </a:ext>
                </a:extLst>
              </p14:cNvPr>
              <p14:cNvContentPartPr/>
              <p14:nvPr/>
            </p14:nvContentPartPr>
            <p14:xfrm>
              <a:off x="10528920" y="2744804"/>
              <a:ext cx="9000" cy="1346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B391D49C-D877-898B-2459-E4C0283BDB08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519545" y="2735804"/>
                <a:ext cx="27375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E4934D6A-65F6-63EA-B488-97576AB50E67}"/>
                  </a:ext>
                </a:extLst>
              </p14:cNvPr>
              <p14:cNvContentPartPr/>
              <p14:nvPr/>
            </p14:nvContentPartPr>
            <p14:xfrm>
              <a:off x="10630080" y="2752004"/>
              <a:ext cx="93240" cy="1404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E4934D6A-65F6-63EA-B488-97576AB50E67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0621080" y="2743027"/>
                <a:ext cx="110880" cy="1579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6ECF668D-A717-EB42-3E3C-B441A5848264}"/>
                  </a:ext>
                </a:extLst>
              </p14:cNvPr>
              <p14:cNvContentPartPr/>
              <p14:nvPr/>
            </p14:nvContentPartPr>
            <p14:xfrm>
              <a:off x="10653840" y="2709884"/>
              <a:ext cx="117720" cy="367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6ECF668D-A717-EB42-3E3C-B441A584826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0644840" y="2700884"/>
                <a:ext cx="1353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E62A330B-5EA2-6495-9046-D7D23FB8989C}"/>
                  </a:ext>
                </a:extLst>
              </p14:cNvPr>
              <p14:cNvContentPartPr/>
              <p14:nvPr/>
            </p14:nvContentPartPr>
            <p14:xfrm>
              <a:off x="10793520" y="2720684"/>
              <a:ext cx="85320" cy="1040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E62A330B-5EA2-6495-9046-D7D23FB8989C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0784520" y="2711684"/>
                <a:ext cx="10296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71AC2764-F039-E922-2DBD-BE485021D537}"/>
                  </a:ext>
                </a:extLst>
              </p14:cNvPr>
              <p14:cNvContentPartPr/>
              <p14:nvPr/>
            </p14:nvContentPartPr>
            <p14:xfrm>
              <a:off x="10897920" y="2661644"/>
              <a:ext cx="128520" cy="3967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71AC2764-F039-E922-2DBD-BE485021D537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0888920" y="2652644"/>
                <a:ext cx="146160" cy="41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8FF9F4C1-34D7-52A6-86B0-6B11326D592F}"/>
                  </a:ext>
                </a:extLst>
              </p14:cNvPr>
              <p14:cNvContentPartPr/>
              <p14:nvPr/>
            </p14:nvContentPartPr>
            <p14:xfrm>
              <a:off x="9951840" y="2681804"/>
              <a:ext cx="179280" cy="3607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8FF9F4C1-34D7-52A6-86B0-6B11326D592F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9942840" y="2672813"/>
                <a:ext cx="196920" cy="3783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2B8339B8-823D-B86B-5A7F-3507CD1A594E}"/>
                  </a:ext>
                </a:extLst>
              </p14:cNvPr>
              <p14:cNvContentPartPr/>
              <p14:nvPr/>
            </p14:nvContentPartPr>
            <p14:xfrm>
              <a:off x="9120960" y="5780684"/>
              <a:ext cx="9000" cy="1648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2B8339B8-823D-B86B-5A7F-3507CD1A594E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9112306" y="5771664"/>
                <a:ext cx="25962" cy="1825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3B637952-FD57-5730-2358-4924BE4F827A}"/>
                  </a:ext>
                </a:extLst>
              </p14:cNvPr>
              <p14:cNvContentPartPr/>
              <p14:nvPr/>
            </p14:nvContentPartPr>
            <p14:xfrm>
              <a:off x="9086760" y="6068684"/>
              <a:ext cx="82080" cy="1162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3B637952-FD57-5730-2358-4924BE4F827A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9077760" y="6059684"/>
                <a:ext cx="9972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D96EC9D1-0818-0591-C82C-2B16EDC4F93B}"/>
                  </a:ext>
                </a:extLst>
              </p14:cNvPr>
              <p14:cNvContentPartPr/>
              <p14:nvPr/>
            </p14:nvContentPartPr>
            <p14:xfrm>
              <a:off x="9135360" y="6124844"/>
              <a:ext cx="61200" cy="633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D96EC9D1-0818-0591-C82C-2B16EDC4F93B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9126413" y="6115844"/>
                <a:ext cx="78737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225777E4-AE01-44CC-0820-06744E4F9DAC}"/>
                  </a:ext>
                </a:extLst>
              </p14:cNvPr>
              <p14:cNvContentPartPr/>
              <p14:nvPr/>
            </p14:nvContentPartPr>
            <p14:xfrm>
              <a:off x="9242640" y="6071564"/>
              <a:ext cx="44280" cy="1083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225777E4-AE01-44CC-0820-06744E4F9DAC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9233566" y="6062564"/>
                <a:ext cx="62065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2119A868-2A5B-AD5E-3D1C-E9ABDCABED27}"/>
                  </a:ext>
                </a:extLst>
              </p14:cNvPr>
              <p14:cNvContentPartPr/>
              <p14:nvPr/>
            </p14:nvContentPartPr>
            <p14:xfrm>
              <a:off x="9267120" y="5984444"/>
              <a:ext cx="56880" cy="640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2119A868-2A5B-AD5E-3D1C-E9ABDCABED27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9258120" y="5975444"/>
                <a:ext cx="7452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E488AACC-C0FA-966C-1765-14ED8F402F29}"/>
                  </a:ext>
                </a:extLst>
              </p14:cNvPr>
              <p14:cNvContentPartPr/>
              <p14:nvPr/>
            </p14:nvContentPartPr>
            <p14:xfrm>
              <a:off x="7295400" y="5476124"/>
              <a:ext cx="226080" cy="964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E488AACC-C0FA-966C-1765-14ED8F402F29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7286386" y="5467124"/>
                <a:ext cx="243748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B6725E73-FC43-7447-987B-D8DCE613F2C7}"/>
                  </a:ext>
                </a:extLst>
              </p14:cNvPr>
              <p14:cNvContentPartPr/>
              <p14:nvPr/>
            </p14:nvContentPartPr>
            <p14:xfrm>
              <a:off x="7781400" y="5449124"/>
              <a:ext cx="78120" cy="6624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B6725E73-FC43-7447-987B-D8DCE613F2C7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7772400" y="5440124"/>
                <a:ext cx="9576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80690F23-BD2A-6FEA-F145-A044C96E0327}"/>
                  </a:ext>
                </a:extLst>
              </p14:cNvPr>
              <p14:cNvContentPartPr/>
              <p14:nvPr/>
            </p14:nvContentPartPr>
            <p14:xfrm>
              <a:off x="7696800" y="5132684"/>
              <a:ext cx="109080" cy="14940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80690F23-BD2A-6FEA-F145-A044C96E0327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687800" y="5123684"/>
                <a:ext cx="12672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47B15F66-9DDB-CBB9-1DC2-6A0EC80C5FB5}"/>
                  </a:ext>
                </a:extLst>
              </p14:cNvPr>
              <p14:cNvContentPartPr/>
              <p14:nvPr/>
            </p14:nvContentPartPr>
            <p14:xfrm>
              <a:off x="7817760" y="5140604"/>
              <a:ext cx="51480" cy="655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47B15F66-9DDB-CBB9-1DC2-6A0EC80C5FB5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7808760" y="5131554"/>
                <a:ext cx="69120" cy="832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378E1573-610A-76C6-22D3-B340A7F1E005}"/>
                  </a:ext>
                </a:extLst>
              </p14:cNvPr>
              <p14:cNvContentPartPr/>
              <p14:nvPr/>
            </p14:nvContentPartPr>
            <p14:xfrm>
              <a:off x="7951320" y="5151404"/>
              <a:ext cx="22320" cy="788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378E1573-610A-76C6-22D3-B340A7F1E005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7942320" y="5142363"/>
                <a:ext cx="39960" cy="965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303EA0FB-02E1-4E71-44B5-CA1C40FE9094}"/>
                  </a:ext>
                </a:extLst>
              </p14:cNvPr>
              <p14:cNvContentPartPr/>
              <p14:nvPr/>
            </p14:nvContentPartPr>
            <p14:xfrm>
              <a:off x="8028720" y="5041244"/>
              <a:ext cx="110160" cy="11448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303EA0FB-02E1-4E71-44B5-CA1C40FE9094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8019749" y="5032244"/>
                <a:ext cx="127743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823F55EE-CE5E-9AC6-4B7E-5BAEFF598FD5}"/>
                  </a:ext>
                </a:extLst>
              </p14:cNvPr>
              <p14:cNvContentPartPr/>
              <p14:nvPr/>
            </p14:nvContentPartPr>
            <p14:xfrm>
              <a:off x="8140680" y="5032604"/>
              <a:ext cx="64080" cy="9828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823F55EE-CE5E-9AC6-4B7E-5BAEFF598FD5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8131730" y="5023604"/>
                <a:ext cx="81621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CDCED3BE-8B31-FCDB-9F9E-24CC71B5A4FD}"/>
                  </a:ext>
                </a:extLst>
              </p14:cNvPr>
              <p14:cNvContentPartPr/>
              <p14:nvPr/>
            </p14:nvContentPartPr>
            <p14:xfrm>
              <a:off x="8158320" y="4991204"/>
              <a:ext cx="51840" cy="3168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CDCED3BE-8B31-FCDB-9F9E-24CC71B5A4FD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8149320" y="4982204"/>
                <a:ext cx="6948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4A109C09-1A77-FB6E-B84E-3E0516D5BC0B}"/>
                  </a:ext>
                </a:extLst>
              </p14:cNvPr>
              <p14:cNvContentPartPr/>
              <p14:nvPr/>
            </p14:nvContentPartPr>
            <p14:xfrm>
              <a:off x="7953480" y="5602484"/>
              <a:ext cx="39960" cy="511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4A109C09-1A77-FB6E-B84E-3E0516D5BC0B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7944480" y="5593484"/>
                <a:ext cx="5760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9CB45822-4A6D-3752-F6AA-C93746114FBD}"/>
                  </a:ext>
                </a:extLst>
              </p14:cNvPr>
              <p14:cNvContentPartPr/>
              <p14:nvPr/>
            </p14:nvContentPartPr>
            <p14:xfrm>
              <a:off x="7970400" y="5591684"/>
              <a:ext cx="33840" cy="4500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9CB45822-4A6D-3752-F6AA-C93746114FBD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7961400" y="5582684"/>
                <a:ext cx="5148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F70E1121-A56C-613E-417A-257271B4653B}"/>
                  </a:ext>
                </a:extLst>
              </p14:cNvPr>
              <p14:cNvContentPartPr/>
              <p14:nvPr/>
            </p14:nvContentPartPr>
            <p14:xfrm>
              <a:off x="8138880" y="5546324"/>
              <a:ext cx="104760" cy="1447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F70E1121-A56C-613E-417A-257271B4653B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8129880" y="5537302"/>
                <a:ext cx="122400" cy="1624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E4006B69-E101-D704-58C9-0F619246142F}"/>
                  </a:ext>
                </a:extLst>
              </p14:cNvPr>
              <p14:cNvContentPartPr/>
              <p14:nvPr/>
            </p14:nvContentPartPr>
            <p14:xfrm>
              <a:off x="8251920" y="5533364"/>
              <a:ext cx="88560" cy="11772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E4006B69-E101-D704-58C9-0F619246142F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8242920" y="5524336"/>
                <a:ext cx="106200" cy="1354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B63AE5AB-9B06-FC1B-B37C-F5F1D7C98A0E}"/>
                  </a:ext>
                </a:extLst>
              </p14:cNvPr>
              <p14:cNvContentPartPr/>
              <p14:nvPr/>
            </p14:nvContentPartPr>
            <p14:xfrm>
              <a:off x="8379360" y="5565764"/>
              <a:ext cx="49680" cy="13644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B63AE5AB-9B06-FC1B-B37C-F5F1D7C98A0E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8370360" y="5556764"/>
                <a:ext cx="6732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70D9EB54-3FA0-5267-21FC-B5A2236479EE}"/>
                  </a:ext>
                </a:extLst>
              </p14:cNvPr>
              <p14:cNvContentPartPr/>
              <p14:nvPr/>
            </p14:nvContentPartPr>
            <p14:xfrm>
              <a:off x="8085600" y="5480804"/>
              <a:ext cx="200520" cy="2667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70D9EB54-3FA0-5267-21FC-B5A2236479EE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8076600" y="5471804"/>
                <a:ext cx="21816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F118915D-39A7-67AA-EB73-17097896D123}"/>
                  </a:ext>
                </a:extLst>
              </p14:cNvPr>
              <p14:cNvContentPartPr/>
              <p14:nvPr/>
            </p14:nvContentPartPr>
            <p14:xfrm>
              <a:off x="8501400" y="5438684"/>
              <a:ext cx="156240" cy="15012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F118915D-39A7-67AA-EB73-17097896D123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8492400" y="5429684"/>
                <a:ext cx="17388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6FCCC82C-414A-F615-E1EC-FA95D6C98FDE}"/>
                  </a:ext>
                </a:extLst>
              </p14:cNvPr>
              <p14:cNvContentPartPr/>
              <p14:nvPr/>
            </p14:nvContentPartPr>
            <p14:xfrm>
              <a:off x="8676720" y="5361284"/>
              <a:ext cx="116280" cy="26604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6FCCC82C-414A-F615-E1EC-FA95D6C98FDE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8667720" y="5352284"/>
                <a:ext cx="13392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E64CB1C5-453F-AAA2-9842-98F9ACE0F07B}"/>
                  </a:ext>
                </a:extLst>
              </p14:cNvPr>
              <p14:cNvContentPartPr/>
              <p14:nvPr/>
            </p14:nvContentPartPr>
            <p14:xfrm>
              <a:off x="7588800" y="5102804"/>
              <a:ext cx="229320" cy="2559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E64CB1C5-453F-AAA2-9842-98F9ACE0F07B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7579786" y="5093817"/>
                <a:ext cx="246988" cy="2735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D700A8C6-E25D-6266-F0EC-3579FD04644C}"/>
                  </a:ext>
                </a:extLst>
              </p14:cNvPr>
              <p14:cNvContentPartPr/>
              <p14:nvPr/>
            </p14:nvContentPartPr>
            <p14:xfrm>
              <a:off x="8240040" y="4840364"/>
              <a:ext cx="160200" cy="32472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D700A8C6-E25D-6266-F0EC-3579FD04644C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8231040" y="4831364"/>
                <a:ext cx="17784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B19EDA67-8353-D0D3-275A-C9452A5627D0}"/>
                  </a:ext>
                </a:extLst>
              </p14:cNvPr>
              <p14:cNvContentPartPr/>
              <p14:nvPr/>
            </p14:nvContentPartPr>
            <p14:xfrm>
              <a:off x="8931960" y="5800844"/>
              <a:ext cx="33480" cy="1278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B19EDA67-8353-D0D3-275A-C9452A5627D0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8922960" y="5791844"/>
                <a:ext cx="5112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1AF7931F-70CB-E80A-8B24-7913F41CAE30}"/>
                  </a:ext>
                </a:extLst>
              </p14:cNvPr>
              <p14:cNvContentPartPr/>
              <p14:nvPr/>
            </p14:nvContentPartPr>
            <p14:xfrm>
              <a:off x="9104040" y="4891844"/>
              <a:ext cx="34560" cy="514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1AF7931F-70CB-E80A-8B24-7913F41CAE30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9095040" y="4882844"/>
                <a:ext cx="5220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4B39CCC7-B841-B7F2-C73D-83948F9DD257}"/>
                  </a:ext>
                </a:extLst>
              </p14:cNvPr>
              <p14:cNvContentPartPr/>
              <p14:nvPr/>
            </p14:nvContentPartPr>
            <p14:xfrm>
              <a:off x="9285480" y="4879964"/>
              <a:ext cx="65160" cy="1706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4B39CCC7-B841-B7F2-C73D-83948F9DD257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9276480" y="4870964"/>
                <a:ext cx="8280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B897863E-A0A7-B26E-CDF8-DBD5F8FA5B37}"/>
                  </a:ext>
                </a:extLst>
              </p14:cNvPr>
              <p14:cNvContentPartPr/>
              <p14:nvPr/>
            </p14:nvContentPartPr>
            <p14:xfrm>
              <a:off x="9297000" y="4946204"/>
              <a:ext cx="96840" cy="6624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B897863E-A0A7-B26E-CDF8-DBD5F8FA5B37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9288033" y="4937204"/>
                <a:ext cx="114415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77121479-F182-D2E8-4690-38C548027E00}"/>
                  </a:ext>
                </a:extLst>
              </p14:cNvPr>
              <p14:cNvContentPartPr/>
              <p14:nvPr/>
            </p14:nvContentPartPr>
            <p14:xfrm>
              <a:off x="9447840" y="4899404"/>
              <a:ext cx="57960" cy="10332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77121479-F182-D2E8-4690-38C548027E00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9438896" y="4890404"/>
                <a:ext cx="75491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C6D0D8EB-2396-D767-EC00-6319642CD3E3}"/>
                  </a:ext>
                </a:extLst>
              </p14:cNvPr>
              <p14:cNvContentPartPr/>
              <p14:nvPr/>
            </p14:nvContentPartPr>
            <p14:xfrm>
              <a:off x="9458280" y="4860164"/>
              <a:ext cx="61920" cy="244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C6D0D8EB-2396-D767-EC00-6319642CD3E3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9449332" y="4851164"/>
                <a:ext cx="79458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C2805884-E027-D941-4470-9189AE9C2CB2}"/>
                  </a:ext>
                </a:extLst>
              </p14:cNvPr>
              <p14:cNvContentPartPr/>
              <p14:nvPr/>
            </p14:nvContentPartPr>
            <p14:xfrm>
              <a:off x="9576360" y="4918844"/>
              <a:ext cx="22320" cy="10404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C2805884-E027-D941-4470-9189AE9C2CB2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9567360" y="4909844"/>
                <a:ext cx="3996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B8A36773-FA0A-182C-34E9-1151E5C8D5B0}"/>
                  </a:ext>
                </a:extLst>
              </p14:cNvPr>
              <p14:cNvContentPartPr/>
              <p14:nvPr/>
            </p14:nvContentPartPr>
            <p14:xfrm>
              <a:off x="9703800" y="4833164"/>
              <a:ext cx="95400" cy="14112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B8A36773-FA0A-182C-34E9-1151E5C8D5B0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9694800" y="4824164"/>
                <a:ext cx="11304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4973FF37-B442-D578-4A5B-10F7267E95A6}"/>
                  </a:ext>
                </a:extLst>
              </p14:cNvPr>
              <p14:cNvContentPartPr/>
              <p14:nvPr/>
            </p14:nvContentPartPr>
            <p14:xfrm>
              <a:off x="9703440" y="4794284"/>
              <a:ext cx="206640" cy="9756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4973FF37-B442-D578-4A5B-10F7267E95A6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9694440" y="4785284"/>
                <a:ext cx="22428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8AB26C9E-DE9E-61B6-4BE1-D3F45D873A2E}"/>
                  </a:ext>
                </a:extLst>
              </p14:cNvPr>
              <p14:cNvContentPartPr/>
              <p14:nvPr/>
            </p14:nvContentPartPr>
            <p14:xfrm>
              <a:off x="9933120" y="4732004"/>
              <a:ext cx="140040" cy="28512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8AB26C9E-DE9E-61B6-4BE1-D3F45D873A2E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9924120" y="4723015"/>
                <a:ext cx="157680" cy="3027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D27A5BB3-B555-6228-F4D8-866EACEB5EFA}"/>
                  </a:ext>
                </a:extLst>
              </p14:cNvPr>
              <p14:cNvContentPartPr/>
              <p14:nvPr/>
            </p14:nvContentPartPr>
            <p14:xfrm>
              <a:off x="9269280" y="4838204"/>
              <a:ext cx="128880" cy="29484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D27A5BB3-B555-6228-F4D8-866EACEB5EFA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9260305" y="4829204"/>
                <a:ext cx="146471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47108FA3-F12F-FCFC-DC28-7925016515DE}"/>
                  </a:ext>
                </a:extLst>
              </p14:cNvPr>
              <p14:cNvContentPartPr/>
              <p14:nvPr/>
            </p14:nvContentPartPr>
            <p14:xfrm>
              <a:off x="8963640" y="5111084"/>
              <a:ext cx="55080" cy="5616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47108FA3-F12F-FCFC-DC28-7925016515DE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8954640" y="5102141"/>
                <a:ext cx="72720" cy="736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8CFFC850-B688-4DBF-9AA9-34119A158496}"/>
                  </a:ext>
                </a:extLst>
              </p14:cNvPr>
              <p14:cNvContentPartPr/>
              <p14:nvPr/>
            </p14:nvContentPartPr>
            <p14:xfrm>
              <a:off x="9186840" y="5195324"/>
              <a:ext cx="78120" cy="13572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8CFFC850-B688-4DBF-9AA9-34119A158496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9177881" y="5186348"/>
                <a:ext cx="95679" cy="1533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627461A5-59B1-2639-34A7-278C22926B4E}"/>
                  </a:ext>
                </a:extLst>
              </p14:cNvPr>
              <p14:cNvContentPartPr/>
              <p14:nvPr/>
            </p14:nvContentPartPr>
            <p14:xfrm>
              <a:off x="9201240" y="5253284"/>
              <a:ext cx="178920" cy="5832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627461A5-59B1-2639-34A7-278C22926B4E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9192222" y="5244339"/>
                <a:ext cx="196596" cy="758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1E0F6248-DD94-851B-922F-F9B81DECBF68}"/>
                  </a:ext>
                </a:extLst>
              </p14:cNvPr>
              <p14:cNvContentPartPr/>
              <p14:nvPr/>
            </p14:nvContentPartPr>
            <p14:xfrm>
              <a:off x="9469800" y="5272364"/>
              <a:ext cx="2520" cy="8064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1E0F6248-DD94-851B-922F-F9B81DECBF68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9460800" y="5263324"/>
                <a:ext cx="20160" cy="983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C6E6A0E0-D6AE-8C42-F19E-AA54E5A1EBFC}"/>
                  </a:ext>
                </a:extLst>
              </p14:cNvPr>
              <p14:cNvContentPartPr/>
              <p14:nvPr/>
            </p14:nvContentPartPr>
            <p14:xfrm>
              <a:off x="9554400" y="5185964"/>
              <a:ext cx="90720" cy="13536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C6E6A0E0-D6AE-8C42-F19E-AA54E5A1EBFC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9545400" y="5176964"/>
                <a:ext cx="10836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203068F5-6E8D-BC54-354D-5DFB3CCFC12D}"/>
                  </a:ext>
                </a:extLst>
              </p14:cNvPr>
              <p14:cNvContentPartPr/>
              <p14:nvPr/>
            </p14:nvContentPartPr>
            <p14:xfrm>
              <a:off x="9702000" y="5193884"/>
              <a:ext cx="137880" cy="8964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203068F5-6E8D-BC54-354D-5DFB3CCFC12D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9693000" y="5184884"/>
                <a:ext cx="15552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9147091F-5AE5-B6FE-F720-7642B16C9020}"/>
                  </a:ext>
                </a:extLst>
              </p14:cNvPr>
              <p14:cNvContentPartPr/>
              <p14:nvPr/>
            </p14:nvContentPartPr>
            <p14:xfrm>
              <a:off x="9856800" y="5133404"/>
              <a:ext cx="62280" cy="18756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9147091F-5AE5-B6FE-F720-7642B16C9020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9847800" y="5124404"/>
                <a:ext cx="7992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F9FE11B9-1DFE-1005-9893-65EDC925957C}"/>
                  </a:ext>
                </a:extLst>
              </p14:cNvPr>
              <p14:cNvContentPartPr/>
              <p14:nvPr/>
            </p14:nvContentPartPr>
            <p14:xfrm>
              <a:off x="9180720" y="5178044"/>
              <a:ext cx="139320" cy="20628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F9FE11B9-1DFE-1005-9893-65EDC925957C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9171720" y="5169044"/>
                <a:ext cx="15696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D443CB11-64C9-222E-8F50-EE76F98E4FE4}"/>
                  </a:ext>
                </a:extLst>
              </p14:cNvPr>
              <p14:cNvContentPartPr/>
              <p14:nvPr/>
            </p14:nvContentPartPr>
            <p14:xfrm>
              <a:off x="10295280" y="5678444"/>
              <a:ext cx="55800" cy="12564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D443CB11-64C9-222E-8F50-EE76F98E4FE4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10286280" y="5669444"/>
                <a:ext cx="7344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6C220AC9-BDD1-0F3D-73B1-83DBAE010A75}"/>
                  </a:ext>
                </a:extLst>
              </p14:cNvPr>
              <p14:cNvContentPartPr/>
              <p14:nvPr/>
            </p14:nvContentPartPr>
            <p14:xfrm>
              <a:off x="10310040" y="3262124"/>
              <a:ext cx="66600" cy="622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6C220AC9-BDD1-0F3D-73B1-83DBAE010A75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0301040" y="3253124"/>
                <a:ext cx="8424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565F5A1E-4E95-9198-A893-A0C561CA2E8E}"/>
                  </a:ext>
                </a:extLst>
              </p14:cNvPr>
              <p14:cNvContentPartPr/>
              <p14:nvPr/>
            </p14:nvContentPartPr>
            <p14:xfrm>
              <a:off x="10637640" y="3301364"/>
              <a:ext cx="23040" cy="14220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565F5A1E-4E95-9198-A893-A0C561CA2E8E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10628497" y="3292364"/>
                <a:ext cx="4096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DADAEE03-7C59-0B53-A513-F57972BCD876}"/>
                  </a:ext>
                </a:extLst>
              </p14:cNvPr>
              <p14:cNvContentPartPr/>
              <p14:nvPr/>
            </p14:nvContentPartPr>
            <p14:xfrm>
              <a:off x="10722960" y="3299564"/>
              <a:ext cx="137160" cy="9648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DADAEE03-7C59-0B53-A513-F57972BCD876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10713960" y="3290564"/>
                <a:ext cx="15480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81256F4B-7955-9848-D7AD-4D8AFBC5A937}"/>
                  </a:ext>
                </a:extLst>
              </p14:cNvPr>
              <p14:cNvContentPartPr/>
              <p14:nvPr/>
            </p14:nvContentPartPr>
            <p14:xfrm>
              <a:off x="10775160" y="3307484"/>
              <a:ext cx="34920" cy="18360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81256F4B-7955-9848-D7AD-4D8AFBC5A937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10766160" y="3298484"/>
                <a:ext cx="5256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F0660CBF-E862-B99D-F0F1-0088161CA5FC}"/>
                  </a:ext>
                </a:extLst>
              </p14:cNvPr>
              <p14:cNvContentPartPr/>
              <p14:nvPr/>
            </p14:nvContentPartPr>
            <p14:xfrm>
              <a:off x="10933200" y="3321524"/>
              <a:ext cx="71640" cy="10980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F0660CBF-E862-B99D-F0F1-0088161CA5FC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10924200" y="3312553"/>
                <a:ext cx="89280" cy="1273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1EF855DA-33FE-025D-66A6-5031D1D5BF32}"/>
                  </a:ext>
                </a:extLst>
              </p14:cNvPr>
              <p14:cNvContentPartPr/>
              <p14:nvPr/>
            </p14:nvContentPartPr>
            <p14:xfrm>
              <a:off x="11178000" y="3413324"/>
              <a:ext cx="43560" cy="11592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1EF855DA-33FE-025D-66A6-5031D1D5BF32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11169000" y="3404296"/>
                <a:ext cx="61200" cy="1336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95C0E85D-E1E4-5C58-D856-71C4F0613B21}"/>
                  </a:ext>
                </a:extLst>
              </p14:cNvPr>
              <p14:cNvContentPartPr/>
              <p14:nvPr/>
            </p14:nvContentPartPr>
            <p14:xfrm>
              <a:off x="11288520" y="3288404"/>
              <a:ext cx="45000" cy="16488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95C0E85D-E1E4-5C58-D856-71C4F0613B21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11279520" y="3279384"/>
                <a:ext cx="62640" cy="1825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58E0EA24-6EE4-35A0-EF9E-03B49A0A883D}"/>
                  </a:ext>
                </a:extLst>
              </p14:cNvPr>
              <p14:cNvContentPartPr/>
              <p14:nvPr/>
            </p14:nvContentPartPr>
            <p14:xfrm>
              <a:off x="11406600" y="3264284"/>
              <a:ext cx="100440" cy="15912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58E0EA24-6EE4-35A0-EF9E-03B49A0A883D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11397600" y="3255264"/>
                <a:ext cx="118080" cy="17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EDEAAD53-9156-9F4B-8125-E13DFF972D86}"/>
                  </a:ext>
                </a:extLst>
              </p14:cNvPr>
              <p14:cNvContentPartPr/>
              <p14:nvPr/>
            </p14:nvContentPartPr>
            <p14:xfrm>
              <a:off x="11536200" y="3286244"/>
              <a:ext cx="87120" cy="1260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EDEAAD53-9156-9F4B-8125-E13DFF972D86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11527200" y="3277270"/>
                <a:ext cx="104760" cy="1435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16AA3443-394A-EF66-7B66-835F9DD5150E}"/>
                  </a:ext>
                </a:extLst>
              </p14:cNvPr>
              <p14:cNvContentPartPr/>
              <p14:nvPr/>
            </p14:nvContentPartPr>
            <p14:xfrm>
              <a:off x="11552400" y="3258884"/>
              <a:ext cx="88200" cy="3744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16AA3443-394A-EF66-7B66-835F9DD5150E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11543400" y="3249884"/>
                <a:ext cx="10584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65E6197D-EAB9-8EA3-9408-651B67C04C1F}"/>
                  </a:ext>
                </a:extLst>
              </p14:cNvPr>
              <p14:cNvContentPartPr/>
              <p14:nvPr/>
            </p14:nvContentPartPr>
            <p14:xfrm>
              <a:off x="11647440" y="3158444"/>
              <a:ext cx="135360" cy="41400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65E6197D-EAB9-8EA3-9408-651B67C04C1F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11638440" y="3149444"/>
                <a:ext cx="153000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5670E2C8-34AF-6613-C40F-AA439B099F8A}"/>
                  </a:ext>
                </a:extLst>
              </p14:cNvPr>
              <p14:cNvContentPartPr/>
              <p14:nvPr/>
            </p14:nvContentPartPr>
            <p14:xfrm>
              <a:off x="4802760" y="1888396"/>
              <a:ext cx="360" cy="36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5670E2C8-34AF-6613-C40F-AA439B099F8A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4793760" y="187939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5FC262D9-DB7D-03BF-D049-40E7D1261835}"/>
                  </a:ext>
                </a:extLst>
              </p14:cNvPr>
              <p14:cNvContentPartPr/>
              <p14:nvPr/>
            </p14:nvContentPartPr>
            <p14:xfrm>
              <a:off x="9727200" y="4021724"/>
              <a:ext cx="9720" cy="1260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5FC262D9-DB7D-03BF-D049-40E7D1261835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9718521" y="4012724"/>
                <a:ext cx="2673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FCD7829A-B4F5-121C-69D3-D1D9807D1BE9}"/>
                  </a:ext>
                </a:extLst>
              </p14:cNvPr>
              <p14:cNvContentPartPr/>
              <p14:nvPr/>
            </p14:nvContentPartPr>
            <p14:xfrm>
              <a:off x="3850920" y="2826524"/>
              <a:ext cx="9720" cy="324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FCD7829A-B4F5-121C-69D3-D1D9807D1BE9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3841920" y="2817524"/>
                <a:ext cx="2736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AFCC382B-7657-9310-B7B3-7BEC9348444D}"/>
                  </a:ext>
                </a:extLst>
              </p14:cNvPr>
              <p14:cNvContentPartPr/>
              <p14:nvPr/>
            </p14:nvContentPartPr>
            <p14:xfrm>
              <a:off x="3894480" y="1241084"/>
              <a:ext cx="244080" cy="24624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AFCC382B-7657-9310-B7B3-7BEC9348444D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3885480" y="1232084"/>
                <a:ext cx="26172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60D35323-0475-4351-BB23-0F5CFFF281D4}"/>
                  </a:ext>
                </a:extLst>
              </p14:cNvPr>
              <p14:cNvContentPartPr/>
              <p14:nvPr/>
            </p14:nvContentPartPr>
            <p14:xfrm>
              <a:off x="3842640" y="1207964"/>
              <a:ext cx="151920" cy="2448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60D35323-0475-4351-BB23-0F5CFFF281D4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3833640" y="1198964"/>
                <a:ext cx="16956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AD516328-3E84-3D19-4E1F-D7A768846EB7}"/>
                  </a:ext>
                </a:extLst>
              </p14:cNvPr>
              <p14:cNvContentPartPr/>
              <p14:nvPr/>
            </p14:nvContentPartPr>
            <p14:xfrm>
              <a:off x="4196520" y="1373924"/>
              <a:ext cx="23040" cy="22176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AD516328-3E84-3D19-4E1F-D7A768846EB7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4187377" y="1364924"/>
                <a:ext cx="4096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B1571AD4-E7CE-9C4A-36DE-67F45B12F199}"/>
                  </a:ext>
                </a:extLst>
              </p14:cNvPr>
              <p14:cNvContentPartPr/>
              <p14:nvPr/>
            </p14:nvContentPartPr>
            <p14:xfrm>
              <a:off x="4190760" y="1385804"/>
              <a:ext cx="102600" cy="11016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B1571AD4-E7CE-9C4A-36DE-67F45B12F199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4181760" y="1376804"/>
                <a:ext cx="12024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D0F62E81-FBCE-CE96-D291-01DEBABBFAA6}"/>
                  </a:ext>
                </a:extLst>
              </p14:cNvPr>
              <p14:cNvContentPartPr/>
              <p14:nvPr/>
            </p14:nvContentPartPr>
            <p14:xfrm>
              <a:off x="4356720" y="1270244"/>
              <a:ext cx="375480" cy="19584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D0F62E81-FBCE-CE96-D291-01DEBABBFAA6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4347720" y="1261244"/>
                <a:ext cx="39312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0F588ADF-88C4-6843-9F53-5B32604779D5}"/>
                  </a:ext>
                </a:extLst>
              </p14:cNvPr>
              <p14:cNvContentPartPr/>
              <p14:nvPr/>
            </p14:nvContentPartPr>
            <p14:xfrm>
              <a:off x="4679280" y="1376444"/>
              <a:ext cx="104400" cy="2448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0F588ADF-88C4-6843-9F53-5B32604779D5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4670280" y="1367444"/>
                <a:ext cx="12204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3F4A22FA-B20E-0F26-30D0-2B510FF9EB0B}"/>
                  </a:ext>
                </a:extLst>
              </p14:cNvPr>
              <p14:cNvContentPartPr/>
              <p14:nvPr/>
            </p14:nvContentPartPr>
            <p14:xfrm>
              <a:off x="4768920" y="1234604"/>
              <a:ext cx="246240" cy="31860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3F4A22FA-B20E-0F26-30D0-2B510FF9EB0B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4759907" y="1225604"/>
                <a:ext cx="263906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4FCEE800-5618-1D97-04B4-2A5C921E12A5}"/>
                  </a:ext>
                </a:extLst>
              </p14:cNvPr>
              <p14:cNvContentPartPr/>
              <p14:nvPr/>
            </p14:nvContentPartPr>
            <p14:xfrm>
              <a:off x="5307120" y="1303364"/>
              <a:ext cx="173160" cy="15048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4FCEE800-5618-1D97-04B4-2A5C921E12A5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5298120" y="1294342"/>
                <a:ext cx="190800" cy="1681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BD8CDB68-3154-71EE-FBEF-2FC0249B87AB}"/>
                  </a:ext>
                </a:extLst>
              </p14:cNvPr>
              <p14:cNvContentPartPr/>
              <p14:nvPr/>
            </p14:nvContentPartPr>
            <p14:xfrm>
              <a:off x="5536080" y="1290404"/>
              <a:ext cx="146160" cy="14364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BD8CDB68-3154-71EE-FBEF-2FC0249B87AB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5527080" y="1281404"/>
                <a:ext cx="16380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D14DA1DD-B158-AC1F-2AF3-EE66E31ADA07}"/>
                  </a:ext>
                </a:extLst>
              </p14:cNvPr>
              <p14:cNvContentPartPr/>
              <p14:nvPr/>
            </p14:nvContentPartPr>
            <p14:xfrm>
              <a:off x="4811760" y="1620884"/>
              <a:ext cx="11520" cy="37836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D14DA1DD-B158-AC1F-2AF3-EE66E31ADA07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4803033" y="1611884"/>
                <a:ext cx="28625" cy="39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FD462971-D4BE-5AD1-7FAC-6EF4C9345510}"/>
                  </a:ext>
                </a:extLst>
              </p14:cNvPr>
              <p14:cNvContentPartPr/>
              <p14:nvPr/>
            </p14:nvContentPartPr>
            <p14:xfrm>
              <a:off x="4760640" y="1944164"/>
              <a:ext cx="68760" cy="7344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FD462971-D4BE-5AD1-7FAC-6EF4C9345510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4751640" y="1935164"/>
                <a:ext cx="8640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2E883301-5905-4E80-1EC4-2938620E4A6E}"/>
                  </a:ext>
                </a:extLst>
              </p14:cNvPr>
              <p14:cNvContentPartPr/>
              <p14:nvPr/>
            </p14:nvContentPartPr>
            <p14:xfrm>
              <a:off x="4817520" y="1929404"/>
              <a:ext cx="90360" cy="11448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2E883301-5905-4E80-1EC4-2938620E4A6E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4808520" y="1920404"/>
                <a:ext cx="10800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10167CB6-0314-E2FB-1CCE-520FD9CD9975}"/>
                  </a:ext>
                </a:extLst>
              </p14:cNvPr>
              <p14:cNvContentPartPr/>
              <p14:nvPr/>
            </p14:nvContentPartPr>
            <p14:xfrm>
              <a:off x="2534040" y="2281189"/>
              <a:ext cx="360" cy="36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10167CB6-0314-E2FB-1CCE-520FD9CD99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25040" y="2272189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1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CC85B68A-A6B4-6A79-5C40-FA55AB495D12}"/>
                  </a:ext>
                </a:extLst>
              </p14:cNvPr>
              <p14:cNvContentPartPr/>
              <p14:nvPr/>
            </p14:nvContentPartPr>
            <p14:xfrm>
              <a:off x="7786800" y="5483324"/>
              <a:ext cx="2160" cy="936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CC85B68A-A6B4-6A79-5C40-FA55AB495D12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7777800" y="5474324"/>
                <a:ext cx="1980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3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7DD4DCA2-895D-87BC-4A77-5AA19F0894F6}"/>
                  </a:ext>
                </a:extLst>
              </p14:cNvPr>
              <p14:cNvContentPartPr/>
              <p14:nvPr/>
            </p14:nvContentPartPr>
            <p14:xfrm>
              <a:off x="9015120" y="5786804"/>
              <a:ext cx="12240" cy="11052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7DD4DCA2-895D-87BC-4A77-5AA19F0894F6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9006120" y="5777804"/>
                <a:ext cx="2988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5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38350701-A4D7-1194-CB9B-DDB15C66C52C}"/>
                  </a:ext>
                </a:extLst>
              </p14:cNvPr>
              <p14:cNvContentPartPr/>
              <p14:nvPr/>
            </p14:nvContentPartPr>
            <p14:xfrm>
              <a:off x="10213200" y="5678804"/>
              <a:ext cx="22680" cy="14040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38350701-A4D7-1194-CB9B-DDB15C66C52C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10204341" y="5669804"/>
                <a:ext cx="40044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7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D3B8BF67-4AE4-AF89-28ED-20260BAF1DB4}"/>
                  </a:ext>
                </a:extLst>
              </p14:cNvPr>
              <p14:cNvContentPartPr/>
              <p14:nvPr/>
            </p14:nvContentPartPr>
            <p14:xfrm>
              <a:off x="1773000" y="175484"/>
              <a:ext cx="6960600" cy="211680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D3B8BF67-4AE4-AF89-28ED-20260BAF1DB4}"/>
                  </a:ext>
                </a:extLst>
              </p:cNvPr>
              <p:cNvPicPr/>
              <p:nvPr/>
            </p:nvPicPr>
            <p:blipFill>
              <a:blip r:embed="rId258"/>
              <a:stretch>
                <a:fillRect/>
              </a:stretch>
            </p:blipFill>
            <p:spPr>
              <a:xfrm>
                <a:off x="1764000" y="166484"/>
                <a:ext cx="6978241" cy="21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9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F5B8D723-F14C-E221-B287-7562AE0ABDE9}"/>
                  </a:ext>
                </a:extLst>
              </p14:cNvPr>
              <p14:cNvContentPartPr/>
              <p14:nvPr/>
            </p14:nvContentPartPr>
            <p14:xfrm>
              <a:off x="1755000" y="847964"/>
              <a:ext cx="63720" cy="9936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F5B8D723-F14C-E221-B287-7562AE0ABDE9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1746000" y="838964"/>
                <a:ext cx="8136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1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23B302D6-94D8-6A94-9D28-34CB895C9F74}"/>
                  </a:ext>
                </a:extLst>
              </p14:cNvPr>
              <p14:cNvContentPartPr/>
              <p14:nvPr/>
            </p14:nvContentPartPr>
            <p14:xfrm>
              <a:off x="7437600" y="584804"/>
              <a:ext cx="91080" cy="23724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23B302D6-94D8-6A94-9D28-34CB895C9F74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7428600" y="575804"/>
                <a:ext cx="10872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3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D62C8366-89E0-D028-9C40-F33D71BF90AE}"/>
                  </a:ext>
                </a:extLst>
              </p14:cNvPr>
              <p14:cNvContentPartPr/>
              <p14:nvPr/>
            </p14:nvContentPartPr>
            <p14:xfrm>
              <a:off x="7413480" y="713324"/>
              <a:ext cx="250920" cy="9576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D62C8366-89E0-D028-9C40-F33D71BF90AE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7404480" y="704324"/>
                <a:ext cx="26856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5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11554E14-6619-C073-9CF4-65FA0729A510}"/>
                  </a:ext>
                </a:extLst>
              </p14:cNvPr>
              <p14:cNvContentPartPr/>
              <p14:nvPr/>
            </p14:nvContentPartPr>
            <p14:xfrm>
              <a:off x="7740360" y="727364"/>
              <a:ext cx="28080" cy="9396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11554E14-6619-C073-9CF4-65FA0729A510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7731360" y="718398"/>
                <a:ext cx="45720" cy="1115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7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DA4DEB84-3E89-010B-8A45-F7D7508C395C}"/>
                  </a:ext>
                </a:extLst>
              </p14:cNvPr>
              <p14:cNvContentPartPr/>
              <p14:nvPr/>
            </p14:nvContentPartPr>
            <p14:xfrm>
              <a:off x="7813800" y="755444"/>
              <a:ext cx="25560" cy="8244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DA4DEB84-3E89-010B-8A45-F7D7508C395C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7804800" y="746444"/>
                <a:ext cx="4320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9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A5DE2A5E-3428-5FE4-886A-4F14FAB5C553}"/>
                  </a:ext>
                </a:extLst>
              </p14:cNvPr>
              <p14:cNvContentPartPr/>
              <p14:nvPr/>
            </p14:nvContentPartPr>
            <p14:xfrm>
              <a:off x="7843320" y="707924"/>
              <a:ext cx="30600" cy="756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A5DE2A5E-3428-5FE4-886A-4F14FAB5C553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7834320" y="698924"/>
                <a:ext cx="4824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1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3AA14A3C-7555-CA4E-3A8D-C9B8BBE51CEA}"/>
                  </a:ext>
                </a:extLst>
              </p14:cNvPr>
              <p14:cNvContentPartPr/>
              <p14:nvPr/>
            </p14:nvContentPartPr>
            <p14:xfrm>
              <a:off x="7874280" y="748604"/>
              <a:ext cx="156600" cy="27360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3AA14A3C-7555-CA4E-3A8D-C9B8BBE51CEA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7865280" y="739604"/>
                <a:ext cx="174240" cy="2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3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D11F483B-BA5F-768E-C533-EBBDD973E90C}"/>
                  </a:ext>
                </a:extLst>
              </p14:cNvPr>
              <p14:cNvContentPartPr/>
              <p14:nvPr/>
            </p14:nvContentPartPr>
            <p14:xfrm>
              <a:off x="8072280" y="769124"/>
              <a:ext cx="83520" cy="14472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D11F483B-BA5F-768E-C533-EBBDD973E90C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8063280" y="760102"/>
                <a:ext cx="101160" cy="1624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5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E3485B0F-39DD-9B6D-E1CB-5FE27543E69A}"/>
                  </a:ext>
                </a:extLst>
              </p14:cNvPr>
              <p14:cNvContentPartPr/>
              <p14:nvPr/>
            </p14:nvContentPartPr>
            <p14:xfrm>
              <a:off x="8528400" y="696764"/>
              <a:ext cx="81360" cy="22716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E3485B0F-39DD-9B6D-E1CB-5FE27543E69A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8519400" y="687764"/>
                <a:ext cx="9900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7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0BD97E65-3058-16CB-A18B-CA0B74584738}"/>
                  </a:ext>
                </a:extLst>
              </p14:cNvPr>
              <p14:cNvContentPartPr/>
              <p14:nvPr/>
            </p14:nvContentPartPr>
            <p14:xfrm>
              <a:off x="8565480" y="584084"/>
              <a:ext cx="192240" cy="33732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0BD97E65-3058-16CB-A18B-CA0B74584738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8556480" y="575084"/>
                <a:ext cx="209880" cy="35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9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1FB9F19A-F3E3-C26F-39B6-97B8E47005D1}"/>
                  </a:ext>
                </a:extLst>
              </p14:cNvPr>
              <p14:cNvContentPartPr/>
              <p14:nvPr/>
            </p14:nvContentPartPr>
            <p14:xfrm>
              <a:off x="8727840" y="738524"/>
              <a:ext cx="314280" cy="17712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1FB9F19A-F3E3-C26F-39B6-97B8E47005D1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8718840" y="729524"/>
                <a:ext cx="33192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1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676E5E08-7349-C384-628A-5E3048CBBF33}"/>
                  </a:ext>
                </a:extLst>
              </p14:cNvPr>
              <p14:cNvContentPartPr/>
              <p14:nvPr/>
            </p14:nvContentPartPr>
            <p14:xfrm>
              <a:off x="9053640" y="806204"/>
              <a:ext cx="391320" cy="14220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676E5E08-7349-C384-628A-5E3048CBBF33}"/>
                  </a:ext>
                </a:extLst>
              </p:cNvPr>
              <p:cNvPicPr/>
              <p:nvPr/>
            </p:nvPicPr>
            <p:blipFill>
              <a:blip r:embed="rId282"/>
              <a:stretch>
                <a:fillRect/>
              </a:stretch>
            </p:blipFill>
            <p:spPr>
              <a:xfrm>
                <a:off x="9044640" y="797204"/>
                <a:ext cx="40896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3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5EA874A1-4F6D-08A6-0B52-B1CA48D4C1B4}"/>
                  </a:ext>
                </a:extLst>
              </p14:cNvPr>
              <p14:cNvContentPartPr/>
              <p14:nvPr/>
            </p14:nvContentPartPr>
            <p14:xfrm>
              <a:off x="9867960" y="700724"/>
              <a:ext cx="60480" cy="26784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5EA874A1-4F6D-08A6-0B52-B1CA48D4C1B4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9858960" y="691724"/>
                <a:ext cx="7812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5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1EB12E5B-E737-3D35-484B-44B3C18A53B2}"/>
                  </a:ext>
                </a:extLst>
              </p14:cNvPr>
              <p14:cNvContentPartPr/>
              <p14:nvPr/>
            </p14:nvContentPartPr>
            <p14:xfrm>
              <a:off x="9797400" y="854084"/>
              <a:ext cx="274680" cy="10440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1EB12E5B-E737-3D35-484B-44B3C18A53B2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9788400" y="845053"/>
                <a:ext cx="292320" cy="1221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7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FAB59497-8AB9-5FE6-7EE2-95083D91C1DE}"/>
                  </a:ext>
                </a:extLst>
              </p14:cNvPr>
              <p14:cNvContentPartPr/>
              <p14:nvPr/>
            </p14:nvContentPartPr>
            <p14:xfrm>
              <a:off x="10286280" y="841844"/>
              <a:ext cx="124920" cy="16488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FAB59497-8AB9-5FE6-7EE2-95083D91C1DE}"/>
                  </a:ext>
                </a:extLst>
              </p:cNvPr>
              <p:cNvPicPr/>
              <p:nvPr/>
            </p:nvPicPr>
            <p:blipFill>
              <a:blip r:embed="rId288"/>
              <a:stretch>
                <a:fillRect/>
              </a:stretch>
            </p:blipFill>
            <p:spPr>
              <a:xfrm>
                <a:off x="10277254" y="832844"/>
                <a:ext cx="142611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9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88D7B0F5-142E-FE5C-191F-65D1201041A3}"/>
                  </a:ext>
                </a:extLst>
              </p14:cNvPr>
              <p14:cNvContentPartPr/>
              <p14:nvPr/>
            </p14:nvContentPartPr>
            <p14:xfrm>
              <a:off x="10464840" y="883964"/>
              <a:ext cx="152640" cy="11412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88D7B0F5-142E-FE5C-191F-65D1201041A3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10455840" y="874964"/>
                <a:ext cx="17028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1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EC0FE417-BF03-5243-7CB5-57D5BA6C0DB7}"/>
                  </a:ext>
                </a:extLst>
              </p14:cNvPr>
              <p14:cNvContentPartPr/>
              <p14:nvPr/>
            </p14:nvContentPartPr>
            <p14:xfrm>
              <a:off x="267120" y="1949204"/>
              <a:ext cx="289080" cy="24336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EC0FE417-BF03-5243-7CB5-57D5BA6C0DB7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258131" y="1940204"/>
                <a:ext cx="306698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3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373D2D2F-E3A6-5B96-6504-3F3920E30FA4}"/>
                  </a:ext>
                </a:extLst>
              </p14:cNvPr>
              <p14:cNvContentPartPr/>
              <p14:nvPr/>
            </p14:nvContentPartPr>
            <p14:xfrm>
              <a:off x="560880" y="2067284"/>
              <a:ext cx="32760" cy="24588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373D2D2F-E3A6-5B96-6504-3F3920E30FA4}"/>
                  </a:ext>
                </a:extLst>
              </p:cNvPr>
              <p:cNvPicPr/>
              <p:nvPr/>
            </p:nvPicPr>
            <p:blipFill>
              <a:blip r:embed="rId294"/>
              <a:stretch>
                <a:fillRect/>
              </a:stretch>
            </p:blipFill>
            <p:spPr>
              <a:xfrm>
                <a:off x="551880" y="2058284"/>
                <a:ext cx="5040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5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CFE519B3-FED8-9138-E52E-680A28D3C55E}"/>
                  </a:ext>
                </a:extLst>
              </p14:cNvPr>
              <p14:cNvContentPartPr/>
              <p14:nvPr/>
            </p14:nvContentPartPr>
            <p14:xfrm>
              <a:off x="789120" y="2071604"/>
              <a:ext cx="263160" cy="2448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CFE519B3-FED8-9138-E52E-680A28D3C55E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780120" y="2062604"/>
                <a:ext cx="28080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7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A6172966-5255-B4D2-49CA-5D12FD9949C8}"/>
                  </a:ext>
                </a:extLst>
              </p14:cNvPr>
              <p14:cNvContentPartPr/>
              <p14:nvPr/>
            </p14:nvContentPartPr>
            <p14:xfrm>
              <a:off x="1011960" y="2018684"/>
              <a:ext cx="77040" cy="14112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A6172966-5255-B4D2-49CA-5D12FD9949C8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1002960" y="2009684"/>
                <a:ext cx="9468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9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40131D7C-1522-B25A-BED2-7EB8E1CCCFA1}"/>
                  </a:ext>
                </a:extLst>
              </p14:cNvPr>
              <p14:cNvContentPartPr/>
              <p14:nvPr/>
            </p14:nvContentPartPr>
            <p14:xfrm>
              <a:off x="2197080" y="2074124"/>
              <a:ext cx="174240" cy="17352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40131D7C-1522-B25A-BED2-7EB8E1CCCFA1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2188080" y="2065124"/>
                <a:ext cx="19188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1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EEE22297-92B0-1F74-EBAB-81025F80DD48}"/>
                  </a:ext>
                </a:extLst>
              </p14:cNvPr>
              <p14:cNvContentPartPr/>
              <p14:nvPr/>
            </p14:nvContentPartPr>
            <p14:xfrm>
              <a:off x="2409480" y="2122364"/>
              <a:ext cx="80280" cy="13644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EEE22297-92B0-1F74-EBAB-81025F80DD48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2400480" y="2113364"/>
                <a:ext cx="9792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3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F473F0FF-3B8F-75A4-556E-DD84A122F3A9}"/>
                  </a:ext>
                </a:extLst>
              </p14:cNvPr>
              <p14:cNvContentPartPr/>
              <p14:nvPr/>
            </p14:nvContentPartPr>
            <p14:xfrm>
              <a:off x="2431080" y="2070524"/>
              <a:ext cx="116640" cy="3096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F473F0FF-3B8F-75A4-556E-DD84A122F3A9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2422080" y="2061524"/>
                <a:ext cx="13428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5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944E607C-AAC0-E0F8-9662-0583048F14F0}"/>
                  </a:ext>
                </a:extLst>
              </p14:cNvPr>
              <p14:cNvContentPartPr/>
              <p14:nvPr/>
            </p14:nvContentPartPr>
            <p14:xfrm>
              <a:off x="2591280" y="1986284"/>
              <a:ext cx="122040" cy="39564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944E607C-AAC0-E0F8-9662-0583048F14F0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2582280" y="1977284"/>
                <a:ext cx="139680" cy="41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7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332D6183-0B01-FB28-8BA0-4A997BE50AC4}"/>
                  </a:ext>
                </a:extLst>
              </p14:cNvPr>
              <p14:cNvContentPartPr/>
              <p14:nvPr/>
            </p14:nvContentPartPr>
            <p14:xfrm>
              <a:off x="1456920" y="2025884"/>
              <a:ext cx="209520" cy="21204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332D6183-0B01-FB28-8BA0-4A997BE50AC4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1447920" y="2016869"/>
                <a:ext cx="227160" cy="2297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9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4360CC11-8C1F-8051-532A-921BFC2B87AF}"/>
                  </a:ext>
                </a:extLst>
              </p14:cNvPr>
              <p14:cNvContentPartPr/>
              <p14:nvPr/>
            </p14:nvContentPartPr>
            <p14:xfrm>
              <a:off x="1703160" y="2107964"/>
              <a:ext cx="93960" cy="10656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4360CC11-8C1F-8051-532A-921BFC2B87AF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1694160" y="2098964"/>
                <a:ext cx="11160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1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ECD6D97D-FF71-09C5-424C-0A0422817173}"/>
                  </a:ext>
                </a:extLst>
              </p14:cNvPr>
              <p14:cNvContentPartPr/>
              <p14:nvPr/>
            </p14:nvContentPartPr>
            <p14:xfrm>
              <a:off x="1916280" y="2205884"/>
              <a:ext cx="66240" cy="12888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ECD6D97D-FF71-09C5-424C-0A0422817173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1907280" y="2196884"/>
                <a:ext cx="8388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3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DAC8B336-AA3F-C50A-D9EC-283A58E70CC8}"/>
                  </a:ext>
                </a:extLst>
              </p14:cNvPr>
              <p14:cNvContentPartPr/>
              <p14:nvPr/>
            </p14:nvContentPartPr>
            <p14:xfrm>
              <a:off x="1255320" y="1940204"/>
              <a:ext cx="159840" cy="50400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DAC8B336-AA3F-C50A-D9EC-283A58E70CC8}"/>
                  </a:ext>
                </a:extLst>
              </p:cNvPr>
              <p:cNvPicPr/>
              <p:nvPr/>
            </p:nvPicPr>
            <p:blipFill>
              <a:blip r:embed="rId314"/>
              <a:stretch>
                <a:fillRect/>
              </a:stretch>
            </p:blipFill>
            <p:spPr>
              <a:xfrm>
                <a:off x="1246340" y="1931204"/>
                <a:ext cx="177440" cy="52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5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9829BC60-48B4-0C9F-B54D-913B88F7C77E}"/>
                  </a:ext>
                </a:extLst>
              </p14:cNvPr>
              <p14:cNvContentPartPr/>
              <p14:nvPr/>
            </p14:nvContentPartPr>
            <p14:xfrm>
              <a:off x="1399320" y="2745524"/>
              <a:ext cx="227880" cy="26820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9829BC60-48B4-0C9F-B54D-913B88F7C77E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1390320" y="2736524"/>
                <a:ext cx="24552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7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699AE58D-27F6-03E2-6CDA-008B43CD1803}"/>
                  </a:ext>
                </a:extLst>
              </p14:cNvPr>
              <p14:cNvContentPartPr/>
              <p14:nvPr/>
            </p14:nvContentPartPr>
            <p14:xfrm>
              <a:off x="1713960" y="2816084"/>
              <a:ext cx="133920" cy="17352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699AE58D-27F6-03E2-6CDA-008B43CD1803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1704936" y="2807103"/>
                <a:ext cx="151608" cy="1911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9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159C2078-F0D8-B46E-0CDB-1BEE03045B28}"/>
                  </a:ext>
                </a:extLst>
              </p14:cNvPr>
              <p14:cNvContentPartPr/>
              <p14:nvPr/>
            </p14:nvContentPartPr>
            <p14:xfrm>
              <a:off x="1942200" y="2890964"/>
              <a:ext cx="36360" cy="15300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159C2078-F0D8-B46E-0CDB-1BEE03045B28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1933200" y="2881964"/>
                <a:ext cx="540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1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548F83C1-A498-C11F-38A0-0DB2C0C003E4}"/>
                  </a:ext>
                </a:extLst>
              </p14:cNvPr>
              <p14:cNvContentPartPr/>
              <p14:nvPr/>
            </p14:nvContentPartPr>
            <p14:xfrm>
              <a:off x="2144160" y="2766404"/>
              <a:ext cx="204120" cy="20628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548F83C1-A498-C11F-38A0-0DB2C0C003E4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2135176" y="2757388"/>
                <a:ext cx="221729" cy="2239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3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F6178CB9-6835-E173-DD24-36A5973189E3}"/>
                  </a:ext>
                </a:extLst>
              </p14:cNvPr>
              <p14:cNvContentPartPr/>
              <p14:nvPr/>
            </p14:nvContentPartPr>
            <p14:xfrm>
              <a:off x="2345400" y="2821844"/>
              <a:ext cx="126720" cy="10080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F6178CB9-6835-E173-DD24-36A5973189E3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2336400" y="2812844"/>
                <a:ext cx="14436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5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89D59701-BB77-92A8-606E-9EFDD6E516A9}"/>
                  </a:ext>
                </a:extLst>
              </p14:cNvPr>
              <p14:cNvContentPartPr/>
              <p14:nvPr/>
            </p14:nvContentPartPr>
            <p14:xfrm>
              <a:off x="2555280" y="2690444"/>
              <a:ext cx="133920" cy="45432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89D59701-BB77-92A8-606E-9EFDD6E516A9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2546280" y="2681444"/>
                <a:ext cx="151560" cy="47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7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4E2D1DA6-D25A-76D9-7BF6-64128B958A6F}"/>
                  </a:ext>
                </a:extLst>
              </p14:cNvPr>
              <p14:cNvContentPartPr/>
              <p14:nvPr/>
            </p14:nvContentPartPr>
            <p14:xfrm>
              <a:off x="1170360" y="2687564"/>
              <a:ext cx="207360" cy="35316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4E2D1DA6-D25A-76D9-7BF6-64128B958A6F}"/>
                  </a:ext>
                </a:extLst>
              </p:cNvPr>
              <p:cNvPicPr/>
              <p:nvPr/>
            </p:nvPicPr>
            <p:blipFill>
              <a:blip r:embed="rId328"/>
              <a:stretch>
                <a:fillRect/>
              </a:stretch>
            </p:blipFill>
            <p:spPr>
              <a:xfrm>
                <a:off x="1161360" y="2678564"/>
                <a:ext cx="22500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9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0EBFBA2D-7E2E-840A-ABCB-8C23E0B65771}"/>
                  </a:ext>
                </a:extLst>
              </p14:cNvPr>
              <p14:cNvContentPartPr/>
              <p14:nvPr/>
            </p14:nvContentPartPr>
            <p14:xfrm>
              <a:off x="1594440" y="1451684"/>
              <a:ext cx="278280" cy="31320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0EBFBA2D-7E2E-840A-ABCB-8C23E0B65771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1585440" y="1442684"/>
                <a:ext cx="29592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1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11CABD3D-7CC4-F0AC-0BFD-096DDB8FEA38}"/>
                  </a:ext>
                </a:extLst>
              </p14:cNvPr>
              <p14:cNvContentPartPr/>
              <p14:nvPr/>
            </p14:nvContentPartPr>
            <p14:xfrm>
              <a:off x="2269800" y="1475804"/>
              <a:ext cx="197280" cy="23796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11CABD3D-7CC4-F0AC-0BFD-096DDB8FEA38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2260800" y="1466804"/>
                <a:ext cx="21492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3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FC9E2498-8F09-5865-7AF6-0C7DD8B26F83}"/>
                  </a:ext>
                </a:extLst>
              </p14:cNvPr>
              <p14:cNvContentPartPr/>
              <p14:nvPr/>
            </p14:nvContentPartPr>
            <p14:xfrm>
              <a:off x="2549160" y="1650764"/>
              <a:ext cx="219600" cy="10332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FC9E2498-8F09-5865-7AF6-0C7DD8B26F83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2540160" y="1641764"/>
                <a:ext cx="23724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5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A5AD1D60-E7AF-465F-39A5-8E75A6E794C7}"/>
                  </a:ext>
                </a:extLst>
              </p14:cNvPr>
              <p14:cNvContentPartPr/>
              <p14:nvPr/>
            </p14:nvContentPartPr>
            <p14:xfrm>
              <a:off x="340200" y="3861164"/>
              <a:ext cx="363600" cy="39096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A5AD1D60-E7AF-465F-39A5-8E75A6E794C7}"/>
                  </a:ext>
                </a:extLst>
              </p:cNvPr>
              <p:cNvPicPr/>
              <p:nvPr/>
            </p:nvPicPr>
            <p:blipFill>
              <a:blip r:embed="rId336"/>
              <a:stretch>
                <a:fillRect/>
              </a:stretch>
            </p:blipFill>
            <p:spPr>
              <a:xfrm>
                <a:off x="331200" y="3852164"/>
                <a:ext cx="381240" cy="40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7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3C630AB1-71E2-850D-107B-63464512CE97}"/>
                  </a:ext>
                </a:extLst>
              </p14:cNvPr>
              <p14:cNvContentPartPr/>
              <p14:nvPr/>
            </p14:nvContentPartPr>
            <p14:xfrm>
              <a:off x="826200" y="4049084"/>
              <a:ext cx="76320" cy="2736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3C630AB1-71E2-850D-107B-63464512CE97}"/>
                  </a:ext>
                </a:extLst>
              </p:cNvPr>
              <p:cNvPicPr/>
              <p:nvPr/>
            </p:nvPicPr>
            <p:blipFill>
              <a:blip r:embed="rId338"/>
              <a:stretch>
                <a:fillRect/>
              </a:stretch>
            </p:blipFill>
            <p:spPr>
              <a:xfrm>
                <a:off x="817242" y="4040084"/>
                <a:ext cx="93877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9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E485A371-A4F2-B774-5EF4-0EEE4CEB7475}"/>
                  </a:ext>
                </a:extLst>
              </p14:cNvPr>
              <p14:cNvContentPartPr/>
              <p14:nvPr/>
            </p14:nvContentPartPr>
            <p14:xfrm>
              <a:off x="821160" y="4021364"/>
              <a:ext cx="293040" cy="7236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E485A371-A4F2-B774-5EF4-0EEE4CEB7475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812171" y="4012364"/>
                <a:ext cx="310658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1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3956D854-EE37-54BB-D684-335C800272F8}"/>
                  </a:ext>
                </a:extLst>
              </p14:cNvPr>
              <p14:cNvContentPartPr/>
              <p14:nvPr/>
            </p14:nvContentPartPr>
            <p14:xfrm>
              <a:off x="1058040" y="3991844"/>
              <a:ext cx="90360" cy="14796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3956D854-EE37-54BB-D684-335C800272F8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1049040" y="3982866"/>
                <a:ext cx="108000" cy="1655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3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766A6776-BB2E-38B9-AF99-3E5B81FD20F5}"/>
                  </a:ext>
                </a:extLst>
              </p14:cNvPr>
              <p14:cNvContentPartPr/>
              <p14:nvPr/>
            </p14:nvContentPartPr>
            <p14:xfrm>
              <a:off x="1535400" y="3917324"/>
              <a:ext cx="204120" cy="28800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766A6776-BB2E-38B9-AF99-3E5B81FD20F5}"/>
                  </a:ext>
                </a:extLst>
              </p:cNvPr>
              <p:cNvPicPr/>
              <p:nvPr/>
            </p:nvPicPr>
            <p:blipFill>
              <a:blip r:embed="rId344"/>
              <a:stretch>
                <a:fillRect/>
              </a:stretch>
            </p:blipFill>
            <p:spPr>
              <a:xfrm>
                <a:off x="1526400" y="3908324"/>
                <a:ext cx="22176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5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8A1C9A9C-CAA8-39C9-7DB0-928405602982}"/>
                  </a:ext>
                </a:extLst>
              </p14:cNvPr>
              <p14:cNvContentPartPr/>
              <p14:nvPr/>
            </p14:nvContentPartPr>
            <p14:xfrm>
              <a:off x="1812240" y="4098044"/>
              <a:ext cx="17280" cy="21492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8A1C9A9C-CAA8-39C9-7DB0-928405602982}"/>
                  </a:ext>
                </a:extLst>
              </p:cNvPr>
              <p:cNvPicPr/>
              <p:nvPr/>
            </p:nvPicPr>
            <p:blipFill>
              <a:blip r:embed="rId346"/>
              <a:stretch>
                <a:fillRect/>
              </a:stretch>
            </p:blipFill>
            <p:spPr>
              <a:xfrm>
                <a:off x="1803240" y="4089044"/>
                <a:ext cx="3492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7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B52BB8F4-62DC-956C-E659-CD72F97C8C71}"/>
                  </a:ext>
                </a:extLst>
              </p14:cNvPr>
              <p14:cNvContentPartPr/>
              <p14:nvPr/>
            </p14:nvContentPartPr>
            <p14:xfrm>
              <a:off x="2369520" y="3917684"/>
              <a:ext cx="245880" cy="27504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B52BB8F4-62DC-956C-E659-CD72F97C8C71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2360520" y="3908684"/>
                <a:ext cx="26352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9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E9ED69D9-B149-E92C-5891-64E440AFA833}"/>
                  </a:ext>
                </a:extLst>
              </p14:cNvPr>
              <p14:cNvContentPartPr/>
              <p14:nvPr/>
            </p14:nvContentPartPr>
            <p14:xfrm>
              <a:off x="2629440" y="4093364"/>
              <a:ext cx="218520" cy="11268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E9ED69D9-B149-E92C-5891-64E440AFA833}"/>
                  </a:ext>
                </a:extLst>
              </p:cNvPr>
              <p:cNvPicPr/>
              <p:nvPr/>
            </p:nvPicPr>
            <p:blipFill>
              <a:blip r:embed="rId350"/>
              <a:stretch>
                <a:fillRect/>
              </a:stretch>
            </p:blipFill>
            <p:spPr>
              <a:xfrm>
                <a:off x="2620425" y="4084335"/>
                <a:ext cx="236189" cy="1303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1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E16DDFF2-CCEA-48F8-DACE-4206055CD9B7}"/>
                  </a:ext>
                </a:extLst>
              </p14:cNvPr>
              <p14:cNvContentPartPr/>
              <p14:nvPr/>
            </p14:nvContentPartPr>
            <p14:xfrm>
              <a:off x="2137320" y="4442924"/>
              <a:ext cx="149760" cy="20844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E16DDFF2-CCEA-48F8-DACE-4206055CD9B7}"/>
                  </a:ext>
                </a:extLst>
              </p:cNvPr>
              <p:cNvPicPr/>
              <p:nvPr/>
            </p:nvPicPr>
            <p:blipFill>
              <a:blip r:embed="rId352"/>
              <a:stretch>
                <a:fillRect/>
              </a:stretch>
            </p:blipFill>
            <p:spPr>
              <a:xfrm>
                <a:off x="2128320" y="4433908"/>
                <a:ext cx="167400" cy="2261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3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1B7823D9-B5DA-3F7F-FD73-0BCACCABEE31}"/>
                  </a:ext>
                </a:extLst>
              </p14:cNvPr>
              <p14:cNvContentPartPr/>
              <p14:nvPr/>
            </p14:nvContentPartPr>
            <p14:xfrm>
              <a:off x="2406960" y="4487204"/>
              <a:ext cx="168840" cy="12168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1B7823D9-B5DA-3F7F-FD73-0BCACCABEE31}"/>
                  </a:ext>
                </a:extLst>
              </p:cNvPr>
              <p:cNvPicPr/>
              <p:nvPr/>
            </p:nvPicPr>
            <p:blipFill>
              <a:blip r:embed="rId354"/>
              <a:stretch>
                <a:fillRect/>
              </a:stretch>
            </p:blipFill>
            <p:spPr>
              <a:xfrm>
                <a:off x="2397960" y="4478177"/>
                <a:ext cx="186480" cy="1393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5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A7A223ED-70F6-FDAE-430B-FD1A13C532F3}"/>
                  </a:ext>
                </a:extLst>
              </p14:cNvPr>
              <p14:cNvContentPartPr/>
              <p14:nvPr/>
            </p14:nvContentPartPr>
            <p14:xfrm>
              <a:off x="2517120" y="4389644"/>
              <a:ext cx="190440" cy="43416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A7A223ED-70F6-FDAE-430B-FD1A13C532F3}"/>
                  </a:ext>
                </a:extLst>
              </p:cNvPr>
              <p:cNvPicPr/>
              <p:nvPr/>
            </p:nvPicPr>
            <p:blipFill>
              <a:blip r:embed="rId356"/>
              <a:stretch>
                <a:fillRect/>
              </a:stretch>
            </p:blipFill>
            <p:spPr>
              <a:xfrm>
                <a:off x="2508120" y="4380651"/>
                <a:ext cx="208080" cy="4517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7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E30385E3-ECAA-C785-2EFA-AE0F334E7B11}"/>
                  </a:ext>
                </a:extLst>
              </p14:cNvPr>
              <p14:cNvContentPartPr/>
              <p14:nvPr/>
            </p14:nvContentPartPr>
            <p14:xfrm>
              <a:off x="1425240" y="4440764"/>
              <a:ext cx="186120" cy="27252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E30385E3-ECAA-C785-2EFA-AE0F334E7B11}"/>
                  </a:ext>
                </a:extLst>
              </p:cNvPr>
              <p:cNvPicPr/>
              <p:nvPr/>
            </p:nvPicPr>
            <p:blipFill>
              <a:blip r:embed="rId358"/>
              <a:stretch>
                <a:fillRect/>
              </a:stretch>
            </p:blipFill>
            <p:spPr>
              <a:xfrm>
                <a:off x="1416240" y="4431764"/>
                <a:ext cx="20376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9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E8317755-02D9-F8F1-9EE2-6243C2D2B59F}"/>
                  </a:ext>
                </a:extLst>
              </p14:cNvPr>
              <p14:cNvContentPartPr/>
              <p14:nvPr/>
            </p14:nvContentPartPr>
            <p14:xfrm>
              <a:off x="1459440" y="4567844"/>
              <a:ext cx="172440" cy="7560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E8317755-02D9-F8F1-9EE2-6243C2D2B59F}"/>
                  </a:ext>
                </a:extLst>
              </p:cNvPr>
              <p:cNvPicPr/>
              <p:nvPr/>
            </p:nvPicPr>
            <p:blipFill>
              <a:blip r:embed="rId360"/>
              <a:stretch>
                <a:fillRect/>
              </a:stretch>
            </p:blipFill>
            <p:spPr>
              <a:xfrm>
                <a:off x="1450440" y="4558844"/>
                <a:ext cx="19008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1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B64950CE-75F3-083D-59CD-D7B86238BC5C}"/>
                  </a:ext>
                </a:extLst>
              </p14:cNvPr>
              <p14:cNvContentPartPr/>
              <p14:nvPr/>
            </p14:nvContentPartPr>
            <p14:xfrm>
              <a:off x="1694520" y="4510964"/>
              <a:ext cx="121680" cy="12744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B64950CE-75F3-083D-59CD-D7B86238BC5C}"/>
                  </a:ext>
                </a:extLst>
              </p:cNvPr>
              <p:cNvPicPr/>
              <p:nvPr/>
            </p:nvPicPr>
            <p:blipFill>
              <a:blip r:embed="rId362"/>
              <a:stretch>
                <a:fillRect/>
              </a:stretch>
            </p:blipFill>
            <p:spPr>
              <a:xfrm>
                <a:off x="1685520" y="4501964"/>
                <a:ext cx="13932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3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1D3168DA-5F2C-2FC3-E248-5AFBA8F5F430}"/>
                  </a:ext>
                </a:extLst>
              </p14:cNvPr>
              <p14:cNvContentPartPr/>
              <p14:nvPr/>
            </p14:nvContentPartPr>
            <p14:xfrm>
              <a:off x="1830240" y="4618604"/>
              <a:ext cx="83160" cy="14040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1D3168DA-5F2C-2FC3-E248-5AFBA8F5F430}"/>
                  </a:ext>
                </a:extLst>
              </p:cNvPr>
              <p:cNvPicPr/>
              <p:nvPr/>
            </p:nvPicPr>
            <p:blipFill>
              <a:blip r:embed="rId364"/>
              <a:stretch>
                <a:fillRect/>
              </a:stretch>
            </p:blipFill>
            <p:spPr>
              <a:xfrm>
                <a:off x="1821279" y="4609627"/>
                <a:ext cx="100724" cy="1579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5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559ABCBE-0751-8F12-F1B0-9DB64680595D}"/>
                  </a:ext>
                </a:extLst>
              </p14:cNvPr>
              <p14:cNvContentPartPr/>
              <p14:nvPr/>
            </p14:nvContentPartPr>
            <p14:xfrm>
              <a:off x="1269720" y="4396484"/>
              <a:ext cx="245160" cy="41436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559ABCBE-0751-8F12-F1B0-9DB64680595D}"/>
                  </a:ext>
                </a:extLst>
              </p:cNvPr>
              <p:cNvPicPr/>
              <p:nvPr/>
            </p:nvPicPr>
            <p:blipFill>
              <a:blip r:embed="rId366"/>
              <a:stretch>
                <a:fillRect/>
              </a:stretch>
            </p:blipFill>
            <p:spPr>
              <a:xfrm>
                <a:off x="1260720" y="4387484"/>
                <a:ext cx="2628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7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4F510C14-97E7-0DC1-AE38-755ADA4B2F43}"/>
                  </a:ext>
                </a:extLst>
              </p14:cNvPr>
              <p14:cNvContentPartPr/>
              <p14:nvPr/>
            </p14:nvContentPartPr>
            <p14:xfrm>
              <a:off x="1472040" y="5017124"/>
              <a:ext cx="167400" cy="21744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4F510C14-97E7-0DC1-AE38-755ADA4B2F43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1463021" y="5008109"/>
                <a:ext cx="185078" cy="2351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9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F6F001BA-5C22-4AEB-FED5-A346865CA1D6}"/>
                  </a:ext>
                </a:extLst>
              </p14:cNvPr>
              <p14:cNvContentPartPr/>
              <p14:nvPr/>
            </p14:nvContentPartPr>
            <p14:xfrm>
              <a:off x="1539720" y="5093444"/>
              <a:ext cx="284400" cy="13824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F6F001BA-5C22-4AEB-FED5-A346865CA1D6}"/>
                  </a:ext>
                </a:extLst>
              </p:cNvPr>
              <p:cNvPicPr/>
              <p:nvPr/>
            </p:nvPicPr>
            <p:blipFill>
              <a:blip r:embed="rId370"/>
              <a:stretch>
                <a:fillRect/>
              </a:stretch>
            </p:blipFill>
            <p:spPr>
              <a:xfrm>
                <a:off x="1530720" y="5084444"/>
                <a:ext cx="30204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1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C7BBE472-2514-672C-5356-70FE383447EC}"/>
                  </a:ext>
                </a:extLst>
              </p14:cNvPr>
              <p14:cNvContentPartPr/>
              <p14:nvPr/>
            </p14:nvContentPartPr>
            <p14:xfrm>
              <a:off x="1859760" y="5032244"/>
              <a:ext cx="70560" cy="1800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C7BBE472-2514-672C-5356-70FE383447EC}"/>
                  </a:ext>
                </a:extLst>
              </p:cNvPr>
              <p:cNvPicPr/>
              <p:nvPr/>
            </p:nvPicPr>
            <p:blipFill>
              <a:blip r:embed="rId372"/>
              <a:stretch>
                <a:fillRect/>
              </a:stretch>
            </p:blipFill>
            <p:spPr>
              <a:xfrm>
                <a:off x="1850760" y="5023244"/>
                <a:ext cx="8820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3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C16CF1A8-51B3-29E6-9E4B-EA7235FCAFC4}"/>
                  </a:ext>
                </a:extLst>
              </p14:cNvPr>
              <p14:cNvContentPartPr/>
              <p14:nvPr/>
            </p14:nvContentPartPr>
            <p14:xfrm>
              <a:off x="1357560" y="4886444"/>
              <a:ext cx="206280" cy="42876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C16CF1A8-51B3-29E6-9E4B-EA7235FCAFC4}"/>
                  </a:ext>
                </a:extLst>
              </p:cNvPr>
              <p:cNvPicPr/>
              <p:nvPr/>
            </p:nvPicPr>
            <p:blipFill>
              <a:blip r:embed="rId374"/>
              <a:stretch>
                <a:fillRect/>
              </a:stretch>
            </p:blipFill>
            <p:spPr>
              <a:xfrm>
                <a:off x="1348560" y="4877444"/>
                <a:ext cx="223920" cy="44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5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653EE468-8DA6-A6D5-54B0-B36A14A61DC8}"/>
                  </a:ext>
                </a:extLst>
              </p14:cNvPr>
              <p14:cNvContentPartPr/>
              <p14:nvPr/>
            </p14:nvContentPartPr>
            <p14:xfrm>
              <a:off x="1945080" y="5251124"/>
              <a:ext cx="76680" cy="15660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653EE468-8DA6-A6D5-54B0-B36A14A61DC8}"/>
                  </a:ext>
                </a:extLst>
              </p:cNvPr>
              <p:cNvPicPr/>
              <p:nvPr/>
            </p:nvPicPr>
            <p:blipFill>
              <a:blip r:embed="rId376"/>
              <a:stretch>
                <a:fillRect/>
              </a:stretch>
            </p:blipFill>
            <p:spPr>
              <a:xfrm>
                <a:off x="1936038" y="5242103"/>
                <a:ext cx="94403" cy="1742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7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B2E4A97E-3243-B31D-D7A0-B1676E2EC458}"/>
                  </a:ext>
                </a:extLst>
              </p14:cNvPr>
              <p14:cNvContentPartPr/>
              <p14:nvPr/>
            </p14:nvContentPartPr>
            <p14:xfrm>
              <a:off x="2256120" y="5066804"/>
              <a:ext cx="162720" cy="20340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B2E4A97E-3243-B31D-D7A0-B1676E2EC458}"/>
                  </a:ext>
                </a:extLst>
              </p:cNvPr>
              <p:cNvPicPr/>
              <p:nvPr/>
            </p:nvPicPr>
            <p:blipFill>
              <a:blip r:embed="rId378"/>
              <a:stretch>
                <a:fillRect/>
              </a:stretch>
            </p:blipFill>
            <p:spPr>
              <a:xfrm>
                <a:off x="2247100" y="5057804"/>
                <a:ext cx="180399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9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099CC99C-1E06-28C6-BB6D-040B39758D66}"/>
                  </a:ext>
                </a:extLst>
              </p14:cNvPr>
              <p14:cNvContentPartPr/>
              <p14:nvPr/>
            </p14:nvContentPartPr>
            <p14:xfrm>
              <a:off x="2349720" y="5045564"/>
              <a:ext cx="108360" cy="3672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099CC99C-1E06-28C6-BB6D-040B39758D66}"/>
                  </a:ext>
                </a:extLst>
              </p:cNvPr>
              <p:cNvPicPr/>
              <p:nvPr/>
            </p:nvPicPr>
            <p:blipFill>
              <a:blip r:embed="rId380"/>
              <a:stretch>
                <a:fillRect/>
              </a:stretch>
            </p:blipFill>
            <p:spPr>
              <a:xfrm>
                <a:off x="2340720" y="5036564"/>
                <a:ext cx="12600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1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D4D0C9C3-2B34-3427-05DC-548E817063A5}"/>
                  </a:ext>
                </a:extLst>
              </p14:cNvPr>
              <p14:cNvContentPartPr/>
              <p14:nvPr/>
            </p14:nvContentPartPr>
            <p14:xfrm>
              <a:off x="2541600" y="5043404"/>
              <a:ext cx="112680" cy="17028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D4D0C9C3-2B34-3427-05DC-548E817063A5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2532600" y="5034404"/>
                <a:ext cx="13032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3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DC4D21F4-004E-11CC-A1EA-79CD9CAD69A1}"/>
                  </a:ext>
                </a:extLst>
              </p14:cNvPr>
              <p14:cNvContentPartPr/>
              <p14:nvPr/>
            </p14:nvContentPartPr>
            <p14:xfrm>
              <a:off x="2670480" y="4979324"/>
              <a:ext cx="177480" cy="36180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DC4D21F4-004E-11CC-A1EA-79CD9CAD69A1}"/>
                  </a:ext>
                </a:extLst>
              </p:cNvPr>
              <p:cNvPicPr/>
              <p:nvPr/>
            </p:nvPicPr>
            <p:blipFill>
              <a:blip r:embed="rId384"/>
              <a:stretch>
                <a:fillRect/>
              </a:stretch>
            </p:blipFill>
            <p:spPr>
              <a:xfrm>
                <a:off x="2661480" y="4970333"/>
                <a:ext cx="195120" cy="3794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5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8FA0A707-B41C-9623-D43A-D231CF7DFAE6}"/>
                  </a:ext>
                </a:extLst>
              </p14:cNvPr>
              <p14:cNvContentPartPr/>
              <p14:nvPr/>
            </p14:nvContentPartPr>
            <p14:xfrm>
              <a:off x="453240" y="5931164"/>
              <a:ext cx="132120" cy="19152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8FA0A707-B41C-9623-D43A-D231CF7DFAE6}"/>
                  </a:ext>
                </a:extLst>
              </p:cNvPr>
              <p:cNvPicPr/>
              <p:nvPr/>
            </p:nvPicPr>
            <p:blipFill>
              <a:blip r:embed="rId386"/>
              <a:stretch>
                <a:fillRect/>
              </a:stretch>
            </p:blipFill>
            <p:spPr>
              <a:xfrm>
                <a:off x="444240" y="5922164"/>
                <a:ext cx="14976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7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8C2339D3-EA06-F6A9-8CA1-0F01D18C284F}"/>
                  </a:ext>
                </a:extLst>
              </p14:cNvPr>
              <p14:cNvContentPartPr/>
              <p14:nvPr/>
            </p14:nvContentPartPr>
            <p14:xfrm>
              <a:off x="613080" y="6033044"/>
              <a:ext cx="173880" cy="16920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8C2339D3-EA06-F6A9-8CA1-0F01D18C284F}"/>
                  </a:ext>
                </a:extLst>
              </p:cNvPr>
              <p:cNvPicPr/>
              <p:nvPr/>
            </p:nvPicPr>
            <p:blipFill>
              <a:blip r:embed="rId388"/>
              <a:stretch>
                <a:fillRect/>
              </a:stretch>
            </p:blipFill>
            <p:spPr>
              <a:xfrm>
                <a:off x="604061" y="6024044"/>
                <a:ext cx="191557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9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2DF0C3B3-FF36-968F-AB58-0750799E10E4}"/>
                  </a:ext>
                </a:extLst>
              </p14:cNvPr>
              <p14:cNvContentPartPr/>
              <p14:nvPr/>
            </p14:nvContentPartPr>
            <p14:xfrm>
              <a:off x="891360" y="6043484"/>
              <a:ext cx="299520" cy="5580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2DF0C3B3-FF36-968F-AB58-0750799E10E4}"/>
                  </a:ext>
                </a:extLst>
              </p:cNvPr>
              <p:cNvPicPr/>
              <p:nvPr/>
            </p:nvPicPr>
            <p:blipFill>
              <a:blip r:embed="rId390"/>
              <a:stretch>
                <a:fillRect/>
              </a:stretch>
            </p:blipFill>
            <p:spPr>
              <a:xfrm>
                <a:off x="882360" y="6034484"/>
                <a:ext cx="31716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1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EB1A70E9-477D-EDC5-17B2-22488B1E72A0}"/>
                  </a:ext>
                </a:extLst>
              </p14:cNvPr>
              <p14:cNvContentPartPr/>
              <p14:nvPr/>
            </p14:nvContentPartPr>
            <p14:xfrm>
              <a:off x="1145520" y="5962124"/>
              <a:ext cx="103320" cy="19080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EB1A70E9-477D-EDC5-17B2-22488B1E72A0}"/>
                  </a:ext>
                </a:extLst>
              </p:cNvPr>
              <p:cNvPicPr/>
              <p:nvPr/>
            </p:nvPicPr>
            <p:blipFill>
              <a:blip r:embed="rId392"/>
              <a:stretch>
                <a:fillRect/>
              </a:stretch>
            </p:blipFill>
            <p:spPr>
              <a:xfrm>
                <a:off x="1136520" y="5953124"/>
                <a:ext cx="12096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3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34803A15-D38A-F409-AFA7-7E83F16016A3}"/>
                  </a:ext>
                </a:extLst>
              </p14:cNvPr>
              <p14:cNvContentPartPr/>
              <p14:nvPr/>
            </p14:nvContentPartPr>
            <p14:xfrm>
              <a:off x="1551600" y="5761964"/>
              <a:ext cx="303480" cy="30780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34803A15-D38A-F409-AFA7-7E83F16016A3}"/>
                  </a:ext>
                </a:extLst>
              </p:cNvPr>
              <p:cNvPicPr/>
              <p:nvPr/>
            </p:nvPicPr>
            <p:blipFill>
              <a:blip r:embed="rId394"/>
              <a:stretch>
                <a:fillRect/>
              </a:stretch>
            </p:blipFill>
            <p:spPr>
              <a:xfrm>
                <a:off x="1542600" y="5752964"/>
                <a:ext cx="32112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5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8F8162EC-D01C-6C59-6EDF-174E49480EC2}"/>
                  </a:ext>
                </a:extLst>
              </p14:cNvPr>
              <p14:cNvContentPartPr/>
              <p14:nvPr/>
            </p14:nvContentPartPr>
            <p14:xfrm>
              <a:off x="2475720" y="5757644"/>
              <a:ext cx="180000" cy="23292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8F8162EC-D01C-6C59-6EDF-174E49480EC2}"/>
                  </a:ext>
                </a:extLst>
              </p:cNvPr>
              <p:cNvPicPr/>
              <p:nvPr/>
            </p:nvPicPr>
            <p:blipFill>
              <a:blip r:embed="rId396"/>
              <a:stretch>
                <a:fillRect/>
              </a:stretch>
            </p:blipFill>
            <p:spPr>
              <a:xfrm>
                <a:off x="2466702" y="5748658"/>
                <a:ext cx="197675" cy="2505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7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B6A8F1CD-C7DA-6E2C-E5F3-A371A7339BCB}"/>
                  </a:ext>
                </a:extLst>
              </p14:cNvPr>
              <p14:cNvContentPartPr/>
              <p14:nvPr/>
            </p14:nvContentPartPr>
            <p14:xfrm>
              <a:off x="2750040" y="5898044"/>
              <a:ext cx="329040" cy="90720"/>
            </p14:xfrm>
          </p:contentPart>
        </mc:Choice>
        <mc:Fallback xmlns=""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B6A8F1CD-C7DA-6E2C-E5F3-A371A7339BCB}"/>
                  </a:ext>
                </a:extLst>
              </p:cNvPr>
              <p:cNvPicPr/>
              <p:nvPr/>
            </p:nvPicPr>
            <p:blipFill>
              <a:blip r:embed="rId398"/>
              <a:stretch>
                <a:fillRect/>
              </a:stretch>
            </p:blipFill>
            <p:spPr>
              <a:xfrm>
                <a:off x="2741040" y="5889080"/>
                <a:ext cx="346680" cy="1082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9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7F7804EF-1652-53E1-4E23-646F80844658}"/>
                  </a:ext>
                </a:extLst>
              </p14:cNvPr>
              <p14:cNvContentPartPr/>
              <p14:nvPr/>
            </p14:nvContentPartPr>
            <p14:xfrm>
              <a:off x="2483640" y="6277484"/>
              <a:ext cx="26640" cy="182520"/>
            </p14:xfrm>
          </p:contentPart>
        </mc:Choice>
        <mc:Fallback xmlns=""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7F7804EF-1652-53E1-4E23-646F80844658}"/>
                  </a:ext>
                </a:extLst>
              </p:cNvPr>
              <p:cNvPicPr/>
              <p:nvPr/>
            </p:nvPicPr>
            <p:blipFill>
              <a:blip r:embed="rId400"/>
              <a:stretch>
                <a:fillRect/>
              </a:stretch>
            </p:blipFill>
            <p:spPr>
              <a:xfrm>
                <a:off x="2474640" y="6268484"/>
                <a:ext cx="4428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1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A5D51C2B-FA85-98D4-1A0E-D074B8194F04}"/>
                  </a:ext>
                </a:extLst>
              </p14:cNvPr>
              <p14:cNvContentPartPr/>
              <p14:nvPr/>
            </p14:nvContentPartPr>
            <p14:xfrm>
              <a:off x="2631240" y="6315644"/>
              <a:ext cx="96480" cy="15012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A5D51C2B-FA85-98D4-1A0E-D074B8194F04}"/>
                  </a:ext>
                </a:extLst>
              </p:cNvPr>
              <p:cNvPicPr/>
              <p:nvPr/>
            </p:nvPicPr>
            <p:blipFill>
              <a:blip r:embed="rId402"/>
              <a:stretch>
                <a:fillRect/>
              </a:stretch>
            </p:blipFill>
            <p:spPr>
              <a:xfrm>
                <a:off x="2622240" y="6306644"/>
                <a:ext cx="11412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3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D99C12C3-4350-FEC2-3584-342D831FDB9B}"/>
                  </a:ext>
                </a:extLst>
              </p14:cNvPr>
              <p14:cNvContentPartPr/>
              <p14:nvPr/>
            </p14:nvContentPartPr>
            <p14:xfrm>
              <a:off x="2663280" y="6266684"/>
              <a:ext cx="234000" cy="122760"/>
            </p14:xfrm>
          </p:contentPart>
        </mc:Choice>
        <mc:Fallback xmlns=""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D99C12C3-4350-FEC2-3584-342D831FDB9B}"/>
                  </a:ext>
                </a:extLst>
              </p:cNvPr>
              <p:cNvPicPr/>
              <p:nvPr/>
            </p:nvPicPr>
            <p:blipFill>
              <a:blip r:embed="rId404"/>
              <a:stretch>
                <a:fillRect/>
              </a:stretch>
            </p:blipFill>
            <p:spPr>
              <a:xfrm>
                <a:off x="2654280" y="6257658"/>
                <a:ext cx="251640" cy="1404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5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FFABD213-8788-4BE8-BEE0-8AA705BE135F}"/>
                  </a:ext>
                </a:extLst>
              </p14:cNvPr>
              <p14:cNvContentPartPr/>
              <p14:nvPr/>
            </p14:nvContentPartPr>
            <p14:xfrm>
              <a:off x="2949480" y="6194684"/>
              <a:ext cx="153720" cy="35712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FFABD213-8788-4BE8-BEE0-8AA705BE135F}"/>
                  </a:ext>
                </a:extLst>
              </p:cNvPr>
              <p:cNvPicPr/>
              <p:nvPr/>
            </p:nvPicPr>
            <p:blipFill>
              <a:blip r:embed="rId406"/>
              <a:stretch>
                <a:fillRect/>
              </a:stretch>
            </p:blipFill>
            <p:spPr>
              <a:xfrm>
                <a:off x="2940480" y="6185684"/>
                <a:ext cx="171360" cy="37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7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04A78B0B-E010-8307-ADD8-DD5B4811E902}"/>
                  </a:ext>
                </a:extLst>
              </p14:cNvPr>
              <p14:cNvContentPartPr/>
              <p14:nvPr/>
            </p14:nvContentPartPr>
            <p14:xfrm>
              <a:off x="2457000" y="6634244"/>
              <a:ext cx="44280" cy="15012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04A78B0B-E010-8307-ADD8-DD5B4811E902}"/>
                  </a:ext>
                </a:extLst>
              </p:cNvPr>
              <p:cNvPicPr/>
              <p:nvPr/>
            </p:nvPicPr>
            <p:blipFill>
              <a:blip r:embed="rId408"/>
              <a:stretch>
                <a:fillRect/>
              </a:stretch>
            </p:blipFill>
            <p:spPr>
              <a:xfrm>
                <a:off x="2448000" y="6625222"/>
                <a:ext cx="61920" cy="1678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9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D1169C10-6788-0413-9598-2E70DF2022C6}"/>
                  </a:ext>
                </a:extLst>
              </p14:cNvPr>
              <p14:cNvContentPartPr/>
              <p14:nvPr/>
            </p14:nvContentPartPr>
            <p14:xfrm>
              <a:off x="2601360" y="6603284"/>
              <a:ext cx="181440" cy="145800"/>
            </p14:xfrm>
          </p:contentPart>
        </mc:Choice>
        <mc:Fallback xmlns=""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D1169C10-6788-0413-9598-2E70DF2022C6}"/>
                  </a:ext>
                </a:extLst>
              </p:cNvPr>
              <p:cNvPicPr/>
              <p:nvPr/>
            </p:nvPicPr>
            <p:blipFill>
              <a:blip r:embed="rId410"/>
              <a:stretch>
                <a:fillRect/>
              </a:stretch>
            </p:blipFill>
            <p:spPr>
              <a:xfrm>
                <a:off x="2592360" y="6594284"/>
                <a:ext cx="19908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1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6B4CA023-E3C2-F843-3A60-3B91102BD7AB}"/>
                  </a:ext>
                </a:extLst>
              </p14:cNvPr>
              <p14:cNvContentPartPr/>
              <p14:nvPr/>
            </p14:nvContentPartPr>
            <p14:xfrm>
              <a:off x="2885760" y="6636764"/>
              <a:ext cx="72720" cy="10044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6B4CA023-E3C2-F843-3A60-3B91102BD7AB}"/>
                  </a:ext>
                </a:extLst>
              </p:cNvPr>
              <p:cNvPicPr/>
              <p:nvPr/>
            </p:nvPicPr>
            <p:blipFill>
              <a:blip r:embed="rId412"/>
              <a:stretch>
                <a:fillRect/>
              </a:stretch>
            </p:blipFill>
            <p:spPr>
              <a:xfrm>
                <a:off x="2876715" y="6627764"/>
                <a:ext cx="90448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3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461F8226-EE8F-83C6-5B14-EE0750B850CE}"/>
                  </a:ext>
                </a:extLst>
              </p14:cNvPr>
              <p14:cNvContentPartPr/>
              <p14:nvPr/>
            </p14:nvContentPartPr>
            <p14:xfrm>
              <a:off x="2880360" y="6611924"/>
              <a:ext cx="181800" cy="4104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461F8226-EE8F-83C6-5B14-EE0750B850CE}"/>
                  </a:ext>
                </a:extLst>
              </p:cNvPr>
              <p:cNvPicPr/>
              <p:nvPr/>
            </p:nvPicPr>
            <p:blipFill>
              <a:blip r:embed="rId414"/>
              <a:stretch>
                <a:fillRect/>
              </a:stretch>
            </p:blipFill>
            <p:spPr>
              <a:xfrm>
                <a:off x="2871360" y="6602844"/>
                <a:ext cx="199440" cy="588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5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72BA6E50-85E4-74E5-F803-5C4A81061406}"/>
                  </a:ext>
                </a:extLst>
              </p14:cNvPr>
              <p14:cNvContentPartPr/>
              <p14:nvPr/>
            </p14:nvContentPartPr>
            <p14:xfrm>
              <a:off x="3090600" y="6525524"/>
              <a:ext cx="164160" cy="28836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72BA6E50-85E4-74E5-F803-5C4A81061406}"/>
                  </a:ext>
                </a:extLst>
              </p:cNvPr>
              <p:cNvPicPr/>
              <p:nvPr/>
            </p:nvPicPr>
            <p:blipFill>
              <a:blip r:embed="rId416"/>
              <a:stretch>
                <a:fillRect/>
              </a:stretch>
            </p:blipFill>
            <p:spPr>
              <a:xfrm>
                <a:off x="3081600" y="6516524"/>
                <a:ext cx="18180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7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C690A563-6D95-BB40-CCCE-129D78D17389}"/>
                  </a:ext>
                </a:extLst>
              </p14:cNvPr>
              <p14:cNvContentPartPr/>
              <p14:nvPr/>
            </p14:nvContentPartPr>
            <p14:xfrm>
              <a:off x="1615680" y="6305924"/>
              <a:ext cx="12600" cy="174960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C690A563-6D95-BB40-CCCE-129D78D17389}"/>
                  </a:ext>
                </a:extLst>
              </p:cNvPr>
              <p:cNvPicPr/>
              <p:nvPr/>
            </p:nvPicPr>
            <p:blipFill>
              <a:blip r:embed="rId418"/>
              <a:stretch>
                <a:fillRect/>
              </a:stretch>
            </p:blipFill>
            <p:spPr>
              <a:xfrm>
                <a:off x="1606415" y="6296924"/>
                <a:ext cx="30759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9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66BE3338-EEE0-496D-05E6-E8AE1500EB37}"/>
                  </a:ext>
                </a:extLst>
              </p14:cNvPr>
              <p14:cNvContentPartPr/>
              <p14:nvPr/>
            </p14:nvContentPartPr>
            <p14:xfrm>
              <a:off x="1768680" y="6302684"/>
              <a:ext cx="140400" cy="17748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66BE3338-EEE0-496D-05E6-E8AE1500EB37}"/>
                  </a:ext>
                </a:extLst>
              </p:cNvPr>
              <p:cNvPicPr/>
              <p:nvPr/>
            </p:nvPicPr>
            <p:blipFill>
              <a:blip r:embed="rId420"/>
              <a:stretch>
                <a:fillRect/>
              </a:stretch>
            </p:blipFill>
            <p:spPr>
              <a:xfrm>
                <a:off x="1759703" y="6293684"/>
                <a:ext cx="157995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1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19F479E2-9C3B-C610-F700-25FF16CEEEDF}"/>
                  </a:ext>
                </a:extLst>
              </p14:cNvPr>
              <p14:cNvContentPartPr/>
              <p14:nvPr/>
            </p14:nvContentPartPr>
            <p14:xfrm>
              <a:off x="1961640" y="6301964"/>
              <a:ext cx="72720" cy="16128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19F479E2-9C3B-C610-F700-25FF16CEEEDF}"/>
                  </a:ext>
                </a:extLst>
              </p:cNvPr>
              <p:cNvPicPr/>
              <p:nvPr/>
            </p:nvPicPr>
            <p:blipFill>
              <a:blip r:embed="rId422"/>
              <a:stretch>
                <a:fillRect/>
              </a:stretch>
            </p:blipFill>
            <p:spPr>
              <a:xfrm>
                <a:off x="1952640" y="6292964"/>
                <a:ext cx="9036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3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C3476AAB-C5EA-84F5-8D37-65DA6E0F68B0}"/>
                  </a:ext>
                </a:extLst>
              </p14:cNvPr>
              <p14:cNvContentPartPr/>
              <p14:nvPr/>
            </p14:nvContentPartPr>
            <p14:xfrm>
              <a:off x="2030040" y="6262724"/>
              <a:ext cx="145440" cy="4104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C3476AAB-C5EA-84F5-8D37-65DA6E0F68B0}"/>
                  </a:ext>
                </a:extLst>
              </p:cNvPr>
              <p:cNvPicPr/>
              <p:nvPr/>
            </p:nvPicPr>
            <p:blipFill>
              <a:blip r:embed="rId424"/>
              <a:stretch>
                <a:fillRect/>
              </a:stretch>
            </p:blipFill>
            <p:spPr>
              <a:xfrm>
                <a:off x="2021040" y="6253724"/>
                <a:ext cx="16308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5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4612DF60-D936-978F-E203-4F852B49DFEF}"/>
                  </a:ext>
                </a:extLst>
              </p14:cNvPr>
              <p14:cNvContentPartPr/>
              <p14:nvPr/>
            </p14:nvContentPartPr>
            <p14:xfrm>
              <a:off x="1487520" y="6187844"/>
              <a:ext cx="189000" cy="386280"/>
            </p14:xfrm>
          </p:contentPart>
        </mc:Choice>
        <mc:Fallback xmlns=""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4612DF60-D936-978F-E203-4F852B49DFEF}"/>
                  </a:ext>
                </a:extLst>
              </p:cNvPr>
              <p:cNvPicPr/>
              <p:nvPr/>
            </p:nvPicPr>
            <p:blipFill>
              <a:blip r:embed="rId426"/>
              <a:stretch>
                <a:fillRect/>
              </a:stretch>
            </p:blipFill>
            <p:spPr>
              <a:xfrm>
                <a:off x="1478520" y="6178844"/>
                <a:ext cx="206640" cy="40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7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3333FDB2-004B-6BE2-EABC-7345F7C90750}"/>
                  </a:ext>
                </a:extLst>
              </p14:cNvPr>
              <p14:cNvContentPartPr/>
              <p14:nvPr/>
            </p14:nvContentPartPr>
            <p14:xfrm>
              <a:off x="2212200" y="6393404"/>
              <a:ext cx="50040" cy="12636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3333FDB2-004B-6BE2-EABC-7345F7C90750}"/>
                  </a:ext>
                </a:extLst>
              </p:cNvPr>
              <p:cNvPicPr/>
              <p:nvPr/>
            </p:nvPicPr>
            <p:blipFill>
              <a:blip r:embed="rId428"/>
              <a:stretch>
                <a:fillRect/>
              </a:stretch>
            </p:blipFill>
            <p:spPr>
              <a:xfrm>
                <a:off x="2203200" y="6384404"/>
                <a:ext cx="6768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9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6C4D8E99-9C35-3C55-96D3-8F61C2B6A334}"/>
                  </a:ext>
                </a:extLst>
              </p14:cNvPr>
              <p14:cNvContentPartPr/>
              <p14:nvPr/>
            </p14:nvContentPartPr>
            <p14:xfrm>
              <a:off x="1657800" y="6639644"/>
              <a:ext cx="18000" cy="14040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6C4D8E99-9C35-3C55-96D3-8F61C2B6A334}"/>
                  </a:ext>
                </a:extLst>
              </p:cNvPr>
              <p:cNvPicPr/>
              <p:nvPr/>
            </p:nvPicPr>
            <p:blipFill>
              <a:blip r:embed="rId430"/>
              <a:stretch>
                <a:fillRect/>
              </a:stretch>
            </p:blipFill>
            <p:spPr>
              <a:xfrm>
                <a:off x="1648800" y="6630667"/>
                <a:ext cx="35640" cy="1579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1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5438B814-7447-F63B-37DC-67A46E0F9339}"/>
                  </a:ext>
                </a:extLst>
              </p14:cNvPr>
              <p14:cNvContentPartPr/>
              <p14:nvPr/>
            </p14:nvContentPartPr>
            <p14:xfrm>
              <a:off x="1812600" y="6617684"/>
              <a:ext cx="105120" cy="162720"/>
            </p14:xfrm>
          </p:contentPart>
        </mc:Choice>
        <mc:Fallback xmlns=""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5438B814-7447-F63B-37DC-67A46E0F9339}"/>
                  </a:ext>
                </a:extLst>
              </p:cNvPr>
              <p:cNvPicPr/>
              <p:nvPr/>
            </p:nvPicPr>
            <p:blipFill>
              <a:blip r:embed="rId432"/>
              <a:stretch>
                <a:fillRect/>
              </a:stretch>
            </p:blipFill>
            <p:spPr>
              <a:xfrm>
                <a:off x="1803600" y="6608684"/>
                <a:ext cx="12276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3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8377C284-C700-59C1-0B97-65E5E7D3385D}"/>
                  </a:ext>
                </a:extLst>
              </p14:cNvPr>
              <p14:cNvContentPartPr/>
              <p14:nvPr/>
            </p14:nvContentPartPr>
            <p14:xfrm>
              <a:off x="2004120" y="6657284"/>
              <a:ext cx="114120" cy="10692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8377C284-C700-59C1-0B97-65E5E7D3385D}"/>
                  </a:ext>
                </a:extLst>
              </p:cNvPr>
              <p:cNvPicPr/>
              <p:nvPr/>
            </p:nvPicPr>
            <p:blipFill>
              <a:blip r:embed="rId434"/>
              <a:stretch>
                <a:fillRect/>
              </a:stretch>
            </p:blipFill>
            <p:spPr>
              <a:xfrm>
                <a:off x="1995120" y="6648284"/>
                <a:ext cx="13176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5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F9431BC2-B4C9-9DBD-BA96-44284B9671BE}"/>
                  </a:ext>
                </a:extLst>
              </p14:cNvPr>
              <p14:cNvContentPartPr/>
              <p14:nvPr/>
            </p14:nvContentPartPr>
            <p14:xfrm>
              <a:off x="2152440" y="6692564"/>
              <a:ext cx="74520" cy="12420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F9431BC2-B4C9-9DBD-BA96-44284B9671BE}"/>
                  </a:ext>
                </a:extLst>
              </p:cNvPr>
              <p:cNvPicPr/>
              <p:nvPr/>
            </p:nvPicPr>
            <p:blipFill>
              <a:blip r:embed="rId436"/>
              <a:stretch>
                <a:fillRect/>
              </a:stretch>
            </p:blipFill>
            <p:spPr>
              <a:xfrm>
                <a:off x="2143440" y="6683538"/>
                <a:ext cx="92160" cy="1418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7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9CA2A72D-30E3-F130-E522-BEE9A1F91873}"/>
                  </a:ext>
                </a:extLst>
              </p14:cNvPr>
              <p14:cNvContentPartPr/>
              <p14:nvPr/>
            </p14:nvContentPartPr>
            <p14:xfrm>
              <a:off x="1477800" y="6551444"/>
              <a:ext cx="150480" cy="27540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9CA2A72D-30E3-F130-E522-BEE9A1F91873}"/>
                  </a:ext>
                </a:extLst>
              </p:cNvPr>
              <p:cNvPicPr/>
              <p:nvPr/>
            </p:nvPicPr>
            <p:blipFill>
              <a:blip r:embed="rId438"/>
              <a:stretch>
                <a:fillRect/>
              </a:stretch>
            </p:blipFill>
            <p:spPr>
              <a:xfrm>
                <a:off x="1468778" y="6542444"/>
                <a:ext cx="168162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9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167EE351-5DDB-CEA0-D30C-3AF01D747171}"/>
                  </a:ext>
                </a:extLst>
              </p14:cNvPr>
              <p14:cNvContentPartPr/>
              <p14:nvPr/>
            </p14:nvContentPartPr>
            <p14:xfrm>
              <a:off x="3929040" y="3090764"/>
              <a:ext cx="108360" cy="7560"/>
            </p14:xfrm>
          </p:contentPart>
        </mc:Choice>
        <mc:Fallback xmlns=""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167EE351-5DDB-CEA0-D30C-3AF01D747171}"/>
                  </a:ext>
                </a:extLst>
              </p:cNvPr>
              <p:cNvPicPr/>
              <p:nvPr/>
            </p:nvPicPr>
            <p:blipFill>
              <a:blip r:embed="rId440"/>
              <a:stretch>
                <a:fillRect/>
              </a:stretch>
            </p:blipFill>
            <p:spPr>
              <a:xfrm>
                <a:off x="3920040" y="3081764"/>
                <a:ext cx="12600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1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9A5058D5-1C18-98EB-4F23-3D6EB1FA6E71}"/>
                  </a:ext>
                </a:extLst>
              </p14:cNvPr>
              <p14:cNvContentPartPr/>
              <p14:nvPr/>
            </p14:nvContentPartPr>
            <p14:xfrm>
              <a:off x="4014360" y="3041084"/>
              <a:ext cx="77040" cy="153360"/>
            </p14:xfrm>
          </p:contentPart>
        </mc:Choice>
        <mc:Fallback xmlns=""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9A5058D5-1C18-98EB-4F23-3D6EB1FA6E71}"/>
                  </a:ext>
                </a:extLst>
              </p:cNvPr>
              <p:cNvPicPr/>
              <p:nvPr/>
            </p:nvPicPr>
            <p:blipFill>
              <a:blip r:embed="rId442"/>
              <a:stretch>
                <a:fillRect/>
              </a:stretch>
            </p:blipFill>
            <p:spPr>
              <a:xfrm>
                <a:off x="4005360" y="3032084"/>
                <a:ext cx="9468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3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15554131-AFC5-3559-19ED-A24D9E9676DF}"/>
                  </a:ext>
                </a:extLst>
              </p14:cNvPr>
              <p14:cNvContentPartPr/>
              <p14:nvPr/>
            </p14:nvContentPartPr>
            <p14:xfrm>
              <a:off x="4295880" y="3007244"/>
              <a:ext cx="156240" cy="186480"/>
            </p14:xfrm>
          </p:contentPart>
        </mc:Choice>
        <mc:Fallback xmlns=""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15554131-AFC5-3559-19ED-A24D9E9676DF}"/>
                  </a:ext>
                </a:extLst>
              </p:cNvPr>
              <p:cNvPicPr/>
              <p:nvPr/>
            </p:nvPicPr>
            <p:blipFill>
              <a:blip r:embed="rId444"/>
              <a:stretch>
                <a:fillRect/>
              </a:stretch>
            </p:blipFill>
            <p:spPr>
              <a:xfrm>
                <a:off x="4286859" y="2998244"/>
                <a:ext cx="173921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5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6D8FEBEE-203B-8E0C-5EF4-5763EA24AB46}"/>
                  </a:ext>
                </a:extLst>
              </p14:cNvPr>
              <p14:cNvContentPartPr/>
              <p14:nvPr/>
            </p14:nvContentPartPr>
            <p14:xfrm>
              <a:off x="4472640" y="3118484"/>
              <a:ext cx="20520" cy="159120"/>
            </p14:xfrm>
          </p:contentPart>
        </mc:Choice>
        <mc:Fallback xmlns=""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6D8FEBEE-203B-8E0C-5EF4-5763EA24AB46}"/>
                  </a:ext>
                </a:extLst>
              </p:cNvPr>
              <p:cNvPicPr/>
              <p:nvPr/>
            </p:nvPicPr>
            <p:blipFill>
              <a:blip r:embed="rId446"/>
              <a:stretch>
                <a:fillRect/>
              </a:stretch>
            </p:blipFill>
            <p:spPr>
              <a:xfrm>
                <a:off x="4463640" y="3109484"/>
                <a:ext cx="3816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7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9A2E153E-3C6F-7063-41B2-244DFC883E31}"/>
                  </a:ext>
                </a:extLst>
              </p14:cNvPr>
              <p14:cNvContentPartPr/>
              <p14:nvPr/>
            </p14:nvContentPartPr>
            <p14:xfrm>
              <a:off x="4633200" y="3138284"/>
              <a:ext cx="75600" cy="288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9A2E153E-3C6F-7063-41B2-244DFC883E31}"/>
                  </a:ext>
                </a:extLst>
              </p:cNvPr>
              <p:cNvPicPr/>
              <p:nvPr/>
            </p:nvPicPr>
            <p:blipFill>
              <a:blip r:embed="rId448"/>
              <a:stretch>
                <a:fillRect/>
              </a:stretch>
            </p:blipFill>
            <p:spPr>
              <a:xfrm>
                <a:off x="4624157" y="3129284"/>
                <a:ext cx="93324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9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91A20FA1-A3DB-E58C-24C7-5C7EF8ADC9C9}"/>
                  </a:ext>
                </a:extLst>
              </p14:cNvPr>
              <p14:cNvContentPartPr/>
              <p14:nvPr/>
            </p14:nvContentPartPr>
            <p14:xfrm>
              <a:off x="4640040" y="3189404"/>
              <a:ext cx="98640" cy="11880"/>
            </p14:xfrm>
          </p:contentPart>
        </mc:Choice>
        <mc:Fallback xmlns=""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91A20FA1-A3DB-E58C-24C7-5C7EF8ADC9C9}"/>
                  </a:ext>
                </a:extLst>
              </p:cNvPr>
              <p:cNvPicPr/>
              <p:nvPr/>
            </p:nvPicPr>
            <p:blipFill>
              <a:blip r:embed="rId450"/>
              <a:stretch>
                <a:fillRect/>
              </a:stretch>
            </p:blipFill>
            <p:spPr>
              <a:xfrm>
                <a:off x="4631007" y="3180404"/>
                <a:ext cx="116345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1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517BBB8E-97A8-BCFB-CD19-A815ED371425}"/>
                  </a:ext>
                </a:extLst>
              </p14:cNvPr>
              <p14:cNvContentPartPr/>
              <p14:nvPr/>
            </p14:nvContentPartPr>
            <p14:xfrm>
              <a:off x="4812840" y="2988164"/>
              <a:ext cx="154440" cy="315360"/>
            </p14:xfrm>
          </p:contentPart>
        </mc:Choice>
        <mc:Fallback xmlns=""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517BBB8E-97A8-BCFB-CD19-A815ED371425}"/>
                  </a:ext>
                </a:extLst>
              </p:cNvPr>
              <p:cNvPicPr/>
              <p:nvPr/>
            </p:nvPicPr>
            <p:blipFill>
              <a:blip r:embed="rId452"/>
              <a:stretch>
                <a:fillRect/>
              </a:stretch>
            </p:blipFill>
            <p:spPr>
              <a:xfrm>
                <a:off x="4803819" y="2979174"/>
                <a:ext cx="172121" cy="3329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3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160F9739-A3CC-76CC-188C-6DF5BA6589B1}"/>
                  </a:ext>
                </a:extLst>
              </p14:cNvPr>
              <p14:cNvContentPartPr/>
              <p14:nvPr/>
            </p14:nvContentPartPr>
            <p14:xfrm>
              <a:off x="4955760" y="3121004"/>
              <a:ext cx="130320" cy="142560"/>
            </p14:xfrm>
          </p:contentPart>
        </mc:Choice>
        <mc:Fallback xmlns=""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160F9739-A3CC-76CC-188C-6DF5BA6589B1}"/>
                  </a:ext>
                </a:extLst>
              </p:cNvPr>
              <p:cNvPicPr/>
              <p:nvPr/>
            </p:nvPicPr>
            <p:blipFill>
              <a:blip r:embed="rId454"/>
              <a:stretch>
                <a:fillRect/>
              </a:stretch>
            </p:blipFill>
            <p:spPr>
              <a:xfrm>
                <a:off x="4946760" y="3112004"/>
                <a:ext cx="14796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5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4F0901D0-AD40-5043-94D3-86B7A33A1EC5}"/>
                  </a:ext>
                </a:extLst>
              </p14:cNvPr>
              <p14:cNvContentPartPr/>
              <p14:nvPr/>
            </p14:nvContentPartPr>
            <p14:xfrm>
              <a:off x="5147640" y="3127844"/>
              <a:ext cx="14400" cy="174600"/>
            </p14:xfrm>
          </p:contentPart>
        </mc:Choice>
        <mc:Fallback xmlns=""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4F0901D0-AD40-5043-94D3-86B7A33A1EC5}"/>
                  </a:ext>
                </a:extLst>
              </p:cNvPr>
              <p:cNvPicPr/>
              <p:nvPr/>
            </p:nvPicPr>
            <p:blipFill>
              <a:blip r:embed="rId456"/>
              <a:stretch>
                <a:fillRect/>
              </a:stretch>
            </p:blipFill>
            <p:spPr>
              <a:xfrm>
                <a:off x="5138640" y="3118844"/>
                <a:ext cx="3204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7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114201D1-2B55-70EF-407D-0A8912C606AA}"/>
                  </a:ext>
                </a:extLst>
              </p14:cNvPr>
              <p14:cNvContentPartPr/>
              <p14:nvPr/>
            </p14:nvContentPartPr>
            <p14:xfrm>
              <a:off x="5226480" y="3230804"/>
              <a:ext cx="24840" cy="15480"/>
            </p14:xfrm>
          </p:contentPart>
        </mc:Choice>
        <mc:Fallback xmlns=""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114201D1-2B55-70EF-407D-0A8912C606AA}"/>
                  </a:ext>
                </a:extLst>
              </p:cNvPr>
              <p:cNvPicPr/>
              <p:nvPr/>
            </p:nvPicPr>
            <p:blipFill>
              <a:blip r:embed="rId458"/>
              <a:stretch>
                <a:fillRect/>
              </a:stretch>
            </p:blipFill>
            <p:spPr>
              <a:xfrm>
                <a:off x="5217480" y="3221804"/>
                <a:ext cx="4248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9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BAD75219-99F0-6423-D7F1-EBFCBF8F0376}"/>
                  </a:ext>
                </a:extLst>
              </p14:cNvPr>
              <p14:cNvContentPartPr/>
              <p14:nvPr/>
            </p14:nvContentPartPr>
            <p14:xfrm>
              <a:off x="5304240" y="3171404"/>
              <a:ext cx="86400" cy="108360"/>
            </p14:xfrm>
          </p:contentPart>
        </mc:Choice>
        <mc:Fallback xmlns=""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BAD75219-99F0-6423-D7F1-EBFCBF8F0376}"/>
                  </a:ext>
                </a:extLst>
              </p:cNvPr>
              <p:cNvPicPr/>
              <p:nvPr/>
            </p:nvPicPr>
            <p:blipFill>
              <a:blip r:embed="rId460"/>
              <a:stretch>
                <a:fillRect/>
              </a:stretch>
            </p:blipFill>
            <p:spPr>
              <a:xfrm>
                <a:off x="5295277" y="3162404"/>
                <a:ext cx="103967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1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01E64052-F4C2-C544-6D4C-656C687E6188}"/>
                  </a:ext>
                </a:extLst>
              </p14:cNvPr>
              <p14:cNvContentPartPr/>
              <p14:nvPr/>
            </p14:nvContentPartPr>
            <p14:xfrm>
              <a:off x="5330160" y="3139364"/>
              <a:ext cx="120960" cy="28800"/>
            </p14:xfrm>
          </p:contentPart>
        </mc:Choice>
        <mc:Fallback xmlns=""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01E64052-F4C2-C544-6D4C-656C687E6188}"/>
                  </a:ext>
                </a:extLst>
              </p:cNvPr>
              <p:cNvPicPr/>
              <p:nvPr/>
            </p:nvPicPr>
            <p:blipFill>
              <a:blip r:embed="rId462"/>
              <a:stretch>
                <a:fillRect/>
              </a:stretch>
            </p:blipFill>
            <p:spPr>
              <a:xfrm>
                <a:off x="5321160" y="3130250"/>
                <a:ext cx="138600" cy="466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3">
            <p14:nvContentPartPr>
              <p14:cNvPr id="289" name="Ink 288">
                <a:extLst>
                  <a:ext uri="{FF2B5EF4-FFF2-40B4-BE49-F238E27FC236}">
                    <a16:creationId xmlns:a16="http://schemas.microsoft.com/office/drawing/2014/main" id="{3178A023-1D18-3CE9-F898-B2BDEFC1A158}"/>
                  </a:ext>
                </a:extLst>
              </p14:cNvPr>
              <p14:cNvContentPartPr/>
              <p14:nvPr/>
            </p14:nvContentPartPr>
            <p14:xfrm>
              <a:off x="5491440" y="3270764"/>
              <a:ext cx="32760" cy="118080"/>
            </p14:xfrm>
          </p:contentPart>
        </mc:Choice>
        <mc:Fallback xmlns="">
          <p:pic>
            <p:nvPicPr>
              <p:cNvPr id="289" name="Ink 288">
                <a:extLst>
                  <a:ext uri="{FF2B5EF4-FFF2-40B4-BE49-F238E27FC236}">
                    <a16:creationId xmlns:a16="http://schemas.microsoft.com/office/drawing/2014/main" id="{3178A023-1D18-3CE9-F898-B2BDEFC1A158}"/>
                  </a:ext>
                </a:extLst>
              </p:cNvPr>
              <p:cNvPicPr/>
              <p:nvPr/>
            </p:nvPicPr>
            <p:blipFill>
              <a:blip r:embed="rId464"/>
              <a:stretch>
                <a:fillRect/>
              </a:stretch>
            </p:blipFill>
            <p:spPr>
              <a:xfrm>
                <a:off x="5482440" y="3261764"/>
                <a:ext cx="5040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5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5D7373FC-3075-97D7-D965-7356A91E2893}"/>
                  </a:ext>
                </a:extLst>
              </p14:cNvPr>
              <p14:cNvContentPartPr/>
              <p14:nvPr/>
            </p14:nvContentPartPr>
            <p14:xfrm>
              <a:off x="5649840" y="3163844"/>
              <a:ext cx="117360" cy="167040"/>
            </p14:xfrm>
          </p:contentPart>
        </mc:Choice>
        <mc:Fallback xmlns=""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5D7373FC-3075-97D7-D965-7356A91E2893}"/>
                  </a:ext>
                </a:extLst>
              </p:cNvPr>
              <p:cNvPicPr/>
              <p:nvPr/>
            </p:nvPicPr>
            <p:blipFill>
              <a:blip r:embed="rId466"/>
              <a:stretch>
                <a:fillRect/>
              </a:stretch>
            </p:blipFill>
            <p:spPr>
              <a:xfrm>
                <a:off x="5640840" y="3154844"/>
                <a:ext cx="13500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7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0675AB2E-C23E-6DB8-08FA-CD1AD32FA27F}"/>
                  </a:ext>
                </a:extLst>
              </p14:cNvPr>
              <p14:cNvContentPartPr/>
              <p14:nvPr/>
            </p14:nvContentPartPr>
            <p14:xfrm>
              <a:off x="5776920" y="3199844"/>
              <a:ext cx="110160" cy="180720"/>
            </p14:xfrm>
          </p:contentPart>
        </mc:Choice>
        <mc:Fallback xmlns=""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0675AB2E-C23E-6DB8-08FA-CD1AD32FA27F}"/>
                  </a:ext>
                </a:extLst>
              </p:cNvPr>
              <p:cNvPicPr/>
              <p:nvPr/>
            </p:nvPicPr>
            <p:blipFill>
              <a:blip r:embed="rId468"/>
              <a:stretch>
                <a:fillRect/>
              </a:stretch>
            </p:blipFill>
            <p:spPr>
              <a:xfrm>
                <a:off x="5767949" y="3190844"/>
                <a:ext cx="127743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9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A971DBB1-BEC2-B2CF-FAF4-96FC87BBD128}"/>
                  </a:ext>
                </a:extLst>
              </p14:cNvPr>
              <p14:cNvContentPartPr/>
              <p14:nvPr/>
            </p14:nvContentPartPr>
            <p14:xfrm>
              <a:off x="5915160" y="3292724"/>
              <a:ext cx="20520" cy="2664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A971DBB1-BEC2-B2CF-FAF4-96FC87BBD128}"/>
                  </a:ext>
                </a:extLst>
              </p:cNvPr>
              <p:cNvPicPr/>
              <p:nvPr/>
            </p:nvPicPr>
            <p:blipFill>
              <a:blip r:embed="rId470"/>
              <a:stretch>
                <a:fillRect/>
              </a:stretch>
            </p:blipFill>
            <p:spPr>
              <a:xfrm>
                <a:off x="5906160" y="3283724"/>
                <a:ext cx="3816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1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9E6C4291-477A-FB9F-42BC-37400B463C5C}"/>
                  </a:ext>
                </a:extLst>
              </p14:cNvPr>
              <p14:cNvContentPartPr/>
              <p14:nvPr/>
            </p14:nvContentPartPr>
            <p14:xfrm>
              <a:off x="5968440" y="3241244"/>
              <a:ext cx="58320" cy="130680"/>
            </p14:xfrm>
          </p:contentPart>
        </mc:Choice>
        <mc:Fallback xmlns=""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9E6C4291-477A-FB9F-42BC-37400B463C5C}"/>
                  </a:ext>
                </a:extLst>
              </p:cNvPr>
              <p:cNvPicPr/>
              <p:nvPr/>
            </p:nvPicPr>
            <p:blipFill>
              <a:blip r:embed="rId472"/>
              <a:stretch>
                <a:fillRect/>
              </a:stretch>
            </p:blipFill>
            <p:spPr>
              <a:xfrm>
                <a:off x="5959384" y="3232244"/>
                <a:ext cx="7607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3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DAFC0474-B934-1CB7-10B4-F9F1B9DF3432}"/>
                  </a:ext>
                </a:extLst>
              </p14:cNvPr>
              <p14:cNvContentPartPr/>
              <p14:nvPr/>
            </p14:nvContentPartPr>
            <p14:xfrm>
              <a:off x="5989320" y="3180764"/>
              <a:ext cx="107280" cy="52920"/>
            </p14:xfrm>
          </p:contentPart>
        </mc:Choice>
        <mc:Fallback xmlns=""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DAFC0474-B934-1CB7-10B4-F9F1B9DF3432}"/>
                  </a:ext>
                </a:extLst>
              </p:cNvPr>
              <p:cNvPicPr/>
              <p:nvPr/>
            </p:nvPicPr>
            <p:blipFill>
              <a:blip r:embed="rId474"/>
              <a:stretch>
                <a:fillRect/>
              </a:stretch>
            </p:blipFill>
            <p:spPr>
              <a:xfrm>
                <a:off x="5980320" y="3171764"/>
                <a:ext cx="12492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5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DF6F2603-A5A6-6BD1-B01F-BF103E0D9B51}"/>
                  </a:ext>
                </a:extLst>
              </p14:cNvPr>
              <p14:cNvContentPartPr/>
              <p14:nvPr/>
            </p14:nvContentPartPr>
            <p14:xfrm>
              <a:off x="6089040" y="3104084"/>
              <a:ext cx="152280" cy="407520"/>
            </p14:xfrm>
          </p:contentPart>
        </mc:Choice>
        <mc:Fallback xmlns=""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DF6F2603-A5A6-6BD1-B01F-BF103E0D9B51}"/>
                  </a:ext>
                </a:extLst>
              </p:cNvPr>
              <p:cNvPicPr/>
              <p:nvPr/>
            </p:nvPicPr>
            <p:blipFill>
              <a:blip r:embed="rId476"/>
              <a:stretch>
                <a:fillRect/>
              </a:stretch>
            </p:blipFill>
            <p:spPr>
              <a:xfrm>
                <a:off x="6080040" y="3095076"/>
                <a:ext cx="169920" cy="4251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7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6FDDE382-FD91-AD2F-4AC6-2254B02450DB}"/>
                  </a:ext>
                </a:extLst>
              </p14:cNvPr>
              <p14:cNvContentPartPr/>
              <p14:nvPr/>
            </p14:nvContentPartPr>
            <p14:xfrm>
              <a:off x="4339440" y="5147084"/>
              <a:ext cx="105480" cy="142200"/>
            </p14:xfrm>
          </p:contentPart>
        </mc:Choice>
        <mc:Fallback xmlns=""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6FDDE382-FD91-AD2F-4AC6-2254B02450DB}"/>
                  </a:ext>
                </a:extLst>
              </p:cNvPr>
              <p:cNvPicPr/>
              <p:nvPr/>
            </p:nvPicPr>
            <p:blipFill>
              <a:blip r:embed="rId478"/>
              <a:stretch>
                <a:fillRect/>
              </a:stretch>
            </p:blipFill>
            <p:spPr>
              <a:xfrm>
                <a:off x="4330440" y="5138084"/>
                <a:ext cx="12312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9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7DB0443E-0951-489B-E555-8D245C25E9F4}"/>
                  </a:ext>
                </a:extLst>
              </p14:cNvPr>
              <p14:cNvContentPartPr/>
              <p14:nvPr/>
            </p14:nvContentPartPr>
            <p14:xfrm>
              <a:off x="4470480" y="5250764"/>
              <a:ext cx="114840" cy="128160"/>
            </p14:xfrm>
          </p:contentPart>
        </mc:Choice>
        <mc:Fallback xmlns=""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7DB0443E-0951-489B-E555-8D245C25E9F4}"/>
                  </a:ext>
                </a:extLst>
              </p:cNvPr>
              <p:cNvPicPr/>
              <p:nvPr/>
            </p:nvPicPr>
            <p:blipFill>
              <a:blip r:embed="rId480"/>
              <a:stretch>
                <a:fillRect/>
              </a:stretch>
            </p:blipFill>
            <p:spPr>
              <a:xfrm>
                <a:off x="4461480" y="5241764"/>
                <a:ext cx="13248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1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67FC6C47-66A2-1313-AF24-AE9A17ACF15F}"/>
                  </a:ext>
                </a:extLst>
              </p14:cNvPr>
              <p14:cNvContentPartPr/>
              <p14:nvPr/>
            </p14:nvContentPartPr>
            <p14:xfrm>
              <a:off x="4640040" y="5183444"/>
              <a:ext cx="90720" cy="25200"/>
            </p14:xfrm>
          </p:contentPart>
        </mc:Choice>
        <mc:Fallback xmlns=""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67FC6C47-66A2-1313-AF24-AE9A17ACF15F}"/>
                  </a:ext>
                </a:extLst>
              </p:cNvPr>
              <p:cNvPicPr/>
              <p:nvPr/>
            </p:nvPicPr>
            <p:blipFill>
              <a:blip r:embed="rId482"/>
              <a:stretch>
                <a:fillRect/>
              </a:stretch>
            </p:blipFill>
            <p:spPr>
              <a:xfrm>
                <a:off x="4631040" y="5174314"/>
                <a:ext cx="108360" cy="430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3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45D1AF17-D52E-4610-FDF9-AE5342F91EA1}"/>
                  </a:ext>
                </a:extLst>
              </p14:cNvPr>
              <p14:cNvContentPartPr/>
              <p14:nvPr/>
            </p14:nvContentPartPr>
            <p14:xfrm>
              <a:off x="4656600" y="5241044"/>
              <a:ext cx="97200" cy="6120"/>
            </p14:xfrm>
          </p:contentPart>
        </mc:Choice>
        <mc:Fallback xmlns=""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45D1AF17-D52E-4610-FDF9-AE5342F91EA1}"/>
                  </a:ext>
                </a:extLst>
              </p:cNvPr>
              <p:cNvPicPr/>
              <p:nvPr/>
            </p:nvPicPr>
            <p:blipFill>
              <a:blip r:embed="rId484"/>
              <a:stretch>
                <a:fillRect/>
              </a:stretch>
            </p:blipFill>
            <p:spPr>
              <a:xfrm>
                <a:off x="4647600" y="5232044"/>
                <a:ext cx="11484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5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A23C9324-5069-8C33-D650-A6DFFD89F542}"/>
                  </a:ext>
                </a:extLst>
              </p14:cNvPr>
              <p14:cNvContentPartPr/>
              <p14:nvPr/>
            </p14:nvContentPartPr>
            <p14:xfrm>
              <a:off x="4935960" y="5090924"/>
              <a:ext cx="119880" cy="243720"/>
            </p14:xfrm>
          </p:contentPart>
        </mc:Choice>
        <mc:Fallback xmlns=""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A23C9324-5069-8C33-D650-A6DFFD89F542}"/>
                  </a:ext>
                </a:extLst>
              </p:cNvPr>
              <p:cNvPicPr/>
              <p:nvPr/>
            </p:nvPicPr>
            <p:blipFill>
              <a:blip r:embed="rId486"/>
              <a:stretch>
                <a:fillRect/>
              </a:stretch>
            </p:blipFill>
            <p:spPr>
              <a:xfrm>
                <a:off x="4926987" y="5081924"/>
                <a:ext cx="137467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7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C12FD997-D94D-EFFC-76D1-2E183085A3A3}"/>
                  </a:ext>
                </a:extLst>
              </p14:cNvPr>
              <p14:cNvContentPartPr/>
              <p14:nvPr/>
            </p14:nvContentPartPr>
            <p14:xfrm>
              <a:off x="4939920" y="5227004"/>
              <a:ext cx="146880" cy="15120"/>
            </p14:xfrm>
          </p:contentPart>
        </mc:Choice>
        <mc:Fallback xmlns=""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C12FD997-D94D-EFFC-76D1-2E183085A3A3}"/>
                  </a:ext>
                </a:extLst>
              </p:cNvPr>
              <p:cNvPicPr/>
              <p:nvPr/>
            </p:nvPicPr>
            <p:blipFill>
              <a:blip r:embed="rId488"/>
              <a:stretch>
                <a:fillRect/>
              </a:stretch>
            </p:blipFill>
            <p:spPr>
              <a:xfrm>
                <a:off x="4930920" y="5218004"/>
                <a:ext cx="16452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9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9EFB19D5-7F82-5560-0F18-769D2E6DCAE0}"/>
                  </a:ext>
                </a:extLst>
              </p14:cNvPr>
              <p14:cNvContentPartPr/>
              <p14:nvPr/>
            </p14:nvContentPartPr>
            <p14:xfrm>
              <a:off x="5123520" y="5168324"/>
              <a:ext cx="146160" cy="178920"/>
            </p14:xfrm>
          </p:contentPart>
        </mc:Choice>
        <mc:Fallback xmlns=""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9EFB19D5-7F82-5560-0F18-769D2E6DCAE0}"/>
                  </a:ext>
                </a:extLst>
              </p:cNvPr>
              <p:cNvPicPr/>
              <p:nvPr/>
            </p:nvPicPr>
            <p:blipFill>
              <a:blip r:embed="rId490"/>
              <a:stretch>
                <a:fillRect/>
              </a:stretch>
            </p:blipFill>
            <p:spPr>
              <a:xfrm>
                <a:off x="5114520" y="5159324"/>
                <a:ext cx="16380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1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3C629F4E-F928-9E19-38E6-2CEF62531D0C}"/>
                  </a:ext>
                </a:extLst>
              </p14:cNvPr>
              <p14:cNvContentPartPr/>
              <p14:nvPr/>
            </p14:nvContentPartPr>
            <p14:xfrm>
              <a:off x="5268600" y="5273444"/>
              <a:ext cx="14760" cy="20520"/>
            </p14:xfrm>
          </p:contentPart>
        </mc:Choice>
        <mc:Fallback xmlns=""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3C629F4E-F928-9E19-38E6-2CEF62531D0C}"/>
                  </a:ext>
                </a:extLst>
              </p:cNvPr>
              <p:cNvPicPr/>
              <p:nvPr/>
            </p:nvPicPr>
            <p:blipFill>
              <a:blip r:embed="rId492"/>
              <a:stretch>
                <a:fillRect/>
              </a:stretch>
            </p:blipFill>
            <p:spPr>
              <a:xfrm>
                <a:off x="5259600" y="5264444"/>
                <a:ext cx="3240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3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EA3511E5-9983-ACE8-3988-469A6E788B76}"/>
                  </a:ext>
                </a:extLst>
              </p14:cNvPr>
              <p14:cNvContentPartPr/>
              <p14:nvPr/>
            </p14:nvContentPartPr>
            <p14:xfrm>
              <a:off x="5326920" y="5231684"/>
              <a:ext cx="61200" cy="123480"/>
            </p14:xfrm>
          </p:contentPart>
        </mc:Choice>
        <mc:Fallback xmlns=""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EA3511E5-9983-ACE8-3988-469A6E788B76}"/>
                  </a:ext>
                </a:extLst>
              </p:cNvPr>
              <p:cNvPicPr/>
              <p:nvPr/>
            </p:nvPicPr>
            <p:blipFill>
              <a:blip r:embed="rId494"/>
              <a:stretch>
                <a:fillRect/>
              </a:stretch>
            </p:blipFill>
            <p:spPr>
              <a:xfrm>
                <a:off x="5317920" y="5222710"/>
                <a:ext cx="78840" cy="1410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5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CEC1631F-9713-5B91-216B-6746017F5DE8}"/>
                  </a:ext>
                </a:extLst>
              </p14:cNvPr>
              <p14:cNvContentPartPr/>
              <p14:nvPr/>
            </p14:nvContentPartPr>
            <p14:xfrm>
              <a:off x="5347800" y="5194244"/>
              <a:ext cx="125280" cy="46440"/>
            </p14:xfrm>
          </p:contentPart>
        </mc:Choice>
        <mc:Fallback xmlns=""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CEC1631F-9713-5B91-216B-6746017F5DE8}"/>
                  </a:ext>
                </a:extLst>
              </p:cNvPr>
              <p:cNvPicPr/>
              <p:nvPr/>
            </p:nvPicPr>
            <p:blipFill>
              <a:blip r:embed="rId496"/>
              <a:stretch>
                <a:fillRect/>
              </a:stretch>
            </p:blipFill>
            <p:spPr>
              <a:xfrm>
                <a:off x="5338800" y="5185244"/>
                <a:ext cx="14292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7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0DFC286A-917F-0B9A-5CC1-4B581ADA0149}"/>
                  </a:ext>
                </a:extLst>
              </p14:cNvPr>
              <p14:cNvContentPartPr/>
              <p14:nvPr/>
            </p14:nvContentPartPr>
            <p14:xfrm>
              <a:off x="4856400" y="4984724"/>
              <a:ext cx="231120" cy="471240"/>
            </p14:xfrm>
          </p:contentPart>
        </mc:Choice>
        <mc:Fallback xmlns=""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0DFC286A-917F-0B9A-5CC1-4B581ADA0149}"/>
                  </a:ext>
                </a:extLst>
              </p:cNvPr>
              <p:cNvPicPr/>
              <p:nvPr/>
            </p:nvPicPr>
            <p:blipFill>
              <a:blip r:embed="rId498"/>
              <a:stretch>
                <a:fillRect/>
              </a:stretch>
            </p:blipFill>
            <p:spPr>
              <a:xfrm>
                <a:off x="4847400" y="4975731"/>
                <a:ext cx="248760" cy="4888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9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66416C0F-75BC-D5B4-F290-DE3BA1434633}"/>
                  </a:ext>
                </a:extLst>
              </p14:cNvPr>
              <p14:cNvContentPartPr/>
              <p14:nvPr/>
            </p14:nvContentPartPr>
            <p14:xfrm>
              <a:off x="5554440" y="5349764"/>
              <a:ext cx="12960" cy="79920"/>
            </p14:xfrm>
          </p:contentPart>
        </mc:Choice>
        <mc:Fallback xmlns=""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66416C0F-75BC-D5B4-F290-DE3BA1434633}"/>
                  </a:ext>
                </a:extLst>
              </p:cNvPr>
              <p:cNvPicPr/>
              <p:nvPr/>
            </p:nvPicPr>
            <p:blipFill>
              <a:blip r:embed="rId500"/>
              <a:stretch>
                <a:fillRect/>
              </a:stretch>
            </p:blipFill>
            <p:spPr>
              <a:xfrm>
                <a:off x="5545440" y="5340764"/>
                <a:ext cx="3060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1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314098A7-E5DD-FB84-4481-F24B5D3AF11D}"/>
                  </a:ext>
                </a:extLst>
              </p14:cNvPr>
              <p14:cNvContentPartPr/>
              <p14:nvPr/>
            </p14:nvContentPartPr>
            <p14:xfrm>
              <a:off x="5733360" y="5195324"/>
              <a:ext cx="122760" cy="272880"/>
            </p14:xfrm>
          </p:contentPart>
        </mc:Choice>
        <mc:Fallback xmlns=""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314098A7-E5DD-FB84-4481-F24B5D3AF11D}"/>
                  </a:ext>
                </a:extLst>
              </p:cNvPr>
              <p:cNvPicPr/>
              <p:nvPr/>
            </p:nvPicPr>
            <p:blipFill>
              <a:blip r:embed="rId502"/>
              <a:stretch>
                <a:fillRect/>
              </a:stretch>
            </p:blipFill>
            <p:spPr>
              <a:xfrm>
                <a:off x="5724360" y="5186324"/>
                <a:ext cx="140400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3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FB50E89B-D065-EBF6-8BCD-48F8F606284A}"/>
                  </a:ext>
                </a:extLst>
              </p14:cNvPr>
              <p14:cNvContentPartPr/>
              <p14:nvPr/>
            </p14:nvContentPartPr>
            <p14:xfrm>
              <a:off x="5960520" y="5206844"/>
              <a:ext cx="94320" cy="164880"/>
            </p14:xfrm>
          </p:contentPart>
        </mc:Choice>
        <mc:Fallback xmlns=""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FB50E89B-D065-EBF6-8BCD-48F8F606284A}"/>
                  </a:ext>
                </a:extLst>
              </p:cNvPr>
              <p:cNvPicPr/>
              <p:nvPr/>
            </p:nvPicPr>
            <p:blipFill>
              <a:blip r:embed="rId504"/>
              <a:stretch>
                <a:fillRect/>
              </a:stretch>
            </p:blipFill>
            <p:spPr>
              <a:xfrm>
                <a:off x="5951520" y="5197864"/>
                <a:ext cx="111960" cy="1824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5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45A8ED76-2DB4-220F-A6DF-A35DAD26DA11}"/>
                  </a:ext>
                </a:extLst>
              </p14:cNvPr>
              <p14:cNvContentPartPr/>
              <p14:nvPr/>
            </p14:nvContentPartPr>
            <p14:xfrm>
              <a:off x="5972400" y="5158604"/>
              <a:ext cx="220680" cy="388080"/>
            </p14:xfrm>
          </p:contentPart>
        </mc:Choice>
        <mc:Fallback xmlns=""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45A8ED76-2DB4-220F-A6DF-A35DAD26DA11}"/>
                  </a:ext>
                </a:extLst>
              </p:cNvPr>
              <p:cNvPicPr/>
              <p:nvPr/>
            </p:nvPicPr>
            <p:blipFill>
              <a:blip r:embed="rId506"/>
              <a:stretch>
                <a:fillRect/>
              </a:stretch>
            </p:blipFill>
            <p:spPr>
              <a:xfrm>
                <a:off x="5963400" y="5149612"/>
                <a:ext cx="238320" cy="405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7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86C97057-6D0E-7E70-0115-D061BFC16FA1}"/>
                  </a:ext>
                </a:extLst>
              </p14:cNvPr>
              <p14:cNvContentPartPr/>
              <p14:nvPr/>
            </p14:nvContentPartPr>
            <p14:xfrm>
              <a:off x="4542840" y="6431924"/>
              <a:ext cx="138600" cy="150840"/>
            </p14:xfrm>
          </p:contentPart>
        </mc:Choice>
        <mc:Fallback xmlns=""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86C97057-6D0E-7E70-0115-D061BFC16FA1}"/>
                  </a:ext>
                </a:extLst>
              </p:cNvPr>
              <p:cNvPicPr/>
              <p:nvPr/>
            </p:nvPicPr>
            <p:blipFill>
              <a:blip r:embed="rId508"/>
              <a:stretch>
                <a:fillRect/>
              </a:stretch>
            </p:blipFill>
            <p:spPr>
              <a:xfrm>
                <a:off x="4533817" y="6422924"/>
                <a:ext cx="156286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9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7049FC4E-C1E3-3477-5E28-1B33F703724F}"/>
                  </a:ext>
                </a:extLst>
              </p14:cNvPr>
              <p14:cNvContentPartPr/>
              <p14:nvPr/>
            </p14:nvContentPartPr>
            <p14:xfrm>
              <a:off x="4679640" y="6534164"/>
              <a:ext cx="55080" cy="123840"/>
            </p14:xfrm>
          </p:contentPart>
        </mc:Choice>
        <mc:Fallback xmlns=""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7049FC4E-C1E3-3477-5E28-1B33F703724F}"/>
                  </a:ext>
                </a:extLst>
              </p:cNvPr>
              <p:cNvPicPr/>
              <p:nvPr/>
            </p:nvPicPr>
            <p:blipFill>
              <a:blip r:embed="rId510"/>
              <a:stretch>
                <a:fillRect/>
              </a:stretch>
            </p:blipFill>
            <p:spPr>
              <a:xfrm>
                <a:off x="4670640" y="6525164"/>
                <a:ext cx="7272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1">
            <p14:nvContentPartPr>
              <p14:cNvPr id="320" name="Ink 319">
                <a:extLst>
                  <a:ext uri="{FF2B5EF4-FFF2-40B4-BE49-F238E27FC236}">
                    <a16:creationId xmlns:a16="http://schemas.microsoft.com/office/drawing/2014/main" id="{5FA43FFD-EF35-AB3C-7ED4-C01EAB00AD5C}"/>
                  </a:ext>
                </a:extLst>
              </p14:cNvPr>
              <p14:cNvContentPartPr/>
              <p14:nvPr/>
            </p14:nvContentPartPr>
            <p14:xfrm>
              <a:off x="4775400" y="6543524"/>
              <a:ext cx="128520" cy="10800"/>
            </p14:xfrm>
          </p:contentPart>
        </mc:Choice>
        <mc:Fallback xmlns="">
          <p:pic>
            <p:nvPicPr>
              <p:cNvPr id="320" name="Ink 319">
                <a:extLst>
                  <a:ext uri="{FF2B5EF4-FFF2-40B4-BE49-F238E27FC236}">
                    <a16:creationId xmlns:a16="http://schemas.microsoft.com/office/drawing/2014/main" id="{5FA43FFD-EF35-AB3C-7ED4-C01EAB00AD5C}"/>
                  </a:ext>
                </a:extLst>
              </p:cNvPr>
              <p:cNvPicPr/>
              <p:nvPr/>
            </p:nvPicPr>
            <p:blipFill>
              <a:blip r:embed="rId512"/>
              <a:stretch>
                <a:fillRect/>
              </a:stretch>
            </p:blipFill>
            <p:spPr>
              <a:xfrm>
                <a:off x="4766400" y="6534524"/>
                <a:ext cx="14616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3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EA76BED6-2379-6265-2F82-3F10BF620401}"/>
                  </a:ext>
                </a:extLst>
              </p14:cNvPr>
              <p14:cNvContentPartPr/>
              <p14:nvPr/>
            </p14:nvContentPartPr>
            <p14:xfrm>
              <a:off x="4812480" y="6587804"/>
              <a:ext cx="114840" cy="12240"/>
            </p14:xfrm>
          </p:contentPart>
        </mc:Choice>
        <mc:Fallback xmlns=""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EA76BED6-2379-6265-2F82-3F10BF620401}"/>
                  </a:ext>
                </a:extLst>
              </p:cNvPr>
              <p:cNvPicPr/>
              <p:nvPr/>
            </p:nvPicPr>
            <p:blipFill>
              <a:blip r:embed="rId514"/>
              <a:stretch>
                <a:fillRect/>
              </a:stretch>
            </p:blipFill>
            <p:spPr>
              <a:xfrm>
                <a:off x="4803480" y="6578804"/>
                <a:ext cx="13248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5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947D19D0-E618-4D21-5D09-EE7AC65735C5}"/>
                  </a:ext>
                </a:extLst>
              </p14:cNvPr>
              <p14:cNvContentPartPr/>
              <p14:nvPr/>
            </p14:nvContentPartPr>
            <p14:xfrm>
              <a:off x="5091480" y="6381524"/>
              <a:ext cx="146520" cy="347760"/>
            </p14:xfrm>
          </p:contentPart>
        </mc:Choice>
        <mc:Fallback xmlns=""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947D19D0-E618-4D21-5D09-EE7AC65735C5}"/>
                  </a:ext>
                </a:extLst>
              </p:cNvPr>
              <p:cNvPicPr/>
              <p:nvPr/>
            </p:nvPicPr>
            <p:blipFill>
              <a:blip r:embed="rId516"/>
              <a:stretch>
                <a:fillRect/>
              </a:stretch>
            </p:blipFill>
            <p:spPr>
              <a:xfrm>
                <a:off x="5082480" y="6372524"/>
                <a:ext cx="164160" cy="36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7">
            <p14:nvContentPartPr>
              <p14:cNvPr id="323" name="Ink 322">
                <a:extLst>
                  <a:ext uri="{FF2B5EF4-FFF2-40B4-BE49-F238E27FC236}">
                    <a16:creationId xmlns:a16="http://schemas.microsoft.com/office/drawing/2014/main" id="{109F3FFC-ED99-9BE2-5B5A-A2D07A6E04EC}"/>
                  </a:ext>
                </a:extLst>
              </p14:cNvPr>
              <p14:cNvContentPartPr/>
              <p14:nvPr/>
            </p14:nvContentPartPr>
            <p14:xfrm>
              <a:off x="5267160" y="6459284"/>
              <a:ext cx="34920" cy="132480"/>
            </p14:xfrm>
          </p:contentPart>
        </mc:Choice>
        <mc:Fallback xmlns="">
          <p:pic>
            <p:nvPicPr>
              <p:cNvPr id="323" name="Ink 322">
                <a:extLst>
                  <a:ext uri="{FF2B5EF4-FFF2-40B4-BE49-F238E27FC236}">
                    <a16:creationId xmlns:a16="http://schemas.microsoft.com/office/drawing/2014/main" id="{109F3FFC-ED99-9BE2-5B5A-A2D07A6E04EC}"/>
                  </a:ext>
                </a:extLst>
              </p:cNvPr>
              <p:cNvPicPr/>
              <p:nvPr/>
            </p:nvPicPr>
            <p:blipFill>
              <a:blip r:embed="rId518"/>
              <a:stretch>
                <a:fillRect/>
              </a:stretch>
            </p:blipFill>
            <p:spPr>
              <a:xfrm>
                <a:off x="5258160" y="6450284"/>
                <a:ext cx="5256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9">
            <p14:nvContentPartPr>
              <p14:cNvPr id="324" name="Ink 323">
                <a:extLst>
                  <a:ext uri="{FF2B5EF4-FFF2-40B4-BE49-F238E27FC236}">
                    <a16:creationId xmlns:a16="http://schemas.microsoft.com/office/drawing/2014/main" id="{7CB2A70F-3528-5015-80D1-23DD45266321}"/>
                  </a:ext>
                </a:extLst>
              </p14:cNvPr>
              <p14:cNvContentPartPr/>
              <p14:nvPr/>
            </p14:nvContentPartPr>
            <p14:xfrm>
              <a:off x="5395680" y="6470084"/>
              <a:ext cx="86400" cy="126360"/>
            </p14:xfrm>
          </p:contentPart>
        </mc:Choice>
        <mc:Fallback xmlns="">
          <p:pic>
            <p:nvPicPr>
              <p:cNvPr id="324" name="Ink 323">
                <a:extLst>
                  <a:ext uri="{FF2B5EF4-FFF2-40B4-BE49-F238E27FC236}">
                    <a16:creationId xmlns:a16="http://schemas.microsoft.com/office/drawing/2014/main" id="{7CB2A70F-3528-5015-80D1-23DD45266321}"/>
                  </a:ext>
                </a:extLst>
              </p:cNvPr>
              <p:cNvPicPr/>
              <p:nvPr/>
            </p:nvPicPr>
            <p:blipFill>
              <a:blip r:embed="rId520"/>
              <a:stretch>
                <a:fillRect/>
              </a:stretch>
            </p:blipFill>
            <p:spPr>
              <a:xfrm>
                <a:off x="5386680" y="6461084"/>
                <a:ext cx="10404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1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C3E362A3-2EFF-BDF3-E7D0-AE6CDF0FFAE1}"/>
                  </a:ext>
                </a:extLst>
              </p14:cNvPr>
              <p14:cNvContentPartPr/>
              <p14:nvPr/>
            </p14:nvContentPartPr>
            <p14:xfrm>
              <a:off x="5528160" y="6445964"/>
              <a:ext cx="105840" cy="155160"/>
            </p14:xfrm>
          </p:contentPart>
        </mc:Choice>
        <mc:Fallback xmlns=""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C3E362A3-2EFF-BDF3-E7D0-AE6CDF0FFAE1}"/>
                  </a:ext>
                </a:extLst>
              </p:cNvPr>
              <p:cNvPicPr/>
              <p:nvPr/>
            </p:nvPicPr>
            <p:blipFill>
              <a:blip r:embed="rId522"/>
              <a:stretch>
                <a:fillRect/>
              </a:stretch>
            </p:blipFill>
            <p:spPr>
              <a:xfrm>
                <a:off x="5519160" y="6436964"/>
                <a:ext cx="12348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3">
            <p14:nvContentPartPr>
              <p14:cNvPr id="326" name="Ink 325">
                <a:extLst>
                  <a:ext uri="{FF2B5EF4-FFF2-40B4-BE49-F238E27FC236}">
                    <a16:creationId xmlns:a16="http://schemas.microsoft.com/office/drawing/2014/main" id="{CB3B4DA0-5C2C-68A5-9995-A0038A687A49}"/>
                  </a:ext>
                </a:extLst>
              </p14:cNvPr>
              <p14:cNvContentPartPr/>
              <p14:nvPr/>
            </p14:nvContentPartPr>
            <p14:xfrm>
              <a:off x="5550840" y="6541364"/>
              <a:ext cx="131400" cy="16920"/>
            </p14:xfrm>
          </p:contentPart>
        </mc:Choice>
        <mc:Fallback xmlns="">
          <p:pic>
            <p:nvPicPr>
              <p:cNvPr id="326" name="Ink 325">
                <a:extLst>
                  <a:ext uri="{FF2B5EF4-FFF2-40B4-BE49-F238E27FC236}">
                    <a16:creationId xmlns:a16="http://schemas.microsoft.com/office/drawing/2014/main" id="{CB3B4DA0-5C2C-68A5-9995-A0038A687A49}"/>
                  </a:ext>
                </a:extLst>
              </p:cNvPr>
              <p:cNvPicPr/>
              <p:nvPr/>
            </p:nvPicPr>
            <p:blipFill>
              <a:blip r:embed="rId524"/>
              <a:stretch>
                <a:fillRect/>
              </a:stretch>
            </p:blipFill>
            <p:spPr>
              <a:xfrm>
                <a:off x="5541840" y="6532364"/>
                <a:ext cx="14904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5">
            <p14:nvContentPartPr>
              <p14:cNvPr id="327" name="Ink 326">
                <a:extLst>
                  <a:ext uri="{FF2B5EF4-FFF2-40B4-BE49-F238E27FC236}">
                    <a16:creationId xmlns:a16="http://schemas.microsoft.com/office/drawing/2014/main" id="{28F29DA3-5593-EC52-308C-165403086F5B}"/>
                  </a:ext>
                </a:extLst>
              </p14:cNvPr>
              <p14:cNvContentPartPr/>
              <p14:nvPr/>
            </p14:nvContentPartPr>
            <p14:xfrm>
              <a:off x="5715720" y="6526964"/>
              <a:ext cx="21600" cy="21960"/>
            </p14:xfrm>
          </p:contentPart>
        </mc:Choice>
        <mc:Fallback xmlns="">
          <p:pic>
            <p:nvPicPr>
              <p:cNvPr id="327" name="Ink 326">
                <a:extLst>
                  <a:ext uri="{FF2B5EF4-FFF2-40B4-BE49-F238E27FC236}">
                    <a16:creationId xmlns:a16="http://schemas.microsoft.com/office/drawing/2014/main" id="{28F29DA3-5593-EC52-308C-165403086F5B}"/>
                  </a:ext>
                </a:extLst>
              </p:cNvPr>
              <p:cNvPicPr/>
              <p:nvPr/>
            </p:nvPicPr>
            <p:blipFill>
              <a:blip r:embed="rId526"/>
              <a:stretch>
                <a:fillRect/>
              </a:stretch>
            </p:blipFill>
            <p:spPr>
              <a:xfrm>
                <a:off x="5706720" y="6517964"/>
                <a:ext cx="3924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7">
            <p14:nvContentPartPr>
              <p14:cNvPr id="328" name="Ink 327">
                <a:extLst>
                  <a:ext uri="{FF2B5EF4-FFF2-40B4-BE49-F238E27FC236}">
                    <a16:creationId xmlns:a16="http://schemas.microsoft.com/office/drawing/2014/main" id="{0777905D-3520-5236-D503-DAA0F8C837F9}"/>
                  </a:ext>
                </a:extLst>
              </p14:cNvPr>
              <p14:cNvContentPartPr/>
              <p14:nvPr/>
            </p14:nvContentPartPr>
            <p14:xfrm>
              <a:off x="5769000" y="6487724"/>
              <a:ext cx="84960" cy="95760"/>
            </p14:xfrm>
          </p:contentPart>
        </mc:Choice>
        <mc:Fallback xmlns="">
          <p:pic>
            <p:nvPicPr>
              <p:cNvPr id="328" name="Ink 327">
                <a:extLst>
                  <a:ext uri="{FF2B5EF4-FFF2-40B4-BE49-F238E27FC236}">
                    <a16:creationId xmlns:a16="http://schemas.microsoft.com/office/drawing/2014/main" id="{0777905D-3520-5236-D503-DAA0F8C837F9}"/>
                  </a:ext>
                </a:extLst>
              </p:cNvPr>
              <p:cNvPicPr/>
              <p:nvPr/>
            </p:nvPicPr>
            <p:blipFill>
              <a:blip r:embed="rId528"/>
              <a:stretch>
                <a:fillRect/>
              </a:stretch>
            </p:blipFill>
            <p:spPr>
              <a:xfrm>
                <a:off x="5760000" y="6478758"/>
                <a:ext cx="102600" cy="1133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9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DBAD5F63-7DE6-F98B-0A8E-5F7614A7C887}"/>
                  </a:ext>
                </a:extLst>
              </p14:cNvPr>
              <p14:cNvContentPartPr/>
              <p14:nvPr/>
            </p14:nvContentPartPr>
            <p14:xfrm>
              <a:off x="5802480" y="6462884"/>
              <a:ext cx="103680" cy="31680"/>
            </p14:xfrm>
          </p:contentPart>
        </mc:Choice>
        <mc:Fallback xmlns=""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DBAD5F63-7DE6-F98B-0A8E-5F7614A7C887}"/>
                  </a:ext>
                </a:extLst>
              </p:cNvPr>
              <p:cNvPicPr/>
              <p:nvPr/>
            </p:nvPicPr>
            <p:blipFill>
              <a:blip r:embed="rId530"/>
              <a:stretch>
                <a:fillRect/>
              </a:stretch>
            </p:blipFill>
            <p:spPr>
              <a:xfrm>
                <a:off x="5793480" y="6453781"/>
                <a:ext cx="121320" cy="495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1">
            <p14:nvContentPartPr>
              <p14:cNvPr id="330" name="Ink 329">
                <a:extLst>
                  <a:ext uri="{FF2B5EF4-FFF2-40B4-BE49-F238E27FC236}">
                    <a16:creationId xmlns:a16="http://schemas.microsoft.com/office/drawing/2014/main" id="{B7B46288-5576-69E4-A7E7-548C0B7D93FD}"/>
                  </a:ext>
                </a:extLst>
              </p14:cNvPr>
              <p14:cNvContentPartPr/>
              <p14:nvPr/>
            </p14:nvContentPartPr>
            <p14:xfrm>
              <a:off x="5907600" y="6525524"/>
              <a:ext cx="47520" cy="105840"/>
            </p14:xfrm>
          </p:contentPart>
        </mc:Choice>
        <mc:Fallback xmlns="">
          <p:pic>
            <p:nvPicPr>
              <p:cNvPr id="330" name="Ink 329">
                <a:extLst>
                  <a:ext uri="{FF2B5EF4-FFF2-40B4-BE49-F238E27FC236}">
                    <a16:creationId xmlns:a16="http://schemas.microsoft.com/office/drawing/2014/main" id="{B7B46288-5576-69E4-A7E7-548C0B7D93FD}"/>
                  </a:ext>
                </a:extLst>
              </p:cNvPr>
              <p:cNvPicPr/>
              <p:nvPr/>
            </p:nvPicPr>
            <p:blipFill>
              <a:blip r:embed="rId532"/>
              <a:stretch>
                <a:fillRect/>
              </a:stretch>
            </p:blipFill>
            <p:spPr>
              <a:xfrm>
                <a:off x="5898600" y="6516524"/>
                <a:ext cx="6516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3">
            <p14:nvContentPartPr>
              <p14:cNvPr id="331" name="Ink 330">
                <a:extLst>
                  <a:ext uri="{FF2B5EF4-FFF2-40B4-BE49-F238E27FC236}">
                    <a16:creationId xmlns:a16="http://schemas.microsoft.com/office/drawing/2014/main" id="{DE560C27-879C-93CA-D415-EA3071D71A4D}"/>
                  </a:ext>
                </a:extLst>
              </p14:cNvPr>
              <p14:cNvContentPartPr/>
              <p14:nvPr/>
            </p14:nvContentPartPr>
            <p14:xfrm>
              <a:off x="6228720" y="6465764"/>
              <a:ext cx="17280" cy="108720"/>
            </p14:xfrm>
          </p:contentPart>
        </mc:Choice>
        <mc:Fallback xmlns="">
          <p:pic>
            <p:nvPicPr>
              <p:cNvPr id="331" name="Ink 330">
                <a:extLst>
                  <a:ext uri="{FF2B5EF4-FFF2-40B4-BE49-F238E27FC236}">
                    <a16:creationId xmlns:a16="http://schemas.microsoft.com/office/drawing/2014/main" id="{DE560C27-879C-93CA-D415-EA3071D71A4D}"/>
                  </a:ext>
                </a:extLst>
              </p:cNvPr>
              <p:cNvPicPr/>
              <p:nvPr/>
            </p:nvPicPr>
            <p:blipFill>
              <a:blip r:embed="rId534"/>
              <a:stretch>
                <a:fillRect/>
              </a:stretch>
            </p:blipFill>
            <p:spPr>
              <a:xfrm>
                <a:off x="6219720" y="6456764"/>
                <a:ext cx="3492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5">
            <p14:nvContentPartPr>
              <p14:cNvPr id="332" name="Ink 331">
                <a:extLst>
                  <a:ext uri="{FF2B5EF4-FFF2-40B4-BE49-F238E27FC236}">
                    <a16:creationId xmlns:a16="http://schemas.microsoft.com/office/drawing/2014/main" id="{CF9ED808-AA6F-9C00-C3D9-F0C4881E7CE6}"/>
                  </a:ext>
                </a:extLst>
              </p14:cNvPr>
              <p14:cNvContentPartPr/>
              <p14:nvPr/>
            </p14:nvContentPartPr>
            <p14:xfrm>
              <a:off x="6330960" y="6431204"/>
              <a:ext cx="163800" cy="96480"/>
            </p14:xfrm>
          </p:contentPart>
        </mc:Choice>
        <mc:Fallback xmlns="">
          <p:pic>
            <p:nvPicPr>
              <p:cNvPr id="332" name="Ink 331">
                <a:extLst>
                  <a:ext uri="{FF2B5EF4-FFF2-40B4-BE49-F238E27FC236}">
                    <a16:creationId xmlns:a16="http://schemas.microsoft.com/office/drawing/2014/main" id="{CF9ED808-AA6F-9C00-C3D9-F0C4881E7CE6}"/>
                  </a:ext>
                </a:extLst>
              </p:cNvPr>
              <p:cNvPicPr/>
              <p:nvPr/>
            </p:nvPicPr>
            <p:blipFill>
              <a:blip r:embed="rId536"/>
              <a:stretch>
                <a:fillRect/>
              </a:stretch>
            </p:blipFill>
            <p:spPr>
              <a:xfrm>
                <a:off x="6321960" y="6422204"/>
                <a:ext cx="18144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7">
            <p14:nvContentPartPr>
              <p14:cNvPr id="333" name="Ink 332">
                <a:extLst>
                  <a:ext uri="{FF2B5EF4-FFF2-40B4-BE49-F238E27FC236}">
                    <a16:creationId xmlns:a16="http://schemas.microsoft.com/office/drawing/2014/main" id="{B0FC2373-85DB-B418-069D-F56EBF6E58B4}"/>
                  </a:ext>
                </a:extLst>
              </p14:cNvPr>
              <p14:cNvContentPartPr/>
              <p14:nvPr/>
            </p14:nvContentPartPr>
            <p14:xfrm>
              <a:off x="6403680" y="6447044"/>
              <a:ext cx="20880" cy="149760"/>
            </p14:xfrm>
          </p:contentPart>
        </mc:Choice>
        <mc:Fallback xmlns="">
          <p:pic>
            <p:nvPicPr>
              <p:cNvPr id="333" name="Ink 332">
                <a:extLst>
                  <a:ext uri="{FF2B5EF4-FFF2-40B4-BE49-F238E27FC236}">
                    <a16:creationId xmlns:a16="http://schemas.microsoft.com/office/drawing/2014/main" id="{B0FC2373-85DB-B418-069D-F56EBF6E58B4}"/>
                  </a:ext>
                </a:extLst>
              </p:cNvPr>
              <p:cNvPicPr/>
              <p:nvPr/>
            </p:nvPicPr>
            <p:blipFill>
              <a:blip r:embed="rId538"/>
              <a:stretch>
                <a:fillRect/>
              </a:stretch>
            </p:blipFill>
            <p:spPr>
              <a:xfrm>
                <a:off x="6394522" y="6438044"/>
                <a:ext cx="38829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9">
            <p14:nvContentPartPr>
              <p14:cNvPr id="334" name="Ink 333">
                <a:extLst>
                  <a:ext uri="{FF2B5EF4-FFF2-40B4-BE49-F238E27FC236}">
                    <a16:creationId xmlns:a16="http://schemas.microsoft.com/office/drawing/2014/main" id="{A4C76DD3-6F4F-4073-27BA-E28D7DF19AA5}"/>
                  </a:ext>
                </a:extLst>
              </p14:cNvPr>
              <p14:cNvContentPartPr/>
              <p14:nvPr/>
            </p14:nvContentPartPr>
            <p14:xfrm>
              <a:off x="6552720" y="6465764"/>
              <a:ext cx="116640" cy="145800"/>
            </p14:xfrm>
          </p:contentPart>
        </mc:Choice>
        <mc:Fallback xmlns="">
          <p:pic>
            <p:nvPicPr>
              <p:cNvPr id="334" name="Ink 333">
                <a:extLst>
                  <a:ext uri="{FF2B5EF4-FFF2-40B4-BE49-F238E27FC236}">
                    <a16:creationId xmlns:a16="http://schemas.microsoft.com/office/drawing/2014/main" id="{A4C76DD3-6F4F-4073-27BA-E28D7DF19AA5}"/>
                  </a:ext>
                </a:extLst>
              </p:cNvPr>
              <p:cNvPicPr/>
              <p:nvPr/>
            </p:nvPicPr>
            <p:blipFill>
              <a:blip r:embed="rId540"/>
              <a:stretch>
                <a:fillRect/>
              </a:stretch>
            </p:blipFill>
            <p:spPr>
              <a:xfrm>
                <a:off x="6543720" y="6456764"/>
                <a:ext cx="13428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1">
            <p14:nvContentPartPr>
              <p14:cNvPr id="335" name="Ink 334">
                <a:extLst>
                  <a:ext uri="{FF2B5EF4-FFF2-40B4-BE49-F238E27FC236}">
                    <a16:creationId xmlns:a16="http://schemas.microsoft.com/office/drawing/2014/main" id="{0685B351-7217-FF06-2FD3-44834BF898DD}"/>
                  </a:ext>
                </a:extLst>
              </p14:cNvPr>
              <p14:cNvContentPartPr/>
              <p14:nvPr/>
            </p14:nvContentPartPr>
            <p14:xfrm>
              <a:off x="6710040" y="6536684"/>
              <a:ext cx="33120" cy="24480"/>
            </p14:xfrm>
          </p:contentPart>
        </mc:Choice>
        <mc:Fallback xmlns="">
          <p:pic>
            <p:nvPicPr>
              <p:cNvPr id="335" name="Ink 334">
                <a:extLst>
                  <a:ext uri="{FF2B5EF4-FFF2-40B4-BE49-F238E27FC236}">
                    <a16:creationId xmlns:a16="http://schemas.microsoft.com/office/drawing/2014/main" id="{0685B351-7217-FF06-2FD3-44834BF898DD}"/>
                  </a:ext>
                </a:extLst>
              </p:cNvPr>
              <p:cNvPicPr/>
              <p:nvPr/>
            </p:nvPicPr>
            <p:blipFill>
              <a:blip r:embed="rId542"/>
              <a:stretch>
                <a:fillRect/>
              </a:stretch>
            </p:blipFill>
            <p:spPr>
              <a:xfrm>
                <a:off x="6701040" y="6527684"/>
                <a:ext cx="5076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3">
            <p14:nvContentPartPr>
              <p14:cNvPr id="336" name="Ink 335">
                <a:extLst>
                  <a:ext uri="{FF2B5EF4-FFF2-40B4-BE49-F238E27FC236}">
                    <a16:creationId xmlns:a16="http://schemas.microsoft.com/office/drawing/2014/main" id="{E6C3AD76-B4FC-7CF5-2D28-DF8CCE3FE203}"/>
                  </a:ext>
                </a:extLst>
              </p14:cNvPr>
              <p14:cNvContentPartPr/>
              <p14:nvPr/>
            </p14:nvContentPartPr>
            <p14:xfrm>
              <a:off x="6801120" y="6502844"/>
              <a:ext cx="73800" cy="97560"/>
            </p14:xfrm>
          </p:contentPart>
        </mc:Choice>
        <mc:Fallback xmlns="">
          <p:pic>
            <p:nvPicPr>
              <p:cNvPr id="336" name="Ink 335">
                <a:extLst>
                  <a:ext uri="{FF2B5EF4-FFF2-40B4-BE49-F238E27FC236}">
                    <a16:creationId xmlns:a16="http://schemas.microsoft.com/office/drawing/2014/main" id="{E6C3AD76-B4FC-7CF5-2D28-DF8CCE3FE203}"/>
                  </a:ext>
                </a:extLst>
              </p:cNvPr>
              <p:cNvPicPr/>
              <p:nvPr/>
            </p:nvPicPr>
            <p:blipFill>
              <a:blip r:embed="rId544"/>
              <a:stretch>
                <a:fillRect/>
              </a:stretch>
            </p:blipFill>
            <p:spPr>
              <a:xfrm>
                <a:off x="6792120" y="6493844"/>
                <a:ext cx="9144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5">
            <p14:nvContentPartPr>
              <p14:cNvPr id="337" name="Ink 336">
                <a:extLst>
                  <a:ext uri="{FF2B5EF4-FFF2-40B4-BE49-F238E27FC236}">
                    <a16:creationId xmlns:a16="http://schemas.microsoft.com/office/drawing/2014/main" id="{11365A7B-4902-38B7-D46E-0E8FB4C2A859}"/>
                  </a:ext>
                </a:extLst>
              </p14:cNvPr>
              <p14:cNvContentPartPr/>
              <p14:nvPr/>
            </p14:nvContentPartPr>
            <p14:xfrm>
              <a:off x="6817320" y="6491684"/>
              <a:ext cx="122400" cy="24480"/>
            </p14:xfrm>
          </p:contentPart>
        </mc:Choice>
        <mc:Fallback xmlns="">
          <p:pic>
            <p:nvPicPr>
              <p:cNvPr id="337" name="Ink 336">
                <a:extLst>
                  <a:ext uri="{FF2B5EF4-FFF2-40B4-BE49-F238E27FC236}">
                    <a16:creationId xmlns:a16="http://schemas.microsoft.com/office/drawing/2014/main" id="{11365A7B-4902-38B7-D46E-0E8FB4C2A859}"/>
                  </a:ext>
                </a:extLst>
              </p:cNvPr>
              <p:cNvPicPr/>
              <p:nvPr/>
            </p:nvPicPr>
            <p:blipFill>
              <a:blip r:embed="rId546"/>
              <a:stretch>
                <a:fillRect/>
              </a:stretch>
            </p:blipFill>
            <p:spPr>
              <a:xfrm>
                <a:off x="6808293" y="6482684"/>
                <a:ext cx="140092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7">
            <p14:nvContentPartPr>
              <p14:cNvPr id="338" name="Ink 337">
                <a:extLst>
                  <a:ext uri="{FF2B5EF4-FFF2-40B4-BE49-F238E27FC236}">
                    <a16:creationId xmlns:a16="http://schemas.microsoft.com/office/drawing/2014/main" id="{850BF70E-9C03-F107-9F67-75611FD3E250}"/>
                  </a:ext>
                </a:extLst>
              </p14:cNvPr>
              <p14:cNvContentPartPr/>
              <p14:nvPr/>
            </p14:nvContentPartPr>
            <p14:xfrm>
              <a:off x="6907320" y="6434084"/>
              <a:ext cx="133200" cy="286200"/>
            </p14:xfrm>
          </p:contentPart>
        </mc:Choice>
        <mc:Fallback xmlns="">
          <p:pic>
            <p:nvPicPr>
              <p:cNvPr id="338" name="Ink 337">
                <a:extLst>
                  <a:ext uri="{FF2B5EF4-FFF2-40B4-BE49-F238E27FC236}">
                    <a16:creationId xmlns:a16="http://schemas.microsoft.com/office/drawing/2014/main" id="{850BF70E-9C03-F107-9F67-75611FD3E250}"/>
                  </a:ext>
                </a:extLst>
              </p:cNvPr>
              <p:cNvPicPr/>
              <p:nvPr/>
            </p:nvPicPr>
            <p:blipFill>
              <a:blip r:embed="rId548"/>
              <a:stretch>
                <a:fillRect/>
              </a:stretch>
            </p:blipFill>
            <p:spPr>
              <a:xfrm>
                <a:off x="6898320" y="6425084"/>
                <a:ext cx="15084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9">
            <p14:nvContentPartPr>
              <p14:cNvPr id="339" name="Ink 338">
                <a:extLst>
                  <a:ext uri="{FF2B5EF4-FFF2-40B4-BE49-F238E27FC236}">
                    <a16:creationId xmlns:a16="http://schemas.microsoft.com/office/drawing/2014/main" id="{667B03DC-7E4D-3373-D007-DEFD9AD39868}"/>
                  </a:ext>
                </a:extLst>
              </p14:cNvPr>
              <p14:cNvContentPartPr/>
              <p14:nvPr/>
            </p14:nvContentPartPr>
            <p14:xfrm>
              <a:off x="1126440" y="1340084"/>
              <a:ext cx="12960" cy="10800"/>
            </p14:xfrm>
          </p:contentPart>
        </mc:Choice>
        <mc:Fallback xmlns="">
          <p:pic>
            <p:nvPicPr>
              <p:cNvPr id="339" name="Ink 338">
                <a:extLst>
                  <a:ext uri="{FF2B5EF4-FFF2-40B4-BE49-F238E27FC236}">
                    <a16:creationId xmlns:a16="http://schemas.microsoft.com/office/drawing/2014/main" id="{667B03DC-7E4D-3373-D007-DEFD9AD39868}"/>
                  </a:ext>
                </a:extLst>
              </p:cNvPr>
              <p:cNvPicPr/>
              <p:nvPr/>
            </p:nvPicPr>
            <p:blipFill>
              <a:blip r:embed="rId550"/>
              <a:stretch>
                <a:fillRect/>
              </a:stretch>
            </p:blipFill>
            <p:spPr>
              <a:xfrm>
                <a:off x="1117800" y="1331084"/>
                <a:ext cx="3060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1">
            <p14:nvContentPartPr>
              <p14:cNvPr id="340" name="Ink 339">
                <a:extLst>
                  <a:ext uri="{FF2B5EF4-FFF2-40B4-BE49-F238E27FC236}">
                    <a16:creationId xmlns:a16="http://schemas.microsoft.com/office/drawing/2014/main" id="{6BAE532A-C782-13F6-9F57-554F1F86DF0E}"/>
                  </a:ext>
                </a:extLst>
              </p14:cNvPr>
              <p14:cNvContentPartPr/>
              <p14:nvPr/>
            </p14:nvContentPartPr>
            <p14:xfrm>
              <a:off x="1128960" y="403364"/>
              <a:ext cx="12240" cy="1080"/>
            </p14:xfrm>
          </p:contentPart>
        </mc:Choice>
        <mc:Fallback xmlns="">
          <p:pic>
            <p:nvPicPr>
              <p:cNvPr id="340" name="Ink 339">
                <a:extLst>
                  <a:ext uri="{FF2B5EF4-FFF2-40B4-BE49-F238E27FC236}">
                    <a16:creationId xmlns:a16="http://schemas.microsoft.com/office/drawing/2014/main" id="{6BAE532A-C782-13F6-9F57-554F1F86DF0E}"/>
                  </a:ext>
                </a:extLst>
              </p:cNvPr>
              <p:cNvPicPr/>
              <p:nvPr/>
            </p:nvPicPr>
            <p:blipFill>
              <a:blip r:embed="rId552"/>
              <a:stretch>
                <a:fillRect/>
              </a:stretch>
            </p:blipFill>
            <p:spPr>
              <a:xfrm>
                <a:off x="1120320" y="394364"/>
                <a:ext cx="2988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3">
            <p14:nvContentPartPr>
              <p14:cNvPr id="341" name="Ink 340">
                <a:extLst>
                  <a:ext uri="{FF2B5EF4-FFF2-40B4-BE49-F238E27FC236}">
                    <a16:creationId xmlns:a16="http://schemas.microsoft.com/office/drawing/2014/main" id="{81FFF5FA-8EAA-A6E8-FF46-1B0033DE9914}"/>
                  </a:ext>
                </a:extLst>
              </p14:cNvPr>
              <p14:cNvContentPartPr/>
              <p14:nvPr/>
            </p14:nvContentPartPr>
            <p14:xfrm>
              <a:off x="10544400" y="3240164"/>
              <a:ext cx="99000" cy="355320"/>
            </p14:xfrm>
          </p:contentPart>
        </mc:Choice>
        <mc:Fallback xmlns="">
          <p:pic>
            <p:nvPicPr>
              <p:cNvPr id="341" name="Ink 340">
                <a:extLst>
                  <a:ext uri="{FF2B5EF4-FFF2-40B4-BE49-F238E27FC236}">
                    <a16:creationId xmlns:a16="http://schemas.microsoft.com/office/drawing/2014/main" id="{81FFF5FA-8EAA-A6E8-FF46-1B0033DE9914}"/>
                  </a:ext>
                </a:extLst>
              </p:cNvPr>
              <p:cNvPicPr/>
              <p:nvPr/>
            </p:nvPicPr>
            <p:blipFill>
              <a:blip r:embed="rId554"/>
              <a:stretch>
                <a:fillRect/>
              </a:stretch>
            </p:blipFill>
            <p:spPr>
              <a:xfrm>
                <a:off x="10535760" y="3231524"/>
                <a:ext cx="116640" cy="372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45" name="Group 344">
            <a:extLst>
              <a:ext uri="{FF2B5EF4-FFF2-40B4-BE49-F238E27FC236}">
                <a16:creationId xmlns:a16="http://schemas.microsoft.com/office/drawing/2014/main" id="{E494478B-375F-D95C-AB00-AD246E80DD74}"/>
              </a:ext>
            </a:extLst>
          </p:cNvPr>
          <p:cNvGrpSpPr/>
          <p:nvPr/>
        </p:nvGrpSpPr>
        <p:grpSpPr>
          <a:xfrm>
            <a:off x="7762320" y="5535164"/>
            <a:ext cx="195120" cy="333720"/>
            <a:chOff x="7762320" y="5535164"/>
            <a:chExt cx="195120" cy="33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5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A4725C29-40A2-F3C9-035E-F4E3771AC619}"/>
                    </a:ext>
                  </a:extLst>
                </p14:cNvPr>
                <p14:cNvContentPartPr/>
                <p14:nvPr/>
              </p14:nvContentPartPr>
              <p14:xfrm>
                <a:off x="7862760" y="5535164"/>
                <a:ext cx="94680" cy="6156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A4725C29-40A2-F3C9-035E-F4E3771AC619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7854120" y="5526164"/>
                  <a:ext cx="1123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7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99CC41AA-1AFF-8D3D-7417-23A33673DAA1}"/>
                    </a:ext>
                  </a:extLst>
                </p14:cNvPr>
                <p14:cNvContentPartPr/>
                <p14:nvPr/>
              </p14:nvContentPartPr>
              <p14:xfrm>
                <a:off x="7762320" y="5631284"/>
                <a:ext cx="75240" cy="9396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99CC41AA-1AFF-8D3D-7417-23A33673DAA1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7753680" y="5622284"/>
                  <a:ext cx="928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9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AF474FCD-4B0F-1D32-2301-A12B32819C0A}"/>
                    </a:ext>
                  </a:extLst>
                </p14:cNvPr>
                <p14:cNvContentPartPr/>
                <p14:nvPr/>
              </p14:nvContentPartPr>
              <p14:xfrm>
                <a:off x="7862400" y="5691764"/>
                <a:ext cx="35640" cy="17712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AF474FCD-4B0F-1D32-2301-A12B32819C0A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7853400" y="5683124"/>
                  <a:ext cx="53280" cy="19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9" name="Group 348">
            <a:extLst>
              <a:ext uri="{FF2B5EF4-FFF2-40B4-BE49-F238E27FC236}">
                <a16:creationId xmlns:a16="http://schemas.microsoft.com/office/drawing/2014/main" id="{DC17A1A9-F3F2-F65A-E535-1107B8B38F1D}"/>
              </a:ext>
            </a:extLst>
          </p:cNvPr>
          <p:cNvGrpSpPr/>
          <p:nvPr/>
        </p:nvGrpSpPr>
        <p:grpSpPr>
          <a:xfrm>
            <a:off x="8859960" y="4869164"/>
            <a:ext cx="237600" cy="217440"/>
            <a:chOff x="8859960" y="4869164"/>
            <a:chExt cx="237600" cy="21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1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3BCEADA8-7E6B-78B1-7041-91CD49DB2C35}"/>
                    </a:ext>
                  </a:extLst>
                </p14:cNvPr>
                <p14:cNvContentPartPr/>
                <p14:nvPr/>
              </p14:nvContentPartPr>
              <p14:xfrm>
                <a:off x="9061200" y="5006684"/>
                <a:ext cx="36360" cy="7992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3BCEADA8-7E6B-78B1-7041-91CD49DB2C35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9052200" y="4998044"/>
                  <a:ext cx="540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3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11C74652-EFCE-735F-2C22-10A08F5CE198}"/>
                    </a:ext>
                  </a:extLst>
                </p14:cNvPr>
                <p14:cNvContentPartPr/>
                <p14:nvPr/>
              </p14:nvContentPartPr>
              <p14:xfrm>
                <a:off x="8859960" y="4869164"/>
                <a:ext cx="74520" cy="11736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11C74652-EFCE-735F-2C22-10A08F5CE198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8850960" y="4860524"/>
                  <a:ext cx="921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5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E57E90AB-1559-3270-258E-D2E8197E13BF}"/>
                    </a:ext>
                  </a:extLst>
                </p14:cNvPr>
                <p14:cNvContentPartPr/>
                <p14:nvPr/>
              </p14:nvContentPartPr>
              <p14:xfrm>
                <a:off x="8936640" y="4928924"/>
                <a:ext cx="99000" cy="8280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E57E90AB-1559-3270-258E-D2E8197E13BF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8928000" y="4920284"/>
                  <a:ext cx="116640" cy="10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91221CC3-98C0-01BE-5886-CC8A5562AB36}"/>
              </a:ext>
            </a:extLst>
          </p:cNvPr>
          <p:cNvGrpSpPr/>
          <p:nvPr/>
        </p:nvGrpSpPr>
        <p:grpSpPr>
          <a:xfrm>
            <a:off x="9857520" y="3032444"/>
            <a:ext cx="253080" cy="360720"/>
            <a:chOff x="9857520" y="3032444"/>
            <a:chExt cx="253080" cy="36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7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04C7504F-1410-3CCD-4B37-7F387C1D6D2F}"/>
                    </a:ext>
                  </a:extLst>
                </p14:cNvPr>
                <p14:cNvContentPartPr/>
                <p14:nvPr/>
              </p14:nvContentPartPr>
              <p14:xfrm>
                <a:off x="10000440" y="3032444"/>
                <a:ext cx="110160" cy="11844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04C7504F-1410-3CCD-4B37-7F387C1D6D2F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9991800" y="3023804"/>
                  <a:ext cx="1278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9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E36404CE-973F-B300-3CB5-D1B574A8A028}"/>
                    </a:ext>
                  </a:extLst>
                </p14:cNvPr>
                <p14:cNvContentPartPr/>
                <p14:nvPr/>
              </p14:nvContentPartPr>
              <p14:xfrm>
                <a:off x="9857520" y="3167084"/>
                <a:ext cx="96480" cy="11880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E36404CE-973F-B300-3CB5-D1B574A8A028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9848520" y="3158444"/>
                  <a:ext cx="1141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1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4B865537-F838-984E-04EB-769BF4D96E84}"/>
                    </a:ext>
                  </a:extLst>
                </p14:cNvPr>
                <p14:cNvContentPartPr/>
                <p14:nvPr/>
              </p14:nvContentPartPr>
              <p14:xfrm>
                <a:off x="9946440" y="3218924"/>
                <a:ext cx="130680" cy="17424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4B865537-F838-984E-04EB-769BF4D96E84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9937800" y="3210284"/>
                  <a:ext cx="148320" cy="19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14D68F3D-9B6E-CD5F-9220-E88C4355D88C}"/>
              </a:ext>
            </a:extLst>
          </p:cNvPr>
          <p:cNvGrpSpPr/>
          <p:nvPr/>
        </p:nvGrpSpPr>
        <p:grpSpPr>
          <a:xfrm>
            <a:off x="3300480" y="2987084"/>
            <a:ext cx="358560" cy="453240"/>
            <a:chOff x="3300480" y="2987084"/>
            <a:chExt cx="358560" cy="45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3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8271BB18-3EFB-BE77-46F5-A86BCBDE6C25}"/>
                    </a:ext>
                  </a:extLst>
                </p14:cNvPr>
                <p14:cNvContentPartPr/>
                <p14:nvPr/>
              </p14:nvContentPartPr>
              <p14:xfrm>
                <a:off x="3384000" y="3220004"/>
                <a:ext cx="360" cy="36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8271BB18-3EFB-BE77-46F5-A86BCBDE6C25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3375360" y="321136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5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CB6F6D50-68FB-2C7E-DCF5-7C57B36AA2D7}"/>
                    </a:ext>
                  </a:extLst>
                </p14:cNvPr>
                <p14:cNvContentPartPr/>
                <p14:nvPr/>
              </p14:nvContentPartPr>
              <p14:xfrm>
                <a:off x="3300480" y="3090764"/>
                <a:ext cx="134280" cy="13716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CB6F6D50-68FB-2C7E-DCF5-7C57B36AA2D7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3291840" y="3081764"/>
                  <a:ext cx="1519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7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653BBBDD-C54A-C35A-BACF-B6F7D3B4DC4D}"/>
                    </a:ext>
                  </a:extLst>
                </p14:cNvPr>
                <p14:cNvContentPartPr/>
                <p14:nvPr/>
              </p14:nvContentPartPr>
              <p14:xfrm>
                <a:off x="3453840" y="3050444"/>
                <a:ext cx="33120" cy="18180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653BBBDD-C54A-C35A-BACF-B6F7D3B4DC4D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3445200" y="3041804"/>
                  <a:ext cx="507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9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2A710106-1C62-2A69-9D76-1A05109937DE}"/>
                    </a:ext>
                  </a:extLst>
                </p14:cNvPr>
                <p14:cNvContentPartPr/>
                <p14:nvPr/>
              </p14:nvContentPartPr>
              <p14:xfrm>
                <a:off x="3536640" y="2987084"/>
                <a:ext cx="122400" cy="45324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2A710106-1C62-2A69-9D76-1A05109937DE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3527640" y="2978084"/>
                  <a:ext cx="140040" cy="47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0" name="Group 369">
            <a:extLst>
              <a:ext uri="{FF2B5EF4-FFF2-40B4-BE49-F238E27FC236}">
                <a16:creationId xmlns:a16="http://schemas.microsoft.com/office/drawing/2014/main" id="{BB03288B-106F-F655-2281-F2783008B4A9}"/>
              </a:ext>
            </a:extLst>
          </p:cNvPr>
          <p:cNvGrpSpPr/>
          <p:nvPr/>
        </p:nvGrpSpPr>
        <p:grpSpPr>
          <a:xfrm>
            <a:off x="3491640" y="5104604"/>
            <a:ext cx="282960" cy="313200"/>
            <a:chOff x="3491640" y="5104604"/>
            <a:chExt cx="28296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1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55C9D576-FBA8-4EC2-4AA9-4F4F6AEE432F}"/>
                    </a:ext>
                  </a:extLst>
                </p14:cNvPr>
                <p14:cNvContentPartPr/>
                <p14:nvPr/>
              </p14:nvContentPartPr>
              <p14:xfrm>
                <a:off x="3491640" y="5178764"/>
                <a:ext cx="105480" cy="16848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55C9D576-FBA8-4EC2-4AA9-4F4F6AEE432F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3483000" y="5170124"/>
                  <a:ext cx="1231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3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93878907-7198-D2C5-C08C-B06E885A71CE}"/>
                    </a:ext>
                  </a:extLst>
                </p14:cNvPr>
                <p14:cNvContentPartPr/>
                <p14:nvPr/>
              </p14:nvContentPartPr>
              <p14:xfrm>
                <a:off x="3633480" y="5128004"/>
                <a:ext cx="12960" cy="24840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93878907-7198-D2C5-C08C-B06E885A71CE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3624840" y="5119364"/>
                  <a:ext cx="306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5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AABFA3FD-9EBE-E475-C6DB-9D6EC847085A}"/>
                    </a:ext>
                  </a:extLst>
                </p14:cNvPr>
                <p14:cNvContentPartPr/>
                <p14:nvPr/>
              </p14:nvContentPartPr>
              <p14:xfrm>
                <a:off x="3684240" y="5104604"/>
                <a:ext cx="90360" cy="31320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AABFA3FD-9EBE-E475-C6DB-9D6EC847085A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3675240" y="5095604"/>
                  <a:ext cx="108000" cy="33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9" name="Group 368">
            <a:extLst>
              <a:ext uri="{FF2B5EF4-FFF2-40B4-BE49-F238E27FC236}">
                <a16:creationId xmlns:a16="http://schemas.microsoft.com/office/drawing/2014/main" id="{4562C035-2ED5-459E-6506-9F3A42D6180A}"/>
              </a:ext>
            </a:extLst>
          </p:cNvPr>
          <p:cNvGrpSpPr/>
          <p:nvPr/>
        </p:nvGrpSpPr>
        <p:grpSpPr>
          <a:xfrm>
            <a:off x="3925080" y="5294684"/>
            <a:ext cx="180000" cy="205920"/>
            <a:chOff x="3925080" y="5294684"/>
            <a:chExt cx="180000" cy="20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7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ED04B025-8B9B-F692-CA0D-73D9B0CBA334}"/>
                    </a:ext>
                  </a:extLst>
                </p14:cNvPr>
                <p14:cNvContentPartPr/>
                <p14:nvPr/>
              </p14:nvContentPartPr>
              <p14:xfrm>
                <a:off x="3925080" y="5339684"/>
                <a:ext cx="178200" cy="3168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ED04B025-8B9B-F692-CA0D-73D9B0CBA334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3916440" y="5330684"/>
                  <a:ext cx="1958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9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FF6959A4-7163-41E9-7E52-C1A190DB887A}"/>
                    </a:ext>
                  </a:extLst>
                </p14:cNvPr>
                <p14:cNvContentPartPr/>
                <p14:nvPr/>
              </p14:nvContentPartPr>
              <p14:xfrm>
                <a:off x="3966480" y="5294684"/>
                <a:ext cx="138600" cy="20592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FF6959A4-7163-41E9-7E52-C1A190DB887A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3957840" y="5286044"/>
                  <a:ext cx="156240" cy="22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8" name="Group 367">
            <a:extLst>
              <a:ext uri="{FF2B5EF4-FFF2-40B4-BE49-F238E27FC236}">
                <a16:creationId xmlns:a16="http://schemas.microsoft.com/office/drawing/2014/main" id="{E0E8A3E2-E6DA-E62E-A160-A4D2A635DFA5}"/>
              </a:ext>
            </a:extLst>
          </p:cNvPr>
          <p:cNvGrpSpPr/>
          <p:nvPr/>
        </p:nvGrpSpPr>
        <p:grpSpPr>
          <a:xfrm>
            <a:off x="3680280" y="6354524"/>
            <a:ext cx="600120" cy="342000"/>
            <a:chOff x="3680280" y="6354524"/>
            <a:chExt cx="600120" cy="34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1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9D3F1047-8BCE-2165-AC9A-6A2D9F501144}"/>
                    </a:ext>
                  </a:extLst>
                </p14:cNvPr>
                <p14:cNvContentPartPr/>
                <p14:nvPr/>
              </p14:nvContentPartPr>
              <p14:xfrm>
                <a:off x="3680280" y="6433004"/>
                <a:ext cx="122040" cy="17100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9D3F1047-8BCE-2165-AC9A-6A2D9F501144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3671280" y="6424004"/>
                  <a:ext cx="1396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3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C86B02CB-5409-572E-025D-56271A6E8E1A}"/>
                    </a:ext>
                  </a:extLst>
                </p14:cNvPr>
                <p14:cNvContentPartPr/>
                <p14:nvPr/>
              </p14:nvContentPartPr>
              <p14:xfrm>
                <a:off x="3836520" y="6437684"/>
                <a:ext cx="78120" cy="19764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C86B02CB-5409-572E-025D-56271A6E8E1A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3827520" y="6429044"/>
                  <a:ext cx="957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5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6E7C20D2-6D3D-DDA8-E650-6559775C8737}"/>
                    </a:ext>
                  </a:extLst>
                </p14:cNvPr>
                <p14:cNvContentPartPr/>
                <p14:nvPr/>
              </p14:nvContentPartPr>
              <p14:xfrm>
                <a:off x="3952080" y="6354524"/>
                <a:ext cx="114120" cy="30564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6E7C20D2-6D3D-DDA8-E650-6559775C8737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3943080" y="6345884"/>
                  <a:ext cx="13176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7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E56A85DE-03F5-C0F4-9E12-918F13F6E817}"/>
                    </a:ext>
                  </a:extLst>
                </p14:cNvPr>
                <p14:cNvContentPartPr/>
                <p14:nvPr/>
              </p14:nvContentPartPr>
              <p14:xfrm>
                <a:off x="4140000" y="6528404"/>
                <a:ext cx="140400" cy="16812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E56A85DE-03F5-C0F4-9E12-918F13F6E817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4131360" y="6519404"/>
                  <a:ext cx="158040" cy="185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37533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96D676B-5B67-3A95-1152-3A101C6295E3}"/>
                  </a:ext>
                </a:extLst>
              </p14:cNvPr>
              <p14:cNvContentPartPr/>
              <p14:nvPr/>
            </p14:nvContentPartPr>
            <p14:xfrm>
              <a:off x="2276410" y="803145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96D676B-5B67-3A95-1152-3A101C6295E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67770" y="794505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34D54D22-0BA9-7C68-A644-288C5016F152}"/>
              </a:ext>
            </a:extLst>
          </p:cNvPr>
          <p:cNvGrpSpPr/>
          <p:nvPr/>
        </p:nvGrpSpPr>
        <p:grpSpPr>
          <a:xfrm>
            <a:off x="2263810" y="318585"/>
            <a:ext cx="800280" cy="316800"/>
            <a:chOff x="2263810" y="318585"/>
            <a:chExt cx="800280" cy="31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BE2E003-47C5-7DBE-74FE-8A02CD4F33B8}"/>
                    </a:ext>
                  </a:extLst>
                </p14:cNvPr>
                <p14:cNvContentPartPr/>
                <p14:nvPr/>
              </p14:nvContentPartPr>
              <p14:xfrm>
                <a:off x="2263810" y="318585"/>
                <a:ext cx="203760" cy="234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BE2E003-47C5-7DBE-74FE-8A02CD4F33B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255170" y="309945"/>
                  <a:ext cx="2214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56CF68F-BCD4-85F1-53F1-3BB32BB628D5}"/>
                    </a:ext>
                  </a:extLst>
                </p14:cNvPr>
                <p14:cNvContentPartPr/>
                <p14:nvPr/>
              </p14:nvContentPartPr>
              <p14:xfrm>
                <a:off x="2571610" y="320025"/>
                <a:ext cx="110880" cy="189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56CF68F-BCD4-85F1-53F1-3BB32BB628D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62610" y="311385"/>
                  <a:ext cx="1285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7B05C40-69FD-40CB-0D86-4C48C0B0ADAC}"/>
                    </a:ext>
                  </a:extLst>
                </p14:cNvPr>
                <p14:cNvContentPartPr/>
                <p14:nvPr/>
              </p14:nvContentPartPr>
              <p14:xfrm>
                <a:off x="2519410" y="399225"/>
                <a:ext cx="125640" cy="37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7B05C40-69FD-40CB-0D86-4C48C0B0ADA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510770" y="390225"/>
                  <a:ext cx="1432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5E41E2C-62F6-E179-631D-58EE80C4D45D}"/>
                    </a:ext>
                  </a:extLst>
                </p14:cNvPr>
                <p14:cNvContentPartPr/>
                <p14:nvPr/>
              </p14:nvContentPartPr>
              <p14:xfrm>
                <a:off x="2686810" y="369705"/>
                <a:ext cx="156240" cy="2656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5E41E2C-62F6-E179-631D-58EE80C4D45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78170" y="361065"/>
                  <a:ext cx="1738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04115AB-7ABB-6B51-0DC7-85EB602CFE8B}"/>
                    </a:ext>
                  </a:extLst>
                </p14:cNvPr>
                <p14:cNvContentPartPr/>
                <p14:nvPr/>
              </p14:nvContentPartPr>
              <p14:xfrm>
                <a:off x="2849530" y="402825"/>
                <a:ext cx="87120" cy="110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04115AB-7ABB-6B51-0DC7-85EB602CFE8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40530" y="394185"/>
                  <a:ext cx="1047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A82256C-A703-3E3A-379C-6F3DF906EE19}"/>
                    </a:ext>
                  </a:extLst>
                </p14:cNvPr>
                <p14:cNvContentPartPr/>
                <p14:nvPr/>
              </p14:nvContentPartPr>
              <p14:xfrm>
                <a:off x="2996770" y="376545"/>
                <a:ext cx="67320" cy="1540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A82256C-A703-3E3A-379C-6F3DF906EE1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987770" y="367545"/>
                  <a:ext cx="84960" cy="17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DCC8FBF-C50D-7294-2571-70F729920B9E}"/>
              </a:ext>
            </a:extLst>
          </p:cNvPr>
          <p:cNvGrpSpPr/>
          <p:nvPr/>
        </p:nvGrpSpPr>
        <p:grpSpPr>
          <a:xfrm>
            <a:off x="3426250" y="232545"/>
            <a:ext cx="282600" cy="495000"/>
            <a:chOff x="3426250" y="232545"/>
            <a:chExt cx="282600" cy="49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EBBFAC7-2C76-19B2-37EB-964412AD7898}"/>
                    </a:ext>
                  </a:extLst>
                </p14:cNvPr>
                <p14:cNvContentPartPr/>
                <p14:nvPr/>
              </p14:nvContentPartPr>
              <p14:xfrm>
                <a:off x="3426250" y="232545"/>
                <a:ext cx="282600" cy="495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EBBFAC7-2C76-19B2-37EB-964412AD789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417610" y="223545"/>
                  <a:ext cx="300240" cy="51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3654D31-BB43-F98C-809A-71F53B16C153}"/>
                    </a:ext>
                  </a:extLst>
                </p14:cNvPr>
                <p14:cNvContentPartPr/>
                <p14:nvPr/>
              </p14:nvContentPartPr>
              <p14:xfrm>
                <a:off x="3578170" y="507945"/>
                <a:ext cx="90000" cy="59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3654D31-BB43-F98C-809A-71F53B16C15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569530" y="499305"/>
                  <a:ext cx="107640" cy="7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BBC1EF1-2F4A-2BD2-6AE6-642898AB7A1A}"/>
              </a:ext>
            </a:extLst>
          </p:cNvPr>
          <p:cNvGrpSpPr/>
          <p:nvPr/>
        </p:nvGrpSpPr>
        <p:grpSpPr>
          <a:xfrm>
            <a:off x="4165330" y="278985"/>
            <a:ext cx="1372320" cy="292680"/>
            <a:chOff x="4165330" y="278985"/>
            <a:chExt cx="1372320" cy="29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5191764-2C3C-FF69-EA16-A7B23EF7CA4A}"/>
                    </a:ext>
                  </a:extLst>
                </p14:cNvPr>
                <p14:cNvContentPartPr/>
                <p14:nvPr/>
              </p14:nvContentPartPr>
              <p14:xfrm>
                <a:off x="4192690" y="278985"/>
                <a:ext cx="47160" cy="292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5191764-2C3C-FF69-EA16-A7B23EF7CA4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184050" y="269985"/>
                  <a:ext cx="648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C0D055B-B1C3-AF2A-FD50-DD4DC4AD2B59}"/>
                    </a:ext>
                  </a:extLst>
                </p14:cNvPr>
                <p14:cNvContentPartPr/>
                <p14:nvPr/>
              </p14:nvContentPartPr>
              <p14:xfrm>
                <a:off x="4165330" y="310665"/>
                <a:ext cx="239040" cy="195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C0D055B-B1C3-AF2A-FD50-DD4DC4AD2B5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156690" y="301665"/>
                  <a:ext cx="2566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A4865C7-70F8-5523-D87E-2F00D9653D07}"/>
                    </a:ext>
                  </a:extLst>
                </p14:cNvPr>
                <p14:cNvContentPartPr/>
                <p14:nvPr/>
              </p14:nvContentPartPr>
              <p14:xfrm>
                <a:off x="4446130" y="439905"/>
                <a:ext cx="132120" cy="12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A4865C7-70F8-5523-D87E-2F00D9653D0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437490" y="430905"/>
                  <a:ext cx="1497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1A18080-DC21-3A72-0F82-A2F32064B2B9}"/>
                    </a:ext>
                  </a:extLst>
                </p14:cNvPr>
                <p14:cNvContentPartPr/>
                <p14:nvPr/>
              </p14:nvContentPartPr>
              <p14:xfrm>
                <a:off x="4686250" y="425145"/>
                <a:ext cx="220680" cy="129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1A18080-DC21-3A72-0F82-A2F32064B2B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677610" y="416505"/>
                  <a:ext cx="2383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403339B-3F1B-A641-57D0-0E961BE75C56}"/>
                    </a:ext>
                  </a:extLst>
                </p14:cNvPr>
                <p14:cNvContentPartPr/>
                <p14:nvPr/>
              </p14:nvContentPartPr>
              <p14:xfrm>
                <a:off x="4937890" y="440985"/>
                <a:ext cx="340920" cy="126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403339B-3F1B-A641-57D0-0E961BE75C5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28890" y="432345"/>
                  <a:ext cx="3585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F52BCB9-B3E6-E83F-6679-2819EF4230D8}"/>
                    </a:ext>
                  </a:extLst>
                </p14:cNvPr>
                <p14:cNvContentPartPr/>
                <p14:nvPr/>
              </p14:nvContentPartPr>
              <p14:xfrm>
                <a:off x="5301130" y="462585"/>
                <a:ext cx="108720" cy="89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F52BCB9-B3E6-E83F-6679-2819EF4230D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292490" y="453945"/>
                  <a:ext cx="1263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B9FF7CC-8FC4-F07D-C6E6-CB899C457219}"/>
                    </a:ext>
                  </a:extLst>
                </p14:cNvPr>
                <p14:cNvContentPartPr/>
                <p14:nvPr/>
              </p14:nvContentPartPr>
              <p14:xfrm>
                <a:off x="5494450" y="435225"/>
                <a:ext cx="43200" cy="1346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B9FF7CC-8FC4-F07D-C6E6-CB899C45721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485450" y="426585"/>
                  <a:ext cx="60840" cy="15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F15FCD41-C36D-8F7C-DF83-F55DFEEB4823}"/>
                  </a:ext>
                </a:extLst>
              </p14:cNvPr>
              <p14:cNvContentPartPr/>
              <p14:nvPr/>
            </p14:nvContentPartPr>
            <p14:xfrm>
              <a:off x="2006410" y="738345"/>
              <a:ext cx="1612080" cy="838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F15FCD41-C36D-8F7C-DF83-F55DFEEB482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997770" y="729705"/>
                <a:ext cx="162972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71FD91AB-74B8-307A-88C2-ACD38BF2DBE8}"/>
                  </a:ext>
                </a:extLst>
              </p14:cNvPr>
              <p14:cNvContentPartPr/>
              <p14:nvPr/>
            </p14:nvContentPartPr>
            <p14:xfrm>
              <a:off x="3968770" y="763905"/>
              <a:ext cx="1620000" cy="230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71FD91AB-74B8-307A-88C2-ACD38BF2DBE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960130" y="754905"/>
                <a:ext cx="1637640" cy="4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C500A8E5-7B0E-AD83-BAA0-BEBA1386830E}"/>
              </a:ext>
            </a:extLst>
          </p:cNvPr>
          <p:cNvGrpSpPr/>
          <p:nvPr/>
        </p:nvGrpSpPr>
        <p:grpSpPr>
          <a:xfrm>
            <a:off x="5958490" y="321105"/>
            <a:ext cx="3461040" cy="657360"/>
            <a:chOff x="5958490" y="321105"/>
            <a:chExt cx="3461040" cy="65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71CC3CC-C775-C959-36F7-412E5F19362A}"/>
                    </a:ext>
                  </a:extLst>
                </p14:cNvPr>
                <p14:cNvContentPartPr/>
                <p14:nvPr/>
              </p14:nvContentPartPr>
              <p14:xfrm>
                <a:off x="5958490" y="322905"/>
                <a:ext cx="346320" cy="2584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71CC3CC-C775-C959-36F7-412E5F19362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949850" y="314265"/>
                  <a:ext cx="3639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9836035-C4C0-F727-220A-E471E89A4568}"/>
                    </a:ext>
                  </a:extLst>
                </p14:cNvPr>
                <p14:cNvContentPartPr/>
                <p14:nvPr/>
              </p14:nvContentPartPr>
              <p14:xfrm>
                <a:off x="6327850" y="462585"/>
                <a:ext cx="207360" cy="90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9836035-C4C0-F727-220A-E471E89A456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318850" y="453945"/>
                  <a:ext cx="225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163D02C-78C7-69CB-DA47-696FF91CA63F}"/>
                    </a:ext>
                  </a:extLst>
                </p14:cNvPr>
                <p14:cNvContentPartPr/>
                <p14:nvPr/>
              </p14:nvContentPartPr>
              <p14:xfrm>
                <a:off x="6526930" y="421185"/>
                <a:ext cx="81720" cy="129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163D02C-78C7-69CB-DA47-696FF91CA63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517930" y="412545"/>
                  <a:ext cx="993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9409EA7-2C50-E8BF-1910-313F38D1A449}"/>
                    </a:ext>
                  </a:extLst>
                </p14:cNvPr>
                <p14:cNvContentPartPr/>
                <p14:nvPr/>
              </p14:nvContentPartPr>
              <p14:xfrm>
                <a:off x="6655810" y="364305"/>
                <a:ext cx="73800" cy="196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9409EA7-2C50-E8BF-1910-313F38D1A44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647170" y="355665"/>
                  <a:ext cx="914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07D558A-5E50-D9E9-3153-D578FC866ABD}"/>
                    </a:ext>
                  </a:extLst>
                </p14:cNvPr>
                <p14:cNvContentPartPr/>
                <p14:nvPr/>
              </p14:nvContentPartPr>
              <p14:xfrm>
                <a:off x="6661570" y="447825"/>
                <a:ext cx="103680" cy="13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07D558A-5E50-D9E9-3153-D578FC866AB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652570" y="439185"/>
                  <a:ext cx="1213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532E27C-742E-3597-7B77-E6B8992C9D9C}"/>
                    </a:ext>
                  </a:extLst>
                </p14:cNvPr>
                <p14:cNvContentPartPr/>
                <p14:nvPr/>
              </p14:nvContentPartPr>
              <p14:xfrm>
                <a:off x="6755890" y="419745"/>
                <a:ext cx="86400" cy="111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532E27C-742E-3597-7B77-E6B8992C9D9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746890" y="411105"/>
                  <a:ext cx="1040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29C5B5A-D058-4751-D157-F675D1B8DDE8}"/>
                    </a:ext>
                  </a:extLst>
                </p14:cNvPr>
                <p14:cNvContentPartPr/>
                <p14:nvPr/>
              </p14:nvContentPartPr>
              <p14:xfrm>
                <a:off x="6894490" y="429825"/>
                <a:ext cx="132840" cy="1072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29C5B5A-D058-4751-D157-F675D1B8DDE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885850" y="421185"/>
                  <a:ext cx="1504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AE86938-79BD-5FEA-7FB6-B5F75428A357}"/>
                    </a:ext>
                  </a:extLst>
                </p14:cNvPr>
                <p14:cNvContentPartPr/>
                <p14:nvPr/>
              </p14:nvContentPartPr>
              <p14:xfrm>
                <a:off x="7091770" y="422625"/>
                <a:ext cx="44640" cy="118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AE86938-79BD-5FEA-7FB6-B5F75428A35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083130" y="413625"/>
                  <a:ext cx="622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241BB8D-39CC-82A2-DA71-D5C9CA0C45E8}"/>
                    </a:ext>
                  </a:extLst>
                </p14:cNvPr>
                <p14:cNvContentPartPr/>
                <p14:nvPr/>
              </p14:nvContentPartPr>
              <p14:xfrm>
                <a:off x="7092490" y="344505"/>
                <a:ext cx="83880" cy="489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241BB8D-39CC-82A2-DA71-D5C9CA0C45E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083850" y="335505"/>
                  <a:ext cx="1015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63502FE-6E12-2E9C-8D20-E40A33046D90}"/>
                    </a:ext>
                  </a:extLst>
                </p14:cNvPr>
                <p14:cNvContentPartPr/>
                <p14:nvPr/>
              </p14:nvContentPartPr>
              <p14:xfrm>
                <a:off x="7277170" y="467265"/>
                <a:ext cx="178560" cy="93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63502FE-6E12-2E9C-8D20-E40A33046D9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268170" y="458265"/>
                  <a:ext cx="1962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91058CB-9D16-682D-D313-5AAD23265D3A}"/>
                    </a:ext>
                  </a:extLst>
                </p14:cNvPr>
                <p14:cNvContentPartPr/>
                <p14:nvPr/>
              </p14:nvContentPartPr>
              <p14:xfrm>
                <a:off x="7499650" y="458625"/>
                <a:ext cx="203040" cy="519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91058CB-9D16-682D-D313-5AAD23265D3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491010" y="449985"/>
                  <a:ext cx="220680" cy="5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952DFC7-7A3C-5AB4-3623-3EF2387C1ADB}"/>
                    </a:ext>
                  </a:extLst>
                </p14:cNvPr>
                <p14:cNvContentPartPr/>
                <p14:nvPr/>
              </p14:nvContentPartPr>
              <p14:xfrm>
                <a:off x="8079610" y="358545"/>
                <a:ext cx="194760" cy="2282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952DFC7-7A3C-5AB4-3623-3EF2387C1AD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070610" y="349545"/>
                  <a:ext cx="2124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BA10893-8506-DEC7-B94C-42FFEC8A1E09}"/>
                    </a:ext>
                  </a:extLst>
                </p14:cNvPr>
                <p14:cNvContentPartPr/>
                <p14:nvPr/>
              </p14:nvContentPartPr>
              <p14:xfrm>
                <a:off x="8022730" y="505425"/>
                <a:ext cx="225360" cy="7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BA10893-8506-DEC7-B94C-42FFEC8A1E0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013730" y="496425"/>
                  <a:ext cx="2430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0000A67-08A9-B92B-5E9A-CF3917AD2E98}"/>
                    </a:ext>
                  </a:extLst>
                </p14:cNvPr>
                <p14:cNvContentPartPr/>
                <p14:nvPr/>
              </p14:nvContentPartPr>
              <p14:xfrm>
                <a:off x="8339890" y="321105"/>
                <a:ext cx="104400" cy="250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0000A67-08A9-B92B-5E9A-CF3917AD2E9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330890" y="312105"/>
                  <a:ext cx="1220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078778E-6112-4094-942E-744BEE6A9A3C}"/>
                    </a:ext>
                  </a:extLst>
                </p14:cNvPr>
                <p14:cNvContentPartPr/>
                <p14:nvPr/>
              </p14:nvContentPartPr>
              <p14:xfrm>
                <a:off x="8484250" y="466545"/>
                <a:ext cx="147600" cy="387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078778E-6112-4094-942E-744BEE6A9A3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475250" y="457905"/>
                  <a:ext cx="16524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F59A3A8-A670-D303-A7F9-6456D0DBC8A4}"/>
                    </a:ext>
                  </a:extLst>
                </p14:cNvPr>
                <p14:cNvContentPartPr/>
                <p14:nvPr/>
              </p14:nvContentPartPr>
              <p14:xfrm>
                <a:off x="8705650" y="462585"/>
                <a:ext cx="213480" cy="128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F59A3A8-A670-D303-A7F9-6456D0DBC8A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697010" y="453945"/>
                  <a:ext cx="2311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489329D-20DE-369F-3FF5-9B28C7C03E6B}"/>
                    </a:ext>
                  </a:extLst>
                </p14:cNvPr>
                <p14:cNvContentPartPr/>
                <p14:nvPr/>
              </p14:nvContentPartPr>
              <p14:xfrm>
                <a:off x="8937490" y="447105"/>
                <a:ext cx="63000" cy="154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489329D-20DE-369F-3FF5-9B28C7C03E6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928490" y="438465"/>
                  <a:ext cx="806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780952A-4BB5-9080-4B79-219BAA69909B}"/>
                    </a:ext>
                  </a:extLst>
                </p14:cNvPr>
                <p14:cNvContentPartPr/>
                <p14:nvPr/>
              </p14:nvContentPartPr>
              <p14:xfrm>
                <a:off x="8908330" y="365385"/>
                <a:ext cx="113040" cy="74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780952A-4BB5-9080-4B79-219BAA69909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899330" y="356745"/>
                  <a:ext cx="1306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8AB2ADB-9B52-2A36-301C-310561D0E90C}"/>
                    </a:ext>
                  </a:extLst>
                </p14:cNvPr>
                <p14:cNvContentPartPr/>
                <p14:nvPr/>
              </p14:nvContentPartPr>
              <p14:xfrm>
                <a:off x="9102370" y="417225"/>
                <a:ext cx="10440" cy="1728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8AB2ADB-9B52-2A36-301C-310561D0E90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093730" y="408225"/>
                  <a:ext cx="280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85ECE65-2FD3-428C-03A9-AD3811A4DF89}"/>
                    </a:ext>
                  </a:extLst>
                </p14:cNvPr>
                <p14:cNvContentPartPr/>
                <p14:nvPr/>
              </p14:nvContentPartPr>
              <p14:xfrm>
                <a:off x="9069250" y="503985"/>
                <a:ext cx="113760" cy="59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85ECE65-2FD3-428C-03A9-AD3811A4DF8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060250" y="495345"/>
                  <a:ext cx="1314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07B6EAA-E477-B897-8E24-F3C6D822FA5C}"/>
                    </a:ext>
                  </a:extLst>
                </p14:cNvPr>
                <p14:cNvContentPartPr/>
                <p14:nvPr/>
              </p14:nvContentPartPr>
              <p14:xfrm>
                <a:off x="9230890" y="388425"/>
                <a:ext cx="145440" cy="264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07B6EAA-E477-B897-8E24-F3C6D822FA5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221890" y="379785"/>
                  <a:ext cx="1630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D093916-1D20-2898-D761-A14BBF3C1B7B}"/>
                    </a:ext>
                  </a:extLst>
                </p14:cNvPr>
                <p14:cNvContentPartPr/>
                <p14:nvPr/>
              </p14:nvContentPartPr>
              <p14:xfrm>
                <a:off x="6111130" y="753105"/>
                <a:ext cx="1135800" cy="59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D093916-1D20-2898-D761-A14BBF3C1B7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102130" y="744465"/>
                  <a:ext cx="11534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C0E6803-0C90-5CBA-0645-EC4F6785F5CC}"/>
                    </a:ext>
                  </a:extLst>
                </p14:cNvPr>
                <p14:cNvContentPartPr/>
                <p14:nvPr/>
              </p14:nvContentPartPr>
              <p14:xfrm>
                <a:off x="7637890" y="753465"/>
                <a:ext cx="942480" cy="248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C0E6803-0C90-5CBA-0645-EC4F6785F5C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28890" y="744825"/>
                  <a:ext cx="9601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0202639-61D9-D53A-09A5-7EB522C5ADCF}"/>
                    </a:ext>
                  </a:extLst>
                </p14:cNvPr>
                <p14:cNvContentPartPr/>
                <p14:nvPr/>
              </p14:nvContentPartPr>
              <p14:xfrm>
                <a:off x="9006610" y="693705"/>
                <a:ext cx="412920" cy="69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0202639-61D9-D53A-09A5-7EB522C5ADC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997610" y="685065"/>
                  <a:ext cx="430560" cy="8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44442A7C-532C-2556-12BC-A32A0F9EDB33}"/>
                  </a:ext>
                </a:extLst>
              </p14:cNvPr>
              <p14:cNvContentPartPr/>
              <p14:nvPr/>
            </p14:nvContentPartPr>
            <p14:xfrm>
              <a:off x="1379290" y="1812585"/>
              <a:ext cx="15480" cy="1188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44442A7C-532C-2556-12BC-A32A0F9EDB33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370650" y="1803945"/>
                <a:ext cx="33120" cy="2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AE2CC5F1-9EFD-0F88-3BC0-492FA7D1AD48}"/>
              </a:ext>
            </a:extLst>
          </p:cNvPr>
          <p:cNvGrpSpPr/>
          <p:nvPr/>
        </p:nvGrpSpPr>
        <p:grpSpPr>
          <a:xfrm>
            <a:off x="854050" y="1188705"/>
            <a:ext cx="192960" cy="309600"/>
            <a:chOff x="854050" y="1188705"/>
            <a:chExt cx="192960" cy="30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E68F42F-3238-F1DE-7B29-6AEF7D95861B}"/>
                    </a:ext>
                  </a:extLst>
                </p14:cNvPr>
                <p14:cNvContentPartPr/>
                <p14:nvPr/>
              </p14:nvContentPartPr>
              <p14:xfrm>
                <a:off x="854050" y="1188705"/>
                <a:ext cx="42120" cy="1602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E68F42F-3238-F1DE-7B29-6AEF7D95861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5050" y="1179705"/>
                  <a:ext cx="597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25C51A5-D10B-D537-F4EE-CF4A38D6F771}"/>
                    </a:ext>
                  </a:extLst>
                </p14:cNvPr>
                <p14:cNvContentPartPr/>
                <p14:nvPr/>
              </p14:nvContentPartPr>
              <p14:xfrm>
                <a:off x="924250" y="1218225"/>
                <a:ext cx="122760" cy="280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25C51A5-D10B-D537-F4EE-CF4A38D6F77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15610" y="1209225"/>
                  <a:ext cx="140400" cy="29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7E5F9A3-7B46-7127-C57F-8AD0E9192440}"/>
              </a:ext>
            </a:extLst>
          </p:cNvPr>
          <p:cNvGrpSpPr/>
          <p:nvPr/>
        </p:nvGrpSpPr>
        <p:grpSpPr>
          <a:xfrm>
            <a:off x="1403770" y="1027065"/>
            <a:ext cx="1395360" cy="446400"/>
            <a:chOff x="1403770" y="1027065"/>
            <a:chExt cx="1395360" cy="44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1BD23F5-E509-102D-B8A8-E08EA33FA517}"/>
                    </a:ext>
                  </a:extLst>
                </p14:cNvPr>
                <p14:cNvContentPartPr/>
                <p14:nvPr/>
              </p14:nvContentPartPr>
              <p14:xfrm>
                <a:off x="1584490" y="1107345"/>
                <a:ext cx="8280" cy="457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1BD23F5-E509-102D-B8A8-E08EA33FA51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575850" y="1098345"/>
                  <a:ext cx="259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00CA8A5-3E75-1E47-DE85-461FA2BE4134}"/>
                    </a:ext>
                  </a:extLst>
                </p14:cNvPr>
                <p14:cNvContentPartPr/>
                <p14:nvPr/>
              </p14:nvContentPartPr>
              <p14:xfrm>
                <a:off x="1575490" y="1121745"/>
                <a:ext cx="16560" cy="196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00CA8A5-3E75-1E47-DE85-461FA2BE413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566490" y="1113105"/>
                  <a:ext cx="342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C83908D-E722-B8D2-B78A-A3EAE2E651F9}"/>
                    </a:ext>
                  </a:extLst>
                </p14:cNvPr>
                <p14:cNvContentPartPr/>
                <p14:nvPr/>
              </p14:nvContentPartPr>
              <p14:xfrm>
                <a:off x="1403770" y="1079625"/>
                <a:ext cx="428760" cy="393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C83908D-E722-B8D2-B78A-A3EAE2E651F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394770" y="1070625"/>
                  <a:ext cx="4464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249E408-C7B7-0660-85C6-31B5C9989407}"/>
                    </a:ext>
                  </a:extLst>
                </p14:cNvPr>
                <p14:cNvContentPartPr/>
                <p14:nvPr/>
              </p14:nvContentPartPr>
              <p14:xfrm>
                <a:off x="1947730" y="1238745"/>
                <a:ext cx="165240" cy="1220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249E408-C7B7-0660-85C6-31B5C998940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938730" y="1230105"/>
                  <a:ext cx="1828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0F39CAA-C8C6-1601-4CBD-D758DDDCDF0E}"/>
                    </a:ext>
                  </a:extLst>
                </p14:cNvPr>
                <p14:cNvContentPartPr/>
                <p14:nvPr/>
              </p14:nvContentPartPr>
              <p14:xfrm>
                <a:off x="2165170" y="1267545"/>
                <a:ext cx="219960" cy="968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0F39CAA-C8C6-1601-4CBD-D758DDDCDF0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156530" y="1258905"/>
                  <a:ext cx="2376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A1303C5-0EE2-8D0B-5627-9836F2FE91BE}"/>
                    </a:ext>
                  </a:extLst>
                </p14:cNvPr>
                <p14:cNvContentPartPr/>
                <p14:nvPr/>
              </p14:nvContentPartPr>
              <p14:xfrm>
                <a:off x="2277130" y="1177905"/>
                <a:ext cx="101520" cy="619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A1303C5-0EE2-8D0B-5627-9836F2FE91B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268490" y="1169265"/>
                  <a:ext cx="1191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48F2BA1-4345-4969-C1E2-583DA4651F32}"/>
                    </a:ext>
                  </a:extLst>
                </p14:cNvPr>
                <p14:cNvContentPartPr/>
                <p14:nvPr/>
              </p14:nvContentPartPr>
              <p14:xfrm>
                <a:off x="2436970" y="1027065"/>
                <a:ext cx="362160" cy="405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48F2BA1-4345-4969-C1E2-583DA4651F3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427970" y="1018425"/>
                  <a:ext cx="379800" cy="42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B30406B4-510E-4B7A-E07E-0555D6431915}"/>
              </a:ext>
            </a:extLst>
          </p:cNvPr>
          <p:cNvGrpSpPr/>
          <p:nvPr/>
        </p:nvGrpSpPr>
        <p:grpSpPr>
          <a:xfrm>
            <a:off x="3094330" y="1118505"/>
            <a:ext cx="487800" cy="237600"/>
            <a:chOff x="3094330" y="1118505"/>
            <a:chExt cx="48780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66A2B16-79CB-BF85-D107-C47E0C155892}"/>
                    </a:ext>
                  </a:extLst>
                </p14:cNvPr>
                <p14:cNvContentPartPr/>
                <p14:nvPr/>
              </p14:nvContentPartPr>
              <p14:xfrm>
                <a:off x="3094330" y="1230105"/>
                <a:ext cx="218520" cy="1260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66A2B16-79CB-BF85-D107-C47E0C15589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085690" y="1221465"/>
                  <a:ext cx="2361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F4DC4A9-C2D1-C1A4-EC81-2574038C88E1}"/>
                    </a:ext>
                  </a:extLst>
                </p14:cNvPr>
                <p14:cNvContentPartPr/>
                <p14:nvPr/>
              </p14:nvContentPartPr>
              <p14:xfrm>
                <a:off x="3319690" y="1262145"/>
                <a:ext cx="78840" cy="921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F4DC4A9-C2D1-C1A4-EC81-2574038C88E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310690" y="1253505"/>
                  <a:ext cx="964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461B687-977A-738F-03EE-D7A542598E4D}"/>
                    </a:ext>
                  </a:extLst>
                </p14:cNvPr>
                <p14:cNvContentPartPr/>
                <p14:nvPr/>
              </p14:nvContentPartPr>
              <p14:xfrm>
                <a:off x="3370090" y="1118505"/>
                <a:ext cx="168480" cy="766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461B687-977A-738F-03EE-D7A542598E4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361450" y="1109865"/>
                  <a:ext cx="1861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5E97299-2509-99B7-25DD-85A7E3101191}"/>
                    </a:ext>
                  </a:extLst>
                </p14:cNvPr>
                <p14:cNvContentPartPr/>
                <p14:nvPr/>
              </p14:nvContentPartPr>
              <p14:xfrm>
                <a:off x="3441370" y="1216065"/>
                <a:ext cx="140760" cy="331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5E97299-2509-99B7-25DD-85A7E310119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432730" y="1207425"/>
                  <a:ext cx="158400" cy="5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008EE88-E53E-6CE3-84FA-0C9AD2F5D0EA}"/>
              </a:ext>
            </a:extLst>
          </p:cNvPr>
          <p:cNvGrpSpPr/>
          <p:nvPr/>
        </p:nvGrpSpPr>
        <p:grpSpPr>
          <a:xfrm>
            <a:off x="3871930" y="1033545"/>
            <a:ext cx="289800" cy="474120"/>
            <a:chOff x="3871930" y="1033545"/>
            <a:chExt cx="289800" cy="47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0CC8C35-F854-2EC8-E6C2-407A0D2850E4}"/>
                    </a:ext>
                  </a:extLst>
                </p14:cNvPr>
                <p14:cNvContentPartPr/>
                <p14:nvPr/>
              </p14:nvContentPartPr>
              <p14:xfrm>
                <a:off x="3871930" y="1033545"/>
                <a:ext cx="289800" cy="4741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0CC8C35-F854-2EC8-E6C2-407A0D2850E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862930" y="1024905"/>
                  <a:ext cx="30744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057C938-1E5D-BAB8-C8AA-2E2B458A67D0}"/>
                    </a:ext>
                  </a:extLst>
                </p14:cNvPr>
                <p14:cNvContentPartPr/>
                <p14:nvPr/>
              </p14:nvContentPartPr>
              <p14:xfrm>
                <a:off x="3979570" y="1339545"/>
                <a:ext cx="120240" cy="550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057C938-1E5D-BAB8-C8AA-2E2B458A67D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970570" y="1330905"/>
                  <a:ext cx="137880" cy="7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E0D3991-6526-56CA-7E30-00E973409557}"/>
              </a:ext>
            </a:extLst>
          </p:cNvPr>
          <p:cNvGrpSpPr/>
          <p:nvPr/>
        </p:nvGrpSpPr>
        <p:grpSpPr>
          <a:xfrm>
            <a:off x="4471330" y="1017705"/>
            <a:ext cx="1200960" cy="316080"/>
            <a:chOff x="4471330" y="1017705"/>
            <a:chExt cx="1200960" cy="31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D518657-55A5-A0E2-C9D0-18E69EE870F1}"/>
                    </a:ext>
                  </a:extLst>
                </p14:cNvPr>
                <p14:cNvContentPartPr/>
                <p14:nvPr/>
              </p14:nvContentPartPr>
              <p14:xfrm>
                <a:off x="4471330" y="1017705"/>
                <a:ext cx="533880" cy="3160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D518657-55A5-A0E2-C9D0-18E69EE870F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462330" y="1009065"/>
                  <a:ext cx="5515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5F4D7C0-B9EC-9439-558C-5371AF297087}"/>
                    </a:ext>
                  </a:extLst>
                </p14:cNvPr>
                <p14:cNvContentPartPr/>
                <p14:nvPr/>
              </p14:nvContentPartPr>
              <p14:xfrm>
                <a:off x="5041930" y="1159905"/>
                <a:ext cx="84600" cy="1278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5F4D7C0-B9EC-9439-558C-5371AF29708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032930" y="1151265"/>
                  <a:ext cx="1022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7039FD5-D7C7-47D2-6576-EB5D350D7803}"/>
                    </a:ext>
                  </a:extLst>
                </p14:cNvPr>
                <p14:cNvContentPartPr/>
                <p14:nvPr/>
              </p14:nvContentPartPr>
              <p14:xfrm>
                <a:off x="5180890" y="1101945"/>
                <a:ext cx="96480" cy="1846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7039FD5-D7C7-47D2-6576-EB5D350D780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171890" y="1092945"/>
                  <a:ext cx="1141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4019540-05B2-45D4-45C8-2D028C506111}"/>
                    </a:ext>
                  </a:extLst>
                </p14:cNvPr>
                <p14:cNvContentPartPr/>
                <p14:nvPr/>
              </p14:nvContentPartPr>
              <p14:xfrm>
                <a:off x="5172250" y="1186545"/>
                <a:ext cx="102960" cy="144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4019540-05B2-45D4-45C8-2D028C50611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163610" y="1177905"/>
                  <a:ext cx="1206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F8F921E-C70E-CAF5-C7FB-A6D93C6E028F}"/>
                    </a:ext>
                  </a:extLst>
                </p14:cNvPr>
                <p14:cNvContentPartPr/>
                <p14:nvPr/>
              </p14:nvContentPartPr>
              <p14:xfrm>
                <a:off x="5293210" y="1160625"/>
                <a:ext cx="87120" cy="1116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F8F921E-C70E-CAF5-C7FB-A6D93C6E028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284210" y="1151625"/>
                  <a:ext cx="1047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E3ADD69-236C-65C6-3528-D6A1FA7D6A02}"/>
                    </a:ext>
                  </a:extLst>
                </p14:cNvPr>
                <p14:cNvContentPartPr/>
                <p14:nvPr/>
              </p14:nvContentPartPr>
              <p14:xfrm>
                <a:off x="5434690" y="1100865"/>
                <a:ext cx="237600" cy="201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E3ADD69-236C-65C6-3528-D6A1FA7D6A0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425690" y="1092225"/>
                  <a:ext cx="255240" cy="21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C3027559-ECA7-CAB4-D94F-E86FA87A3145}"/>
              </a:ext>
            </a:extLst>
          </p:cNvPr>
          <p:cNvGrpSpPr/>
          <p:nvPr/>
        </p:nvGrpSpPr>
        <p:grpSpPr>
          <a:xfrm>
            <a:off x="6005290" y="1043625"/>
            <a:ext cx="1046520" cy="495000"/>
            <a:chOff x="6005290" y="1043625"/>
            <a:chExt cx="1046520" cy="49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1163038-9682-1942-8760-8FA2E2DE6A52}"/>
                    </a:ext>
                  </a:extLst>
                </p14:cNvPr>
                <p14:cNvContentPartPr/>
                <p14:nvPr/>
              </p14:nvContentPartPr>
              <p14:xfrm>
                <a:off x="6184930" y="1186185"/>
                <a:ext cx="48960" cy="1922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1163038-9682-1942-8760-8FA2E2DE6A5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175930" y="1177185"/>
                  <a:ext cx="666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B4438BE-74C8-D4F7-C85F-E88B814184F8}"/>
                    </a:ext>
                  </a:extLst>
                </p14:cNvPr>
                <p14:cNvContentPartPr/>
                <p14:nvPr/>
              </p14:nvContentPartPr>
              <p14:xfrm>
                <a:off x="6211210" y="1199505"/>
                <a:ext cx="180000" cy="141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B4438BE-74C8-D4F7-C85F-E88B814184F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202210" y="1190505"/>
                  <a:ext cx="1976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5DB3FEF-05F1-EC5C-EF3A-B8719E43297B}"/>
                    </a:ext>
                  </a:extLst>
                </p14:cNvPr>
                <p14:cNvContentPartPr/>
                <p14:nvPr/>
              </p14:nvContentPartPr>
              <p14:xfrm>
                <a:off x="6436930" y="1228305"/>
                <a:ext cx="118080" cy="223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5DB3FEF-05F1-EC5C-EF3A-B8719E43297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428290" y="1219305"/>
                  <a:ext cx="1357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B7314C0-72A4-F2A3-015E-C0A57EE6C0F7}"/>
                    </a:ext>
                  </a:extLst>
                </p14:cNvPr>
                <p14:cNvContentPartPr/>
                <p14:nvPr/>
              </p14:nvContentPartPr>
              <p14:xfrm>
                <a:off x="6449890" y="1289505"/>
                <a:ext cx="142200" cy="273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B7314C0-72A4-F2A3-015E-C0A57EE6C0F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441250" y="1280865"/>
                  <a:ext cx="1598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2439024-BDB1-66FC-9728-167BD50302BB}"/>
                    </a:ext>
                  </a:extLst>
                </p14:cNvPr>
                <p14:cNvContentPartPr/>
                <p14:nvPr/>
              </p14:nvContentPartPr>
              <p14:xfrm>
                <a:off x="6659410" y="1182225"/>
                <a:ext cx="188640" cy="1666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2439024-BDB1-66FC-9728-167BD50302B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650410" y="1173225"/>
                  <a:ext cx="2062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496FC45-04BA-F48D-9ED7-5B183AFD60F3}"/>
                    </a:ext>
                  </a:extLst>
                </p14:cNvPr>
                <p14:cNvContentPartPr/>
                <p14:nvPr/>
              </p14:nvContentPartPr>
              <p14:xfrm>
                <a:off x="6005290" y="1043625"/>
                <a:ext cx="232560" cy="4950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496FC45-04BA-F48D-9ED7-5B183AFD60F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996650" y="1034625"/>
                  <a:ext cx="250200" cy="51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F304A9B-0139-FB1F-64EE-3CCDF60C4F0B}"/>
                    </a:ext>
                  </a:extLst>
                </p14:cNvPr>
                <p14:cNvContentPartPr/>
                <p14:nvPr/>
              </p14:nvContentPartPr>
              <p14:xfrm>
                <a:off x="6827530" y="1063785"/>
                <a:ext cx="224280" cy="4406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F304A9B-0139-FB1F-64EE-3CCDF60C4F0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818890" y="1054785"/>
                  <a:ext cx="241920" cy="45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A0456A76-CA55-C870-A825-9809EE46504A}"/>
              </a:ext>
            </a:extLst>
          </p:cNvPr>
          <p:cNvGrpSpPr/>
          <p:nvPr/>
        </p:nvGrpSpPr>
        <p:grpSpPr>
          <a:xfrm>
            <a:off x="840010" y="2108505"/>
            <a:ext cx="308160" cy="372600"/>
            <a:chOff x="840010" y="2108505"/>
            <a:chExt cx="308160" cy="37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CEEAF99-859B-1652-8E7D-67C94C754661}"/>
                    </a:ext>
                  </a:extLst>
                </p14:cNvPr>
                <p14:cNvContentPartPr/>
                <p14:nvPr/>
              </p14:nvContentPartPr>
              <p14:xfrm>
                <a:off x="840010" y="2108505"/>
                <a:ext cx="185400" cy="1843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CEEAF99-859B-1652-8E7D-67C94C75466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31010" y="2099865"/>
                  <a:ext cx="2030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8E6A436-93BE-CB66-AC74-A0B431EAE24C}"/>
                    </a:ext>
                  </a:extLst>
                </p14:cNvPr>
                <p14:cNvContentPartPr/>
                <p14:nvPr/>
              </p14:nvContentPartPr>
              <p14:xfrm>
                <a:off x="1022530" y="2143425"/>
                <a:ext cx="125640" cy="3376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8E6A436-93BE-CB66-AC74-A0B431EAE24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13530" y="2134425"/>
                  <a:ext cx="143280" cy="35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C003312E-48F4-B40A-A532-32C1F2550296}"/>
              </a:ext>
            </a:extLst>
          </p:cNvPr>
          <p:cNvGrpSpPr/>
          <p:nvPr/>
        </p:nvGrpSpPr>
        <p:grpSpPr>
          <a:xfrm>
            <a:off x="1407730" y="1926345"/>
            <a:ext cx="1709280" cy="718200"/>
            <a:chOff x="1407730" y="1926345"/>
            <a:chExt cx="1709280" cy="71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EDFF987-CE8F-CA26-A155-0AFF1C3AA8DC}"/>
                    </a:ext>
                  </a:extLst>
                </p14:cNvPr>
                <p14:cNvContentPartPr/>
                <p14:nvPr/>
              </p14:nvContentPartPr>
              <p14:xfrm>
                <a:off x="1576930" y="2075025"/>
                <a:ext cx="28800" cy="3643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EDFF987-CE8F-CA26-A155-0AFF1C3AA8D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567930" y="2066385"/>
                  <a:ext cx="4644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2542333-9A67-2BA2-0DC6-B7DA6E761D6A}"/>
                    </a:ext>
                  </a:extLst>
                </p14:cNvPr>
                <p14:cNvContentPartPr/>
                <p14:nvPr/>
              </p14:nvContentPartPr>
              <p14:xfrm>
                <a:off x="1407730" y="1980705"/>
                <a:ext cx="479880" cy="3794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2542333-9A67-2BA2-0DC6-B7DA6E761D6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399090" y="1972065"/>
                  <a:ext cx="49752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FB1A692-E918-B12A-13C9-1B3DDF4B7EB6}"/>
                    </a:ext>
                  </a:extLst>
                </p14:cNvPr>
                <p14:cNvContentPartPr/>
                <p14:nvPr/>
              </p14:nvContentPartPr>
              <p14:xfrm>
                <a:off x="1819930" y="2234145"/>
                <a:ext cx="169200" cy="986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FB1A692-E918-B12A-13C9-1B3DDF4B7EB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810930" y="2225145"/>
                  <a:ext cx="1868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EF99691-0AC1-24AD-72EC-57A24215B73E}"/>
                    </a:ext>
                  </a:extLst>
                </p14:cNvPr>
                <p14:cNvContentPartPr/>
                <p14:nvPr/>
              </p14:nvContentPartPr>
              <p14:xfrm>
                <a:off x="2009290" y="2237745"/>
                <a:ext cx="139320" cy="813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EF99691-0AC1-24AD-72EC-57A24215B73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000290" y="2229105"/>
                  <a:ext cx="1569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A97E8A1-7EE5-6AC9-C326-FC03C4BBC095}"/>
                    </a:ext>
                  </a:extLst>
                </p14:cNvPr>
                <p14:cNvContentPartPr/>
                <p14:nvPr/>
              </p14:nvContentPartPr>
              <p14:xfrm>
                <a:off x="2170210" y="1926345"/>
                <a:ext cx="257760" cy="4028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A97E8A1-7EE5-6AC9-C326-FC03C4BBC09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161210" y="1917345"/>
                  <a:ext cx="27540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6091CE9-248E-4D26-6C8F-2597ECF461EF}"/>
                    </a:ext>
                  </a:extLst>
                </p14:cNvPr>
                <p14:cNvContentPartPr/>
                <p14:nvPr/>
              </p14:nvContentPartPr>
              <p14:xfrm>
                <a:off x="2473330" y="2195265"/>
                <a:ext cx="259200" cy="1184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6091CE9-248E-4D26-6C8F-2597ECF461E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464330" y="2186625"/>
                  <a:ext cx="27684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773A075-6BD0-3860-21F1-97880DAA0221}"/>
                    </a:ext>
                  </a:extLst>
                </p14:cNvPr>
                <p14:cNvContentPartPr/>
                <p14:nvPr/>
              </p14:nvContentPartPr>
              <p14:xfrm>
                <a:off x="2834770" y="2135145"/>
                <a:ext cx="282240" cy="5094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773A075-6BD0-3860-21F1-97880DAA022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825770" y="2126505"/>
                  <a:ext cx="299880" cy="52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923C0B40-86FE-090D-009A-4B3F3CDFC595}"/>
              </a:ext>
            </a:extLst>
          </p:cNvPr>
          <p:cNvGrpSpPr/>
          <p:nvPr/>
        </p:nvGrpSpPr>
        <p:grpSpPr>
          <a:xfrm>
            <a:off x="3506530" y="2170065"/>
            <a:ext cx="1311120" cy="415080"/>
            <a:chOff x="3506530" y="2170065"/>
            <a:chExt cx="1311120" cy="41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05F6008-9B0E-30DB-C286-95B254A3D6E7}"/>
                    </a:ext>
                  </a:extLst>
                </p14:cNvPr>
                <p14:cNvContentPartPr/>
                <p14:nvPr/>
              </p14:nvContentPartPr>
              <p14:xfrm>
                <a:off x="3585370" y="2176545"/>
                <a:ext cx="150480" cy="2462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05F6008-9B0E-30DB-C286-95B254A3D6E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576730" y="2167905"/>
                  <a:ext cx="1681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E8AAF9B-DF34-DCD8-FB7A-A5E278D70ECE}"/>
                    </a:ext>
                  </a:extLst>
                </p14:cNvPr>
                <p14:cNvContentPartPr/>
                <p14:nvPr/>
              </p14:nvContentPartPr>
              <p14:xfrm>
                <a:off x="3506530" y="2245305"/>
                <a:ext cx="451440" cy="1360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E8AAF9B-DF34-DCD8-FB7A-A5E278D70EC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497530" y="2236305"/>
                  <a:ext cx="4690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1CFAD4F-3F3C-A4FC-C664-9A422E639B0B}"/>
                    </a:ext>
                  </a:extLst>
                </p14:cNvPr>
                <p14:cNvContentPartPr/>
                <p14:nvPr/>
              </p14:nvContentPartPr>
              <p14:xfrm>
                <a:off x="4043650" y="2221545"/>
                <a:ext cx="57960" cy="1400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1CFAD4F-3F3C-A4FC-C664-9A422E639B0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034650" y="2212545"/>
                  <a:ext cx="756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F292094-B99E-ACDE-4D5A-8F1A36622FD9}"/>
                    </a:ext>
                  </a:extLst>
                </p14:cNvPr>
                <p14:cNvContentPartPr/>
                <p14:nvPr/>
              </p14:nvContentPartPr>
              <p14:xfrm>
                <a:off x="4185490" y="2244225"/>
                <a:ext cx="78120" cy="1098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F292094-B99E-ACDE-4D5A-8F1A36622FD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176490" y="2235225"/>
                  <a:ext cx="957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E50EB93-7E46-E711-EA7D-3C903F3926DB}"/>
                    </a:ext>
                  </a:extLst>
                </p14:cNvPr>
                <p14:cNvContentPartPr/>
                <p14:nvPr/>
              </p14:nvContentPartPr>
              <p14:xfrm>
                <a:off x="4211770" y="2170065"/>
                <a:ext cx="81000" cy="496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E50EB93-7E46-E711-EA7D-3C903F3926D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203130" y="2161065"/>
                  <a:ext cx="986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F6CACF6-6240-9561-EBCA-794FCD96B685}"/>
                    </a:ext>
                  </a:extLst>
                </p14:cNvPr>
                <p14:cNvContentPartPr/>
                <p14:nvPr/>
              </p14:nvContentPartPr>
              <p14:xfrm>
                <a:off x="4353610" y="2202105"/>
                <a:ext cx="228960" cy="3830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F6CACF6-6240-9561-EBCA-794FCD96B68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344610" y="2193105"/>
                  <a:ext cx="24660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09BA0FE-F3FB-928F-107F-3FA8A82E8FB0}"/>
                    </a:ext>
                  </a:extLst>
                </p14:cNvPr>
                <p14:cNvContentPartPr/>
                <p14:nvPr/>
              </p14:nvContentPartPr>
              <p14:xfrm>
                <a:off x="4600210" y="2202825"/>
                <a:ext cx="89280" cy="1011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09BA0FE-F3FB-928F-107F-3FA8A82E8FB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591570" y="2193825"/>
                  <a:ext cx="1069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577C861-3251-74B0-2C7E-1F8B0CE15106}"/>
                    </a:ext>
                  </a:extLst>
                </p14:cNvPr>
                <p14:cNvContentPartPr/>
                <p14:nvPr/>
              </p14:nvContentPartPr>
              <p14:xfrm>
                <a:off x="4729810" y="2176545"/>
                <a:ext cx="87840" cy="1267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577C861-3251-74B0-2C7E-1F8B0CE1510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720810" y="2167905"/>
                  <a:ext cx="105480" cy="14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18844F39-7F29-9AEC-13FC-A086AD66928C}"/>
              </a:ext>
            </a:extLst>
          </p:cNvPr>
          <p:cNvGrpSpPr/>
          <p:nvPr/>
        </p:nvGrpSpPr>
        <p:grpSpPr>
          <a:xfrm>
            <a:off x="5343970" y="2130465"/>
            <a:ext cx="194040" cy="270720"/>
            <a:chOff x="5343970" y="2130465"/>
            <a:chExt cx="194040" cy="27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051B617-A040-D6F1-2C57-D8AE89B6BB45}"/>
                    </a:ext>
                  </a:extLst>
                </p14:cNvPr>
                <p14:cNvContentPartPr/>
                <p14:nvPr/>
              </p14:nvContentPartPr>
              <p14:xfrm>
                <a:off x="5343970" y="2130465"/>
                <a:ext cx="33120" cy="2707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051B617-A040-D6F1-2C57-D8AE89B6BB4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335330" y="2121825"/>
                  <a:ext cx="5076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3FBBE5D-1ECC-2EB5-6394-EDB3333417A3}"/>
                    </a:ext>
                  </a:extLst>
                </p14:cNvPr>
                <p14:cNvContentPartPr/>
                <p14:nvPr/>
              </p14:nvContentPartPr>
              <p14:xfrm>
                <a:off x="5352970" y="2203905"/>
                <a:ext cx="185040" cy="1688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3FBBE5D-1ECC-2EB5-6394-EDB3333417A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344330" y="2195265"/>
                  <a:ext cx="202680" cy="18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C66CA14D-B373-CE2F-19F7-C90591F2A940}"/>
              </a:ext>
            </a:extLst>
          </p:cNvPr>
          <p:cNvGrpSpPr/>
          <p:nvPr/>
        </p:nvGrpSpPr>
        <p:grpSpPr>
          <a:xfrm>
            <a:off x="5875330" y="2131185"/>
            <a:ext cx="1065960" cy="270000"/>
            <a:chOff x="5875330" y="2131185"/>
            <a:chExt cx="1065960" cy="27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9983216-CA12-6A54-C5C2-5B45D488A5D1}"/>
                    </a:ext>
                  </a:extLst>
                </p14:cNvPr>
                <p14:cNvContentPartPr/>
                <p14:nvPr/>
              </p14:nvContentPartPr>
              <p14:xfrm>
                <a:off x="5875330" y="2204985"/>
                <a:ext cx="155880" cy="1962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9983216-CA12-6A54-C5C2-5B45D488A5D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866690" y="2195985"/>
                  <a:ext cx="1735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1C15AB6-A576-CBA4-C969-0321A0906477}"/>
                    </a:ext>
                  </a:extLst>
                </p14:cNvPr>
                <p14:cNvContentPartPr/>
                <p14:nvPr/>
              </p14:nvContentPartPr>
              <p14:xfrm>
                <a:off x="6045250" y="2131185"/>
                <a:ext cx="127080" cy="2404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1C15AB6-A576-CBA4-C969-0321A090647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036610" y="2122545"/>
                  <a:ext cx="1447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B1D3AF9-AF2F-831B-1057-83E206CBA918}"/>
                    </a:ext>
                  </a:extLst>
                </p14:cNvPr>
                <p14:cNvContentPartPr/>
                <p14:nvPr/>
              </p14:nvContentPartPr>
              <p14:xfrm>
                <a:off x="6179170" y="2247465"/>
                <a:ext cx="189360" cy="1051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B1D3AF9-AF2F-831B-1057-83E206CBA91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170170" y="2238825"/>
                  <a:ext cx="2070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4294247-1422-F8F3-25FB-EAD80A902DA9}"/>
                    </a:ext>
                  </a:extLst>
                </p14:cNvPr>
                <p14:cNvContentPartPr/>
                <p14:nvPr/>
              </p14:nvContentPartPr>
              <p14:xfrm>
                <a:off x="6366370" y="2246745"/>
                <a:ext cx="83160" cy="1436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4294247-1422-F8F3-25FB-EAD80A902DA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357730" y="2238105"/>
                  <a:ext cx="1008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208845A9-CE45-5B51-B88F-66013FF0B5A7}"/>
                    </a:ext>
                  </a:extLst>
                </p14:cNvPr>
                <p14:cNvContentPartPr/>
                <p14:nvPr/>
              </p14:nvContentPartPr>
              <p14:xfrm>
                <a:off x="6516850" y="2167905"/>
                <a:ext cx="109800" cy="1922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208845A9-CE45-5B51-B88F-66013FF0B5A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507850" y="2159265"/>
                  <a:ext cx="1274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A0D1C3C-846C-8629-820F-53366DD5D30B}"/>
                    </a:ext>
                  </a:extLst>
                </p14:cNvPr>
                <p14:cNvContentPartPr/>
                <p14:nvPr/>
              </p14:nvContentPartPr>
              <p14:xfrm>
                <a:off x="6502090" y="2258265"/>
                <a:ext cx="129600" cy="223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A0D1C3C-846C-8629-820F-53366DD5D30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493450" y="2249265"/>
                  <a:ext cx="1472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DE0C022-F5DD-AAB1-56C6-3D13C8FAB379}"/>
                    </a:ext>
                  </a:extLst>
                </p14:cNvPr>
                <p14:cNvContentPartPr/>
                <p14:nvPr/>
              </p14:nvContentPartPr>
              <p14:xfrm>
                <a:off x="6643210" y="2224065"/>
                <a:ext cx="142200" cy="1198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DE0C022-F5DD-AAB1-56C6-3D13C8FAB37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634210" y="2215425"/>
                  <a:ext cx="1598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F5DAAB0-765F-CC0C-93CF-CDE0E911BF5E}"/>
                    </a:ext>
                  </a:extLst>
                </p14:cNvPr>
                <p14:cNvContentPartPr/>
                <p14:nvPr/>
              </p14:nvContentPartPr>
              <p14:xfrm>
                <a:off x="6799810" y="2198145"/>
                <a:ext cx="141480" cy="1191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F5DAAB0-765F-CC0C-93CF-CDE0E911BF5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790810" y="2189145"/>
                  <a:ext cx="15912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F4D88B2D-E343-001C-3C6B-B467FDE3A098}"/>
              </a:ext>
            </a:extLst>
          </p:cNvPr>
          <p:cNvGrpSpPr/>
          <p:nvPr/>
        </p:nvGrpSpPr>
        <p:grpSpPr>
          <a:xfrm>
            <a:off x="7331530" y="1884225"/>
            <a:ext cx="1810440" cy="510120"/>
            <a:chOff x="7331530" y="1884225"/>
            <a:chExt cx="1810440" cy="51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A8F7F8D-AF5A-DAA0-A912-494CAA3A39C8}"/>
                    </a:ext>
                  </a:extLst>
                </p14:cNvPr>
                <p14:cNvContentPartPr/>
                <p14:nvPr/>
              </p14:nvContentPartPr>
              <p14:xfrm>
                <a:off x="7331530" y="2186625"/>
                <a:ext cx="282240" cy="173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A8F7F8D-AF5A-DAA0-A912-494CAA3A39C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322890" y="2177985"/>
                  <a:ext cx="2998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2473DBD-3F4B-886E-36F7-775A961AE301}"/>
                    </a:ext>
                  </a:extLst>
                </p14:cNvPr>
                <p14:cNvContentPartPr/>
                <p14:nvPr/>
              </p14:nvContentPartPr>
              <p14:xfrm>
                <a:off x="7653010" y="2212545"/>
                <a:ext cx="125280" cy="1054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2473DBD-3F4B-886E-36F7-775A961AE30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644370" y="2203545"/>
                  <a:ext cx="1429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95F7C96-19E2-F40D-5C00-36D73F03CF46}"/>
                    </a:ext>
                  </a:extLst>
                </p14:cNvPr>
                <p14:cNvContentPartPr/>
                <p14:nvPr/>
              </p14:nvContentPartPr>
              <p14:xfrm>
                <a:off x="7843090" y="2120745"/>
                <a:ext cx="86400" cy="178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95F7C96-19E2-F40D-5C00-36D73F03CF4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834090" y="2111745"/>
                  <a:ext cx="1040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A1E21CC-EDD9-F6F2-DCB6-303E3D9C0CE0}"/>
                    </a:ext>
                  </a:extLst>
                </p14:cNvPr>
                <p14:cNvContentPartPr/>
                <p14:nvPr/>
              </p14:nvContentPartPr>
              <p14:xfrm>
                <a:off x="7745170" y="2185905"/>
                <a:ext cx="182160" cy="410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A1E21CC-EDD9-F6F2-DCB6-303E3D9C0CE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736530" y="2177265"/>
                  <a:ext cx="1998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4AE17EE-E058-D4CF-0C0C-04D6D93A007A}"/>
                    </a:ext>
                  </a:extLst>
                </p14:cNvPr>
                <p14:cNvContentPartPr/>
                <p14:nvPr/>
              </p14:nvContentPartPr>
              <p14:xfrm>
                <a:off x="7956490" y="2155305"/>
                <a:ext cx="88920" cy="1004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4AE17EE-E058-D4CF-0C0C-04D6D93A007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947850" y="2146665"/>
                  <a:ext cx="1065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D9E5EBA-A281-33AC-7576-D8B5D713BA88}"/>
                    </a:ext>
                  </a:extLst>
                </p14:cNvPr>
                <p14:cNvContentPartPr/>
                <p14:nvPr/>
              </p14:nvContentPartPr>
              <p14:xfrm>
                <a:off x="8091490" y="2110665"/>
                <a:ext cx="234000" cy="1620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D9E5EBA-A281-33AC-7576-D8B5D713BA8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082850" y="2101665"/>
                  <a:ext cx="2516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205CC493-CB09-B655-FDFE-8254E47378E6}"/>
                    </a:ext>
                  </a:extLst>
                </p14:cNvPr>
                <p14:cNvContentPartPr/>
                <p14:nvPr/>
              </p14:nvContentPartPr>
              <p14:xfrm>
                <a:off x="8535370" y="1946505"/>
                <a:ext cx="235440" cy="4478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205CC493-CB09-B655-FDFE-8254E47378E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526730" y="1937865"/>
                  <a:ext cx="25308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52356F1-B2CF-0866-3603-01E866A24B06}"/>
                    </a:ext>
                  </a:extLst>
                </p14:cNvPr>
                <p14:cNvContentPartPr/>
                <p14:nvPr/>
              </p14:nvContentPartPr>
              <p14:xfrm>
                <a:off x="8718610" y="2088345"/>
                <a:ext cx="135720" cy="1764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52356F1-B2CF-0866-3603-01E866A24B0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709970" y="2079345"/>
                  <a:ext cx="1533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23C4407-0B0A-97D9-0E60-D46C85D6E9DD}"/>
                    </a:ext>
                  </a:extLst>
                </p14:cNvPr>
                <p14:cNvContentPartPr/>
                <p14:nvPr/>
              </p14:nvContentPartPr>
              <p14:xfrm>
                <a:off x="8862970" y="2093745"/>
                <a:ext cx="153360" cy="1587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23C4407-0B0A-97D9-0E60-D46C85D6E9D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853970" y="2085105"/>
                  <a:ext cx="1710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8245E3C-405B-C642-812A-D0D8C395D46E}"/>
                    </a:ext>
                  </a:extLst>
                </p14:cNvPr>
                <p14:cNvContentPartPr/>
                <p14:nvPr/>
              </p14:nvContentPartPr>
              <p14:xfrm>
                <a:off x="9000130" y="1884225"/>
                <a:ext cx="141840" cy="5061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8245E3C-405B-C642-812A-D0D8C395D46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991130" y="1875225"/>
                  <a:ext cx="159480" cy="52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DD066FDB-D5F5-D149-68F4-546F487F0481}"/>
              </a:ext>
            </a:extLst>
          </p:cNvPr>
          <p:cNvGrpSpPr/>
          <p:nvPr/>
        </p:nvGrpSpPr>
        <p:grpSpPr>
          <a:xfrm>
            <a:off x="935050" y="2926065"/>
            <a:ext cx="1759680" cy="664200"/>
            <a:chOff x="935050" y="2926065"/>
            <a:chExt cx="1759680" cy="66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41B1B33-0B05-6E3C-4258-6A4E13984C86}"/>
                    </a:ext>
                  </a:extLst>
                </p14:cNvPr>
                <p14:cNvContentPartPr/>
                <p14:nvPr/>
              </p14:nvContentPartPr>
              <p14:xfrm>
                <a:off x="935050" y="2941545"/>
                <a:ext cx="163440" cy="2034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41B1B33-0B05-6E3C-4258-6A4E13984C8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26050" y="2932905"/>
                  <a:ext cx="1810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111C829-8BB3-693A-31F3-48C7E6FBA961}"/>
                    </a:ext>
                  </a:extLst>
                </p14:cNvPr>
                <p14:cNvContentPartPr/>
                <p14:nvPr/>
              </p14:nvContentPartPr>
              <p14:xfrm>
                <a:off x="1094530" y="2926065"/>
                <a:ext cx="197640" cy="4694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111C829-8BB3-693A-31F3-48C7E6FBA96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85530" y="2917425"/>
                  <a:ext cx="21528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330CB37-FDD1-37C1-1863-30A932C93F4D}"/>
                    </a:ext>
                  </a:extLst>
                </p14:cNvPr>
                <p14:cNvContentPartPr/>
                <p14:nvPr/>
              </p14:nvContentPartPr>
              <p14:xfrm>
                <a:off x="1564690" y="2978265"/>
                <a:ext cx="210240" cy="4010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330CB37-FDD1-37C1-1863-30A932C93F4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555690" y="2969625"/>
                  <a:ext cx="22788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60091B6-A480-3E59-42D7-3193BE66F030}"/>
                    </a:ext>
                  </a:extLst>
                </p14:cNvPr>
                <p14:cNvContentPartPr/>
                <p14:nvPr/>
              </p14:nvContentPartPr>
              <p14:xfrm>
                <a:off x="1449130" y="3189945"/>
                <a:ext cx="412920" cy="666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60091B6-A480-3E59-42D7-3193BE66F03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440490" y="3181305"/>
                  <a:ext cx="4305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9960386-B590-90C8-1A60-2A4406286EB7}"/>
                    </a:ext>
                  </a:extLst>
                </p14:cNvPr>
                <p14:cNvContentPartPr/>
                <p14:nvPr/>
              </p14:nvContentPartPr>
              <p14:xfrm>
                <a:off x="1910290" y="3156825"/>
                <a:ext cx="112320" cy="1407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9960386-B590-90C8-1A60-2A4406286EB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901290" y="3147825"/>
                  <a:ext cx="1299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6427409-11B8-9C28-7116-D4C9124031EE}"/>
                    </a:ext>
                  </a:extLst>
                </p14:cNvPr>
                <p14:cNvContentPartPr/>
                <p14:nvPr/>
              </p14:nvContentPartPr>
              <p14:xfrm>
                <a:off x="2075530" y="3151065"/>
                <a:ext cx="94320" cy="1274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6427409-11B8-9C28-7116-D4C9124031EE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066890" y="3142425"/>
                  <a:ext cx="1119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A572336-2764-5414-0520-B4F43D3BC0AD}"/>
                    </a:ext>
                  </a:extLst>
                </p14:cNvPr>
                <p14:cNvContentPartPr/>
                <p14:nvPr/>
              </p14:nvContentPartPr>
              <p14:xfrm>
                <a:off x="2232490" y="3184185"/>
                <a:ext cx="58680" cy="1044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A572336-2764-5414-0520-B4F43D3BC0A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223490" y="3175185"/>
                  <a:ext cx="763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77365B38-B983-1ED7-9F11-AD0AD57C6AAA}"/>
                    </a:ext>
                  </a:extLst>
                </p14:cNvPr>
                <p14:cNvContentPartPr/>
                <p14:nvPr/>
              </p14:nvContentPartPr>
              <p14:xfrm>
                <a:off x="2240050" y="3122625"/>
                <a:ext cx="78840" cy="471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77365B38-B983-1ED7-9F11-AD0AD57C6AA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231410" y="3113625"/>
                  <a:ext cx="964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E590968-07EB-0A16-D970-EE101235910F}"/>
                    </a:ext>
                  </a:extLst>
                </p14:cNvPr>
                <p14:cNvContentPartPr/>
                <p14:nvPr/>
              </p14:nvContentPartPr>
              <p14:xfrm>
                <a:off x="2359210" y="3166545"/>
                <a:ext cx="174960" cy="4237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E590968-07EB-0A16-D970-EE101235910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350210" y="3157905"/>
                  <a:ext cx="19260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81ED03D7-3552-3A4F-667B-10141966561D}"/>
                    </a:ext>
                  </a:extLst>
                </p14:cNvPr>
                <p14:cNvContentPartPr/>
                <p14:nvPr/>
              </p14:nvContentPartPr>
              <p14:xfrm>
                <a:off x="2583490" y="3166545"/>
                <a:ext cx="111240" cy="1810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81ED03D7-3552-3A4F-667B-10141966561D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574850" y="3157545"/>
                  <a:ext cx="128880" cy="19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14FEADD9-7B42-4595-BDE3-BE26B94804C3}"/>
              </a:ext>
            </a:extLst>
          </p:cNvPr>
          <p:cNvGrpSpPr/>
          <p:nvPr/>
        </p:nvGrpSpPr>
        <p:grpSpPr>
          <a:xfrm>
            <a:off x="3014050" y="3023625"/>
            <a:ext cx="1112040" cy="306360"/>
            <a:chOff x="3014050" y="3023625"/>
            <a:chExt cx="1112040" cy="30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C404777-6D2F-8DC1-789D-E79E890D2609}"/>
                    </a:ext>
                  </a:extLst>
                </p14:cNvPr>
                <p14:cNvContentPartPr/>
                <p14:nvPr/>
              </p14:nvContentPartPr>
              <p14:xfrm>
                <a:off x="3014050" y="3023625"/>
                <a:ext cx="484560" cy="3063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C404777-6D2F-8DC1-789D-E79E890D260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005410" y="3014625"/>
                  <a:ext cx="5022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3A20A29-3021-2036-3C91-93D47DF9A197}"/>
                    </a:ext>
                  </a:extLst>
                </p14:cNvPr>
                <p14:cNvContentPartPr/>
                <p14:nvPr/>
              </p14:nvContentPartPr>
              <p14:xfrm>
                <a:off x="3578890" y="3159345"/>
                <a:ext cx="73080" cy="1278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3A20A29-3021-2036-3C91-93D47DF9A19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570250" y="3150345"/>
                  <a:ext cx="907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1947F78D-EF57-E5AE-A29F-53854C2FD92D}"/>
                    </a:ext>
                  </a:extLst>
                </p14:cNvPr>
                <p14:cNvContentPartPr/>
                <p14:nvPr/>
              </p14:nvContentPartPr>
              <p14:xfrm>
                <a:off x="3660970" y="3131625"/>
                <a:ext cx="219960" cy="1378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1947F78D-EF57-E5AE-A29F-53854C2FD92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652330" y="3122985"/>
                  <a:ext cx="2376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51198868-847F-74E4-D781-1CF889F76774}"/>
                    </a:ext>
                  </a:extLst>
                </p14:cNvPr>
                <p14:cNvContentPartPr/>
                <p14:nvPr/>
              </p14:nvContentPartPr>
              <p14:xfrm>
                <a:off x="3866890" y="3135945"/>
                <a:ext cx="83520" cy="1512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51198868-847F-74E4-D781-1CF889F7677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858250" y="3126945"/>
                  <a:ext cx="1011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4E1329B2-7CE6-313C-E96A-E011112DA1F7}"/>
                    </a:ext>
                  </a:extLst>
                </p14:cNvPr>
                <p14:cNvContentPartPr/>
                <p14:nvPr/>
              </p14:nvContentPartPr>
              <p14:xfrm>
                <a:off x="4008010" y="3063945"/>
                <a:ext cx="118080" cy="2181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4E1329B2-7CE6-313C-E96A-E011112DA1F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999010" y="3054945"/>
                  <a:ext cx="1357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9220C40A-B06F-3F7A-BE34-519FDAD7A314}"/>
                    </a:ext>
                  </a:extLst>
                </p14:cNvPr>
                <p14:cNvContentPartPr/>
                <p14:nvPr/>
              </p14:nvContentPartPr>
              <p14:xfrm>
                <a:off x="3992170" y="3144585"/>
                <a:ext cx="125640" cy="349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9220C40A-B06F-3F7A-BE34-519FDAD7A31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983530" y="3135945"/>
                  <a:ext cx="14328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ADF9CE79-A064-F86D-73DD-0C0C242F220A}"/>
              </a:ext>
            </a:extLst>
          </p:cNvPr>
          <p:cNvGrpSpPr/>
          <p:nvPr/>
        </p:nvGrpSpPr>
        <p:grpSpPr>
          <a:xfrm>
            <a:off x="4480690" y="2989065"/>
            <a:ext cx="1728360" cy="407160"/>
            <a:chOff x="4480690" y="2989065"/>
            <a:chExt cx="1728360" cy="40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2F80B97-9501-FC96-4929-3C6173294C19}"/>
                    </a:ext>
                  </a:extLst>
                </p14:cNvPr>
                <p14:cNvContentPartPr/>
                <p14:nvPr/>
              </p14:nvContentPartPr>
              <p14:xfrm>
                <a:off x="4480690" y="3005625"/>
                <a:ext cx="269640" cy="3052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2F80B97-9501-FC96-4929-3C6173294C19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471690" y="2996985"/>
                  <a:ext cx="28728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2AC4BEA5-7301-A056-51FF-6B62A25BE4B8}"/>
                    </a:ext>
                  </a:extLst>
                </p14:cNvPr>
                <p14:cNvContentPartPr/>
                <p14:nvPr/>
              </p14:nvContentPartPr>
              <p14:xfrm>
                <a:off x="4724770" y="3065025"/>
                <a:ext cx="335160" cy="1832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2AC4BEA5-7301-A056-51FF-6B62A25BE4B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716130" y="3056385"/>
                  <a:ext cx="3528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C3D8B61-6F7F-D190-D767-5F2DA4379064}"/>
                    </a:ext>
                  </a:extLst>
                </p14:cNvPr>
                <p14:cNvContentPartPr/>
                <p14:nvPr/>
              </p14:nvContentPartPr>
              <p14:xfrm>
                <a:off x="4922770" y="3153225"/>
                <a:ext cx="142920" cy="244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C3D8B61-6F7F-D190-D767-5F2DA4379064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914130" y="3144585"/>
                  <a:ext cx="1605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676E0517-1288-53C4-F335-C803215FAF87}"/>
                    </a:ext>
                  </a:extLst>
                </p14:cNvPr>
                <p14:cNvContentPartPr/>
                <p14:nvPr/>
              </p14:nvContentPartPr>
              <p14:xfrm>
                <a:off x="5125810" y="3114705"/>
                <a:ext cx="232560" cy="2815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676E0517-1288-53C4-F335-C803215FAF8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117170" y="3105705"/>
                  <a:ext cx="25020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9E4425B-1283-0355-6DE0-854DE327A17A}"/>
                    </a:ext>
                  </a:extLst>
                </p14:cNvPr>
                <p14:cNvContentPartPr/>
                <p14:nvPr/>
              </p14:nvContentPartPr>
              <p14:xfrm>
                <a:off x="5363410" y="3103545"/>
                <a:ext cx="96120" cy="1292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9E4425B-1283-0355-6DE0-854DE327A17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354410" y="3094545"/>
                  <a:ext cx="1137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7F536653-4003-AD53-D4E0-8FA1FACAA33A}"/>
                    </a:ext>
                  </a:extLst>
                </p14:cNvPr>
                <p14:cNvContentPartPr/>
                <p14:nvPr/>
              </p14:nvContentPartPr>
              <p14:xfrm>
                <a:off x="5498050" y="3096705"/>
                <a:ext cx="110880" cy="1206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7F536653-4003-AD53-D4E0-8FA1FACAA33A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489050" y="3087705"/>
                  <a:ext cx="1285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DCE15B3-CAE4-BBEA-FFE5-E6462E70D498}"/>
                    </a:ext>
                  </a:extLst>
                </p14:cNvPr>
                <p14:cNvContentPartPr/>
                <p14:nvPr/>
              </p14:nvContentPartPr>
              <p14:xfrm>
                <a:off x="5658970" y="3111105"/>
                <a:ext cx="71640" cy="1166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DCE15B3-CAE4-BBEA-FFE5-E6462E70D49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649970" y="3102465"/>
                  <a:ext cx="892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78216D1-AE9E-1500-998E-EA64F282F539}"/>
                    </a:ext>
                  </a:extLst>
                </p14:cNvPr>
                <p14:cNvContentPartPr/>
                <p14:nvPr/>
              </p14:nvContentPartPr>
              <p14:xfrm>
                <a:off x="5663290" y="3033345"/>
                <a:ext cx="73080" cy="424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78216D1-AE9E-1500-998E-EA64F282F53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654290" y="3024345"/>
                  <a:ext cx="907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2A6AD9B-69D7-CB2D-7EB8-4169D41C32D5}"/>
                    </a:ext>
                  </a:extLst>
                </p14:cNvPr>
                <p14:cNvContentPartPr/>
                <p14:nvPr/>
              </p14:nvContentPartPr>
              <p14:xfrm>
                <a:off x="5782090" y="3088065"/>
                <a:ext cx="133560" cy="1342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2A6AD9B-69D7-CB2D-7EB8-4169D41C32D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773450" y="3079425"/>
                  <a:ext cx="1512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4098911-FDFF-74FB-3D8A-0C51F2A65631}"/>
                    </a:ext>
                  </a:extLst>
                </p14:cNvPr>
                <p14:cNvContentPartPr/>
                <p14:nvPr/>
              </p14:nvContentPartPr>
              <p14:xfrm>
                <a:off x="6004570" y="2989065"/>
                <a:ext cx="63720" cy="2167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4098911-FDFF-74FB-3D8A-0C51F2A6563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995570" y="2980065"/>
                  <a:ext cx="813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93131BB-5A7C-2DB3-5D4C-59437B7CC38E}"/>
                    </a:ext>
                  </a:extLst>
                </p14:cNvPr>
                <p14:cNvContentPartPr/>
                <p14:nvPr/>
              </p14:nvContentPartPr>
              <p14:xfrm>
                <a:off x="6022930" y="3029745"/>
                <a:ext cx="186120" cy="1634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93131BB-5A7C-2DB3-5D4C-59437B7CC38E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014290" y="3020745"/>
                  <a:ext cx="203760" cy="18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1D6FEC83-1659-60C6-456A-8B64F1E8FE0C}"/>
              </a:ext>
            </a:extLst>
          </p:cNvPr>
          <p:cNvGrpSpPr/>
          <p:nvPr/>
        </p:nvGrpSpPr>
        <p:grpSpPr>
          <a:xfrm>
            <a:off x="6614410" y="2921385"/>
            <a:ext cx="388080" cy="368280"/>
            <a:chOff x="6614410" y="2921385"/>
            <a:chExt cx="388080" cy="36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61F6F34-86C7-9916-292D-EFA5FE0C98C5}"/>
                    </a:ext>
                  </a:extLst>
                </p14:cNvPr>
                <p14:cNvContentPartPr/>
                <p14:nvPr/>
              </p14:nvContentPartPr>
              <p14:xfrm>
                <a:off x="6730690" y="2921385"/>
                <a:ext cx="54360" cy="3682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61F6F34-86C7-9916-292D-EFA5FE0C98C5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722050" y="2912745"/>
                  <a:ext cx="7200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F14E2DEF-B707-4133-73EA-952A2F8E3A81}"/>
                    </a:ext>
                  </a:extLst>
                </p14:cNvPr>
                <p14:cNvContentPartPr/>
                <p14:nvPr/>
              </p14:nvContentPartPr>
              <p14:xfrm>
                <a:off x="6614410" y="3055665"/>
                <a:ext cx="388080" cy="1296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F14E2DEF-B707-4133-73EA-952A2F8E3A81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605770" y="3047025"/>
                  <a:ext cx="40572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18D4A9D0-530B-CF31-A85B-06D7BE650653}"/>
              </a:ext>
            </a:extLst>
          </p:cNvPr>
          <p:cNvGrpSpPr/>
          <p:nvPr/>
        </p:nvGrpSpPr>
        <p:grpSpPr>
          <a:xfrm>
            <a:off x="7466170" y="2911665"/>
            <a:ext cx="1260000" cy="308520"/>
            <a:chOff x="7466170" y="2911665"/>
            <a:chExt cx="1260000" cy="30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8721A428-2195-5CBE-9A65-15EFC9B8F32C}"/>
                    </a:ext>
                  </a:extLst>
                </p14:cNvPr>
                <p14:cNvContentPartPr/>
                <p14:nvPr/>
              </p14:nvContentPartPr>
              <p14:xfrm>
                <a:off x="7466170" y="3105705"/>
                <a:ext cx="155880" cy="1144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8721A428-2195-5CBE-9A65-15EFC9B8F32C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457170" y="3097065"/>
                  <a:ext cx="1735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B80FF402-6016-B9D8-8341-89CC72DA97F5}"/>
                    </a:ext>
                  </a:extLst>
                </p14:cNvPr>
                <p14:cNvContentPartPr/>
                <p14:nvPr/>
              </p14:nvContentPartPr>
              <p14:xfrm>
                <a:off x="7682530" y="3084105"/>
                <a:ext cx="194760" cy="1130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B80FF402-6016-B9D8-8341-89CC72DA97F5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673890" y="3075465"/>
                  <a:ext cx="2124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AAEA139-5318-E21D-7DED-DF881B925444}"/>
                    </a:ext>
                  </a:extLst>
                </p14:cNvPr>
                <p14:cNvContentPartPr/>
                <p14:nvPr/>
              </p14:nvContentPartPr>
              <p14:xfrm>
                <a:off x="7847770" y="3090585"/>
                <a:ext cx="128520" cy="975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AAEA139-5318-E21D-7DED-DF881B925444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839130" y="3081945"/>
                  <a:ext cx="1461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C3A5E86-86BB-9FB6-3518-C62912CA2DE8}"/>
                    </a:ext>
                  </a:extLst>
                </p14:cNvPr>
                <p14:cNvContentPartPr/>
                <p14:nvPr/>
              </p14:nvContentPartPr>
              <p14:xfrm>
                <a:off x="8012650" y="3051705"/>
                <a:ext cx="185760" cy="1134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C3A5E86-86BB-9FB6-3518-C62912CA2DE8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003650" y="3043065"/>
                  <a:ext cx="2034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E6D7AD2-451D-9EEB-367F-29621B1A32AA}"/>
                    </a:ext>
                  </a:extLst>
                </p14:cNvPr>
                <p14:cNvContentPartPr/>
                <p14:nvPr/>
              </p14:nvContentPartPr>
              <p14:xfrm>
                <a:off x="8227570" y="3039825"/>
                <a:ext cx="120960" cy="1080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E6D7AD2-451D-9EEB-367F-29621B1A32AA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218930" y="3030825"/>
                  <a:ext cx="1386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F33A9F07-0D5D-5C89-8BD8-D930407DE7C7}"/>
                    </a:ext>
                  </a:extLst>
                </p14:cNvPr>
                <p14:cNvContentPartPr/>
                <p14:nvPr/>
              </p14:nvContentPartPr>
              <p14:xfrm>
                <a:off x="8407930" y="2980425"/>
                <a:ext cx="65880" cy="1641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F33A9F07-0D5D-5C89-8BD8-D930407DE7C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399290" y="2971425"/>
                  <a:ext cx="835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CEC2003-9760-4BAE-768E-12B6B82214BE}"/>
                    </a:ext>
                  </a:extLst>
                </p14:cNvPr>
                <p14:cNvContentPartPr/>
                <p14:nvPr/>
              </p14:nvContentPartPr>
              <p14:xfrm>
                <a:off x="8559850" y="2911665"/>
                <a:ext cx="119160" cy="2322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CEC2003-9760-4BAE-768E-12B6B82214BE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550850" y="2902665"/>
                  <a:ext cx="1368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1D7A4135-E400-4FB3-0EE0-033E59EAFC4D}"/>
                    </a:ext>
                  </a:extLst>
                </p14:cNvPr>
                <p14:cNvContentPartPr/>
                <p14:nvPr/>
              </p14:nvContentPartPr>
              <p14:xfrm>
                <a:off x="8601970" y="2964225"/>
                <a:ext cx="124200" cy="784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1D7A4135-E400-4FB3-0EE0-033E59EAFC4D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592970" y="2955585"/>
                  <a:ext cx="141840" cy="9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1E384CE6-C8E5-B887-9508-03486CCEDC71}"/>
              </a:ext>
            </a:extLst>
          </p:cNvPr>
          <p:cNvGrpSpPr/>
          <p:nvPr/>
        </p:nvGrpSpPr>
        <p:grpSpPr>
          <a:xfrm>
            <a:off x="9118570" y="2809425"/>
            <a:ext cx="1157400" cy="305640"/>
            <a:chOff x="9118570" y="2809425"/>
            <a:chExt cx="1157400" cy="30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9C577639-3E85-4581-A8BF-E1B0E5A113EE}"/>
                    </a:ext>
                  </a:extLst>
                </p14:cNvPr>
                <p14:cNvContentPartPr/>
                <p14:nvPr/>
              </p14:nvContentPartPr>
              <p14:xfrm>
                <a:off x="9118570" y="2955945"/>
                <a:ext cx="132120" cy="1591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9C577639-3E85-4581-A8BF-E1B0E5A113E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109570" y="2946945"/>
                  <a:ext cx="1497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A0FD2697-5F99-A44F-AC93-D6E06FF32DBF}"/>
                    </a:ext>
                  </a:extLst>
                </p14:cNvPr>
                <p14:cNvContentPartPr/>
                <p14:nvPr/>
              </p14:nvContentPartPr>
              <p14:xfrm>
                <a:off x="9313330" y="2809425"/>
                <a:ext cx="317160" cy="2797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A0FD2697-5F99-A44F-AC93-D6E06FF32DB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304330" y="2800425"/>
                  <a:ext cx="33480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3B4A8F3-DFF5-4BD6-3721-5512C4296601}"/>
                    </a:ext>
                  </a:extLst>
                </p14:cNvPr>
                <p14:cNvContentPartPr/>
                <p14:nvPr/>
              </p14:nvContentPartPr>
              <p14:xfrm>
                <a:off x="9706810" y="2932905"/>
                <a:ext cx="61920" cy="1454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3B4A8F3-DFF5-4BD6-3721-5512C4296601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698170" y="2923905"/>
                  <a:ext cx="795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3DDC1E7E-8826-F7C5-23FD-9FDE59FA18D4}"/>
                    </a:ext>
                  </a:extLst>
                </p14:cNvPr>
                <p14:cNvContentPartPr/>
                <p14:nvPr/>
              </p14:nvContentPartPr>
              <p14:xfrm>
                <a:off x="9878530" y="2858025"/>
                <a:ext cx="118080" cy="2080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3DDC1E7E-8826-F7C5-23FD-9FDE59FA18D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869890" y="2849385"/>
                  <a:ext cx="1357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58CFED1-89EE-787C-8E8B-6D947794AAE5}"/>
                    </a:ext>
                  </a:extLst>
                </p14:cNvPr>
                <p14:cNvContentPartPr/>
                <p14:nvPr/>
              </p14:nvContentPartPr>
              <p14:xfrm>
                <a:off x="9855850" y="2934705"/>
                <a:ext cx="129960" cy="471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958CFED1-89EE-787C-8E8B-6D947794AAE5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847210" y="2926065"/>
                  <a:ext cx="1476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D70E1AC-5E9B-65BF-69F8-8C088C7F2152}"/>
                    </a:ext>
                  </a:extLst>
                </p14:cNvPr>
                <p14:cNvContentPartPr/>
                <p14:nvPr/>
              </p14:nvContentPartPr>
              <p14:xfrm>
                <a:off x="9992290" y="2904105"/>
                <a:ext cx="100080" cy="1162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D70E1AC-5E9B-65BF-69F8-8C088C7F215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983290" y="2895465"/>
                  <a:ext cx="1177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CC2047EA-DC8E-484A-D91F-DB726D1B29E1}"/>
                    </a:ext>
                  </a:extLst>
                </p14:cNvPr>
                <p14:cNvContentPartPr/>
                <p14:nvPr/>
              </p14:nvContentPartPr>
              <p14:xfrm>
                <a:off x="10150330" y="2892945"/>
                <a:ext cx="125640" cy="1260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CC2047EA-DC8E-484A-D91F-DB726D1B29E1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141330" y="2883945"/>
                  <a:ext cx="143280" cy="14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A77055A7-5171-5BE5-9605-988CDAA8C9D2}"/>
              </a:ext>
            </a:extLst>
          </p:cNvPr>
          <p:cNvGrpSpPr/>
          <p:nvPr/>
        </p:nvGrpSpPr>
        <p:grpSpPr>
          <a:xfrm>
            <a:off x="10636330" y="2725545"/>
            <a:ext cx="1482120" cy="421560"/>
            <a:chOff x="10636330" y="2725545"/>
            <a:chExt cx="1482120" cy="42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96C896DC-ACBD-40B4-FE11-AEC4BA7F55CA}"/>
                    </a:ext>
                  </a:extLst>
                </p14:cNvPr>
                <p14:cNvContentPartPr/>
                <p14:nvPr/>
              </p14:nvContentPartPr>
              <p14:xfrm>
                <a:off x="10636330" y="2922825"/>
                <a:ext cx="228240" cy="1656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96C896DC-ACBD-40B4-FE11-AEC4BA7F55C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627330" y="2913825"/>
                  <a:ext cx="2458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EA7D8305-E01E-0C24-E1CB-EBB3CB0769CC}"/>
                    </a:ext>
                  </a:extLst>
                </p14:cNvPr>
                <p14:cNvContentPartPr/>
                <p14:nvPr/>
              </p14:nvContentPartPr>
              <p14:xfrm>
                <a:off x="10925050" y="2933265"/>
                <a:ext cx="151920" cy="1533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EA7D8305-E01E-0C24-E1CB-EBB3CB0769CC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916050" y="2924625"/>
                  <a:ext cx="1695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AF2AB09-6866-9A38-F00C-FCC6A23110FE}"/>
                    </a:ext>
                  </a:extLst>
                </p14:cNvPr>
                <p14:cNvContentPartPr/>
                <p14:nvPr/>
              </p14:nvContentPartPr>
              <p14:xfrm>
                <a:off x="11135650" y="2819145"/>
                <a:ext cx="48240" cy="2689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AF2AB09-6866-9A38-F00C-FCC6A23110FE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1126650" y="2810505"/>
                  <a:ext cx="658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1F52D2C-11DF-0F17-798E-2BE95B973718}"/>
                    </a:ext>
                  </a:extLst>
                </p14:cNvPr>
                <p14:cNvContentPartPr/>
                <p14:nvPr/>
              </p14:nvContentPartPr>
              <p14:xfrm>
                <a:off x="11095690" y="2930025"/>
                <a:ext cx="179280" cy="392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1F52D2C-11DF-0F17-798E-2BE95B97371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1087050" y="2921385"/>
                  <a:ext cx="1969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013F539-9E24-AE6B-8CB2-E134477CA89D}"/>
                    </a:ext>
                  </a:extLst>
                </p14:cNvPr>
                <p14:cNvContentPartPr/>
                <p14:nvPr/>
              </p14:nvContentPartPr>
              <p14:xfrm>
                <a:off x="11250850" y="2890065"/>
                <a:ext cx="109440" cy="1360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013F539-9E24-AE6B-8CB2-E134477CA89D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1242210" y="2881065"/>
                  <a:ext cx="1270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4D99CECB-2A98-5E3F-2919-E57BF921D302}"/>
                    </a:ext>
                  </a:extLst>
                </p14:cNvPr>
                <p14:cNvContentPartPr/>
                <p14:nvPr/>
              </p14:nvContentPartPr>
              <p14:xfrm>
                <a:off x="11427610" y="2881785"/>
                <a:ext cx="129240" cy="1270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4D99CECB-2A98-5E3F-2919-E57BF921D30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1418970" y="2872785"/>
                  <a:ext cx="1468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92E27B6-3F0A-8133-F19F-DB03B946EDF7}"/>
                    </a:ext>
                  </a:extLst>
                </p14:cNvPr>
                <p14:cNvContentPartPr/>
                <p14:nvPr/>
              </p14:nvContentPartPr>
              <p14:xfrm>
                <a:off x="11571970" y="2725545"/>
                <a:ext cx="186120" cy="3949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92E27B6-3F0A-8133-F19F-DB03B946EDF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1563330" y="2716545"/>
                  <a:ext cx="20376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A3997FBA-AAE2-CE24-1DFB-DFB1280E6B86}"/>
                    </a:ext>
                  </a:extLst>
                </p14:cNvPr>
                <p14:cNvContentPartPr/>
                <p14:nvPr/>
              </p14:nvContentPartPr>
              <p14:xfrm>
                <a:off x="11762410" y="2854785"/>
                <a:ext cx="123840" cy="1670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A3997FBA-AAE2-CE24-1DFB-DFB1280E6B86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1753410" y="2845785"/>
                  <a:ext cx="1414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C044D831-2C3A-82E4-6360-5362C7B18FE5}"/>
                    </a:ext>
                  </a:extLst>
                </p14:cNvPr>
                <p14:cNvContentPartPr/>
                <p14:nvPr/>
              </p14:nvContentPartPr>
              <p14:xfrm>
                <a:off x="11930530" y="2844705"/>
                <a:ext cx="120960" cy="1468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C044D831-2C3A-82E4-6360-5362C7B18FE5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1921530" y="2835705"/>
                  <a:ext cx="1386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7CE6942-C6BD-7A7A-0233-F3A8FBC4DD68}"/>
                    </a:ext>
                  </a:extLst>
                </p14:cNvPr>
                <p14:cNvContentPartPr/>
                <p14:nvPr/>
              </p14:nvContentPartPr>
              <p14:xfrm>
                <a:off x="12015490" y="2726625"/>
                <a:ext cx="102960" cy="4204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7CE6942-C6BD-7A7A-0233-F3A8FBC4DD68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2006850" y="2717625"/>
                  <a:ext cx="120600" cy="43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E6458A06-C71B-5490-4457-1FC59D222439}"/>
              </a:ext>
            </a:extLst>
          </p:cNvPr>
          <p:cNvGrpSpPr/>
          <p:nvPr/>
        </p:nvGrpSpPr>
        <p:grpSpPr>
          <a:xfrm>
            <a:off x="924610" y="3917505"/>
            <a:ext cx="405720" cy="419760"/>
            <a:chOff x="924610" y="3917505"/>
            <a:chExt cx="405720" cy="41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2645A43C-1CF3-1B37-414E-7E6E60AD25C0}"/>
                    </a:ext>
                  </a:extLst>
                </p14:cNvPr>
                <p14:cNvContentPartPr/>
                <p14:nvPr/>
              </p14:nvContentPartPr>
              <p14:xfrm>
                <a:off x="924610" y="3917505"/>
                <a:ext cx="236880" cy="1227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2645A43C-1CF3-1B37-414E-7E6E60AD25C0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15970" y="3908865"/>
                  <a:ext cx="2545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B4C4FBD7-E926-3CE9-0FD3-C65E2018806D}"/>
                    </a:ext>
                  </a:extLst>
                </p14:cNvPr>
                <p14:cNvContentPartPr/>
                <p14:nvPr/>
              </p14:nvContentPartPr>
              <p14:xfrm>
                <a:off x="1036210" y="3917505"/>
                <a:ext cx="63360" cy="2664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B4C4FBD7-E926-3CE9-0FD3-C65E2018806D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027570" y="3908505"/>
                  <a:ext cx="8100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5BE05E7-47E2-C834-D86C-0EBA780CC1FE}"/>
                    </a:ext>
                  </a:extLst>
                </p14:cNvPr>
                <p14:cNvContentPartPr/>
                <p14:nvPr/>
              </p14:nvContentPartPr>
              <p14:xfrm>
                <a:off x="1135570" y="3943425"/>
                <a:ext cx="194760" cy="3938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5BE05E7-47E2-C834-D86C-0EBA780CC1FE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126930" y="3934785"/>
                  <a:ext cx="212400" cy="41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682708F5-9F5D-4E5D-F507-DC7011D69AD9}"/>
              </a:ext>
            </a:extLst>
          </p:cNvPr>
          <p:cNvGrpSpPr/>
          <p:nvPr/>
        </p:nvGrpSpPr>
        <p:grpSpPr>
          <a:xfrm>
            <a:off x="1562530" y="3831465"/>
            <a:ext cx="997920" cy="734040"/>
            <a:chOff x="1562530" y="3831465"/>
            <a:chExt cx="997920" cy="73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DCC19F81-19DC-B59C-3887-7524A3AF6E85}"/>
                    </a:ext>
                  </a:extLst>
                </p14:cNvPr>
                <p14:cNvContentPartPr/>
                <p14:nvPr/>
              </p14:nvContentPartPr>
              <p14:xfrm>
                <a:off x="1696090" y="3831465"/>
                <a:ext cx="192600" cy="3574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DCC19F81-19DC-B59C-3887-7524A3AF6E8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687090" y="3822465"/>
                  <a:ext cx="21024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A23D7071-BADF-AB65-15F4-84D084ED1C98}"/>
                    </a:ext>
                  </a:extLst>
                </p14:cNvPr>
                <p14:cNvContentPartPr/>
                <p14:nvPr/>
              </p14:nvContentPartPr>
              <p14:xfrm>
                <a:off x="1562530" y="3836505"/>
                <a:ext cx="93600" cy="64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A23D7071-BADF-AB65-15F4-84D084ED1C98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553530" y="3827865"/>
                  <a:ext cx="1112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05F1849-36D7-7D88-05FC-352E396B903C}"/>
                    </a:ext>
                  </a:extLst>
                </p14:cNvPr>
                <p14:cNvContentPartPr/>
                <p14:nvPr/>
              </p14:nvContentPartPr>
              <p14:xfrm>
                <a:off x="1957450" y="4029105"/>
                <a:ext cx="135000" cy="1324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05F1849-36D7-7D88-05FC-352E396B903C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948450" y="4020105"/>
                  <a:ext cx="1526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3DD9D496-5014-CC6B-A5FD-616A7830AAC7}"/>
                    </a:ext>
                  </a:extLst>
                </p14:cNvPr>
                <p14:cNvContentPartPr/>
                <p14:nvPr/>
              </p14:nvContentPartPr>
              <p14:xfrm>
                <a:off x="2185330" y="4026945"/>
                <a:ext cx="33120" cy="1213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3DD9D496-5014-CC6B-A5FD-616A7830AAC7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2176330" y="4018305"/>
                  <a:ext cx="507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4618D63B-92BD-146E-4CA4-4A1B9C37935E}"/>
                    </a:ext>
                  </a:extLst>
                </p14:cNvPr>
                <p14:cNvContentPartPr/>
                <p14:nvPr/>
              </p14:nvContentPartPr>
              <p14:xfrm>
                <a:off x="2156170" y="3950985"/>
                <a:ext cx="51840" cy="478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4618D63B-92BD-146E-4CA4-4A1B9C37935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2147170" y="3941985"/>
                  <a:ext cx="694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1A6C2666-E30D-1457-4E1C-C3F5BC4DF529}"/>
                    </a:ext>
                  </a:extLst>
                </p14:cNvPr>
                <p14:cNvContentPartPr/>
                <p14:nvPr/>
              </p14:nvContentPartPr>
              <p14:xfrm>
                <a:off x="2267770" y="4049625"/>
                <a:ext cx="185760" cy="914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1A6C2666-E30D-1457-4E1C-C3F5BC4DF529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259130" y="4040985"/>
                  <a:ext cx="2034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00401CA2-D67C-7E6A-F033-88760A488E58}"/>
                    </a:ext>
                  </a:extLst>
                </p14:cNvPr>
                <p14:cNvContentPartPr/>
                <p14:nvPr/>
              </p14:nvContentPartPr>
              <p14:xfrm>
                <a:off x="2418610" y="4021545"/>
                <a:ext cx="141840" cy="5439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00401CA2-D67C-7E6A-F033-88760A488E58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409610" y="4012905"/>
                  <a:ext cx="159480" cy="56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4B19C009-9734-DD23-2D2F-8EDDF856F810}"/>
              </a:ext>
            </a:extLst>
          </p:cNvPr>
          <p:cNvGrpSpPr/>
          <p:nvPr/>
        </p:nvGrpSpPr>
        <p:grpSpPr>
          <a:xfrm>
            <a:off x="2963290" y="3832545"/>
            <a:ext cx="1297440" cy="639360"/>
            <a:chOff x="2963290" y="3832545"/>
            <a:chExt cx="1297440" cy="63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1C64409F-FE25-397F-517B-12C0419B82A9}"/>
                    </a:ext>
                  </a:extLst>
                </p14:cNvPr>
                <p14:cNvContentPartPr/>
                <p14:nvPr/>
              </p14:nvContentPartPr>
              <p14:xfrm>
                <a:off x="2963290" y="4055025"/>
                <a:ext cx="175680" cy="12888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1C64409F-FE25-397F-517B-12C0419B82A9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954650" y="4046025"/>
                  <a:ext cx="1933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3AD4CFE5-9B9A-0427-FE03-E6B4B1A3AC8C}"/>
                    </a:ext>
                  </a:extLst>
                </p14:cNvPr>
                <p14:cNvContentPartPr/>
                <p14:nvPr/>
              </p14:nvContentPartPr>
              <p14:xfrm>
                <a:off x="3182170" y="4024425"/>
                <a:ext cx="196200" cy="1407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3AD4CFE5-9B9A-0427-FE03-E6B4B1A3AC8C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3173170" y="4015425"/>
                  <a:ext cx="2138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4EDCE50C-8750-6A48-4E90-A51EFF3B2F45}"/>
                    </a:ext>
                  </a:extLst>
                </p14:cNvPr>
                <p14:cNvContentPartPr/>
                <p14:nvPr/>
              </p14:nvContentPartPr>
              <p14:xfrm>
                <a:off x="3452890" y="4043145"/>
                <a:ext cx="30960" cy="10872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4EDCE50C-8750-6A48-4E90-A51EFF3B2F45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3444250" y="4034145"/>
                  <a:ext cx="486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05F7C213-7F00-4C35-5CC9-02A3CA2C4887}"/>
                    </a:ext>
                  </a:extLst>
                </p14:cNvPr>
                <p14:cNvContentPartPr/>
                <p14:nvPr/>
              </p14:nvContentPartPr>
              <p14:xfrm>
                <a:off x="3444250" y="3988065"/>
                <a:ext cx="58680" cy="327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05F7C213-7F00-4C35-5CC9-02A3CA2C4887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435610" y="3979425"/>
                  <a:ext cx="763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10025551-B0E3-81A7-4AF3-5CF064773457}"/>
                    </a:ext>
                  </a:extLst>
                </p14:cNvPr>
                <p14:cNvContentPartPr/>
                <p14:nvPr/>
              </p14:nvContentPartPr>
              <p14:xfrm>
                <a:off x="3572050" y="4027665"/>
                <a:ext cx="84600" cy="4442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10025551-B0E3-81A7-4AF3-5CF064773457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3563050" y="4019025"/>
                  <a:ext cx="10224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51DB991-431B-9317-5FC5-C96F818661EC}"/>
                    </a:ext>
                  </a:extLst>
                </p14:cNvPr>
                <p14:cNvContentPartPr/>
                <p14:nvPr/>
              </p14:nvContentPartPr>
              <p14:xfrm>
                <a:off x="3744130" y="4010385"/>
                <a:ext cx="106200" cy="1198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51DB991-431B-9317-5FC5-C96F818661E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735130" y="4001385"/>
                  <a:ext cx="1238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A255D5B2-D65D-7F57-57CD-FE8960D12EA9}"/>
                    </a:ext>
                  </a:extLst>
                </p14:cNvPr>
                <p14:cNvContentPartPr/>
                <p14:nvPr/>
              </p14:nvContentPartPr>
              <p14:xfrm>
                <a:off x="3905410" y="4012185"/>
                <a:ext cx="145800" cy="1198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A255D5B2-D65D-7F57-57CD-FE8960D12EA9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896410" y="4003185"/>
                  <a:ext cx="1634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68D2CAF-628B-1F33-A743-5582759E1705}"/>
                    </a:ext>
                  </a:extLst>
                </p14:cNvPr>
                <p14:cNvContentPartPr/>
                <p14:nvPr/>
              </p14:nvContentPartPr>
              <p14:xfrm>
                <a:off x="4119970" y="3832545"/>
                <a:ext cx="140760" cy="63432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68D2CAF-628B-1F33-A743-5582759E1705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4110970" y="3823905"/>
                  <a:ext cx="158400" cy="65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2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576EBA21-B08D-0AE3-AD89-36AF096D5390}"/>
                  </a:ext>
                </a:extLst>
              </p14:cNvPr>
              <p14:cNvContentPartPr/>
              <p14:nvPr/>
            </p14:nvContentPartPr>
            <p14:xfrm>
              <a:off x="4782370" y="3767745"/>
              <a:ext cx="185760" cy="35316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576EBA21-B08D-0AE3-AD89-36AF096D5390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4773730" y="3759105"/>
                <a:ext cx="20340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4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4DA2A388-5D8B-1195-EB12-9DCE850F39E1}"/>
                  </a:ext>
                </a:extLst>
              </p14:cNvPr>
              <p14:cNvContentPartPr/>
              <p14:nvPr/>
            </p14:nvContentPartPr>
            <p14:xfrm>
              <a:off x="4996930" y="3930105"/>
              <a:ext cx="234720" cy="20808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4DA2A388-5D8B-1195-EB12-9DCE850F39E1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4988290" y="3921465"/>
                <a:ext cx="25236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6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C3BAD433-BA40-FEB0-D51A-94EE9C8FE223}"/>
                  </a:ext>
                </a:extLst>
              </p14:cNvPr>
              <p14:cNvContentPartPr/>
              <p14:nvPr/>
            </p14:nvContentPartPr>
            <p14:xfrm>
              <a:off x="5148850" y="4015785"/>
              <a:ext cx="154800" cy="1908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C3BAD433-BA40-FEB0-D51A-94EE9C8FE223}"/>
                  </a:ext>
                </a:extLst>
              </p:cNvPr>
              <p:cNvPicPr/>
              <p:nvPr/>
            </p:nvPicPr>
            <p:blipFill>
              <a:blip r:embed="rId367"/>
              <a:stretch>
                <a:fillRect/>
              </a:stretch>
            </p:blipFill>
            <p:spPr>
              <a:xfrm>
                <a:off x="5140210" y="4006785"/>
                <a:ext cx="17244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8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B6753C66-FB1E-1E5B-BFAB-6147B5573DC1}"/>
                  </a:ext>
                </a:extLst>
              </p14:cNvPr>
              <p14:cNvContentPartPr/>
              <p14:nvPr/>
            </p14:nvContentPartPr>
            <p14:xfrm>
              <a:off x="5314810" y="4008945"/>
              <a:ext cx="126360" cy="11016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B6753C66-FB1E-1E5B-BFAB-6147B5573DC1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5305810" y="4000305"/>
                <a:ext cx="14400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0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9EB00D80-22AC-7DAA-A189-B506E068AFBB}"/>
                  </a:ext>
                </a:extLst>
              </p14:cNvPr>
              <p14:cNvContentPartPr/>
              <p14:nvPr/>
            </p14:nvContentPartPr>
            <p14:xfrm>
              <a:off x="5500210" y="4012185"/>
              <a:ext cx="21240" cy="31716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9EB00D80-22AC-7DAA-A189-B506E068AFBB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5491210" y="4003545"/>
                <a:ext cx="38880" cy="3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2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F61B00D6-9840-D4F6-2D7B-9946EB8F74D4}"/>
                  </a:ext>
                </a:extLst>
              </p14:cNvPr>
              <p14:cNvContentPartPr/>
              <p14:nvPr/>
            </p14:nvContentPartPr>
            <p14:xfrm>
              <a:off x="5534410" y="3992385"/>
              <a:ext cx="92880" cy="12816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F61B00D6-9840-D4F6-2D7B-9946EB8F74D4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5525410" y="3983385"/>
                <a:ext cx="11052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4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6CA4A29A-47C0-5115-5061-E86B44562301}"/>
                  </a:ext>
                </a:extLst>
              </p14:cNvPr>
              <p14:cNvContentPartPr/>
              <p14:nvPr/>
            </p14:nvContentPartPr>
            <p14:xfrm>
              <a:off x="5659330" y="4007865"/>
              <a:ext cx="92160" cy="9036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6CA4A29A-47C0-5115-5061-E86B44562301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5650690" y="3999225"/>
                <a:ext cx="10980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6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D2BE5F26-4104-B09A-5A42-209B54E1BE13}"/>
                  </a:ext>
                </a:extLst>
              </p14:cNvPr>
              <p14:cNvContentPartPr/>
              <p14:nvPr/>
            </p14:nvContentPartPr>
            <p14:xfrm>
              <a:off x="5805850" y="3981585"/>
              <a:ext cx="18720" cy="12204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D2BE5F26-4104-B09A-5A42-209B54E1BE13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5796850" y="3972945"/>
                <a:ext cx="3636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8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D0F1A261-12C9-939B-FB15-28D8C1C5CC71}"/>
                  </a:ext>
                </a:extLst>
              </p14:cNvPr>
              <p14:cNvContentPartPr/>
              <p14:nvPr/>
            </p14:nvContentPartPr>
            <p14:xfrm>
              <a:off x="5810890" y="3953505"/>
              <a:ext cx="6120" cy="756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D0F1A261-12C9-939B-FB15-28D8C1C5CC71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5801890" y="3944865"/>
                <a:ext cx="2376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0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F11B6678-8E22-18CD-00D4-C2664416C352}"/>
                  </a:ext>
                </a:extLst>
              </p14:cNvPr>
              <p14:cNvContentPartPr/>
              <p14:nvPr/>
            </p14:nvContentPartPr>
            <p14:xfrm>
              <a:off x="5872810" y="3964665"/>
              <a:ext cx="162360" cy="17568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F11B6678-8E22-18CD-00D4-C2664416C352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5863810" y="3956025"/>
                <a:ext cx="18000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2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C808525A-3EF2-2FF8-9D68-2982D97D9FD5}"/>
                  </a:ext>
                </a:extLst>
              </p14:cNvPr>
              <p14:cNvContentPartPr/>
              <p14:nvPr/>
            </p14:nvContentPartPr>
            <p14:xfrm>
              <a:off x="6116530" y="3890865"/>
              <a:ext cx="36720" cy="24804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C808525A-3EF2-2FF8-9D68-2982D97D9FD5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6107530" y="3881865"/>
                <a:ext cx="5436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4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3CD4A9D3-E7E2-57B6-D6F6-9B7D89ABA90E}"/>
                  </a:ext>
                </a:extLst>
              </p14:cNvPr>
              <p14:cNvContentPartPr/>
              <p14:nvPr/>
            </p14:nvContentPartPr>
            <p14:xfrm>
              <a:off x="6147130" y="3938025"/>
              <a:ext cx="159840" cy="6840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3CD4A9D3-E7E2-57B6-D6F6-9B7D89ABA90E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6138130" y="3929385"/>
                <a:ext cx="17748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6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64B1CC3B-FEA9-A687-6C53-7B04766BC5EA}"/>
                  </a:ext>
                </a:extLst>
              </p14:cNvPr>
              <p14:cNvContentPartPr/>
              <p14:nvPr/>
            </p14:nvContentPartPr>
            <p14:xfrm>
              <a:off x="5822770" y="3846585"/>
              <a:ext cx="55080" cy="5904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64B1CC3B-FEA9-A687-6C53-7B04766BC5EA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5814130" y="3837945"/>
                <a:ext cx="7272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8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858420E4-1CA0-FBFB-581E-7AEA239F59CF}"/>
                  </a:ext>
                </a:extLst>
              </p14:cNvPr>
              <p14:cNvContentPartPr/>
              <p14:nvPr/>
            </p14:nvContentPartPr>
            <p14:xfrm>
              <a:off x="6356650" y="3936585"/>
              <a:ext cx="116640" cy="15372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858420E4-1CA0-FBFB-581E-7AEA239F59CF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6347650" y="3927585"/>
                <a:ext cx="13428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0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CE817F81-0D83-BD7C-80EF-E9EC5230650B}"/>
                  </a:ext>
                </a:extLst>
              </p14:cNvPr>
              <p14:cNvContentPartPr/>
              <p14:nvPr/>
            </p14:nvContentPartPr>
            <p14:xfrm>
              <a:off x="6922210" y="3796545"/>
              <a:ext cx="46800" cy="29700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CE817F81-0D83-BD7C-80EF-E9EC5230650B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6913210" y="3787905"/>
                <a:ext cx="6444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2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0CFA7AF5-322F-C450-5509-1C16267D7E8E}"/>
                  </a:ext>
                </a:extLst>
              </p14:cNvPr>
              <p14:cNvContentPartPr/>
              <p14:nvPr/>
            </p14:nvContentPartPr>
            <p14:xfrm>
              <a:off x="6865690" y="3889425"/>
              <a:ext cx="306360" cy="11700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0CFA7AF5-322F-C450-5509-1C16267D7E8E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6856690" y="3880785"/>
                <a:ext cx="324000" cy="13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1" name="Group 250">
            <a:extLst>
              <a:ext uri="{FF2B5EF4-FFF2-40B4-BE49-F238E27FC236}">
                <a16:creationId xmlns:a16="http://schemas.microsoft.com/office/drawing/2014/main" id="{11C0C08F-4431-0197-F4AA-B371D18C2AB5}"/>
              </a:ext>
            </a:extLst>
          </p:cNvPr>
          <p:cNvGrpSpPr/>
          <p:nvPr/>
        </p:nvGrpSpPr>
        <p:grpSpPr>
          <a:xfrm>
            <a:off x="7427650" y="3760545"/>
            <a:ext cx="583920" cy="313920"/>
            <a:chOff x="7427650" y="3760545"/>
            <a:chExt cx="583920" cy="31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1DF62528-67AC-FE0D-21A0-07039F8DA1D4}"/>
                    </a:ext>
                  </a:extLst>
                </p14:cNvPr>
                <p14:cNvContentPartPr/>
                <p14:nvPr/>
              </p14:nvContentPartPr>
              <p14:xfrm>
                <a:off x="7523050" y="3801225"/>
                <a:ext cx="42480" cy="2732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1DF62528-67AC-FE0D-21A0-07039F8DA1D4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7514410" y="3792585"/>
                  <a:ext cx="6012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55082513-EDAB-4099-9F1E-B5632C90B9B2}"/>
                    </a:ext>
                  </a:extLst>
                </p14:cNvPr>
                <p14:cNvContentPartPr/>
                <p14:nvPr/>
              </p14:nvContentPartPr>
              <p14:xfrm>
                <a:off x="7427650" y="3933705"/>
                <a:ext cx="238320" cy="6264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55082513-EDAB-4099-9F1E-B5632C90B9B2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7418650" y="3924705"/>
                  <a:ext cx="2559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5F6A973A-042E-B979-1D75-973FE6364E58}"/>
                    </a:ext>
                  </a:extLst>
                </p14:cNvPr>
                <p14:cNvContentPartPr/>
                <p14:nvPr/>
              </p14:nvContentPartPr>
              <p14:xfrm>
                <a:off x="7658770" y="3760545"/>
                <a:ext cx="352800" cy="3088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5F6A973A-042E-B979-1D75-973FE6364E58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7649770" y="3751545"/>
                  <a:ext cx="370440" cy="32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B98C0CA0-175E-D1AD-47FF-3F7AC97A2C84}"/>
              </a:ext>
            </a:extLst>
          </p:cNvPr>
          <p:cNvGrpSpPr/>
          <p:nvPr/>
        </p:nvGrpSpPr>
        <p:grpSpPr>
          <a:xfrm>
            <a:off x="8319730" y="3781065"/>
            <a:ext cx="1211040" cy="272520"/>
            <a:chOff x="8319730" y="3781065"/>
            <a:chExt cx="1211040" cy="27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E6416630-ADB5-CF06-AD64-128725126719}"/>
                    </a:ext>
                  </a:extLst>
                </p14:cNvPr>
                <p14:cNvContentPartPr/>
                <p14:nvPr/>
              </p14:nvContentPartPr>
              <p14:xfrm>
                <a:off x="8319730" y="3942345"/>
                <a:ext cx="202320" cy="11124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E6416630-ADB5-CF06-AD64-128725126719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8310730" y="3933345"/>
                  <a:ext cx="2199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68B5508A-C2A4-5969-8842-BB9B93621591}"/>
                    </a:ext>
                  </a:extLst>
                </p14:cNvPr>
                <p14:cNvContentPartPr/>
                <p14:nvPr/>
              </p14:nvContentPartPr>
              <p14:xfrm>
                <a:off x="8557690" y="3914985"/>
                <a:ext cx="172800" cy="12240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68B5508A-C2A4-5969-8842-BB9B93621591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8548690" y="3905985"/>
                  <a:ext cx="1904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9997E749-C58D-5CFC-10A2-964019BCDEEB}"/>
                    </a:ext>
                  </a:extLst>
                </p14:cNvPr>
                <p14:cNvContentPartPr/>
                <p14:nvPr/>
              </p14:nvContentPartPr>
              <p14:xfrm>
                <a:off x="8727250" y="3912825"/>
                <a:ext cx="93240" cy="9792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9997E749-C58D-5CFC-10A2-964019BCDEEB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8718250" y="3903825"/>
                  <a:ext cx="1108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704BA93D-A528-D45D-5B9C-41CCB6E0E597}"/>
                    </a:ext>
                  </a:extLst>
                </p14:cNvPr>
                <p14:cNvContentPartPr/>
                <p14:nvPr/>
              </p14:nvContentPartPr>
              <p14:xfrm>
                <a:off x="8855410" y="3878625"/>
                <a:ext cx="241920" cy="1292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704BA93D-A528-D45D-5B9C-41CCB6E0E597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8846770" y="3869985"/>
                  <a:ext cx="2595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3B1E273F-E887-AFE7-FB30-9298E13E0780}"/>
                    </a:ext>
                  </a:extLst>
                </p14:cNvPr>
                <p14:cNvContentPartPr/>
                <p14:nvPr/>
              </p14:nvContentPartPr>
              <p14:xfrm>
                <a:off x="9167530" y="3883305"/>
                <a:ext cx="65160" cy="14148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3B1E273F-E887-AFE7-FB30-9298E13E0780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9158890" y="3874665"/>
                  <a:ext cx="828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1BB9F6A7-E5D2-8D16-0A40-68B4D3BAFBA5}"/>
                    </a:ext>
                  </a:extLst>
                </p14:cNvPr>
                <p14:cNvContentPartPr/>
                <p14:nvPr/>
              </p14:nvContentPartPr>
              <p14:xfrm>
                <a:off x="9333490" y="3781065"/>
                <a:ext cx="141480" cy="22536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1BB9F6A7-E5D2-8D16-0A40-68B4D3BAFBA5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9324850" y="3772425"/>
                  <a:ext cx="1591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DBAA53F2-0976-BAA8-4E07-59F866D6F3A7}"/>
                    </a:ext>
                  </a:extLst>
                </p14:cNvPr>
                <p14:cNvContentPartPr/>
                <p14:nvPr/>
              </p14:nvContentPartPr>
              <p14:xfrm>
                <a:off x="9392890" y="3830745"/>
                <a:ext cx="137880" cy="666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DBAA53F2-0976-BAA8-4E07-59F866D6F3A7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9383890" y="3821745"/>
                  <a:ext cx="155520" cy="8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0898FE16-32FD-2ECD-ED5A-8829F466A1C8}"/>
              </a:ext>
            </a:extLst>
          </p:cNvPr>
          <p:cNvGrpSpPr/>
          <p:nvPr/>
        </p:nvGrpSpPr>
        <p:grpSpPr>
          <a:xfrm>
            <a:off x="9977170" y="3736425"/>
            <a:ext cx="1131840" cy="284040"/>
            <a:chOff x="9977170" y="3736425"/>
            <a:chExt cx="1131840" cy="28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3D21FC18-B44E-38E8-9570-7BA6F5337056}"/>
                    </a:ext>
                  </a:extLst>
                </p14:cNvPr>
                <p14:cNvContentPartPr/>
                <p14:nvPr/>
              </p14:nvContentPartPr>
              <p14:xfrm>
                <a:off x="9977170" y="3736425"/>
                <a:ext cx="288000" cy="28404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3D21FC18-B44E-38E8-9570-7BA6F5337056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9968530" y="3727785"/>
                  <a:ext cx="30564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D2269AFE-2C7F-C8F2-2A18-EC06394B5FBE}"/>
                    </a:ext>
                  </a:extLst>
                </p14:cNvPr>
                <p14:cNvContentPartPr/>
                <p14:nvPr/>
              </p14:nvContentPartPr>
              <p14:xfrm>
                <a:off x="10316290" y="3849465"/>
                <a:ext cx="174960" cy="8856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D2269AFE-2C7F-C8F2-2A18-EC06394B5FBE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0307290" y="3840465"/>
                  <a:ext cx="1926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CDB4E53F-B0CE-712B-C1F9-69A4430FE26B}"/>
                    </a:ext>
                  </a:extLst>
                </p14:cNvPr>
                <p14:cNvContentPartPr/>
                <p14:nvPr/>
              </p14:nvContentPartPr>
              <p14:xfrm>
                <a:off x="10517890" y="3797265"/>
                <a:ext cx="116640" cy="15840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CDB4E53F-B0CE-712B-C1F9-69A4430FE26B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0508890" y="3788265"/>
                  <a:ext cx="1342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CFFB788B-CB70-69F5-5480-99006D7EC342}"/>
                    </a:ext>
                  </a:extLst>
                </p14:cNvPr>
                <p14:cNvContentPartPr/>
                <p14:nvPr/>
              </p14:nvContentPartPr>
              <p14:xfrm>
                <a:off x="10648210" y="3764505"/>
                <a:ext cx="155520" cy="18072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CFFB788B-CB70-69F5-5480-99006D7EC342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0639570" y="3755865"/>
                  <a:ext cx="1731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E2AC3BAF-A3D2-57BF-9CA7-4236AF6B5E52}"/>
                    </a:ext>
                  </a:extLst>
                </p14:cNvPr>
                <p14:cNvContentPartPr/>
                <p14:nvPr/>
              </p14:nvContentPartPr>
              <p14:xfrm>
                <a:off x="10653970" y="3808065"/>
                <a:ext cx="155160" cy="4248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E2AC3BAF-A3D2-57BF-9CA7-4236AF6B5E52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0644970" y="3799065"/>
                  <a:ext cx="1728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CCA6B19D-2A82-8D1D-FC21-83D22BB60B38}"/>
                    </a:ext>
                  </a:extLst>
                </p14:cNvPr>
                <p14:cNvContentPartPr/>
                <p14:nvPr/>
              </p14:nvContentPartPr>
              <p14:xfrm>
                <a:off x="10799410" y="3784665"/>
                <a:ext cx="120240" cy="12996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CCA6B19D-2A82-8D1D-FC21-83D22BB60B38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0790410" y="3775665"/>
                  <a:ext cx="1378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806F5980-9F0B-0595-1893-195F5826B68C}"/>
                    </a:ext>
                  </a:extLst>
                </p14:cNvPr>
                <p14:cNvContentPartPr/>
                <p14:nvPr/>
              </p14:nvContentPartPr>
              <p14:xfrm>
                <a:off x="10957450" y="3794385"/>
                <a:ext cx="151560" cy="12204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806F5980-9F0B-0595-1893-195F5826B68C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0948810" y="3785385"/>
                  <a:ext cx="169200" cy="13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A9341BB8-E07D-AF51-832C-4502F94668E1}"/>
              </a:ext>
            </a:extLst>
          </p:cNvPr>
          <p:cNvGrpSpPr/>
          <p:nvPr/>
        </p:nvGrpSpPr>
        <p:grpSpPr>
          <a:xfrm>
            <a:off x="1704730" y="4566585"/>
            <a:ext cx="1938960" cy="516960"/>
            <a:chOff x="1704730" y="4566585"/>
            <a:chExt cx="1938960" cy="51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6739DDDA-4B21-1447-2D8B-205FD5D1BA23}"/>
                    </a:ext>
                  </a:extLst>
                </p14:cNvPr>
                <p14:cNvContentPartPr/>
                <p14:nvPr/>
              </p14:nvContentPartPr>
              <p14:xfrm>
                <a:off x="1704730" y="4691865"/>
                <a:ext cx="310320" cy="28368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6739DDDA-4B21-1447-2D8B-205FD5D1BA23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696090" y="4682865"/>
                  <a:ext cx="32796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818D2473-A4F6-423C-46F5-510929453DCD}"/>
                    </a:ext>
                  </a:extLst>
                </p14:cNvPr>
                <p14:cNvContentPartPr/>
                <p14:nvPr/>
              </p14:nvContentPartPr>
              <p14:xfrm>
                <a:off x="2079130" y="4834425"/>
                <a:ext cx="132120" cy="11556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818D2473-A4F6-423C-46F5-510929453DCD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2070130" y="4825425"/>
                  <a:ext cx="1497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1046DFD1-34F2-2925-B79A-22BE25B9ED81}"/>
                    </a:ext>
                  </a:extLst>
                </p14:cNvPr>
                <p14:cNvContentPartPr/>
                <p14:nvPr/>
              </p14:nvContentPartPr>
              <p14:xfrm>
                <a:off x="2269210" y="4717785"/>
                <a:ext cx="124200" cy="21312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1046DFD1-34F2-2925-B79A-22BE25B9ED81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2260570" y="4709145"/>
                  <a:ext cx="1418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ACBBB525-5916-5DC7-E5CE-BAED9F9E9ABC}"/>
                    </a:ext>
                  </a:extLst>
                </p14:cNvPr>
                <p14:cNvContentPartPr/>
                <p14:nvPr/>
              </p14:nvContentPartPr>
              <p14:xfrm>
                <a:off x="2277850" y="4805985"/>
                <a:ext cx="100080" cy="3960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ACBBB525-5916-5DC7-E5CE-BAED9F9E9ABC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2269210" y="4796985"/>
                  <a:ext cx="1177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73112285-7732-A9AC-D31C-479D39BD64F3}"/>
                    </a:ext>
                  </a:extLst>
                </p14:cNvPr>
                <p14:cNvContentPartPr/>
                <p14:nvPr/>
              </p14:nvContentPartPr>
              <p14:xfrm>
                <a:off x="2419690" y="4789785"/>
                <a:ext cx="102960" cy="8928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73112285-7732-A9AC-D31C-479D39BD64F3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2411050" y="4781145"/>
                  <a:ext cx="1206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359BBC08-5C2D-4B63-B2DA-591B005FFD59}"/>
                    </a:ext>
                  </a:extLst>
                </p14:cNvPr>
                <p14:cNvContentPartPr/>
                <p14:nvPr/>
              </p14:nvContentPartPr>
              <p14:xfrm>
                <a:off x="2577730" y="4749105"/>
                <a:ext cx="116640" cy="13608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359BBC08-5C2D-4B63-B2DA-591B005FFD59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2569090" y="4740465"/>
                  <a:ext cx="1342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15ED09C8-ECB4-4A31-0953-091BF7C4836E}"/>
                    </a:ext>
                  </a:extLst>
                </p14:cNvPr>
                <p14:cNvContentPartPr/>
                <p14:nvPr/>
              </p14:nvContentPartPr>
              <p14:xfrm>
                <a:off x="2986330" y="4756665"/>
                <a:ext cx="136080" cy="12528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15ED09C8-ECB4-4A31-0953-091BF7C4836E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2977690" y="4747665"/>
                  <a:ext cx="1537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3657189D-5C5F-70B6-5230-453C669C152B}"/>
                    </a:ext>
                  </a:extLst>
                </p14:cNvPr>
                <p14:cNvContentPartPr/>
                <p14:nvPr/>
              </p14:nvContentPartPr>
              <p14:xfrm>
                <a:off x="3202690" y="4719585"/>
                <a:ext cx="90000" cy="13032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3657189D-5C5F-70B6-5230-453C669C152B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3194050" y="4710945"/>
                  <a:ext cx="1076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FE2CFC67-9E8B-A6A8-7BB7-26C40E47011D}"/>
                    </a:ext>
                  </a:extLst>
                </p14:cNvPr>
                <p14:cNvContentPartPr/>
                <p14:nvPr/>
              </p14:nvContentPartPr>
              <p14:xfrm>
                <a:off x="3069490" y="4600785"/>
                <a:ext cx="366480" cy="42984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FE2CFC67-9E8B-A6A8-7BB7-26C40E47011D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3060850" y="4592145"/>
                  <a:ext cx="38412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6AB6060F-7A04-8F6A-3DAC-95DB2D94632D}"/>
                    </a:ext>
                  </a:extLst>
                </p14:cNvPr>
                <p14:cNvContentPartPr/>
                <p14:nvPr/>
              </p14:nvContentPartPr>
              <p14:xfrm>
                <a:off x="2770690" y="4566585"/>
                <a:ext cx="200160" cy="51696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6AB6060F-7A04-8F6A-3DAC-95DB2D94632D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2762050" y="4557585"/>
                  <a:ext cx="217800" cy="53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16ABE0B8-BAFD-2819-9F8A-4B1C353B2EC5}"/>
                    </a:ext>
                  </a:extLst>
                </p14:cNvPr>
                <p14:cNvContentPartPr/>
                <p14:nvPr/>
              </p14:nvContentPartPr>
              <p14:xfrm>
                <a:off x="3600490" y="4901385"/>
                <a:ext cx="43200" cy="13536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16ABE0B8-BAFD-2819-9F8A-4B1C353B2EC5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3591490" y="4892745"/>
                  <a:ext cx="60840" cy="15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AF2C39B5-B778-A6F0-A148-EE8F35959861}"/>
              </a:ext>
            </a:extLst>
          </p:cNvPr>
          <p:cNvGrpSpPr/>
          <p:nvPr/>
        </p:nvGrpSpPr>
        <p:grpSpPr>
          <a:xfrm>
            <a:off x="3916930" y="4657665"/>
            <a:ext cx="1468080" cy="280440"/>
            <a:chOff x="3916930" y="4657665"/>
            <a:chExt cx="146808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AB198FA7-8C5E-BB4E-D4AB-FAFDF03F6F97}"/>
                    </a:ext>
                  </a:extLst>
                </p14:cNvPr>
                <p14:cNvContentPartPr/>
                <p14:nvPr/>
              </p14:nvContentPartPr>
              <p14:xfrm>
                <a:off x="3916930" y="4742265"/>
                <a:ext cx="154800" cy="1958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AB198FA7-8C5E-BB4E-D4AB-FAFDF03F6F97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3908290" y="4733625"/>
                  <a:ext cx="1724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B47721B8-7F2C-BCA7-C6D0-43823F2B57D1}"/>
                    </a:ext>
                  </a:extLst>
                </p14:cNvPr>
                <p14:cNvContentPartPr/>
                <p14:nvPr/>
              </p14:nvContentPartPr>
              <p14:xfrm>
                <a:off x="4129690" y="4657665"/>
                <a:ext cx="258840" cy="25344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B47721B8-7F2C-BCA7-C6D0-43823F2B57D1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4121050" y="4648665"/>
                  <a:ext cx="2764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A85EC35D-84DA-31B7-92DF-9A08A6ABDCEC}"/>
                    </a:ext>
                  </a:extLst>
                </p14:cNvPr>
                <p14:cNvContentPartPr/>
                <p14:nvPr/>
              </p14:nvContentPartPr>
              <p14:xfrm>
                <a:off x="4414810" y="4741905"/>
                <a:ext cx="130320" cy="13896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A85EC35D-84DA-31B7-92DF-9A08A6ABDCEC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4405810" y="4732905"/>
                  <a:ext cx="1479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A0E241EF-25F2-D50C-6DF5-D9CCFF4FFFE8}"/>
                    </a:ext>
                  </a:extLst>
                </p14:cNvPr>
                <p14:cNvContentPartPr/>
                <p14:nvPr/>
              </p14:nvContentPartPr>
              <p14:xfrm>
                <a:off x="4571050" y="4719225"/>
                <a:ext cx="318960" cy="16740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A0E241EF-25F2-D50C-6DF5-D9CCFF4FFFE8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4562050" y="4710225"/>
                  <a:ext cx="3366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C25AE7C3-12BF-5611-AC1F-526E97DAF23E}"/>
                    </a:ext>
                  </a:extLst>
                </p14:cNvPr>
                <p14:cNvContentPartPr/>
                <p14:nvPr/>
              </p14:nvContentPartPr>
              <p14:xfrm>
                <a:off x="4928530" y="4672425"/>
                <a:ext cx="244800" cy="17676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C25AE7C3-12BF-5611-AC1F-526E97DAF23E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4919890" y="4663425"/>
                  <a:ext cx="2624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C8820701-E6C2-E8C3-A108-5EE419F3DBC0}"/>
                    </a:ext>
                  </a:extLst>
                </p14:cNvPr>
                <p14:cNvContentPartPr/>
                <p14:nvPr/>
              </p14:nvContentPartPr>
              <p14:xfrm>
                <a:off x="5073970" y="4719585"/>
                <a:ext cx="159480" cy="3312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C8820701-E6C2-E8C3-A108-5EE419F3DBC0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5064970" y="4710945"/>
                  <a:ext cx="1771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9AC04209-962F-6AD3-47BD-2B91FB084134}"/>
                    </a:ext>
                  </a:extLst>
                </p14:cNvPr>
                <p14:cNvContentPartPr/>
                <p14:nvPr/>
              </p14:nvContentPartPr>
              <p14:xfrm>
                <a:off x="5251090" y="4691865"/>
                <a:ext cx="133920" cy="10980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9AC04209-962F-6AD3-47BD-2B91FB084134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5242450" y="4682865"/>
                  <a:ext cx="151560" cy="12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4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C983DDCC-93A7-85B4-E62B-B1833A12649E}"/>
                  </a:ext>
                </a:extLst>
              </p14:cNvPr>
              <p14:cNvContentPartPr/>
              <p14:nvPr/>
            </p14:nvContentPartPr>
            <p14:xfrm>
              <a:off x="5760130" y="4704465"/>
              <a:ext cx="163800" cy="123840"/>
            </p14:xfrm>
          </p:contentPart>
        </mc:Choice>
        <mc:Fallback xmlns=""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C983DDCC-93A7-85B4-E62B-B1833A12649E}"/>
                  </a:ext>
                </a:extLst>
              </p:cNvPr>
              <p:cNvPicPr/>
              <p:nvPr/>
            </p:nvPicPr>
            <p:blipFill>
              <a:blip r:embed="rId465"/>
              <a:stretch>
                <a:fillRect/>
              </a:stretch>
            </p:blipFill>
            <p:spPr>
              <a:xfrm>
                <a:off x="5751490" y="4695825"/>
                <a:ext cx="18144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6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4E401D05-5B08-A182-5457-BBA508D25A94}"/>
                  </a:ext>
                </a:extLst>
              </p14:cNvPr>
              <p14:cNvContentPartPr/>
              <p14:nvPr/>
            </p14:nvContentPartPr>
            <p14:xfrm>
              <a:off x="5955250" y="4721745"/>
              <a:ext cx="164160" cy="115200"/>
            </p14:xfrm>
          </p:contentPart>
        </mc:Choice>
        <mc:Fallback xmlns=""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4E401D05-5B08-A182-5457-BBA508D25A94}"/>
                  </a:ext>
                </a:extLst>
              </p:cNvPr>
              <p:cNvPicPr/>
              <p:nvPr/>
            </p:nvPicPr>
            <p:blipFill>
              <a:blip r:embed="rId467"/>
              <a:stretch>
                <a:fillRect/>
              </a:stretch>
            </p:blipFill>
            <p:spPr>
              <a:xfrm>
                <a:off x="5946610" y="4712745"/>
                <a:ext cx="18180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8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AAABD16B-9EBB-4C30-276E-17B88F5101EE}"/>
                  </a:ext>
                </a:extLst>
              </p14:cNvPr>
              <p14:cNvContentPartPr/>
              <p14:nvPr/>
            </p14:nvContentPartPr>
            <p14:xfrm>
              <a:off x="6129850" y="4674225"/>
              <a:ext cx="256680" cy="128520"/>
            </p14:xfrm>
          </p:contentPart>
        </mc:Choice>
        <mc:Fallback xmlns=""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AAABD16B-9EBB-4C30-276E-17B88F5101EE}"/>
                  </a:ext>
                </a:extLst>
              </p:cNvPr>
              <p:cNvPicPr/>
              <p:nvPr/>
            </p:nvPicPr>
            <p:blipFill>
              <a:blip r:embed="rId469"/>
              <a:stretch>
                <a:fillRect/>
              </a:stretch>
            </p:blipFill>
            <p:spPr>
              <a:xfrm>
                <a:off x="6121210" y="4665585"/>
                <a:ext cx="274320" cy="14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21" name="Group 320">
            <a:extLst>
              <a:ext uri="{FF2B5EF4-FFF2-40B4-BE49-F238E27FC236}">
                <a16:creationId xmlns:a16="http://schemas.microsoft.com/office/drawing/2014/main" id="{7FACC57E-519B-173A-17FA-5D56E37A39A5}"/>
              </a:ext>
            </a:extLst>
          </p:cNvPr>
          <p:cNvGrpSpPr/>
          <p:nvPr/>
        </p:nvGrpSpPr>
        <p:grpSpPr>
          <a:xfrm>
            <a:off x="6729250" y="4488465"/>
            <a:ext cx="1309680" cy="629640"/>
            <a:chOff x="6729250" y="4488465"/>
            <a:chExt cx="1309680" cy="62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5A712266-BE0C-77ED-0129-BE34821115F0}"/>
                    </a:ext>
                  </a:extLst>
                </p14:cNvPr>
                <p14:cNvContentPartPr/>
                <p14:nvPr/>
              </p14:nvContentPartPr>
              <p14:xfrm>
                <a:off x="6729250" y="4681065"/>
                <a:ext cx="279720" cy="13896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5A712266-BE0C-77ED-0129-BE34821115F0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6720250" y="4672065"/>
                  <a:ext cx="2973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C222E6C4-2284-83C1-E3FB-75782BC68E9F}"/>
                    </a:ext>
                  </a:extLst>
                </p14:cNvPr>
                <p14:cNvContentPartPr/>
                <p14:nvPr/>
              </p14:nvContentPartPr>
              <p14:xfrm>
                <a:off x="7006450" y="4706985"/>
                <a:ext cx="14040" cy="27072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C222E6C4-2284-83C1-E3FB-75782BC68E9F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6997450" y="4698345"/>
                  <a:ext cx="3168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1D7D89D2-1DBC-CE6F-C799-45BAD5E97AE9}"/>
                    </a:ext>
                  </a:extLst>
                </p14:cNvPr>
                <p14:cNvContentPartPr/>
                <p14:nvPr/>
              </p14:nvContentPartPr>
              <p14:xfrm>
                <a:off x="7052170" y="4696545"/>
                <a:ext cx="82080" cy="15048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1D7D89D2-1DBC-CE6F-C799-45BAD5E97AE9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7043170" y="4687545"/>
                  <a:ext cx="997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AB384763-90A3-EA45-C2F2-548DE49D5285}"/>
                    </a:ext>
                  </a:extLst>
                </p14:cNvPr>
                <p14:cNvContentPartPr/>
                <p14:nvPr/>
              </p14:nvContentPartPr>
              <p14:xfrm>
                <a:off x="7246570" y="4560465"/>
                <a:ext cx="443520" cy="25776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AB384763-90A3-EA45-C2F2-548DE49D5285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7237570" y="4551825"/>
                  <a:ext cx="46116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49826F55-B0DD-E4CD-A84D-93FA8D51363E}"/>
                    </a:ext>
                  </a:extLst>
                </p14:cNvPr>
                <p14:cNvContentPartPr/>
                <p14:nvPr/>
              </p14:nvContentPartPr>
              <p14:xfrm>
                <a:off x="7584970" y="4689705"/>
                <a:ext cx="156240" cy="4788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49826F55-B0DD-E4CD-A84D-93FA8D51363E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7576330" y="4680705"/>
                  <a:ext cx="1738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946BD482-7695-9B45-D969-86988145BDF4}"/>
                    </a:ext>
                  </a:extLst>
                </p14:cNvPr>
                <p14:cNvContentPartPr/>
                <p14:nvPr/>
              </p14:nvContentPartPr>
              <p14:xfrm>
                <a:off x="7748050" y="4488465"/>
                <a:ext cx="290880" cy="62964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946BD482-7695-9B45-D969-86988145BDF4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7739050" y="4479825"/>
                  <a:ext cx="308520" cy="64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9" name="Group 338">
            <a:extLst>
              <a:ext uri="{FF2B5EF4-FFF2-40B4-BE49-F238E27FC236}">
                <a16:creationId xmlns:a16="http://schemas.microsoft.com/office/drawing/2014/main" id="{C19F67ED-C738-A246-8E46-3507B3754F0E}"/>
              </a:ext>
            </a:extLst>
          </p:cNvPr>
          <p:cNvGrpSpPr/>
          <p:nvPr/>
        </p:nvGrpSpPr>
        <p:grpSpPr>
          <a:xfrm>
            <a:off x="8551210" y="4544265"/>
            <a:ext cx="1171800" cy="296640"/>
            <a:chOff x="8551210" y="4544265"/>
            <a:chExt cx="1171800" cy="29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26227EF8-10C1-D378-5F57-58AF9120E4EF}"/>
                    </a:ext>
                  </a:extLst>
                </p14:cNvPr>
                <p14:cNvContentPartPr/>
                <p14:nvPr/>
              </p14:nvContentPartPr>
              <p14:xfrm>
                <a:off x="8551210" y="4681785"/>
                <a:ext cx="204120" cy="15912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26227EF8-10C1-D378-5F57-58AF9120E4EF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8542210" y="4672785"/>
                  <a:ext cx="2217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0E5B65DD-EE9B-20E7-8C34-A2C600C0038D}"/>
                    </a:ext>
                  </a:extLst>
                </p14:cNvPr>
                <p14:cNvContentPartPr/>
                <p14:nvPr/>
              </p14:nvContentPartPr>
              <p14:xfrm>
                <a:off x="8790970" y="4544265"/>
                <a:ext cx="111600" cy="27072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0E5B65DD-EE9B-20E7-8C34-A2C600C0038D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8782330" y="4535265"/>
                  <a:ext cx="12924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A0A66ABA-9CBB-1BF9-0E96-B47C5BFDAC54}"/>
                    </a:ext>
                  </a:extLst>
                </p14:cNvPr>
                <p14:cNvContentPartPr/>
                <p14:nvPr/>
              </p14:nvContentPartPr>
              <p14:xfrm>
                <a:off x="8927050" y="4673505"/>
                <a:ext cx="216360" cy="10908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A0A66ABA-9CBB-1BF9-0E96-B47C5BFDAC54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8918410" y="4664865"/>
                  <a:ext cx="2340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D7E33714-FC68-A0B9-9FAB-4E5E7557A7D1}"/>
                    </a:ext>
                  </a:extLst>
                </p14:cNvPr>
                <p14:cNvContentPartPr/>
                <p14:nvPr/>
              </p14:nvContentPartPr>
              <p14:xfrm>
                <a:off x="9166450" y="4647585"/>
                <a:ext cx="93600" cy="15372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D7E33714-FC68-A0B9-9FAB-4E5E7557A7D1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9157450" y="4638945"/>
                  <a:ext cx="1112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73F21232-AD6D-E687-3C79-27F78780FA6F}"/>
                    </a:ext>
                  </a:extLst>
                </p14:cNvPr>
                <p14:cNvContentPartPr/>
                <p14:nvPr/>
              </p14:nvContentPartPr>
              <p14:xfrm>
                <a:off x="9323050" y="4616985"/>
                <a:ext cx="84600" cy="19080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73F21232-AD6D-E687-3C79-27F78780FA6F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9314050" y="4607985"/>
                  <a:ext cx="1022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4666ABA6-001A-F2FA-1996-101B6C3E5369}"/>
                    </a:ext>
                  </a:extLst>
                </p14:cNvPr>
                <p14:cNvContentPartPr/>
                <p14:nvPr/>
              </p14:nvContentPartPr>
              <p14:xfrm>
                <a:off x="9341410" y="4646865"/>
                <a:ext cx="218520" cy="11952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4666ABA6-001A-F2FA-1996-101B6C3E5369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9332770" y="4638225"/>
                  <a:ext cx="2361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4870503D-4B65-D221-2281-5720AD54A9DC}"/>
                    </a:ext>
                  </a:extLst>
                </p14:cNvPr>
                <p14:cNvContentPartPr/>
                <p14:nvPr/>
              </p14:nvContentPartPr>
              <p14:xfrm>
                <a:off x="9595930" y="4650465"/>
                <a:ext cx="127080" cy="10116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4870503D-4B65-D221-2281-5720AD54A9DC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9586930" y="4641465"/>
                  <a:ext cx="144720" cy="11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8" name="Group 337">
            <a:extLst>
              <a:ext uri="{FF2B5EF4-FFF2-40B4-BE49-F238E27FC236}">
                <a16:creationId xmlns:a16="http://schemas.microsoft.com/office/drawing/2014/main" id="{855FC724-448A-0475-5E0B-DC381A94FD18}"/>
              </a:ext>
            </a:extLst>
          </p:cNvPr>
          <p:cNvGrpSpPr/>
          <p:nvPr/>
        </p:nvGrpSpPr>
        <p:grpSpPr>
          <a:xfrm>
            <a:off x="10084450" y="4525545"/>
            <a:ext cx="1007280" cy="240120"/>
            <a:chOff x="10084450" y="4525545"/>
            <a:chExt cx="1007280" cy="24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9CE113A4-5596-A2E0-5572-BEEA43AB9EBF}"/>
                    </a:ext>
                  </a:extLst>
                </p14:cNvPr>
                <p14:cNvContentPartPr/>
                <p14:nvPr/>
              </p14:nvContentPartPr>
              <p14:xfrm>
                <a:off x="10084450" y="4586385"/>
                <a:ext cx="291240" cy="16524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9CE113A4-5596-A2E0-5572-BEEA43AB9EBF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10075450" y="4577745"/>
                  <a:ext cx="3088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F01FD861-8720-BB4A-B614-F86ADA0854C8}"/>
                    </a:ext>
                  </a:extLst>
                </p14:cNvPr>
                <p14:cNvContentPartPr/>
                <p14:nvPr/>
              </p14:nvContentPartPr>
              <p14:xfrm>
                <a:off x="10445170" y="4620585"/>
                <a:ext cx="168480" cy="14508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F01FD861-8720-BB4A-B614-F86ADA0854C8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10436170" y="4611585"/>
                  <a:ext cx="1861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6CF3FBFD-848D-046C-396F-A8C89EB7AADC}"/>
                    </a:ext>
                  </a:extLst>
                </p14:cNvPr>
                <p14:cNvContentPartPr/>
                <p14:nvPr/>
              </p14:nvContentPartPr>
              <p14:xfrm>
                <a:off x="10670530" y="4525545"/>
                <a:ext cx="106200" cy="23796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6CF3FBFD-848D-046C-396F-A8C89EB7AADC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10661890" y="4516545"/>
                  <a:ext cx="1238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70B88067-9E83-2FC7-70EA-2A6645415A25}"/>
                    </a:ext>
                  </a:extLst>
                </p14:cNvPr>
                <p14:cNvContentPartPr/>
                <p14:nvPr/>
              </p14:nvContentPartPr>
              <p14:xfrm>
                <a:off x="10652890" y="4645065"/>
                <a:ext cx="154800" cy="1044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70B88067-9E83-2FC7-70EA-2A6645415A25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10643890" y="4636065"/>
                  <a:ext cx="1724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DCCF3445-57EC-70F5-08A3-FBE2DD918BE3}"/>
                    </a:ext>
                  </a:extLst>
                </p14:cNvPr>
                <p14:cNvContentPartPr/>
                <p14:nvPr/>
              </p14:nvContentPartPr>
              <p14:xfrm>
                <a:off x="10794730" y="4614105"/>
                <a:ext cx="108360" cy="14328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DCCF3445-57EC-70F5-08A3-FBE2DD918BE3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0785730" y="4605465"/>
                  <a:ext cx="1260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147F1C7E-8B65-3742-E0AA-495199C0F836}"/>
                    </a:ext>
                  </a:extLst>
                </p14:cNvPr>
                <p14:cNvContentPartPr/>
                <p14:nvPr/>
              </p14:nvContentPartPr>
              <p14:xfrm>
                <a:off x="10968250" y="4616985"/>
                <a:ext cx="123480" cy="11592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147F1C7E-8B65-3742-E0AA-495199C0F836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0959250" y="4607985"/>
                  <a:ext cx="141120" cy="13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127E1DC9-664C-8BC5-D90D-EFE6A4F6D992}"/>
              </a:ext>
            </a:extLst>
          </p:cNvPr>
          <p:cNvGrpSpPr/>
          <p:nvPr/>
        </p:nvGrpSpPr>
        <p:grpSpPr>
          <a:xfrm>
            <a:off x="11386210" y="4457505"/>
            <a:ext cx="401040" cy="597240"/>
            <a:chOff x="11386210" y="4457505"/>
            <a:chExt cx="401040" cy="59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427284B0-0071-A0ED-2EB2-BAA20B3CA7F1}"/>
                    </a:ext>
                  </a:extLst>
                </p14:cNvPr>
                <p14:cNvContentPartPr/>
                <p14:nvPr/>
              </p14:nvContentPartPr>
              <p14:xfrm>
                <a:off x="11386210" y="4457505"/>
                <a:ext cx="162720" cy="29556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427284B0-0071-A0ED-2EB2-BAA20B3CA7F1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11377210" y="4448505"/>
                  <a:ext cx="18036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6C8A57F3-4A34-E673-1008-F340D5450F0B}"/>
                    </a:ext>
                  </a:extLst>
                </p14:cNvPr>
                <p14:cNvContentPartPr/>
                <p14:nvPr/>
              </p14:nvContentPartPr>
              <p14:xfrm>
                <a:off x="11591770" y="4653705"/>
                <a:ext cx="195480" cy="40104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6C8A57F3-4A34-E673-1008-F340D5450F0B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11582770" y="4644705"/>
                  <a:ext cx="213120" cy="41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83852677-2E9D-A34D-444F-109215CBF25C}"/>
              </a:ext>
            </a:extLst>
          </p:cNvPr>
          <p:cNvGrpSpPr/>
          <p:nvPr/>
        </p:nvGrpSpPr>
        <p:grpSpPr>
          <a:xfrm>
            <a:off x="1740010" y="5384505"/>
            <a:ext cx="968400" cy="541080"/>
            <a:chOff x="1740010" y="5384505"/>
            <a:chExt cx="968400" cy="54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D3CAD55C-4280-8710-2845-4160AF7D8BBF}"/>
                    </a:ext>
                  </a:extLst>
                </p14:cNvPr>
                <p14:cNvContentPartPr/>
                <p14:nvPr/>
              </p14:nvContentPartPr>
              <p14:xfrm>
                <a:off x="1831810" y="5384505"/>
                <a:ext cx="109440" cy="36360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D3CAD55C-4280-8710-2845-4160AF7D8BBF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1823170" y="5375505"/>
                  <a:ext cx="12708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D1C7DD36-AF5A-994B-FD8F-3B2204030EC1}"/>
                    </a:ext>
                  </a:extLst>
                </p14:cNvPr>
                <p14:cNvContentPartPr/>
                <p14:nvPr/>
              </p14:nvContentPartPr>
              <p14:xfrm>
                <a:off x="1740010" y="5502585"/>
                <a:ext cx="240480" cy="2520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D1C7DD36-AF5A-994B-FD8F-3B2204030EC1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1731010" y="5493945"/>
                  <a:ext cx="2581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79FF557B-1D02-60D5-7C58-056A1A9E6F54}"/>
                    </a:ext>
                  </a:extLst>
                </p14:cNvPr>
                <p14:cNvContentPartPr/>
                <p14:nvPr/>
              </p14:nvContentPartPr>
              <p14:xfrm>
                <a:off x="2007490" y="5517345"/>
                <a:ext cx="138960" cy="10980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79FF557B-1D02-60D5-7C58-056A1A9E6F54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1998850" y="5508705"/>
                  <a:ext cx="1566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7D29E4DE-BA68-A005-877C-BA361E677669}"/>
                    </a:ext>
                  </a:extLst>
                </p14:cNvPr>
                <p14:cNvContentPartPr/>
                <p14:nvPr/>
              </p14:nvContentPartPr>
              <p14:xfrm>
                <a:off x="2176690" y="5435265"/>
                <a:ext cx="36000" cy="19512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7D29E4DE-BA68-A005-877C-BA361E677669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2168050" y="5426625"/>
                  <a:ext cx="536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8566DA7C-9535-29F9-FA30-D2F8A5A8AF9E}"/>
                    </a:ext>
                  </a:extLst>
                </p14:cNvPr>
                <p14:cNvContentPartPr/>
                <p14:nvPr/>
              </p14:nvContentPartPr>
              <p14:xfrm>
                <a:off x="2180290" y="5507985"/>
                <a:ext cx="180720" cy="12996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8566DA7C-9535-29F9-FA30-D2F8A5A8AF9E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2171650" y="5499345"/>
                  <a:ext cx="1983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2F74A081-A9CC-5A3D-DCDC-9137881806C6}"/>
                    </a:ext>
                  </a:extLst>
                </p14:cNvPr>
                <p14:cNvContentPartPr/>
                <p14:nvPr/>
              </p14:nvContentPartPr>
              <p14:xfrm>
                <a:off x="2338330" y="5482065"/>
                <a:ext cx="52200" cy="3456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2F74A081-A9CC-5A3D-DCDC-9137881806C6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2329690" y="5473065"/>
                  <a:ext cx="698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3FD1349B-8E41-7CD6-4C63-982263CBFA1D}"/>
                    </a:ext>
                  </a:extLst>
                </p14:cNvPr>
                <p14:cNvContentPartPr/>
                <p14:nvPr/>
              </p14:nvContentPartPr>
              <p14:xfrm>
                <a:off x="2430490" y="5519505"/>
                <a:ext cx="129960" cy="7704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3FD1349B-8E41-7CD6-4C63-982263CBFA1D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2421490" y="5510505"/>
                  <a:ext cx="1476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7BCD88EF-02AE-EF37-3AB3-E3D34B62CB5C}"/>
                    </a:ext>
                  </a:extLst>
                </p14:cNvPr>
                <p14:cNvContentPartPr/>
                <p14:nvPr/>
              </p14:nvContentPartPr>
              <p14:xfrm>
                <a:off x="2581690" y="5507265"/>
                <a:ext cx="126720" cy="41832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7BCD88EF-02AE-EF37-3AB3-E3D34B62CB5C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2572690" y="5498625"/>
                  <a:ext cx="144360" cy="43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1" name="Group 370">
            <a:extLst>
              <a:ext uri="{FF2B5EF4-FFF2-40B4-BE49-F238E27FC236}">
                <a16:creationId xmlns:a16="http://schemas.microsoft.com/office/drawing/2014/main" id="{60EC16F6-1BA6-0DC5-AEDC-948B9B4648EA}"/>
              </a:ext>
            </a:extLst>
          </p:cNvPr>
          <p:cNvGrpSpPr/>
          <p:nvPr/>
        </p:nvGrpSpPr>
        <p:grpSpPr>
          <a:xfrm>
            <a:off x="3065890" y="5319705"/>
            <a:ext cx="550080" cy="313200"/>
            <a:chOff x="3065890" y="5319705"/>
            <a:chExt cx="55008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A36FFCFA-A5C1-719A-F3C8-749C8C88BA11}"/>
                    </a:ext>
                  </a:extLst>
                </p14:cNvPr>
                <p14:cNvContentPartPr/>
                <p14:nvPr/>
              </p14:nvContentPartPr>
              <p14:xfrm>
                <a:off x="3169930" y="5413665"/>
                <a:ext cx="38880" cy="21888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A36FFCFA-A5C1-719A-F3C8-749C8C88BA11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3161290" y="5405025"/>
                  <a:ext cx="565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B3B084DD-DE43-D7C1-4E51-98090599896D}"/>
                    </a:ext>
                  </a:extLst>
                </p14:cNvPr>
                <p14:cNvContentPartPr/>
                <p14:nvPr/>
              </p14:nvContentPartPr>
              <p14:xfrm>
                <a:off x="3065890" y="5498625"/>
                <a:ext cx="243360" cy="5652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B3B084DD-DE43-D7C1-4E51-98090599896D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3057250" y="5489985"/>
                  <a:ext cx="2610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8DB5C3DF-0484-2CB0-7694-3161C745F1E8}"/>
                    </a:ext>
                  </a:extLst>
                </p14:cNvPr>
                <p14:cNvContentPartPr/>
                <p14:nvPr/>
              </p14:nvContentPartPr>
              <p14:xfrm>
                <a:off x="3285130" y="5319705"/>
                <a:ext cx="330840" cy="31320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8DB5C3DF-0484-2CB0-7694-3161C745F1E8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3276130" y="5310705"/>
                  <a:ext cx="348480" cy="33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0" name="Group 369">
            <a:extLst>
              <a:ext uri="{FF2B5EF4-FFF2-40B4-BE49-F238E27FC236}">
                <a16:creationId xmlns:a16="http://schemas.microsoft.com/office/drawing/2014/main" id="{B1058CC7-C3E8-3719-CF5C-5384FA70A418}"/>
              </a:ext>
            </a:extLst>
          </p:cNvPr>
          <p:cNvGrpSpPr/>
          <p:nvPr/>
        </p:nvGrpSpPr>
        <p:grpSpPr>
          <a:xfrm>
            <a:off x="3848530" y="5469825"/>
            <a:ext cx="740160" cy="164160"/>
            <a:chOff x="3848530" y="5469825"/>
            <a:chExt cx="740160" cy="16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BFADB2BE-D3D8-F456-E6B8-1EC82F6D6583}"/>
                    </a:ext>
                  </a:extLst>
                </p14:cNvPr>
                <p14:cNvContentPartPr/>
                <p14:nvPr/>
              </p14:nvContentPartPr>
              <p14:xfrm>
                <a:off x="3848530" y="5469825"/>
                <a:ext cx="244080" cy="13392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BFADB2BE-D3D8-F456-E6B8-1EC82F6D6583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3839530" y="5461185"/>
                  <a:ext cx="2617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1B4F2C2E-9D13-726E-1527-BB135C607424}"/>
                    </a:ext>
                  </a:extLst>
                </p14:cNvPr>
                <p14:cNvContentPartPr/>
                <p14:nvPr/>
              </p14:nvContentPartPr>
              <p14:xfrm>
                <a:off x="4144090" y="5477745"/>
                <a:ext cx="273960" cy="12204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1B4F2C2E-9D13-726E-1527-BB135C607424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4135090" y="5468745"/>
                  <a:ext cx="2916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E8D22C26-2DD6-DA8D-9E2B-8C6C642EDB1E}"/>
                    </a:ext>
                  </a:extLst>
                </p14:cNvPr>
                <p14:cNvContentPartPr/>
                <p14:nvPr/>
              </p14:nvContentPartPr>
              <p14:xfrm>
                <a:off x="4452610" y="5492505"/>
                <a:ext cx="136080" cy="14148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E8D22C26-2DD6-DA8D-9E2B-8C6C642EDB1E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4443970" y="5483865"/>
                  <a:ext cx="153720" cy="15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9" name="Group 368">
            <a:extLst>
              <a:ext uri="{FF2B5EF4-FFF2-40B4-BE49-F238E27FC236}">
                <a16:creationId xmlns:a16="http://schemas.microsoft.com/office/drawing/2014/main" id="{318FF361-0396-6C11-21C0-1242A1FE8DA4}"/>
              </a:ext>
            </a:extLst>
          </p:cNvPr>
          <p:cNvGrpSpPr/>
          <p:nvPr/>
        </p:nvGrpSpPr>
        <p:grpSpPr>
          <a:xfrm>
            <a:off x="4913050" y="5197305"/>
            <a:ext cx="370440" cy="623160"/>
            <a:chOff x="4913050" y="5197305"/>
            <a:chExt cx="370440" cy="62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B7BBD58E-10FA-DE5A-D69A-5D7A12F10F0C}"/>
                    </a:ext>
                  </a:extLst>
                </p14:cNvPr>
                <p14:cNvContentPartPr/>
                <p14:nvPr/>
              </p14:nvContentPartPr>
              <p14:xfrm>
                <a:off x="4913050" y="5197305"/>
                <a:ext cx="370440" cy="62316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B7BBD58E-10FA-DE5A-D69A-5D7A12F10F0C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4904050" y="5188305"/>
                  <a:ext cx="388080" cy="64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732496BE-2CBB-1F75-4310-4FADB67E44BD}"/>
                    </a:ext>
                  </a:extLst>
                </p14:cNvPr>
                <p14:cNvContentPartPr/>
                <p14:nvPr/>
              </p14:nvContentPartPr>
              <p14:xfrm>
                <a:off x="5098090" y="5538585"/>
                <a:ext cx="163440" cy="10044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732496BE-2CBB-1F75-4310-4FADB67E44BD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5089450" y="5529945"/>
                  <a:ext cx="181080" cy="11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8" name="Group 367">
            <a:extLst>
              <a:ext uri="{FF2B5EF4-FFF2-40B4-BE49-F238E27FC236}">
                <a16:creationId xmlns:a16="http://schemas.microsoft.com/office/drawing/2014/main" id="{4DB5BC21-EE72-7083-9B8F-809DC8A75EAC}"/>
              </a:ext>
            </a:extLst>
          </p:cNvPr>
          <p:cNvGrpSpPr/>
          <p:nvPr/>
        </p:nvGrpSpPr>
        <p:grpSpPr>
          <a:xfrm>
            <a:off x="5582650" y="5207385"/>
            <a:ext cx="1595880" cy="450720"/>
            <a:chOff x="5582650" y="5207385"/>
            <a:chExt cx="1595880" cy="45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9E83BA85-1EDF-DC7B-C8D5-1E0CD08F7BF6}"/>
                    </a:ext>
                  </a:extLst>
                </p14:cNvPr>
                <p14:cNvContentPartPr/>
                <p14:nvPr/>
              </p14:nvContentPartPr>
              <p14:xfrm>
                <a:off x="5582650" y="5207385"/>
                <a:ext cx="531360" cy="33732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9E83BA85-1EDF-DC7B-C8D5-1E0CD08F7BF6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5574010" y="5198745"/>
                  <a:ext cx="54900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DC5A90AB-B8E3-98CF-3318-C61BF3069C89}"/>
                    </a:ext>
                  </a:extLst>
                </p14:cNvPr>
                <p14:cNvContentPartPr/>
                <p14:nvPr/>
              </p14:nvContentPartPr>
              <p14:xfrm>
                <a:off x="6063610" y="5390985"/>
                <a:ext cx="128520" cy="2448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DC5A90AB-B8E3-98CF-3318-C61BF3069C89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6054970" y="5382345"/>
                  <a:ext cx="1461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2AE028C8-0EAB-B73B-EEBD-59C0D408C3A7}"/>
                    </a:ext>
                  </a:extLst>
                </p14:cNvPr>
                <p14:cNvContentPartPr/>
                <p14:nvPr/>
              </p14:nvContentPartPr>
              <p14:xfrm>
                <a:off x="6181330" y="5397825"/>
                <a:ext cx="153000" cy="10800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2AE028C8-0EAB-B73B-EEBD-59C0D408C3A7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6172330" y="5388825"/>
                  <a:ext cx="1706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57184FA4-AD58-8D50-2FED-E4042F3B4A72}"/>
                    </a:ext>
                  </a:extLst>
                </p14:cNvPr>
                <p14:cNvContentPartPr/>
                <p14:nvPr/>
              </p14:nvContentPartPr>
              <p14:xfrm>
                <a:off x="6353410" y="5385225"/>
                <a:ext cx="36720" cy="27288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57184FA4-AD58-8D50-2FED-E4042F3B4A72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6344770" y="5376225"/>
                  <a:ext cx="5436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C60FE8A6-00D4-1F55-8954-FAFED5790AB3}"/>
                    </a:ext>
                  </a:extLst>
                </p14:cNvPr>
                <p14:cNvContentPartPr/>
                <p14:nvPr/>
              </p14:nvContentPartPr>
              <p14:xfrm>
                <a:off x="6358810" y="5405025"/>
                <a:ext cx="119160" cy="12672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C60FE8A6-00D4-1F55-8954-FAFED5790AB3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6349810" y="5396025"/>
                  <a:ext cx="1368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15D099B0-547F-0021-DF23-EA2B77156348}"/>
                    </a:ext>
                  </a:extLst>
                </p14:cNvPr>
                <p14:cNvContentPartPr/>
                <p14:nvPr/>
              </p14:nvContentPartPr>
              <p14:xfrm>
                <a:off x="6527650" y="5406105"/>
                <a:ext cx="56880" cy="9360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15D099B0-547F-0021-DF23-EA2B77156348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6518650" y="5397465"/>
                  <a:ext cx="745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D9EC256E-6054-F09B-782A-89A1B38348BA}"/>
                    </a:ext>
                  </a:extLst>
                </p14:cNvPr>
                <p14:cNvContentPartPr/>
                <p14:nvPr/>
              </p14:nvContentPartPr>
              <p14:xfrm>
                <a:off x="6636010" y="5419785"/>
                <a:ext cx="20880" cy="9972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D9EC256E-6054-F09B-782A-89A1B38348BA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6627010" y="5411145"/>
                  <a:ext cx="385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77509D1D-AEF2-A8A2-CE7F-A264D7843EAD}"/>
                    </a:ext>
                  </a:extLst>
                </p14:cNvPr>
                <p14:cNvContentPartPr/>
                <p14:nvPr/>
              </p14:nvContentPartPr>
              <p14:xfrm>
                <a:off x="6636010" y="5350305"/>
                <a:ext cx="30240" cy="1188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77509D1D-AEF2-A8A2-CE7F-A264D7843EAD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6627010" y="5341665"/>
                  <a:ext cx="478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FBBF7D11-7995-4D94-73BA-3A79784EBBC3}"/>
                    </a:ext>
                  </a:extLst>
                </p14:cNvPr>
                <p14:cNvContentPartPr/>
                <p14:nvPr/>
              </p14:nvContentPartPr>
              <p14:xfrm>
                <a:off x="6734290" y="5419785"/>
                <a:ext cx="82800" cy="9648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FBBF7D11-7995-4D94-73BA-3A79784EBBC3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6725290" y="5411145"/>
                  <a:ext cx="1004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871EBA1E-7CA8-9D63-5DFC-EE15F86C53BE}"/>
                    </a:ext>
                  </a:extLst>
                </p14:cNvPr>
                <p14:cNvContentPartPr/>
                <p14:nvPr/>
              </p14:nvContentPartPr>
              <p14:xfrm>
                <a:off x="6895930" y="5344545"/>
                <a:ext cx="35280" cy="24408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871EBA1E-7CA8-9D63-5DFC-EE15F86C53BE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6887290" y="5335545"/>
                  <a:ext cx="529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4E9EE0B0-2E1E-B8A9-88E4-6DEA6E3898A1}"/>
                    </a:ext>
                  </a:extLst>
                </p14:cNvPr>
                <p14:cNvContentPartPr/>
                <p14:nvPr/>
              </p14:nvContentPartPr>
              <p14:xfrm>
                <a:off x="6882250" y="5411865"/>
                <a:ext cx="191160" cy="16668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4E9EE0B0-2E1E-B8A9-88E4-6DEA6E3898A1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6873610" y="5402865"/>
                  <a:ext cx="2088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B70838E9-385F-6A9F-2F4F-CB1198710D8B}"/>
                    </a:ext>
                  </a:extLst>
                </p14:cNvPr>
                <p14:cNvContentPartPr/>
                <p14:nvPr/>
              </p14:nvContentPartPr>
              <p14:xfrm>
                <a:off x="7156210" y="5524185"/>
                <a:ext cx="22320" cy="1692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B70838E9-385F-6A9F-2F4F-CB1198710D8B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7147210" y="5515185"/>
                  <a:ext cx="3996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DB5EBA24-20ED-87AC-A9A1-709BDA975100}"/>
              </a:ext>
            </a:extLst>
          </p:cNvPr>
          <p:cNvGrpSpPr/>
          <p:nvPr/>
        </p:nvGrpSpPr>
        <p:grpSpPr>
          <a:xfrm>
            <a:off x="1075090" y="6105945"/>
            <a:ext cx="348120" cy="340200"/>
            <a:chOff x="1075090" y="6105945"/>
            <a:chExt cx="348120" cy="34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9FBA1984-A7B2-9EA4-4BA3-C40009125392}"/>
                    </a:ext>
                  </a:extLst>
                </p14:cNvPr>
                <p14:cNvContentPartPr/>
                <p14:nvPr/>
              </p14:nvContentPartPr>
              <p14:xfrm>
                <a:off x="1075090" y="6148785"/>
                <a:ext cx="133560" cy="17532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9FBA1984-A7B2-9EA4-4BA3-C40009125392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1066450" y="6139785"/>
                  <a:ext cx="1512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8507A211-8A88-CEB7-DD80-7790DE31BE4A}"/>
                    </a:ext>
                  </a:extLst>
                </p14:cNvPr>
                <p14:cNvContentPartPr/>
                <p14:nvPr/>
              </p14:nvContentPartPr>
              <p14:xfrm>
                <a:off x="1077250" y="6115305"/>
                <a:ext cx="170640" cy="9000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8507A211-8A88-CEB7-DD80-7790DE31BE4A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1068610" y="6106305"/>
                  <a:ext cx="1882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F1C8A05A-D971-CCCB-FA8B-572E8FB8D009}"/>
                    </a:ext>
                  </a:extLst>
                </p14:cNvPr>
                <p14:cNvContentPartPr/>
                <p14:nvPr/>
              </p14:nvContentPartPr>
              <p14:xfrm>
                <a:off x="1311610" y="6105945"/>
                <a:ext cx="111600" cy="34020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F1C8A05A-D971-CCCB-FA8B-572E8FB8D009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1302970" y="6096945"/>
                  <a:ext cx="129240" cy="35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3" name="Group 392">
            <a:extLst>
              <a:ext uri="{FF2B5EF4-FFF2-40B4-BE49-F238E27FC236}">
                <a16:creationId xmlns:a16="http://schemas.microsoft.com/office/drawing/2014/main" id="{D6B40375-43A2-D00C-BBC6-DFA0190542F7}"/>
              </a:ext>
            </a:extLst>
          </p:cNvPr>
          <p:cNvGrpSpPr/>
          <p:nvPr/>
        </p:nvGrpSpPr>
        <p:grpSpPr>
          <a:xfrm>
            <a:off x="1747570" y="6079305"/>
            <a:ext cx="1477080" cy="326520"/>
            <a:chOff x="1747570" y="6079305"/>
            <a:chExt cx="1477080" cy="32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01160E88-FDBC-EA18-F90B-65AE261603CA}"/>
                    </a:ext>
                  </a:extLst>
                </p14:cNvPr>
                <p14:cNvContentPartPr/>
                <p14:nvPr/>
              </p14:nvContentPartPr>
              <p14:xfrm>
                <a:off x="1747570" y="6079305"/>
                <a:ext cx="234360" cy="32652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01160E88-FDBC-EA18-F90B-65AE261603CA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1738570" y="6070305"/>
                  <a:ext cx="25200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C16FDA70-1614-89A1-F389-E0596749C6DF}"/>
                    </a:ext>
                  </a:extLst>
                </p14:cNvPr>
                <p14:cNvContentPartPr/>
                <p14:nvPr/>
              </p14:nvContentPartPr>
              <p14:xfrm>
                <a:off x="2001370" y="6232305"/>
                <a:ext cx="110520" cy="11376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C16FDA70-1614-89A1-F389-E0596749C6DF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1992730" y="6223665"/>
                  <a:ext cx="1281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E93886FD-FD77-8FCB-C21D-8C83FB4377BC}"/>
                    </a:ext>
                  </a:extLst>
                </p14:cNvPr>
                <p14:cNvContentPartPr/>
                <p14:nvPr/>
              </p14:nvContentPartPr>
              <p14:xfrm>
                <a:off x="2127730" y="6232305"/>
                <a:ext cx="153720" cy="13932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E93886FD-FD77-8FCB-C21D-8C83FB4377BC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2118730" y="6223305"/>
                  <a:ext cx="1713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E201A731-C1DE-8D53-657F-2A8A9187FB52}"/>
                    </a:ext>
                  </a:extLst>
                </p14:cNvPr>
                <p14:cNvContentPartPr/>
                <p14:nvPr/>
              </p14:nvContentPartPr>
              <p14:xfrm>
                <a:off x="2375410" y="6145185"/>
                <a:ext cx="36720" cy="22680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E201A731-C1DE-8D53-657F-2A8A9187FB52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2366770" y="6136545"/>
                  <a:ext cx="543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37C1EF21-60F2-63CD-8AFB-D12944F75063}"/>
                    </a:ext>
                  </a:extLst>
                </p14:cNvPr>
                <p14:cNvContentPartPr/>
                <p14:nvPr/>
              </p14:nvContentPartPr>
              <p14:xfrm>
                <a:off x="2349850" y="6234105"/>
                <a:ext cx="192600" cy="11592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37C1EF21-60F2-63CD-8AFB-D12944F75063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2341210" y="6225465"/>
                  <a:ext cx="2102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5FB18A3C-7142-4D62-FF1B-739F8763BCCA}"/>
                    </a:ext>
                  </a:extLst>
                </p14:cNvPr>
                <p14:cNvContentPartPr/>
                <p14:nvPr/>
              </p14:nvContentPartPr>
              <p14:xfrm>
                <a:off x="2526610" y="6157425"/>
                <a:ext cx="48960" cy="2808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5FB18A3C-7142-4D62-FF1B-739F8763BCCA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2517610" y="6148425"/>
                  <a:ext cx="666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160247B1-E96C-1E88-8801-4501EEEF9D09}"/>
                    </a:ext>
                  </a:extLst>
                </p14:cNvPr>
                <p14:cNvContentPartPr/>
                <p14:nvPr/>
              </p14:nvContentPartPr>
              <p14:xfrm>
                <a:off x="2614090" y="6224025"/>
                <a:ext cx="131040" cy="10872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160247B1-E96C-1E88-8801-4501EEEF9D09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2605450" y="6215385"/>
                  <a:ext cx="1486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0278A201-91BB-672A-8ED3-EA5B17BC5FEE}"/>
                    </a:ext>
                  </a:extLst>
                </p14:cNvPr>
                <p14:cNvContentPartPr/>
                <p14:nvPr/>
              </p14:nvContentPartPr>
              <p14:xfrm>
                <a:off x="2807410" y="6227985"/>
                <a:ext cx="150120" cy="10332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0278A201-91BB-672A-8ED3-EA5B17BC5FEE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2798410" y="6219345"/>
                  <a:ext cx="1677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CC16D3CD-5AC6-70EA-7E8D-DEE8821143E4}"/>
                    </a:ext>
                  </a:extLst>
                </p14:cNvPr>
                <p14:cNvContentPartPr/>
                <p14:nvPr/>
              </p14:nvContentPartPr>
              <p14:xfrm>
                <a:off x="2956090" y="6217545"/>
                <a:ext cx="233280" cy="9324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CC16D3CD-5AC6-70EA-7E8D-DEE8821143E4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2947450" y="6208545"/>
                  <a:ext cx="2509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1D7A7ECC-6B18-AA5A-DAE4-103FF3D9BF0D}"/>
                    </a:ext>
                  </a:extLst>
                </p14:cNvPr>
                <p14:cNvContentPartPr/>
                <p14:nvPr/>
              </p14:nvContentPartPr>
              <p14:xfrm>
                <a:off x="3185050" y="6193785"/>
                <a:ext cx="39600" cy="14976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1D7A7ECC-6B18-AA5A-DAE4-103FF3D9BF0D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3176050" y="6184785"/>
                  <a:ext cx="57240" cy="16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2" name="Group 391">
            <a:extLst>
              <a:ext uri="{FF2B5EF4-FFF2-40B4-BE49-F238E27FC236}">
                <a16:creationId xmlns:a16="http://schemas.microsoft.com/office/drawing/2014/main" id="{3F4E2FD2-02FD-0C34-62BE-137B2E375C81}"/>
              </a:ext>
            </a:extLst>
          </p:cNvPr>
          <p:cNvGrpSpPr/>
          <p:nvPr/>
        </p:nvGrpSpPr>
        <p:grpSpPr>
          <a:xfrm>
            <a:off x="3588250" y="6144465"/>
            <a:ext cx="750960" cy="338040"/>
            <a:chOff x="3588250" y="6144465"/>
            <a:chExt cx="750960" cy="33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2355899E-B0AB-C044-B4A1-DD3209981EA7}"/>
                    </a:ext>
                  </a:extLst>
                </p14:cNvPr>
                <p14:cNvContentPartPr/>
                <p14:nvPr/>
              </p14:nvContentPartPr>
              <p14:xfrm>
                <a:off x="3588250" y="6231585"/>
                <a:ext cx="126360" cy="14652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2355899E-B0AB-C044-B4A1-DD3209981EA7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3579610" y="6222585"/>
                  <a:ext cx="1440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C01A568B-2830-42FF-F729-EB290CA28DEB}"/>
                    </a:ext>
                  </a:extLst>
                </p14:cNvPr>
                <p14:cNvContentPartPr/>
                <p14:nvPr/>
              </p14:nvContentPartPr>
              <p14:xfrm>
                <a:off x="3764290" y="6144465"/>
                <a:ext cx="125640" cy="22356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C01A568B-2830-42FF-F729-EB290CA28DEB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3755650" y="6135825"/>
                  <a:ext cx="1432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31B578A2-3D7F-9464-7290-721233AC83F2}"/>
                    </a:ext>
                  </a:extLst>
                </p14:cNvPr>
                <p14:cNvContentPartPr/>
                <p14:nvPr/>
              </p14:nvContentPartPr>
              <p14:xfrm>
                <a:off x="3779410" y="6230865"/>
                <a:ext cx="333720" cy="25164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31B578A2-3D7F-9464-7290-721233AC83F2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3770410" y="6221865"/>
                  <a:ext cx="3513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7B719431-B4FD-342C-33DF-2BB203BD5ADF}"/>
                    </a:ext>
                  </a:extLst>
                </p14:cNvPr>
                <p14:cNvContentPartPr/>
                <p14:nvPr/>
              </p14:nvContentPartPr>
              <p14:xfrm>
                <a:off x="4114210" y="6198825"/>
                <a:ext cx="96840" cy="13212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7B719431-B4FD-342C-33DF-2BB203BD5ADF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4105210" y="6189825"/>
                  <a:ext cx="1144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582902CA-83F2-C20B-F055-42E387A062B5}"/>
                    </a:ext>
                  </a:extLst>
                </p14:cNvPr>
                <p14:cNvContentPartPr/>
                <p14:nvPr/>
              </p14:nvContentPartPr>
              <p14:xfrm>
                <a:off x="4283770" y="6200625"/>
                <a:ext cx="55440" cy="17280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582902CA-83F2-C20B-F055-42E387A062B5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4274770" y="6191985"/>
                  <a:ext cx="73080" cy="19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4">
            <p14:nvContentPartPr>
              <p14:cNvPr id="397" name="Ink 396">
                <a:extLst>
                  <a:ext uri="{FF2B5EF4-FFF2-40B4-BE49-F238E27FC236}">
                    <a16:creationId xmlns:a16="http://schemas.microsoft.com/office/drawing/2014/main" id="{D9612DDA-B87D-0320-ADEC-7967311138D9}"/>
                  </a:ext>
                </a:extLst>
              </p14:cNvPr>
              <p14:cNvContentPartPr/>
              <p14:nvPr/>
            </p14:nvContentPartPr>
            <p14:xfrm>
              <a:off x="5475370" y="6074625"/>
              <a:ext cx="192960" cy="296640"/>
            </p14:xfrm>
          </p:contentPart>
        </mc:Choice>
        <mc:Fallback xmlns="">
          <p:pic>
            <p:nvPicPr>
              <p:cNvPr id="397" name="Ink 396">
                <a:extLst>
                  <a:ext uri="{FF2B5EF4-FFF2-40B4-BE49-F238E27FC236}">
                    <a16:creationId xmlns:a16="http://schemas.microsoft.com/office/drawing/2014/main" id="{D9612DDA-B87D-0320-ADEC-7967311138D9}"/>
                  </a:ext>
                </a:extLst>
              </p:cNvPr>
              <p:cNvPicPr/>
              <p:nvPr/>
            </p:nvPicPr>
            <p:blipFill>
              <a:blip r:embed="rId605"/>
              <a:stretch>
                <a:fillRect/>
              </a:stretch>
            </p:blipFill>
            <p:spPr>
              <a:xfrm>
                <a:off x="5466730" y="6065985"/>
                <a:ext cx="210600" cy="31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410" name="Group 409">
            <a:extLst>
              <a:ext uri="{FF2B5EF4-FFF2-40B4-BE49-F238E27FC236}">
                <a16:creationId xmlns:a16="http://schemas.microsoft.com/office/drawing/2014/main" id="{2D14473C-F606-7B60-9F59-26F1D231CF7D}"/>
              </a:ext>
            </a:extLst>
          </p:cNvPr>
          <p:cNvGrpSpPr/>
          <p:nvPr/>
        </p:nvGrpSpPr>
        <p:grpSpPr>
          <a:xfrm>
            <a:off x="5913130" y="5982465"/>
            <a:ext cx="496080" cy="460800"/>
            <a:chOff x="5913130" y="5982465"/>
            <a:chExt cx="496080" cy="46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4768AE4A-68B1-6990-C3B9-F63B37186D3D}"/>
                    </a:ext>
                  </a:extLst>
                </p14:cNvPr>
                <p14:cNvContentPartPr/>
                <p14:nvPr/>
              </p14:nvContentPartPr>
              <p14:xfrm>
                <a:off x="6083410" y="6079305"/>
                <a:ext cx="220320" cy="16668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4768AE4A-68B1-6990-C3B9-F63B37186D3D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6074410" y="6070305"/>
                  <a:ext cx="2379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4AB799FF-6115-E578-0A00-DF19784DCE65}"/>
                    </a:ext>
                  </a:extLst>
                </p14:cNvPr>
                <p14:cNvContentPartPr/>
                <p14:nvPr/>
              </p14:nvContentPartPr>
              <p14:xfrm>
                <a:off x="6170890" y="6111345"/>
                <a:ext cx="100800" cy="22392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4AB799FF-6115-E578-0A00-DF19784DCE65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6161890" y="6102705"/>
                  <a:ext cx="1184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37BD7F64-E682-DAE4-D31E-5947205FE05B}"/>
                    </a:ext>
                  </a:extLst>
                </p14:cNvPr>
                <p14:cNvContentPartPr/>
                <p14:nvPr/>
              </p14:nvContentPartPr>
              <p14:xfrm>
                <a:off x="5913130" y="5982465"/>
                <a:ext cx="496080" cy="46080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37BD7F64-E682-DAE4-D31E-5947205FE05B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5904130" y="5973825"/>
                  <a:ext cx="513720" cy="47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9" name="Group 408">
            <a:extLst>
              <a:ext uri="{FF2B5EF4-FFF2-40B4-BE49-F238E27FC236}">
                <a16:creationId xmlns:a16="http://schemas.microsoft.com/office/drawing/2014/main" id="{D0C7929C-044D-08F7-568E-04419BBFE5D4}"/>
              </a:ext>
            </a:extLst>
          </p:cNvPr>
          <p:cNvGrpSpPr/>
          <p:nvPr/>
        </p:nvGrpSpPr>
        <p:grpSpPr>
          <a:xfrm>
            <a:off x="6643570" y="6048345"/>
            <a:ext cx="1006920" cy="335160"/>
            <a:chOff x="6643570" y="6048345"/>
            <a:chExt cx="1006920" cy="33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48843DEC-8E98-E02A-22C0-A7F185F78241}"/>
                    </a:ext>
                  </a:extLst>
                </p14:cNvPr>
                <p14:cNvContentPartPr/>
                <p14:nvPr/>
              </p14:nvContentPartPr>
              <p14:xfrm>
                <a:off x="6735370" y="6092985"/>
                <a:ext cx="197280" cy="25272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48843DEC-8E98-E02A-22C0-A7F185F78241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6726370" y="6084345"/>
                  <a:ext cx="2149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9E6B649E-3F7D-44B4-047E-CC830EB199AF}"/>
                    </a:ext>
                  </a:extLst>
                </p14:cNvPr>
                <p14:cNvContentPartPr/>
                <p14:nvPr/>
              </p14:nvContentPartPr>
              <p14:xfrm>
                <a:off x="6643570" y="6117105"/>
                <a:ext cx="132120" cy="1368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9E6B649E-3F7D-44B4-047E-CC830EB199AF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6634930" y="6108465"/>
                  <a:ext cx="1497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5A2D71B0-E439-CFAB-089D-0C206187FB5C}"/>
                    </a:ext>
                  </a:extLst>
                </p14:cNvPr>
                <p14:cNvContentPartPr/>
                <p14:nvPr/>
              </p14:nvContentPartPr>
              <p14:xfrm>
                <a:off x="7021210" y="6162465"/>
                <a:ext cx="131040" cy="12672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5A2D71B0-E439-CFAB-089D-0C206187FB5C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7012570" y="6153825"/>
                  <a:ext cx="1486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4C53B310-FAFE-4F84-D6BA-B53698147A48}"/>
                    </a:ext>
                  </a:extLst>
                </p14:cNvPr>
                <p14:cNvContentPartPr/>
                <p14:nvPr/>
              </p14:nvContentPartPr>
              <p14:xfrm>
                <a:off x="7209490" y="6089025"/>
                <a:ext cx="73800" cy="21600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4C53B310-FAFE-4F84-D6BA-B53698147A48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7200490" y="6080385"/>
                  <a:ext cx="914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82B07D0B-8051-BD94-CC07-B92BA99564C2}"/>
                    </a:ext>
                  </a:extLst>
                </p14:cNvPr>
                <p14:cNvContentPartPr/>
                <p14:nvPr/>
              </p14:nvContentPartPr>
              <p14:xfrm>
                <a:off x="7186090" y="6145185"/>
                <a:ext cx="189360" cy="12672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82B07D0B-8051-BD94-CC07-B92BA99564C2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7177090" y="6136545"/>
                  <a:ext cx="2070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7D22D999-7998-D583-CC24-D942A5349EE2}"/>
                    </a:ext>
                  </a:extLst>
                </p14:cNvPr>
                <p14:cNvContentPartPr/>
                <p14:nvPr/>
              </p14:nvContentPartPr>
              <p14:xfrm>
                <a:off x="7304170" y="6048345"/>
                <a:ext cx="100080" cy="7380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7D22D999-7998-D583-CC24-D942A5349EE2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7295530" y="6039345"/>
                  <a:ext cx="1177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D1ECAF4D-F9EF-AE85-93AC-A7B0459A85B2}"/>
                    </a:ext>
                  </a:extLst>
                </p14:cNvPr>
                <p14:cNvContentPartPr/>
                <p14:nvPr/>
              </p14:nvContentPartPr>
              <p14:xfrm>
                <a:off x="7480930" y="6062745"/>
                <a:ext cx="60120" cy="22320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D1ECAF4D-F9EF-AE85-93AC-A7B0459A85B2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7472290" y="6053745"/>
                  <a:ext cx="777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A58452C8-075D-81CC-0FEA-24539B84EA65}"/>
                    </a:ext>
                  </a:extLst>
                </p14:cNvPr>
                <p14:cNvContentPartPr/>
                <p14:nvPr/>
              </p14:nvContentPartPr>
              <p14:xfrm>
                <a:off x="7626370" y="6066345"/>
                <a:ext cx="24120" cy="31716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A58452C8-075D-81CC-0FEA-24539B84EA65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7617370" y="6057705"/>
                  <a:ext cx="41760" cy="33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2" name="Group 441">
            <a:extLst>
              <a:ext uri="{FF2B5EF4-FFF2-40B4-BE49-F238E27FC236}">
                <a16:creationId xmlns:a16="http://schemas.microsoft.com/office/drawing/2014/main" id="{F9E3179A-259D-0D5A-829C-1E5814E9F2B5}"/>
              </a:ext>
            </a:extLst>
          </p:cNvPr>
          <p:cNvGrpSpPr/>
          <p:nvPr/>
        </p:nvGrpSpPr>
        <p:grpSpPr>
          <a:xfrm>
            <a:off x="4567090" y="6063465"/>
            <a:ext cx="533880" cy="434160"/>
            <a:chOff x="4567090" y="6063465"/>
            <a:chExt cx="533880" cy="43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CE309137-51C6-1E16-A7BD-E7DE74EAA3DF}"/>
                    </a:ext>
                  </a:extLst>
                </p14:cNvPr>
                <p14:cNvContentPartPr/>
                <p14:nvPr/>
              </p14:nvContentPartPr>
              <p14:xfrm>
                <a:off x="4721170" y="6167145"/>
                <a:ext cx="215280" cy="17784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CE309137-51C6-1E16-A7BD-E7DE74EAA3DF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4712530" y="6158505"/>
                  <a:ext cx="2329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93D0E55E-2177-8683-D558-33072D2E4553}"/>
                    </a:ext>
                  </a:extLst>
                </p14:cNvPr>
                <p14:cNvContentPartPr/>
                <p14:nvPr/>
              </p14:nvContentPartPr>
              <p14:xfrm>
                <a:off x="4567090" y="6063465"/>
                <a:ext cx="533880" cy="43416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93D0E55E-2177-8683-D558-33072D2E4553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4558090" y="6054465"/>
                  <a:ext cx="55152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50B9BFF6-2A56-946B-D309-65DE804520E7}"/>
                    </a:ext>
                  </a:extLst>
                </p14:cNvPr>
                <p14:cNvContentPartPr/>
                <p14:nvPr/>
              </p14:nvContentPartPr>
              <p14:xfrm>
                <a:off x="4686250" y="6399052"/>
                <a:ext cx="6120" cy="4788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50B9BFF6-2A56-946B-D309-65DE804520E7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4677610" y="6390412"/>
                  <a:ext cx="23760" cy="6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4" name="Group 463">
            <a:extLst>
              <a:ext uri="{FF2B5EF4-FFF2-40B4-BE49-F238E27FC236}">
                <a16:creationId xmlns:a16="http://schemas.microsoft.com/office/drawing/2014/main" id="{F8B2327C-E298-7A2B-D7CD-6591BAE82A01}"/>
              </a:ext>
            </a:extLst>
          </p:cNvPr>
          <p:cNvGrpSpPr/>
          <p:nvPr/>
        </p:nvGrpSpPr>
        <p:grpSpPr>
          <a:xfrm>
            <a:off x="7921570" y="6096585"/>
            <a:ext cx="921960" cy="196560"/>
            <a:chOff x="7921570" y="6096585"/>
            <a:chExt cx="921960" cy="19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DAF943D0-9E07-D6D2-6CFB-96292342CB96}"/>
                    </a:ext>
                  </a:extLst>
                </p14:cNvPr>
                <p14:cNvContentPartPr/>
                <p14:nvPr/>
              </p14:nvContentPartPr>
              <p14:xfrm>
                <a:off x="7921570" y="6154545"/>
                <a:ext cx="185400" cy="13860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DAF943D0-9E07-D6D2-6CFB-96292342CB96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7912570" y="6145905"/>
                  <a:ext cx="2030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D28C27DA-C093-C115-C9CB-18E2810EEA9D}"/>
                    </a:ext>
                  </a:extLst>
                </p14:cNvPr>
                <p14:cNvContentPartPr/>
                <p14:nvPr/>
              </p14:nvContentPartPr>
              <p14:xfrm>
                <a:off x="8127850" y="6096585"/>
                <a:ext cx="79560" cy="17388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D28C27DA-C093-C115-C9CB-18E2810EEA9D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8118850" y="6087585"/>
                  <a:ext cx="972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C2F4B0B4-BD5F-DE24-C75C-CC28CFF466D7}"/>
                    </a:ext>
                  </a:extLst>
                </p14:cNvPr>
                <p14:cNvContentPartPr/>
                <p14:nvPr/>
              </p14:nvContentPartPr>
              <p14:xfrm>
                <a:off x="8237650" y="6170745"/>
                <a:ext cx="131400" cy="7164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C2F4B0B4-BD5F-DE24-C75C-CC28CFF466D7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8229010" y="6161745"/>
                  <a:ext cx="1490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D5440925-9974-4ED6-6646-53BB61EE5093}"/>
                    </a:ext>
                  </a:extLst>
                </p14:cNvPr>
                <p14:cNvContentPartPr/>
                <p14:nvPr/>
              </p14:nvContentPartPr>
              <p14:xfrm>
                <a:off x="8390290" y="6130425"/>
                <a:ext cx="86040" cy="13392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D5440925-9974-4ED6-6646-53BB61EE5093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8381290" y="6121785"/>
                  <a:ext cx="1036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7A7EF1FD-B43E-1886-818F-BF0720FC145A}"/>
                    </a:ext>
                  </a:extLst>
                </p14:cNvPr>
                <p14:cNvContentPartPr/>
                <p14:nvPr/>
              </p14:nvContentPartPr>
              <p14:xfrm>
                <a:off x="8500810" y="6097665"/>
                <a:ext cx="58680" cy="14724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7A7EF1FD-B43E-1886-818F-BF0720FC145A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8491810" y="6089025"/>
                  <a:ext cx="763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DB08A0F9-33B0-7D45-678E-70C8317D72AE}"/>
                    </a:ext>
                  </a:extLst>
                </p14:cNvPr>
                <p14:cNvContentPartPr/>
                <p14:nvPr/>
              </p14:nvContentPartPr>
              <p14:xfrm>
                <a:off x="8501890" y="6141225"/>
                <a:ext cx="149400" cy="6372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DB08A0F9-33B0-7D45-678E-70C8317D72AE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8493250" y="6132585"/>
                  <a:ext cx="1670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5090940D-FFE3-BD6D-9B64-9C908BA940A2}"/>
                    </a:ext>
                  </a:extLst>
                </p14:cNvPr>
                <p14:cNvContentPartPr/>
                <p14:nvPr/>
              </p14:nvContentPartPr>
              <p14:xfrm>
                <a:off x="8706370" y="6114585"/>
                <a:ext cx="137160" cy="10728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5090940D-FFE3-BD6D-9B64-9C908BA940A2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8697730" y="6105585"/>
                  <a:ext cx="154800" cy="12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2" name="Group 461">
            <a:extLst>
              <a:ext uri="{FF2B5EF4-FFF2-40B4-BE49-F238E27FC236}">
                <a16:creationId xmlns:a16="http://schemas.microsoft.com/office/drawing/2014/main" id="{6D433424-9508-A99E-5C7C-3BCBE738CCFF}"/>
              </a:ext>
            </a:extLst>
          </p:cNvPr>
          <p:cNvGrpSpPr/>
          <p:nvPr/>
        </p:nvGrpSpPr>
        <p:grpSpPr>
          <a:xfrm>
            <a:off x="10493770" y="6002985"/>
            <a:ext cx="777240" cy="345600"/>
            <a:chOff x="10493770" y="6002985"/>
            <a:chExt cx="777240" cy="34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77961F81-603C-22B3-96F3-5D6A800AA5FD}"/>
                    </a:ext>
                  </a:extLst>
                </p14:cNvPr>
                <p14:cNvContentPartPr/>
                <p14:nvPr/>
              </p14:nvContentPartPr>
              <p14:xfrm>
                <a:off x="10493770" y="6087225"/>
                <a:ext cx="132120" cy="14544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77961F81-603C-22B3-96F3-5D6A800AA5FD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10484770" y="6078225"/>
                  <a:ext cx="1497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6563CB98-0C69-920F-6568-913D25C65664}"/>
                    </a:ext>
                  </a:extLst>
                </p14:cNvPr>
                <p14:cNvContentPartPr/>
                <p14:nvPr/>
              </p14:nvContentPartPr>
              <p14:xfrm>
                <a:off x="10699690" y="6002985"/>
                <a:ext cx="126360" cy="24012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6563CB98-0C69-920F-6568-913D25C65664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10690690" y="5994345"/>
                  <a:ext cx="14400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D5226139-61D8-B2BD-F1CC-EFF734F538E1}"/>
                    </a:ext>
                  </a:extLst>
                </p14:cNvPr>
                <p14:cNvContentPartPr/>
                <p14:nvPr/>
              </p14:nvContentPartPr>
              <p14:xfrm>
                <a:off x="10703650" y="6092985"/>
                <a:ext cx="240120" cy="11556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D5226139-61D8-B2BD-F1CC-EFF734F538E1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10695010" y="6084345"/>
                  <a:ext cx="2577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894F99F0-07B4-AD19-7DD1-10F603B0B7A7}"/>
                    </a:ext>
                  </a:extLst>
                </p14:cNvPr>
                <p14:cNvContentPartPr/>
                <p14:nvPr/>
              </p14:nvContentPartPr>
              <p14:xfrm>
                <a:off x="11013610" y="6093345"/>
                <a:ext cx="27720" cy="25524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894F99F0-07B4-AD19-7DD1-10F603B0B7A7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11004610" y="6084345"/>
                  <a:ext cx="4536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644E4DDB-2678-8CC3-05F4-039E2BA5791C}"/>
                    </a:ext>
                  </a:extLst>
                </p14:cNvPr>
                <p14:cNvContentPartPr/>
                <p14:nvPr/>
              </p14:nvContentPartPr>
              <p14:xfrm>
                <a:off x="11011090" y="6078585"/>
                <a:ext cx="107280" cy="10116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644E4DDB-2678-8CC3-05F4-039E2BA5791C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11002090" y="6069585"/>
                  <a:ext cx="1249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83D730D5-E146-957E-1EDA-71E744FEB72C}"/>
                    </a:ext>
                  </a:extLst>
                </p14:cNvPr>
                <p14:cNvContentPartPr/>
                <p14:nvPr/>
              </p14:nvContentPartPr>
              <p14:xfrm>
                <a:off x="11166970" y="6048345"/>
                <a:ext cx="104040" cy="19224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83D730D5-E146-957E-1EDA-71E744FEB72C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11157970" y="6039705"/>
                  <a:ext cx="121680" cy="20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5" name="Group 474">
            <a:extLst>
              <a:ext uri="{FF2B5EF4-FFF2-40B4-BE49-F238E27FC236}">
                <a16:creationId xmlns:a16="http://schemas.microsoft.com/office/drawing/2014/main" id="{EEFCE88B-7CA3-FD7C-E561-CFC31B41FDC8}"/>
              </a:ext>
            </a:extLst>
          </p:cNvPr>
          <p:cNvGrpSpPr/>
          <p:nvPr/>
        </p:nvGrpSpPr>
        <p:grpSpPr>
          <a:xfrm>
            <a:off x="7788010" y="6497985"/>
            <a:ext cx="1777320" cy="540067"/>
            <a:chOff x="7788010" y="6497985"/>
            <a:chExt cx="1777320" cy="54006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541F62D9-1C1E-90AF-8695-2FC4E6310590}"/>
                    </a:ext>
                  </a:extLst>
                </p14:cNvPr>
                <p14:cNvContentPartPr/>
                <p14:nvPr/>
              </p14:nvContentPartPr>
              <p14:xfrm>
                <a:off x="7788010" y="6527505"/>
                <a:ext cx="271440" cy="20268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541F62D9-1C1E-90AF-8695-2FC4E6310590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7779010" y="6518505"/>
                  <a:ext cx="2890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6A7BF9F9-61CD-E88D-6496-DDA14EA5CE64}"/>
                    </a:ext>
                  </a:extLst>
                </p14:cNvPr>
                <p14:cNvContentPartPr/>
                <p14:nvPr/>
              </p14:nvContentPartPr>
              <p14:xfrm>
                <a:off x="7790170" y="6497985"/>
                <a:ext cx="119880" cy="3348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6A7BF9F9-61CD-E88D-6496-DDA14EA5CE64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7781530" y="6488985"/>
                  <a:ext cx="1375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8D355178-1AD9-3D94-F704-733380811E20}"/>
                    </a:ext>
                  </a:extLst>
                </p14:cNvPr>
                <p14:cNvContentPartPr/>
                <p14:nvPr/>
              </p14:nvContentPartPr>
              <p14:xfrm>
                <a:off x="8109850" y="6636225"/>
                <a:ext cx="18360" cy="19008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8D355178-1AD9-3D94-F704-733380811E20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8100850" y="6627585"/>
                  <a:ext cx="360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5A84268F-D018-9404-E276-4642D1886EF5}"/>
                    </a:ext>
                  </a:extLst>
                </p14:cNvPr>
                <p14:cNvContentPartPr/>
                <p14:nvPr/>
              </p14:nvContentPartPr>
              <p14:xfrm>
                <a:off x="8123890" y="6635212"/>
                <a:ext cx="124200" cy="12312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5A84268F-D018-9404-E276-4642D1886EF5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8115250" y="6626212"/>
                  <a:ext cx="1418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840F6D72-5570-5501-608D-C0E61BEA9869}"/>
                    </a:ext>
                  </a:extLst>
                </p14:cNvPr>
                <p14:cNvContentPartPr/>
                <p14:nvPr/>
              </p14:nvContentPartPr>
              <p14:xfrm>
                <a:off x="8338090" y="6518932"/>
                <a:ext cx="487080" cy="19836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840F6D72-5570-5501-608D-C0E61BEA9869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8329450" y="6509932"/>
                  <a:ext cx="5047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57D71BF3-9C02-4F06-D2EE-91DF3E077938}"/>
                    </a:ext>
                  </a:extLst>
                </p14:cNvPr>
                <p14:cNvContentPartPr/>
                <p14:nvPr/>
              </p14:nvContentPartPr>
              <p14:xfrm>
                <a:off x="8754250" y="6611452"/>
                <a:ext cx="204840" cy="11592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57D71BF3-9C02-4F06-D2EE-91DF3E077938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8745610" y="6602812"/>
                  <a:ext cx="2224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45EC03F0-FFC1-2BF7-0663-EF602992A4C3}"/>
                    </a:ext>
                  </a:extLst>
                </p14:cNvPr>
                <p14:cNvContentPartPr/>
                <p14:nvPr/>
              </p14:nvContentPartPr>
              <p14:xfrm>
                <a:off x="8925250" y="6556012"/>
                <a:ext cx="109440" cy="5040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45EC03F0-FFC1-2BF7-0663-EF602992A4C3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8916610" y="6547372"/>
                  <a:ext cx="1270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01687301-4BC0-72C8-248E-ECCF39F726F3}"/>
                    </a:ext>
                  </a:extLst>
                </p14:cNvPr>
                <p14:cNvContentPartPr/>
                <p14:nvPr/>
              </p14:nvContentPartPr>
              <p14:xfrm>
                <a:off x="9059170" y="6608212"/>
                <a:ext cx="149400" cy="10260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01687301-4BC0-72C8-248E-ECCF39F726F3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9050530" y="6599572"/>
                  <a:ext cx="1670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77C435ED-4BEA-68FA-443B-B09C05C8056F}"/>
                    </a:ext>
                  </a:extLst>
                </p14:cNvPr>
                <p14:cNvContentPartPr/>
                <p14:nvPr/>
              </p14:nvContentPartPr>
              <p14:xfrm>
                <a:off x="9279490" y="6601372"/>
                <a:ext cx="189720" cy="43668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77C435ED-4BEA-68FA-443B-B09C05C8056F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9270490" y="6592732"/>
                  <a:ext cx="207360" cy="4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3752CDAE-472E-F3FE-A78F-D89DDC05DC9C}"/>
                    </a:ext>
                  </a:extLst>
                </p14:cNvPr>
                <p14:cNvContentPartPr/>
                <p14:nvPr/>
              </p14:nvContentPartPr>
              <p14:xfrm>
                <a:off x="9512410" y="6675892"/>
                <a:ext cx="52920" cy="1980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3752CDAE-472E-F3FE-A78F-D89DDC05DC9C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9503770" y="6666892"/>
                  <a:ext cx="7056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7" name="Group 476">
            <a:extLst>
              <a:ext uri="{FF2B5EF4-FFF2-40B4-BE49-F238E27FC236}">
                <a16:creationId xmlns:a16="http://schemas.microsoft.com/office/drawing/2014/main" id="{966D5F85-44E7-3881-A9CF-C70B97EAEA50}"/>
              </a:ext>
            </a:extLst>
          </p:cNvPr>
          <p:cNvGrpSpPr/>
          <p:nvPr/>
        </p:nvGrpSpPr>
        <p:grpSpPr>
          <a:xfrm>
            <a:off x="9133690" y="6019185"/>
            <a:ext cx="1079280" cy="235800"/>
            <a:chOff x="9133690" y="6019185"/>
            <a:chExt cx="1079280" cy="23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DAD56C6A-5848-1903-32D7-8A08C4A9BA9D}"/>
                    </a:ext>
                  </a:extLst>
                </p14:cNvPr>
                <p14:cNvContentPartPr/>
                <p14:nvPr/>
              </p14:nvContentPartPr>
              <p14:xfrm>
                <a:off x="9133690" y="6081465"/>
                <a:ext cx="246600" cy="17352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DAD56C6A-5848-1903-32D7-8A08C4A9BA9D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9125050" y="6072465"/>
                  <a:ext cx="2642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DC25DD5B-CBF1-49DF-B8C5-904689F8E0F8}"/>
                    </a:ext>
                  </a:extLst>
                </p14:cNvPr>
                <p14:cNvContentPartPr/>
                <p14:nvPr/>
              </p14:nvContentPartPr>
              <p14:xfrm>
                <a:off x="9461290" y="6125385"/>
                <a:ext cx="125640" cy="11052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DC25DD5B-CBF1-49DF-B8C5-904689F8E0F8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9452290" y="6116385"/>
                  <a:ext cx="1432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7C393A21-0368-7D08-7053-208F2B2560DC}"/>
                    </a:ext>
                  </a:extLst>
                </p14:cNvPr>
                <p14:cNvContentPartPr/>
                <p14:nvPr/>
              </p14:nvContentPartPr>
              <p14:xfrm>
                <a:off x="9699250" y="6019185"/>
                <a:ext cx="92160" cy="21672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7C393A21-0368-7D08-7053-208F2B2560DC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9690250" y="6010185"/>
                  <a:ext cx="1098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22963B76-5EC4-8AEF-DD6C-0CA6D4A1B475}"/>
                    </a:ext>
                  </a:extLst>
                </p14:cNvPr>
                <p14:cNvContentPartPr/>
                <p14:nvPr/>
              </p14:nvContentPartPr>
              <p14:xfrm>
                <a:off x="9679450" y="6125385"/>
                <a:ext cx="123120" cy="1656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22963B76-5EC4-8AEF-DD6C-0CA6D4A1B475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9670810" y="6116385"/>
                  <a:ext cx="1407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4975ED54-A3F4-7CC3-A89B-828F911829AB}"/>
                    </a:ext>
                  </a:extLst>
                </p14:cNvPr>
                <p14:cNvContentPartPr/>
                <p14:nvPr/>
              </p14:nvContentPartPr>
              <p14:xfrm>
                <a:off x="9837490" y="6114585"/>
                <a:ext cx="59400" cy="9576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4975ED54-A3F4-7CC3-A89B-828F911829AB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9828490" y="6105585"/>
                  <a:ext cx="770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D95A6842-44DA-B5ED-D741-159F4927A5D1}"/>
                    </a:ext>
                  </a:extLst>
                </p14:cNvPr>
                <p14:cNvContentPartPr/>
                <p14:nvPr/>
              </p14:nvContentPartPr>
              <p14:xfrm>
                <a:off x="9984010" y="6067065"/>
                <a:ext cx="228960" cy="15552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D95A6842-44DA-B5ED-D741-159F4927A5D1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9975370" y="6058065"/>
                  <a:ext cx="2466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21321BDB-1181-E853-2C22-55DC9EC56E09}"/>
                    </a:ext>
                  </a:extLst>
                </p14:cNvPr>
                <p14:cNvContentPartPr/>
                <p14:nvPr/>
              </p14:nvContentPartPr>
              <p14:xfrm>
                <a:off x="9729130" y="6050572"/>
                <a:ext cx="6840" cy="720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21321BDB-1181-E853-2C22-55DC9EC56E09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9720130" y="6041572"/>
                  <a:ext cx="24480" cy="24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65851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DE8FACA-15D3-71FD-9ACF-D1AE05757E68}"/>
                  </a:ext>
                </a:extLst>
              </p14:cNvPr>
              <p14:cNvContentPartPr/>
              <p14:nvPr/>
            </p14:nvContentPartPr>
            <p14:xfrm>
              <a:off x="2328873" y="2846160"/>
              <a:ext cx="11520" cy="1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DE8FACA-15D3-71FD-9ACF-D1AE05757E6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20146" y="2832660"/>
                <a:ext cx="28625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5514871-8669-3691-F5D2-98F4899FFA0E}"/>
                  </a:ext>
                </a:extLst>
              </p14:cNvPr>
              <p14:cNvContentPartPr/>
              <p14:nvPr/>
            </p14:nvContentPartPr>
            <p14:xfrm>
              <a:off x="708513" y="994320"/>
              <a:ext cx="176760" cy="2237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5514871-8669-3691-F5D2-98F4899FFA0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9513" y="985320"/>
                <a:ext cx="194400" cy="225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3AE5101-30B1-4668-0ED1-2B1FB7DC9099}"/>
                  </a:ext>
                </a:extLst>
              </p14:cNvPr>
              <p14:cNvContentPartPr/>
              <p14:nvPr/>
            </p14:nvContentPartPr>
            <p14:xfrm>
              <a:off x="723273" y="984600"/>
              <a:ext cx="3971520" cy="2444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3AE5101-30B1-4668-0ED1-2B1FB7DC909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4273" y="975600"/>
                <a:ext cx="3989160" cy="246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859A066-59EE-0D39-E654-9B3420818EB9}"/>
                  </a:ext>
                </a:extLst>
              </p14:cNvPr>
              <p14:cNvContentPartPr/>
              <p14:nvPr/>
            </p14:nvContentPartPr>
            <p14:xfrm>
              <a:off x="891753" y="3190320"/>
              <a:ext cx="3764160" cy="168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859A066-59EE-0D39-E654-9B3420818EB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82753" y="3181320"/>
                <a:ext cx="378180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CB6AE09-FEB5-B314-1DB4-CC03D8A21BE7}"/>
                  </a:ext>
                </a:extLst>
              </p14:cNvPr>
              <p14:cNvContentPartPr/>
              <p14:nvPr/>
            </p14:nvContentPartPr>
            <p14:xfrm>
              <a:off x="3419313" y="1685880"/>
              <a:ext cx="5040" cy="12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CB6AE09-FEB5-B314-1DB4-CC03D8A21BE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410313" y="1676880"/>
                <a:ext cx="2268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BB6F79A-E09F-601C-7371-8C94C9C88100}"/>
                  </a:ext>
                </a:extLst>
              </p14:cNvPr>
              <p14:cNvContentPartPr/>
              <p14:nvPr/>
            </p14:nvContentPartPr>
            <p14:xfrm>
              <a:off x="3281073" y="1491480"/>
              <a:ext cx="36000" cy="91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BB6F79A-E09F-601C-7371-8C94C9C8810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271982" y="1482480"/>
                <a:ext cx="53818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97F689-8121-22C7-2CA6-ADB00BA7521F}"/>
                  </a:ext>
                </a:extLst>
              </p14:cNvPr>
              <p14:cNvContentPartPr/>
              <p14:nvPr/>
            </p14:nvContentPartPr>
            <p14:xfrm>
              <a:off x="3339753" y="1347480"/>
              <a:ext cx="46800" cy="579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97F689-8121-22C7-2CA6-ADB00BA7521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330753" y="1338480"/>
                <a:ext cx="6444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CC9AAC8-0D65-D541-461C-62853A4E1A99}"/>
                  </a:ext>
                </a:extLst>
              </p14:cNvPr>
              <p14:cNvContentPartPr/>
              <p14:nvPr/>
            </p14:nvContentPartPr>
            <p14:xfrm>
              <a:off x="3492393" y="1257480"/>
              <a:ext cx="112320" cy="529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CC9AAC8-0D65-D541-461C-62853A4E1A9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483393" y="1248418"/>
                <a:ext cx="129960" cy="706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3122F6D-14B7-3EF2-593E-AA5ADC9C55EA}"/>
                  </a:ext>
                </a:extLst>
              </p14:cNvPr>
              <p14:cNvContentPartPr/>
              <p14:nvPr/>
            </p14:nvContentPartPr>
            <p14:xfrm>
              <a:off x="3718113" y="1238400"/>
              <a:ext cx="139320" cy="57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3122F6D-14B7-3EF2-593E-AA5ADC9C55E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709113" y="1229400"/>
                <a:ext cx="15696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4DEDAF7-93DC-8CFA-3308-3CB3C35F56FB}"/>
                  </a:ext>
                </a:extLst>
              </p14:cNvPr>
              <p14:cNvContentPartPr/>
              <p14:nvPr/>
            </p14:nvContentPartPr>
            <p14:xfrm>
              <a:off x="4022673" y="1269720"/>
              <a:ext cx="41040" cy="612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4DEDAF7-93DC-8CFA-3308-3CB3C35F56F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013673" y="1260667"/>
                <a:ext cx="58680" cy="789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1B670EE-F488-C5D1-F460-E26FEF050661}"/>
                  </a:ext>
                </a:extLst>
              </p14:cNvPr>
              <p14:cNvContentPartPr/>
              <p14:nvPr/>
            </p14:nvContentPartPr>
            <p14:xfrm>
              <a:off x="4137153" y="1444680"/>
              <a:ext cx="67680" cy="752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1B670EE-F488-C5D1-F460-E26FEF05066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128105" y="1435680"/>
                <a:ext cx="85414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2470070-E821-70F3-EBD0-CFD588F995F6}"/>
                  </a:ext>
                </a:extLst>
              </p14:cNvPr>
              <p14:cNvContentPartPr/>
              <p14:nvPr/>
            </p14:nvContentPartPr>
            <p14:xfrm>
              <a:off x="4224993" y="1693800"/>
              <a:ext cx="10440" cy="669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2470070-E821-70F3-EBD0-CFD588F995F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215993" y="1684800"/>
                <a:ext cx="2808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EC53730-B495-8916-E1F2-84682D5A1D80}"/>
                  </a:ext>
                </a:extLst>
              </p14:cNvPr>
              <p14:cNvContentPartPr/>
              <p14:nvPr/>
            </p14:nvContentPartPr>
            <p14:xfrm>
              <a:off x="3891993" y="1976040"/>
              <a:ext cx="77040" cy="61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EC53730-B495-8916-E1F2-84682D5A1D8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882993" y="1967040"/>
                <a:ext cx="9468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CFEC091-2BFC-E06F-F02A-B4B02FA60A76}"/>
                  </a:ext>
                </a:extLst>
              </p14:cNvPr>
              <p14:cNvContentPartPr/>
              <p14:nvPr/>
            </p14:nvContentPartPr>
            <p14:xfrm>
              <a:off x="3691113" y="1993680"/>
              <a:ext cx="90720" cy="39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CFEC091-2BFC-E06F-F02A-B4B02FA60A7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682149" y="1984680"/>
                <a:ext cx="10829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CCC98C6-F928-2174-8C4E-905C919F4E5F}"/>
                  </a:ext>
                </a:extLst>
              </p14:cNvPr>
              <p14:cNvContentPartPr/>
              <p14:nvPr/>
            </p14:nvContentPartPr>
            <p14:xfrm>
              <a:off x="3652233" y="1874160"/>
              <a:ext cx="19080" cy="1177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CCC98C6-F928-2174-8C4E-905C919F4E5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643400" y="1865132"/>
                <a:ext cx="36393" cy="1354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218DD18-CED1-1C45-8820-3C3DF7E1318C}"/>
                  </a:ext>
                </a:extLst>
              </p14:cNvPr>
              <p14:cNvContentPartPr/>
              <p14:nvPr/>
            </p14:nvContentPartPr>
            <p14:xfrm>
              <a:off x="3804873" y="1640520"/>
              <a:ext cx="47520" cy="511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218DD18-CED1-1C45-8820-3C3DF7E1318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795873" y="1631520"/>
                <a:ext cx="6516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F84082C-2CA3-855A-03BD-D5000B180C6B}"/>
                  </a:ext>
                </a:extLst>
              </p14:cNvPr>
              <p14:cNvContentPartPr/>
              <p14:nvPr/>
            </p14:nvContentPartPr>
            <p14:xfrm>
              <a:off x="3921513" y="1618560"/>
              <a:ext cx="27360" cy="187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F84082C-2CA3-855A-03BD-D5000B180C6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912513" y="1609384"/>
                <a:ext cx="45000" cy="367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1308DFF-FC21-32DA-484E-15A497A8EB4C}"/>
                  </a:ext>
                </a:extLst>
              </p14:cNvPr>
              <p14:cNvContentPartPr/>
              <p14:nvPr/>
            </p14:nvContentPartPr>
            <p14:xfrm>
              <a:off x="3875793" y="1821960"/>
              <a:ext cx="31680" cy="26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1308DFF-FC21-32DA-484E-15A497A8EB4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866793" y="1812960"/>
                <a:ext cx="4932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EC20A9D-EF04-FA97-4386-B8181CCCFD04}"/>
                  </a:ext>
                </a:extLst>
              </p14:cNvPr>
              <p14:cNvContentPartPr/>
              <p14:nvPr/>
            </p14:nvContentPartPr>
            <p14:xfrm>
              <a:off x="3664833" y="1796040"/>
              <a:ext cx="87120" cy="36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EC20A9D-EF04-FA97-4386-B8181CCCFD0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655833" y="1787040"/>
                <a:ext cx="10476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09A1D27-2CF6-02DF-A1A3-6D8533DBD569}"/>
                  </a:ext>
                </a:extLst>
              </p14:cNvPr>
              <p14:cNvContentPartPr/>
              <p14:nvPr/>
            </p14:nvContentPartPr>
            <p14:xfrm>
              <a:off x="3527673" y="1665720"/>
              <a:ext cx="13680" cy="676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09A1D27-2CF6-02DF-A1A3-6D8533DBD56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518430" y="1656720"/>
                <a:ext cx="31797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B082C17-7767-57A9-6D86-FB79B9DE553F}"/>
                  </a:ext>
                </a:extLst>
              </p14:cNvPr>
              <p14:cNvContentPartPr/>
              <p14:nvPr/>
            </p14:nvContentPartPr>
            <p14:xfrm>
              <a:off x="3581673" y="1454760"/>
              <a:ext cx="34200" cy="975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B082C17-7767-57A9-6D86-FB79B9DE553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572673" y="1445760"/>
                <a:ext cx="5184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5D5C41B-8B8B-9F83-3966-6F61C87C8D21}"/>
                  </a:ext>
                </a:extLst>
              </p14:cNvPr>
              <p14:cNvContentPartPr/>
              <p14:nvPr/>
            </p14:nvContentPartPr>
            <p14:xfrm>
              <a:off x="3737553" y="1353600"/>
              <a:ext cx="60120" cy="68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C5D5C41B-8B8B-9F83-3966-6F61C87C8D2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728499" y="1344600"/>
                <a:ext cx="77866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DC5EF94-2892-FF79-15EA-7FB90978A653}"/>
                  </a:ext>
                </a:extLst>
              </p14:cNvPr>
              <p14:cNvContentPartPr/>
              <p14:nvPr/>
            </p14:nvContentPartPr>
            <p14:xfrm>
              <a:off x="4079553" y="1560240"/>
              <a:ext cx="9000" cy="410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DC5EF94-2892-FF79-15EA-7FB90978A65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070553" y="1551160"/>
                <a:ext cx="26640" cy="588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29AFC72-8C5F-A607-36BC-7F2852A4A6ED}"/>
                  </a:ext>
                </a:extLst>
              </p14:cNvPr>
              <p14:cNvContentPartPr/>
              <p14:nvPr/>
            </p14:nvContentPartPr>
            <p14:xfrm>
              <a:off x="4084953" y="1659960"/>
              <a:ext cx="5400" cy="216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29AFC72-8C5F-A607-36BC-7F2852A4A6E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075953" y="1650960"/>
                <a:ext cx="2304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8191424-694F-F439-2C2D-9D1F434FC2E1}"/>
                  </a:ext>
                </a:extLst>
              </p14:cNvPr>
              <p14:cNvContentPartPr/>
              <p14:nvPr/>
            </p14:nvContentPartPr>
            <p14:xfrm>
              <a:off x="3906033" y="1732680"/>
              <a:ext cx="66240" cy="108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8191424-694F-F439-2C2D-9D1F434FC2E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897082" y="1723680"/>
                <a:ext cx="83785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15F71B40-BEB1-08CA-8EF8-A93BD2F488D3}"/>
                  </a:ext>
                </a:extLst>
              </p14:cNvPr>
              <p14:cNvContentPartPr/>
              <p14:nvPr/>
            </p14:nvContentPartPr>
            <p14:xfrm>
              <a:off x="3838713" y="1523880"/>
              <a:ext cx="6120" cy="180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15F71B40-BEB1-08CA-8EF8-A93BD2F488D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829150" y="1514880"/>
                <a:ext cx="24863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B109F04-4A4C-9639-EBAA-C2A108F8E754}"/>
                  </a:ext>
                </a:extLst>
              </p14:cNvPr>
              <p14:cNvContentPartPr/>
              <p14:nvPr/>
            </p14:nvContentPartPr>
            <p14:xfrm>
              <a:off x="3933033" y="1464120"/>
              <a:ext cx="7920" cy="39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B109F04-4A4C-9639-EBAA-C2A108F8E75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924033" y="1455120"/>
                <a:ext cx="2556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0528F91C-9C33-A111-435C-F805B0FE187C}"/>
                  </a:ext>
                </a:extLst>
              </p14:cNvPr>
              <p14:cNvContentPartPr/>
              <p14:nvPr/>
            </p14:nvContentPartPr>
            <p14:xfrm>
              <a:off x="3984513" y="1492560"/>
              <a:ext cx="13680" cy="223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0528F91C-9C33-A111-435C-F805B0FE187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975513" y="1483560"/>
                <a:ext cx="3132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DBD106A5-69FE-45F9-7980-9EE8318C98B6}"/>
                  </a:ext>
                </a:extLst>
              </p14:cNvPr>
              <p14:cNvContentPartPr/>
              <p14:nvPr/>
            </p14:nvContentPartPr>
            <p14:xfrm>
              <a:off x="3755193" y="1613160"/>
              <a:ext cx="102240" cy="334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DBD106A5-69FE-45F9-7980-9EE8318C98B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746193" y="1604062"/>
                <a:ext cx="119880" cy="513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4D66B9E4-C5C0-6A18-BF93-6A7E06C57417}"/>
                  </a:ext>
                </a:extLst>
              </p14:cNvPr>
              <p14:cNvContentPartPr/>
              <p14:nvPr/>
            </p14:nvContentPartPr>
            <p14:xfrm>
              <a:off x="3623073" y="1705320"/>
              <a:ext cx="35640" cy="262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4D66B9E4-C5C0-6A18-BF93-6A7E06C57417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614073" y="1696320"/>
                <a:ext cx="5328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6A2E4F1F-0FF6-9D32-5311-970737D2541B}"/>
                  </a:ext>
                </a:extLst>
              </p14:cNvPr>
              <p14:cNvContentPartPr/>
              <p14:nvPr/>
            </p14:nvContentPartPr>
            <p14:xfrm>
              <a:off x="3466833" y="1801800"/>
              <a:ext cx="23760" cy="205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A2E4F1F-0FF6-9D32-5311-970737D2541B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457833" y="1792800"/>
                <a:ext cx="4140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E715A89-037B-85CD-79EA-4677024D8B4D}"/>
                  </a:ext>
                </a:extLst>
              </p14:cNvPr>
              <p14:cNvContentPartPr/>
              <p14:nvPr/>
            </p14:nvContentPartPr>
            <p14:xfrm>
              <a:off x="3370713" y="1943280"/>
              <a:ext cx="64440" cy="144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E715A89-037B-85CD-79EA-4677024D8B4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361713" y="1934280"/>
                <a:ext cx="8208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9746CD0-31C7-E9E1-9866-2D249B119A4C}"/>
                  </a:ext>
                </a:extLst>
              </p14:cNvPr>
              <p14:cNvContentPartPr/>
              <p14:nvPr/>
            </p14:nvContentPartPr>
            <p14:xfrm>
              <a:off x="3581673" y="1875240"/>
              <a:ext cx="38520" cy="172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9746CD0-31C7-E9E1-9866-2D249B119A4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572673" y="1866240"/>
                <a:ext cx="5616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76853DA6-4D6B-2D8B-F7B8-87E847171E5C}"/>
                  </a:ext>
                </a:extLst>
              </p14:cNvPr>
              <p14:cNvContentPartPr/>
              <p14:nvPr/>
            </p14:nvContentPartPr>
            <p14:xfrm>
              <a:off x="1355433" y="3050640"/>
              <a:ext cx="20520" cy="115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76853DA6-4D6B-2D8B-F7B8-87E847171E5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346433" y="3041640"/>
                <a:ext cx="3816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31CCABA-FEA6-1C46-5B34-D04A407512FB}"/>
                  </a:ext>
                </a:extLst>
              </p14:cNvPr>
              <p14:cNvContentPartPr/>
              <p14:nvPr/>
            </p14:nvContentPartPr>
            <p14:xfrm>
              <a:off x="1214673" y="2862720"/>
              <a:ext cx="21600" cy="691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31CCABA-FEA6-1C46-5B34-D04A407512F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205673" y="2853767"/>
                <a:ext cx="39240" cy="866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03919306-23B6-E86E-0928-9B1F3861AC15}"/>
                  </a:ext>
                </a:extLst>
              </p14:cNvPr>
              <p14:cNvContentPartPr/>
              <p14:nvPr/>
            </p14:nvContentPartPr>
            <p14:xfrm>
              <a:off x="1228353" y="2681640"/>
              <a:ext cx="28080" cy="1159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03919306-23B6-E86E-0928-9B1F3861AC15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219353" y="2672640"/>
                <a:ext cx="4572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B9065074-7EDF-1481-34F4-D280B33ACC72}"/>
                  </a:ext>
                </a:extLst>
              </p14:cNvPr>
              <p14:cNvContentPartPr/>
              <p14:nvPr/>
            </p14:nvContentPartPr>
            <p14:xfrm>
              <a:off x="1327713" y="2637000"/>
              <a:ext cx="13680" cy="122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B9065074-7EDF-1481-34F4-D280B33ACC7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318713" y="2627727"/>
                <a:ext cx="31320" cy="304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10E34F9-EC64-0F63-92CD-C8EAD26D5FB7}"/>
                  </a:ext>
                </a:extLst>
              </p14:cNvPr>
              <p14:cNvContentPartPr/>
              <p14:nvPr/>
            </p14:nvContentPartPr>
            <p14:xfrm>
              <a:off x="1495113" y="2552400"/>
              <a:ext cx="68760" cy="262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210E34F9-EC64-0F63-92CD-C8EAD26D5FB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486160" y="2543400"/>
                <a:ext cx="86308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574DC81-85CE-EE73-9731-7E40FA5B252C}"/>
                  </a:ext>
                </a:extLst>
              </p14:cNvPr>
              <p14:cNvContentPartPr/>
              <p14:nvPr/>
            </p14:nvContentPartPr>
            <p14:xfrm>
              <a:off x="1680873" y="2706480"/>
              <a:ext cx="38160" cy="550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574DC81-85CE-EE73-9731-7E40FA5B252C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671873" y="2697480"/>
                <a:ext cx="5580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B9FE7A62-F0CD-8A12-706A-58328AC7C0B8}"/>
                  </a:ext>
                </a:extLst>
              </p14:cNvPr>
              <p14:cNvContentPartPr/>
              <p14:nvPr/>
            </p14:nvContentPartPr>
            <p14:xfrm>
              <a:off x="1647033" y="2928600"/>
              <a:ext cx="60120" cy="568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B9FE7A62-F0CD-8A12-706A-58328AC7C0B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637979" y="2919600"/>
                <a:ext cx="77866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380AC3ED-660A-704D-576B-AA50183CD991}"/>
                  </a:ext>
                </a:extLst>
              </p14:cNvPr>
              <p14:cNvContentPartPr/>
              <p14:nvPr/>
            </p14:nvContentPartPr>
            <p14:xfrm>
              <a:off x="1500153" y="2961720"/>
              <a:ext cx="72000" cy="493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380AC3ED-660A-704D-576B-AA50183CD99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491153" y="2952720"/>
                <a:ext cx="8964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7DD707A6-9079-FA9D-037B-2FA99322ED39}"/>
                  </a:ext>
                </a:extLst>
              </p14:cNvPr>
              <p14:cNvContentPartPr/>
              <p14:nvPr/>
            </p14:nvContentPartPr>
            <p14:xfrm>
              <a:off x="1506273" y="2788920"/>
              <a:ext cx="18720" cy="900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7DD707A6-9079-FA9D-037B-2FA99322ED3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497097" y="2779884"/>
                <a:ext cx="36706" cy="1077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7563AE29-D428-6707-520E-0CCACEB80553}"/>
                  </a:ext>
                </a:extLst>
              </p14:cNvPr>
              <p14:cNvContentPartPr/>
              <p14:nvPr/>
            </p14:nvContentPartPr>
            <p14:xfrm>
              <a:off x="1619313" y="2629440"/>
              <a:ext cx="19800" cy="2700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7563AE29-D428-6707-520E-0CCACEB80553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610313" y="2620440"/>
                <a:ext cx="3744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DAEFA65A-4147-5E1F-1C1E-DA9169A648F8}"/>
                  </a:ext>
                </a:extLst>
              </p14:cNvPr>
              <p14:cNvContentPartPr/>
              <p14:nvPr/>
            </p14:nvContentPartPr>
            <p14:xfrm>
              <a:off x="1706793" y="2610000"/>
              <a:ext cx="31680" cy="39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DAEFA65A-4147-5E1F-1C1E-DA9169A648F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697894" y="2601000"/>
                <a:ext cx="49122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B320738B-8383-ED77-AF51-8C1EBC3A6044}"/>
                  </a:ext>
                </a:extLst>
              </p14:cNvPr>
              <p14:cNvContentPartPr/>
              <p14:nvPr/>
            </p14:nvContentPartPr>
            <p14:xfrm>
              <a:off x="1815513" y="2599920"/>
              <a:ext cx="34920" cy="108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B320738B-8383-ED77-AF51-8C1EBC3A6044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806513" y="2590920"/>
                <a:ext cx="5256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3FAC6841-A91E-6F7C-E379-C5F8C00B3829}"/>
                  </a:ext>
                </a:extLst>
              </p14:cNvPr>
              <p14:cNvContentPartPr/>
              <p14:nvPr/>
            </p14:nvContentPartPr>
            <p14:xfrm>
              <a:off x="1915953" y="2706480"/>
              <a:ext cx="32400" cy="561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3FAC6841-A91E-6F7C-E379-C5F8C00B3829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906953" y="2697480"/>
                <a:ext cx="5004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29C12D72-26C2-E4A7-56A6-9128817EF8C9}"/>
                  </a:ext>
                </a:extLst>
              </p14:cNvPr>
              <p14:cNvContentPartPr/>
              <p14:nvPr/>
            </p14:nvContentPartPr>
            <p14:xfrm>
              <a:off x="1865913" y="2935080"/>
              <a:ext cx="24840" cy="428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29C12D72-26C2-E4A7-56A6-9128817EF8C9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856913" y="2926004"/>
                <a:ext cx="42480" cy="606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BA9E789E-3129-3D2A-05FE-236A6018F863}"/>
                  </a:ext>
                </a:extLst>
              </p14:cNvPr>
              <p14:cNvContentPartPr/>
              <p14:nvPr/>
            </p14:nvContentPartPr>
            <p14:xfrm>
              <a:off x="1670793" y="3093480"/>
              <a:ext cx="78120" cy="385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BA9E789E-3129-3D2A-05FE-236A6018F863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661793" y="3084480"/>
                <a:ext cx="9576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39B53787-E346-A133-4730-9CFEF0A98482}"/>
                  </a:ext>
                </a:extLst>
              </p14:cNvPr>
              <p14:cNvContentPartPr/>
              <p14:nvPr/>
            </p14:nvContentPartPr>
            <p14:xfrm>
              <a:off x="1530393" y="3113640"/>
              <a:ext cx="73080" cy="410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39B53787-E346-A133-4730-9CFEF0A98482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521393" y="3104640"/>
                <a:ext cx="9072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1F74987D-A8C7-9D5E-4AF2-321337D8058F}"/>
                  </a:ext>
                </a:extLst>
              </p14:cNvPr>
              <p14:cNvContentPartPr/>
              <p14:nvPr/>
            </p14:nvContentPartPr>
            <p14:xfrm>
              <a:off x="1397553" y="2887560"/>
              <a:ext cx="28800" cy="828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1F74987D-A8C7-9D5E-4AF2-321337D8058F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388439" y="2878560"/>
                <a:ext cx="46663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D7536092-EDF4-C4CA-DD01-2D4525084C9B}"/>
                  </a:ext>
                </a:extLst>
              </p14:cNvPr>
              <p14:cNvContentPartPr/>
              <p14:nvPr/>
            </p14:nvContentPartPr>
            <p14:xfrm>
              <a:off x="1481793" y="2628360"/>
              <a:ext cx="49320" cy="633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D7536092-EDF4-C4CA-DD01-2D4525084C9B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472793" y="2619360"/>
                <a:ext cx="6696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EED49109-39E0-EDE2-91AB-E656999AD029}"/>
                  </a:ext>
                </a:extLst>
              </p14:cNvPr>
              <p14:cNvContentPartPr/>
              <p14:nvPr/>
            </p14:nvContentPartPr>
            <p14:xfrm>
              <a:off x="1653873" y="2532960"/>
              <a:ext cx="63360" cy="93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EED49109-39E0-EDE2-91AB-E656999AD029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644822" y="2523960"/>
                <a:ext cx="81101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6E339E79-E583-861D-8F1D-8F8A67A32CFE}"/>
                  </a:ext>
                </a:extLst>
              </p14:cNvPr>
              <p14:cNvContentPartPr/>
              <p14:nvPr/>
            </p14:nvContentPartPr>
            <p14:xfrm>
              <a:off x="1776633" y="2503800"/>
              <a:ext cx="18000" cy="201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6E339E79-E583-861D-8F1D-8F8A67A32CF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767633" y="2494800"/>
                <a:ext cx="3564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71E823B-B263-4E0E-30D6-FC55182AA222}"/>
                  </a:ext>
                </a:extLst>
              </p14:cNvPr>
              <p14:cNvContentPartPr/>
              <p14:nvPr/>
            </p14:nvContentPartPr>
            <p14:xfrm>
              <a:off x="1638393" y="2490480"/>
              <a:ext cx="68400" cy="158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71E823B-B263-4E0E-30D6-FC55182AA222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629393" y="2481480"/>
                <a:ext cx="8604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D67A666C-3BBC-4A33-402F-D71AF2BAACC8}"/>
                  </a:ext>
                </a:extLst>
              </p14:cNvPr>
              <p14:cNvContentPartPr/>
              <p14:nvPr/>
            </p14:nvContentPartPr>
            <p14:xfrm>
              <a:off x="1496913" y="2522880"/>
              <a:ext cx="41760" cy="39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D67A666C-3BBC-4A33-402F-D71AF2BAACC8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487913" y="2513880"/>
                <a:ext cx="5940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500FBD65-32EE-DA90-4765-2A1A122AC283}"/>
                  </a:ext>
                </a:extLst>
              </p14:cNvPr>
              <p14:cNvContentPartPr/>
              <p14:nvPr/>
            </p14:nvContentPartPr>
            <p14:xfrm>
              <a:off x="1325913" y="2572200"/>
              <a:ext cx="18720" cy="187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500FBD65-32EE-DA90-4765-2A1A122AC283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316737" y="2563024"/>
                <a:ext cx="36706" cy="367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493FEC83-6244-1D98-EEA3-EB1B84109D7B}"/>
                  </a:ext>
                </a:extLst>
              </p14:cNvPr>
              <p14:cNvContentPartPr/>
              <p14:nvPr/>
            </p14:nvContentPartPr>
            <p14:xfrm>
              <a:off x="1325553" y="2758320"/>
              <a:ext cx="25560" cy="12996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493FEC83-6244-1D98-EEA3-EB1B84109D7B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316553" y="2749320"/>
                <a:ext cx="4320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D0CFF331-9833-C45A-7216-71BA5B9391C4}"/>
                  </a:ext>
                </a:extLst>
              </p14:cNvPr>
              <p14:cNvContentPartPr/>
              <p14:nvPr/>
            </p14:nvContentPartPr>
            <p14:xfrm>
              <a:off x="1460553" y="2962800"/>
              <a:ext cx="56160" cy="273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D0CFF331-9833-C45A-7216-71BA5B9391C4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451610" y="2953917"/>
                <a:ext cx="73688" cy="447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0DD51E88-9845-DA7E-5AA6-E050EB9E0726}"/>
                  </a:ext>
                </a:extLst>
              </p14:cNvPr>
              <p14:cNvContentPartPr/>
              <p14:nvPr/>
            </p14:nvContentPartPr>
            <p14:xfrm>
              <a:off x="1698513" y="3002400"/>
              <a:ext cx="34200" cy="684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0DD51E88-9845-DA7E-5AA6-E050EB9E0726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689513" y="2993400"/>
                <a:ext cx="5184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10619964-4354-C474-F585-FFA7C33F2547}"/>
                  </a:ext>
                </a:extLst>
              </p14:cNvPr>
              <p14:cNvContentPartPr/>
              <p14:nvPr/>
            </p14:nvContentPartPr>
            <p14:xfrm>
              <a:off x="1872753" y="2896920"/>
              <a:ext cx="14760" cy="403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10619964-4354-C474-F585-FFA7C33F2547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863753" y="2887920"/>
                <a:ext cx="3240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08CD0883-568F-A92C-EB02-3AF52B974FDF}"/>
                  </a:ext>
                </a:extLst>
              </p14:cNvPr>
              <p14:cNvContentPartPr/>
              <p14:nvPr/>
            </p14:nvContentPartPr>
            <p14:xfrm>
              <a:off x="1888953" y="2740680"/>
              <a:ext cx="14040" cy="4680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08CD0883-568F-A92C-EB02-3AF52B974FDF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879953" y="2731680"/>
                <a:ext cx="3168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2F53B51E-21B1-0410-8DAA-05A635797D3A}"/>
                  </a:ext>
                </a:extLst>
              </p14:cNvPr>
              <p14:cNvContentPartPr/>
              <p14:nvPr/>
            </p14:nvContentPartPr>
            <p14:xfrm>
              <a:off x="1812273" y="2697120"/>
              <a:ext cx="25560" cy="93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2F53B51E-21B1-0410-8DAA-05A635797D3A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803144" y="2687760"/>
                <a:ext cx="43452" cy="277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50F23A55-B77D-931C-65CD-308036F41873}"/>
                  </a:ext>
                </a:extLst>
              </p14:cNvPr>
              <p14:cNvContentPartPr/>
              <p14:nvPr/>
            </p14:nvContentPartPr>
            <p14:xfrm>
              <a:off x="1784553" y="2731320"/>
              <a:ext cx="18720" cy="1872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50F23A55-B77D-931C-65CD-308036F41873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775553" y="2722320"/>
                <a:ext cx="3636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3D8EC112-26C9-EFCE-F374-895201ED2ED9}"/>
                  </a:ext>
                </a:extLst>
              </p14:cNvPr>
              <p14:cNvContentPartPr/>
              <p14:nvPr/>
            </p14:nvContentPartPr>
            <p14:xfrm>
              <a:off x="1891473" y="2799000"/>
              <a:ext cx="34200" cy="21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3D8EC112-26C9-EFCE-F374-895201ED2ED9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882473" y="2790000"/>
                <a:ext cx="5184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FC980EFA-CC92-14E0-A29E-070020EE12CA}"/>
                  </a:ext>
                </a:extLst>
              </p14:cNvPr>
              <p14:cNvContentPartPr/>
              <p14:nvPr/>
            </p14:nvContentPartPr>
            <p14:xfrm>
              <a:off x="3424353" y="2696400"/>
              <a:ext cx="16560" cy="648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FC980EFA-CC92-14E0-A29E-070020EE12CA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3415353" y="2687400"/>
                <a:ext cx="3420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CAFC7271-8B38-184B-1CEB-7BA47E4136E2}"/>
                  </a:ext>
                </a:extLst>
              </p14:cNvPr>
              <p14:cNvContentPartPr/>
              <p14:nvPr/>
            </p14:nvContentPartPr>
            <p14:xfrm>
              <a:off x="3364233" y="2525760"/>
              <a:ext cx="8640" cy="810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CAFC7271-8B38-184B-1CEB-7BA47E4136E2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354842" y="2516800"/>
                <a:ext cx="27047" cy="985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0C2A80E9-0067-40BE-4512-6E92D7CB41F1}"/>
                  </a:ext>
                </a:extLst>
              </p14:cNvPr>
              <p14:cNvContentPartPr/>
              <p14:nvPr/>
            </p14:nvContentPartPr>
            <p14:xfrm>
              <a:off x="3444153" y="2462040"/>
              <a:ext cx="41040" cy="1512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0C2A80E9-0067-40BE-4512-6E92D7CB41F1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435231" y="2453040"/>
                <a:ext cx="58527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47A88D2C-BEAC-6258-CF2E-22B8A7EDB99A}"/>
                  </a:ext>
                </a:extLst>
              </p14:cNvPr>
              <p14:cNvContentPartPr/>
              <p14:nvPr/>
            </p14:nvContentPartPr>
            <p14:xfrm>
              <a:off x="3601113" y="2404800"/>
              <a:ext cx="65160" cy="2232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47A88D2C-BEAC-6258-CF2E-22B8A7EDB99A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592113" y="2395652"/>
                <a:ext cx="82800" cy="402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98FB41D8-F2C1-71FA-08DE-A933A4ED8312}"/>
                  </a:ext>
                </a:extLst>
              </p14:cNvPr>
              <p14:cNvContentPartPr/>
              <p14:nvPr/>
            </p14:nvContentPartPr>
            <p14:xfrm>
              <a:off x="3791553" y="2397240"/>
              <a:ext cx="21240" cy="288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98FB41D8-F2C1-71FA-08DE-A933A4ED8312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3782398" y="2386954"/>
                <a:ext cx="39184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67DCC87E-2B8F-05EE-BBC8-C3F4529698FE}"/>
                  </a:ext>
                </a:extLst>
              </p14:cNvPr>
              <p14:cNvContentPartPr/>
              <p14:nvPr/>
            </p14:nvContentPartPr>
            <p14:xfrm>
              <a:off x="3913593" y="2393280"/>
              <a:ext cx="50760" cy="39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67DCC87E-2B8F-05EE-BBC8-C3F4529698FE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3904593" y="2384280"/>
                <a:ext cx="6840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C176BE1-9492-70DA-AA39-38F7DB60265C}"/>
                  </a:ext>
                </a:extLst>
              </p14:cNvPr>
              <p14:cNvContentPartPr/>
              <p14:nvPr/>
            </p14:nvContentPartPr>
            <p14:xfrm>
              <a:off x="3999633" y="2406240"/>
              <a:ext cx="63360" cy="5148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C176BE1-9492-70DA-AA39-38F7DB60265C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3990633" y="2397302"/>
                <a:ext cx="81000" cy="689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AD57C901-C03B-749F-4C48-16D28F7C1B82}"/>
                  </a:ext>
                </a:extLst>
              </p14:cNvPr>
              <p14:cNvContentPartPr/>
              <p14:nvPr/>
            </p14:nvContentPartPr>
            <p14:xfrm>
              <a:off x="4111953" y="2568240"/>
              <a:ext cx="2880" cy="4500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AD57C901-C03B-749F-4C48-16D28F7C1B82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4102953" y="2559311"/>
                <a:ext cx="20520" cy="62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EA8F6A43-519F-8829-CB00-D2B1E396C4FB}"/>
                  </a:ext>
                </a:extLst>
              </p14:cNvPr>
              <p14:cNvContentPartPr/>
              <p14:nvPr/>
            </p14:nvContentPartPr>
            <p14:xfrm>
              <a:off x="4137873" y="2715480"/>
              <a:ext cx="3600" cy="3024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EA8F6A43-519F-8829-CB00-D2B1E396C4FB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4128873" y="2706586"/>
                <a:ext cx="21240" cy="476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B73C8BFF-35C7-276B-9444-C42A8B6B75DB}"/>
                  </a:ext>
                </a:extLst>
              </p14:cNvPr>
              <p14:cNvContentPartPr/>
              <p14:nvPr/>
            </p14:nvContentPartPr>
            <p14:xfrm>
              <a:off x="4128873" y="2847240"/>
              <a:ext cx="19080" cy="10224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B73C8BFF-35C7-276B-9444-C42A8B6B75DB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4119873" y="2838240"/>
                <a:ext cx="3672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87F75E30-E061-863B-13B5-510D4DE08DE0}"/>
                  </a:ext>
                </a:extLst>
              </p14:cNvPr>
              <p14:cNvContentPartPr/>
              <p14:nvPr/>
            </p14:nvContentPartPr>
            <p14:xfrm>
              <a:off x="4002153" y="3002400"/>
              <a:ext cx="144360" cy="14832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87F75E30-E061-863B-13B5-510D4DE08DE0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3993153" y="2993400"/>
                <a:ext cx="16200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ADAD06DC-DDEE-B473-1FE5-B7369508C889}"/>
                  </a:ext>
                </a:extLst>
              </p14:cNvPr>
              <p14:cNvContentPartPr/>
              <p14:nvPr/>
            </p14:nvContentPartPr>
            <p14:xfrm>
              <a:off x="3734313" y="3148920"/>
              <a:ext cx="78840" cy="1152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ADAD06DC-DDEE-B473-1FE5-B7369508C889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3725313" y="3139920"/>
                <a:ext cx="9648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A7EAD69F-29E8-5C93-6BF5-AC4EAE0C65F1}"/>
                  </a:ext>
                </a:extLst>
              </p14:cNvPr>
              <p14:cNvContentPartPr/>
              <p14:nvPr/>
            </p14:nvContentPartPr>
            <p14:xfrm>
              <a:off x="3614433" y="3130200"/>
              <a:ext cx="24120" cy="1332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A7EAD69F-29E8-5C93-6BF5-AC4EAE0C65F1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3605565" y="3121200"/>
                <a:ext cx="41501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BB1CE413-0349-E7EC-330B-831BABE4AF7A}"/>
                  </a:ext>
                </a:extLst>
              </p14:cNvPr>
              <p14:cNvContentPartPr/>
              <p14:nvPr/>
            </p14:nvContentPartPr>
            <p14:xfrm>
              <a:off x="3488793" y="3002400"/>
              <a:ext cx="45000" cy="432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BB1CE413-0349-E7EC-330B-831BABE4AF7A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3479793" y="2993474"/>
                <a:ext cx="62640" cy="606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A1BB1AC6-8188-4F0B-AE50-6A6400E2DA1B}"/>
                  </a:ext>
                </a:extLst>
              </p14:cNvPr>
              <p14:cNvContentPartPr/>
              <p14:nvPr/>
            </p14:nvContentPartPr>
            <p14:xfrm>
              <a:off x="3469353" y="2859120"/>
              <a:ext cx="14760" cy="7632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A1BB1AC6-8188-4F0B-AE50-6A6400E2DA1B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3460128" y="2850120"/>
                <a:ext cx="32841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304DDDF1-4223-6816-4EED-86DE44AA418A}"/>
                  </a:ext>
                </a:extLst>
              </p14:cNvPr>
              <p14:cNvContentPartPr/>
              <p14:nvPr/>
            </p14:nvContentPartPr>
            <p14:xfrm>
              <a:off x="3534513" y="2768400"/>
              <a:ext cx="33120" cy="172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304DDDF1-4223-6816-4EED-86DE44AA418A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3525513" y="2759400"/>
                <a:ext cx="5076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7646ECE5-23D9-FF49-66A0-2F2396F152BB}"/>
                  </a:ext>
                </a:extLst>
              </p14:cNvPr>
              <p14:cNvContentPartPr/>
              <p14:nvPr/>
            </p14:nvContentPartPr>
            <p14:xfrm>
              <a:off x="3654753" y="2827440"/>
              <a:ext cx="25560" cy="514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7646ECE5-23D9-FF49-66A0-2F2396F152BB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3645753" y="2818440"/>
                <a:ext cx="4320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C53D0F91-0F7C-A8BD-BDC7-95016D23DFF7}"/>
                  </a:ext>
                </a:extLst>
              </p14:cNvPr>
              <p14:cNvContentPartPr/>
              <p14:nvPr/>
            </p14:nvContentPartPr>
            <p14:xfrm>
              <a:off x="3729993" y="2968560"/>
              <a:ext cx="360" cy="36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C53D0F91-0F7C-A8BD-BDC7-95016D23DFF7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3720993" y="295956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DB786CB6-1649-2E8A-C3F3-B701B6D25A48}"/>
                  </a:ext>
                </a:extLst>
              </p14:cNvPr>
              <p14:cNvContentPartPr/>
              <p14:nvPr/>
            </p14:nvContentPartPr>
            <p14:xfrm>
              <a:off x="3805953" y="2850840"/>
              <a:ext cx="68760" cy="5400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DB786CB6-1649-2E8A-C3F3-B701B6D25A48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3796953" y="2841780"/>
                <a:ext cx="86400" cy="717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6110C97B-BFAB-C549-3619-D075805D8E0C}"/>
                  </a:ext>
                </a:extLst>
              </p14:cNvPr>
              <p14:cNvContentPartPr/>
              <p14:nvPr/>
            </p14:nvContentPartPr>
            <p14:xfrm>
              <a:off x="3873993" y="2637000"/>
              <a:ext cx="41040" cy="5976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6110C97B-BFAB-C549-3619-D075805D8E0C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3865071" y="2628000"/>
                <a:ext cx="58527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9D4602D4-8CDE-1A3C-6DFF-3FF209119242}"/>
                  </a:ext>
                </a:extLst>
              </p14:cNvPr>
              <p14:cNvContentPartPr/>
              <p14:nvPr/>
            </p14:nvContentPartPr>
            <p14:xfrm>
              <a:off x="3717393" y="2575800"/>
              <a:ext cx="50760" cy="1224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9D4602D4-8CDE-1A3C-6DFF-3FF209119242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3708329" y="2566800"/>
                <a:ext cx="68526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912107B2-03B1-8C4B-8BDD-26C5BD2BB226}"/>
                  </a:ext>
                </a:extLst>
              </p14:cNvPr>
              <p14:cNvContentPartPr/>
              <p14:nvPr/>
            </p14:nvContentPartPr>
            <p14:xfrm>
              <a:off x="3665913" y="2623320"/>
              <a:ext cx="10440" cy="5292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912107B2-03B1-8C4B-8BDD-26C5BD2BB226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3656592" y="2614320"/>
                <a:ext cx="2871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D746BF77-5DC6-E3EC-77D8-2317D3AEFCC9}"/>
                  </a:ext>
                </a:extLst>
              </p14:cNvPr>
              <p14:cNvContentPartPr/>
              <p14:nvPr/>
            </p14:nvContentPartPr>
            <p14:xfrm>
              <a:off x="3760233" y="2588040"/>
              <a:ext cx="31680" cy="5760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D746BF77-5DC6-E3EC-77D8-2317D3AEFCC9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3751334" y="2579040"/>
                <a:ext cx="49122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2FDA8B30-541E-ABB5-A046-CC67837DA16B}"/>
                  </a:ext>
                </a:extLst>
              </p14:cNvPr>
              <p14:cNvContentPartPr/>
              <p14:nvPr/>
            </p14:nvContentPartPr>
            <p14:xfrm>
              <a:off x="3885873" y="2505600"/>
              <a:ext cx="48600" cy="3168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2FDA8B30-541E-ABB5-A046-CC67837DA16B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3876939" y="2496497"/>
                <a:ext cx="66110" cy="495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4FE581F5-1C75-BFE1-A1A7-6193A854084D}"/>
                  </a:ext>
                </a:extLst>
              </p14:cNvPr>
              <p14:cNvContentPartPr/>
              <p14:nvPr/>
            </p14:nvContentPartPr>
            <p14:xfrm>
              <a:off x="4007193" y="2513880"/>
              <a:ext cx="19080" cy="37620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4FE581F5-1C75-BFE1-A1A7-6193A854084D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3998360" y="2504880"/>
                <a:ext cx="36393" cy="39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5B2EF546-4029-D6F5-F4D9-769877267154}"/>
                  </a:ext>
                </a:extLst>
              </p14:cNvPr>
              <p14:cNvContentPartPr/>
              <p14:nvPr/>
            </p14:nvContentPartPr>
            <p14:xfrm>
              <a:off x="3976233" y="2961000"/>
              <a:ext cx="43560" cy="10764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5B2EF546-4029-D6F5-F4D9-769877267154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3967233" y="2951970"/>
                <a:ext cx="61200" cy="1253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AEFDE2FC-926E-17F5-DFD4-ABC3AEA76309}"/>
                  </a:ext>
                </a:extLst>
              </p14:cNvPr>
              <p14:cNvContentPartPr/>
              <p14:nvPr/>
            </p14:nvContentPartPr>
            <p14:xfrm>
              <a:off x="3918993" y="3103560"/>
              <a:ext cx="8640" cy="432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AEFDE2FC-926E-17F5-DFD4-ABC3AEA76309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3909993" y="3094560"/>
                <a:ext cx="2628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ACF19F98-73F1-189A-6AF5-EA7DDB0C73EF}"/>
                  </a:ext>
                </a:extLst>
              </p14:cNvPr>
              <p14:cNvContentPartPr/>
              <p14:nvPr/>
            </p14:nvContentPartPr>
            <p14:xfrm>
              <a:off x="3911793" y="3135960"/>
              <a:ext cx="34920" cy="684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ACF19F98-73F1-189A-6AF5-EA7DDB0C73EF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3902793" y="3126960"/>
                <a:ext cx="5256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0FBF3F59-0A58-79B7-10A5-D316B6238F74}"/>
                  </a:ext>
                </a:extLst>
              </p14:cNvPr>
              <p14:cNvContentPartPr/>
              <p14:nvPr/>
            </p14:nvContentPartPr>
            <p14:xfrm>
              <a:off x="4123833" y="3110760"/>
              <a:ext cx="33840" cy="432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0FBF3F59-0A58-79B7-10A5-D316B6238F74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4114736" y="3102452"/>
                <a:ext cx="51670" cy="206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00DCA08E-2431-1065-2F45-CCA329FDFA99}"/>
                  </a:ext>
                </a:extLst>
              </p14:cNvPr>
              <p14:cNvContentPartPr/>
              <p14:nvPr/>
            </p14:nvContentPartPr>
            <p14:xfrm>
              <a:off x="4291233" y="3081240"/>
              <a:ext cx="16200" cy="1260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00DCA08E-2431-1065-2F45-CCA329FDFA9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282233" y="3072490"/>
                <a:ext cx="33840" cy="297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50E89D7B-A082-A3F2-9EAD-CB1AC7533A0B}"/>
                  </a:ext>
                </a:extLst>
              </p14:cNvPr>
              <p14:cNvContentPartPr/>
              <p14:nvPr/>
            </p14:nvContentPartPr>
            <p14:xfrm>
              <a:off x="4338753" y="2931120"/>
              <a:ext cx="7200" cy="2880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50E89D7B-A082-A3F2-9EAD-CB1AC7533A0B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4329753" y="2922120"/>
                <a:ext cx="2484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C643EBFA-9359-4ADE-2517-808516C0DFB2}"/>
                  </a:ext>
                </a:extLst>
              </p14:cNvPr>
              <p14:cNvContentPartPr/>
              <p14:nvPr/>
            </p14:nvContentPartPr>
            <p14:xfrm>
              <a:off x="4282233" y="2888640"/>
              <a:ext cx="16560" cy="756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C643EBFA-9359-4ADE-2517-808516C0DFB2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4273233" y="2879640"/>
                <a:ext cx="3420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2FDD6C63-FCE4-CD67-2607-F429CAE67A36}"/>
                  </a:ext>
                </a:extLst>
              </p14:cNvPr>
              <p14:cNvContentPartPr/>
              <p14:nvPr/>
            </p14:nvContentPartPr>
            <p14:xfrm>
              <a:off x="4249113" y="2820240"/>
              <a:ext cx="16560" cy="2160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2FDD6C63-FCE4-CD67-2607-F429CAE67A36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4240304" y="2811087"/>
                <a:ext cx="33825" cy="395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387F3DA2-FADE-3C80-E6D0-8CE305C6E775}"/>
                  </a:ext>
                </a:extLst>
              </p14:cNvPr>
              <p14:cNvContentPartPr/>
              <p14:nvPr/>
            </p14:nvContentPartPr>
            <p14:xfrm>
              <a:off x="4234713" y="2725560"/>
              <a:ext cx="3600" cy="4572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387F3DA2-FADE-3C80-E6D0-8CE305C6E775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4225713" y="2716560"/>
                <a:ext cx="2124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91A03297-4C22-2F37-1C06-261EFBE8D4A4}"/>
                  </a:ext>
                </a:extLst>
              </p14:cNvPr>
              <p14:cNvContentPartPr/>
              <p14:nvPr/>
            </p14:nvContentPartPr>
            <p14:xfrm>
              <a:off x="4212033" y="2571120"/>
              <a:ext cx="14760" cy="9504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91A03297-4C22-2F37-1C06-261EFBE8D4A4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4203033" y="2562154"/>
                <a:ext cx="32400" cy="1126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471F2BE2-EF40-95F2-9DE9-7E4414C62BF7}"/>
                  </a:ext>
                </a:extLst>
              </p14:cNvPr>
              <p14:cNvContentPartPr/>
              <p14:nvPr/>
            </p14:nvContentPartPr>
            <p14:xfrm>
              <a:off x="4172433" y="2519280"/>
              <a:ext cx="28080" cy="1908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471F2BE2-EF40-95F2-9DE9-7E4414C62BF7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4163433" y="2510447"/>
                <a:ext cx="45720" cy="363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3A856032-0385-06FB-F414-F66A11A9B295}"/>
                  </a:ext>
                </a:extLst>
              </p14:cNvPr>
              <p14:cNvContentPartPr/>
              <p14:nvPr/>
            </p14:nvContentPartPr>
            <p14:xfrm>
              <a:off x="4123833" y="2476080"/>
              <a:ext cx="24840" cy="2448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3A856032-0385-06FB-F414-F66A11A9B295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4114833" y="2467080"/>
                <a:ext cx="4248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4286C9B1-D98D-2B3F-359D-1B126FA303EA}"/>
                  </a:ext>
                </a:extLst>
              </p14:cNvPr>
              <p14:cNvContentPartPr/>
              <p14:nvPr/>
            </p14:nvContentPartPr>
            <p14:xfrm>
              <a:off x="3973353" y="2423880"/>
              <a:ext cx="42480" cy="1152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4286C9B1-D98D-2B3F-359D-1B126FA303EA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3964353" y="2414880"/>
                <a:ext cx="6012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97F3B907-23E0-83DD-EDC0-B29E5C5F5748}"/>
                  </a:ext>
                </a:extLst>
              </p14:cNvPr>
              <p14:cNvContentPartPr/>
              <p14:nvPr/>
            </p14:nvContentPartPr>
            <p14:xfrm>
              <a:off x="3854553" y="2450160"/>
              <a:ext cx="11160" cy="432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97F3B907-23E0-83DD-EDC0-B29E5C5F5748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3845553" y="2441160"/>
                <a:ext cx="2880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CD583035-9907-9091-C77F-28D579332DF0}"/>
                  </a:ext>
                </a:extLst>
              </p14:cNvPr>
              <p14:cNvContentPartPr/>
              <p14:nvPr/>
            </p14:nvContentPartPr>
            <p14:xfrm>
              <a:off x="3534513" y="2810880"/>
              <a:ext cx="2880" cy="5292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CD583035-9907-9091-C77F-28D579332DF0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3525513" y="2801880"/>
                <a:ext cx="2052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BA2E0E5E-8BC5-3865-86AF-DF3A36A157EF}"/>
                  </a:ext>
                </a:extLst>
              </p14:cNvPr>
              <p14:cNvContentPartPr/>
              <p14:nvPr/>
            </p14:nvContentPartPr>
            <p14:xfrm>
              <a:off x="3539193" y="2948760"/>
              <a:ext cx="6120" cy="2232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BA2E0E5E-8BC5-3865-86AF-DF3A36A157E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530193" y="2939760"/>
                <a:ext cx="237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3176AB66-9825-FD01-DA87-356F439E57FA}"/>
                  </a:ext>
                </a:extLst>
              </p14:cNvPr>
              <p14:cNvContentPartPr/>
              <p14:nvPr/>
            </p14:nvContentPartPr>
            <p14:xfrm>
              <a:off x="3636393" y="3158280"/>
              <a:ext cx="66240" cy="612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3176AB66-9825-FD01-DA87-356F439E57FA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3627393" y="3149280"/>
                <a:ext cx="8388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80019884-2D88-D977-C615-B32D0624399E}"/>
                  </a:ext>
                </a:extLst>
              </p14:cNvPr>
              <p14:cNvContentPartPr/>
              <p14:nvPr/>
            </p14:nvContentPartPr>
            <p14:xfrm>
              <a:off x="3833673" y="3103560"/>
              <a:ext cx="95760" cy="2880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80019884-2D88-D977-C615-B32D0624399E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3824673" y="3094446"/>
                <a:ext cx="113400" cy="466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A91532D6-528C-4119-01F9-C4D15ABE2556}"/>
                  </a:ext>
                </a:extLst>
              </p14:cNvPr>
              <p14:cNvContentPartPr/>
              <p14:nvPr/>
            </p14:nvContentPartPr>
            <p14:xfrm>
              <a:off x="1224393" y="1793520"/>
              <a:ext cx="360" cy="36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A91532D6-528C-4119-01F9-C4D15ABE2556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215393" y="178452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5C7DAFD8-2D89-31C7-6CBE-C33C470BC477}"/>
                  </a:ext>
                </a:extLst>
              </p14:cNvPr>
              <p14:cNvContentPartPr/>
              <p14:nvPr/>
            </p14:nvContentPartPr>
            <p14:xfrm>
              <a:off x="1111713" y="1678320"/>
              <a:ext cx="19080" cy="1440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5C7DAFD8-2D89-31C7-6CBE-C33C470BC477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1102713" y="1669089"/>
                <a:ext cx="36720" cy="324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25604719-FC36-790F-6C74-08E639E261C5}"/>
                  </a:ext>
                </a:extLst>
              </p14:cNvPr>
              <p14:cNvContentPartPr/>
              <p14:nvPr/>
            </p14:nvContentPartPr>
            <p14:xfrm>
              <a:off x="1045833" y="1573200"/>
              <a:ext cx="22320" cy="3816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25604719-FC36-790F-6C74-08E639E261C5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1036685" y="1564114"/>
                <a:ext cx="40249" cy="559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9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DFB20064-26AF-A11A-DF72-4031130B0C99}"/>
                  </a:ext>
                </a:extLst>
              </p14:cNvPr>
              <p14:cNvContentPartPr/>
              <p14:nvPr/>
            </p14:nvContentPartPr>
            <p14:xfrm>
              <a:off x="1141953" y="1436040"/>
              <a:ext cx="19080" cy="3276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DFB20064-26AF-A11A-DF72-4031130B0C99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1133120" y="1427040"/>
                <a:ext cx="36393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1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AEC3DAD7-DB96-BE90-B2F2-6C0D75BB195B}"/>
                  </a:ext>
                </a:extLst>
              </p14:cNvPr>
              <p14:cNvContentPartPr/>
              <p14:nvPr/>
            </p14:nvContentPartPr>
            <p14:xfrm>
              <a:off x="1302873" y="1451880"/>
              <a:ext cx="19800" cy="5688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AEC3DAD7-DB96-BE90-B2F2-6C0D75BB195B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1293873" y="1442937"/>
                <a:ext cx="37440" cy="744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3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3B35C97B-02CB-E2D4-79C4-0667D4FD0E41}"/>
                  </a:ext>
                </a:extLst>
              </p14:cNvPr>
              <p14:cNvContentPartPr/>
              <p14:nvPr/>
            </p14:nvContentPartPr>
            <p14:xfrm>
              <a:off x="1288473" y="1650240"/>
              <a:ext cx="21240" cy="1404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3B35C97B-02CB-E2D4-79C4-0667D4FD0E41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1279473" y="1641240"/>
                <a:ext cx="3888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5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DAFC11B4-2BCF-FF2E-7199-97EEC06113BD}"/>
                  </a:ext>
                </a:extLst>
              </p14:cNvPr>
              <p14:cNvContentPartPr/>
              <p14:nvPr/>
            </p14:nvContentPartPr>
            <p14:xfrm>
              <a:off x="1238073" y="1613160"/>
              <a:ext cx="18720" cy="4212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DAFC11B4-2BCF-FF2E-7199-97EEC06113BD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1229073" y="1604160"/>
                <a:ext cx="3636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7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5A3980DE-2762-5891-6632-2EEA54BD0D46}"/>
                  </a:ext>
                </a:extLst>
              </p14:cNvPr>
              <p14:cNvContentPartPr/>
              <p14:nvPr/>
            </p14:nvContentPartPr>
            <p14:xfrm>
              <a:off x="1252473" y="1463760"/>
              <a:ext cx="8640" cy="403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5A3980DE-2762-5891-6632-2EEA54BD0D46}"/>
                  </a:ext>
                </a:extLst>
              </p:cNvPr>
              <p:cNvPicPr/>
              <p:nvPr/>
            </p:nvPicPr>
            <p:blipFill>
              <a:blip r:embed="rId228"/>
              <a:stretch>
                <a:fillRect/>
              </a:stretch>
            </p:blipFill>
            <p:spPr>
              <a:xfrm>
                <a:off x="1243082" y="1454760"/>
                <a:ext cx="27047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9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D12D66A7-7148-E3C0-8FA8-7170C16356E9}"/>
                  </a:ext>
                </a:extLst>
              </p14:cNvPr>
              <p14:cNvContentPartPr/>
              <p14:nvPr/>
            </p14:nvContentPartPr>
            <p14:xfrm>
              <a:off x="1234113" y="1288080"/>
              <a:ext cx="15480" cy="3816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D12D66A7-7148-E3C0-8FA8-7170C16356E9}"/>
                  </a:ext>
                </a:extLst>
              </p:cNvPr>
              <p:cNvPicPr/>
              <p:nvPr/>
            </p:nvPicPr>
            <p:blipFill>
              <a:blip r:embed="rId230"/>
              <a:stretch>
                <a:fillRect/>
              </a:stretch>
            </p:blipFill>
            <p:spPr>
              <a:xfrm>
                <a:off x="1225113" y="1278994"/>
                <a:ext cx="33120" cy="559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1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6C9B34B3-2A43-0D12-55AF-05808128AFBC}"/>
                  </a:ext>
                </a:extLst>
              </p14:cNvPr>
              <p14:cNvContentPartPr/>
              <p14:nvPr/>
            </p14:nvContentPartPr>
            <p14:xfrm>
              <a:off x="1414113" y="1261440"/>
              <a:ext cx="21240" cy="288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6C9B34B3-2A43-0D12-55AF-05808128AFBC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405113" y="1252440"/>
                <a:ext cx="3888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37B7DC91-7A62-868F-E14E-E79A5B58747D}"/>
                  </a:ext>
                </a:extLst>
              </p14:cNvPr>
              <p14:cNvContentPartPr/>
              <p14:nvPr/>
            </p14:nvContentPartPr>
            <p14:xfrm>
              <a:off x="1542273" y="1315080"/>
              <a:ext cx="16560" cy="1908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37B7DC91-7A62-868F-E14E-E79A5B58747D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1533464" y="1306080"/>
                <a:ext cx="33825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0467C48B-5C44-241F-FEDC-0F4015445F60}"/>
                  </a:ext>
                </a:extLst>
              </p14:cNvPr>
              <p14:cNvContentPartPr/>
              <p14:nvPr/>
            </p14:nvContentPartPr>
            <p14:xfrm>
              <a:off x="1529673" y="1553760"/>
              <a:ext cx="17280" cy="3348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0467C48B-5C44-241F-FEDC-0F4015445F60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1520673" y="1544662"/>
                <a:ext cx="34920" cy="513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674A6C85-B90C-4837-6818-56B543CADD34}"/>
                  </a:ext>
                </a:extLst>
              </p14:cNvPr>
              <p14:cNvContentPartPr/>
              <p14:nvPr/>
            </p14:nvContentPartPr>
            <p14:xfrm>
              <a:off x="1476753" y="1646280"/>
              <a:ext cx="5400" cy="684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674A6C85-B90C-4837-6818-56B543CADD34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1467753" y="1637280"/>
                <a:ext cx="2304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CECFCE15-C6A5-A720-395D-E985FA1BE79F}"/>
                  </a:ext>
                </a:extLst>
              </p14:cNvPr>
              <p14:cNvContentPartPr/>
              <p14:nvPr/>
            </p14:nvContentPartPr>
            <p14:xfrm>
              <a:off x="1519593" y="1671120"/>
              <a:ext cx="30600" cy="612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CECFCE15-C6A5-A720-395D-E985FA1BE79F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1510593" y="1662620"/>
                <a:ext cx="48240" cy="227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268F8C1E-4A10-62C5-50F9-1681057877AD}"/>
                  </a:ext>
                </a:extLst>
              </p14:cNvPr>
              <p14:cNvContentPartPr/>
              <p14:nvPr/>
            </p14:nvContentPartPr>
            <p14:xfrm>
              <a:off x="1633353" y="1715040"/>
              <a:ext cx="14760" cy="576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268F8C1E-4A10-62C5-50F9-1681057877A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24353" y="1706040"/>
                <a:ext cx="3240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1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A439A780-DBF1-CC23-1654-8B0207A55111}"/>
                  </a:ext>
                </a:extLst>
              </p14:cNvPr>
              <p14:cNvContentPartPr/>
              <p14:nvPr/>
            </p14:nvContentPartPr>
            <p14:xfrm>
              <a:off x="1760073" y="1524960"/>
              <a:ext cx="16200" cy="4968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A439A780-DBF1-CC23-1654-8B0207A55111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1750868" y="1516025"/>
                <a:ext cx="34241" cy="671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3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02F8D322-317E-68C3-BD40-F0EB1A735A16}"/>
                  </a:ext>
                </a:extLst>
              </p14:cNvPr>
              <p14:cNvContentPartPr/>
              <p14:nvPr/>
            </p14:nvContentPartPr>
            <p14:xfrm>
              <a:off x="1771953" y="1484280"/>
              <a:ext cx="16560" cy="756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02F8D322-317E-68C3-BD40-F0EB1A735A16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1762953" y="1475280"/>
                <a:ext cx="3420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5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D9D74BB5-9B9B-AB60-0852-DFBCE8D74A6B}"/>
                  </a:ext>
                </a:extLst>
              </p14:cNvPr>
              <p14:cNvContentPartPr/>
              <p14:nvPr/>
            </p14:nvContentPartPr>
            <p14:xfrm>
              <a:off x="1599873" y="1493640"/>
              <a:ext cx="10440" cy="216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D9D74BB5-9B9B-AB60-0852-DFBCE8D74A6B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1590873" y="1484640"/>
                <a:ext cx="2808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D436BEF1-1DF4-84A7-8B46-FC4F45CB8231}"/>
                  </a:ext>
                </a:extLst>
              </p14:cNvPr>
              <p14:cNvContentPartPr/>
              <p14:nvPr/>
            </p14:nvContentPartPr>
            <p14:xfrm>
              <a:off x="1645233" y="1429920"/>
              <a:ext cx="11520" cy="1260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D436BEF1-1DF4-84A7-8B46-FC4F45CB8231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1636506" y="1420920"/>
                <a:ext cx="28625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7C5BFCBF-E51F-E2B2-1F3D-B92361FB8F25}"/>
                  </a:ext>
                </a:extLst>
              </p14:cNvPr>
              <p14:cNvContentPartPr/>
              <p14:nvPr/>
            </p14:nvContentPartPr>
            <p14:xfrm>
              <a:off x="1478553" y="1854360"/>
              <a:ext cx="10440" cy="1260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7C5BFCBF-E51F-E2B2-1F3D-B92361FB8F25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1469553" y="1845360"/>
                <a:ext cx="2808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55078417-81D8-75E2-1CA3-46DC818DCE45}"/>
                  </a:ext>
                </a:extLst>
              </p14:cNvPr>
              <p14:cNvContentPartPr/>
              <p14:nvPr/>
            </p14:nvContentPartPr>
            <p14:xfrm>
              <a:off x="1577193" y="1855800"/>
              <a:ext cx="18720" cy="1728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55078417-81D8-75E2-1CA3-46DC818DCE45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1568193" y="1846800"/>
                <a:ext cx="3636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D0263226-A6B1-44CF-8E5B-298685029985}"/>
                  </a:ext>
                </a:extLst>
              </p14:cNvPr>
              <p14:cNvContentPartPr/>
              <p14:nvPr/>
            </p14:nvContentPartPr>
            <p14:xfrm>
              <a:off x="1707513" y="1757160"/>
              <a:ext cx="30600" cy="3024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D0263226-A6B1-44CF-8E5B-298685029985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1698513" y="1748266"/>
                <a:ext cx="48240" cy="476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0C5F7B31-C406-EDCB-155C-E908098F4BA2}"/>
                  </a:ext>
                </a:extLst>
              </p14:cNvPr>
              <p14:cNvContentPartPr/>
              <p14:nvPr/>
            </p14:nvContentPartPr>
            <p14:xfrm>
              <a:off x="1820553" y="1677600"/>
              <a:ext cx="25560" cy="3024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0C5F7B31-C406-EDCB-155C-E908098F4BA2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1811553" y="1668706"/>
                <a:ext cx="43200" cy="476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020A9206-CC89-3187-4640-89798E2D2D58}"/>
                  </a:ext>
                </a:extLst>
              </p14:cNvPr>
              <p14:cNvContentPartPr/>
              <p14:nvPr/>
            </p14:nvContentPartPr>
            <p14:xfrm>
              <a:off x="1913433" y="1477800"/>
              <a:ext cx="1080" cy="3672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020A9206-CC89-3187-4640-89798E2D2D58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1899933" y="1468887"/>
                <a:ext cx="27540" cy="541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741BB70F-2844-7500-F327-FD1A9F7669D4}"/>
                  </a:ext>
                </a:extLst>
              </p14:cNvPr>
              <p14:cNvContentPartPr/>
              <p14:nvPr/>
            </p14:nvContentPartPr>
            <p14:xfrm>
              <a:off x="1879593" y="1364040"/>
              <a:ext cx="18000" cy="2160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741BB70F-2844-7500-F327-FD1A9F7669D4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1870593" y="1355040"/>
                <a:ext cx="3564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9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2303154D-535D-97BC-A239-F23BDA3D56DD}"/>
                  </a:ext>
                </a:extLst>
              </p14:cNvPr>
              <p14:cNvContentPartPr/>
              <p14:nvPr/>
            </p14:nvContentPartPr>
            <p14:xfrm>
              <a:off x="1788513" y="1316880"/>
              <a:ext cx="37440" cy="1260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2303154D-535D-97BC-A239-F23BDA3D56DD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1779513" y="1307880"/>
                <a:ext cx="5508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1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6635E694-AB40-C90A-E60E-C28BE9D2CA09}"/>
                  </a:ext>
                </a:extLst>
              </p14:cNvPr>
              <p14:cNvContentPartPr/>
              <p14:nvPr/>
            </p14:nvContentPartPr>
            <p14:xfrm>
              <a:off x="1693473" y="1296360"/>
              <a:ext cx="35640" cy="612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6635E694-AB40-C90A-E60E-C28BE9D2CA09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1684473" y="1287360"/>
                <a:ext cx="5328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3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0C0EDE32-6FB6-1623-AB5A-9474F07E1CA9}"/>
                  </a:ext>
                </a:extLst>
              </p14:cNvPr>
              <p14:cNvContentPartPr/>
              <p14:nvPr/>
            </p14:nvContentPartPr>
            <p14:xfrm>
              <a:off x="1593033" y="1272960"/>
              <a:ext cx="51120" cy="1404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0C0EDE32-6FB6-1623-AB5A-9474F07E1CA9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1584033" y="1263960"/>
                <a:ext cx="6876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5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560ACB35-0395-2EC4-E9B6-691EAA035620}"/>
                  </a:ext>
                </a:extLst>
              </p14:cNvPr>
              <p14:cNvContentPartPr/>
              <p14:nvPr/>
            </p14:nvContentPartPr>
            <p14:xfrm>
              <a:off x="1387473" y="1596240"/>
              <a:ext cx="10440" cy="1728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560ACB35-0395-2EC4-E9B6-691EAA035620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1378473" y="1587424"/>
                <a:ext cx="2808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7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C028BCEA-75C8-DB82-72BF-0D5ED115E094}"/>
                  </a:ext>
                </a:extLst>
              </p14:cNvPr>
              <p14:cNvContentPartPr/>
              <p14:nvPr/>
            </p14:nvContentPartPr>
            <p14:xfrm>
              <a:off x="1400793" y="1728720"/>
              <a:ext cx="9000" cy="324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C028BCEA-75C8-DB82-72BF-0D5ED115E094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1392139" y="1719720"/>
                <a:ext cx="25962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9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A150538A-A8B0-9641-CB14-B00AD76CF618}"/>
                  </a:ext>
                </a:extLst>
              </p14:cNvPr>
              <p14:cNvContentPartPr/>
              <p14:nvPr/>
            </p14:nvContentPartPr>
            <p14:xfrm>
              <a:off x="1329153" y="1948320"/>
              <a:ext cx="21240" cy="1260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A150538A-A8B0-9641-CB14-B00AD76CF618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1320153" y="1939320"/>
                <a:ext cx="3888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1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9ACE30E9-9CCE-B08D-366A-6B61ED07EB5B}"/>
                  </a:ext>
                </a:extLst>
              </p14:cNvPr>
              <p14:cNvContentPartPr/>
              <p14:nvPr/>
            </p14:nvContentPartPr>
            <p14:xfrm>
              <a:off x="1429593" y="1993320"/>
              <a:ext cx="45000" cy="612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9ACE30E9-9CCE-B08D-366A-6B61ED07EB5B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1420593" y="1984820"/>
                <a:ext cx="62640" cy="227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3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EDDCFD82-BEB0-5CFB-C65B-49C6871130A7}"/>
                  </a:ext>
                </a:extLst>
              </p14:cNvPr>
              <p14:cNvContentPartPr/>
              <p14:nvPr/>
            </p14:nvContentPartPr>
            <p14:xfrm>
              <a:off x="1621473" y="1962720"/>
              <a:ext cx="17280" cy="1728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EDDCFD82-BEB0-5CFB-C65B-49C6871130A7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1612473" y="1953904"/>
                <a:ext cx="3492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5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FDB5B192-60E5-3915-8258-E457A5DC2E33}"/>
                  </a:ext>
                </a:extLst>
              </p14:cNvPr>
              <p14:cNvContentPartPr/>
              <p14:nvPr/>
            </p14:nvContentPartPr>
            <p14:xfrm>
              <a:off x="1683393" y="1882440"/>
              <a:ext cx="9000" cy="3636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FDB5B192-60E5-3915-8258-E457A5DC2E33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1674393" y="1873350"/>
                <a:ext cx="26640" cy="541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7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86B50863-0478-C67A-8AE9-4C95290398BE}"/>
                  </a:ext>
                </a:extLst>
              </p14:cNvPr>
              <p14:cNvContentPartPr/>
              <p14:nvPr/>
            </p14:nvContentPartPr>
            <p14:xfrm>
              <a:off x="1616793" y="1830600"/>
              <a:ext cx="11160" cy="1512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86B50863-0478-C67A-8AE9-4C95290398BE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1607793" y="1821600"/>
                <a:ext cx="2880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9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8128C665-964D-A2AA-3A4B-54DCB9708280}"/>
                  </a:ext>
                </a:extLst>
              </p14:cNvPr>
              <p14:cNvContentPartPr/>
              <p14:nvPr/>
            </p14:nvContentPartPr>
            <p14:xfrm>
              <a:off x="1656393" y="1916640"/>
              <a:ext cx="9000" cy="288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8128C665-964D-A2AA-3A4B-54DCB9708280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1647393" y="1907640"/>
                <a:ext cx="2664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1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60BA4A5F-5081-E30C-85F0-911664908367}"/>
                  </a:ext>
                </a:extLst>
              </p14:cNvPr>
              <p14:cNvContentPartPr/>
              <p14:nvPr/>
            </p14:nvContentPartPr>
            <p14:xfrm>
              <a:off x="1831713" y="1802520"/>
              <a:ext cx="17280" cy="576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60BA4A5F-5081-E30C-85F0-911664908367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822713" y="1793520"/>
                <a:ext cx="3492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B0F69747-00A1-75AC-6482-E4FD0706474D}"/>
                  </a:ext>
                </a:extLst>
              </p14:cNvPr>
              <p14:cNvContentPartPr/>
              <p14:nvPr/>
            </p14:nvContentPartPr>
            <p14:xfrm>
              <a:off x="1919193" y="1642680"/>
              <a:ext cx="16200" cy="3096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B0F69747-00A1-75AC-6482-E4FD0706474D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1910193" y="1633680"/>
                <a:ext cx="3384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EB626D7E-2E91-4CB1-5B48-F96CCD46EB16}"/>
                  </a:ext>
                </a:extLst>
              </p14:cNvPr>
              <p14:cNvContentPartPr/>
              <p14:nvPr/>
            </p14:nvContentPartPr>
            <p14:xfrm>
              <a:off x="1836753" y="1847160"/>
              <a:ext cx="2880" cy="936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EB626D7E-2E91-4CB1-5B48-F96CCD46EB16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1827753" y="1838160"/>
                <a:ext cx="2052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5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BDBED67D-1B31-899B-609C-7BDC22589CD3}"/>
                  </a:ext>
                </a:extLst>
              </p14:cNvPr>
              <p14:cNvContentPartPr/>
              <p14:nvPr/>
            </p14:nvContentPartPr>
            <p14:xfrm>
              <a:off x="1920273" y="1783440"/>
              <a:ext cx="36720" cy="3636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BDBED67D-1B31-899B-609C-7BDC22589CD3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1911273" y="1774440"/>
                <a:ext cx="5436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7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57AE4EFF-92B4-B6B3-6274-B6E2B26979D0}"/>
                  </a:ext>
                </a:extLst>
              </p14:cNvPr>
              <p14:cNvContentPartPr/>
              <p14:nvPr/>
            </p14:nvContentPartPr>
            <p14:xfrm>
              <a:off x="1471353" y="1594080"/>
              <a:ext cx="65160" cy="8712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57AE4EFF-92B4-B6B3-6274-B6E2B26979D0}"/>
                  </a:ext>
                </a:extLst>
              </p:cNvPr>
              <p:cNvPicPr/>
              <p:nvPr/>
            </p:nvPicPr>
            <p:blipFill>
              <a:blip r:embed="rId288"/>
              <a:stretch>
                <a:fillRect/>
              </a:stretch>
            </p:blipFill>
            <p:spPr>
              <a:xfrm>
                <a:off x="1462353" y="1585043"/>
                <a:ext cx="82800" cy="1048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9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25C065E4-EB3E-EFDF-EE3F-0F5EA09F0F52}"/>
                  </a:ext>
                </a:extLst>
              </p14:cNvPr>
              <p14:cNvContentPartPr/>
              <p14:nvPr/>
            </p14:nvContentPartPr>
            <p14:xfrm>
              <a:off x="1542273" y="2856960"/>
              <a:ext cx="60480" cy="6876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25C065E4-EB3E-EFDF-EE3F-0F5EA09F0F52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1533273" y="2847960"/>
                <a:ext cx="7812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1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9BC4C6CF-A242-D224-C95D-D5489F318641}"/>
                  </a:ext>
                </a:extLst>
              </p14:cNvPr>
              <p14:cNvContentPartPr/>
              <p14:nvPr/>
            </p14:nvContentPartPr>
            <p14:xfrm>
              <a:off x="3762033" y="1607400"/>
              <a:ext cx="71280" cy="8460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9BC4C6CF-A242-D224-C95D-D5489F318641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3753033" y="1598400"/>
                <a:ext cx="8892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3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5356262D-4DC5-1981-67F8-6A89F52551CE}"/>
                  </a:ext>
                </a:extLst>
              </p14:cNvPr>
              <p14:cNvContentPartPr/>
              <p14:nvPr/>
            </p14:nvContentPartPr>
            <p14:xfrm>
              <a:off x="3913593" y="2805480"/>
              <a:ext cx="84600" cy="6840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5356262D-4DC5-1981-67F8-6A89F52551CE}"/>
                  </a:ext>
                </a:extLst>
              </p:cNvPr>
              <p:cNvPicPr/>
              <p:nvPr/>
            </p:nvPicPr>
            <p:blipFill>
              <a:blip r:embed="rId294"/>
              <a:stretch>
                <a:fillRect/>
              </a:stretch>
            </p:blipFill>
            <p:spPr>
              <a:xfrm>
                <a:off x="3904555" y="2796480"/>
                <a:ext cx="102315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5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068C1F37-30A6-20CA-850C-C4B52B5C88D8}"/>
                  </a:ext>
                </a:extLst>
              </p14:cNvPr>
              <p14:cNvContentPartPr/>
              <p14:nvPr/>
            </p14:nvContentPartPr>
            <p14:xfrm>
              <a:off x="1376313" y="1392840"/>
              <a:ext cx="126720" cy="15480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068C1F37-30A6-20CA-850C-C4B52B5C88D8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1367313" y="1383840"/>
                <a:ext cx="14436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7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3D3E3D73-45DA-CEF5-D9B6-9AF7D09C3FD1}"/>
                  </a:ext>
                </a:extLst>
              </p14:cNvPr>
              <p14:cNvContentPartPr/>
              <p14:nvPr/>
            </p14:nvContentPartPr>
            <p14:xfrm>
              <a:off x="1519593" y="1449720"/>
              <a:ext cx="85680" cy="15300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3D3E3D73-45DA-CEF5-D9B6-9AF7D09C3FD1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1510593" y="1440720"/>
                <a:ext cx="10332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9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B00885F0-57F1-C7B5-3008-31B27FA04D98}"/>
                  </a:ext>
                </a:extLst>
              </p14:cNvPr>
              <p14:cNvContentPartPr/>
              <p14:nvPr/>
            </p14:nvContentPartPr>
            <p14:xfrm>
              <a:off x="1605633" y="2596680"/>
              <a:ext cx="100440" cy="12996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B00885F0-57F1-C7B5-3008-31B27FA04D98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1596665" y="2587655"/>
                <a:ext cx="118017" cy="1476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1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230BE25D-F6D2-FFC6-2DDC-9A1E3C991A7E}"/>
                  </a:ext>
                </a:extLst>
              </p14:cNvPr>
              <p14:cNvContentPartPr/>
              <p14:nvPr/>
            </p14:nvContentPartPr>
            <p14:xfrm>
              <a:off x="1717953" y="2697480"/>
              <a:ext cx="224280" cy="14364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230BE25D-F6D2-FFC6-2DDC-9A1E3C991A7E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1708953" y="2688457"/>
                <a:ext cx="241920" cy="1613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3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8D50CB68-3804-5849-DBA2-7EFED84654E1}"/>
                  </a:ext>
                </a:extLst>
              </p14:cNvPr>
              <p14:cNvContentPartPr/>
              <p14:nvPr/>
            </p14:nvContentPartPr>
            <p14:xfrm>
              <a:off x="3851673" y="1479240"/>
              <a:ext cx="92520" cy="13032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8D50CB68-3804-5849-DBA2-7EFED84654E1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3842673" y="1470240"/>
                <a:ext cx="11016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5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C04F32DA-74CF-C571-3230-CAA235653033}"/>
                  </a:ext>
                </a:extLst>
              </p14:cNvPr>
              <p14:cNvContentPartPr/>
              <p14:nvPr/>
            </p14:nvContentPartPr>
            <p14:xfrm>
              <a:off x="3958953" y="1578600"/>
              <a:ext cx="97920" cy="15948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C04F32DA-74CF-C571-3230-CAA235653033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3949953" y="1569600"/>
                <a:ext cx="11556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7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482C5562-F803-8662-760F-0D1134EACC06}"/>
                  </a:ext>
                </a:extLst>
              </p14:cNvPr>
              <p14:cNvContentPartPr/>
              <p14:nvPr/>
            </p14:nvContentPartPr>
            <p14:xfrm>
              <a:off x="4084593" y="2679840"/>
              <a:ext cx="81360" cy="15840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482C5562-F803-8662-760F-0D1134EACC06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4075593" y="2670840"/>
                <a:ext cx="9900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9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2F266123-E22F-D699-7282-CE8AF21EFA90}"/>
                  </a:ext>
                </a:extLst>
              </p14:cNvPr>
              <p14:cNvContentPartPr/>
              <p14:nvPr/>
            </p14:nvContentPartPr>
            <p14:xfrm>
              <a:off x="4199433" y="2810160"/>
              <a:ext cx="75600" cy="25236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2F266123-E22F-D699-7282-CE8AF21EFA90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4190433" y="2801160"/>
                <a:ext cx="9324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1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1A6A40BB-6C49-6843-6F10-4F453B52AA1D}"/>
                  </a:ext>
                </a:extLst>
              </p14:cNvPr>
              <p14:cNvContentPartPr/>
              <p14:nvPr/>
            </p14:nvContentPartPr>
            <p14:xfrm>
              <a:off x="5527440" y="2054324"/>
              <a:ext cx="4680" cy="684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1A6A40BB-6C49-6843-6F10-4F453B52AA1D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5518440" y="2045684"/>
                <a:ext cx="2232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3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79A1385D-F0E8-59A1-EAC1-1F4805329E40}"/>
                  </a:ext>
                </a:extLst>
              </p14:cNvPr>
              <p14:cNvContentPartPr/>
              <p14:nvPr/>
            </p14:nvContentPartPr>
            <p14:xfrm>
              <a:off x="6488640" y="1478684"/>
              <a:ext cx="4320" cy="1584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79A1385D-F0E8-59A1-EAC1-1F4805329E4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479640" y="1470044"/>
                <a:ext cx="21960" cy="33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7" name="Group 186">
            <a:extLst>
              <a:ext uri="{FF2B5EF4-FFF2-40B4-BE49-F238E27FC236}">
                <a16:creationId xmlns:a16="http://schemas.microsoft.com/office/drawing/2014/main" id="{7CBAB6EE-E2AF-4258-B1E8-860D577A9A5C}"/>
              </a:ext>
            </a:extLst>
          </p:cNvPr>
          <p:cNvGrpSpPr/>
          <p:nvPr/>
        </p:nvGrpSpPr>
        <p:grpSpPr>
          <a:xfrm>
            <a:off x="5840280" y="620084"/>
            <a:ext cx="755280" cy="340200"/>
            <a:chOff x="5840280" y="620084"/>
            <a:chExt cx="755280" cy="34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998AE3F2-67F8-D2AB-0068-68404996B70E}"/>
                    </a:ext>
                  </a:extLst>
                </p14:cNvPr>
                <p14:cNvContentPartPr/>
                <p14:nvPr/>
              </p14:nvContentPartPr>
              <p14:xfrm>
                <a:off x="6010920" y="622244"/>
                <a:ext cx="20520" cy="3308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998AE3F2-67F8-D2AB-0068-68404996B70E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002280" y="613604"/>
                  <a:ext cx="3816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CD95BCCB-BCDE-0972-AEF9-2E087C5AEFD4}"/>
                    </a:ext>
                  </a:extLst>
                </p14:cNvPr>
                <p14:cNvContentPartPr/>
                <p14:nvPr/>
              </p14:nvContentPartPr>
              <p14:xfrm>
                <a:off x="5840280" y="620084"/>
                <a:ext cx="380880" cy="3402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CD95BCCB-BCDE-0972-AEF9-2E087C5AEFD4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5831640" y="611444"/>
                  <a:ext cx="39852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85BCD9BE-95BE-DE43-62C7-5CB7939F2746}"/>
                    </a:ext>
                  </a:extLst>
                </p14:cNvPr>
                <p14:cNvContentPartPr/>
                <p14:nvPr/>
              </p14:nvContentPartPr>
              <p14:xfrm>
                <a:off x="6282000" y="810524"/>
                <a:ext cx="58680" cy="1069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5BCD9BE-95BE-DE43-62C7-5CB7939F274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273360" y="801524"/>
                  <a:ext cx="763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9F9DED08-006B-01F9-D5E4-D8B65E3C061F}"/>
                    </a:ext>
                  </a:extLst>
                </p14:cNvPr>
                <p14:cNvContentPartPr/>
                <p14:nvPr/>
              </p14:nvContentPartPr>
              <p14:xfrm>
                <a:off x="6401520" y="792164"/>
                <a:ext cx="194040" cy="1058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9F9DED08-006B-01F9-D5E4-D8B65E3C061F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392520" y="783524"/>
                  <a:ext cx="21168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97F36C28-B729-3E4B-5203-CFFFDEC8455F}"/>
              </a:ext>
            </a:extLst>
          </p:cNvPr>
          <p:cNvGrpSpPr/>
          <p:nvPr/>
        </p:nvGrpSpPr>
        <p:grpSpPr>
          <a:xfrm>
            <a:off x="6900120" y="804404"/>
            <a:ext cx="699120" cy="331920"/>
            <a:chOff x="6900120" y="804404"/>
            <a:chExt cx="699120" cy="33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CF598F27-3C17-7DFD-AB16-2A901D89EAA3}"/>
                    </a:ext>
                  </a:extLst>
                </p14:cNvPr>
                <p14:cNvContentPartPr/>
                <p14:nvPr/>
              </p14:nvContentPartPr>
              <p14:xfrm>
                <a:off x="6900120" y="817004"/>
                <a:ext cx="359280" cy="993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CF598F27-3C17-7DFD-AB16-2A901D89EAA3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891480" y="808364"/>
                  <a:ext cx="3769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1181D97-7BE6-6902-565A-30ECCD831F33}"/>
                    </a:ext>
                  </a:extLst>
                </p14:cNvPr>
                <p14:cNvContentPartPr/>
                <p14:nvPr/>
              </p14:nvContentPartPr>
              <p14:xfrm>
                <a:off x="7303680" y="804404"/>
                <a:ext cx="295560" cy="3319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1181D97-7BE6-6902-565A-30ECCD831F33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295040" y="795764"/>
                  <a:ext cx="313200" cy="34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86835D63-AF05-78ED-9B06-6EAA51774654}"/>
              </a:ext>
            </a:extLst>
          </p:cNvPr>
          <p:cNvGrpSpPr/>
          <p:nvPr/>
        </p:nvGrpSpPr>
        <p:grpSpPr>
          <a:xfrm>
            <a:off x="8020080" y="585164"/>
            <a:ext cx="1009440" cy="403560"/>
            <a:chOff x="8020080" y="585164"/>
            <a:chExt cx="1009440" cy="40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D5DB16F5-DEA8-CB30-1BED-06B2C3299B10}"/>
                    </a:ext>
                  </a:extLst>
                </p14:cNvPr>
                <p14:cNvContentPartPr/>
                <p14:nvPr/>
              </p14:nvContentPartPr>
              <p14:xfrm>
                <a:off x="8020080" y="585164"/>
                <a:ext cx="223920" cy="3963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D5DB16F5-DEA8-CB30-1BED-06B2C3299B10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011440" y="576164"/>
                  <a:ext cx="24156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183EDB4-6E0A-D933-5550-6E928C7DB7F3}"/>
                    </a:ext>
                  </a:extLst>
                </p14:cNvPr>
                <p14:cNvContentPartPr/>
                <p14:nvPr/>
              </p14:nvContentPartPr>
              <p14:xfrm>
                <a:off x="8141760" y="820964"/>
                <a:ext cx="119160" cy="345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183EDB4-6E0A-D933-5550-6E928C7DB7F3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133120" y="812324"/>
                  <a:ext cx="1368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382FC74-F199-D062-2376-69307CC213D4}"/>
                    </a:ext>
                  </a:extLst>
                </p14:cNvPr>
                <p14:cNvContentPartPr/>
                <p14:nvPr/>
              </p14:nvContentPartPr>
              <p14:xfrm>
                <a:off x="8290080" y="785684"/>
                <a:ext cx="231120" cy="1029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382FC74-F199-D062-2376-69307CC213D4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281440" y="776684"/>
                  <a:ext cx="2487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880B5F04-D9C9-907E-2ACB-5A293011C6C0}"/>
                    </a:ext>
                  </a:extLst>
                </p14:cNvPr>
                <p14:cNvContentPartPr/>
                <p14:nvPr/>
              </p14:nvContentPartPr>
              <p14:xfrm>
                <a:off x="8576640" y="749324"/>
                <a:ext cx="268560" cy="2394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880B5F04-D9C9-907E-2ACB-5A293011C6C0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568000" y="740324"/>
                  <a:ext cx="28620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414A4A21-1DB4-F08F-68B9-D4811D2F4CFE}"/>
                    </a:ext>
                  </a:extLst>
                </p14:cNvPr>
                <p14:cNvContentPartPr/>
                <p14:nvPr/>
              </p14:nvContentPartPr>
              <p14:xfrm>
                <a:off x="8825400" y="768764"/>
                <a:ext cx="93960" cy="1051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414A4A21-1DB4-F08F-68B9-D4811D2F4CFE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816400" y="759764"/>
                  <a:ext cx="1116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E463F485-492C-B46C-A8A7-C57013AB9F50}"/>
                    </a:ext>
                  </a:extLst>
                </p14:cNvPr>
                <p14:cNvContentPartPr/>
                <p14:nvPr/>
              </p14:nvContentPartPr>
              <p14:xfrm>
                <a:off x="8973360" y="749684"/>
                <a:ext cx="56160" cy="1440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E463F485-492C-B46C-A8A7-C57013AB9F50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964360" y="741044"/>
                  <a:ext cx="73800" cy="16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9411A10B-608F-86EA-6729-F7226F4E1FFC}"/>
              </a:ext>
            </a:extLst>
          </p:cNvPr>
          <p:cNvGrpSpPr/>
          <p:nvPr/>
        </p:nvGrpSpPr>
        <p:grpSpPr>
          <a:xfrm>
            <a:off x="9534240" y="736004"/>
            <a:ext cx="522000" cy="128520"/>
            <a:chOff x="9534240" y="736004"/>
            <a:chExt cx="522000" cy="12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A091660-DFED-1FFB-11A0-860A43EE0031}"/>
                    </a:ext>
                  </a:extLst>
                </p14:cNvPr>
                <p14:cNvContentPartPr/>
                <p14:nvPr/>
              </p14:nvContentPartPr>
              <p14:xfrm>
                <a:off x="9534240" y="737084"/>
                <a:ext cx="110880" cy="1245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A091660-DFED-1FFB-11A0-860A43EE0031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525600" y="728084"/>
                  <a:ext cx="1285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2CC3F5EA-26B8-B46B-2AA4-94F0EBAAF097}"/>
                    </a:ext>
                  </a:extLst>
                </p14:cNvPr>
                <p14:cNvContentPartPr/>
                <p14:nvPr/>
              </p14:nvContentPartPr>
              <p14:xfrm>
                <a:off x="9691920" y="736004"/>
                <a:ext cx="364320" cy="1285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2CC3F5EA-26B8-B46B-2AA4-94F0EBAAF097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683280" y="727364"/>
                  <a:ext cx="381960" cy="14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9947463E-8301-F155-F6B6-DB95168BAEB2}"/>
              </a:ext>
            </a:extLst>
          </p:cNvPr>
          <p:cNvGrpSpPr/>
          <p:nvPr/>
        </p:nvGrpSpPr>
        <p:grpSpPr>
          <a:xfrm>
            <a:off x="10421640" y="499844"/>
            <a:ext cx="980280" cy="507600"/>
            <a:chOff x="10421640" y="499844"/>
            <a:chExt cx="980280" cy="50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CFF3A4A0-0960-EB63-8FAE-1BDB639B842B}"/>
                    </a:ext>
                  </a:extLst>
                </p14:cNvPr>
                <p14:cNvContentPartPr/>
                <p14:nvPr/>
              </p14:nvContentPartPr>
              <p14:xfrm>
                <a:off x="10421640" y="499844"/>
                <a:ext cx="492840" cy="3470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CFF3A4A0-0960-EB63-8FAE-1BDB639B842B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412640" y="491204"/>
                  <a:ext cx="51048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A9FF72A8-9471-0E9E-B3D9-5D2B51FC24E3}"/>
                    </a:ext>
                  </a:extLst>
                </p14:cNvPr>
                <p14:cNvContentPartPr/>
                <p14:nvPr/>
              </p14:nvContentPartPr>
              <p14:xfrm>
                <a:off x="11005200" y="611444"/>
                <a:ext cx="75600" cy="2199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A9FF72A8-9471-0E9E-B3D9-5D2B51FC24E3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0996560" y="602444"/>
                  <a:ext cx="932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2F4049F8-D46A-512A-E3AF-DC2EBE7CD9A7}"/>
                    </a:ext>
                  </a:extLst>
                </p14:cNvPr>
                <p14:cNvContentPartPr/>
                <p14:nvPr/>
              </p14:nvContentPartPr>
              <p14:xfrm>
                <a:off x="10969560" y="706124"/>
                <a:ext cx="134280" cy="428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2F4049F8-D46A-512A-E3AF-DC2EBE7CD9A7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0960560" y="697124"/>
                  <a:ext cx="1519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70719FD2-A3F1-18A0-8101-53415436D9FD}"/>
                    </a:ext>
                  </a:extLst>
                </p14:cNvPr>
                <p14:cNvContentPartPr/>
                <p14:nvPr/>
              </p14:nvContentPartPr>
              <p14:xfrm>
                <a:off x="11241720" y="608924"/>
                <a:ext cx="160200" cy="3985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70719FD2-A3F1-18A0-8101-53415436D9FD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1233080" y="599924"/>
                  <a:ext cx="177840" cy="41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08E779D7-AEB1-4564-BA8D-3EF417957A5C}"/>
              </a:ext>
            </a:extLst>
          </p:cNvPr>
          <p:cNvGrpSpPr/>
          <p:nvPr/>
        </p:nvGrpSpPr>
        <p:grpSpPr>
          <a:xfrm>
            <a:off x="6058440" y="1441244"/>
            <a:ext cx="351720" cy="271440"/>
            <a:chOff x="6058440" y="1441244"/>
            <a:chExt cx="351720" cy="27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D752F6C-4A76-5FA4-A51C-E0EAAB205714}"/>
                    </a:ext>
                  </a:extLst>
                </p14:cNvPr>
                <p14:cNvContentPartPr/>
                <p14:nvPr/>
              </p14:nvContentPartPr>
              <p14:xfrm>
                <a:off x="6075720" y="1441244"/>
                <a:ext cx="259560" cy="1296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D752F6C-4A76-5FA4-A51C-E0EAAB205714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6067080" y="1432244"/>
                  <a:ext cx="2772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78146395-6156-157C-378C-8BA231A763F3}"/>
                    </a:ext>
                  </a:extLst>
                </p14:cNvPr>
                <p14:cNvContentPartPr/>
                <p14:nvPr/>
              </p14:nvContentPartPr>
              <p14:xfrm>
                <a:off x="6058440" y="1659404"/>
                <a:ext cx="351720" cy="532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78146395-6156-157C-378C-8BA231A763F3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049440" y="1650404"/>
                  <a:ext cx="369360" cy="7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1E01417B-B690-8222-6520-1793B2A1D245}"/>
              </a:ext>
            </a:extLst>
          </p:cNvPr>
          <p:cNvGrpSpPr/>
          <p:nvPr/>
        </p:nvGrpSpPr>
        <p:grpSpPr>
          <a:xfrm>
            <a:off x="6103440" y="1897724"/>
            <a:ext cx="967320" cy="228600"/>
            <a:chOff x="6103440" y="1897724"/>
            <a:chExt cx="967320" cy="22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358B94A7-F201-CCE2-43C4-E95D4C558EC8}"/>
                    </a:ext>
                  </a:extLst>
                </p14:cNvPr>
                <p14:cNvContentPartPr/>
                <p14:nvPr/>
              </p14:nvContentPartPr>
              <p14:xfrm>
                <a:off x="6103440" y="1897724"/>
                <a:ext cx="66240" cy="2102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358B94A7-F201-CCE2-43C4-E95D4C558EC8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094800" y="1889084"/>
                  <a:ext cx="838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D74DA186-992E-8522-B474-F2B959119971}"/>
                    </a:ext>
                  </a:extLst>
                </p14:cNvPr>
                <p14:cNvContentPartPr/>
                <p14:nvPr/>
              </p14:nvContentPartPr>
              <p14:xfrm>
                <a:off x="6163560" y="1965404"/>
                <a:ext cx="261720" cy="1566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D74DA186-992E-8522-B474-F2B959119971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154920" y="1956764"/>
                  <a:ext cx="2793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B7FD46E0-17B4-AF97-8A94-D18884F696D8}"/>
                    </a:ext>
                  </a:extLst>
                </p14:cNvPr>
                <p14:cNvContentPartPr/>
                <p14:nvPr/>
              </p14:nvContentPartPr>
              <p14:xfrm>
                <a:off x="6428520" y="1912484"/>
                <a:ext cx="41040" cy="1965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B7FD46E0-17B4-AF97-8A94-D18884F696D8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419520" y="1903844"/>
                  <a:ext cx="586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9A746671-E064-DB93-F148-7C7C3EF12371}"/>
                    </a:ext>
                  </a:extLst>
                </p14:cNvPr>
                <p14:cNvContentPartPr/>
                <p14:nvPr/>
              </p14:nvContentPartPr>
              <p14:xfrm>
                <a:off x="6544800" y="1910684"/>
                <a:ext cx="462600" cy="2156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9A746671-E064-DB93-F148-7C7C3EF12371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6535800" y="1902044"/>
                  <a:ext cx="4802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93C5CDD1-8943-504D-A963-0BCB19F3C400}"/>
                    </a:ext>
                  </a:extLst>
                </p14:cNvPr>
                <p14:cNvContentPartPr/>
                <p14:nvPr/>
              </p14:nvContentPartPr>
              <p14:xfrm>
                <a:off x="6941520" y="2001404"/>
                <a:ext cx="129240" cy="298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93C5CDD1-8943-504D-A963-0BCB19F3C400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6932880" y="1992764"/>
                  <a:ext cx="146880" cy="4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8FC4DBAD-8D8F-ACA4-3FC9-408C090BA352}"/>
              </a:ext>
            </a:extLst>
          </p:cNvPr>
          <p:cNvGrpSpPr/>
          <p:nvPr/>
        </p:nvGrpSpPr>
        <p:grpSpPr>
          <a:xfrm>
            <a:off x="7376400" y="1967204"/>
            <a:ext cx="311400" cy="231480"/>
            <a:chOff x="7376400" y="1967204"/>
            <a:chExt cx="311400" cy="23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047E0C5E-6945-19E7-8ABE-CAB88BCBB92D}"/>
                    </a:ext>
                  </a:extLst>
                </p14:cNvPr>
                <p14:cNvContentPartPr/>
                <p14:nvPr/>
              </p14:nvContentPartPr>
              <p14:xfrm>
                <a:off x="7424280" y="2063324"/>
                <a:ext cx="41760" cy="900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047E0C5E-6945-19E7-8ABE-CAB88BCBB92D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415640" y="2054684"/>
                  <a:ext cx="594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7B2091C6-BD0F-37D8-7CD6-7D4C71936296}"/>
                    </a:ext>
                  </a:extLst>
                </p14:cNvPr>
                <p14:cNvContentPartPr/>
                <p14:nvPr/>
              </p14:nvContentPartPr>
              <p14:xfrm>
                <a:off x="7376400" y="1967204"/>
                <a:ext cx="125280" cy="813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7B2091C6-BD0F-37D8-7CD6-7D4C71936296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7367760" y="1958564"/>
                  <a:ext cx="1429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A7954FB5-007B-F9B6-785F-DAB52D349DC6}"/>
                    </a:ext>
                  </a:extLst>
                </p14:cNvPr>
                <p14:cNvContentPartPr/>
                <p14:nvPr/>
              </p14:nvContentPartPr>
              <p14:xfrm>
                <a:off x="7567200" y="2036684"/>
                <a:ext cx="120600" cy="1620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A7954FB5-007B-F9B6-785F-DAB52D349DC6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7558560" y="2028044"/>
                  <a:ext cx="138240" cy="17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7CE3A887-CB0B-B976-89F3-45486BE893F7}"/>
              </a:ext>
            </a:extLst>
          </p:cNvPr>
          <p:cNvGrpSpPr/>
          <p:nvPr/>
        </p:nvGrpSpPr>
        <p:grpSpPr>
          <a:xfrm>
            <a:off x="8106120" y="1768844"/>
            <a:ext cx="640080" cy="402120"/>
            <a:chOff x="8106120" y="1768844"/>
            <a:chExt cx="640080" cy="40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2B91E151-8583-1747-7D51-B60231CEA7C3}"/>
                    </a:ext>
                  </a:extLst>
                </p14:cNvPr>
                <p14:cNvContentPartPr/>
                <p14:nvPr/>
              </p14:nvContentPartPr>
              <p14:xfrm>
                <a:off x="8106120" y="1768844"/>
                <a:ext cx="154080" cy="4021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2B91E151-8583-1747-7D51-B60231CEA7C3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097480" y="1759844"/>
                  <a:ext cx="17172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99EA7EB4-BF59-AB4F-E332-E80EBD11C900}"/>
                    </a:ext>
                  </a:extLst>
                </p14:cNvPr>
                <p14:cNvContentPartPr/>
                <p14:nvPr/>
              </p14:nvContentPartPr>
              <p14:xfrm>
                <a:off x="8308440" y="2011124"/>
                <a:ext cx="275040" cy="1479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99EA7EB4-BF59-AB4F-E332-E80EBD11C900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299440" y="2002124"/>
                  <a:ext cx="2926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4208AF2F-1C31-B9D4-F7F1-E0BBDD07A64B}"/>
                    </a:ext>
                  </a:extLst>
                </p14:cNvPr>
                <p14:cNvContentPartPr/>
                <p14:nvPr/>
              </p14:nvContentPartPr>
              <p14:xfrm>
                <a:off x="8651520" y="1913564"/>
                <a:ext cx="55800" cy="2181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4208AF2F-1C31-B9D4-F7F1-E0BBDD07A64B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642520" y="1904924"/>
                  <a:ext cx="734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63DCFEFD-46D5-164E-2F44-9B9446DCD0EE}"/>
                    </a:ext>
                  </a:extLst>
                </p14:cNvPr>
                <p14:cNvContentPartPr/>
                <p14:nvPr/>
              </p14:nvContentPartPr>
              <p14:xfrm>
                <a:off x="8667360" y="2027324"/>
                <a:ext cx="78840" cy="522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63DCFEFD-46D5-164E-2F44-9B9446DCD0EE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658360" y="2018684"/>
                  <a:ext cx="96480" cy="6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11B41DDE-40A1-FAFF-F9DA-8320255BEF69}"/>
              </a:ext>
            </a:extLst>
          </p:cNvPr>
          <p:cNvGrpSpPr/>
          <p:nvPr/>
        </p:nvGrpSpPr>
        <p:grpSpPr>
          <a:xfrm>
            <a:off x="9286200" y="1733924"/>
            <a:ext cx="1887840" cy="600840"/>
            <a:chOff x="9286200" y="1733924"/>
            <a:chExt cx="1887840" cy="60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498AA688-E4B7-1465-5719-EDDDA8FBACC2}"/>
                    </a:ext>
                  </a:extLst>
                </p14:cNvPr>
                <p14:cNvContentPartPr/>
                <p14:nvPr/>
              </p14:nvContentPartPr>
              <p14:xfrm>
                <a:off x="9286200" y="1733924"/>
                <a:ext cx="118440" cy="4309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498AA688-E4B7-1465-5719-EDDDA8FBACC2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277200" y="1725284"/>
                  <a:ext cx="13608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2CBD9269-AD10-4082-42F4-655BE78EE680}"/>
                    </a:ext>
                  </a:extLst>
                </p14:cNvPr>
                <p14:cNvContentPartPr/>
                <p14:nvPr/>
              </p14:nvContentPartPr>
              <p14:xfrm>
                <a:off x="9354960" y="1953884"/>
                <a:ext cx="172800" cy="1558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2CBD9269-AD10-4082-42F4-655BE78EE680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346320" y="1944884"/>
                  <a:ext cx="1904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F53027D0-E620-8F4A-0999-B673AAE5CA6A}"/>
                    </a:ext>
                  </a:extLst>
                </p14:cNvPr>
                <p14:cNvContentPartPr/>
                <p14:nvPr/>
              </p14:nvContentPartPr>
              <p14:xfrm>
                <a:off x="9604080" y="2046044"/>
                <a:ext cx="183960" cy="432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F53027D0-E620-8F4A-0999-B673AAE5CA6A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595080" y="2037404"/>
                  <a:ext cx="2016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9B1AD001-CD1E-A016-905E-F73222E1FCB7}"/>
                    </a:ext>
                  </a:extLst>
                </p14:cNvPr>
                <p14:cNvContentPartPr/>
                <p14:nvPr/>
              </p14:nvContentPartPr>
              <p14:xfrm>
                <a:off x="9938160" y="2018684"/>
                <a:ext cx="177480" cy="11952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9B1AD001-CD1E-A016-905E-F73222E1FCB7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9929520" y="2009684"/>
                  <a:ext cx="1951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86696C78-550B-EB32-9947-D6AF5A7CABB7}"/>
                    </a:ext>
                  </a:extLst>
                </p14:cNvPr>
                <p14:cNvContentPartPr/>
                <p14:nvPr/>
              </p14:nvContentPartPr>
              <p14:xfrm>
                <a:off x="10192320" y="1849124"/>
                <a:ext cx="724680" cy="2710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86696C78-550B-EB32-9947-D6AF5A7CABB7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0183680" y="1840484"/>
                  <a:ext cx="74232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C54ECC07-CF5A-4FC8-6011-0026500C043C}"/>
                    </a:ext>
                  </a:extLst>
                </p14:cNvPr>
                <p14:cNvContentPartPr/>
                <p14:nvPr/>
              </p14:nvContentPartPr>
              <p14:xfrm>
                <a:off x="11031480" y="1852004"/>
                <a:ext cx="142560" cy="48276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C54ECC07-CF5A-4FC8-6011-0026500C043C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1022840" y="1843364"/>
                  <a:ext cx="160200" cy="50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0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99506CB3-C694-80BF-0D18-66E29606F7C5}"/>
                  </a:ext>
                </a:extLst>
              </p14:cNvPr>
              <p14:cNvContentPartPr/>
              <p14:nvPr/>
            </p14:nvContentPartPr>
            <p14:xfrm>
              <a:off x="-733320" y="1110764"/>
              <a:ext cx="5400" cy="2736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99506CB3-C694-80BF-0D18-66E29606F7C5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-742320" y="1102124"/>
                <a:ext cx="23040" cy="4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7184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89184DC-8458-1A9B-3F8F-41640CF9306A}"/>
                  </a:ext>
                </a:extLst>
              </p14:cNvPr>
              <p14:cNvContentPartPr/>
              <p14:nvPr/>
            </p14:nvContentPartPr>
            <p14:xfrm>
              <a:off x="2250000" y="2409644"/>
              <a:ext cx="11520" cy="1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89184DC-8458-1A9B-3F8F-41640CF9306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41000" y="2401004"/>
                <a:ext cx="2916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E6D1833-DECF-A534-F713-3F667CA2300C}"/>
                  </a:ext>
                </a:extLst>
              </p14:cNvPr>
              <p14:cNvContentPartPr/>
              <p14:nvPr/>
            </p14:nvContentPartPr>
            <p14:xfrm>
              <a:off x="629640" y="557804"/>
              <a:ext cx="176760" cy="2237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E6D1833-DECF-A534-F713-3F667CA2300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0640" y="548804"/>
                <a:ext cx="194400" cy="225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A4A8992-4A59-FF71-F98C-79982384F0F1}"/>
                  </a:ext>
                </a:extLst>
              </p14:cNvPr>
              <p14:cNvContentPartPr/>
              <p14:nvPr/>
            </p14:nvContentPartPr>
            <p14:xfrm>
              <a:off x="644400" y="548084"/>
              <a:ext cx="3971520" cy="2444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A4A8992-4A59-FF71-F98C-79982384F0F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5760" y="539444"/>
                <a:ext cx="3989160" cy="246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A67B26C-FC37-BB66-BD98-C8AEDE2F2F52}"/>
                  </a:ext>
                </a:extLst>
              </p14:cNvPr>
              <p14:cNvContentPartPr/>
              <p14:nvPr/>
            </p14:nvContentPartPr>
            <p14:xfrm>
              <a:off x="812880" y="2753804"/>
              <a:ext cx="3764160" cy="168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A67B26C-FC37-BB66-BD98-C8AEDE2F2F5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04240" y="2744804"/>
                <a:ext cx="378180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E923D99A-D8B9-C7F4-07ED-F867B3BC9BB5}"/>
                  </a:ext>
                </a:extLst>
              </p14:cNvPr>
              <p14:cNvContentPartPr/>
              <p14:nvPr/>
            </p14:nvContentPartPr>
            <p14:xfrm>
              <a:off x="8163120" y="2520480"/>
              <a:ext cx="11520" cy="108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E923D99A-D8B9-C7F4-07ED-F867B3BC9BB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54120" y="2511840"/>
                <a:ext cx="2916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3C032A6C-EAB2-340C-2D21-0DC26BF470F2}"/>
                  </a:ext>
                </a:extLst>
              </p14:cNvPr>
              <p14:cNvContentPartPr/>
              <p14:nvPr/>
            </p14:nvContentPartPr>
            <p14:xfrm>
              <a:off x="6542760" y="668640"/>
              <a:ext cx="176760" cy="223776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3C032A6C-EAB2-340C-2D21-0DC26BF470F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33760" y="659640"/>
                <a:ext cx="194400" cy="225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5BA0E41C-964D-1C19-BAAA-A796A4221116}"/>
                  </a:ext>
                </a:extLst>
              </p14:cNvPr>
              <p14:cNvContentPartPr/>
              <p14:nvPr/>
            </p14:nvContentPartPr>
            <p14:xfrm>
              <a:off x="6557520" y="658920"/>
              <a:ext cx="3971520" cy="244440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5BA0E41C-964D-1C19-BAAA-A796A422111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48880" y="650280"/>
                <a:ext cx="3989160" cy="246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B741A665-8B79-D41F-BF45-7718782991EF}"/>
                  </a:ext>
                </a:extLst>
              </p14:cNvPr>
              <p14:cNvContentPartPr/>
              <p14:nvPr/>
            </p14:nvContentPartPr>
            <p14:xfrm>
              <a:off x="6726000" y="2864640"/>
              <a:ext cx="3764160" cy="16812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B741A665-8B79-D41F-BF45-7718782991E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717360" y="2855640"/>
                <a:ext cx="378180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58720554-348E-E5AF-E506-8CCF4C0588B7}"/>
                  </a:ext>
                </a:extLst>
              </p14:cNvPr>
              <p14:cNvContentPartPr/>
              <p14:nvPr/>
            </p14:nvContentPartPr>
            <p14:xfrm>
              <a:off x="9253560" y="1360200"/>
              <a:ext cx="5040" cy="1296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58720554-348E-E5AF-E506-8CCF4C0588B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244920" y="1351200"/>
                <a:ext cx="2268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CDC19931-1AD2-1FC1-9C28-F07C8C66747D}"/>
                  </a:ext>
                </a:extLst>
              </p14:cNvPr>
              <p14:cNvContentPartPr/>
              <p14:nvPr/>
            </p14:nvContentPartPr>
            <p14:xfrm>
              <a:off x="9115320" y="1165800"/>
              <a:ext cx="36000" cy="9108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CDC19931-1AD2-1FC1-9C28-F07C8C66747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106680" y="1156800"/>
                <a:ext cx="5364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0012A2D9-3CBC-4CB8-8241-6C0398080B55}"/>
                  </a:ext>
                </a:extLst>
              </p14:cNvPr>
              <p14:cNvContentPartPr/>
              <p14:nvPr/>
            </p14:nvContentPartPr>
            <p14:xfrm>
              <a:off x="9174000" y="1021800"/>
              <a:ext cx="46800" cy="5796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0012A2D9-3CBC-4CB8-8241-6C0398080B5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165360" y="1013160"/>
                <a:ext cx="6444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FE6CD342-8101-F5F0-681F-431361326A9A}"/>
                  </a:ext>
                </a:extLst>
              </p14:cNvPr>
              <p14:cNvContentPartPr/>
              <p14:nvPr/>
            </p14:nvContentPartPr>
            <p14:xfrm>
              <a:off x="9326640" y="931800"/>
              <a:ext cx="112320" cy="5292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FE6CD342-8101-F5F0-681F-431361326A9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318000" y="923160"/>
                <a:ext cx="12996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C23B5381-E9BB-0459-5DE3-B7C268C6B135}"/>
                  </a:ext>
                </a:extLst>
              </p14:cNvPr>
              <p14:cNvContentPartPr/>
              <p14:nvPr/>
            </p14:nvContentPartPr>
            <p14:xfrm>
              <a:off x="9552360" y="912720"/>
              <a:ext cx="139320" cy="576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C23B5381-E9BB-0459-5DE3-B7C268C6B13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543360" y="904080"/>
                <a:ext cx="15696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59002DBE-F96E-9246-BEF4-336501C0B855}"/>
                  </a:ext>
                </a:extLst>
              </p14:cNvPr>
              <p14:cNvContentPartPr/>
              <p14:nvPr/>
            </p14:nvContentPartPr>
            <p14:xfrm>
              <a:off x="9856920" y="944040"/>
              <a:ext cx="41040" cy="6120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59002DBE-F96E-9246-BEF4-336501C0B85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848280" y="935400"/>
                <a:ext cx="5868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626F90B4-B4BC-37E9-A354-382179C0D02D}"/>
                  </a:ext>
                </a:extLst>
              </p14:cNvPr>
              <p14:cNvContentPartPr/>
              <p14:nvPr/>
            </p14:nvContentPartPr>
            <p14:xfrm>
              <a:off x="9971400" y="1119000"/>
              <a:ext cx="67680" cy="7524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626F90B4-B4BC-37E9-A354-382179C0D02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962760" y="1110360"/>
                <a:ext cx="8532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BBDDE670-DC61-E439-357F-8ED40D37A251}"/>
                  </a:ext>
                </a:extLst>
              </p14:cNvPr>
              <p14:cNvContentPartPr/>
              <p14:nvPr/>
            </p14:nvContentPartPr>
            <p14:xfrm>
              <a:off x="10059240" y="1368120"/>
              <a:ext cx="10440" cy="6696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BBDDE670-DC61-E439-357F-8ED40D37A25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050600" y="1359480"/>
                <a:ext cx="2808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6974DB38-EB58-4211-CD73-C59B01F319B7}"/>
                  </a:ext>
                </a:extLst>
              </p14:cNvPr>
              <p14:cNvContentPartPr/>
              <p14:nvPr/>
            </p14:nvContentPartPr>
            <p14:xfrm>
              <a:off x="9726240" y="1650360"/>
              <a:ext cx="77040" cy="612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6974DB38-EB58-4211-CD73-C59B01F319B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717600" y="1641720"/>
                <a:ext cx="9468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B8D36E1C-7089-9733-1BF6-EE82D5983089}"/>
                  </a:ext>
                </a:extLst>
              </p14:cNvPr>
              <p14:cNvContentPartPr/>
              <p14:nvPr/>
            </p14:nvContentPartPr>
            <p14:xfrm>
              <a:off x="9525360" y="1668000"/>
              <a:ext cx="90720" cy="396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B8D36E1C-7089-9733-1BF6-EE82D598308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516360" y="1659360"/>
                <a:ext cx="10836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89D330F4-9537-E1A6-0CEB-B259F5299FF8}"/>
                  </a:ext>
                </a:extLst>
              </p14:cNvPr>
              <p14:cNvContentPartPr/>
              <p14:nvPr/>
            </p14:nvContentPartPr>
            <p14:xfrm>
              <a:off x="9486480" y="1548480"/>
              <a:ext cx="19080" cy="11772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89D330F4-9537-E1A6-0CEB-B259F5299FF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477480" y="1539840"/>
                <a:ext cx="3672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7937D565-E769-4034-4E55-F13C17DD9755}"/>
                  </a:ext>
                </a:extLst>
              </p14:cNvPr>
              <p14:cNvContentPartPr/>
              <p14:nvPr/>
            </p14:nvContentPartPr>
            <p14:xfrm>
              <a:off x="9639120" y="1314840"/>
              <a:ext cx="47520" cy="5112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7937D565-E769-4034-4E55-F13C17DD975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630120" y="1305840"/>
                <a:ext cx="6516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5A3B165C-9DA1-028D-9D57-84F04CB3A0E6}"/>
                  </a:ext>
                </a:extLst>
              </p14:cNvPr>
              <p14:cNvContentPartPr/>
              <p14:nvPr/>
            </p14:nvContentPartPr>
            <p14:xfrm>
              <a:off x="9755760" y="1292880"/>
              <a:ext cx="27360" cy="1872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5A3B165C-9DA1-028D-9D57-84F04CB3A0E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747120" y="1284240"/>
                <a:ext cx="4500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B08A6B3D-D941-2751-66BF-E1BA85D18CF0}"/>
                  </a:ext>
                </a:extLst>
              </p14:cNvPr>
              <p14:cNvContentPartPr/>
              <p14:nvPr/>
            </p14:nvContentPartPr>
            <p14:xfrm>
              <a:off x="9710040" y="1496280"/>
              <a:ext cx="31680" cy="2628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B08A6B3D-D941-2751-66BF-E1BA85D18CF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701400" y="1487280"/>
                <a:ext cx="4932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F4241BA3-444D-96D2-53B9-F39E515886CA}"/>
                  </a:ext>
                </a:extLst>
              </p14:cNvPr>
              <p14:cNvContentPartPr/>
              <p14:nvPr/>
            </p14:nvContentPartPr>
            <p14:xfrm>
              <a:off x="9499080" y="1470360"/>
              <a:ext cx="87120" cy="3636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F4241BA3-444D-96D2-53B9-F39E515886C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490080" y="1461360"/>
                <a:ext cx="10476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0E93FD46-7B9D-675B-343D-8C15F7913D2D}"/>
                  </a:ext>
                </a:extLst>
              </p14:cNvPr>
              <p14:cNvContentPartPr/>
              <p14:nvPr/>
            </p14:nvContentPartPr>
            <p14:xfrm>
              <a:off x="9361920" y="1340040"/>
              <a:ext cx="13680" cy="6768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0E93FD46-7B9D-675B-343D-8C15F7913D2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353280" y="1331040"/>
                <a:ext cx="3132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0A6ECC93-FFC3-FA12-E837-6374880B7EF1}"/>
                  </a:ext>
                </a:extLst>
              </p14:cNvPr>
              <p14:cNvContentPartPr/>
              <p14:nvPr/>
            </p14:nvContentPartPr>
            <p14:xfrm>
              <a:off x="9415920" y="1129080"/>
              <a:ext cx="34200" cy="9756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0A6ECC93-FFC3-FA12-E837-6374880B7EF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407280" y="1120440"/>
                <a:ext cx="5184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FADD86D3-863E-01B8-AF31-BB7CEB31114B}"/>
                  </a:ext>
                </a:extLst>
              </p14:cNvPr>
              <p14:cNvContentPartPr/>
              <p14:nvPr/>
            </p14:nvContentPartPr>
            <p14:xfrm>
              <a:off x="9571800" y="1027920"/>
              <a:ext cx="60120" cy="684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FADD86D3-863E-01B8-AF31-BB7CEB31114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563160" y="1018920"/>
                <a:ext cx="7776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96771B1C-CA6D-9CFA-B183-41DEDD8D52A8}"/>
                  </a:ext>
                </a:extLst>
              </p14:cNvPr>
              <p14:cNvContentPartPr/>
              <p14:nvPr/>
            </p14:nvContentPartPr>
            <p14:xfrm>
              <a:off x="9913800" y="1234560"/>
              <a:ext cx="9000" cy="4104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96771B1C-CA6D-9CFA-B183-41DEDD8D52A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904800" y="1225920"/>
                <a:ext cx="2664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C84CDD02-E067-A438-5023-29D8B9561FA4}"/>
                  </a:ext>
                </a:extLst>
              </p14:cNvPr>
              <p14:cNvContentPartPr/>
              <p14:nvPr/>
            </p14:nvContentPartPr>
            <p14:xfrm>
              <a:off x="9919200" y="1334280"/>
              <a:ext cx="5400" cy="2160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C84CDD02-E067-A438-5023-29D8B9561FA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910560" y="1325280"/>
                <a:ext cx="2304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74D1187A-BE6F-F4C4-FF78-EE6889E2F473}"/>
                  </a:ext>
                </a:extLst>
              </p14:cNvPr>
              <p14:cNvContentPartPr/>
              <p14:nvPr/>
            </p14:nvContentPartPr>
            <p14:xfrm>
              <a:off x="9740280" y="1407000"/>
              <a:ext cx="66240" cy="1080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74D1187A-BE6F-F4C4-FF78-EE6889E2F47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731280" y="1398360"/>
                <a:ext cx="8388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0A0695E9-0704-48BE-BB0D-17EEF1068822}"/>
                  </a:ext>
                </a:extLst>
              </p14:cNvPr>
              <p14:cNvContentPartPr/>
              <p14:nvPr/>
            </p14:nvContentPartPr>
            <p14:xfrm>
              <a:off x="9672960" y="1198200"/>
              <a:ext cx="6120" cy="1800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0A0695E9-0704-48BE-BB0D-17EEF106882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664320" y="1189200"/>
                <a:ext cx="2376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279A2313-6E4A-4CA5-203E-F815F687F595}"/>
                  </a:ext>
                </a:extLst>
              </p14:cNvPr>
              <p14:cNvContentPartPr/>
              <p14:nvPr/>
            </p14:nvContentPartPr>
            <p14:xfrm>
              <a:off x="9767280" y="1138440"/>
              <a:ext cx="7920" cy="396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279A2313-6E4A-4CA5-203E-F815F687F59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758280" y="1129800"/>
                <a:ext cx="2556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4F142963-F755-22FC-0FB4-3FCACCFCBE31}"/>
                  </a:ext>
                </a:extLst>
              </p14:cNvPr>
              <p14:cNvContentPartPr/>
              <p14:nvPr/>
            </p14:nvContentPartPr>
            <p14:xfrm>
              <a:off x="9818760" y="1166880"/>
              <a:ext cx="13680" cy="2232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4F142963-F755-22FC-0FB4-3FCACCFCBE31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809760" y="1157880"/>
                <a:ext cx="3132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42BF455D-82B1-6ADE-D9B3-442C7B3FB719}"/>
                  </a:ext>
                </a:extLst>
              </p14:cNvPr>
              <p14:cNvContentPartPr/>
              <p14:nvPr/>
            </p14:nvContentPartPr>
            <p14:xfrm>
              <a:off x="9589440" y="1287480"/>
              <a:ext cx="102240" cy="3348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42BF455D-82B1-6ADE-D9B3-442C7B3FB71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580440" y="1278840"/>
                <a:ext cx="11988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D34E245E-B9C6-3C87-E819-6CA6DC366585}"/>
                  </a:ext>
                </a:extLst>
              </p14:cNvPr>
              <p14:cNvContentPartPr/>
              <p14:nvPr/>
            </p14:nvContentPartPr>
            <p14:xfrm>
              <a:off x="9457320" y="1379640"/>
              <a:ext cx="35640" cy="2628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D34E245E-B9C6-3C87-E819-6CA6DC36658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448680" y="1370640"/>
                <a:ext cx="5328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5AAED76E-3909-C78C-F1A6-0A71BB436CC4}"/>
                  </a:ext>
                </a:extLst>
              </p14:cNvPr>
              <p14:cNvContentPartPr/>
              <p14:nvPr/>
            </p14:nvContentPartPr>
            <p14:xfrm>
              <a:off x="9301080" y="1476120"/>
              <a:ext cx="23760" cy="2052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5AAED76E-3909-C78C-F1A6-0A71BB436CC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292080" y="1467120"/>
                <a:ext cx="4140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58CF0B9E-FD13-C53D-A93F-999050F69A42}"/>
                  </a:ext>
                </a:extLst>
              </p14:cNvPr>
              <p14:cNvContentPartPr/>
              <p14:nvPr/>
            </p14:nvContentPartPr>
            <p14:xfrm>
              <a:off x="9204960" y="1617600"/>
              <a:ext cx="64440" cy="1440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58CF0B9E-FD13-C53D-A93F-999050F69A4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195960" y="1608600"/>
                <a:ext cx="8208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928FBA9F-0E41-CE9C-B182-A9E65D135E73}"/>
                  </a:ext>
                </a:extLst>
              </p14:cNvPr>
              <p14:cNvContentPartPr/>
              <p14:nvPr/>
            </p14:nvContentPartPr>
            <p14:xfrm>
              <a:off x="9415920" y="1549560"/>
              <a:ext cx="38520" cy="1728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928FBA9F-0E41-CE9C-B182-A9E65D135E7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407280" y="1540920"/>
                <a:ext cx="5616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FBB88DE9-ABB1-32DE-42E3-CC1688CAF45F}"/>
                  </a:ext>
                </a:extLst>
              </p14:cNvPr>
              <p14:cNvContentPartPr/>
              <p14:nvPr/>
            </p14:nvContentPartPr>
            <p14:xfrm>
              <a:off x="7189680" y="2724960"/>
              <a:ext cx="20520" cy="1152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FBB88DE9-ABB1-32DE-42E3-CC1688CAF45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181040" y="2715960"/>
                <a:ext cx="3816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D0FEE956-59E1-BF80-6589-DCA63E928276}"/>
                  </a:ext>
                </a:extLst>
              </p14:cNvPr>
              <p14:cNvContentPartPr/>
              <p14:nvPr/>
            </p14:nvContentPartPr>
            <p14:xfrm>
              <a:off x="7048920" y="2537040"/>
              <a:ext cx="21600" cy="6912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D0FEE956-59E1-BF80-6589-DCA63E92827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040280" y="2528040"/>
                <a:ext cx="3924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420E96E3-B86E-9D4D-B063-E02F9C310E15}"/>
                  </a:ext>
                </a:extLst>
              </p14:cNvPr>
              <p14:cNvContentPartPr/>
              <p14:nvPr/>
            </p14:nvContentPartPr>
            <p14:xfrm>
              <a:off x="7062600" y="2355960"/>
              <a:ext cx="28080" cy="11592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420E96E3-B86E-9D4D-B063-E02F9C310E15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053960" y="2347320"/>
                <a:ext cx="4572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0A54CC75-9FA9-FCE8-A772-8203744E2E42}"/>
                  </a:ext>
                </a:extLst>
              </p14:cNvPr>
              <p14:cNvContentPartPr/>
              <p14:nvPr/>
            </p14:nvContentPartPr>
            <p14:xfrm>
              <a:off x="7161960" y="2311320"/>
              <a:ext cx="13680" cy="1224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0A54CC75-9FA9-FCE8-A772-8203744E2E4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153320" y="2302680"/>
                <a:ext cx="3132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A378B80F-223B-C8E5-5031-1D252E3145D0}"/>
                  </a:ext>
                </a:extLst>
              </p14:cNvPr>
              <p14:cNvContentPartPr/>
              <p14:nvPr/>
            </p14:nvContentPartPr>
            <p14:xfrm>
              <a:off x="7329360" y="2226720"/>
              <a:ext cx="68760" cy="2628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A378B80F-223B-C8E5-5031-1D252E3145D0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320360" y="2217720"/>
                <a:ext cx="8640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E6545C91-96F7-9FB1-7E61-6F619CAC0049}"/>
                  </a:ext>
                </a:extLst>
              </p14:cNvPr>
              <p14:cNvContentPartPr/>
              <p14:nvPr/>
            </p14:nvContentPartPr>
            <p14:xfrm>
              <a:off x="7515120" y="2380800"/>
              <a:ext cx="38160" cy="5508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E6545C91-96F7-9FB1-7E61-6F619CAC0049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506480" y="2372160"/>
                <a:ext cx="5580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1CD8CC4E-B1EA-907D-6175-90F673551669}"/>
                  </a:ext>
                </a:extLst>
              </p14:cNvPr>
              <p14:cNvContentPartPr/>
              <p14:nvPr/>
            </p14:nvContentPartPr>
            <p14:xfrm>
              <a:off x="7481280" y="2602920"/>
              <a:ext cx="60120" cy="5688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1CD8CC4E-B1EA-907D-6175-90F67355166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472640" y="2594280"/>
                <a:ext cx="7776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C3308394-AB5C-9915-0E2B-A736C58B1F97}"/>
                  </a:ext>
                </a:extLst>
              </p14:cNvPr>
              <p14:cNvContentPartPr/>
              <p14:nvPr/>
            </p14:nvContentPartPr>
            <p14:xfrm>
              <a:off x="7334400" y="2636040"/>
              <a:ext cx="72000" cy="4932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C3308394-AB5C-9915-0E2B-A736C58B1F97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325400" y="2627040"/>
                <a:ext cx="8964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060A8CCC-0D82-CD1C-BF64-8AB08F50AFAA}"/>
                  </a:ext>
                </a:extLst>
              </p14:cNvPr>
              <p14:cNvContentPartPr/>
              <p14:nvPr/>
            </p14:nvContentPartPr>
            <p14:xfrm>
              <a:off x="7340520" y="2463240"/>
              <a:ext cx="18720" cy="9000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060A8CCC-0D82-CD1C-BF64-8AB08F50AFAA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7331880" y="2454600"/>
                <a:ext cx="3636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0462269D-104E-1425-509F-6C2869E8E57A}"/>
                  </a:ext>
                </a:extLst>
              </p14:cNvPr>
              <p14:cNvContentPartPr/>
              <p14:nvPr/>
            </p14:nvContentPartPr>
            <p14:xfrm>
              <a:off x="7453560" y="2303760"/>
              <a:ext cx="19800" cy="2700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0462269D-104E-1425-509F-6C2869E8E57A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444920" y="2294760"/>
                <a:ext cx="3744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94F7850A-3EB1-D216-32F4-DD0B9016B88B}"/>
                  </a:ext>
                </a:extLst>
              </p14:cNvPr>
              <p14:cNvContentPartPr/>
              <p14:nvPr/>
            </p14:nvContentPartPr>
            <p14:xfrm>
              <a:off x="7541040" y="2284320"/>
              <a:ext cx="31680" cy="396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94F7850A-3EB1-D216-32F4-DD0B9016B88B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532040" y="2275320"/>
                <a:ext cx="4932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7FCA13D7-B3BA-32D9-84A6-8FD3553C6F9E}"/>
                  </a:ext>
                </a:extLst>
              </p14:cNvPr>
              <p14:cNvContentPartPr/>
              <p14:nvPr/>
            </p14:nvContentPartPr>
            <p14:xfrm>
              <a:off x="7649760" y="2274240"/>
              <a:ext cx="34920" cy="1080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7FCA13D7-B3BA-32D9-84A6-8FD3553C6F9E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7640760" y="2265600"/>
                <a:ext cx="5256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F3DC02C1-D407-206D-0B8A-628CD8AAF421}"/>
                  </a:ext>
                </a:extLst>
              </p14:cNvPr>
              <p14:cNvContentPartPr/>
              <p14:nvPr/>
            </p14:nvContentPartPr>
            <p14:xfrm>
              <a:off x="7750200" y="2380800"/>
              <a:ext cx="32400" cy="5616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F3DC02C1-D407-206D-0B8A-628CD8AAF421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7741560" y="2372160"/>
                <a:ext cx="5004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67CA2618-A255-D3DF-9A22-3062556A33CD}"/>
                  </a:ext>
                </a:extLst>
              </p14:cNvPr>
              <p14:cNvContentPartPr/>
              <p14:nvPr/>
            </p14:nvContentPartPr>
            <p14:xfrm>
              <a:off x="7700160" y="2609400"/>
              <a:ext cx="24840" cy="4284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67CA2618-A255-D3DF-9A22-3062556A33CD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7691160" y="2600760"/>
                <a:ext cx="4248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FC8203D6-AF50-5FBB-D29C-0232E2BC4A3E}"/>
                  </a:ext>
                </a:extLst>
              </p14:cNvPr>
              <p14:cNvContentPartPr/>
              <p14:nvPr/>
            </p14:nvContentPartPr>
            <p14:xfrm>
              <a:off x="7505040" y="2767800"/>
              <a:ext cx="78120" cy="3852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FC8203D6-AF50-5FBB-D29C-0232E2BC4A3E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496400" y="2759160"/>
                <a:ext cx="9576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6E90D266-62F3-20B7-86F8-8925518C1800}"/>
                  </a:ext>
                </a:extLst>
              </p14:cNvPr>
              <p14:cNvContentPartPr/>
              <p14:nvPr/>
            </p14:nvContentPartPr>
            <p14:xfrm>
              <a:off x="7364640" y="2787960"/>
              <a:ext cx="73080" cy="4104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6E90D266-62F3-20B7-86F8-8925518C1800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7355640" y="2778960"/>
                <a:ext cx="9072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1B01A89C-77F2-EB60-582F-FB46A3DE7394}"/>
                  </a:ext>
                </a:extLst>
              </p14:cNvPr>
              <p14:cNvContentPartPr/>
              <p14:nvPr/>
            </p14:nvContentPartPr>
            <p14:xfrm>
              <a:off x="7231800" y="2561880"/>
              <a:ext cx="28800" cy="8280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1B01A89C-77F2-EB60-582F-FB46A3DE739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223160" y="2552880"/>
                <a:ext cx="4644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490B45C3-1B24-9C29-3094-68046C596BB9}"/>
                  </a:ext>
                </a:extLst>
              </p14:cNvPr>
              <p14:cNvContentPartPr/>
              <p14:nvPr/>
            </p14:nvContentPartPr>
            <p14:xfrm>
              <a:off x="7316040" y="2302680"/>
              <a:ext cx="49320" cy="6336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490B45C3-1B24-9C29-3094-68046C596BB9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7307400" y="2293680"/>
                <a:ext cx="6696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C9FD7055-2159-507A-D15B-FF94AC2F206D}"/>
                  </a:ext>
                </a:extLst>
              </p14:cNvPr>
              <p14:cNvContentPartPr/>
              <p14:nvPr/>
            </p14:nvContentPartPr>
            <p14:xfrm>
              <a:off x="7488120" y="2207280"/>
              <a:ext cx="63360" cy="936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C9FD7055-2159-507A-D15B-FF94AC2F206D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479480" y="2198280"/>
                <a:ext cx="8100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C2EB3F6C-9761-E9A1-AFC6-42D4AA44D2EC}"/>
                  </a:ext>
                </a:extLst>
              </p14:cNvPr>
              <p14:cNvContentPartPr/>
              <p14:nvPr/>
            </p14:nvContentPartPr>
            <p14:xfrm>
              <a:off x="7610880" y="2178120"/>
              <a:ext cx="18000" cy="2016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C2EB3F6C-9761-E9A1-AFC6-42D4AA44D2EC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7601880" y="2169120"/>
                <a:ext cx="3564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87A55A99-3CBF-FE79-968D-BAE3777A1B06}"/>
                  </a:ext>
                </a:extLst>
              </p14:cNvPr>
              <p14:cNvContentPartPr/>
              <p14:nvPr/>
            </p14:nvContentPartPr>
            <p14:xfrm>
              <a:off x="7472640" y="2164800"/>
              <a:ext cx="68400" cy="1584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87A55A99-3CBF-FE79-968D-BAE3777A1B06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7463640" y="2155800"/>
                <a:ext cx="8604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1E78386F-CE2F-3DD3-0821-425CCADD9ABD}"/>
                  </a:ext>
                </a:extLst>
              </p14:cNvPr>
              <p14:cNvContentPartPr/>
              <p14:nvPr/>
            </p14:nvContentPartPr>
            <p14:xfrm>
              <a:off x="7331160" y="2197200"/>
              <a:ext cx="41760" cy="396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1E78386F-CE2F-3DD3-0821-425CCADD9ABD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322520" y="2188200"/>
                <a:ext cx="5940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11010DBB-486C-69DA-2D88-DD4FFE52F9AD}"/>
                  </a:ext>
                </a:extLst>
              </p14:cNvPr>
              <p14:cNvContentPartPr/>
              <p14:nvPr/>
            </p14:nvContentPartPr>
            <p14:xfrm>
              <a:off x="7160160" y="2246520"/>
              <a:ext cx="18720" cy="1872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11010DBB-486C-69DA-2D88-DD4FFE52F9AD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7151520" y="2237880"/>
                <a:ext cx="3636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7368BC4B-B12D-5BCC-099E-2F63E38C88D4}"/>
                  </a:ext>
                </a:extLst>
              </p14:cNvPr>
              <p14:cNvContentPartPr/>
              <p14:nvPr/>
            </p14:nvContentPartPr>
            <p14:xfrm>
              <a:off x="7159800" y="2432640"/>
              <a:ext cx="25560" cy="12996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7368BC4B-B12D-5BCC-099E-2F63E38C88D4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7150800" y="2424000"/>
                <a:ext cx="4320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C8A6EB3B-3301-BD95-75FB-D10326C80A05}"/>
                  </a:ext>
                </a:extLst>
              </p14:cNvPr>
              <p14:cNvContentPartPr/>
              <p14:nvPr/>
            </p14:nvContentPartPr>
            <p14:xfrm>
              <a:off x="7294800" y="2637120"/>
              <a:ext cx="56160" cy="2736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C8A6EB3B-3301-BD95-75FB-D10326C80A05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7285800" y="2628120"/>
                <a:ext cx="7380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09E4B3A1-06A6-7028-676E-DFCE7ADD1C85}"/>
                  </a:ext>
                </a:extLst>
              </p14:cNvPr>
              <p14:cNvContentPartPr/>
              <p14:nvPr/>
            </p14:nvContentPartPr>
            <p14:xfrm>
              <a:off x="7532760" y="2676720"/>
              <a:ext cx="34200" cy="684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09E4B3A1-06A6-7028-676E-DFCE7ADD1C85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7524120" y="2667720"/>
                <a:ext cx="5184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BCE36C3F-54F9-E667-9F51-C1DF193C5483}"/>
                  </a:ext>
                </a:extLst>
              </p14:cNvPr>
              <p14:cNvContentPartPr/>
              <p14:nvPr/>
            </p14:nvContentPartPr>
            <p14:xfrm>
              <a:off x="7707000" y="2571240"/>
              <a:ext cx="14760" cy="4032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BCE36C3F-54F9-E667-9F51-C1DF193C5483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7698000" y="2562240"/>
                <a:ext cx="3240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E7BF0695-1262-220B-7C58-F29C9B1E47CE}"/>
                  </a:ext>
                </a:extLst>
              </p14:cNvPr>
              <p14:cNvContentPartPr/>
              <p14:nvPr/>
            </p14:nvContentPartPr>
            <p14:xfrm>
              <a:off x="7723200" y="2415000"/>
              <a:ext cx="14040" cy="4680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E7BF0695-1262-220B-7C58-F29C9B1E47CE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714560" y="2406360"/>
                <a:ext cx="3168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B32E84AD-1F22-4E7C-31EE-F2031770BB32}"/>
                  </a:ext>
                </a:extLst>
              </p14:cNvPr>
              <p14:cNvContentPartPr/>
              <p14:nvPr/>
            </p14:nvContentPartPr>
            <p14:xfrm>
              <a:off x="7646520" y="2371440"/>
              <a:ext cx="25560" cy="936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B32E84AD-1F22-4E7C-31EE-F2031770BB32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7637880" y="2362800"/>
                <a:ext cx="4320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A3C53083-DEC7-FBC4-3B0C-CEB97E9409E1}"/>
                  </a:ext>
                </a:extLst>
              </p14:cNvPr>
              <p14:cNvContentPartPr/>
              <p14:nvPr/>
            </p14:nvContentPartPr>
            <p14:xfrm>
              <a:off x="7618800" y="2405640"/>
              <a:ext cx="18720" cy="1872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A3C53083-DEC7-FBC4-3B0C-CEB97E9409E1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7610160" y="2396640"/>
                <a:ext cx="3636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BD5A5A03-6658-B9F2-5E4E-13DAC4A2152F}"/>
                  </a:ext>
                </a:extLst>
              </p14:cNvPr>
              <p14:cNvContentPartPr/>
              <p14:nvPr/>
            </p14:nvContentPartPr>
            <p14:xfrm>
              <a:off x="7725720" y="2473320"/>
              <a:ext cx="34200" cy="216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BD5A5A03-6658-B9F2-5E4E-13DAC4A2152F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7717080" y="2464680"/>
                <a:ext cx="5184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00422089-5258-5A89-6B9F-C5ECE5A86A22}"/>
                  </a:ext>
                </a:extLst>
              </p14:cNvPr>
              <p14:cNvContentPartPr/>
              <p14:nvPr/>
            </p14:nvContentPartPr>
            <p14:xfrm>
              <a:off x="9258600" y="2370720"/>
              <a:ext cx="16560" cy="648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00422089-5258-5A89-6B9F-C5ECE5A86A22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9249600" y="2362080"/>
                <a:ext cx="3420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44027902-C4BC-A9A1-A0AA-78E00745487F}"/>
                  </a:ext>
                </a:extLst>
              </p14:cNvPr>
              <p14:cNvContentPartPr/>
              <p14:nvPr/>
            </p14:nvContentPartPr>
            <p14:xfrm>
              <a:off x="9198480" y="2200080"/>
              <a:ext cx="8640" cy="8100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44027902-C4BC-A9A1-A0AA-78E00745487F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189840" y="2191080"/>
                <a:ext cx="2628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4465557E-9A07-1F75-599B-5143CE997321}"/>
                  </a:ext>
                </a:extLst>
              </p14:cNvPr>
              <p14:cNvContentPartPr/>
              <p14:nvPr/>
            </p14:nvContentPartPr>
            <p14:xfrm>
              <a:off x="9278400" y="2136360"/>
              <a:ext cx="41040" cy="1512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4465557E-9A07-1F75-599B-5143CE997321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9269400" y="2127720"/>
                <a:ext cx="5868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DE1045D4-70AC-58B1-607A-6A190EC5BC8C}"/>
                  </a:ext>
                </a:extLst>
              </p14:cNvPr>
              <p14:cNvContentPartPr/>
              <p14:nvPr/>
            </p14:nvContentPartPr>
            <p14:xfrm>
              <a:off x="9435360" y="2079120"/>
              <a:ext cx="65160" cy="2232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DE1045D4-70AC-58B1-607A-6A190EC5BC8C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9426720" y="2070480"/>
                <a:ext cx="8280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15984C78-FDF3-6C45-F211-E75A69BE10C1}"/>
                  </a:ext>
                </a:extLst>
              </p14:cNvPr>
              <p14:cNvContentPartPr/>
              <p14:nvPr/>
            </p14:nvContentPartPr>
            <p14:xfrm>
              <a:off x="9625800" y="2071560"/>
              <a:ext cx="21240" cy="288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15984C78-FDF3-6C45-F211-E75A69BE10C1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9617160" y="2062920"/>
                <a:ext cx="3888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BFECAFAE-8E4A-9677-F42A-999AA8128F33}"/>
                  </a:ext>
                </a:extLst>
              </p14:cNvPr>
              <p14:cNvContentPartPr/>
              <p14:nvPr/>
            </p14:nvContentPartPr>
            <p14:xfrm>
              <a:off x="9747840" y="2067600"/>
              <a:ext cx="50760" cy="396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BFECAFAE-8E4A-9677-F42A-999AA8128F33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9738840" y="2058600"/>
                <a:ext cx="6840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D9656D5D-93D5-C42A-DDC2-DA1B1FEE894F}"/>
                  </a:ext>
                </a:extLst>
              </p14:cNvPr>
              <p14:cNvContentPartPr/>
              <p14:nvPr/>
            </p14:nvContentPartPr>
            <p14:xfrm>
              <a:off x="9833880" y="2080560"/>
              <a:ext cx="63360" cy="5148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D9656D5D-93D5-C42A-DDC2-DA1B1FEE894F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9824880" y="2071560"/>
                <a:ext cx="8100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889FDC17-9AB6-CBA1-F9A9-48FCBD317F69}"/>
                  </a:ext>
                </a:extLst>
              </p14:cNvPr>
              <p14:cNvContentPartPr/>
              <p14:nvPr/>
            </p14:nvContentPartPr>
            <p14:xfrm>
              <a:off x="9946200" y="2242560"/>
              <a:ext cx="2880" cy="4500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889FDC17-9AB6-CBA1-F9A9-48FCBD317F69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9937560" y="2233560"/>
                <a:ext cx="2052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24D21A68-841D-2290-AE24-944623EA0156}"/>
                  </a:ext>
                </a:extLst>
              </p14:cNvPr>
              <p14:cNvContentPartPr/>
              <p14:nvPr/>
            </p14:nvContentPartPr>
            <p14:xfrm>
              <a:off x="9972120" y="2389800"/>
              <a:ext cx="3600" cy="3024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24D21A68-841D-2290-AE24-944623EA0156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9963120" y="2380800"/>
                <a:ext cx="2124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F73942AA-CC96-9AA3-AFB2-A9C27FA3C884}"/>
                  </a:ext>
                </a:extLst>
              </p14:cNvPr>
              <p14:cNvContentPartPr/>
              <p14:nvPr/>
            </p14:nvContentPartPr>
            <p14:xfrm>
              <a:off x="9963120" y="2521560"/>
              <a:ext cx="19080" cy="10224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F73942AA-CC96-9AA3-AFB2-A9C27FA3C884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9954480" y="2512920"/>
                <a:ext cx="3672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7105205A-099F-E9B8-2C9B-DA99E4D7F8E4}"/>
                  </a:ext>
                </a:extLst>
              </p14:cNvPr>
              <p14:cNvContentPartPr/>
              <p14:nvPr/>
            </p14:nvContentPartPr>
            <p14:xfrm>
              <a:off x="9836400" y="2676720"/>
              <a:ext cx="144360" cy="14832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7105205A-099F-E9B8-2C9B-DA99E4D7F8E4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9827400" y="2667720"/>
                <a:ext cx="16200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48AB7F17-4C9A-8F37-CBCC-A83D9985E404}"/>
                  </a:ext>
                </a:extLst>
              </p14:cNvPr>
              <p14:cNvContentPartPr/>
              <p14:nvPr/>
            </p14:nvContentPartPr>
            <p14:xfrm>
              <a:off x="9568560" y="2823240"/>
              <a:ext cx="78840" cy="1152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48AB7F17-4C9A-8F37-CBCC-A83D9985E404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9559920" y="2814600"/>
                <a:ext cx="9648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591F8DBE-98ED-3EAF-DB0A-99DAA1098568}"/>
                  </a:ext>
                </a:extLst>
              </p14:cNvPr>
              <p14:cNvContentPartPr/>
              <p14:nvPr/>
            </p14:nvContentPartPr>
            <p14:xfrm>
              <a:off x="9448680" y="2804520"/>
              <a:ext cx="24120" cy="1332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591F8DBE-98ED-3EAF-DB0A-99DAA1098568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9439680" y="2795520"/>
                <a:ext cx="4176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BEBFADA9-F16E-68ED-4CC5-1000DBE210E8}"/>
                  </a:ext>
                </a:extLst>
              </p14:cNvPr>
              <p14:cNvContentPartPr/>
              <p14:nvPr/>
            </p14:nvContentPartPr>
            <p14:xfrm>
              <a:off x="9323040" y="2676720"/>
              <a:ext cx="45000" cy="4320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BEBFADA9-F16E-68ED-4CC5-1000DBE210E8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9314040" y="2667720"/>
                <a:ext cx="6264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AEF1BF18-8DBE-0A11-C250-0CE921B66937}"/>
                  </a:ext>
                </a:extLst>
              </p14:cNvPr>
              <p14:cNvContentPartPr/>
              <p14:nvPr/>
            </p14:nvContentPartPr>
            <p14:xfrm>
              <a:off x="9303600" y="2533440"/>
              <a:ext cx="14760" cy="7632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AEF1BF18-8DBE-0A11-C250-0CE921B66937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9294960" y="2524800"/>
                <a:ext cx="3240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71F35B1E-2879-5AFB-A93F-612558E3BC96}"/>
                  </a:ext>
                </a:extLst>
              </p14:cNvPr>
              <p14:cNvContentPartPr/>
              <p14:nvPr/>
            </p14:nvContentPartPr>
            <p14:xfrm>
              <a:off x="9368760" y="2442720"/>
              <a:ext cx="33120" cy="1728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71F35B1E-2879-5AFB-A93F-612558E3BC96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9360120" y="2434080"/>
                <a:ext cx="5076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0CE85D09-5F17-C458-CCAE-186AF2CAAC92}"/>
                  </a:ext>
                </a:extLst>
              </p14:cNvPr>
              <p14:cNvContentPartPr/>
              <p14:nvPr/>
            </p14:nvContentPartPr>
            <p14:xfrm>
              <a:off x="9489000" y="2501760"/>
              <a:ext cx="25560" cy="5148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0CE85D09-5F17-C458-CCAE-186AF2CAAC92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9480000" y="2492760"/>
                <a:ext cx="4320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C68A4E79-4470-5729-AC5C-80B2D4A446FF}"/>
                  </a:ext>
                </a:extLst>
              </p14:cNvPr>
              <p14:cNvContentPartPr/>
              <p14:nvPr/>
            </p14:nvContentPartPr>
            <p14:xfrm>
              <a:off x="9564240" y="2642880"/>
              <a:ext cx="360" cy="36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C68A4E79-4470-5729-AC5C-80B2D4A446FF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9555600" y="263424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118E2615-5B07-B826-9493-B5E11C09F0B3}"/>
                  </a:ext>
                </a:extLst>
              </p14:cNvPr>
              <p14:cNvContentPartPr/>
              <p14:nvPr/>
            </p14:nvContentPartPr>
            <p14:xfrm>
              <a:off x="9640200" y="2525160"/>
              <a:ext cx="68760" cy="5400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118E2615-5B07-B826-9493-B5E11C09F0B3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9631560" y="2516520"/>
                <a:ext cx="8640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6D0ECBF5-56A7-642E-5BB2-86A7891E2BE3}"/>
                  </a:ext>
                </a:extLst>
              </p14:cNvPr>
              <p14:cNvContentPartPr/>
              <p14:nvPr/>
            </p14:nvContentPartPr>
            <p14:xfrm>
              <a:off x="9708240" y="2311320"/>
              <a:ext cx="41040" cy="5976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6D0ECBF5-56A7-642E-5BB2-86A7891E2BE3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9699240" y="2302680"/>
                <a:ext cx="5868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C3F8C7B8-E780-863E-A3BD-541375C97D65}"/>
                  </a:ext>
                </a:extLst>
              </p14:cNvPr>
              <p14:cNvContentPartPr/>
              <p14:nvPr/>
            </p14:nvContentPartPr>
            <p14:xfrm>
              <a:off x="9551640" y="2250120"/>
              <a:ext cx="50760" cy="1224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C3F8C7B8-E780-863E-A3BD-541375C97D65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9543000" y="2241120"/>
                <a:ext cx="6840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FC7F8C57-5E16-2B52-E942-58BE0D7FE424}"/>
                  </a:ext>
                </a:extLst>
              </p14:cNvPr>
              <p14:cNvContentPartPr/>
              <p14:nvPr/>
            </p14:nvContentPartPr>
            <p14:xfrm>
              <a:off x="9500160" y="2297640"/>
              <a:ext cx="10440" cy="5292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FC7F8C57-5E16-2B52-E942-58BE0D7FE424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9491520" y="2289000"/>
                <a:ext cx="2808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6C1BDD32-FA38-B881-C097-AA122305F0BD}"/>
                  </a:ext>
                </a:extLst>
              </p14:cNvPr>
              <p14:cNvContentPartPr/>
              <p14:nvPr/>
            </p14:nvContentPartPr>
            <p14:xfrm>
              <a:off x="9594480" y="2262360"/>
              <a:ext cx="31680" cy="5760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6C1BDD32-FA38-B881-C097-AA122305F0BD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9585480" y="2253720"/>
                <a:ext cx="4932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1F35771F-AFD1-7256-F2CE-9E47D6335E91}"/>
                  </a:ext>
                </a:extLst>
              </p14:cNvPr>
              <p14:cNvContentPartPr/>
              <p14:nvPr/>
            </p14:nvContentPartPr>
            <p14:xfrm>
              <a:off x="9720120" y="2179920"/>
              <a:ext cx="48600" cy="3168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1F35771F-AFD1-7256-F2CE-9E47D6335E91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9711120" y="2171280"/>
                <a:ext cx="6624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78AF27FF-6615-FDBF-3274-9FD7C7C2BCEE}"/>
                  </a:ext>
                </a:extLst>
              </p14:cNvPr>
              <p14:cNvContentPartPr/>
              <p14:nvPr/>
            </p14:nvContentPartPr>
            <p14:xfrm>
              <a:off x="9841440" y="2188200"/>
              <a:ext cx="19080" cy="37620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78AF27FF-6615-FDBF-3274-9FD7C7C2BCEE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9832440" y="2179560"/>
                <a:ext cx="36720" cy="39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4FBBC11C-8EC2-87C3-66E2-1752B9D49DAB}"/>
                  </a:ext>
                </a:extLst>
              </p14:cNvPr>
              <p14:cNvContentPartPr/>
              <p14:nvPr/>
            </p14:nvContentPartPr>
            <p14:xfrm>
              <a:off x="9810480" y="2635320"/>
              <a:ext cx="43560" cy="10764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4FBBC11C-8EC2-87C3-66E2-1752B9D49DAB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9801840" y="2626680"/>
                <a:ext cx="6120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05F1BBE6-9D7B-4FF5-A4FF-DE8CC4B0E9C0}"/>
                  </a:ext>
                </a:extLst>
              </p14:cNvPr>
              <p14:cNvContentPartPr/>
              <p14:nvPr/>
            </p14:nvContentPartPr>
            <p14:xfrm>
              <a:off x="9753240" y="2777880"/>
              <a:ext cx="8640" cy="432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05F1BBE6-9D7B-4FF5-A4FF-DE8CC4B0E9C0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9744600" y="2769240"/>
                <a:ext cx="2628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D0D37D02-5B0D-FB7A-D5C6-C889139CFE71}"/>
                  </a:ext>
                </a:extLst>
              </p14:cNvPr>
              <p14:cNvContentPartPr/>
              <p14:nvPr/>
            </p14:nvContentPartPr>
            <p14:xfrm>
              <a:off x="9746040" y="2810280"/>
              <a:ext cx="34920" cy="684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D0D37D02-5B0D-FB7A-D5C6-C889139CFE71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9737040" y="2801640"/>
                <a:ext cx="5256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6DBA1543-DAD3-C930-E810-F955569AAB42}"/>
                  </a:ext>
                </a:extLst>
              </p14:cNvPr>
              <p14:cNvContentPartPr/>
              <p14:nvPr/>
            </p14:nvContentPartPr>
            <p14:xfrm>
              <a:off x="9958080" y="2785080"/>
              <a:ext cx="33840" cy="432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6DBA1543-DAD3-C930-E810-F955569AAB42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9949440" y="2776080"/>
                <a:ext cx="5148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DCA16434-54A8-0245-0BFD-5C75BFF03559}"/>
                  </a:ext>
                </a:extLst>
              </p14:cNvPr>
              <p14:cNvContentPartPr/>
              <p14:nvPr/>
            </p14:nvContentPartPr>
            <p14:xfrm>
              <a:off x="10125480" y="2755560"/>
              <a:ext cx="16200" cy="1260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DCA16434-54A8-0245-0BFD-5C75BFF03559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116480" y="2746560"/>
                <a:ext cx="3384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7CA24E86-D609-4617-8DDD-3F5F99B83C22}"/>
                  </a:ext>
                </a:extLst>
              </p14:cNvPr>
              <p14:cNvContentPartPr/>
              <p14:nvPr/>
            </p14:nvContentPartPr>
            <p14:xfrm>
              <a:off x="10173000" y="2605440"/>
              <a:ext cx="7200" cy="2880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7CA24E86-D609-4617-8DDD-3F5F99B83C22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10164360" y="2596440"/>
                <a:ext cx="2484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826D4EE1-998D-3A51-41FB-38C0EEF0D63E}"/>
                  </a:ext>
                </a:extLst>
              </p14:cNvPr>
              <p14:cNvContentPartPr/>
              <p14:nvPr/>
            </p14:nvContentPartPr>
            <p14:xfrm>
              <a:off x="10116480" y="2562960"/>
              <a:ext cx="16560" cy="756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826D4EE1-998D-3A51-41FB-38C0EEF0D63E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10107840" y="2553960"/>
                <a:ext cx="3420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4264B80B-9896-2DCE-606F-FAAEF99D7341}"/>
                  </a:ext>
                </a:extLst>
              </p14:cNvPr>
              <p14:cNvContentPartPr/>
              <p14:nvPr/>
            </p14:nvContentPartPr>
            <p14:xfrm>
              <a:off x="10083360" y="2494560"/>
              <a:ext cx="16560" cy="21600"/>
            </p14:xfrm>
          </p:contentPart>
        </mc:Choice>
        <mc:Fallback xmlns=""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4264B80B-9896-2DCE-606F-FAAEF99D7341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10074360" y="2485920"/>
                <a:ext cx="342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A7C3C4B8-7D5F-953A-4AC6-D725118D5D61}"/>
                  </a:ext>
                </a:extLst>
              </p14:cNvPr>
              <p14:cNvContentPartPr/>
              <p14:nvPr/>
            </p14:nvContentPartPr>
            <p14:xfrm>
              <a:off x="10068960" y="2399880"/>
              <a:ext cx="3600" cy="45720"/>
            </p14:xfrm>
          </p:contentPart>
        </mc:Choice>
        <mc:Fallback xmlns=""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A7C3C4B8-7D5F-953A-4AC6-D725118D5D61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10059960" y="2390880"/>
                <a:ext cx="2124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6A45ED5C-0B99-0F6A-02E0-BEE77397753C}"/>
                  </a:ext>
                </a:extLst>
              </p14:cNvPr>
              <p14:cNvContentPartPr/>
              <p14:nvPr/>
            </p14:nvContentPartPr>
            <p14:xfrm>
              <a:off x="10046280" y="2245440"/>
              <a:ext cx="14760" cy="9504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6A45ED5C-0B99-0F6A-02E0-BEE77397753C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10037280" y="2236440"/>
                <a:ext cx="3240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A16275E6-3610-186F-360A-2FE5F7678B5B}"/>
                  </a:ext>
                </a:extLst>
              </p14:cNvPr>
              <p14:cNvContentPartPr/>
              <p14:nvPr/>
            </p14:nvContentPartPr>
            <p14:xfrm>
              <a:off x="10006680" y="2193600"/>
              <a:ext cx="28080" cy="19080"/>
            </p14:xfrm>
          </p:contentPart>
        </mc:Choice>
        <mc:Fallback xmlns=""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A16275E6-3610-186F-360A-2FE5F7678B5B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9997680" y="2184600"/>
                <a:ext cx="4572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7600D75F-8915-1998-D184-A3F67A2D4F28}"/>
                  </a:ext>
                </a:extLst>
              </p14:cNvPr>
              <p14:cNvContentPartPr/>
              <p14:nvPr/>
            </p14:nvContentPartPr>
            <p14:xfrm>
              <a:off x="9958080" y="2150400"/>
              <a:ext cx="24840" cy="2448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7600D75F-8915-1998-D184-A3F67A2D4F28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9949440" y="2141760"/>
                <a:ext cx="4248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8FCF6D96-875F-0286-E398-C5CD48728341}"/>
                  </a:ext>
                </a:extLst>
              </p14:cNvPr>
              <p14:cNvContentPartPr/>
              <p14:nvPr/>
            </p14:nvContentPartPr>
            <p14:xfrm>
              <a:off x="9807600" y="2098200"/>
              <a:ext cx="42480" cy="1152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8FCF6D96-875F-0286-E398-C5CD48728341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9798600" y="2089200"/>
                <a:ext cx="6012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109689A3-3124-EC87-C876-C107A216472D}"/>
                  </a:ext>
                </a:extLst>
              </p14:cNvPr>
              <p14:cNvContentPartPr/>
              <p14:nvPr/>
            </p14:nvContentPartPr>
            <p14:xfrm>
              <a:off x="9688800" y="2124480"/>
              <a:ext cx="11160" cy="4320"/>
            </p14:xfrm>
          </p:contentPart>
        </mc:Choice>
        <mc:Fallback xmlns=""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109689A3-3124-EC87-C876-C107A216472D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9679800" y="2115840"/>
                <a:ext cx="2880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19EBB5E1-EE3C-8637-9759-5779F5C0EE4E}"/>
                  </a:ext>
                </a:extLst>
              </p14:cNvPr>
              <p14:cNvContentPartPr/>
              <p14:nvPr/>
            </p14:nvContentPartPr>
            <p14:xfrm>
              <a:off x="9368760" y="2485200"/>
              <a:ext cx="2880" cy="5292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19EBB5E1-EE3C-8637-9759-5779F5C0EE4E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9360120" y="2476200"/>
                <a:ext cx="2052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FEE85308-D7E1-DA22-B5BE-DCA2B2C771F3}"/>
                  </a:ext>
                </a:extLst>
              </p14:cNvPr>
              <p14:cNvContentPartPr/>
              <p14:nvPr/>
            </p14:nvContentPartPr>
            <p14:xfrm>
              <a:off x="9373440" y="2623080"/>
              <a:ext cx="6120" cy="2232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FEE85308-D7E1-DA22-B5BE-DCA2B2C771F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364440" y="2614080"/>
                <a:ext cx="237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E65D78CB-5818-54FD-C368-E4A1B2F203D9}"/>
                  </a:ext>
                </a:extLst>
              </p14:cNvPr>
              <p14:cNvContentPartPr/>
              <p14:nvPr/>
            </p14:nvContentPartPr>
            <p14:xfrm>
              <a:off x="9470640" y="2832600"/>
              <a:ext cx="66240" cy="612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E65D78CB-5818-54FD-C368-E4A1B2F203D9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9462000" y="2823960"/>
                <a:ext cx="8388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A550D0C8-51F1-102A-555C-6E099C21E9EA}"/>
                  </a:ext>
                </a:extLst>
              </p14:cNvPr>
              <p14:cNvContentPartPr/>
              <p14:nvPr/>
            </p14:nvContentPartPr>
            <p14:xfrm>
              <a:off x="9667920" y="2777880"/>
              <a:ext cx="95760" cy="28800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A550D0C8-51F1-102A-555C-6E099C21E9EA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9659280" y="2769240"/>
                <a:ext cx="1134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9348C8DD-0023-1D36-28CC-5B565962A717}"/>
                  </a:ext>
                </a:extLst>
              </p14:cNvPr>
              <p14:cNvContentPartPr/>
              <p14:nvPr/>
            </p14:nvContentPartPr>
            <p14:xfrm>
              <a:off x="7058640" y="1467840"/>
              <a:ext cx="360" cy="36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9348C8DD-0023-1D36-28CC-5B565962A717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7049640" y="145920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82D99E2D-910A-598B-896A-C58989195E36}"/>
                  </a:ext>
                </a:extLst>
              </p14:cNvPr>
              <p14:cNvContentPartPr/>
              <p14:nvPr/>
            </p14:nvContentPartPr>
            <p14:xfrm>
              <a:off x="6945960" y="1352640"/>
              <a:ext cx="19080" cy="1440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82D99E2D-910A-598B-896A-C58989195E36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6937320" y="1344000"/>
                <a:ext cx="3672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C07E60B0-028D-BFFA-7FBA-0B56E102A0B7}"/>
                  </a:ext>
                </a:extLst>
              </p14:cNvPr>
              <p14:cNvContentPartPr/>
              <p14:nvPr/>
            </p14:nvContentPartPr>
            <p14:xfrm>
              <a:off x="6880080" y="1247520"/>
              <a:ext cx="22320" cy="3816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C07E60B0-028D-BFFA-7FBA-0B56E102A0B7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6871440" y="1238880"/>
                <a:ext cx="3996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8798403F-19C0-5A93-F23E-BC81D0EF0F42}"/>
                  </a:ext>
                </a:extLst>
              </p14:cNvPr>
              <p14:cNvContentPartPr/>
              <p14:nvPr/>
            </p14:nvContentPartPr>
            <p14:xfrm>
              <a:off x="6976200" y="1110360"/>
              <a:ext cx="19080" cy="32760"/>
            </p14:xfrm>
          </p:contentPart>
        </mc:Choice>
        <mc:Fallback xmlns=""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8798403F-19C0-5A93-F23E-BC81D0EF0F42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6967200" y="1101360"/>
                <a:ext cx="3672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5B49EB71-9D24-4243-5C7E-B799430DA6EF}"/>
                  </a:ext>
                </a:extLst>
              </p14:cNvPr>
              <p14:cNvContentPartPr/>
              <p14:nvPr/>
            </p14:nvContentPartPr>
            <p14:xfrm>
              <a:off x="7137120" y="1126200"/>
              <a:ext cx="19800" cy="5688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5B49EB71-9D24-4243-5C7E-B799430DA6EF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7128120" y="1117200"/>
                <a:ext cx="3744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F7FDABA7-2BAD-A1D9-CFAB-8F381F69D6B6}"/>
                  </a:ext>
                </a:extLst>
              </p14:cNvPr>
              <p14:cNvContentPartPr/>
              <p14:nvPr/>
            </p14:nvContentPartPr>
            <p14:xfrm>
              <a:off x="7122720" y="1324560"/>
              <a:ext cx="21240" cy="1404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F7FDABA7-2BAD-A1D9-CFAB-8F381F69D6B6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7113720" y="1315920"/>
                <a:ext cx="3888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66D7C58C-C1CF-6634-1764-C3C70761075B}"/>
                  </a:ext>
                </a:extLst>
              </p14:cNvPr>
              <p14:cNvContentPartPr/>
              <p14:nvPr/>
            </p14:nvContentPartPr>
            <p14:xfrm>
              <a:off x="7072320" y="1287480"/>
              <a:ext cx="18720" cy="42120"/>
            </p14:xfrm>
          </p:contentPart>
        </mc:Choice>
        <mc:Fallback xmlns=""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66D7C58C-C1CF-6634-1764-C3C70761075B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7063320" y="1278840"/>
                <a:ext cx="3636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B40FF593-E112-779C-4C6E-C2E6A2FEE4B0}"/>
                  </a:ext>
                </a:extLst>
              </p14:cNvPr>
              <p14:cNvContentPartPr/>
              <p14:nvPr/>
            </p14:nvContentPartPr>
            <p14:xfrm>
              <a:off x="7086720" y="1138080"/>
              <a:ext cx="8640" cy="4032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B40FF593-E112-779C-4C6E-C2E6A2FEE4B0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7078080" y="1129080"/>
                <a:ext cx="2628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291F2BE0-8D9D-218E-5008-17201B199936}"/>
                  </a:ext>
                </a:extLst>
              </p14:cNvPr>
              <p14:cNvContentPartPr/>
              <p14:nvPr/>
            </p14:nvContentPartPr>
            <p14:xfrm>
              <a:off x="7068360" y="962400"/>
              <a:ext cx="15480" cy="3816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291F2BE0-8D9D-218E-5008-17201B199936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7059720" y="953760"/>
                <a:ext cx="3312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BBDA0321-E5E2-F9FB-7E6F-30D600A5A646}"/>
                  </a:ext>
                </a:extLst>
              </p14:cNvPr>
              <p14:cNvContentPartPr/>
              <p14:nvPr/>
            </p14:nvContentPartPr>
            <p14:xfrm>
              <a:off x="7248360" y="935760"/>
              <a:ext cx="21240" cy="288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BBDA0321-E5E2-F9FB-7E6F-30D600A5A646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7239360" y="927120"/>
                <a:ext cx="3888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B2F79DF7-B2B3-3F67-1209-CB3882B7F4BE}"/>
                  </a:ext>
                </a:extLst>
              </p14:cNvPr>
              <p14:cNvContentPartPr/>
              <p14:nvPr/>
            </p14:nvContentPartPr>
            <p14:xfrm>
              <a:off x="7376520" y="989400"/>
              <a:ext cx="16560" cy="19080"/>
            </p14:xfrm>
          </p:contentPart>
        </mc:Choice>
        <mc:Fallback xmlns=""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B2F79DF7-B2B3-3F67-1209-CB3882B7F4BE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7367520" y="980760"/>
                <a:ext cx="3420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1365ADEB-C909-066D-7C0C-9B7948AD80F9}"/>
                  </a:ext>
                </a:extLst>
              </p14:cNvPr>
              <p14:cNvContentPartPr/>
              <p14:nvPr/>
            </p14:nvContentPartPr>
            <p14:xfrm>
              <a:off x="7363920" y="1228080"/>
              <a:ext cx="17280" cy="33480"/>
            </p14:xfrm>
          </p:contentPart>
        </mc:Choice>
        <mc:Fallback xmlns=""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1365ADEB-C909-066D-7C0C-9B7948AD80F9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7354920" y="1219440"/>
                <a:ext cx="3492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B1769FF1-6719-410F-22F9-31D2BB6121CE}"/>
                  </a:ext>
                </a:extLst>
              </p14:cNvPr>
              <p14:cNvContentPartPr/>
              <p14:nvPr/>
            </p14:nvContentPartPr>
            <p14:xfrm>
              <a:off x="7311000" y="1320600"/>
              <a:ext cx="5400" cy="6840"/>
            </p14:xfrm>
          </p:contentPart>
        </mc:Choice>
        <mc:Fallback xmlns=""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B1769FF1-6719-410F-22F9-31D2BB6121CE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7302360" y="1311600"/>
                <a:ext cx="2304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0CD31A65-E06A-A3CF-15FC-538AD0CAEA7E}"/>
                  </a:ext>
                </a:extLst>
              </p14:cNvPr>
              <p14:cNvContentPartPr/>
              <p14:nvPr/>
            </p14:nvContentPartPr>
            <p14:xfrm>
              <a:off x="7353840" y="1345440"/>
              <a:ext cx="30600" cy="6120"/>
            </p14:xfrm>
          </p:contentPart>
        </mc:Choice>
        <mc:Fallback xmlns=""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0CD31A65-E06A-A3CF-15FC-538AD0CAEA7E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7344840" y="1336440"/>
                <a:ext cx="4824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31506725-21D3-C7D7-90F6-66423B01B652}"/>
                  </a:ext>
                </a:extLst>
              </p14:cNvPr>
              <p14:cNvContentPartPr/>
              <p14:nvPr/>
            </p14:nvContentPartPr>
            <p14:xfrm>
              <a:off x="7467600" y="1389360"/>
              <a:ext cx="14760" cy="5760"/>
            </p14:xfrm>
          </p:contentPart>
        </mc:Choice>
        <mc:Fallback xmlns=""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31506725-21D3-C7D7-90F6-66423B01B65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58600" y="1380720"/>
                <a:ext cx="3240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5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CEC3EA39-553B-186A-A2C4-78D65758EEC6}"/>
                  </a:ext>
                </a:extLst>
              </p14:cNvPr>
              <p14:cNvContentPartPr/>
              <p14:nvPr/>
            </p14:nvContentPartPr>
            <p14:xfrm>
              <a:off x="7594320" y="1199280"/>
              <a:ext cx="16200" cy="49680"/>
            </p14:xfrm>
          </p:contentPart>
        </mc:Choice>
        <mc:Fallback xmlns=""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CEC3EA39-553B-186A-A2C4-78D65758EEC6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7585680" y="1190280"/>
                <a:ext cx="3384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7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778D9CF4-FCBB-ED98-98CC-947B4813B928}"/>
                  </a:ext>
                </a:extLst>
              </p14:cNvPr>
              <p14:cNvContentPartPr/>
              <p14:nvPr/>
            </p14:nvContentPartPr>
            <p14:xfrm>
              <a:off x="7606200" y="1158600"/>
              <a:ext cx="16560" cy="7560"/>
            </p14:xfrm>
          </p:contentPart>
        </mc:Choice>
        <mc:Fallback xmlns=""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778D9CF4-FCBB-ED98-98CC-947B4813B928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7597560" y="1149600"/>
                <a:ext cx="3420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9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B3A9E9CC-FE7B-87EF-236B-EBC05B7B5933}"/>
                  </a:ext>
                </a:extLst>
              </p14:cNvPr>
              <p14:cNvContentPartPr/>
              <p14:nvPr/>
            </p14:nvContentPartPr>
            <p14:xfrm>
              <a:off x="7434120" y="1167960"/>
              <a:ext cx="10440" cy="2160"/>
            </p14:xfrm>
          </p:contentPart>
        </mc:Choice>
        <mc:Fallback xmlns=""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B3A9E9CC-FE7B-87EF-236B-EBC05B7B5933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7425480" y="1159320"/>
                <a:ext cx="2808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3EAAA613-569E-786A-1BC2-3AAA48A37955}"/>
                  </a:ext>
                </a:extLst>
              </p14:cNvPr>
              <p14:cNvContentPartPr/>
              <p14:nvPr/>
            </p14:nvContentPartPr>
            <p14:xfrm>
              <a:off x="7479480" y="1104240"/>
              <a:ext cx="11520" cy="1260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3EAAA613-569E-786A-1BC2-3AAA48A37955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7470480" y="1095600"/>
                <a:ext cx="2916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4B143AA0-43BB-2879-6ED6-79BA20405844}"/>
                  </a:ext>
                </a:extLst>
              </p14:cNvPr>
              <p14:cNvContentPartPr/>
              <p14:nvPr/>
            </p14:nvContentPartPr>
            <p14:xfrm>
              <a:off x="7312800" y="1528680"/>
              <a:ext cx="10440" cy="12600"/>
            </p14:xfrm>
          </p:contentPart>
        </mc:Choice>
        <mc:Fallback xmlns=""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4B143AA0-43BB-2879-6ED6-79BA20405844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7304160" y="1519680"/>
                <a:ext cx="2808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2F88C148-C555-90DB-D247-8F760859AAA0}"/>
                  </a:ext>
                </a:extLst>
              </p14:cNvPr>
              <p14:cNvContentPartPr/>
              <p14:nvPr/>
            </p14:nvContentPartPr>
            <p14:xfrm>
              <a:off x="7411440" y="1530120"/>
              <a:ext cx="18720" cy="17280"/>
            </p14:xfrm>
          </p:contentPart>
        </mc:Choice>
        <mc:Fallback xmlns=""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2F88C148-C555-90DB-D247-8F760859AAA0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7402800" y="1521480"/>
                <a:ext cx="3636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F5A082F5-2EC3-9B0F-52F9-C16608D84495}"/>
                  </a:ext>
                </a:extLst>
              </p14:cNvPr>
              <p14:cNvContentPartPr/>
              <p14:nvPr/>
            </p14:nvContentPartPr>
            <p14:xfrm>
              <a:off x="7541760" y="1431480"/>
              <a:ext cx="30600" cy="30240"/>
            </p14:xfrm>
          </p:contentPart>
        </mc:Choice>
        <mc:Fallback xmlns=""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F5A082F5-2EC3-9B0F-52F9-C16608D84495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7532760" y="1422480"/>
                <a:ext cx="4824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C034A2EC-1175-0BB6-0392-5204E5F1F719}"/>
                  </a:ext>
                </a:extLst>
              </p14:cNvPr>
              <p14:cNvContentPartPr/>
              <p14:nvPr/>
            </p14:nvContentPartPr>
            <p14:xfrm>
              <a:off x="7654800" y="1351920"/>
              <a:ext cx="25560" cy="30240"/>
            </p14:xfrm>
          </p:contentPart>
        </mc:Choice>
        <mc:Fallback xmlns=""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C034A2EC-1175-0BB6-0392-5204E5F1F719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7645800" y="1342920"/>
                <a:ext cx="4320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FA716E31-E1F3-40F3-C9C6-DDD7525BCF72}"/>
                  </a:ext>
                </a:extLst>
              </p14:cNvPr>
              <p14:cNvContentPartPr/>
              <p14:nvPr/>
            </p14:nvContentPartPr>
            <p14:xfrm>
              <a:off x="7747680" y="1152120"/>
              <a:ext cx="1080" cy="36720"/>
            </p14:xfrm>
          </p:contentPart>
        </mc:Choice>
        <mc:Fallback xmlns=""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FA716E31-E1F3-40F3-C9C6-DDD7525BCF72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7739040" y="1143120"/>
                <a:ext cx="1872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495FA376-2F70-DC31-8795-76BEA3CBCD66}"/>
                  </a:ext>
                </a:extLst>
              </p14:cNvPr>
              <p14:cNvContentPartPr/>
              <p14:nvPr/>
            </p14:nvContentPartPr>
            <p14:xfrm>
              <a:off x="7713840" y="1038360"/>
              <a:ext cx="18000" cy="21600"/>
            </p14:xfrm>
          </p:contentPart>
        </mc:Choice>
        <mc:Fallback xmlns=""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495FA376-2F70-DC31-8795-76BEA3CBCD66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7704840" y="1029720"/>
                <a:ext cx="3564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3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7B842204-B48D-8CC7-7456-1EA637ABD18B}"/>
                  </a:ext>
                </a:extLst>
              </p14:cNvPr>
              <p14:cNvContentPartPr/>
              <p14:nvPr/>
            </p14:nvContentPartPr>
            <p14:xfrm>
              <a:off x="7622760" y="991200"/>
              <a:ext cx="37440" cy="12600"/>
            </p14:xfrm>
          </p:contentPart>
        </mc:Choice>
        <mc:Fallback xmlns=""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7B842204-B48D-8CC7-7456-1EA637ABD18B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7613760" y="982560"/>
                <a:ext cx="5508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5">
            <p14:nvContentPartPr>
              <p14:cNvPr id="289" name="Ink 288">
                <a:extLst>
                  <a:ext uri="{FF2B5EF4-FFF2-40B4-BE49-F238E27FC236}">
                    <a16:creationId xmlns:a16="http://schemas.microsoft.com/office/drawing/2014/main" id="{24FD00BD-45EC-5222-E740-35F8FBAF098C}"/>
                  </a:ext>
                </a:extLst>
              </p14:cNvPr>
              <p14:cNvContentPartPr/>
              <p14:nvPr/>
            </p14:nvContentPartPr>
            <p14:xfrm>
              <a:off x="7527720" y="970680"/>
              <a:ext cx="35640" cy="6120"/>
            </p14:xfrm>
          </p:contentPart>
        </mc:Choice>
        <mc:Fallback xmlns="">
          <p:pic>
            <p:nvPicPr>
              <p:cNvPr id="289" name="Ink 288">
                <a:extLst>
                  <a:ext uri="{FF2B5EF4-FFF2-40B4-BE49-F238E27FC236}">
                    <a16:creationId xmlns:a16="http://schemas.microsoft.com/office/drawing/2014/main" id="{24FD00BD-45EC-5222-E740-35F8FBAF098C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7519080" y="962040"/>
                <a:ext cx="5328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7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32F571C6-0B8B-70DB-4117-A84F735FD3DA}"/>
                  </a:ext>
                </a:extLst>
              </p14:cNvPr>
              <p14:cNvContentPartPr/>
              <p14:nvPr/>
            </p14:nvContentPartPr>
            <p14:xfrm>
              <a:off x="7427280" y="947280"/>
              <a:ext cx="51120" cy="14040"/>
            </p14:xfrm>
          </p:contentPart>
        </mc:Choice>
        <mc:Fallback xmlns=""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32F571C6-0B8B-70DB-4117-A84F735FD3DA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7418640" y="938280"/>
                <a:ext cx="6876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9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43730CE3-A9C9-D7FF-BB73-3E90B628BBCF}"/>
                  </a:ext>
                </a:extLst>
              </p14:cNvPr>
              <p14:cNvContentPartPr/>
              <p14:nvPr/>
            </p14:nvContentPartPr>
            <p14:xfrm>
              <a:off x="7221720" y="1270560"/>
              <a:ext cx="10440" cy="17280"/>
            </p14:xfrm>
          </p:contentPart>
        </mc:Choice>
        <mc:Fallback xmlns=""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43730CE3-A9C9-D7FF-BB73-3E90B628BBCF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7213080" y="1261560"/>
                <a:ext cx="2808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1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12609D66-A801-C97A-8AD9-B679A8E207FF}"/>
                  </a:ext>
                </a:extLst>
              </p14:cNvPr>
              <p14:cNvContentPartPr/>
              <p14:nvPr/>
            </p14:nvContentPartPr>
            <p14:xfrm>
              <a:off x="7235040" y="1403040"/>
              <a:ext cx="9000" cy="324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12609D66-A801-C97A-8AD9-B679A8E207FF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7226040" y="1394400"/>
                <a:ext cx="2664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3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91D9DC52-BA5C-DA66-7F41-AD783E81EF20}"/>
                  </a:ext>
                </a:extLst>
              </p14:cNvPr>
              <p14:cNvContentPartPr/>
              <p14:nvPr/>
            </p14:nvContentPartPr>
            <p14:xfrm>
              <a:off x="7163400" y="1622640"/>
              <a:ext cx="21240" cy="12600"/>
            </p14:xfrm>
          </p:contentPart>
        </mc:Choice>
        <mc:Fallback xmlns=""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91D9DC52-BA5C-DA66-7F41-AD783E81EF20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7154400" y="1614000"/>
                <a:ext cx="3888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5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A4623BDA-BBA5-D7C8-5C21-60ED957340C8}"/>
                  </a:ext>
                </a:extLst>
              </p14:cNvPr>
              <p14:cNvContentPartPr/>
              <p14:nvPr/>
            </p14:nvContentPartPr>
            <p14:xfrm>
              <a:off x="7263840" y="1667640"/>
              <a:ext cx="45000" cy="6120"/>
            </p14:xfrm>
          </p:contentPart>
        </mc:Choice>
        <mc:Fallback xmlns=""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A4623BDA-BBA5-D7C8-5C21-60ED957340C8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7255200" y="1658640"/>
                <a:ext cx="6264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7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3A4C1D56-256A-C665-0DDA-D7D62AD1F0D2}"/>
                  </a:ext>
                </a:extLst>
              </p14:cNvPr>
              <p14:cNvContentPartPr/>
              <p14:nvPr/>
            </p14:nvContentPartPr>
            <p14:xfrm>
              <a:off x="7455720" y="1637040"/>
              <a:ext cx="17280" cy="17280"/>
            </p14:xfrm>
          </p:contentPart>
        </mc:Choice>
        <mc:Fallback xmlns=""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3A4C1D56-256A-C665-0DDA-D7D62AD1F0D2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7446720" y="1628040"/>
                <a:ext cx="3492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F310EC7E-2D19-BF31-154B-2805BDB08D4B}"/>
                  </a:ext>
                </a:extLst>
              </p14:cNvPr>
              <p14:cNvContentPartPr/>
              <p14:nvPr/>
            </p14:nvContentPartPr>
            <p14:xfrm>
              <a:off x="7517640" y="1556760"/>
              <a:ext cx="9000" cy="36360"/>
            </p14:xfrm>
          </p:contentPart>
        </mc:Choice>
        <mc:Fallback xmlns=""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F310EC7E-2D19-BF31-154B-2805BDB08D4B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7509000" y="1548120"/>
                <a:ext cx="2664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E343E489-E202-E672-495C-748EA13941C1}"/>
                  </a:ext>
                </a:extLst>
              </p14:cNvPr>
              <p14:cNvContentPartPr/>
              <p14:nvPr/>
            </p14:nvContentPartPr>
            <p14:xfrm>
              <a:off x="7451040" y="1504920"/>
              <a:ext cx="11160" cy="15120"/>
            </p14:xfrm>
          </p:contentPart>
        </mc:Choice>
        <mc:Fallback xmlns=""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E343E489-E202-E672-495C-748EA13941C1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7442400" y="1496280"/>
                <a:ext cx="2880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873F87D9-E8C3-CB9D-81F8-C1A7D4BF407A}"/>
                  </a:ext>
                </a:extLst>
              </p14:cNvPr>
              <p14:cNvContentPartPr/>
              <p14:nvPr/>
            </p14:nvContentPartPr>
            <p14:xfrm>
              <a:off x="7490640" y="1590960"/>
              <a:ext cx="9000" cy="2880"/>
            </p14:xfrm>
          </p:contentPart>
        </mc:Choice>
        <mc:Fallback xmlns=""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873F87D9-E8C3-CB9D-81F8-C1A7D4BF407A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7482000" y="1581960"/>
                <a:ext cx="2664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3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665A7502-245E-2862-55D0-CBB980C29A79}"/>
                  </a:ext>
                </a:extLst>
              </p14:cNvPr>
              <p14:cNvContentPartPr/>
              <p14:nvPr/>
            </p14:nvContentPartPr>
            <p14:xfrm>
              <a:off x="7665960" y="1476840"/>
              <a:ext cx="17280" cy="5760"/>
            </p14:xfrm>
          </p:contentPart>
        </mc:Choice>
        <mc:Fallback xmlns=""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665A7502-245E-2862-55D0-CBB980C29A79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7657320" y="1467840"/>
                <a:ext cx="3492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5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8F5D7FEF-6C00-C8A8-36F9-04FCF9993605}"/>
                  </a:ext>
                </a:extLst>
              </p14:cNvPr>
              <p14:cNvContentPartPr/>
              <p14:nvPr/>
            </p14:nvContentPartPr>
            <p14:xfrm>
              <a:off x="7753440" y="1317000"/>
              <a:ext cx="16200" cy="30960"/>
            </p14:xfrm>
          </p:contentPart>
        </mc:Choice>
        <mc:Fallback xmlns=""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8F5D7FEF-6C00-C8A8-36F9-04FCF9993605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7744440" y="1308360"/>
                <a:ext cx="3384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7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9E83D74A-F613-5597-6ED0-C8573989F3FF}"/>
                  </a:ext>
                </a:extLst>
              </p14:cNvPr>
              <p14:cNvContentPartPr/>
              <p14:nvPr/>
            </p14:nvContentPartPr>
            <p14:xfrm>
              <a:off x="7671000" y="1521480"/>
              <a:ext cx="2880" cy="9360"/>
            </p14:xfrm>
          </p:contentPart>
        </mc:Choice>
        <mc:Fallback xmlns=""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9E83D74A-F613-5597-6ED0-C8573989F3FF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7662360" y="1512480"/>
                <a:ext cx="2052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7E64B6CB-83AF-802F-016F-98E859292091}"/>
                  </a:ext>
                </a:extLst>
              </p14:cNvPr>
              <p14:cNvContentPartPr/>
              <p14:nvPr/>
            </p14:nvContentPartPr>
            <p14:xfrm>
              <a:off x="7754520" y="1457760"/>
              <a:ext cx="36720" cy="36360"/>
            </p14:xfrm>
          </p:contentPart>
        </mc:Choice>
        <mc:Fallback xmlns=""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7E64B6CB-83AF-802F-016F-98E859292091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7745880" y="1449120"/>
                <a:ext cx="5436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C4B74D3A-9FD5-251F-8640-86887A9CE940}"/>
                  </a:ext>
                </a:extLst>
              </p14:cNvPr>
              <p14:cNvContentPartPr/>
              <p14:nvPr/>
            </p14:nvContentPartPr>
            <p14:xfrm>
              <a:off x="2412000" y="5837564"/>
              <a:ext cx="11520" cy="1080"/>
            </p14:xfrm>
          </p:contentPart>
        </mc:Choice>
        <mc:Fallback xmlns=""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C4B74D3A-9FD5-251F-8640-86887A9CE9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03000" y="5828924"/>
                <a:ext cx="2916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1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BF26025F-540A-2C32-11DD-BE51A30AA832}"/>
                  </a:ext>
                </a:extLst>
              </p14:cNvPr>
              <p14:cNvContentPartPr/>
              <p14:nvPr/>
            </p14:nvContentPartPr>
            <p14:xfrm>
              <a:off x="791640" y="3985724"/>
              <a:ext cx="176760" cy="2237760"/>
            </p14:xfrm>
          </p:contentPart>
        </mc:Choice>
        <mc:Fallback xmlns=""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BF26025F-540A-2C32-11DD-BE51A30AA83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2640" y="3976724"/>
                <a:ext cx="194400" cy="225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406F00EF-93E0-0056-1529-A3536FBD95AA}"/>
                  </a:ext>
                </a:extLst>
              </p14:cNvPr>
              <p14:cNvContentPartPr/>
              <p14:nvPr/>
            </p14:nvContentPartPr>
            <p14:xfrm>
              <a:off x="806400" y="3976004"/>
              <a:ext cx="3971520" cy="2444400"/>
            </p14:xfrm>
          </p:contentPart>
        </mc:Choice>
        <mc:Fallback xmlns=""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406F00EF-93E0-0056-1529-A3536FBD95A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7760" y="3967364"/>
                <a:ext cx="3989160" cy="246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3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312FE158-3391-A52D-10FA-192EDDA2D39F}"/>
                  </a:ext>
                </a:extLst>
              </p14:cNvPr>
              <p14:cNvContentPartPr/>
              <p14:nvPr/>
            </p14:nvContentPartPr>
            <p14:xfrm>
              <a:off x="974880" y="6181724"/>
              <a:ext cx="3764160" cy="168120"/>
            </p14:xfrm>
          </p:contentPart>
        </mc:Choice>
        <mc:Fallback xmlns=""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312FE158-3391-A52D-10FA-192EDDA2D39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66240" y="6172724"/>
                <a:ext cx="378180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86264371-BDE7-6465-336A-196D132FC14C}"/>
                  </a:ext>
                </a:extLst>
              </p14:cNvPr>
              <p14:cNvContentPartPr/>
              <p14:nvPr/>
            </p14:nvContentPartPr>
            <p14:xfrm>
              <a:off x="3502440" y="4677284"/>
              <a:ext cx="5040" cy="12960"/>
            </p14:xfrm>
          </p:contentPart>
        </mc:Choice>
        <mc:Fallback xmlns=""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86264371-BDE7-6465-336A-196D132FC14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493800" y="4668284"/>
                <a:ext cx="2268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5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CA15DFA7-A1AC-ADCB-1650-15817965BC91}"/>
                  </a:ext>
                </a:extLst>
              </p14:cNvPr>
              <p14:cNvContentPartPr/>
              <p14:nvPr/>
            </p14:nvContentPartPr>
            <p14:xfrm>
              <a:off x="3364200" y="4482884"/>
              <a:ext cx="36000" cy="91080"/>
            </p14:xfrm>
          </p:contentPart>
        </mc:Choice>
        <mc:Fallback xmlns=""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CA15DFA7-A1AC-ADCB-1650-15817965BC9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355560" y="4473884"/>
                <a:ext cx="5364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DF21FB5A-25DE-EA48-610E-F8BCAA0AB775}"/>
                  </a:ext>
                </a:extLst>
              </p14:cNvPr>
              <p14:cNvContentPartPr/>
              <p14:nvPr/>
            </p14:nvContentPartPr>
            <p14:xfrm>
              <a:off x="3422880" y="4338884"/>
              <a:ext cx="46800" cy="57960"/>
            </p14:xfrm>
          </p:contentPart>
        </mc:Choice>
        <mc:Fallback xmlns=""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DF21FB5A-25DE-EA48-610E-F8BCAA0AB77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414240" y="4330244"/>
                <a:ext cx="6444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7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3BC948A4-C4D2-FD36-FC22-F1052318AD1D}"/>
                  </a:ext>
                </a:extLst>
              </p14:cNvPr>
              <p14:cNvContentPartPr/>
              <p14:nvPr/>
            </p14:nvContentPartPr>
            <p14:xfrm>
              <a:off x="3575520" y="4248884"/>
              <a:ext cx="112320" cy="52920"/>
            </p14:xfrm>
          </p:contentPart>
        </mc:Choice>
        <mc:Fallback xmlns=""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3BC948A4-C4D2-FD36-FC22-F1052318AD1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566880" y="4240244"/>
                <a:ext cx="12996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89F871BA-1D92-8C4A-B28E-6543A60D5E06}"/>
                  </a:ext>
                </a:extLst>
              </p14:cNvPr>
              <p14:cNvContentPartPr/>
              <p14:nvPr/>
            </p14:nvContentPartPr>
            <p14:xfrm>
              <a:off x="3801240" y="4229804"/>
              <a:ext cx="139320" cy="5760"/>
            </p14:xfrm>
          </p:contentPart>
        </mc:Choice>
        <mc:Fallback xmlns=""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89F871BA-1D92-8C4A-B28E-6543A60D5E0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792240" y="4221164"/>
                <a:ext cx="15696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9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7993F58B-904C-7E49-A8FE-58DEA106FBC5}"/>
                  </a:ext>
                </a:extLst>
              </p14:cNvPr>
              <p14:cNvContentPartPr/>
              <p14:nvPr/>
            </p14:nvContentPartPr>
            <p14:xfrm>
              <a:off x="4105800" y="4261124"/>
              <a:ext cx="41040" cy="61200"/>
            </p14:xfrm>
          </p:contentPart>
        </mc:Choice>
        <mc:Fallback xmlns=""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7993F58B-904C-7E49-A8FE-58DEA106FBC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097160" y="4252484"/>
                <a:ext cx="5868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138D15C2-C720-58B4-CB81-FBA4BFECA524}"/>
                  </a:ext>
                </a:extLst>
              </p14:cNvPr>
              <p14:cNvContentPartPr/>
              <p14:nvPr/>
            </p14:nvContentPartPr>
            <p14:xfrm>
              <a:off x="4220280" y="4436084"/>
              <a:ext cx="67680" cy="75240"/>
            </p14:xfrm>
          </p:contentPart>
        </mc:Choice>
        <mc:Fallback xmlns=""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138D15C2-C720-58B4-CB81-FBA4BFECA52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211640" y="4427444"/>
                <a:ext cx="8532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1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35C501CD-0C13-319E-427F-92585CEAA5B5}"/>
                  </a:ext>
                </a:extLst>
              </p14:cNvPr>
              <p14:cNvContentPartPr/>
              <p14:nvPr/>
            </p14:nvContentPartPr>
            <p14:xfrm>
              <a:off x="4308120" y="4685204"/>
              <a:ext cx="10440" cy="66960"/>
            </p14:xfrm>
          </p:contentPart>
        </mc:Choice>
        <mc:Fallback xmlns=""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35C501CD-0C13-319E-427F-92585CEAA5B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299480" y="4676564"/>
                <a:ext cx="2808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315" name="Ink 314">
                <a:extLst>
                  <a:ext uri="{FF2B5EF4-FFF2-40B4-BE49-F238E27FC236}">
                    <a16:creationId xmlns:a16="http://schemas.microsoft.com/office/drawing/2014/main" id="{28A5B401-E4E2-540C-F0E4-B0DE163DADA2}"/>
                  </a:ext>
                </a:extLst>
              </p14:cNvPr>
              <p14:cNvContentPartPr/>
              <p14:nvPr/>
            </p14:nvContentPartPr>
            <p14:xfrm>
              <a:off x="3975120" y="4967444"/>
              <a:ext cx="77040" cy="6120"/>
            </p14:xfrm>
          </p:contentPart>
        </mc:Choice>
        <mc:Fallback xmlns="">
          <p:pic>
            <p:nvPicPr>
              <p:cNvPr id="315" name="Ink 314">
                <a:extLst>
                  <a:ext uri="{FF2B5EF4-FFF2-40B4-BE49-F238E27FC236}">
                    <a16:creationId xmlns:a16="http://schemas.microsoft.com/office/drawing/2014/main" id="{28A5B401-E4E2-540C-F0E4-B0DE163DADA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966480" y="4958804"/>
                <a:ext cx="9468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3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1C4AB7CF-D000-A94D-BF60-B3106EDC2D94}"/>
                  </a:ext>
                </a:extLst>
              </p14:cNvPr>
              <p14:cNvContentPartPr/>
              <p14:nvPr/>
            </p14:nvContentPartPr>
            <p14:xfrm>
              <a:off x="3774240" y="4985084"/>
              <a:ext cx="90720" cy="3960"/>
            </p14:xfrm>
          </p:contentPart>
        </mc:Choice>
        <mc:Fallback xmlns=""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1C4AB7CF-D000-A94D-BF60-B3106EDC2D9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765240" y="4976444"/>
                <a:ext cx="10836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8020F2D3-4966-EC55-79F4-A1B190F73AAD}"/>
                  </a:ext>
                </a:extLst>
              </p14:cNvPr>
              <p14:cNvContentPartPr/>
              <p14:nvPr/>
            </p14:nvContentPartPr>
            <p14:xfrm>
              <a:off x="3735360" y="4865564"/>
              <a:ext cx="19080" cy="117720"/>
            </p14:xfrm>
          </p:contentPart>
        </mc:Choice>
        <mc:Fallback xmlns=""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8020F2D3-4966-EC55-79F4-A1B190F73AA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726360" y="4856924"/>
                <a:ext cx="3672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5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E366C51B-E44B-D24A-B520-220EBFFCAADA}"/>
                  </a:ext>
                </a:extLst>
              </p14:cNvPr>
              <p14:cNvContentPartPr/>
              <p14:nvPr/>
            </p14:nvContentPartPr>
            <p14:xfrm>
              <a:off x="3888000" y="4631924"/>
              <a:ext cx="47520" cy="51120"/>
            </p14:xfrm>
          </p:contentPart>
        </mc:Choice>
        <mc:Fallback xmlns=""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E366C51B-E44B-D24A-B520-220EBFFCAAD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879000" y="4622924"/>
                <a:ext cx="6516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452CBC3C-74D8-AE6E-72CD-491EB7DE300B}"/>
                  </a:ext>
                </a:extLst>
              </p14:cNvPr>
              <p14:cNvContentPartPr/>
              <p14:nvPr/>
            </p14:nvContentPartPr>
            <p14:xfrm>
              <a:off x="4004640" y="4609964"/>
              <a:ext cx="27360" cy="18720"/>
            </p14:xfrm>
          </p:contentPart>
        </mc:Choice>
        <mc:Fallback xmlns=""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452CBC3C-74D8-AE6E-72CD-491EB7DE300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996000" y="4601324"/>
                <a:ext cx="4500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7">
            <p14:nvContentPartPr>
              <p14:cNvPr id="320" name="Ink 319">
                <a:extLst>
                  <a:ext uri="{FF2B5EF4-FFF2-40B4-BE49-F238E27FC236}">
                    <a16:creationId xmlns:a16="http://schemas.microsoft.com/office/drawing/2014/main" id="{97DE2CB0-336F-7D4D-179F-35ACEF2F7283}"/>
                  </a:ext>
                </a:extLst>
              </p14:cNvPr>
              <p14:cNvContentPartPr/>
              <p14:nvPr/>
            </p14:nvContentPartPr>
            <p14:xfrm>
              <a:off x="3958920" y="4813364"/>
              <a:ext cx="31680" cy="26280"/>
            </p14:xfrm>
          </p:contentPart>
        </mc:Choice>
        <mc:Fallback xmlns="">
          <p:pic>
            <p:nvPicPr>
              <p:cNvPr id="320" name="Ink 319">
                <a:extLst>
                  <a:ext uri="{FF2B5EF4-FFF2-40B4-BE49-F238E27FC236}">
                    <a16:creationId xmlns:a16="http://schemas.microsoft.com/office/drawing/2014/main" id="{97DE2CB0-336F-7D4D-179F-35ACEF2F728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950280" y="4804364"/>
                <a:ext cx="4932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30D5E218-EBCC-F05F-88DB-0281F9C98A29}"/>
                  </a:ext>
                </a:extLst>
              </p14:cNvPr>
              <p14:cNvContentPartPr/>
              <p14:nvPr/>
            </p14:nvContentPartPr>
            <p14:xfrm>
              <a:off x="3747960" y="4787444"/>
              <a:ext cx="87120" cy="36360"/>
            </p14:xfrm>
          </p:contentPart>
        </mc:Choice>
        <mc:Fallback xmlns=""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30D5E218-EBCC-F05F-88DB-0281F9C98A2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738960" y="4778444"/>
                <a:ext cx="10476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9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4BB53931-5020-1114-7B2B-2DA8600684CB}"/>
                  </a:ext>
                </a:extLst>
              </p14:cNvPr>
              <p14:cNvContentPartPr/>
              <p14:nvPr/>
            </p14:nvContentPartPr>
            <p14:xfrm>
              <a:off x="3610800" y="4657124"/>
              <a:ext cx="13680" cy="67680"/>
            </p14:xfrm>
          </p:contentPart>
        </mc:Choice>
        <mc:Fallback xmlns=""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4BB53931-5020-1114-7B2B-2DA8600684C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602160" y="4648124"/>
                <a:ext cx="3132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323" name="Ink 322">
                <a:extLst>
                  <a:ext uri="{FF2B5EF4-FFF2-40B4-BE49-F238E27FC236}">
                    <a16:creationId xmlns:a16="http://schemas.microsoft.com/office/drawing/2014/main" id="{7E1026EF-6B36-4DAF-3862-EC7CF9A527CF}"/>
                  </a:ext>
                </a:extLst>
              </p14:cNvPr>
              <p14:cNvContentPartPr/>
              <p14:nvPr/>
            </p14:nvContentPartPr>
            <p14:xfrm>
              <a:off x="3664800" y="4446164"/>
              <a:ext cx="34200" cy="97560"/>
            </p14:xfrm>
          </p:contentPart>
        </mc:Choice>
        <mc:Fallback xmlns="">
          <p:pic>
            <p:nvPicPr>
              <p:cNvPr id="323" name="Ink 322">
                <a:extLst>
                  <a:ext uri="{FF2B5EF4-FFF2-40B4-BE49-F238E27FC236}">
                    <a16:creationId xmlns:a16="http://schemas.microsoft.com/office/drawing/2014/main" id="{7E1026EF-6B36-4DAF-3862-EC7CF9A527C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656160" y="4437524"/>
                <a:ext cx="5184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1">
            <p14:nvContentPartPr>
              <p14:cNvPr id="324" name="Ink 323">
                <a:extLst>
                  <a:ext uri="{FF2B5EF4-FFF2-40B4-BE49-F238E27FC236}">
                    <a16:creationId xmlns:a16="http://schemas.microsoft.com/office/drawing/2014/main" id="{C35E693F-31B6-88CB-FDC5-C98EE7892885}"/>
                  </a:ext>
                </a:extLst>
              </p14:cNvPr>
              <p14:cNvContentPartPr/>
              <p14:nvPr/>
            </p14:nvContentPartPr>
            <p14:xfrm>
              <a:off x="3820680" y="4345004"/>
              <a:ext cx="60120" cy="6840"/>
            </p14:xfrm>
          </p:contentPart>
        </mc:Choice>
        <mc:Fallback xmlns="">
          <p:pic>
            <p:nvPicPr>
              <p:cNvPr id="324" name="Ink 323">
                <a:extLst>
                  <a:ext uri="{FF2B5EF4-FFF2-40B4-BE49-F238E27FC236}">
                    <a16:creationId xmlns:a16="http://schemas.microsoft.com/office/drawing/2014/main" id="{C35E693F-31B6-88CB-FDC5-C98EE789288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812040" y="4336004"/>
                <a:ext cx="7776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2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D4F9669B-9CA8-8C31-DFA7-3FFCBFD12B3C}"/>
                  </a:ext>
                </a:extLst>
              </p14:cNvPr>
              <p14:cNvContentPartPr/>
              <p14:nvPr/>
            </p14:nvContentPartPr>
            <p14:xfrm>
              <a:off x="4162680" y="4551644"/>
              <a:ext cx="9000" cy="41040"/>
            </p14:xfrm>
          </p:contentPart>
        </mc:Choice>
        <mc:Fallback xmlns=""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D4F9669B-9CA8-8C31-DFA7-3FFCBFD12B3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153680" y="4543004"/>
                <a:ext cx="2664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3">
            <p14:nvContentPartPr>
              <p14:cNvPr id="326" name="Ink 325">
                <a:extLst>
                  <a:ext uri="{FF2B5EF4-FFF2-40B4-BE49-F238E27FC236}">
                    <a16:creationId xmlns:a16="http://schemas.microsoft.com/office/drawing/2014/main" id="{C88ED412-0884-C593-49A7-CD54AE58F5CF}"/>
                  </a:ext>
                </a:extLst>
              </p14:cNvPr>
              <p14:cNvContentPartPr/>
              <p14:nvPr/>
            </p14:nvContentPartPr>
            <p14:xfrm>
              <a:off x="4168080" y="4651364"/>
              <a:ext cx="5400" cy="21600"/>
            </p14:xfrm>
          </p:contentPart>
        </mc:Choice>
        <mc:Fallback xmlns="">
          <p:pic>
            <p:nvPicPr>
              <p:cNvPr id="326" name="Ink 325">
                <a:extLst>
                  <a:ext uri="{FF2B5EF4-FFF2-40B4-BE49-F238E27FC236}">
                    <a16:creationId xmlns:a16="http://schemas.microsoft.com/office/drawing/2014/main" id="{C88ED412-0884-C593-49A7-CD54AE58F5C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159440" y="4642364"/>
                <a:ext cx="2304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327" name="Ink 326">
                <a:extLst>
                  <a:ext uri="{FF2B5EF4-FFF2-40B4-BE49-F238E27FC236}">
                    <a16:creationId xmlns:a16="http://schemas.microsoft.com/office/drawing/2014/main" id="{1D862193-425F-0311-0416-F9DABCD458A0}"/>
                  </a:ext>
                </a:extLst>
              </p14:cNvPr>
              <p14:cNvContentPartPr/>
              <p14:nvPr/>
            </p14:nvContentPartPr>
            <p14:xfrm>
              <a:off x="3989160" y="4724084"/>
              <a:ext cx="66240" cy="10800"/>
            </p14:xfrm>
          </p:contentPart>
        </mc:Choice>
        <mc:Fallback xmlns="">
          <p:pic>
            <p:nvPicPr>
              <p:cNvPr id="327" name="Ink 326">
                <a:extLst>
                  <a:ext uri="{FF2B5EF4-FFF2-40B4-BE49-F238E27FC236}">
                    <a16:creationId xmlns:a16="http://schemas.microsoft.com/office/drawing/2014/main" id="{1D862193-425F-0311-0416-F9DABCD458A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980160" y="4715444"/>
                <a:ext cx="8388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5">
            <p14:nvContentPartPr>
              <p14:cNvPr id="328" name="Ink 327">
                <a:extLst>
                  <a:ext uri="{FF2B5EF4-FFF2-40B4-BE49-F238E27FC236}">
                    <a16:creationId xmlns:a16="http://schemas.microsoft.com/office/drawing/2014/main" id="{9BDBE2CC-F48E-5184-E96A-08F045EC64BD}"/>
                  </a:ext>
                </a:extLst>
              </p14:cNvPr>
              <p14:cNvContentPartPr/>
              <p14:nvPr/>
            </p14:nvContentPartPr>
            <p14:xfrm>
              <a:off x="3921840" y="4515284"/>
              <a:ext cx="6120" cy="18000"/>
            </p14:xfrm>
          </p:contentPart>
        </mc:Choice>
        <mc:Fallback xmlns="">
          <p:pic>
            <p:nvPicPr>
              <p:cNvPr id="328" name="Ink 327">
                <a:extLst>
                  <a:ext uri="{FF2B5EF4-FFF2-40B4-BE49-F238E27FC236}">
                    <a16:creationId xmlns:a16="http://schemas.microsoft.com/office/drawing/2014/main" id="{9BDBE2CC-F48E-5184-E96A-08F045EC64B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913200" y="4506284"/>
                <a:ext cx="2376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E1E61898-3E12-63FF-B617-3DDD6905D608}"/>
                  </a:ext>
                </a:extLst>
              </p14:cNvPr>
              <p14:cNvContentPartPr/>
              <p14:nvPr/>
            </p14:nvContentPartPr>
            <p14:xfrm>
              <a:off x="4016160" y="4455524"/>
              <a:ext cx="7920" cy="3960"/>
            </p14:xfrm>
          </p:contentPart>
        </mc:Choice>
        <mc:Fallback xmlns=""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E1E61898-3E12-63FF-B617-3DDD6905D60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007160" y="4446884"/>
                <a:ext cx="2556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7">
            <p14:nvContentPartPr>
              <p14:cNvPr id="330" name="Ink 329">
                <a:extLst>
                  <a:ext uri="{FF2B5EF4-FFF2-40B4-BE49-F238E27FC236}">
                    <a16:creationId xmlns:a16="http://schemas.microsoft.com/office/drawing/2014/main" id="{283F3A60-96BC-3AF2-CAC7-D42BEBA2F07B}"/>
                  </a:ext>
                </a:extLst>
              </p14:cNvPr>
              <p14:cNvContentPartPr/>
              <p14:nvPr/>
            </p14:nvContentPartPr>
            <p14:xfrm>
              <a:off x="4067640" y="4483964"/>
              <a:ext cx="13680" cy="22320"/>
            </p14:xfrm>
          </p:contentPart>
        </mc:Choice>
        <mc:Fallback xmlns="">
          <p:pic>
            <p:nvPicPr>
              <p:cNvPr id="330" name="Ink 329">
                <a:extLst>
                  <a:ext uri="{FF2B5EF4-FFF2-40B4-BE49-F238E27FC236}">
                    <a16:creationId xmlns:a16="http://schemas.microsoft.com/office/drawing/2014/main" id="{283F3A60-96BC-3AF2-CAC7-D42BEBA2F07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058640" y="4474964"/>
                <a:ext cx="3132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331" name="Ink 330">
                <a:extLst>
                  <a:ext uri="{FF2B5EF4-FFF2-40B4-BE49-F238E27FC236}">
                    <a16:creationId xmlns:a16="http://schemas.microsoft.com/office/drawing/2014/main" id="{F445B213-B463-BB11-EEB0-A7742EF574FA}"/>
                  </a:ext>
                </a:extLst>
              </p14:cNvPr>
              <p14:cNvContentPartPr/>
              <p14:nvPr/>
            </p14:nvContentPartPr>
            <p14:xfrm>
              <a:off x="3838320" y="4604564"/>
              <a:ext cx="102240" cy="33480"/>
            </p14:xfrm>
          </p:contentPart>
        </mc:Choice>
        <mc:Fallback xmlns="">
          <p:pic>
            <p:nvPicPr>
              <p:cNvPr id="331" name="Ink 330">
                <a:extLst>
                  <a:ext uri="{FF2B5EF4-FFF2-40B4-BE49-F238E27FC236}">
                    <a16:creationId xmlns:a16="http://schemas.microsoft.com/office/drawing/2014/main" id="{F445B213-B463-BB11-EEB0-A7742EF574F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829320" y="4595924"/>
                <a:ext cx="11988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9">
            <p14:nvContentPartPr>
              <p14:cNvPr id="332" name="Ink 331">
                <a:extLst>
                  <a:ext uri="{FF2B5EF4-FFF2-40B4-BE49-F238E27FC236}">
                    <a16:creationId xmlns:a16="http://schemas.microsoft.com/office/drawing/2014/main" id="{64ED6004-82CB-184E-46B9-232ED9F0ADE0}"/>
                  </a:ext>
                </a:extLst>
              </p14:cNvPr>
              <p14:cNvContentPartPr/>
              <p14:nvPr/>
            </p14:nvContentPartPr>
            <p14:xfrm>
              <a:off x="3706200" y="4696724"/>
              <a:ext cx="35640" cy="26280"/>
            </p14:xfrm>
          </p:contentPart>
        </mc:Choice>
        <mc:Fallback xmlns="">
          <p:pic>
            <p:nvPicPr>
              <p:cNvPr id="332" name="Ink 331">
                <a:extLst>
                  <a:ext uri="{FF2B5EF4-FFF2-40B4-BE49-F238E27FC236}">
                    <a16:creationId xmlns:a16="http://schemas.microsoft.com/office/drawing/2014/main" id="{64ED6004-82CB-184E-46B9-232ED9F0ADE0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697560" y="4687724"/>
                <a:ext cx="5328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333" name="Ink 332">
                <a:extLst>
                  <a:ext uri="{FF2B5EF4-FFF2-40B4-BE49-F238E27FC236}">
                    <a16:creationId xmlns:a16="http://schemas.microsoft.com/office/drawing/2014/main" id="{B61F8187-D08F-DA2D-DC2D-2D38E7D5BF16}"/>
                  </a:ext>
                </a:extLst>
              </p14:cNvPr>
              <p14:cNvContentPartPr/>
              <p14:nvPr/>
            </p14:nvContentPartPr>
            <p14:xfrm>
              <a:off x="3549960" y="4793204"/>
              <a:ext cx="23760" cy="20520"/>
            </p14:xfrm>
          </p:contentPart>
        </mc:Choice>
        <mc:Fallback xmlns="">
          <p:pic>
            <p:nvPicPr>
              <p:cNvPr id="333" name="Ink 332">
                <a:extLst>
                  <a:ext uri="{FF2B5EF4-FFF2-40B4-BE49-F238E27FC236}">
                    <a16:creationId xmlns:a16="http://schemas.microsoft.com/office/drawing/2014/main" id="{B61F8187-D08F-DA2D-DC2D-2D38E7D5BF1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540960" y="4784204"/>
                <a:ext cx="4140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1">
            <p14:nvContentPartPr>
              <p14:cNvPr id="334" name="Ink 333">
                <a:extLst>
                  <a:ext uri="{FF2B5EF4-FFF2-40B4-BE49-F238E27FC236}">
                    <a16:creationId xmlns:a16="http://schemas.microsoft.com/office/drawing/2014/main" id="{99F31EBC-D39D-20CC-EC51-5B1514BA9F50}"/>
                  </a:ext>
                </a:extLst>
              </p14:cNvPr>
              <p14:cNvContentPartPr/>
              <p14:nvPr/>
            </p14:nvContentPartPr>
            <p14:xfrm>
              <a:off x="3453840" y="4934684"/>
              <a:ext cx="64440" cy="14400"/>
            </p14:xfrm>
          </p:contentPart>
        </mc:Choice>
        <mc:Fallback xmlns="">
          <p:pic>
            <p:nvPicPr>
              <p:cNvPr id="334" name="Ink 333">
                <a:extLst>
                  <a:ext uri="{FF2B5EF4-FFF2-40B4-BE49-F238E27FC236}">
                    <a16:creationId xmlns:a16="http://schemas.microsoft.com/office/drawing/2014/main" id="{99F31EBC-D39D-20CC-EC51-5B1514BA9F5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444840" y="4925684"/>
                <a:ext cx="8208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2">
            <p14:nvContentPartPr>
              <p14:cNvPr id="335" name="Ink 334">
                <a:extLst>
                  <a:ext uri="{FF2B5EF4-FFF2-40B4-BE49-F238E27FC236}">
                    <a16:creationId xmlns:a16="http://schemas.microsoft.com/office/drawing/2014/main" id="{C428B00F-FBF4-9966-E7AE-C1BCE03AAD0F}"/>
                  </a:ext>
                </a:extLst>
              </p14:cNvPr>
              <p14:cNvContentPartPr/>
              <p14:nvPr/>
            </p14:nvContentPartPr>
            <p14:xfrm>
              <a:off x="3664800" y="4866644"/>
              <a:ext cx="38520" cy="17280"/>
            </p14:xfrm>
          </p:contentPart>
        </mc:Choice>
        <mc:Fallback xmlns="">
          <p:pic>
            <p:nvPicPr>
              <p:cNvPr id="335" name="Ink 334">
                <a:extLst>
                  <a:ext uri="{FF2B5EF4-FFF2-40B4-BE49-F238E27FC236}">
                    <a16:creationId xmlns:a16="http://schemas.microsoft.com/office/drawing/2014/main" id="{C428B00F-FBF4-9966-E7AE-C1BCE03AAD0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656160" y="4858004"/>
                <a:ext cx="5616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3">
            <p14:nvContentPartPr>
              <p14:cNvPr id="336" name="Ink 335">
                <a:extLst>
                  <a:ext uri="{FF2B5EF4-FFF2-40B4-BE49-F238E27FC236}">
                    <a16:creationId xmlns:a16="http://schemas.microsoft.com/office/drawing/2014/main" id="{46E81CD7-5659-9E54-DA1F-23026852D66C}"/>
                  </a:ext>
                </a:extLst>
              </p14:cNvPr>
              <p14:cNvContentPartPr/>
              <p14:nvPr/>
            </p14:nvContentPartPr>
            <p14:xfrm>
              <a:off x="1438560" y="6042044"/>
              <a:ext cx="20520" cy="11520"/>
            </p14:xfrm>
          </p:contentPart>
        </mc:Choice>
        <mc:Fallback xmlns="">
          <p:pic>
            <p:nvPicPr>
              <p:cNvPr id="336" name="Ink 335">
                <a:extLst>
                  <a:ext uri="{FF2B5EF4-FFF2-40B4-BE49-F238E27FC236}">
                    <a16:creationId xmlns:a16="http://schemas.microsoft.com/office/drawing/2014/main" id="{46E81CD7-5659-9E54-DA1F-23026852D66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429920" y="6033044"/>
                <a:ext cx="3816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4">
            <p14:nvContentPartPr>
              <p14:cNvPr id="337" name="Ink 336">
                <a:extLst>
                  <a:ext uri="{FF2B5EF4-FFF2-40B4-BE49-F238E27FC236}">
                    <a16:creationId xmlns:a16="http://schemas.microsoft.com/office/drawing/2014/main" id="{5461B8C9-2573-1D42-1F49-A96003001CA7}"/>
                  </a:ext>
                </a:extLst>
              </p14:cNvPr>
              <p14:cNvContentPartPr/>
              <p14:nvPr/>
            </p14:nvContentPartPr>
            <p14:xfrm>
              <a:off x="1297800" y="5854124"/>
              <a:ext cx="21600" cy="69120"/>
            </p14:xfrm>
          </p:contentPart>
        </mc:Choice>
        <mc:Fallback xmlns="">
          <p:pic>
            <p:nvPicPr>
              <p:cNvPr id="337" name="Ink 336">
                <a:extLst>
                  <a:ext uri="{FF2B5EF4-FFF2-40B4-BE49-F238E27FC236}">
                    <a16:creationId xmlns:a16="http://schemas.microsoft.com/office/drawing/2014/main" id="{5461B8C9-2573-1D42-1F49-A96003001CA7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289160" y="5845124"/>
                <a:ext cx="3924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5">
            <p14:nvContentPartPr>
              <p14:cNvPr id="338" name="Ink 337">
                <a:extLst>
                  <a:ext uri="{FF2B5EF4-FFF2-40B4-BE49-F238E27FC236}">
                    <a16:creationId xmlns:a16="http://schemas.microsoft.com/office/drawing/2014/main" id="{5B613021-AFBA-AD11-6179-3E0B6C3F6BFC}"/>
                  </a:ext>
                </a:extLst>
              </p14:cNvPr>
              <p14:cNvContentPartPr/>
              <p14:nvPr/>
            </p14:nvContentPartPr>
            <p14:xfrm>
              <a:off x="1311480" y="5673044"/>
              <a:ext cx="28080" cy="115920"/>
            </p14:xfrm>
          </p:contentPart>
        </mc:Choice>
        <mc:Fallback xmlns="">
          <p:pic>
            <p:nvPicPr>
              <p:cNvPr id="338" name="Ink 337">
                <a:extLst>
                  <a:ext uri="{FF2B5EF4-FFF2-40B4-BE49-F238E27FC236}">
                    <a16:creationId xmlns:a16="http://schemas.microsoft.com/office/drawing/2014/main" id="{5B613021-AFBA-AD11-6179-3E0B6C3F6BFC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302840" y="5664404"/>
                <a:ext cx="4572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6">
            <p14:nvContentPartPr>
              <p14:cNvPr id="339" name="Ink 338">
                <a:extLst>
                  <a:ext uri="{FF2B5EF4-FFF2-40B4-BE49-F238E27FC236}">
                    <a16:creationId xmlns:a16="http://schemas.microsoft.com/office/drawing/2014/main" id="{98E54943-F980-0C29-DE44-8DB9C97EDBC0}"/>
                  </a:ext>
                </a:extLst>
              </p14:cNvPr>
              <p14:cNvContentPartPr/>
              <p14:nvPr/>
            </p14:nvContentPartPr>
            <p14:xfrm>
              <a:off x="1410840" y="5628404"/>
              <a:ext cx="13680" cy="12240"/>
            </p14:xfrm>
          </p:contentPart>
        </mc:Choice>
        <mc:Fallback xmlns="">
          <p:pic>
            <p:nvPicPr>
              <p:cNvPr id="339" name="Ink 338">
                <a:extLst>
                  <a:ext uri="{FF2B5EF4-FFF2-40B4-BE49-F238E27FC236}">
                    <a16:creationId xmlns:a16="http://schemas.microsoft.com/office/drawing/2014/main" id="{98E54943-F980-0C29-DE44-8DB9C97EDBC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402200" y="5619764"/>
                <a:ext cx="3132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7">
            <p14:nvContentPartPr>
              <p14:cNvPr id="340" name="Ink 339">
                <a:extLst>
                  <a:ext uri="{FF2B5EF4-FFF2-40B4-BE49-F238E27FC236}">
                    <a16:creationId xmlns:a16="http://schemas.microsoft.com/office/drawing/2014/main" id="{A1F949DF-C6EA-0C22-E2F4-5C88C4F99CAB}"/>
                  </a:ext>
                </a:extLst>
              </p14:cNvPr>
              <p14:cNvContentPartPr/>
              <p14:nvPr/>
            </p14:nvContentPartPr>
            <p14:xfrm>
              <a:off x="1578240" y="5543804"/>
              <a:ext cx="68760" cy="26280"/>
            </p14:xfrm>
          </p:contentPart>
        </mc:Choice>
        <mc:Fallback xmlns="">
          <p:pic>
            <p:nvPicPr>
              <p:cNvPr id="340" name="Ink 339">
                <a:extLst>
                  <a:ext uri="{FF2B5EF4-FFF2-40B4-BE49-F238E27FC236}">
                    <a16:creationId xmlns:a16="http://schemas.microsoft.com/office/drawing/2014/main" id="{A1F949DF-C6EA-0C22-E2F4-5C88C4F99CAB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569240" y="5534804"/>
                <a:ext cx="8640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341" name="Ink 340">
                <a:extLst>
                  <a:ext uri="{FF2B5EF4-FFF2-40B4-BE49-F238E27FC236}">
                    <a16:creationId xmlns:a16="http://schemas.microsoft.com/office/drawing/2014/main" id="{F71A5CBB-2832-11C7-DD5C-D7DFD1FBF929}"/>
                  </a:ext>
                </a:extLst>
              </p14:cNvPr>
              <p14:cNvContentPartPr/>
              <p14:nvPr/>
            </p14:nvContentPartPr>
            <p14:xfrm>
              <a:off x="1764000" y="5697884"/>
              <a:ext cx="38160" cy="55080"/>
            </p14:xfrm>
          </p:contentPart>
        </mc:Choice>
        <mc:Fallback xmlns="">
          <p:pic>
            <p:nvPicPr>
              <p:cNvPr id="341" name="Ink 340">
                <a:extLst>
                  <a:ext uri="{FF2B5EF4-FFF2-40B4-BE49-F238E27FC236}">
                    <a16:creationId xmlns:a16="http://schemas.microsoft.com/office/drawing/2014/main" id="{F71A5CBB-2832-11C7-DD5C-D7DFD1FBF929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755360" y="5689244"/>
                <a:ext cx="5580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9">
            <p14:nvContentPartPr>
              <p14:cNvPr id="342" name="Ink 341">
                <a:extLst>
                  <a:ext uri="{FF2B5EF4-FFF2-40B4-BE49-F238E27FC236}">
                    <a16:creationId xmlns:a16="http://schemas.microsoft.com/office/drawing/2014/main" id="{8F7CDC64-0B67-CED6-D72A-7453B46555E9}"/>
                  </a:ext>
                </a:extLst>
              </p14:cNvPr>
              <p14:cNvContentPartPr/>
              <p14:nvPr/>
            </p14:nvContentPartPr>
            <p14:xfrm>
              <a:off x="1730160" y="5920004"/>
              <a:ext cx="60120" cy="56880"/>
            </p14:xfrm>
          </p:contentPart>
        </mc:Choice>
        <mc:Fallback xmlns="">
          <p:pic>
            <p:nvPicPr>
              <p:cNvPr id="342" name="Ink 341">
                <a:extLst>
                  <a:ext uri="{FF2B5EF4-FFF2-40B4-BE49-F238E27FC236}">
                    <a16:creationId xmlns:a16="http://schemas.microsoft.com/office/drawing/2014/main" id="{8F7CDC64-0B67-CED6-D72A-7453B46555E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721520" y="5911364"/>
                <a:ext cx="7776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0">
            <p14:nvContentPartPr>
              <p14:cNvPr id="343" name="Ink 342">
                <a:extLst>
                  <a:ext uri="{FF2B5EF4-FFF2-40B4-BE49-F238E27FC236}">
                    <a16:creationId xmlns:a16="http://schemas.microsoft.com/office/drawing/2014/main" id="{A2E77B35-70BE-A483-0550-E442DA162DCD}"/>
                  </a:ext>
                </a:extLst>
              </p14:cNvPr>
              <p14:cNvContentPartPr/>
              <p14:nvPr/>
            </p14:nvContentPartPr>
            <p14:xfrm>
              <a:off x="1583280" y="5953124"/>
              <a:ext cx="72000" cy="49320"/>
            </p14:xfrm>
          </p:contentPart>
        </mc:Choice>
        <mc:Fallback xmlns="">
          <p:pic>
            <p:nvPicPr>
              <p:cNvPr id="343" name="Ink 342">
                <a:extLst>
                  <a:ext uri="{FF2B5EF4-FFF2-40B4-BE49-F238E27FC236}">
                    <a16:creationId xmlns:a16="http://schemas.microsoft.com/office/drawing/2014/main" id="{A2E77B35-70BE-A483-0550-E442DA162DCD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574280" y="5944124"/>
                <a:ext cx="8964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1">
            <p14:nvContentPartPr>
              <p14:cNvPr id="344" name="Ink 343">
                <a:extLst>
                  <a:ext uri="{FF2B5EF4-FFF2-40B4-BE49-F238E27FC236}">
                    <a16:creationId xmlns:a16="http://schemas.microsoft.com/office/drawing/2014/main" id="{73FC550D-D38F-7FCD-5682-062E9750D26E}"/>
                  </a:ext>
                </a:extLst>
              </p14:cNvPr>
              <p14:cNvContentPartPr/>
              <p14:nvPr/>
            </p14:nvContentPartPr>
            <p14:xfrm>
              <a:off x="1589400" y="5780324"/>
              <a:ext cx="18720" cy="90000"/>
            </p14:xfrm>
          </p:contentPart>
        </mc:Choice>
        <mc:Fallback xmlns="">
          <p:pic>
            <p:nvPicPr>
              <p:cNvPr id="344" name="Ink 343">
                <a:extLst>
                  <a:ext uri="{FF2B5EF4-FFF2-40B4-BE49-F238E27FC236}">
                    <a16:creationId xmlns:a16="http://schemas.microsoft.com/office/drawing/2014/main" id="{73FC550D-D38F-7FCD-5682-062E9750D26E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580760" y="5771684"/>
                <a:ext cx="3636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2">
            <p14:nvContentPartPr>
              <p14:cNvPr id="345" name="Ink 344">
                <a:extLst>
                  <a:ext uri="{FF2B5EF4-FFF2-40B4-BE49-F238E27FC236}">
                    <a16:creationId xmlns:a16="http://schemas.microsoft.com/office/drawing/2014/main" id="{DF51F591-734E-C9F0-72A8-F8BC4BDA5C66}"/>
                  </a:ext>
                </a:extLst>
              </p14:cNvPr>
              <p14:cNvContentPartPr/>
              <p14:nvPr/>
            </p14:nvContentPartPr>
            <p14:xfrm>
              <a:off x="1702440" y="5620844"/>
              <a:ext cx="19800" cy="27000"/>
            </p14:xfrm>
          </p:contentPart>
        </mc:Choice>
        <mc:Fallback xmlns="">
          <p:pic>
            <p:nvPicPr>
              <p:cNvPr id="345" name="Ink 344">
                <a:extLst>
                  <a:ext uri="{FF2B5EF4-FFF2-40B4-BE49-F238E27FC236}">
                    <a16:creationId xmlns:a16="http://schemas.microsoft.com/office/drawing/2014/main" id="{DF51F591-734E-C9F0-72A8-F8BC4BDA5C66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693800" y="5611844"/>
                <a:ext cx="3744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3">
            <p14:nvContentPartPr>
              <p14:cNvPr id="346" name="Ink 345">
                <a:extLst>
                  <a:ext uri="{FF2B5EF4-FFF2-40B4-BE49-F238E27FC236}">
                    <a16:creationId xmlns:a16="http://schemas.microsoft.com/office/drawing/2014/main" id="{14B00F7E-BB2E-C887-2F70-C15E1D3BA276}"/>
                  </a:ext>
                </a:extLst>
              </p14:cNvPr>
              <p14:cNvContentPartPr/>
              <p14:nvPr/>
            </p14:nvContentPartPr>
            <p14:xfrm>
              <a:off x="1789920" y="5601404"/>
              <a:ext cx="31680" cy="3960"/>
            </p14:xfrm>
          </p:contentPart>
        </mc:Choice>
        <mc:Fallback xmlns="">
          <p:pic>
            <p:nvPicPr>
              <p:cNvPr id="346" name="Ink 345">
                <a:extLst>
                  <a:ext uri="{FF2B5EF4-FFF2-40B4-BE49-F238E27FC236}">
                    <a16:creationId xmlns:a16="http://schemas.microsoft.com/office/drawing/2014/main" id="{14B00F7E-BB2E-C887-2F70-C15E1D3BA276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780920" y="5592404"/>
                <a:ext cx="4932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347" name="Ink 346">
                <a:extLst>
                  <a:ext uri="{FF2B5EF4-FFF2-40B4-BE49-F238E27FC236}">
                    <a16:creationId xmlns:a16="http://schemas.microsoft.com/office/drawing/2014/main" id="{4EF3A76F-492D-2925-0EC9-CE16A2626F68}"/>
                  </a:ext>
                </a:extLst>
              </p14:cNvPr>
              <p14:cNvContentPartPr/>
              <p14:nvPr/>
            </p14:nvContentPartPr>
            <p14:xfrm>
              <a:off x="1898640" y="5591324"/>
              <a:ext cx="34920" cy="10800"/>
            </p14:xfrm>
          </p:contentPart>
        </mc:Choice>
        <mc:Fallback xmlns="">
          <p:pic>
            <p:nvPicPr>
              <p:cNvPr id="347" name="Ink 346">
                <a:extLst>
                  <a:ext uri="{FF2B5EF4-FFF2-40B4-BE49-F238E27FC236}">
                    <a16:creationId xmlns:a16="http://schemas.microsoft.com/office/drawing/2014/main" id="{4EF3A76F-492D-2925-0EC9-CE16A2626F68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889640" y="5582684"/>
                <a:ext cx="5256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5">
            <p14:nvContentPartPr>
              <p14:cNvPr id="348" name="Ink 347">
                <a:extLst>
                  <a:ext uri="{FF2B5EF4-FFF2-40B4-BE49-F238E27FC236}">
                    <a16:creationId xmlns:a16="http://schemas.microsoft.com/office/drawing/2014/main" id="{EF6D62D3-1951-27E6-D9C9-6FAB964F1915}"/>
                  </a:ext>
                </a:extLst>
              </p14:cNvPr>
              <p14:cNvContentPartPr/>
              <p14:nvPr/>
            </p14:nvContentPartPr>
            <p14:xfrm>
              <a:off x="1999080" y="5697884"/>
              <a:ext cx="32400" cy="56160"/>
            </p14:xfrm>
          </p:contentPart>
        </mc:Choice>
        <mc:Fallback xmlns="">
          <p:pic>
            <p:nvPicPr>
              <p:cNvPr id="348" name="Ink 347">
                <a:extLst>
                  <a:ext uri="{FF2B5EF4-FFF2-40B4-BE49-F238E27FC236}">
                    <a16:creationId xmlns:a16="http://schemas.microsoft.com/office/drawing/2014/main" id="{EF6D62D3-1951-27E6-D9C9-6FAB964F1915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990440" y="5689244"/>
                <a:ext cx="5004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6">
            <p14:nvContentPartPr>
              <p14:cNvPr id="349" name="Ink 348">
                <a:extLst>
                  <a:ext uri="{FF2B5EF4-FFF2-40B4-BE49-F238E27FC236}">
                    <a16:creationId xmlns:a16="http://schemas.microsoft.com/office/drawing/2014/main" id="{0033CFC5-82C7-4509-C51E-70E1A54E6604}"/>
                  </a:ext>
                </a:extLst>
              </p14:cNvPr>
              <p14:cNvContentPartPr/>
              <p14:nvPr/>
            </p14:nvContentPartPr>
            <p14:xfrm>
              <a:off x="1949040" y="5926484"/>
              <a:ext cx="24840" cy="42840"/>
            </p14:xfrm>
          </p:contentPart>
        </mc:Choice>
        <mc:Fallback xmlns="">
          <p:pic>
            <p:nvPicPr>
              <p:cNvPr id="349" name="Ink 348">
                <a:extLst>
                  <a:ext uri="{FF2B5EF4-FFF2-40B4-BE49-F238E27FC236}">
                    <a16:creationId xmlns:a16="http://schemas.microsoft.com/office/drawing/2014/main" id="{0033CFC5-82C7-4509-C51E-70E1A54E6604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940040" y="5917844"/>
                <a:ext cx="4248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7">
            <p14:nvContentPartPr>
              <p14:cNvPr id="350" name="Ink 349">
                <a:extLst>
                  <a:ext uri="{FF2B5EF4-FFF2-40B4-BE49-F238E27FC236}">
                    <a16:creationId xmlns:a16="http://schemas.microsoft.com/office/drawing/2014/main" id="{051CBB11-C50E-F231-15EC-6339C00B7A4F}"/>
                  </a:ext>
                </a:extLst>
              </p14:cNvPr>
              <p14:cNvContentPartPr/>
              <p14:nvPr/>
            </p14:nvContentPartPr>
            <p14:xfrm>
              <a:off x="1753920" y="6084884"/>
              <a:ext cx="78120" cy="38520"/>
            </p14:xfrm>
          </p:contentPart>
        </mc:Choice>
        <mc:Fallback xmlns="">
          <p:pic>
            <p:nvPicPr>
              <p:cNvPr id="350" name="Ink 349">
                <a:extLst>
                  <a:ext uri="{FF2B5EF4-FFF2-40B4-BE49-F238E27FC236}">
                    <a16:creationId xmlns:a16="http://schemas.microsoft.com/office/drawing/2014/main" id="{051CBB11-C50E-F231-15EC-6339C00B7A4F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745280" y="6076244"/>
                <a:ext cx="9576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8">
            <p14:nvContentPartPr>
              <p14:cNvPr id="351" name="Ink 350">
                <a:extLst>
                  <a:ext uri="{FF2B5EF4-FFF2-40B4-BE49-F238E27FC236}">
                    <a16:creationId xmlns:a16="http://schemas.microsoft.com/office/drawing/2014/main" id="{FEDFE2F3-C4D9-24DA-EA93-BCE1FF06A3D9}"/>
                  </a:ext>
                </a:extLst>
              </p14:cNvPr>
              <p14:cNvContentPartPr/>
              <p14:nvPr/>
            </p14:nvContentPartPr>
            <p14:xfrm>
              <a:off x="1613520" y="6105044"/>
              <a:ext cx="73080" cy="41040"/>
            </p14:xfrm>
          </p:contentPart>
        </mc:Choice>
        <mc:Fallback xmlns="">
          <p:pic>
            <p:nvPicPr>
              <p:cNvPr id="351" name="Ink 350">
                <a:extLst>
                  <a:ext uri="{FF2B5EF4-FFF2-40B4-BE49-F238E27FC236}">
                    <a16:creationId xmlns:a16="http://schemas.microsoft.com/office/drawing/2014/main" id="{FEDFE2F3-C4D9-24DA-EA93-BCE1FF06A3D9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604520" y="6096044"/>
                <a:ext cx="9072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9">
            <p14:nvContentPartPr>
              <p14:cNvPr id="352" name="Ink 351">
                <a:extLst>
                  <a:ext uri="{FF2B5EF4-FFF2-40B4-BE49-F238E27FC236}">
                    <a16:creationId xmlns:a16="http://schemas.microsoft.com/office/drawing/2014/main" id="{23C15012-ADF4-D634-AE44-9D52E4505A42}"/>
                  </a:ext>
                </a:extLst>
              </p14:cNvPr>
              <p14:cNvContentPartPr/>
              <p14:nvPr/>
            </p14:nvContentPartPr>
            <p14:xfrm>
              <a:off x="1480680" y="5878964"/>
              <a:ext cx="28800" cy="82800"/>
            </p14:xfrm>
          </p:contentPart>
        </mc:Choice>
        <mc:Fallback xmlns="">
          <p:pic>
            <p:nvPicPr>
              <p:cNvPr id="352" name="Ink 351">
                <a:extLst>
                  <a:ext uri="{FF2B5EF4-FFF2-40B4-BE49-F238E27FC236}">
                    <a16:creationId xmlns:a16="http://schemas.microsoft.com/office/drawing/2014/main" id="{23C15012-ADF4-D634-AE44-9D52E4505A42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472040" y="5869964"/>
                <a:ext cx="4644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0">
            <p14:nvContentPartPr>
              <p14:cNvPr id="353" name="Ink 352">
                <a:extLst>
                  <a:ext uri="{FF2B5EF4-FFF2-40B4-BE49-F238E27FC236}">
                    <a16:creationId xmlns:a16="http://schemas.microsoft.com/office/drawing/2014/main" id="{CBB8B359-28E0-5AF2-B6F1-8EC28448F67A}"/>
                  </a:ext>
                </a:extLst>
              </p14:cNvPr>
              <p14:cNvContentPartPr/>
              <p14:nvPr/>
            </p14:nvContentPartPr>
            <p14:xfrm>
              <a:off x="1564920" y="5619764"/>
              <a:ext cx="49320" cy="63360"/>
            </p14:xfrm>
          </p:contentPart>
        </mc:Choice>
        <mc:Fallback xmlns="">
          <p:pic>
            <p:nvPicPr>
              <p:cNvPr id="353" name="Ink 352">
                <a:extLst>
                  <a:ext uri="{FF2B5EF4-FFF2-40B4-BE49-F238E27FC236}">
                    <a16:creationId xmlns:a16="http://schemas.microsoft.com/office/drawing/2014/main" id="{CBB8B359-28E0-5AF2-B6F1-8EC28448F67A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556280" y="5610764"/>
                <a:ext cx="6696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1">
            <p14:nvContentPartPr>
              <p14:cNvPr id="354" name="Ink 353">
                <a:extLst>
                  <a:ext uri="{FF2B5EF4-FFF2-40B4-BE49-F238E27FC236}">
                    <a16:creationId xmlns:a16="http://schemas.microsoft.com/office/drawing/2014/main" id="{6CBB9D53-A378-8DCA-A130-4AFB8DED97FB}"/>
                  </a:ext>
                </a:extLst>
              </p14:cNvPr>
              <p14:cNvContentPartPr/>
              <p14:nvPr/>
            </p14:nvContentPartPr>
            <p14:xfrm>
              <a:off x="1737000" y="5524364"/>
              <a:ext cx="63360" cy="9360"/>
            </p14:xfrm>
          </p:contentPart>
        </mc:Choice>
        <mc:Fallback xmlns="">
          <p:pic>
            <p:nvPicPr>
              <p:cNvPr id="354" name="Ink 353">
                <a:extLst>
                  <a:ext uri="{FF2B5EF4-FFF2-40B4-BE49-F238E27FC236}">
                    <a16:creationId xmlns:a16="http://schemas.microsoft.com/office/drawing/2014/main" id="{6CBB9D53-A378-8DCA-A130-4AFB8DED97FB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728360" y="5515364"/>
                <a:ext cx="8100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2">
            <p14:nvContentPartPr>
              <p14:cNvPr id="355" name="Ink 354">
                <a:extLst>
                  <a:ext uri="{FF2B5EF4-FFF2-40B4-BE49-F238E27FC236}">
                    <a16:creationId xmlns:a16="http://schemas.microsoft.com/office/drawing/2014/main" id="{6707FF41-872D-12EE-4D0C-9AD25A26FFEA}"/>
                  </a:ext>
                </a:extLst>
              </p14:cNvPr>
              <p14:cNvContentPartPr/>
              <p14:nvPr/>
            </p14:nvContentPartPr>
            <p14:xfrm>
              <a:off x="1859760" y="5495204"/>
              <a:ext cx="18000" cy="20160"/>
            </p14:xfrm>
          </p:contentPart>
        </mc:Choice>
        <mc:Fallback xmlns="">
          <p:pic>
            <p:nvPicPr>
              <p:cNvPr id="355" name="Ink 354">
                <a:extLst>
                  <a:ext uri="{FF2B5EF4-FFF2-40B4-BE49-F238E27FC236}">
                    <a16:creationId xmlns:a16="http://schemas.microsoft.com/office/drawing/2014/main" id="{6707FF41-872D-12EE-4D0C-9AD25A26FFEA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850760" y="5486204"/>
                <a:ext cx="3564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3">
            <p14:nvContentPartPr>
              <p14:cNvPr id="356" name="Ink 355">
                <a:extLst>
                  <a:ext uri="{FF2B5EF4-FFF2-40B4-BE49-F238E27FC236}">
                    <a16:creationId xmlns:a16="http://schemas.microsoft.com/office/drawing/2014/main" id="{39660C76-F273-B75B-0842-38F316C89EA3}"/>
                  </a:ext>
                </a:extLst>
              </p14:cNvPr>
              <p14:cNvContentPartPr/>
              <p14:nvPr/>
            </p14:nvContentPartPr>
            <p14:xfrm>
              <a:off x="1721520" y="5481884"/>
              <a:ext cx="68400" cy="15840"/>
            </p14:xfrm>
          </p:contentPart>
        </mc:Choice>
        <mc:Fallback xmlns="">
          <p:pic>
            <p:nvPicPr>
              <p:cNvPr id="356" name="Ink 355">
                <a:extLst>
                  <a:ext uri="{FF2B5EF4-FFF2-40B4-BE49-F238E27FC236}">
                    <a16:creationId xmlns:a16="http://schemas.microsoft.com/office/drawing/2014/main" id="{39660C76-F273-B75B-0842-38F316C89EA3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712520" y="5472884"/>
                <a:ext cx="8604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4">
            <p14:nvContentPartPr>
              <p14:cNvPr id="357" name="Ink 356">
                <a:extLst>
                  <a:ext uri="{FF2B5EF4-FFF2-40B4-BE49-F238E27FC236}">
                    <a16:creationId xmlns:a16="http://schemas.microsoft.com/office/drawing/2014/main" id="{BEBD571F-7F13-C889-F03B-22CB9B02A096}"/>
                  </a:ext>
                </a:extLst>
              </p14:cNvPr>
              <p14:cNvContentPartPr/>
              <p14:nvPr/>
            </p14:nvContentPartPr>
            <p14:xfrm>
              <a:off x="1580040" y="5514284"/>
              <a:ext cx="41760" cy="3960"/>
            </p14:xfrm>
          </p:contentPart>
        </mc:Choice>
        <mc:Fallback xmlns="">
          <p:pic>
            <p:nvPicPr>
              <p:cNvPr id="357" name="Ink 356">
                <a:extLst>
                  <a:ext uri="{FF2B5EF4-FFF2-40B4-BE49-F238E27FC236}">
                    <a16:creationId xmlns:a16="http://schemas.microsoft.com/office/drawing/2014/main" id="{BEBD571F-7F13-C889-F03B-22CB9B02A096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571400" y="5505284"/>
                <a:ext cx="5940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5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818CF227-35C2-8991-C196-653F7A3E5D4E}"/>
                  </a:ext>
                </a:extLst>
              </p14:cNvPr>
              <p14:cNvContentPartPr/>
              <p14:nvPr/>
            </p14:nvContentPartPr>
            <p14:xfrm>
              <a:off x="1409040" y="5563604"/>
              <a:ext cx="18720" cy="18720"/>
            </p14:xfrm>
          </p:contentPart>
        </mc:Choice>
        <mc:Fallback xmlns=""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818CF227-35C2-8991-C196-653F7A3E5D4E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400400" y="5554964"/>
                <a:ext cx="3636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6">
            <p14:nvContentPartPr>
              <p14:cNvPr id="359" name="Ink 358">
                <a:extLst>
                  <a:ext uri="{FF2B5EF4-FFF2-40B4-BE49-F238E27FC236}">
                    <a16:creationId xmlns:a16="http://schemas.microsoft.com/office/drawing/2014/main" id="{3EC23BD9-B30A-2187-BB17-E41360A0D4B8}"/>
                  </a:ext>
                </a:extLst>
              </p14:cNvPr>
              <p14:cNvContentPartPr/>
              <p14:nvPr/>
            </p14:nvContentPartPr>
            <p14:xfrm>
              <a:off x="1408680" y="5749724"/>
              <a:ext cx="25560" cy="129960"/>
            </p14:xfrm>
          </p:contentPart>
        </mc:Choice>
        <mc:Fallback xmlns="">
          <p:pic>
            <p:nvPicPr>
              <p:cNvPr id="359" name="Ink 358">
                <a:extLst>
                  <a:ext uri="{FF2B5EF4-FFF2-40B4-BE49-F238E27FC236}">
                    <a16:creationId xmlns:a16="http://schemas.microsoft.com/office/drawing/2014/main" id="{3EC23BD9-B30A-2187-BB17-E41360A0D4B8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399680" y="5741084"/>
                <a:ext cx="4320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7">
            <p14:nvContentPartPr>
              <p14:cNvPr id="360" name="Ink 359">
                <a:extLst>
                  <a:ext uri="{FF2B5EF4-FFF2-40B4-BE49-F238E27FC236}">
                    <a16:creationId xmlns:a16="http://schemas.microsoft.com/office/drawing/2014/main" id="{C52CE51F-2094-7D0B-7E8C-63100B18398A}"/>
                  </a:ext>
                </a:extLst>
              </p14:cNvPr>
              <p14:cNvContentPartPr/>
              <p14:nvPr/>
            </p14:nvContentPartPr>
            <p14:xfrm>
              <a:off x="1543680" y="5954204"/>
              <a:ext cx="56160" cy="27360"/>
            </p14:xfrm>
          </p:contentPart>
        </mc:Choice>
        <mc:Fallback xmlns="">
          <p:pic>
            <p:nvPicPr>
              <p:cNvPr id="360" name="Ink 359">
                <a:extLst>
                  <a:ext uri="{FF2B5EF4-FFF2-40B4-BE49-F238E27FC236}">
                    <a16:creationId xmlns:a16="http://schemas.microsoft.com/office/drawing/2014/main" id="{C52CE51F-2094-7D0B-7E8C-63100B18398A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534680" y="5945204"/>
                <a:ext cx="7380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8">
            <p14:nvContentPartPr>
              <p14:cNvPr id="361" name="Ink 360">
                <a:extLst>
                  <a:ext uri="{FF2B5EF4-FFF2-40B4-BE49-F238E27FC236}">
                    <a16:creationId xmlns:a16="http://schemas.microsoft.com/office/drawing/2014/main" id="{BA09FA13-B5CF-0990-8C9B-739A0B0FF9DA}"/>
                  </a:ext>
                </a:extLst>
              </p14:cNvPr>
              <p14:cNvContentPartPr/>
              <p14:nvPr/>
            </p14:nvContentPartPr>
            <p14:xfrm>
              <a:off x="1781640" y="5993804"/>
              <a:ext cx="34200" cy="6840"/>
            </p14:xfrm>
          </p:contentPart>
        </mc:Choice>
        <mc:Fallback xmlns="">
          <p:pic>
            <p:nvPicPr>
              <p:cNvPr id="361" name="Ink 360">
                <a:extLst>
                  <a:ext uri="{FF2B5EF4-FFF2-40B4-BE49-F238E27FC236}">
                    <a16:creationId xmlns:a16="http://schemas.microsoft.com/office/drawing/2014/main" id="{BA09FA13-B5CF-0990-8C9B-739A0B0FF9DA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773000" y="5984804"/>
                <a:ext cx="5184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9">
            <p14:nvContentPartPr>
              <p14:cNvPr id="362" name="Ink 361">
                <a:extLst>
                  <a:ext uri="{FF2B5EF4-FFF2-40B4-BE49-F238E27FC236}">
                    <a16:creationId xmlns:a16="http://schemas.microsoft.com/office/drawing/2014/main" id="{DBC3F5DC-AFFE-429F-C105-832F08DF7A6D}"/>
                  </a:ext>
                </a:extLst>
              </p14:cNvPr>
              <p14:cNvContentPartPr/>
              <p14:nvPr/>
            </p14:nvContentPartPr>
            <p14:xfrm>
              <a:off x="1955880" y="5888324"/>
              <a:ext cx="14760" cy="40320"/>
            </p14:xfrm>
          </p:contentPart>
        </mc:Choice>
        <mc:Fallback xmlns="">
          <p:pic>
            <p:nvPicPr>
              <p:cNvPr id="362" name="Ink 361">
                <a:extLst>
                  <a:ext uri="{FF2B5EF4-FFF2-40B4-BE49-F238E27FC236}">
                    <a16:creationId xmlns:a16="http://schemas.microsoft.com/office/drawing/2014/main" id="{DBC3F5DC-AFFE-429F-C105-832F08DF7A6D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946880" y="5879324"/>
                <a:ext cx="3240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0">
            <p14:nvContentPartPr>
              <p14:cNvPr id="363" name="Ink 362">
                <a:extLst>
                  <a:ext uri="{FF2B5EF4-FFF2-40B4-BE49-F238E27FC236}">
                    <a16:creationId xmlns:a16="http://schemas.microsoft.com/office/drawing/2014/main" id="{26D27DFD-1CEE-D367-E448-2A69B1063BD4}"/>
                  </a:ext>
                </a:extLst>
              </p14:cNvPr>
              <p14:cNvContentPartPr/>
              <p14:nvPr/>
            </p14:nvContentPartPr>
            <p14:xfrm>
              <a:off x="1972080" y="5732084"/>
              <a:ext cx="14040" cy="46800"/>
            </p14:xfrm>
          </p:contentPart>
        </mc:Choice>
        <mc:Fallback xmlns="">
          <p:pic>
            <p:nvPicPr>
              <p:cNvPr id="363" name="Ink 362">
                <a:extLst>
                  <a:ext uri="{FF2B5EF4-FFF2-40B4-BE49-F238E27FC236}">
                    <a16:creationId xmlns:a16="http://schemas.microsoft.com/office/drawing/2014/main" id="{26D27DFD-1CEE-D367-E448-2A69B1063BD4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963440" y="5723444"/>
                <a:ext cx="3168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1">
            <p14:nvContentPartPr>
              <p14:cNvPr id="364" name="Ink 363">
                <a:extLst>
                  <a:ext uri="{FF2B5EF4-FFF2-40B4-BE49-F238E27FC236}">
                    <a16:creationId xmlns:a16="http://schemas.microsoft.com/office/drawing/2014/main" id="{6A878B27-C3FA-87BF-99EC-2F567E773F1C}"/>
                  </a:ext>
                </a:extLst>
              </p14:cNvPr>
              <p14:cNvContentPartPr/>
              <p14:nvPr/>
            </p14:nvContentPartPr>
            <p14:xfrm>
              <a:off x="1895400" y="5688524"/>
              <a:ext cx="25560" cy="9360"/>
            </p14:xfrm>
          </p:contentPart>
        </mc:Choice>
        <mc:Fallback xmlns="">
          <p:pic>
            <p:nvPicPr>
              <p:cNvPr id="364" name="Ink 363">
                <a:extLst>
                  <a:ext uri="{FF2B5EF4-FFF2-40B4-BE49-F238E27FC236}">
                    <a16:creationId xmlns:a16="http://schemas.microsoft.com/office/drawing/2014/main" id="{6A878B27-C3FA-87BF-99EC-2F567E773F1C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886760" y="5679884"/>
                <a:ext cx="4320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2">
            <p14:nvContentPartPr>
              <p14:cNvPr id="365" name="Ink 364">
                <a:extLst>
                  <a:ext uri="{FF2B5EF4-FFF2-40B4-BE49-F238E27FC236}">
                    <a16:creationId xmlns:a16="http://schemas.microsoft.com/office/drawing/2014/main" id="{8DE31A0A-A6D8-7B59-5DE3-CA9230CFCB43}"/>
                  </a:ext>
                </a:extLst>
              </p14:cNvPr>
              <p14:cNvContentPartPr/>
              <p14:nvPr/>
            </p14:nvContentPartPr>
            <p14:xfrm>
              <a:off x="1867680" y="5722724"/>
              <a:ext cx="18720" cy="18720"/>
            </p14:xfrm>
          </p:contentPart>
        </mc:Choice>
        <mc:Fallback xmlns="">
          <p:pic>
            <p:nvPicPr>
              <p:cNvPr id="365" name="Ink 364">
                <a:extLst>
                  <a:ext uri="{FF2B5EF4-FFF2-40B4-BE49-F238E27FC236}">
                    <a16:creationId xmlns:a16="http://schemas.microsoft.com/office/drawing/2014/main" id="{8DE31A0A-A6D8-7B59-5DE3-CA9230CFCB43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859040" y="5713724"/>
                <a:ext cx="3636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3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448B53ED-73A7-A22D-C361-2D38C7367DF0}"/>
                  </a:ext>
                </a:extLst>
              </p14:cNvPr>
              <p14:cNvContentPartPr/>
              <p14:nvPr/>
            </p14:nvContentPartPr>
            <p14:xfrm>
              <a:off x="1974600" y="5790404"/>
              <a:ext cx="34200" cy="2160"/>
            </p14:xfrm>
          </p:contentPart>
        </mc:Choice>
        <mc:Fallback xmlns=""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448B53ED-73A7-A22D-C361-2D38C7367DF0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965960" y="5781764"/>
                <a:ext cx="5184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4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3BD4A5EB-F593-8344-D989-1D9C223FDB75}"/>
                  </a:ext>
                </a:extLst>
              </p14:cNvPr>
              <p14:cNvContentPartPr/>
              <p14:nvPr/>
            </p14:nvContentPartPr>
            <p14:xfrm>
              <a:off x="3507480" y="5687804"/>
              <a:ext cx="16560" cy="6480"/>
            </p14:xfrm>
          </p:contentPart>
        </mc:Choice>
        <mc:Fallback xmlns=""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3BD4A5EB-F593-8344-D989-1D9C223FDB75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498480" y="5679164"/>
                <a:ext cx="3420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5">
            <p14:nvContentPartPr>
              <p14:cNvPr id="368" name="Ink 367">
                <a:extLst>
                  <a:ext uri="{FF2B5EF4-FFF2-40B4-BE49-F238E27FC236}">
                    <a16:creationId xmlns:a16="http://schemas.microsoft.com/office/drawing/2014/main" id="{86DC82C3-ACED-9949-085F-8D4E21B0D7AB}"/>
                  </a:ext>
                </a:extLst>
              </p14:cNvPr>
              <p14:cNvContentPartPr/>
              <p14:nvPr/>
            </p14:nvContentPartPr>
            <p14:xfrm>
              <a:off x="3447360" y="5517164"/>
              <a:ext cx="8640" cy="81000"/>
            </p14:xfrm>
          </p:contentPart>
        </mc:Choice>
        <mc:Fallback xmlns="">
          <p:pic>
            <p:nvPicPr>
              <p:cNvPr id="368" name="Ink 367">
                <a:extLst>
                  <a:ext uri="{FF2B5EF4-FFF2-40B4-BE49-F238E27FC236}">
                    <a16:creationId xmlns:a16="http://schemas.microsoft.com/office/drawing/2014/main" id="{86DC82C3-ACED-9949-085F-8D4E21B0D7AB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438720" y="5508164"/>
                <a:ext cx="2628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6">
            <p14:nvContentPartPr>
              <p14:cNvPr id="369" name="Ink 368">
                <a:extLst>
                  <a:ext uri="{FF2B5EF4-FFF2-40B4-BE49-F238E27FC236}">
                    <a16:creationId xmlns:a16="http://schemas.microsoft.com/office/drawing/2014/main" id="{F627CA26-E7E8-ACF6-CC2D-209FB24FD2C2}"/>
                  </a:ext>
                </a:extLst>
              </p14:cNvPr>
              <p14:cNvContentPartPr/>
              <p14:nvPr/>
            </p14:nvContentPartPr>
            <p14:xfrm>
              <a:off x="3527280" y="5453444"/>
              <a:ext cx="41040" cy="15120"/>
            </p14:xfrm>
          </p:contentPart>
        </mc:Choice>
        <mc:Fallback xmlns="">
          <p:pic>
            <p:nvPicPr>
              <p:cNvPr id="369" name="Ink 368">
                <a:extLst>
                  <a:ext uri="{FF2B5EF4-FFF2-40B4-BE49-F238E27FC236}">
                    <a16:creationId xmlns:a16="http://schemas.microsoft.com/office/drawing/2014/main" id="{F627CA26-E7E8-ACF6-CC2D-209FB24FD2C2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3518280" y="5444804"/>
                <a:ext cx="5868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7">
            <p14:nvContentPartPr>
              <p14:cNvPr id="370" name="Ink 369">
                <a:extLst>
                  <a:ext uri="{FF2B5EF4-FFF2-40B4-BE49-F238E27FC236}">
                    <a16:creationId xmlns:a16="http://schemas.microsoft.com/office/drawing/2014/main" id="{925168FF-FA8A-795E-05D2-67B028AE2993}"/>
                  </a:ext>
                </a:extLst>
              </p14:cNvPr>
              <p14:cNvContentPartPr/>
              <p14:nvPr/>
            </p14:nvContentPartPr>
            <p14:xfrm>
              <a:off x="3684240" y="5396204"/>
              <a:ext cx="65160" cy="22320"/>
            </p14:xfrm>
          </p:contentPart>
        </mc:Choice>
        <mc:Fallback xmlns="">
          <p:pic>
            <p:nvPicPr>
              <p:cNvPr id="370" name="Ink 369">
                <a:extLst>
                  <a:ext uri="{FF2B5EF4-FFF2-40B4-BE49-F238E27FC236}">
                    <a16:creationId xmlns:a16="http://schemas.microsoft.com/office/drawing/2014/main" id="{925168FF-FA8A-795E-05D2-67B028AE2993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3675600" y="5387564"/>
                <a:ext cx="8280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8">
            <p14:nvContentPartPr>
              <p14:cNvPr id="371" name="Ink 370">
                <a:extLst>
                  <a:ext uri="{FF2B5EF4-FFF2-40B4-BE49-F238E27FC236}">
                    <a16:creationId xmlns:a16="http://schemas.microsoft.com/office/drawing/2014/main" id="{5A493BB9-FB5C-6624-2934-978BCC32529A}"/>
                  </a:ext>
                </a:extLst>
              </p14:cNvPr>
              <p14:cNvContentPartPr/>
              <p14:nvPr/>
            </p14:nvContentPartPr>
            <p14:xfrm>
              <a:off x="3874680" y="5388644"/>
              <a:ext cx="21240" cy="2880"/>
            </p14:xfrm>
          </p:contentPart>
        </mc:Choice>
        <mc:Fallback xmlns="">
          <p:pic>
            <p:nvPicPr>
              <p:cNvPr id="371" name="Ink 370">
                <a:extLst>
                  <a:ext uri="{FF2B5EF4-FFF2-40B4-BE49-F238E27FC236}">
                    <a16:creationId xmlns:a16="http://schemas.microsoft.com/office/drawing/2014/main" id="{5A493BB9-FB5C-6624-2934-978BCC32529A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3866040" y="5380004"/>
                <a:ext cx="3888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9">
            <p14:nvContentPartPr>
              <p14:cNvPr id="372" name="Ink 371">
                <a:extLst>
                  <a:ext uri="{FF2B5EF4-FFF2-40B4-BE49-F238E27FC236}">
                    <a16:creationId xmlns:a16="http://schemas.microsoft.com/office/drawing/2014/main" id="{6687AECF-E186-BFB7-B45E-AE84B1DE417C}"/>
                  </a:ext>
                </a:extLst>
              </p14:cNvPr>
              <p14:cNvContentPartPr/>
              <p14:nvPr/>
            </p14:nvContentPartPr>
            <p14:xfrm>
              <a:off x="3996720" y="5384684"/>
              <a:ext cx="50760" cy="3960"/>
            </p14:xfrm>
          </p:contentPart>
        </mc:Choice>
        <mc:Fallback xmlns="">
          <p:pic>
            <p:nvPicPr>
              <p:cNvPr id="372" name="Ink 371">
                <a:extLst>
                  <a:ext uri="{FF2B5EF4-FFF2-40B4-BE49-F238E27FC236}">
                    <a16:creationId xmlns:a16="http://schemas.microsoft.com/office/drawing/2014/main" id="{6687AECF-E186-BFB7-B45E-AE84B1DE417C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987720" y="5375684"/>
                <a:ext cx="6840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0">
            <p14:nvContentPartPr>
              <p14:cNvPr id="373" name="Ink 372">
                <a:extLst>
                  <a:ext uri="{FF2B5EF4-FFF2-40B4-BE49-F238E27FC236}">
                    <a16:creationId xmlns:a16="http://schemas.microsoft.com/office/drawing/2014/main" id="{349B48E0-9AFC-746E-CE2B-AFE38E27BE28}"/>
                  </a:ext>
                </a:extLst>
              </p14:cNvPr>
              <p14:cNvContentPartPr/>
              <p14:nvPr/>
            </p14:nvContentPartPr>
            <p14:xfrm>
              <a:off x="4082760" y="5397644"/>
              <a:ext cx="63360" cy="51480"/>
            </p14:xfrm>
          </p:contentPart>
        </mc:Choice>
        <mc:Fallback xmlns="">
          <p:pic>
            <p:nvPicPr>
              <p:cNvPr id="373" name="Ink 372">
                <a:extLst>
                  <a:ext uri="{FF2B5EF4-FFF2-40B4-BE49-F238E27FC236}">
                    <a16:creationId xmlns:a16="http://schemas.microsoft.com/office/drawing/2014/main" id="{349B48E0-9AFC-746E-CE2B-AFE38E27BE28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4073760" y="5388644"/>
                <a:ext cx="8100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1">
            <p14:nvContentPartPr>
              <p14:cNvPr id="374" name="Ink 373">
                <a:extLst>
                  <a:ext uri="{FF2B5EF4-FFF2-40B4-BE49-F238E27FC236}">
                    <a16:creationId xmlns:a16="http://schemas.microsoft.com/office/drawing/2014/main" id="{B4B4157D-9FA1-14A9-D714-AD9CA311BC6C}"/>
                  </a:ext>
                </a:extLst>
              </p14:cNvPr>
              <p14:cNvContentPartPr/>
              <p14:nvPr/>
            </p14:nvContentPartPr>
            <p14:xfrm>
              <a:off x="4195080" y="5559644"/>
              <a:ext cx="2880" cy="45000"/>
            </p14:xfrm>
          </p:contentPart>
        </mc:Choice>
        <mc:Fallback xmlns="">
          <p:pic>
            <p:nvPicPr>
              <p:cNvPr id="374" name="Ink 373">
                <a:extLst>
                  <a:ext uri="{FF2B5EF4-FFF2-40B4-BE49-F238E27FC236}">
                    <a16:creationId xmlns:a16="http://schemas.microsoft.com/office/drawing/2014/main" id="{B4B4157D-9FA1-14A9-D714-AD9CA311BC6C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4186440" y="5550644"/>
                <a:ext cx="2052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2">
            <p14:nvContentPartPr>
              <p14:cNvPr id="375" name="Ink 374">
                <a:extLst>
                  <a:ext uri="{FF2B5EF4-FFF2-40B4-BE49-F238E27FC236}">
                    <a16:creationId xmlns:a16="http://schemas.microsoft.com/office/drawing/2014/main" id="{7E2CBBDD-8CE9-2EEA-BBA8-94D62924A153}"/>
                  </a:ext>
                </a:extLst>
              </p14:cNvPr>
              <p14:cNvContentPartPr/>
              <p14:nvPr/>
            </p14:nvContentPartPr>
            <p14:xfrm>
              <a:off x="4221000" y="5706884"/>
              <a:ext cx="3600" cy="30240"/>
            </p14:xfrm>
          </p:contentPart>
        </mc:Choice>
        <mc:Fallback xmlns="">
          <p:pic>
            <p:nvPicPr>
              <p:cNvPr id="375" name="Ink 374">
                <a:extLst>
                  <a:ext uri="{FF2B5EF4-FFF2-40B4-BE49-F238E27FC236}">
                    <a16:creationId xmlns:a16="http://schemas.microsoft.com/office/drawing/2014/main" id="{7E2CBBDD-8CE9-2EEA-BBA8-94D62924A153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4212000" y="5697884"/>
                <a:ext cx="2124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3">
            <p14:nvContentPartPr>
              <p14:cNvPr id="376" name="Ink 375">
                <a:extLst>
                  <a:ext uri="{FF2B5EF4-FFF2-40B4-BE49-F238E27FC236}">
                    <a16:creationId xmlns:a16="http://schemas.microsoft.com/office/drawing/2014/main" id="{428BE242-FFE2-6016-7656-63A96FB66326}"/>
                  </a:ext>
                </a:extLst>
              </p14:cNvPr>
              <p14:cNvContentPartPr/>
              <p14:nvPr/>
            </p14:nvContentPartPr>
            <p14:xfrm>
              <a:off x="4212000" y="5838644"/>
              <a:ext cx="19080" cy="102240"/>
            </p14:xfrm>
          </p:contentPart>
        </mc:Choice>
        <mc:Fallback xmlns="">
          <p:pic>
            <p:nvPicPr>
              <p:cNvPr id="376" name="Ink 375">
                <a:extLst>
                  <a:ext uri="{FF2B5EF4-FFF2-40B4-BE49-F238E27FC236}">
                    <a16:creationId xmlns:a16="http://schemas.microsoft.com/office/drawing/2014/main" id="{428BE242-FFE2-6016-7656-63A96FB66326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4203360" y="5830004"/>
                <a:ext cx="3672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4">
            <p14:nvContentPartPr>
              <p14:cNvPr id="377" name="Ink 376">
                <a:extLst>
                  <a:ext uri="{FF2B5EF4-FFF2-40B4-BE49-F238E27FC236}">
                    <a16:creationId xmlns:a16="http://schemas.microsoft.com/office/drawing/2014/main" id="{7A121B42-1BD7-4D59-F1A7-BF6DBAC987BA}"/>
                  </a:ext>
                </a:extLst>
              </p14:cNvPr>
              <p14:cNvContentPartPr/>
              <p14:nvPr/>
            </p14:nvContentPartPr>
            <p14:xfrm>
              <a:off x="4085280" y="5993804"/>
              <a:ext cx="144360" cy="148320"/>
            </p14:xfrm>
          </p:contentPart>
        </mc:Choice>
        <mc:Fallback xmlns="">
          <p:pic>
            <p:nvPicPr>
              <p:cNvPr id="377" name="Ink 376">
                <a:extLst>
                  <a:ext uri="{FF2B5EF4-FFF2-40B4-BE49-F238E27FC236}">
                    <a16:creationId xmlns:a16="http://schemas.microsoft.com/office/drawing/2014/main" id="{7A121B42-1BD7-4D59-F1A7-BF6DBAC987BA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4076280" y="5984804"/>
                <a:ext cx="16200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5">
            <p14:nvContentPartPr>
              <p14:cNvPr id="378" name="Ink 377">
                <a:extLst>
                  <a:ext uri="{FF2B5EF4-FFF2-40B4-BE49-F238E27FC236}">
                    <a16:creationId xmlns:a16="http://schemas.microsoft.com/office/drawing/2014/main" id="{A3403A04-15C9-0ACD-8F88-585CED0629EC}"/>
                  </a:ext>
                </a:extLst>
              </p14:cNvPr>
              <p14:cNvContentPartPr/>
              <p14:nvPr/>
            </p14:nvContentPartPr>
            <p14:xfrm>
              <a:off x="3817440" y="6140324"/>
              <a:ext cx="78840" cy="11520"/>
            </p14:xfrm>
          </p:contentPart>
        </mc:Choice>
        <mc:Fallback xmlns="">
          <p:pic>
            <p:nvPicPr>
              <p:cNvPr id="378" name="Ink 377">
                <a:extLst>
                  <a:ext uri="{FF2B5EF4-FFF2-40B4-BE49-F238E27FC236}">
                    <a16:creationId xmlns:a16="http://schemas.microsoft.com/office/drawing/2014/main" id="{A3403A04-15C9-0ACD-8F88-585CED0629EC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3808800" y="6131684"/>
                <a:ext cx="9648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6">
            <p14:nvContentPartPr>
              <p14:cNvPr id="379" name="Ink 378">
                <a:extLst>
                  <a:ext uri="{FF2B5EF4-FFF2-40B4-BE49-F238E27FC236}">
                    <a16:creationId xmlns:a16="http://schemas.microsoft.com/office/drawing/2014/main" id="{49117348-8FCE-1306-E92F-7E369BD0439E}"/>
                  </a:ext>
                </a:extLst>
              </p14:cNvPr>
              <p14:cNvContentPartPr/>
              <p14:nvPr/>
            </p14:nvContentPartPr>
            <p14:xfrm>
              <a:off x="3697560" y="6121604"/>
              <a:ext cx="24120" cy="13320"/>
            </p14:xfrm>
          </p:contentPart>
        </mc:Choice>
        <mc:Fallback xmlns="">
          <p:pic>
            <p:nvPicPr>
              <p:cNvPr id="379" name="Ink 378">
                <a:extLst>
                  <a:ext uri="{FF2B5EF4-FFF2-40B4-BE49-F238E27FC236}">
                    <a16:creationId xmlns:a16="http://schemas.microsoft.com/office/drawing/2014/main" id="{49117348-8FCE-1306-E92F-7E369BD0439E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3688560" y="6112604"/>
                <a:ext cx="4176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7">
            <p14:nvContentPartPr>
              <p14:cNvPr id="380" name="Ink 379">
                <a:extLst>
                  <a:ext uri="{FF2B5EF4-FFF2-40B4-BE49-F238E27FC236}">
                    <a16:creationId xmlns:a16="http://schemas.microsoft.com/office/drawing/2014/main" id="{EE6DDB64-BC56-FB62-79CB-571D91FAA718}"/>
                  </a:ext>
                </a:extLst>
              </p14:cNvPr>
              <p14:cNvContentPartPr/>
              <p14:nvPr/>
            </p14:nvContentPartPr>
            <p14:xfrm>
              <a:off x="3571920" y="5993804"/>
              <a:ext cx="45000" cy="43200"/>
            </p14:xfrm>
          </p:contentPart>
        </mc:Choice>
        <mc:Fallback xmlns="">
          <p:pic>
            <p:nvPicPr>
              <p:cNvPr id="380" name="Ink 379">
                <a:extLst>
                  <a:ext uri="{FF2B5EF4-FFF2-40B4-BE49-F238E27FC236}">
                    <a16:creationId xmlns:a16="http://schemas.microsoft.com/office/drawing/2014/main" id="{EE6DDB64-BC56-FB62-79CB-571D91FAA718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3562920" y="5984804"/>
                <a:ext cx="6264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8">
            <p14:nvContentPartPr>
              <p14:cNvPr id="381" name="Ink 380">
                <a:extLst>
                  <a:ext uri="{FF2B5EF4-FFF2-40B4-BE49-F238E27FC236}">
                    <a16:creationId xmlns:a16="http://schemas.microsoft.com/office/drawing/2014/main" id="{70E1CCE9-B061-4DE3-7369-9957F3F5D7CE}"/>
                  </a:ext>
                </a:extLst>
              </p14:cNvPr>
              <p14:cNvContentPartPr/>
              <p14:nvPr/>
            </p14:nvContentPartPr>
            <p14:xfrm>
              <a:off x="3552480" y="5850524"/>
              <a:ext cx="14760" cy="76320"/>
            </p14:xfrm>
          </p:contentPart>
        </mc:Choice>
        <mc:Fallback xmlns="">
          <p:pic>
            <p:nvPicPr>
              <p:cNvPr id="381" name="Ink 380">
                <a:extLst>
                  <a:ext uri="{FF2B5EF4-FFF2-40B4-BE49-F238E27FC236}">
                    <a16:creationId xmlns:a16="http://schemas.microsoft.com/office/drawing/2014/main" id="{70E1CCE9-B061-4DE3-7369-9957F3F5D7CE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3543840" y="5841884"/>
                <a:ext cx="3240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9">
            <p14:nvContentPartPr>
              <p14:cNvPr id="382" name="Ink 381">
                <a:extLst>
                  <a:ext uri="{FF2B5EF4-FFF2-40B4-BE49-F238E27FC236}">
                    <a16:creationId xmlns:a16="http://schemas.microsoft.com/office/drawing/2014/main" id="{2BC3CC06-0F88-6B58-ED59-ED18F72F59E5}"/>
                  </a:ext>
                </a:extLst>
              </p14:cNvPr>
              <p14:cNvContentPartPr/>
              <p14:nvPr/>
            </p14:nvContentPartPr>
            <p14:xfrm>
              <a:off x="3617640" y="5759804"/>
              <a:ext cx="33120" cy="17280"/>
            </p14:xfrm>
          </p:contentPart>
        </mc:Choice>
        <mc:Fallback xmlns="">
          <p:pic>
            <p:nvPicPr>
              <p:cNvPr id="382" name="Ink 381">
                <a:extLst>
                  <a:ext uri="{FF2B5EF4-FFF2-40B4-BE49-F238E27FC236}">
                    <a16:creationId xmlns:a16="http://schemas.microsoft.com/office/drawing/2014/main" id="{2BC3CC06-0F88-6B58-ED59-ED18F72F59E5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3609000" y="5751164"/>
                <a:ext cx="5076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0">
            <p14:nvContentPartPr>
              <p14:cNvPr id="383" name="Ink 382">
                <a:extLst>
                  <a:ext uri="{FF2B5EF4-FFF2-40B4-BE49-F238E27FC236}">
                    <a16:creationId xmlns:a16="http://schemas.microsoft.com/office/drawing/2014/main" id="{F025283D-2295-FACC-E84B-3A60366F9851}"/>
                  </a:ext>
                </a:extLst>
              </p14:cNvPr>
              <p14:cNvContentPartPr/>
              <p14:nvPr/>
            </p14:nvContentPartPr>
            <p14:xfrm>
              <a:off x="3737880" y="5818844"/>
              <a:ext cx="25560" cy="51480"/>
            </p14:xfrm>
          </p:contentPart>
        </mc:Choice>
        <mc:Fallback xmlns="">
          <p:pic>
            <p:nvPicPr>
              <p:cNvPr id="383" name="Ink 382">
                <a:extLst>
                  <a:ext uri="{FF2B5EF4-FFF2-40B4-BE49-F238E27FC236}">
                    <a16:creationId xmlns:a16="http://schemas.microsoft.com/office/drawing/2014/main" id="{F025283D-2295-FACC-E84B-3A60366F9851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3728880" y="5809844"/>
                <a:ext cx="4320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1">
            <p14:nvContentPartPr>
              <p14:cNvPr id="384" name="Ink 383">
                <a:extLst>
                  <a:ext uri="{FF2B5EF4-FFF2-40B4-BE49-F238E27FC236}">
                    <a16:creationId xmlns:a16="http://schemas.microsoft.com/office/drawing/2014/main" id="{B0FAFA33-95CF-A3D3-6537-AF17CF949D54}"/>
                  </a:ext>
                </a:extLst>
              </p14:cNvPr>
              <p14:cNvContentPartPr/>
              <p14:nvPr/>
            </p14:nvContentPartPr>
            <p14:xfrm>
              <a:off x="3813120" y="5959964"/>
              <a:ext cx="360" cy="360"/>
            </p14:xfrm>
          </p:contentPart>
        </mc:Choice>
        <mc:Fallback xmlns="">
          <p:pic>
            <p:nvPicPr>
              <p:cNvPr id="384" name="Ink 383">
                <a:extLst>
                  <a:ext uri="{FF2B5EF4-FFF2-40B4-BE49-F238E27FC236}">
                    <a16:creationId xmlns:a16="http://schemas.microsoft.com/office/drawing/2014/main" id="{B0FAFA33-95CF-A3D3-6537-AF17CF949D54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3804480" y="595132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2">
            <p14:nvContentPartPr>
              <p14:cNvPr id="385" name="Ink 384">
                <a:extLst>
                  <a:ext uri="{FF2B5EF4-FFF2-40B4-BE49-F238E27FC236}">
                    <a16:creationId xmlns:a16="http://schemas.microsoft.com/office/drawing/2014/main" id="{C601DD08-BDF4-2F00-721A-B5133D933679}"/>
                  </a:ext>
                </a:extLst>
              </p14:cNvPr>
              <p14:cNvContentPartPr/>
              <p14:nvPr/>
            </p14:nvContentPartPr>
            <p14:xfrm>
              <a:off x="3889080" y="5842244"/>
              <a:ext cx="68760" cy="54000"/>
            </p14:xfrm>
          </p:contentPart>
        </mc:Choice>
        <mc:Fallback xmlns="">
          <p:pic>
            <p:nvPicPr>
              <p:cNvPr id="385" name="Ink 384">
                <a:extLst>
                  <a:ext uri="{FF2B5EF4-FFF2-40B4-BE49-F238E27FC236}">
                    <a16:creationId xmlns:a16="http://schemas.microsoft.com/office/drawing/2014/main" id="{C601DD08-BDF4-2F00-721A-B5133D933679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3880440" y="5833604"/>
                <a:ext cx="8640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3">
            <p14:nvContentPartPr>
              <p14:cNvPr id="386" name="Ink 385">
                <a:extLst>
                  <a:ext uri="{FF2B5EF4-FFF2-40B4-BE49-F238E27FC236}">
                    <a16:creationId xmlns:a16="http://schemas.microsoft.com/office/drawing/2014/main" id="{1DE8C9AC-7F5B-F544-7D90-F13005E95E64}"/>
                  </a:ext>
                </a:extLst>
              </p14:cNvPr>
              <p14:cNvContentPartPr/>
              <p14:nvPr/>
            </p14:nvContentPartPr>
            <p14:xfrm>
              <a:off x="3957120" y="5628404"/>
              <a:ext cx="41040" cy="59760"/>
            </p14:xfrm>
          </p:contentPart>
        </mc:Choice>
        <mc:Fallback xmlns="">
          <p:pic>
            <p:nvPicPr>
              <p:cNvPr id="386" name="Ink 385">
                <a:extLst>
                  <a:ext uri="{FF2B5EF4-FFF2-40B4-BE49-F238E27FC236}">
                    <a16:creationId xmlns:a16="http://schemas.microsoft.com/office/drawing/2014/main" id="{1DE8C9AC-7F5B-F544-7D90-F13005E95E64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3948120" y="5619764"/>
                <a:ext cx="5868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4">
            <p14:nvContentPartPr>
              <p14:cNvPr id="387" name="Ink 386">
                <a:extLst>
                  <a:ext uri="{FF2B5EF4-FFF2-40B4-BE49-F238E27FC236}">
                    <a16:creationId xmlns:a16="http://schemas.microsoft.com/office/drawing/2014/main" id="{E46DBF3C-86A7-C04F-7794-F57EE89260DD}"/>
                  </a:ext>
                </a:extLst>
              </p14:cNvPr>
              <p14:cNvContentPartPr/>
              <p14:nvPr/>
            </p14:nvContentPartPr>
            <p14:xfrm>
              <a:off x="3800520" y="5567204"/>
              <a:ext cx="50760" cy="12240"/>
            </p14:xfrm>
          </p:contentPart>
        </mc:Choice>
        <mc:Fallback xmlns="">
          <p:pic>
            <p:nvPicPr>
              <p:cNvPr id="387" name="Ink 386">
                <a:extLst>
                  <a:ext uri="{FF2B5EF4-FFF2-40B4-BE49-F238E27FC236}">
                    <a16:creationId xmlns:a16="http://schemas.microsoft.com/office/drawing/2014/main" id="{E46DBF3C-86A7-C04F-7794-F57EE89260DD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3791880" y="5558204"/>
                <a:ext cx="6840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5">
            <p14:nvContentPartPr>
              <p14:cNvPr id="388" name="Ink 387">
                <a:extLst>
                  <a:ext uri="{FF2B5EF4-FFF2-40B4-BE49-F238E27FC236}">
                    <a16:creationId xmlns:a16="http://schemas.microsoft.com/office/drawing/2014/main" id="{F166EB3F-F675-22CD-6ECB-11B847E5B9A0}"/>
                  </a:ext>
                </a:extLst>
              </p14:cNvPr>
              <p14:cNvContentPartPr/>
              <p14:nvPr/>
            </p14:nvContentPartPr>
            <p14:xfrm>
              <a:off x="3749040" y="5614724"/>
              <a:ext cx="10440" cy="52920"/>
            </p14:xfrm>
          </p:contentPart>
        </mc:Choice>
        <mc:Fallback xmlns="">
          <p:pic>
            <p:nvPicPr>
              <p:cNvPr id="388" name="Ink 387">
                <a:extLst>
                  <a:ext uri="{FF2B5EF4-FFF2-40B4-BE49-F238E27FC236}">
                    <a16:creationId xmlns:a16="http://schemas.microsoft.com/office/drawing/2014/main" id="{F166EB3F-F675-22CD-6ECB-11B847E5B9A0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3740400" y="5606084"/>
                <a:ext cx="2808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6">
            <p14:nvContentPartPr>
              <p14:cNvPr id="389" name="Ink 388">
                <a:extLst>
                  <a:ext uri="{FF2B5EF4-FFF2-40B4-BE49-F238E27FC236}">
                    <a16:creationId xmlns:a16="http://schemas.microsoft.com/office/drawing/2014/main" id="{FA402E07-2DE2-3C9F-5335-12A5C930939A}"/>
                  </a:ext>
                </a:extLst>
              </p14:cNvPr>
              <p14:cNvContentPartPr/>
              <p14:nvPr/>
            </p14:nvContentPartPr>
            <p14:xfrm>
              <a:off x="3843360" y="5579444"/>
              <a:ext cx="31680" cy="57600"/>
            </p14:xfrm>
          </p:contentPart>
        </mc:Choice>
        <mc:Fallback xmlns="">
          <p:pic>
            <p:nvPicPr>
              <p:cNvPr id="389" name="Ink 388">
                <a:extLst>
                  <a:ext uri="{FF2B5EF4-FFF2-40B4-BE49-F238E27FC236}">
                    <a16:creationId xmlns:a16="http://schemas.microsoft.com/office/drawing/2014/main" id="{FA402E07-2DE2-3C9F-5335-12A5C930939A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3834360" y="5570804"/>
                <a:ext cx="4932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7">
            <p14:nvContentPartPr>
              <p14:cNvPr id="390" name="Ink 389">
                <a:extLst>
                  <a:ext uri="{FF2B5EF4-FFF2-40B4-BE49-F238E27FC236}">
                    <a16:creationId xmlns:a16="http://schemas.microsoft.com/office/drawing/2014/main" id="{3576E993-79CF-431A-3D45-FA476FB9F295}"/>
                  </a:ext>
                </a:extLst>
              </p14:cNvPr>
              <p14:cNvContentPartPr/>
              <p14:nvPr/>
            </p14:nvContentPartPr>
            <p14:xfrm>
              <a:off x="3969000" y="5497004"/>
              <a:ext cx="48600" cy="31680"/>
            </p14:xfrm>
          </p:contentPart>
        </mc:Choice>
        <mc:Fallback xmlns="">
          <p:pic>
            <p:nvPicPr>
              <p:cNvPr id="390" name="Ink 389">
                <a:extLst>
                  <a:ext uri="{FF2B5EF4-FFF2-40B4-BE49-F238E27FC236}">
                    <a16:creationId xmlns:a16="http://schemas.microsoft.com/office/drawing/2014/main" id="{3576E993-79CF-431A-3D45-FA476FB9F295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3960000" y="5488364"/>
                <a:ext cx="6624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8">
            <p14:nvContentPartPr>
              <p14:cNvPr id="391" name="Ink 390">
                <a:extLst>
                  <a:ext uri="{FF2B5EF4-FFF2-40B4-BE49-F238E27FC236}">
                    <a16:creationId xmlns:a16="http://schemas.microsoft.com/office/drawing/2014/main" id="{C95BA9CF-991C-AEF1-E12F-F4DE6B442D0B}"/>
                  </a:ext>
                </a:extLst>
              </p14:cNvPr>
              <p14:cNvContentPartPr/>
              <p14:nvPr/>
            </p14:nvContentPartPr>
            <p14:xfrm>
              <a:off x="4090320" y="5505284"/>
              <a:ext cx="19080" cy="376200"/>
            </p14:xfrm>
          </p:contentPart>
        </mc:Choice>
        <mc:Fallback xmlns="">
          <p:pic>
            <p:nvPicPr>
              <p:cNvPr id="391" name="Ink 390">
                <a:extLst>
                  <a:ext uri="{FF2B5EF4-FFF2-40B4-BE49-F238E27FC236}">
                    <a16:creationId xmlns:a16="http://schemas.microsoft.com/office/drawing/2014/main" id="{C95BA9CF-991C-AEF1-E12F-F4DE6B442D0B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4081320" y="5496644"/>
                <a:ext cx="36720" cy="39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9">
            <p14:nvContentPartPr>
              <p14:cNvPr id="392" name="Ink 391">
                <a:extLst>
                  <a:ext uri="{FF2B5EF4-FFF2-40B4-BE49-F238E27FC236}">
                    <a16:creationId xmlns:a16="http://schemas.microsoft.com/office/drawing/2014/main" id="{00720E46-6F12-0BCC-E094-EB68C438C01B}"/>
                  </a:ext>
                </a:extLst>
              </p14:cNvPr>
              <p14:cNvContentPartPr/>
              <p14:nvPr/>
            </p14:nvContentPartPr>
            <p14:xfrm>
              <a:off x="4059360" y="5952404"/>
              <a:ext cx="43560" cy="107640"/>
            </p14:xfrm>
          </p:contentPart>
        </mc:Choice>
        <mc:Fallback xmlns="">
          <p:pic>
            <p:nvPicPr>
              <p:cNvPr id="392" name="Ink 391">
                <a:extLst>
                  <a:ext uri="{FF2B5EF4-FFF2-40B4-BE49-F238E27FC236}">
                    <a16:creationId xmlns:a16="http://schemas.microsoft.com/office/drawing/2014/main" id="{00720E46-6F12-0BCC-E094-EB68C438C01B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4050720" y="5943764"/>
                <a:ext cx="6120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0">
            <p14:nvContentPartPr>
              <p14:cNvPr id="393" name="Ink 392">
                <a:extLst>
                  <a:ext uri="{FF2B5EF4-FFF2-40B4-BE49-F238E27FC236}">
                    <a16:creationId xmlns:a16="http://schemas.microsoft.com/office/drawing/2014/main" id="{AD96F360-1B3C-AE87-935B-E62D4D3A08C1}"/>
                  </a:ext>
                </a:extLst>
              </p14:cNvPr>
              <p14:cNvContentPartPr/>
              <p14:nvPr/>
            </p14:nvContentPartPr>
            <p14:xfrm>
              <a:off x="4002120" y="6094964"/>
              <a:ext cx="8640" cy="4320"/>
            </p14:xfrm>
          </p:contentPart>
        </mc:Choice>
        <mc:Fallback xmlns="">
          <p:pic>
            <p:nvPicPr>
              <p:cNvPr id="393" name="Ink 392">
                <a:extLst>
                  <a:ext uri="{FF2B5EF4-FFF2-40B4-BE49-F238E27FC236}">
                    <a16:creationId xmlns:a16="http://schemas.microsoft.com/office/drawing/2014/main" id="{AD96F360-1B3C-AE87-935B-E62D4D3A08C1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3993480" y="6086324"/>
                <a:ext cx="2628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1">
            <p14:nvContentPartPr>
              <p14:cNvPr id="394" name="Ink 393">
                <a:extLst>
                  <a:ext uri="{FF2B5EF4-FFF2-40B4-BE49-F238E27FC236}">
                    <a16:creationId xmlns:a16="http://schemas.microsoft.com/office/drawing/2014/main" id="{71EEEF01-B7FB-B1A6-00C7-BBE59DC5AE93}"/>
                  </a:ext>
                </a:extLst>
              </p14:cNvPr>
              <p14:cNvContentPartPr/>
              <p14:nvPr/>
            </p14:nvContentPartPr>
            <p14:xfrm>
              <a:off x="3994920" y="6127364"/>
              <a:ext cx="34920" cy="6840"/>
            </p14:xfrm>
          </p:contentPart>
        </mc:Choice>
        <mc:Fallback xmlns="">
          <p:pic>
            <p:nvPicPr>
              <p:cNvPr id="394" name="Ink 393">
                <a:extLst>
                  <a:ext uri="{FF2B5EF4-FFF2-40B4-BE49-F238E27FC236}">
                    <a16:creationId xmlns:a16="http://schemas.microsoft.com/office/drawing/2014/main" id="{71EEEF01-B7FB-B1A6-00C7-BBE59DC5AE93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3985920" y="6118724"/>
                <a:ext cx="5256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2">
            <p14:nvContentPartPr>
              <p14:cNvPr id="395" name="Ink 394">
                <a:extLst>
                  <a:ext uri="{FF2B5EF4-FFF2-40B4-BE49-F238E27FC236}">
                    <a16:creationId xmlns:a16="http://schemas.microsoft.com/office/drawing/2014/main" id="{4A012C3F-4CD6-1BFB-C871-F75A44B35C13}"/>
                  </a:ext>
                </a:extLst>
              </p14:cNvPr>
              <p14:cNvContentPartPr/>
              <p14:nvPr/>
            </p14:nvContentPartPr>
            <p14:xfrm>
              <a:off x="4206960" y="6102164"/>
              <a:ext cx="33840" cy="4320"/>
            </p14:xfrm>
          </p:contentPart>
        </mc:Choice>
        <mc:Fallback xmlns="">
          <p:pic>
            <p:nvPicPr>
              <p:cNvPr id="395" name="Ink 394">
                <a:extLst>
                  <a:ext uri="{FF2B5EF4-FFF2-40B4-BE49-F238E27FC236}">
                    <a16:creationId xmlns:a16="http://schemas.microsoft.com/office/drawing/2014/main" id="{4A012C3F-4CD6-1BFB-C871-F75A44B35C13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4198320" y="6093164"/>
                <a:ext cx="5148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3">
            <p14:nvContentPartPr>
              <p14:cNvPr id="396" name="Ink 395">
                <a:extLst>
                  <a:ext uri="{FF2B5EF4-FFF2-40B4-BE49-F238E27FC236}">
                    <a16:creationId xmlns:a16="http://schemas.microsoft.com/office/drawing/2014/main" id="{8AFC230E-B720-0731-1400-C7CAFDB676D1}"/>
                  </a:ext>
                </a:extLst>
              </p14:cNvPr>
              <p14:cNvContentPartPr/>
              <p14:nvPr/>
            </p14:nvContentPartPr>
            <p14:xfrm>
              <a:off x="4374360" y="6072644"/>
              <a:ext cx="16200" cy="12600"/>
            </p14:xfrm>
          </p:contentPart>
        </mc:Choice>
        <mc:Fallback xmlns="">
          <p:pic>
            <p:nvPicPr>
              <p:cNvPr id="396" name="Ink 395">
                <a:extLst>
                  <a:ext uri="{FF2B5EF4-FFF2-40B4-BE49-F238E27FC236}">
                    <a16:creationId xmlns:a16="http://schemas.microsoft.com/office/drawing/2014/main" id="{8AFC230E-B720-0731-1400-C7CAFDB676D1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365360" y="6063644"/>
                <a:ext cx="3384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4">
            <p14:nvContentPartPr>
              <p14:cNvPr id="397" name="Ink 396">
                <a:extLst>
                  <a:ext uri="{FF2B5EF4-FFF2-40B4-BE49-F238E27FC236}">
                    <a16:creationId xmlns:a16="http://schemas.microsoft.com/office/drawing/2014/main" id="{1B7BB98C-8FE9-4075-3DB8-985D9BEE5299}"/>
                  </a:ext>
                </a:extLst>
              </p14:cNvPr>
              <p14:cNvContentPartPr/>
              <p14:nvPr/>
            </p14:nvContentPartPr>
            <p14:xfrm>
              <a:off x="4421880" y="5922524"/>
              <a:ext cx="7200" cy="28800"/>
            </p14:xfrm>
          </p:contentPart>
        </mc:Choice>
        <mc:Fallback xmlns="">
          <p:pic>
            <p:nvPicPr>
              <p:cNvPr id="397" name="Ink 396">
                <a:extLst>
                  <a:ext uri="{FF2B5EF4-FFF2-40B4-BE49-F238E27FC236}">
                    <a16:creationId xmlns:a16="http://schemas.microsoft.com/office/drawing/2014/main" id="{1B7BB98C-8FE9-4075-3DB8-985D9BEE5299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4413240" y="5913524"/>
                <a:ext cx="2484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5">
            <p14:nvContentPartPr>
              <p14:cNvPr id="398" name="Ink 397">
                <a:extLst>
                  <a:ext uri="{FF2B5EF4-FFF2-40B4-BE49-F238E27FC236}">
                    <a16:creationId xmlns:a16="http://schemas.microsoft.com/office/drawing/2014/main" id="{F637FEF6-D96A-B9B4-DAE9-4C737E5FA2BA}"/>
                  </a:ext>
                </a:extLst>
              </p14:cNvPr>
              <p14:cNvContentPartPr/>
              <p14:nvPr/>
            </p14:nvContentPartPr>
            <p14:xfrm>
              <a:off x="4365360" y="5880044"/>
              <a:ext cx="16560" cy="7560"/>
            </p14:xfrm>
          </p:contentPart>
        </mc:Choice>
        <mc:Fallback xmlns="">
          <p:pic>
            <p:nvPicPr>
              <p:cNvPr id="398" name="Ink 397">
                <a:extLst>
                  <a:ext uri="{FF2B5EF4-FFF2-40B4-BE49-F238E27FC236}">
                    <a16:creationId xmlns:a16="http://schemas.microsoft.com/office/drawing/2014/main" id="{F637FEF6-D96A-B9B4-DAE9-4C737E5FA2BA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4356720" y="5871044"/>
                <a:ext cx="3420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6">
            <p14:nvContentPartPr>
              <p14:cNvPr id="399" name="Ink 398">
                <a:extLst>
                  <a:ext uri="{FF2B5EF4-FFF2-40B4-BE49-F238E27FC236}">
                    <a16:creationId xmlns:a16="http://schemas.microsoft.com/office/drawing/2014/main" id="{F25B1C7B-633C-797F-13D4-32EE2CD6EB75}"/>
                  </a:ext>
                </a:extLst>
              </p14:cNvPr>
              <p14:cNvContentPartPr/>
              <p14:nvPr/>
            </p14:nvContentPartPr>
            <p14:xfrm>
              <a:off x="4332240" y="5811644"/>
              <a:ext cx="16560" cy="21600"/>
            </p14:xfrm>
          </p:contentPart>
        </mc:Choice>
        <mc:Fallback xmlns="">
          <p:pic>
            <p:nvPicPr>
              <p:cNvPr id="399" name="Ink 398">
                <a:extLst>
                  <a:ext uri="{FF2B5EF4-FFF2-40B4-BE49-F238E27FC236}">
                    <a16:creationId xmlns:a16="http://schemas.microsoft.com/office/drawing/2014/main" id="{F25B1C7B-633C-797F-13D4-32EE2CD6EB75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4323240" y="5803004"/>
                <a:ext cx="342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7">
            <p14:nvContentPartPr>
              <p14:cNvPr id="400" name="Ink 399">
                <a:extLst>
                  <a:ext uri="{FF2B5EF4-FFF2-40B4-BE49-F238E27FC236}">
                    <a16:creationId xmlns:a16="http://schemas.microsoft.com/office/drawing/2014/main" id="{87CC83E6-BFE0-1379-F91D-95B7C50E3B33}"/>
                  </a:ext>
                </a:extLst>
              </p14:cNvPr>
              <p14:cNvContentPartPr/>
              <p14:nvPr/>
            </p14:nvContentPartPr>
            <p14:xfrm>
              <a:off x="4317840" y="5716964"/>
              <a:ext cx="3600" cy="45720"/>
            </p14:xfrm>
          </p:contentPart>
        </mc:Choice>
        <mc:Fallback xmlns="">
          <p:pic>
            <p:nvPicPr>
              <p:cNvPr id="400" name="Ink 399">
                <a:extLst>
                  <a:ext uri="{FF2B5EF4-FFF2-40B4-BE49-F238E27FC236}">
                    <a16:creationId xmlns:a16="http://schemas.microsoft.com/office/drawing/2014/main" id="{87CC83E6-BFE0-1379-F91D-95B7C50E3B33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4308840" y="5707964"/>
                <a:ext cx="2124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8">
            <p14:nvContentPartPr>
              <p14:cNvPr id="401" name="Ink 400">
                <a:extLst>
                  <a:ext uri="{FF2B5EF4-FFF2-40B4-BE49-F238E27FC236}">
                    <a16:creationId xmlns:a16="http://schemas.microsoft.com/office/drawing/2014/main" id="{1B84CCA9-B8CD-E78E-D282-7DAC1DEF7263}"/>
                  </a:ext>
                </a:extLst>
              </p14:cNvPr>
              <p14:cNvContentPartPr/>
              <p14:nvPr/>
            </p14:nvContentPartPr>
            <p14:xfrm>
              <a:off x="4295160" y="5562524"/>
              <a:ext cx="14760" cy="95040"/>
            </p14:xfrm>
          </p:contentPart>
        </mc:Choice>
        <mc:Fallback xmlns="">
          <p:pic>
            <p:nvPicPr>
              <p:cNvPr id="401" name="Ink 400">
                <a:extLst>
                  <a:ext uri="{FF2B5EF4-FFF2-40B4-BE49-F238E27FC236}">
                    <a16:creationId xmlns:a16="http://schemas.microsoft.com/office/drawing/2014/main" id="{1B84CCA9-B8CD-E78E-D282-7DAC1DEF7263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4286160" y="5553524"/>
                <a:ext cx="3240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9">
            <p14:nvContentPartPr>
              <p14:cNvPr id="402" name="Ink 401">
                <a:extLst>
                  <a:ext uri="{FF2B5EF4-FFF2-40B4-BE49-F238E27FC236}">
                    <a16:creationId xmlns:a16="http://schemas.microsoft.com/office/drawing/2014/main" id="{C039B363-3ACD-83A2-84C0-C25CBD7622C0}"/>
                  </a:ext>
                </a:extLst>
              </p14:cNvPr>
              <p14:cNvContentPartPr/>
              <p14:nvPr/>
            </p14:nvContentPartPr>
            <p14:xfrm>
              <a:off x="4255560" y="5510684"/>
              <a:ext cx="28080" cy="19080"/>
            </p14:xfrm>
          </p:contentPart>
        </mc:Choice>
        <mc:Fallback xmlns="">
          <p:pic>
            <p:nvPicPr>
              <p:cNvPr id="402" name="Ink 401">
                <a:extLst>
                  <a:ext uri="{FF2B5EF4-FFF2-40B4-BE49-F238E27FC236}">
                    <a16:creationId xmlns:a16="http://schemas.microsoft.com/office/drawing/2014/main" id="{C039B363-3ACD-83A2-84C0-C25CBD7622C0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4246560" y="5501684"/>
                <a:ext cx="4572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0">
            <p14:nvContentPartPr>
              <p14:cNvPr id="403" name="Ink 402">
                <a:extLst>
                  <a:ext uri="{FF2B5EF4-FFF2-40B4-BE49-F238E27FC236}">
                    <a16:creationId xmlns:a16="http://schemas.microsoft.com/office/drawing/2014/main" id="{02FE3BE9-106A-1E06-8323-E47EFB244D7A}"/>
                  </a:ext>
                </a:extLst>
              </p14:cNvPr>
              <p14:cNvContentPartPr/>
              <p14:nvPr/>
            </p14:nvContentPartPr>
            <p14:xfrm>
              <a:off x="4206960" y="5467484"/>
              <a:ext cx="24840" cy="24480"/>
            </p14:xfrm>
          </p:contentPart>
        </mc:Choice>
        <mc:Fallback xmlns="">
          <p:pic>
            <p:nvPicPr>
              <p:cNvPr id="403" name="Ink 402">
                <a:extLst>
                  <a:ext uri="{FF2B5EF4-FFF2-40B4-BE49-F238E27FC236}">
                    <a16:creationId xmlns:a16="http://schemas.microsoft.com/office/drawing/2014/main" id="{02FE3BE9-106A-1E06-8323-E47EFB244D7A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4198320" y="5458844"/>
                <a:ext cx="4248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1">
            <p14:nvContentPartPr>
              <p14:cNvPr id="404" name="Ink 403">
                <a:extLst>
                  <a:ext uri="{FF2B5EF4-FFF2-40B4-BE49-F238E27FC236}">
                    <a16:creationId xmlns:a16="http://schemas.microsoft.com/office/drawing/2014/main" id="{8DBBB4D7-31DC-879B-18AE-B28EBA5CEAF1}"/>
                  </a:ext>
                </a:extLst>
              </p14:cNvPr>
              <p14:cNvContentPartPr/>
              <p14:nvPr/>
            </p14:nvContentPartPr>
            <p14:xfrm>
              <a:off x="4056480" y="5415284"/>
              <a:ext cx="42480" cy="11520"/>
            </p14:xfrm>
          </p:contentPart>
        </mc:Choice>
        <mc:Fallback xmlns="">
          <p:pic>
            <p:nvPicPr>
              <p:cNvPr id="404" name="Ink 403">
                <a:extLst>
                  <a:ext uri="{FF2B5EF4-FFF2-40B4-BE49-F238E27FC236}">
                    <a16:creationId xmlns:a16="http://schemas.microsoft.com/office/drawing/2014/main" id="{8DBBB4D7-31DC-879B-18AE-B28EBA5CEAF1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4047480" y="5406284"/>
                <a:ext cx="6012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2">
            <p14:nvContentPartPr>
              <p14:cNvPr id="405" name="Ink 404">
                <a:extLst>
                  <a:ext uri="{FF2B5EF4-FFF2-40B4-BE49-F238E27FC236}">
                    <a16:creationId xmlns:a16="http://schemas.microsoft.com/office/drawing/2014/main" id="{BEA63D2C-6C3D-93E1-65AB-C32CE1F7E387}"/>
                  </a:ext>
                </a:extLst>
              </p14:cNvPr>
              <p14:cNvContentPartPr/>
              <p14:nvPr/>
            </p14:nvContentPartPr>
            <p14:xfrm>
              <a:off x="3937680" y="5441564"/>
              <a:ext cx="11160" cy="4320"/>
            </p14:xfrm>
          </p:contentPart>
        </mc:Choice>
        <mc:Fallback xmlns="">
          <p:pic>
            <p:nvPicPr>
              <p:cNvPr id="405" name="Ink 404">
                <a:extLst>
                  <a:ext uri="{FF2B5EF4-FFF2-40B4-BE49-F238E27FC236}">
                    <a16:creationId xmlns:a16="http://schemas.microsoft.com/office/drawing/2014/main" id="{BEA63D2C-6C3D-93E1-65AB-C32CE1F7E387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3928680" y="5432924"/>
                <a:ext cx="2880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3">
            <p14:nvContentPartPr>
              <p14:cNvPr id="406" name="Ink 405">
                <a:extLst>
                  <a:ext uri="{FF2B5EF4-FFF2-40B4-BE49-F238E27FC236}">
                    <a16:creationId xmlns:a16="http://schemas.microsoft.com/office/drawing/2014/main" id="{CEDC57D1-39AF-5F45-A143-4240BD52A479}"/>
                  </a:ext>
                </a:extLst>
              </p14:cNvPr>
              <p14:cNvContentPartPr/>
              <p14:nvPr/>
            </p14:nvContentPartPr>
            <p14:xfrm>
              <a:off x="3617640" y="5802284"/>
              <a:ext cx="2880" cy="52920"/>
            </p14:xfrm>
          </p:contentPart>
        </mc:Choice>
        <mc:Fallback xmlns="">
          <p:pic>
            <p:nvPicPr>
              <p:cNvPr id="406" name="Ink 405">
                <a:extLst>
                  <a:ext uri="{FF2B5EF4-FFF2-40B4-BE49-F238E27FC236}">
                    <a16:creationId xmlns:a16="http://schemas.microsoft.com/office/drawing/2014/main" id="{CEDC57D1-39AF-5F45-A143-4240BD52A479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3609000" y="5793284"/>
                <a:ext cx="2052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4">
            <p14:nvContentPartPr>
              <p14:cNvPr id="407" name="Ink 406">
                <a:extLst>
                  <a:ext uri="{FF2B5EF4-FFF2-40B4-BE49-F238E27FC236}">
                    <a16:creationId xmlns:a16="http://schemas.microsoft.com/office/drawing/2014/main" id="{303C36B7-8ECF-43CE-3776-FD95D0278393}"/>
                  </a:ext>
                </a:extLst>
              </p14:cNvPr>
              <p14:cNvContentPartPr/>
              <p14:nvPr/>
            </p14:nvContentPartPr>
            <p14:xfrm>
              <a:off x="3622320" y="5940164"/>
              <a:ext cx="6120" cy="22320"/>
            </p14:xfrm>
          </p:contentPart>
        </mc:Choice>
        <mc:Fallback xmlns="">
          <p:pic>
            <p:nvPicPr>
              <p:cNvPr id="407" name="Ink 406">
                <a:extLst>
                  <a:ext uri="{FF2B5EF4-FFF2-40B4-BE49-F238E27FC236}">
                    <a16:creationId xmlns:a16="http://schemas.microsoft.com/office/drawing/2014/main" id="{303C36B7-8ECF-43CE-3776-FD95D027839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613320" y="5931164"/>
                <a:ext cx="237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5">
            <p14:nvContentPartPr>
              <p14:cNvPr id="408" name="Ink 407">
                <a:extLst>
                  <a:ext uri="{FF2B5EF4-FFF2-40B4-BE49-F238E27FC236}">
                    <a16:creationId xmlns:a16="http://schemas.microsoft.com/office/drawing/2014/main" id="{64C43B0C-B58A-7940-9023-2AF0D005C923}"/>
                  </a:ext>
                </a:extLst>
              </p14:cNvPr>
              <p14:cNvContentPartPr/>
              <p14:nvPr/>
            </p14:nvContentPartPr>
            <p14:xfrm>
              <a:off x="3719520" y="6149684"/>
              <a:ext cx="66240" cy="6120"/>
            </p14:xfrm>
          </p:contentPart>
        </mc:Choice>
        <mc:Fallback xmlns="">
          <p:pic>
            <p:nvPicPr>
              <p:cNvPr id="408" name="Ink 407">
                <a:extLst>
                  <a:ext uri="{FF2B5EF4-FFF2-40B4-BE49-F238E27FC236}">
                    <a16:creationId xmlns:a16="http://schemas.microsoft.com/office/drawing/2014/main" id="{64C43B0C-B58A-7940-9023-2AF0D005C923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3710880" y="6141044"/>
                <a:ext cx="8388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6">
            <p14:nvContentPartPr>
              <p14:cNvPr id="409" name="Ink 408">
                <a:extLst>
                  <a:ext uri="{FF2B5EF4-FFF2-40B4-BE49-F238E27FC236}">
                    <a16:creationId xmlns:a16="http://schemas.microsoft.com/office/drawing/2014/main" id="{223759EF-C2D9-49BE-7580-BFB171248F73}"/>
                  </a:ext>
                </a:extLst>
              </p14:cNvPr>
              <p14:cNvContentPartPr/>
              <p14:nvPr/>
            </p14:nvContentPartPr>
            <p14:xfrm>
              <a:off x="3916800" y="6094964"/>
              <a:ext cx="95760" cy="28800"/>
            </p14:xfrm>
          </p:contentPart>
        </mc:Choice>
        <mc:Fallback xmlns="">
          <p:pic>
            <p:nvPicPr>
              <p:cNvPr id="409" name="Ink 408">
                <a:extLst>
                  <a:ext uri="{FF2B5EF4-FFF2-40B4-BE49-F238E27FC236}">
                    <a16:creationId xmlns:a16="http://schemas.microsoft.com/office/drawing/2014/main" id="{223759EF-C2D9-49BE-7580-BFB171248F73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3908160" y="6086324"/>
                <a:ext cx="1134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7">
            <p14:nvContentPartPr>
              <p14:cNvPr id="410" name="Ink 409">
                <a:extLst>
                  <a:ext uri="{FF2B5EF4-FFF2-40B4-BE49-F238E27FC236}">
                    <a16:creationId xmlns:a16="http://schemas.microsoft.com/office/drawing/2014/main" id="{634C1135-1F17-D04B-B592-4C89073D8D31}"/>
                  </a:ext>
                </a:extLst>
              </p14:cNvPr>
              <p14:cNvContentPartPr/>
              <p14:nvPr/>
            </p14:nvContentPartPr>
            <p14:xfrm>
              <a:off x="1307520" y="4784924"/>
              <a:ext cx="360" cy="360"/>
            </p14:xfrm>
          </p:contentPart>
        </mc:Choice>
        <mc:Fallback xmlns="">
          <p:pic>
            <p:nvPicPr>
              <p:cNvPr id="410" name="Ink 409">
                <a:extLst>
                  <a:ext uri="{FF2B5EF4-FFF2-40B4-BE49-F238E27FC236}">
                    <a16:creationId xmlns:a16="http://schemas.microsoft.com/office/drawing/2014/main" id="{634C1135-1F17-D04B-B592-4C89073D8D31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298520" y="477628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8">
            <p14:nvContentPartPr>
              <p14:cNvPr id="411" name="Ink 410">
                <a:extLst>
                  <a:ext uri="{FF2B5EF4-FFF2-40B4-BE49-F238E27FC236}">
                    <a16:creationId xmlns:a16="http://schemas.microsoft.com/office/drawing/2014/main" id="{3C84F77F-ABBD-F210-16B3-E20ED93EC982}"/>
                  </a:ext>
                </a:extLst>
              </p14:cNvPr>
              <p14:cNvContentPartPr/>
              <p14:nvPr/>
            </p14:nvContentPartPr>
            <p14:xfrm>
              <a:off x="1194840" y="4669724"/>
              <a:ext cx="19080" cy="14400"/>
            </p14:xfrm>
          </p:contentPart>
        </mc:Choice>
        <mc:Fallback xmlns="">
          <p:pic>
            <p:nvPicPr>
              <p:cNvPr id="411" name="Ink 410">
                <a:extLst>
                  <a:ext uri="{FF2B5EF4-FFF2-40B4-BE49-F238E27FC236}">
                    <a16:creationId xmlns:a16="http://schemas.microsoft.com/office/drawing/2014/main" id="{3C84F77F-ABBD-F210-16B3-E20ED93EC982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1186200" y="4661084"/>
                <a:ext cx="3672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9">
            <p14:nvContentPartPr>
              <p14:cNvPr id="412" name="Ink 411">
                <a:extLst>
                  <a:ext uri="{FF2B5EF4-FFF2-40B4-BE49-F238E27FC236}">
                    <a16:creationId xmlns:a16="http://schemas.microsoft.com/office/drawing/2014/main" id="{DA6923A2-CB83-F31E-E29B-900DA70EC526}"/>
                  </a:ext>
                </a:extLst>
              </p14:cNvPr>
              <p14:cNvContentPartPr/>
              <p14:nvPr/>
            </p14:nvContentPartPr>
            <p14:xfrm>
              <a:off x="1128960" y="4564604"/>
              <a:ext cx="22320" cy="38160"/>
            </p14:xfrm>
          </p:contentPart>
        </mc:Choice>
        <mc:Fallback xmlns="">
          <p:pic>
            <p:nvPicPr>
              <p:cNvPr id="412" name="Ink 411">
                <a:extLst>
                  <a:ext uri="{FF2B5EF4-FFF2-40B4-BE49-F238E27FC236}">
                    <a16:creationId xmlns:a16="http://schemas.microsoft.com/office/drawing/2014/main" id="{DA6923A2-CB83-F31E-E29B-900DA70EC526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1120320" y="4555964"/>
                <a:ext cx="3996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0">
            <p14:nvContentPartPr>
              <p14:cNvPr id="413" name="Ink 412">
                <a:extLst>
                  <a:ext uri="{FF2B5EF4-FFF2-40B4-BE49-F238E27FC236}">
                    <a16:creationId xmlns:a16="http://schemas.microsoft.com/office/drawing/2014/main" id="{16734E3B-B9C7-28A2-4AAB-9343403EE97D}"/>
                  </a:ext>
                </a:extLst>
              </p14:cNvPr>
              <p14:cNvContentPartPr/>
              <p14:nvPr/>
            </p14:nvContentPartPr>
            <p14:xfrm>
              <a:off x="1225080" y="4427444"/>
              <a:ext cx="19080" cy="32760"/>
            </p14:xfrm>
          </p:contentPart>
        </mc:Choice>
        <mc:Fallback xmlns="">
          <p:pic>
            <p:nvPicPr>
              <p:cNvPr id="413" name="Ink 412">
                <a:extLst>
                  <a:ext uri="{FF2B5EF4-FFF2-40B4-BE49-F238E27FC236}">
                    <a16:creationId xmlns:a16="http://schemas.microsoft.com/office/drawing/2014/main" id="{16734E3B-B9C7-28A2-4AAB-9343403EE97D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1216080" y="4418444"/>
                <a:ext cx="3672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1">
            <p14:nvContentPartPr>
              <p14:cNvPr id="414" name="Ink 413">
                <a:extLst>
                  <a:ext uri="{FF2B5EF4-FFF2-40B4-BE49-F238E27FC236}">
                    <a16:creationId xmlns:a16="http://schemas.microsoft.com/office/drawing/2014/main" id="{72F47808-7647-C53E-8755-F42D6EC1C1B6}"/>
                  </a:ext>
                </a:extLst>
              </p14:cNvPr>
              <p14:cNvContentPartPr/>
              <p14:nvPr/>
            </p14:nvContentPartPr>
            <p14:xfrm>
              <a:off x="1386000" y="4443284"/>
              <a:ext cx="19800" cy="56880"/>
            </p14:xfrm>
          </p:contentPart>
        </mc:Choice>
        <mc:Fallback xmlns="">
          <p:pic>
            <p:nvPicPr>
              <p:cNvPr id="414" name="Ink 413">
                <a:extLst>
                  <a:ext uri="{FF2B5EF4-FFF2-40B4-BE49-F238E27FC236}">
                    <a16:creationId xmlns:a16="http://schemas.microsoft.com/office/drawing/2014/main" id="{72F47808-7647-C53E-8755-F42D6EC1C1B6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1377000" y="4434284"/>
                <a:ext cx="3744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2">
            <p14:nvContentPartPr>
              <p14:cNvPr id="415" name="Ink 414">
                <a:extLst>
                  <a:ext uri="{FF2B5EF4-FFF2-40B4-BE49-F238E27FC236}">
                    <a16:creationId xmlns:a16="http://schemas.microsoft.com/office/drawing/2014/main" id="{4C45358A-B5F6-806F-C9F9-FDBB3859628B}"/>
                  </a:ext>
                </a:extLst>
              </p14:cNvPr>
              <p14:cNvContentPartPr/>
              <p14:nvPr/>
            </p14:nvContentPartPr>
            <p14:xfrm>
              <a:off x="1371600" y="4641644"/>
              <a:ext cx="21240" cy="14040"/>
            </p14:xfrm>
          </p:contentPart>
        </mc:Choice>
        <mc:Fallback xmlns="">
          <p:pic>
            <p:nvPicPr>
              <p:cNvPr id="415" name="Ink 414">
                <a:extLst>
                  <a:ext uri="{FF2B5EF4-FFF2-40B4-BE49-F238E27FC236}">
                    <a16:creationId xmlns:a16="http://schemas.microsoft.com/office/drawing/2014/main" id="{4C45358A-B5F6-806F-C9F9-FDBB3859628B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1362600" y="4633004"/>
                <a:ext cx="3888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3">
            <p14:nvContentPartPr>
              <p14:cNvPr id="416" name="Ink 415">
                <a:extLst>
                  <a:ext uri="{FF2B5EF4-FFF2-40B4-BE49-F238E27FC236}">
                    <a16:creationId xmlns:a16="http://schemas.microsoft.com/office/drawing/2014/main" id="{E3846ED5-2FC9-0094-AEEC-C8642548506F}"/>
                  </a:ext>
                </a:extLst>
              </p14:cNvPr>
              <p14:cNvContentPartPr/>
              <p14:nvPr/>
            </p14:nvContentPartPr>
            <p14:xfrm>
              <a:off x="1321200" y="4604564"/>
              <a:ext cx="18720" cy="42120"/>
            </p14:xfrm>
          </p:contentPart>
        </mc:Choice>
        <mc:Fallback xmlns="">
          <p:pic>
            <p:nvPicPr>
              <p:cNvPr id="416" name="Ink 415">
                <a:extLst>
                  <a:ext uri="{FF2B5EF4-FFF2-40B4-BE49-F238E27FC236}">
                    <a16:creationId xmlns:a16="http://schemas.microsoft.com/office/drawing/2014/main" id="{E3846ED5-2FC9-0094-AEEC-C8642548506F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1312200" y="4595924"/>
                <a:ext cx="3636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4">
            <p14:nvContentPartPr>
              <p14:cNvPr id="417" name="Ink 416">
                <a:extLst>
                  <a:ext uri="{FF2B5EF4-FFF2-40B4-BE49-F238E27FC236}">
                    <a16:creationId xmlns:a16="http://schemas.microsoft.com/office/drawing/2014/main" id="{0B5CA6D4-5DF5-AAE2-3DE8-25D9C8706301}"/>
                  </a:ext>
                </a:extLst>
              </p14:cNvPr>
              <p14:cNvContentPartPr/>
              <p14:nvPr/>
            </p14:nvContentPartPr>
            <p14:xfrm>
              <a:off x="1335600" y="4455164"/>
              <a:ext cx="8640" cy="40320"/>
            </p14:xfrm>
          </p:contentPart>
        </mc:Choice>
        <mc:Fallback xmlns="">
          <p:pic>
            <p:nvPicPr>
              <p:cNvPr id="417" name="Ink 416">
                <a:extLst>
                  <a:ext uri="{FF2B5EF4-FFF2-40B4-BE49-F238E27FC236}">
                    <a16:creationId xmlns:a16="http://schemas.microsoft.com/office/drawing/2014/main" id="{0B5CA6D4-5DF5-AAE2-3DE8-25D9C8706301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1326960" y="4446164"/>
                <a:ext cx="2628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5">
            <p14:nvContentPartPr>
              <p14:cNvPr id="418" name="Ink 417">
                <a:extLst>
                  <a:ext uri="{FF2B5EF4-FFF2-40B4-BE49-F238E27FC236}">
                    <a16:creationId xmlns:a16="http://schemas.microsoft.com/office/drawing/2014/main" id="{9486FA2C-5570-8B08-4A99-E5069721FA15}"/>
                  </a:ext>
                </a:extLst>
              </p14:cNvPr>
              <p14:cNvContentPartPr/>
              <p14:nvPr/>
            </p14:nvContentPartPr>
            <p14:xfrm>
              <a:off x="1317240" y="4279484"/>
              <a:ext cx="15480" cy="38160"/>
            </p14:xfrm>
          </p:contentPart>
        </mc:Choice>
        <mc:Fallback xmlns="">
          <p:pic>
            <p:nvPicPr>
              <p:cNvPr id="418" name="Ink 417">
                <a:extLst>
                  <a:ext uri="{FF2B5EF4-FFF2-40B4-BE49-F238E27FC236}">
                    <a16:creationId xmlns:a16="http://schemas.microsoft.com/office/drawing/2014/main" id="{9486FA2C-5570-8B08-4A99-E5069721FA15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1308600" y="4270844"/>
                <a:ext cx="3312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6">
            <p14:nvContentPartPr>
              <p14:cNvPr id="419" name="Ink 418">
                <a:extLst>
                  <a:ext uri="{FF2B5EF4-FFF2-40B4-BE49-F238E27FC236}">
                    <a16:creationId xmlns:a16="http://schemas.microsoft.com/office/drawing/2014/main" id="{58B4703B-39C8-92CE-82BC-6E2A4302895C}"/>
                  </a:ext>
                </a:extLst>
              </p14:cNvPr>
              <p14:cNvContentPartPr/>
              <p14:nvPr/>
            </p14:nvContentPartPr>
            <p14:xfrm>
              <a:off x="1497240" y="4252844"/>
              <a:ext cx="21240" cy="2880"/>
            </p14:xfrm>
          </p:contentPart>
        </mc:Choice>
        <mc:Fallback xmlns="">
          <p:pic>
            <p:nvPicPr>
              <p:cNvPr id="419" name="Ink 418">
                <a:extLst>
                  <a:ext uri="{FF2B5EF4-FFF2-40B4-BE49-F238E27FC236}">
                    <a16:creationId xmlns:a16="http://schemas.microsoft.com/office/drawing/2014/main" id="{58B4703B-39C8-92CE-82BC-6E2A4302895C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1488240" y="4244204"/>
                <a:ext cx="3888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7">
            <p14:nvContentPartPr>
              <p14:cNvPr id="420" name="Ink 419">
                <a:extLst>
                  <a:ext uri="{FF2B5EF4-FFF2-40B4-BE49-F238E27FC236}">
                    <a16:creationId xmlns:a16="http://schemas.microsoft.com/office/drawing/2014/main" id="{B7A40B49-3830-DF2C-CCC7-D6B6E0C3DC86}"/>
                  </a:ext>
                </a:extLst>
              </p14:cNvPr>
              <p14:cNvContentPartPr/>
              <p14:nvPr/>
            </p14:nvContentPartPr>
            <p14:xfrm>
              <a:off x="1625400" y="4306484"/>
              <a:ext cx="16560" cy="19080"/>
            </p14:xfrm>
          </p:contentPart>
        </mc:Choice>
        <mc:Fallback xmlns="">
          <p:pic>
            <p:nvPicPr>
              <p:cNvPr id="420" name="Ink 419">
                <a:extLst>
                  <a:ext uri="{FF2B5EF4-FFF2-40B4-BE49-F238E27FC236}">
                    <a16:creationId xmlns:a16="http://schemas.microsoft.com/office/drawing/2014/main" id="{B7A40B49-3830-DF2C-CCC7-D6B6E0C3DC86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1616400" y="4297844"/>
                <a:ext cx="3420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8">
            <p14:nvContentPartPr>
              <p14:cNvPr id="421" name="Ink 420">
                <a:extLst>
                  <a:ext uri="{FF2B5EF4-FFF2-40B4-BE49-F238E27FC236}">
                    <a16:creationId xmlns:a16="http://schemas.microsoft.com/office/drawing/2014/main" id="{E48E4D25-A43F-564C-64DC-59DC48D3F2CE}"/>
                  </a:ext>
                </a:extLst>
              </p14:cNvPr>
              <p14:cNvContentPartPr/>
              <p14:nvPr/>
            </p14:nvContentPartPr>
            <p14:xfrm>
              <a:off x="1612800" y="4545164"/>
              <a:ext cx="17280" cy="33480"/>
            </p14:xfrm>
          </p:contentPart>
        </mc:Choice>
        <mc:Fallback xmlns="">
          <p:pic>
            <p:nvPicPr>
              <p:cNvPr id="421" name="Ink 420">
                <a:extLst>
                  <a:ext uri="{FF2B5EF4-FFF2-40B4-BE49-F238E27FC236}">
                    <a16:creationId xmlns:a16="http://schemas.microsoft.com/office/drawing/2014/main" id="{E48E4D25-A43F-564C-64DC-59DC48D3F2CE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1603800" y="4536524"/>
                <a:ext cx="3492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9">
            <p14:nvContentPartPr>
              <p14:cNvPr id="422" name="Ink 421">
                <a:extLst>
                  <a:ext uri="{FF2B5EF4-FFF2-40B4-BE49-F238E27FC236}">
                    <a16:creationId xmlns:a16="http://schemas.microsoft.com/office/drawing/2014/main" id="{2F88060B-610A-169E-EBF5-823B54E56184}"/>
                  </a:ext>
                </a:extLst>
              </p14:cNvPr>
              <p14:cNvContentPartPr/>
              <p14:nvPr/>
            </p14:nvContentPartPr>
            <p14:xfrm>
              <a:off x="1559880" y="4637684"/>
              <a:ext cx="5400" cy="6840"/>
            </p14:xfrm>
          </p:contentPart>
        </mc:Choice>
        <mc:Fallback xmlns="">
          <p:pic>
            <p:nvPicPr>
              <p:cNvPr id="422" name="Ink 421">
                <a:extLst>
                  <a:ext uri="{FF2B5EF4-FFF2-40B4-BE49-F238E27FC236}">
                    <a16:creationId xmlns:a16="http://schemas.microsoft.com/office/drawing/2014/main" id="{2F88060B-610A-169E-EBF5-823B54E56184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1551240" y="4628684"/>
                <a:ext cx="2304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0">
            <p14:nvContentPartPr>
              <p14:cNvPr id="423" name="Ink 422">
                <a:extLst>
                  <a:ext uri="{FF2B5EF4-FFF2-40B4-BE49-F238E27FC236}">
                    <a16:creationId xmlns:a16="http://schemas.microsoft.com/office/drawing/2014/main" id="{42C8F1EB-6DBF-A341-0468-92D0F56A4E17}"/>
                  </a:ext>
                </a:extLst>
              </p14:cNvPr>
              <p14:cNvContentPartPr/>
              <p14:nvPr/>
            </p14:nvContentPartPr>
            <p14:xfrm>
              <a:off x="1602720" y="4662524"/>
              <a:ext cx="30600" cy="6120"/>
            </p14:xfrm>
          </p:contentPart>
        </mc:Choice>
        <mc:Fallback xmlns="">
          <p:pic>
            <p:nvPicPr>
              <p:cNvPr id="423" name="Ink 422">
                <a:extLst>
                  <a:ext uri="{FF2B5EF4-FFF2-40B4-BE49-F238E27FC236}">
                    <a16:creationId xmlns:a16="http://schemas.microsoft.com/office/drawing/2014/main" id="{42C8F1EB-6DBF-A341-0468-92D0F56A4E17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1593720" y="4653524"/>
                <a:ext cx="4824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1">
            <p14:nvContentPartPr>
              <p14:cNvPr id="424" name="Ink 423">
                <a:extLst>
                  <a:ext uri="{FF2B5EF4-FFF2-40B4-BE49-F238E27FC236}">
                    <a16:creationId xmlns:a16="http://schemas.microsoft.com/office/drawing/2014/main" id="{9AFAC089-488F-5F3C-10BC-723834954FE5}"/>
                  </a:ext>
                </a:extLst>
              </p14:cNvPr>
              <p14:cNvContentPartPr/>
              <p14:nvPr/>
            </p14:nvContentPartPr>
            <p14:xfrm>
              <a:off x="1716480" y="4706444"/>
              <a:ext cx="14760" cy="5760"/>
            </p14:xfrm>
          </p:contentPart>
        </mc:Choice>
        <mc:Fallback xmlns="">
          <p:pic>
            <p:nvPicPr>
              <p:cNvPr id="424" name="Ink 423">
                <a:extLst>
                  <a:ext uri="{FF2B5EF4-FFF2-40B4-BE49-F238E27FC236}">
                    <a16:creationId xmlns:a16="http://schemas.microsoft.com/office/drawing/2014/main" id="{9AFAC089-488F-5F3C-10BC-723834954FE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07480" y="4697804"/>
                <a:ext cx="3240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2">
            <p14:nvContentPartPr>
              <p14:cNvPr id="425" name="Ink 424">
                <a:extLst>
                  <a:ext uri="{FF2B5EF4-FFF2-40B4-BE49-F238E27FC236}">
                    <a16:creationId xmlns:a16="http://schemas.microsoft.com/office/drawing/2014/main" id="{9ECD0D19-BFEA-1F50-53C2-0629FBB792F9}"/>
                  </a:ext>
                </a:extLst>
              </p14:cNvPr>
              <p14:cNvContentPartPr/>
              <p14:nvPr/>
            </p14:nvContentPartPr>
            <p14:xfrm>
              <a:off x="1843200" y="4516364"/>
              <a:ext cx="16200" cy="49680"/>
            </p14:xfrm>
          </p:contentPart>
        </mc:Choice>
        <mc:Fallback xmlns="">
          <p:pic>
            <p:nvPicPr>
              <p:cNvPr id="425" name="Ink 424">
                <a:extLst>
                  <a:ext uri="{FF2B5EF4-FFF2-40B4-BE49-F238E27FC236}">
                    <a16:creationId xmlns:a16="http://schemas.microsoft.com/office/drawing/2014/main" id="{9ECD0D19-BFEA-1F50-53C2-0629FBB792F9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1834560" y="4507364"/>
                <a:ext cx="3384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3">
            <p14:nvContentPartPr>
              <p14:cNvPr id="426" name="Ink 425">
                <a:extLst>
                  <a:ext uri="{FF2B5EF4-FFF2-40B4-BE49-F238E27FC236}">
                    <a16:creationId xmlns:a16="http://schemas.microsoft.com/office/drawing/2014/main" id="{34B937F3-959A-FDC3-41E8-6C80EC814E90}"/>
                  </a:ext>
                </a:extLst>
              </p14:cNvPr>
              <p14:cNvContentPartPr/>
              <p14:nvPr/>
            </p14:nvContentPartPr>
            <p14:xfrm>
              <a:off x="1855080" y="4475684"/>
              <a:ext cx="16560" cy="7560"/>
            </p14:xfrm>
          </p:contentPart>
        </mc:Choice>
        <mc:Fallback xmlns="">
          <p:pic>
            <p:nvPicPr>
              <p:cNvPr id="426" name="Ink 425">
                <a:extLst>
                  <a:ext uri="{FF2B5EF4-FFF2-40B4-BE49-F238E27FC236}">
                    <a16:creationId xmlns:a16="http://schemas.microsoft.com/office/drawing/2014/main" id="{34B937F3-959A-FDC3-41E8-6C80EC814E90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1846440" y="4466684"/>
                <a:ext cx="3420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4">
            <p14:nvContentPartPr>
              <p14:cNvPr id="427" name="Ink 426">
                <a:extLst>
                  <a:ext uri="{FF2B5EF4-FFF2-40B4-BE49-F238E27FC236}">
                    <a16:creationId xmlns:a16="http://schemas.microsoft.com/office/drawing/2014/main" id="{A084A5F4-218E-6E3E-D377-DE90E7FA737F}"/>
                  </a:ext>
                </a:extLst>
              </p14:cNvPr>
              <p14:cNvContentPartPr/>
              <p14:nvPr/>
            </p14:nvContentPartPr>
            <p14:xfrm>
              <a:off x="1683000" y="4485044"/>
              <a:ext cx="10440" cy="2160"/>
            </p14:xfrm>
          </p:contentPart>
        </mc:Choice>
        <mc:Fallback xmlns="">
          <p:pic>
            <p:nvPicPr>
              <p:cNvPr id="427" name="Ink 426">
                <a:extLst>
                  <a:ext uri="{FF2B5EF4-FFF2-40B4-BE49-F238E27FC236}">
                    <a16:creationId xmlns:a16="http://schemas.microsoft.com/office/drawing/2014/main" id="{A084A5F4-218E-6E3E-D377-DE90E7FA737F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1674360" y="4476404"/>
                <a:ext cx="2808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5">
            <p14:nvContentPartPr>
              <p14:cNvPr id="428" name="Ink 427">
                <a:extLst>
                  <a:ext uri="{FF2B5EF4-FFF2-40B4-BE49-F238E27FC236}">
                    <a16:creationId xmlns:a16="http://schemas.microsoft.com/office/drawing/2014/main" id="{535C1F00-48E3-C626-43E9-467968195F7B}"/>
                  </a:ext>
                </a:extLst>
              </p14:cNvPr>
              <p14:cNvContentPartPr/>
              <p14:nvPr/>
            </p14:nvContentPartPr>
            <p14:xfrm>
              <a:off x="1728360" y="4421324"/>
              <a:ext cx="11520" cy="12600"/>
            </p14:xfrm>
          </p:contentPart>
        </mc:Choice>
        <mc:Fallback xmlns="">
          <p:pic>
            <p:nvPicPr>
              <p:cNvPr id="428" name="Ink 427">
                <a:extLst>
                  <a:ext uri="{FF2B5EF4-FFF2-40B4-BE49-F238E27FC236}">
                    <a16:creationId xmlns:a16="http://schemas.microsoft.com/office/drawing/2014/main" id="{535C1F00-48E3-C626-43E9-467968195F7B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1719360" y="4412684"/>
                <a:ext cx="2916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6">
            <p14:nvContentPartPr>
              <p14:cNvPr id="429" name="Ink 428">
                <a:extLst>
                  <a:ext uri="{FF2B5EF4-FFF2-40B4-BE49-F238E27FC236}">
                    <a16:creationId xmlns:a16="http://schemas.microsoft.com/office/drawing/2014/main" id="{CE8F4DB1-FD7D-88F3-0982-95B7AEC09216}"/>
                  </a:ext>
                </a:extLst>
              </p14:cNvPr>
              <p14:cNvContentPartPr/>
              <p14:nvPr/>
            </p14:nvContentPartPr>
            <p14:xfrm>
              <a:off x="1561680" y="4845764"/>
              <a:ext cx="10440" cy="12600"/>
            </p14:xfrm>
          </p:contentPart>
        </mc:Choice>
        <mc:Fallback xmlns="">
          <p:pic>
            <p:nvPicPr>
              <p:cNvPr id="429" name="Ink 428">
                <a:extLst>
                  <a:ext uri="{FF2B5EF4-FFF2-40B4-BE49-F238E27FC236}">
                    <a16:creationId xmlns:a16="http://schemas.microsoft.com/office/drawing/2014/main" id="{CE8F4DB1-FD7D-88F3-0982-95B7AEC09216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1553040" y="4836764"/>
                <a:ext cx="2808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7">
            <p14:nvContentPartPr>
              <p14:cNvPr id="430" name="Ink 429">
                <a:extLst>
                  <a:ext uri="{FF2B5EF4-FFF2-40B4-BE49-F238E27FC236}">
                    <a16:creationId xmlns:a16="http://schemas.microsoft.com/office/drawing/2014/main" id="{ADDA95C0-A4A0-83F6-5809-4C31CD715DEA}"/>
                  </a:ext>
                </a:extLst>
              </p14:cNvPr>
              <p14:cNvContentPartPr/>
              <p14:nvPr/>
            </p14:nvContentPartPr>
            <p14:xfrm>
              <a:off x="1660320" y="4847204"/>
              <a:ext cx="18720" cy="17280"/>
            </p14:xfrm>
          </p:contentPart>
        </mc:Choice>
        <mc:Fallback xmlns="">
          <p:pic>
            <p:nvPicPr>
              <p:cNvPr id="430" name="Ink 429">
                <a:extLst>
                  <a:ext uri="{FF2B5EF4-FFF2-40B4-BE49-F238E27FC236}">
                    <a16:creationId xmlns:a16="http://schemas.microsoft.com/office/drawing/2014/main" id="{ADDA95C0-A4A0-83F6-5809-4C31CD715DEA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1651680" y="4838564"/>
                <a:ext cx="3636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8">
            <p14:nvContentPartPr>
              <p14:cNvPr id="431" name="Ink 430">
                <a:extLst>
                  <a:ext uri="{FF2B5EF4-FFF2-40B4-BE49-F238E27FC236}">
                    <a16:creationId xmlns:a16="http://schemas.microsoft.com/office/drawing/2014/main" id="{C308B020-0B2C-CB31-8593-C8C9B6D50A2F}"/>
                  </a:ext>
                </a:extLst>
              </p14:cNvPr>
              <p14:cNvContentPartPr/>
              <p14:nvPr/>
            </p14:nvContentPartPr>
            <p14:xfrm>
              <a:off x="1790640" y="4748564"/>
              <a:ext cx="30600" cy="30240"/>
            </p14:xfrm>
          </p:contentPart>
        </mc:Choice>
        <mc:Fallback xmlns="">
          <p:pic>
            <p:nvPicPr>
              <p:cNvPr id="431" name="Ink 430">
                <a:extLst>
                  <a:ext uri="{FF2B5EF4-FFF2-40B4-BE49-F238E27FC236}">
                    <a16:creationId xmlns:a16="http://schemas.microsoft.com/office/drawing/2014/main" id="{C308B020-0B2C-CB31-8593-C8C9B6D50A2F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1781640" y="4739564"/>
                <a:ext cx="4824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9">
            <p14:nvContentPartPr>
              <p14:cNvPr id="432" name="Ink 431">
                <a:extLst>
                  <a:ext uri="{FF2B5EF4-FFF2-40B4-BE49-F238E27FC236}">
                    <a16:creationId xmlns:a16="http://schemas.microsoft.com/office/drawing/2014/main" id="{5997D9F0-01BC-6FE2-C0D5-D53130AC3A0C}"/>
                  </a:ext>
                </a:extLst>
              </p14:cNvPr>
              <p14:cNvContentPartPr/>
              <p14:nvPr/>
            </p14:nvContentPartPr>
            <p14:xfrm>
              <a:off x="1903680" y="4669004"/>
              <a:ext cx="25560" cy="30240"/>
            </p14:xfrm>
          </p:contentPart>
        </mc:Choice>
        <mc:Fallback xmlns="">
          <p:pic>
            <p:nvPicPr>
              <p:cNvPr id="432" name="Ink 431">
                <a:extLst>
                  <a:ext uri="{FF2B5EF4-FFF2-40B4-BE49-F238E27FC236}">
                    <a16:creationId xmlns:a16="http://schemas.microsoft.com/office/drawing/2014/main" id="{5997D9F0-01BC-6FE2-C0D5-D53130AC3A0C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1894680" y="4660004"/>
                <a:ext cx="4320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0">
            <p14:nvContentPartPr>
              <p14:cNvPr id="433" name="Ink 432">
                <a:extLst>
                  <a:ext uri="{FF2B5EF4-FFF2-40B4-BE49-F238E27FC236}">
                    <a16:creationId xmlns:a16="http://schemas.microsoft.com/office/drawing/2014/main" id="{69A9C317-C685-8B23-4B6D-C5ECD9519F14}"/>
                  </a:ext>
                </a:extLst>
              </p14:cNvPr>
              <p14:cNvContentPartPr/>
              <p14:nvPr/>
            </p14:nvContentPartPr>
            <p14:xfrm>
              <a:off x="1996560" y="4469204"/>
              <a:ext cx="1080" cy="36720"/>
            </p14:xfrm>
          </p:contentPart>
        </mc:Choice>
        <mc:Fallback xmlns="">
          <p:pic>
            <p:nvPicPr>
              <p:cNvPr id="433" name="Ink 432">
                <a:extLst>
                  <a:ext uri="{FF2B5EF4-FFF2-40B4-BE49-F238E27FC236}">
                    <a16:creationId xmlns:a16="http://schemas.microsoft.com/office/drawing/2014/main" id="{69A9C317-C685-8B23-4B6D-C5ECD9519F14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1987920" y="4460204"/>
                <a:ext cx="1872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1">
            <p14:nvContentPartPr>
              <p14:cNvPr id="434" name="Ink 433">
                <a:extLst>
                  <a:ext uri="{FF2B5EF4-FFF2-40B4-BE49-F238E27FC236}">
                    <a16:creationId xmlns:a16="http://schemas.microsoft.com/office/drawing/2014/main" id="{8FFCF740-26E0-90EB-D2B2-9B9B988188D8}"/>
                  </a:ext>
                </a:extLst>
              </p14:cNvPr>
              <p14:cNvContentPartPr/>
              <p14:nvPr/>
            </p14:nvContentPartPr>
            <p14:xfrm>
              <a:off x="1962720" y="4355444"/>
              <a:ext cx="18000" cy="21600"/>
            </p14:xfrm>
          </p:contentPart>
        </mc:Choice>
        <mc:Fallback xmlns="">
          <p:pic>
            <p:nvPicPr>
              <p:cNvPr id="434" name="Ink 433">
                <a:extLst>
                  <a:ext uri="{FF2B5EF4-FFF2-40B4-BE49-F238E27FC236}">
                    <a16:creationId xmlns:a16="http://schemas.microsoft.com/office/drawing/2014/main" id="{8FFCF740-26E0-90EB-D2B2-9B9B988188D8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1953720" y="4346804"/>
                <a:ext cx="3564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2">
            <p14:nvContentPartPr>
              <p14:cNvPr id="435" name="Ink 434">
                <a:extLst>
                  <a:ext uri="{FF2B5EF4-FFF2-40B4-BE49-F238E27FC236}">
                    <a16:creationId xmlns:a16="http://schemas.microsoft.com/office/drawing/2014/main" id="{D2A36819-520C-E00B-7F0B-2263A054661B}"/>
                  </a:ext>
                </a:extLst>
              </p14:cNvPr>
              <p14:cNvContentPartPr/>
              <p14:nvPr/>
            </p14:nvContentPartPr>
            <p14:xfrm>
              <a:off x="1871640" y="4308284"/>
              <a:ext cx="37440" cy="12600"/>
            </p14:xfrm>
          </p:contentPart>
        </mc:Choice>
        <mc:Fallback xmlns="">
          <p:pic>
            <p:nvPicPr>
              <p:cNvPr id="435" name="Ink 434">
                <a:extLst>
                  <a:ext uri="{FF2B5EF4-FFF2-40B4-BE49-F238E27FC236}">
                    <a16:creationId xmlns:a16="http://schemas.microsoft.com/office/drawing/2014/main" id="{D2A36819-520C-E00B-7F0B-2263A054661B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1862640" y="4299644"/>
                <a:ext cx="5508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3">
            <p14:nvContentPartPr>
              <p14:cNvPr id="436" name="Ink 435">
                <a:extLst>
                  <a:ext uri="{FF2B5EF4-FFF2-40B4-BE49-F238E27FC236}">
                    <a16:creationId xmlns:a16="http://schemas.microsoft.com/office/drawing/2014/main" id="{4BAB50DE-9F6F-4BED-B743-2034601F8D7F}"/>
                  </a:ext>
                </a:extLst>
              </p14:cNvPr>
              <p14:cNvContentPartPr/>
              <p14:nvPr/>
            </p14:nvContentPartPr>
            <p14:xfrm>
              <a:off x="1776600" y="4287764"/>
              <a:ext cx="35640" cy="6120"/>
            </p14:xfrm>
          </p:contentPart>
        </mc:Choice>
        <mc:Fallback xmlns="">
          <p:pic>
            <p:nvPicPr>
              <p:cNvPr id="436" name="Ink 435">
                <a:extLst>
                  <a:ext uri="{FF2B5EF4-FFF2-40B4-BE49-F238E27FC236}">
                    <a16:creationId xmlns:a16="http://schemas.microsoft.com/office/drawing/2014/main" id="{4BAB50DE-9F6F-4BED-B743-2034601F8D7F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1767960" y="4279124"/>
                <a:ext cx="5328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4">
            <p14:nvContentPartPr>
              <p14:cNvPr id="437" name="Ink 436">
                <a:extLst>
                  <a:ext uri="{FF2B5EF4-FFF2-40B4-BE49-F238E27FC236}">
                    <a16:creationId xmlns:a16="http://schemas.microsoft.com/office/drawing/2014/main" id="{5FA53A82-4496-10AF-8031-389F6CE826FB}"/>
                  </a:ext>
                </a:extLst>
              </p14:cNvPr>
              <p14:cNvContentPartPr/>
              <p14:nvPr/>
            </p14:nvContentPartPr>
            <p14:xfrm>
              <a:off x="1676160" y="4264364"/>
              <a:ext cx="51120" cy="14040"/>
            </p14:xfrm>
          </p:contentPart>
        </mc:Choice>
        <mc:Fallback xmlns="">
          <p:pic>
            <p:nvPicPr>
              <p:cNvPr id="437" name="Ink 436">
                <a:extLst>
                  <a:ext uri="{FF2B5EF4-FFF2-40B4-BE49-F238E27FC236}">
                    <a16:creationId xmlns:a16="http://schemas.microsoft.com/office/drawing/2014/main" id="{5FA53A82-4496-10AF-8031-389F6CE826FB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1667520" y="4255364"/>
                <a:ext cx="6876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5">
            <p14:nvContentPartPr>
              <p14:cNvPr id="438" name="Ink 437">
                <a:extLst>
                  <a:ext uri="{FF2B5EF4-FFF2-40B4-BE49-F238E27FC236}">
                    <a16:creationId xmlns:a16="http://schemas.microsoft.com/office/drawing/2014/main" id="{A689F497-1C9C-1B5C-4790-21B5DD94ADEC}"/>
                  </a:ext>
                </a:extLst>
              </p14:cNvPr>
              <p14:cNvContentPartPr/>
              <p14:nvPr/>
            </p14:nvContentPartPr>
            <p14:xfrm>
              <a:off x="1470600" y="4587644"/>
              <a:ext cx="10440" cy="17280"/>
            </p14:xfrm>
          </p:contentPart>
        </mc:Choice>
        <mc:Fallback xmlns="">
          <p:pic>
            <p:nvPicPr>
              <p:cNvPr id="438" name="Ink 437">
                <a:extLst>
                  <a:ext uri="{FF2B5EF4-FFF2-40B4-BE49-F238E27FC236}">
                    <a16:creationId xmlns:a16="http://schemas.microsoft.com/office/drawing/2014/main" id="{A689F497-1C9C-1B5C-4790-21B5DD94ADEC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1461960" y="4578644"/>
                <a:ext cx="2808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6">
            <p14:nvContentPartPr>
              <p14:cNvPr id="439" name="Ink 438">
                <a:extLst>
                  <a:ext uri="{FF2B5EF4-FFF2-40B4-BE49-F238E27FC236}">
                    <a16:creationId xmlns:a16="http://schemas.microsoft.com/office/drawing/2014/main" id="{D04D64B1-B3F7-8922-39F6-E9BACE259D90}"/>
                  </a:ext>
                </a:extLst>
              </p14:cNvPr>
              <p14:cNvContentPartPr/>
              <p14:nvPr/>
            </p14:nvContentPartPr>
            <p14:xfrm>
              <a:off x="1483920" y="4720124"/>
              <a:ext cx="9000" cy="3240"/>
            </p14:xfrm>
          </p:contentPart>
        </mc:Choice>
        <mc:Fallback xmlns="">
          <p:pic>
            <p:nvPicPr>
              <p:cNvPr id="439" name="Ink 438">
                <a:extLst>
                  <a:ext uri="{FF2B5EF4-FFF2-40B4-BE49-F238E27FC236}">
                    <a16:creationId xmlns:a16="http://schemas.microsoft.com/office/drawing/2014/main" id="{D04D64B1-B3F7-8922-39F6-E9BACE259D90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1474920" y="4711484"/>
                <a:ext cx="2664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7">
            <p14:nvContentPartPr>
              <p14:cNvPr id="440" name="Ink 439">
                <a:extLst>
                  <a:ext uri="{FF2B5EF4-FFF2-40B4-BE49-F238E27FC236}">
                    <a16:creationId xmlns:a16="http://schemas.microsoft.com/office/drawing/2014/main" id="{42909EE8-C36F-DD0F-E7C4-30891DDF2C73}"/>
                  </a:ext>
                </a:extLst>
              </p14:cNvPr>
              <p14:cNvContentPartPr/>
              <p14:nvPr/>
            </p14:nvContentPartPr>
            <p14:xfrm>
              <a:off x="1412280" y="4939724"/>
              <a:ext cx="21240" cy="12600"/>
            </p14:xfrm>
          </p:contentPart>
        </mc:Choice>
        <mc:Fallback xmlns="">
          <p:pic>
            <p:nvPicPr>
              <p:cNvPr id="440" name="Ink 439">
                <a:extLst>
                  <a:ext uri="{FF2B5EF4-FFF2-40B4-BE49-F238E27FC236}">
                    <a16:creationId xmlns:a16="http://schemas.microsoft.com/office/drawing/2014/main" id="{42909EE8-C36F-DD0F-E7C4-30891DDF2C73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1403280" y="4931084"/>
                <a:ext cx="3888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8">
            <p14:nvContentPartPr>
              <p14:cNvPr id="441" name="Ink 440">
                <a:extLst>
                  <a:ext uri="{FF2B5EF4-FFF2-40B4-BE49-F238E27FC236}">
                    <a16:creationId xmlns:a16="http://schemas.microsoft.com/office/drawing/2014/main" id="{35DAB90D-ED15-BEAD-C2F4-8B684D21477E}"/>
                  </a:ext>
                </a:extLst>
              </p14:cNvPr>
              <p14:cNvContentPartPr/>
              <p14:nvPr/>
            </p14:nvContentPartPr>
            <p14:xfrm>
              <a:off x="1512720" y="4984724"/>
              <a:ext cx="45000" cy="6120"/>
            </p14:xfrm>
          </p:contentPart>
        </mc:Choice>
        <mc:Fallback xmlns="">
          <p:pic>
            <p:nvPicPr>
              <p:cNvPr id="441" name="Ink 440">
                <a:extLst>
                  <a:ext uri="{FF2B5EF4-FFF2-40B4-BE49-F238E27FC236}">
                    <a16:creationId xmlns:a16="http://schemas.microsoft.com/office/drawing/2014/main" id="{35DAB90D-ED15-BEAD-C2F4-8B684D21477E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1504080" y="4975724"/>
                <a:ext cx="6264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9">
            <p14:nvContentPartPr>
              <p14:cNvPr id="442" name="Ink 441">
                <a:extLst>
                  <a:ext uri="{FF2B5EF4-FFF2-40B4-BE49-F238E27FC236}">
                    <a16:creationId xmlns:a16="http://schemas.microsoft.com/office/drawing/2014/main" id="{9301AAE9-13FF-C968-3383-05F7572C671C}"/>
                  </a:ext>
                </a:extLst>
              </p14:cNvPr>
              <p14:cNvContentPartPr/>
              <p14:nvPr/>
            </p14:nvContentPartPr>
            <p14:xfrm>
              <a:off x="1704600" y="4954124"/>
              <a:ext cx="17280" cy="17280"/>
            </p14:xfrm>
          </p:contentPart>
        </mc:Choice>
        <mc:Fallback xmlns="">
          <p:pic>
            <p:nvPicPr>
              <p:cNvPr id="442" name="Ink 441">
                <a:extLst>
                  <a:ext uri="{FF2B5EF4-FFF2-40B4-BE49-F238E27FC236}">
                    <a16:creationId xmlns:a16="http://schemas.microsoft.com/office/drawing/2014/main" id="{9301AAE9-13FF-C968-3383-05F7572C671C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1695600" y="4945124"/>
                <a:ext cx="3492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0">
            <p14:nvContentPartPr>
              <p14:cNvPr id="443" name="Ink 442">
                <a:extLst>
                  <a:ext uri="{FF2B5EF4-FFF2-40B4-BE49-F238E27FC236}">
                    <a16:creationId xmlns:a16="http://schemas.microsoft.com/office/drawing/2014/main" id="{67FD7D96-CEC1-B6DA-31AB-92642BB1A39C}"/>
                  </a:ext>
                </a:extLst>
              </p14:cNvPr>
              <p14:cNvContentPartPr/>
              <p14:nvPr/>
            </p14:nvContentPartPr>
            <p14:xfrm>
              <a:off x="1766520" y="4873844"/>
              <a:ext cx="9000" cy="36360"/>
            </p14:xfrm>
          </p:contentPart>
        </mc:Choice>
        <mc:Fallback xmlns="">
          <p:pic>
            <p:nvPicPr>
              <p:cNvPr id="443" name="Ink 442">
                <a:extLst>
                  <a:ext uri="{FF2B5EF4-FFF2-40B4-BE49-F238E27FC236}">
                    <a16:creationId xmlns:a16="http://schemas.microsoft.com/office/drawing/2014/main" id="{67FD7D96-CEC1-B6DA-31AB-92642BB1A39C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1757880" y="4865204"/>
                <a:ext cx="2664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1">
            <p14:nvContentPartPr>
              <p14:cNvPr id="444" name="Ink 443">
                <a:extLst>
                  <a:ext uri="{FF2B5EF4-FFF2-40B4-BE49-F238E27FC236}">
                    <a16:creationId xmlns:a16="http://schemas.microsoft.com/office/drawing/2014/main" id="{94D47924-9710-66E1-51C1-300B1C5FCF5B}"/>
                  </a:ext>
                </a:extLst>
              </p14:cNvPr>
              <p14:cNvContentPartPr/>
              <p14:nvPr/>
            </p14:nvContentPartPr>
            <p14:xfrm>
              <a:off x="1699920" y="4822004"/>
              <a:ext cx="11160" cy="15120"/>
            </p14:xfrm>
          </p:contentPart>
        </mc:Choice>
        <mc:Fallback xmlns="">
          <p:pic>
            <p:nvPicPr>
              <p:cNvPr id="444" name="Ink 443">
                <a:extLst>
                  <a:ext uri="{FF2B5EF4-FFF2-40B4-BE49-F238E27FC236}">
                    <a16:creationId xmlns:a16="http://schemas.microsoft.com/office/drawing/2014/main" id="{94D47924-9710-66E1-51C1-300B1C5FCF5B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1691280" y="4813364"/>
                <a:ext cx="2880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2">
            <p14:nvContentPartPr>
              <p14:cNvPr id="445" name="Ink 444">
                <a:extLst>
                  <a:ext uri="{FF2B5EF4-FFF2-40B4-BE49-F238E27FC236}">
                    <a16:creationId xmlns:a16="http://schemas.microsoft.com/office/drawing/2014/main" id="{A5DFDFB7-85CF-99DB-A23D-EF5CB8724ADF}"/>
                  </a:ext>
                </a:extLst>
              </p14:cNvPr>
              <p14:cNvContentPartPr/>
              <p14:nvPr/>
            </p14:nvContentPartPr>
            <p14:xfrm>
              <a:off x="1739520" y="4908044"/>
              <a:ext cx="9000" cy="2880"/>
            </p14:xfrm>
          </p:contentPart>
        </mc:Choice>
        <mc:Fallback xmlns="">
          <p:pic>
            <p:nvPicPr>
              <p:cNvPr id="445" name="Ink 444">
                <a:extLst>
                  <a:ext uri="{FF2B5EF4-FFF2-40B4-BE49-F238E27FC236}">
                    <a16:creationId xmlns:a16="http://schemas.microsoft.com/office/drawing/2014/main" id="{A5DFDFB7-85CF-99DB-A23D-EF5CB8724ADF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1730880" y="4899044"/>
                <a:ext cx="2664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3">
            <p14:nvContentPartPr>
              <p14:cNvPr id="446" name="Ink 445">
                <a:extLst>
                  <a:ext uri="{FF2B5EF4-FFF2-40B4-BE49-F238E27FC236}">
                    <a16:creationId xmlns:a16="http://schemas.microsoft.com/office/drawing/2014/main" id="{C565BCB4-0B61-403A-C165-C148C6DDF15E}"/>
                  </a:ext>
                </a:extLst>
              </p14:cNvPr>
              <p14:cNvContentPartPr/>
              <p14:nvPr/>
            </p14:nvContentPartPr>
            <p14:xfrm>
              <a:off x="1914840" y="4793924"/>
              <a:ext cx="17280" cy="5760"/>
            </p14:xfrm>
          </p:contentPart>
        </mc:Choice>
        <mc:Fallback xmlns="">
          <p:pic>
            <p:nvPicPr>
              <p:cNvPr id="446" name="Ink 445">
                <a:extLst>
                  <a:ext uri="{FF2B5EF4-FFF2-40B4-BE49-F238E27FC236}">
                    <a16:creationId xmlns:a16="http://schemas.microsoft.com/office/drawing/2014/main" id="{C565BCB4-0B61-403A-C165-C148C6DDF15E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1906200" y="4784924"/>
                <a:ext cx="3492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4">
            <p14:nvContentPartPr>
              <p14:cNvPr id="447" name="Ink 446">
                <a:extLst>
                  <a:ext uri="{FF2B5EF4-FFF2-40B4-BE49-F238E27FC236}">
                    <a16:creationId xmlns:a16="http://schemas.microsoft.com/office/drawing/2014/main" id="{2B04BBA2-6E74-2910-5A51-F9EF9CDB59C7}"/>
                  </a:ext>
                </a:extLst>
              </p14:cNvPr>
              <p14:cNvContentPartPr/>
              <p14:nvPr/>
            </p14:nvContentPartPr>
            <p14:xfrm>
              <a:off x="2002320" y="4634084"/>
              <a:ext cx="16200" cy="30960"/>
            </p14:xfrm>
          </p:contentPart>
        </mc:Choice>
        <mc:Fallback xmlns="">
          <p:pic>
            <p:nvPicPr>
              <p:cNvPr id="447" name="Ink 446">
                <a:extLst>
                  <a:ext uri="{FF2B5EF4-FFF2-40B4-BE49-F238E27FC236}">
                    <a16:creationId xmlns:a16="http://schemas.microsoft.com/office/drawing/2014/main" id="{2B04BBA2-6E74-2910-5A51-F9EF9CDB59C7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1993320" y="4625444"/>
                <a:ext cx="3384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5">
            <p14:nvContentPartPr>
              <p14:cNvPr id="448" name="Ink 447">
                <a:extLst>
                  <a:ext uri="{FF2B5EF4-FFF2-40B4-BE49-F238E27FC236}">
                    <a16:creationId xmlns:a16="http://schemas.microsoft.com/office/drawing/2014/main" id="{76678DCB-1817-E611-8108-E0D90EE52500}"/>
                  </a:ext>
                </a:extLst>
              </p14:cNvPr>
              <p14:cNvContentPartPr/>
              <p14:nvPr/>
            </p14:nvContentPartPr>
            <p14:xfrm>
              <a:off x="1919880" y="4838564"/>
              <a:ext cx="2880" cy="9360"/>
            </p14:xfrm>
          </p:contentPart>
        </mc:Choice>
        <mc:Fallback xmlns="">
          <p:pic>
            <p:nvPicPr>
              <p:cNvPr id="448" name="Ink 447">
                <a:extLst>
                  <a:ext uri="{FF2B5EF4-FFF2-40B4-BE49-F238E27FC236}">
                    <a16:creationId xmlns:a16="http://schemas.microsoft.com/office/drawing/2014/main" id="{76678DCB-1817-E611-8108-E0D90EE52500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1911240" y="4829564"/>
                <a:ext cx="2052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6">
            <p14:nvContentPartPr>
              <p14:cNvPr id="449" name="Ink 448">
                <a:extLst>
                  <a:ext uri="{FF2B5EF4-FFF2-40B4-BE49-F238E27FC236}">
                    <a16:creationId xmlns:a16="http://schemas.microsoft.com/office/drawing/2014/main" id="{4F28E1C5-743A-2B6F-90BA-BBB4BFCB9D73}"/>
                  </a:ext>
                </a:extLst>
              </p14:cNvPr>
              <p14:cNvContentPartPr/>
              <p14:nvPr/>
            </p14:nvContentPartPr>
            <p14:xfrm>
              <a:off x="2003400" y="4774844"/>
              <a:ext cx="36720" cy="36360"/>
            </p14:xfrm>
          </p:contentPart>
        </mc:Choice>
        <mc:Fallback xmlns="">
          <p:pic>
            <p:nvPicPr>
              <p:cNvPr id="449" name="Ink 448">
                <a:extLst>
                  <a:ext uri="{FF2B5EF4-FFF2-40B4-BE49-F238E27FC236}">
                    <a16:creationId xmlns:a16="http://schemas.microsoft.com/office/drawing/2014/main" id="{4F28E1C5-743A-2B6F-90BA-BBB4BFCB9D73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1994760" y="4766204"/>
                <a:ext cx="5436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7">
            <p14:nvContentPartPr>
              <p14:cNvPr id="450" name="Ink 449">
                <a:extLst>
                  <a:ext uri="{FF2B5EF4-FFF2-40B4-BE49-F238E27FC236}">
                    <a16:creationId xmlns:a16="http://schemas.microsoft.com/office/drawing/2014/main" id="{A1C90C67-6963-C013-0E67-416D4C011023}"/>
                  </a:ext>
                </a:extLst>
              </p14:cNvPr>
              <p14:cNvContentPartPr/>
              <p14:nvPr/>
            </p14:nvContentPartPr>
            <p14:xfrm>
              <a:off x="8346360" y="5825640"/>
              <a:ext cx="11520" cy="1080"/>
            </p14:xfrm>
          </p:contentPart>
        </mc:Choice>
        <mc:Fallback xmlns="">
          <p:pic>
            <p:nvPicPr>
              <p:cNvPr id="450" name="Ink 449">
                <a:extLst>
                  <a:ext uri="{FF2B5EF4-FFF2-40B4-BE49-F238E27FC236}">
                    <a16:creationId xmlns:a16="http://schemas.microsoft.com/office/drawing/2014/main" id="{A1C90C67-6963-C013-0E67-416D4C01102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37360" y="5817000"/>
                <a:ext cx="2916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8">
            <p14:nvContentPartPr>
              <p14:cNvPr id="451" name="Ink 450">
                <a:extLst>
                  <a:ext uri="{FF2B5EF4-FFF2-40B4-BE49-F238E27FC236}">
                    <a16:creationId xmlns:a16="http://schemas.microsoft.com/office/drawing/2014/main" id="{54873F83-D8CD-EB71-5219-97BBC0D705EA}"/>
                  </a:ext>
                </a:extLst>
              </p14:cNvPr>
              <p14:cNvContentPartPr/>
              <p14:nvPr/>
            </p14:nvContentPartPr>
            <p14:xfrm>
              <a:off x="6726000" y="3973800"/>
              <a:ext cx="176760" cy="2237760"/>
            </p14:xfrm>
          </p:contentPart>
        </mc:Choice>
        <mc:Fallback xmlns="">
          <p:pic>
            <p:nvPicPr>
              <p:cNvPr id="451" name="Ink 450">
                <a:extLst>
                  <a:ext uri="{FF2B5EF4-FFF2-40B4-BE49-F238E27FC236}">
                    <a16:creationId xmlns:a16="http://schemas.microsoft.com/office/drawing/2014/main" id="{54873F83-D8CD-EB71-5219-97BBC0D705E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17000" y="3964800"/>
                <a:ext cx="194400" cy="225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9">
            <p14:nvContentPartPr>
              <p14:cNvPr id="452" name="Ink 451">
                <a:extLst>
                  <a:ext uri="{FF2B5EF4-FFF2-40B4-BE49-F238E27FC236}">
                    <a16:creationId xmlns:a16="http://schemas.microsoft.com/office/drawing/2014/main" id="{60631810-E36B-6631-6F92-C8B910A74FEE}"/>
                  </a:ext>
                </a:extLst>
              </p14:cNvPr>
              <p14:cNvContentPartPr/>
              <p14:nvPr/>
            </p14:nvContentPartPr>
            <p14:xfrm>
              <a:off x="6740760" y="3964080"/>
              <a:ext cx="3971520" cy="2444400"/>
            </p14:xfrm>
          </p:contentPart>
        </mc:Choice>
        <mc:Fallback xmlns="">
          <p:pic>
            <p:nvPicPr>
              <p:cNvPr id="452" name="Ink 451">
                <a:extLst>
                  <a:ext uri="{FF2B5EF4-FFF2-40B4-BE49-F238E27FC236}">
                    <a16:creationId xmlns:a16="http://schemas.microsoft.com/office/drawing/2014/main" id="{60631810-E36B-6631-6F92-C8B910A74FE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32120" y="3955440"/>
                <a:ext cx="3989160" cy="246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0">
            <p14:nvContentPartPr>
              <p14:cNvPr id="453" name="Ink 452">
                <a:extLst>
                  <a:ext uri="{FF2B5EF4-FFF2-40B4-BE49-F238E27FC236}">
                    <a16:creationId xmlns:a16="http://schemas.microsoft.com/office/drawing/2014/main" id="{21DB9A45-A4FE-AD52-4027-81C3B6CA3C60}"/>
                  </a:ext>
                </a:extLst>
              </p14:cNvPr>
              <p14:cNvContentPartPr/>
              <p14:nvPr/>
            </p14:nvContentPartPr>
            <p14:xfrm>
              <a:off x="6909240" y="6169800"/>
              <a:ext cx="3764160" cy="168120"/>
            </p14:xfrm>
          </p:contentPart>
        </mc:Choice>
        <mc:Fallback xmlns="">
          <p:pic>
            <p:nvPicPr>
              <p:cNvPr id="453" name="Ink 452">
                <a:extLst>
                  <a:ext uri="{FF2B5EF4-FFF2-40B4-BE49-F238E27FC236}">
                    <a16:creationId xmlns:a16="http://schemas.microsoft.com/office/drawing/2014/main" id="{21DB9A45-A4FE-AD52-4027-81C3B6CA3C6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00600" y="6160800"/>
                <a:ext cx="378180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1">
            <p14:nvContentPartPr>
              <p14:cNvPr id="454" name="Ink 453">
                <a:extLst>
                  <a:ext uri="{FF2B5EF4-FFF2-40B4-BE49-F238E27FC236}">
                    <a16:creationId xmlns:a16="http://schemas.microsoft.com/office/drawing/2014/main" id="{DF1E1F4E-C55C-5DD3-46D5-A5465CC95FD9}"/>
                  </a:ext>
                </a:extLst>
              </p14:cNvPr>
              <p14:cNvContentPartPr/>
              <p14:nvPr/>
            </p14:nvContentPartPr>
            <p14:xfrm>
              <a:off x="9436800" y="4665360"/>
              <a:ext cx="5040" cy="12960"/>
            </p14:xfrm>
          </p:contentPart>
        </mc:Choice>
        <mc:Fallback xmlns="">
          <p:pic>
            <p:nvPicPr>
              <p:cNvPr id="454" name="Ink 453">
                <a:extLst>
                  <a:ext uri="{FF2B5EF4-FFF2-40B4-BE49-F238E27FC236}">
                    <a16:creationId xmlns:a16="http://schemas.microsoft.com/office/drawing/2014/main" id="{DF1E1F4E-C55C-5DD3-46D5-A5465CC95FD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428160" y="4656360"/>
                <a:ext cx="2268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2">
            <p14:nvContentPartPr>
              <p14:cNvPr id="455" name="Ink 454">
                <a:extLst>
                  <a:ext uri="{FF2B5EF4-FFF2-40B4-BE49-F238E27FC236}">
                    <a16:creationId xmlns:a16="http://schemas.microsoft.com/office/drawing/2014/main" id="{39034855-28A4-8253-F07A-47F5410AAB6E}"/>
                  </a:ext>
                </a:extLst>
              </p14:cNvPr>
              <p14:cNvContentPartPr/>
              <p14:nvPr/>
            </p14:nvContentPartPr>
            <p14:xfrm>
              <a:off x="9298560" y="4470960"/>
              <a:ext cx="36000" cy="91080"/>
            </p14:xfrm>
          </p:contentPart>
        </mc:Choice>
        <mc:Fallback xmlns="">
          <p:pic>
            <p:nvPicPr>
              <p:cNvPr id="455" name="Ink 454">
                <a:extLst>
                  <a:ext uri="{FF2B5EF4-FFF2-40B4-BE49-F238E27FC236}">
                    <a16:creationId xmlns:a16="http://schemas.microsoft.com/office/drawing/2014/main" id="{39034855-28A4-8253-F07A-47F5410AAB6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289920" y="4461960"/>
                <a:ext cx="5364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3">
            <p14:nvContentPartPr>
              <p14:cNvPr id="456" name="Ink 455">
                <a:extLst>
                  <a:ext uri="{FF2B5EF4-FFF2-40B4-BE49-F238E27FC236}">
                    <a16:creationId xmlns:a16="http://schemas.microsoft.com/office/drawing/2014/main" id="{EC14CA31-A00A-5300-EF20-05E9BE4034E2}"/>
                  </a:ext>
                </a:extLst>
              </p14:cNvPr>
              <p14:cNvContentPartPr/>
              <p14:nvPr/>
            </p14:nvContentPartPr>
            <p14:xfrm>
              <a:off x="9357240" y="4326960"/>
              <a:ext cx="46800" cy="57960"/>
            </p14:xfrm>
          </p:contentPart>
        </mc:Choice>
        <mc:Fallback xmlns="">
          <p:pic>
            <p:nvPicPr>
              <p:cNvPr id="456" name="Ink 455">
                <a:extLst>
                  <a:ext uri="{FF2B5EF4-FFF2-40B4-BE49-F238E27FC236}">
                    <a16:creationId xmlns:a16="http://schemas.microsoft.com/office/drawing/2014/main" id="{EC14CA31-A00A-5300-EF20-05E9BE4034E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348600" y="4318320"/>
                <a:ext cx="6444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4">
            <p14:nvContentPartPr>
              <p14:cNvPr id="457" name="Ink 456">
                <a:extLst>
                  <a:ext uri="{FF2B5EF4-FFF2-40B4-BE49-F238E27FC236}">
                    <a16:creationId xmlns:a16="http://schemas.microsoft.com/office/drawing/2014/main" id="{67FAB178-1C34-5B45-C340-A408756395B5}"/>
                  </a:ext>
                </a:extLst>
              </p14:cNvPr>
              <p14:cNvContentPartPr/>
              <p14:nvPr/>
            </p14:nvContentPartPr>
            <p14:xfrm>
              <a:off x="9509880" y="4236960"/>
              <a:ext cx="112320" cy="52920"/>
            </p14:xfrm>
          </p:contentPart>
        </mc:Choice>
        <mc:Fallback xmlns="">
          <p:pic>
            <p:nvPicPr>
              <p:cNvPr id="457" name="Ink 456">
                <a:extLst>
                  <a:ext uri="{FF2B5EF4-FFF2-40B4-BE49-F238E27FC236}">
                    <a16:creationId xmlns:a16="http://schemas.microsoft.com/office/drawing/2014/main" id="{67FAB178-1C34-5B45-C340-A408756395B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501240" y="4228320"/>
                <a:ext cx="12996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5">
            <p14:nvContentPartPr>
              <p14:cNvPr id="458" name="Ink 457">
                <a:extLst>
                  <a:ext uri="{FF2B5EF4-FFF2-40B4-BE49-F238E27FC236}">
                    <a16:creationId xmlns:a16="http://schemas.microsoft.com/office/drawing/2014/main" id="{2D872316-17EA-77EC-EA26-BE3D29DEE7DD}"/>
                  </a:ext>
                </a:extLst>
              </p14:cNvPr>
              <p14:cNvContentPartPr/>
              <p14:nvPr/>
            </p14:nvContentPartPr>
            <p14:xfrm>
              <a:off x="9735600" y="4217880"/>
              <a:ext cx="139320" cy="5760"/>
            </p14:xfrm>
          </p:contentPart>
        </mc:Choice>
        <mc:Fallback xmlns="">
          <p:pic>
            <p:nvPicPr>
              <p:cNvPr id="458" name="Ink 457">
                <a:extLst>
                  <a:ext uri="{FF2B5EF4-FFF2-40B4-BE49-F238E27FC236}">
                    <a16:creationId xmlns:a16="http://schemas.microsoft.com/office/drawing/2014/main" id="{2D872316-17EA-77EC-EA26-BE3D29DEE7D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726600" y="4209240"/>
                <a:ext cx="15696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6">
            <p14:nvContentPartPr>
              <p14:cNvPr id="459" name="Ink 458">
                <a:extLst>
                  <a:ext uri="{FF2B5EF4-FFF2-40B4-BE49-F238E27FC236}">
                    <a16:creationId xmlns:a16="http://schemas.microsoft.com/office/drawing/2014/main" id="{422FE523-7582-9576-E38F-651F9D672CD7}"/>
                  </a:ext>
                </a:extLst>
              </p14:cNvPr>
              <p14:cNvContentPartPr/>
              <p14:nvPr/>
            </p14:nvContentPartPr>
            <p14:xfrm>
              <a:off x="10040160" y="4249200"/>
              <a:ext cx="41040" cy="61200"/>
            </p14:xfrm>
          </p:contentPart>
        </mc:Choice>
        <mc:Fallback xmlns="">
          <p:pic>
            <p:nvPicPr>
              <p:cNvPr id="459" name="Ink 458">
                <a:extLst>
                  <a:ext uri="{FF2B5EF4-FFF2-40B4-BE49-F238E27FC236}">
                    <a16:creationId xmlns:a16="http://schemas.microsoft.com/office/drawing/2014/main" id="{422FE523-7582-9576-E38F-651F9D672CD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031520" y="4240560"/>
                <a:ext cx="5868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7">
            <p14:nvContentPartPr>
              <p14:cNvPr id="460" name="Ink 459">
                <a:extLst>
                  <a:ext uri="{FF2B5EF4-FFF2-40B4-BE49-F238E27FC236}">
                    <a16:creationId xmlns:a16="http://schemas.microsoft.com/office/drawing/2014/main" id="{30378040-EB16-9A26-3878-5BCA61B936CB}"/>
                  </a:ext>
                </a:extLst>
              </p14:cNvPr>
              <p14:cNvContentPartPr/>
              <p14:nvPr/>
            </p14:nvContentPartPr>
            <p14:xfrm>
              <a:off x="10154640" y="4424160"/>
              <a:ext cx="67680" cy="75240"/>
            </p14:xfrm>
          </p:contentPart>
        </mc:Choice>
        <mc:Fallback xmlns="">
          <p:pic>
            <p:nvPicPr>
              <p:cNvPr id="460" name="Ink 459">
                <a:extLst>
                  <a:ext uri="{FF2B5EF4-FFF2-40B4-BE49-F238E27FC236}">
                    <a16:creationId xmlns:a16="http://schemas.microsoft.com/office/drawing/2014/main" id="{30378040-EB16-9A26-3878-5BCA61B936C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146000" y="4415520"/>
                <a:ext cx="8532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8">
            <p14:nvContentPartPr>
              <p14:cNvPr id="461" name="Ink 460">
                <a:extLst>
                  <a:ext uri="{FF2B5EF4-FFF2-40B4-BE49-F238E27FC236}">
                    <a16:creationId xmlns:a16="http://schemas.microsoft.com/office/drawing/2014/main" id="{264D9CBC-E501-B23C-4935-F4227B3B4F8F}"/>
                  </a:ext>
                </a:extLst>
              </p14:cNvPr>
              <p14:cNvContentPartPr/>
              <p14:nvPr/>
            </p14:nvContentPartPr>
            <p14:xfrm>
              <a:off x="10242480" y="4673280"/>
              <a:ext cx="10440" cy="66960"/>
            </p14:xfrm>
          </p:contentPart>
        </mc:Choice>
        <mc:Fallback xmlns="">
          <p:pic>
            <p:nvPicPr>
              <p:cNvPr id="461" name="Ink 460">
                <a:extLst>
                  <a:ext uri="{FF2B5EF4-FFF2-40B4-BE49-F238E27FC236}">
                    <a16:creationId xmlns:a16="http://schemas.microsoft.com/office/drawing/2014/main" id="{264D9CBC-E501-B23C-4935-F4227B3B4F8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233840" y="4664640"/>
                <a:ext cx="2808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9">
            <p14:nvContentPartPr>
              <p14:cNvPr id="462" name="Ink 461">
                <a:extLst>
                  <a:ext uri="{FF2B5EF4-FFF2-40B4-BE49-F238E27FC236}">
                    <a16:creationId xmlns:a16="http://schemas.microsoft.com/office/drawing/2014/main" id="{8D53B844-1A99-A873-D903-0861977C1C19}"/>
                  </a:ext>
                </a:extLst>
              </p14:cNvPr>
              <p14:cNvContentPartPr/>
              <p14:nvPr/>
            </p14:nvContentPartPr>
            <p14:xfrm>
              <a:off x="9909480" y="4955520"/>
              <a:ext cx="77040" cy="6120"/>
            </p14:xfrm>
          </p:contentPart>
        </mc:Choice>
        <mc:Fallback xmlns="">
          <p:pic>
            <p:nvPicPr>
              <p:cNvPr id="462" name="Ink 461">
                <a:extLst>
                  <a:ext uri="{FF2B5EF4-FFF2-40B4-BE49-F238E27FC236}">
                    <a16:creationId xmlns:a16="http://schemas.microsoft.com/office/drawing/2014/main" id="{8D53B844-1A99-A873-D903-0861977C1C1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900840" y="4946880"/>
                <a:ext cx="9468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0">
            <p14:nvContentPartPr>
              <p14:cNvPr id="463" name="Ink 462">
                <a:extLst>
                  <a:ext uri="{FF2B5EF4-FFF2-40B4-BE49-F238E27FC236}">
                    <a16:creationId xmlns:a16="http://schemas.microsoft.com/office/drawing/2014/main" id="{3C4B6D46-EB20-1F6B-5397-EFA60A92DF79}"/>
                  </a:ext>
                </a:extLst>
              </p14:cNvPr>
              <p14:cNvContentPartPr/>
              <p14:nvPr/>
            </p14:nvContentPartPr>
            <p14:xfrm>
              <a:off x="9708600" y="4973160"/>
              <a:ext cx="90720" cy="3960"/>
            </p14:xfrm>
          </p:contentPart>
        </mc:Choice>
        <mc:Fallback xmlns="">
          <p:pic>
            <p:nvPicPr>
              <p:cNvPr id="463" name="Ink 462">
                <a:extLst>
                  <a:ext uri="{FF2B5EF4-FFF2-40B4-BE49-F238E27FC236}">
                    <a16:creationId xmlns:a16="http://schemas.microsoft.com/office/drawing/2014/main" id="{3C4B6D46-EB20-1F6B-5397-EFA60A92DF7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699600" y="4964520"/>
                <a:ext cx="10836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1">
            <p14:nvContentPartPr>
              <p14:cNvPr id="464" name="Ink 463">
                <a:extLst>
                  <a:ext uri="{FF2B5EF4-FFF2-40B4-BE49-F238E27FC236}">
                    <a16:creationId xmlns:a16="http://schemas.microsoft.com/office/drawing/2014/main" id="{51CABBD8-347F-2105-39BE-95F7AC4A337E}"/>
                  </a:ext>
                </a:extLst>
              </p14:cNvPr>
              <p14:cNvContentPartPr/>
              <p14:nvPr/>
            </p14:nvContentPartPr>
            <p14:xfrm>
              <a:off x="9669720" y="4853640"/>
              <a:ext cx="19080" cy="117720"/>
            </p14:xfrm>
          </p:contentPart>
        </mc:Choice>
        <mc:Fallback xmlns="">
          <p:pic>
            <p:nvPicPr>
              <p:cNvPr id="464" name="Ink 463">
                <a:extLst>
                  <a:ext uri="{FF2B5EF4-FFF2-40B4-BE49-F238E27FC236}">
                    <a16:creationId xmlns:a16="http://schemas.microsoft.com/office/drawing/2014/main" id="{51CABBD8-347F-2105-39BE-95F7AC4A337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660720" y="4845000"/>
                <a:ext cx="3672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2">
            <p14:nvContentPartPr>
              <p14:cNvPr id="465" name="Ink 464">
                <a:extLst>
                  <a:ext uri="{FF2B5EF4-FFF2-40B4-BE49-F238E27FC236}">
                    <a16:creationId xmlns:a16="http://schemas.microsoft.com/office/drawing/2014/main" id="{476ACAB1-7909-C283-F46A-5F305081EE7D}"/>
                  </a:ext>
                </a:extLst>
              </p14:cNvPr>
              <p14:cNvContentPartPr/>
              <p14:nvPr/>
            </p14:nvContentPartPr>
            <p14:xfrm>
              <a:off x="9822360" y="4620000"/>
              <a:ext cx="47520" cy="51120"/>
            </p14:xfrm>
          </p:contentPart>
        </mc:Choice>
        <mc:Fallback xmlns="">
          <p:pic>
            <p:nvPicPr>
              <p:cNvPr id="465" name="Ink 464">
                <a:extLst>
                  <a:ext uri="{FF2B5EF4-FFF2-40B4-BE49-F238E27FC236}">
                    <a16:creationId xmlns:a16="http://schemas.microsoft.com/office/drawing/2014/main" id="{476ACAB1-7909-C283-F46A-5F305081EE7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813360" y="4611000"/>
                <a:ext cx="6516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3">
            <p14:nvContentPartPr>
              <p14:cNvPr id="466" name="Ink 465">
                <a:extLst>
                  <a:ext uri="{FF2B5EF4-FFF2-40B4-BE49-F238E27FC236}">
                    <a16:creationId xmlns:a16="http://schemas.microsoft.com/office/drawing/2014/main" id="{B1B0871B-F4BC-CFD5-5B65-C629F443D23E}"/>
                  </a:ext>
                </a:extLst>
              </p14:cNvPr>
              <p14:cNvContentPartPr/>
              <p14:nvPr/>
            </p14:nvContentPartPr>
            <p14:xfrm>
              <a:off x="9939000" y="4598040"/>
              <a:ext cx="27360" cy="18720"/>
            </p14:xfrm>
          </p:contentPart>
        </mc:Choice>
        <mc:Fallback xmlns="">
          <p:pic>
            <p:nvPicPr>
              <p:cNvPr id="466" name="Ink 465">
                <a:extLst>
                  <a:ext uri="{FF2B5EF4-FFF2-40B4-BE49-F238E27FC236}">
                    <a16:creationId xmlns:a16="http://schemas.microsoft.com/office/drawing/2014/main" id="{B1B0871B-F4BC-CFD5-5B65-C629F443D23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930360" y="4589400"/>
                <a:ext cx="4500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4">
            <p14:nvContentPartPr>
              <p14:cNvPr id="467" name="Ink 466">
                <a:extLst>
                  <a:ext uri="{FF2B5EF4-FFF2-40B4-BE49-F238E27FC236}">
                    <a16:creationId xmlns:a16="http://schemas.microsoft.com/office/drawing/2014/main" id="{E60FE0C7-B348-0840-E6CD-7A6ECE12132A}"/>
                  </a:ext>
                </a:extLst>
              </p14:cNvPr>
              <p14:cNvContentPartPr/>
              <p14:nvPr/>
            </p14:nvContentPartPr>
            <p14:xfrm>
              <a:off x="9893280" y="4801440"/>
              <a:ext cx="31680" cy="26280"/>
            </p14:xfrm>
          </p:contentPart>
        </mc:Choice>
        <mc:Fallback xmlns="">
          <p:pic>
            <p:nvPicPr>
              <p:cNvPr id="467" name="Ink 466">
                <a:extLst>
                  <a:ext uri="{FF2B5EF4-FFF2-40B4-BE49-F238E27FC236}">
                    <a16:creationId xmlns:a16="http://schemas.microsoft.com/office/drawing/2014/main" id="{E60FE0C7-B348-0840-E6CD-7A6ECE12132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884640" y="4792440"/>
                <a:ext cx="4932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5">
            <p14:nvContentPartPr>
              <p14:cNvPr id="468" name="Ink 467">
                <a:extLst>
                  <a:ext uri="{FF2B5EF4-FFF2-40B4-BE49-F238E27FC236}">
                    <a16:creationId xmlns:a16="http://schemas.microsoft.com/office/drawing/2014/main" id="{36CA555E-FD0C-976C-D702-D53CD29C07A3}"/>
                  </a:ext>
                </a:extLst>
              </p14:cNvPr>
              <p14:cNvContentPartPr/>
              <p14:nvPr/>
            </p14:nvContentPartPr>
            <p14:xfrm>
              <a:off x="9682320" y="4775520"/>
              <a:ext cx="87120" cy="36360"/>
            </p14:xfrm>
          </p:contentPart>
        </mc:Choice>
        <mc:Fallback xmlns="">
          <p:pic>
            <p:nvPicPr>
              <p:cNvPr id="468" name="Ink 467">
                <a:extLst>
                  <a:ext uri="{FF2B5EF4-FFF2-40B4-BE49-F238E27FC236}">
                    <a16:creationId xmlns:a16="http://schemas.microsoft.com/office/drawing/2014/main" id="{36CA555E-FD0C-976C-D702-D53CD29C07A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673320" y="4766520"/>
                <a:ext cx="10476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6">
            <p14:nvContentPartPr>
              <p14:cNvPr id="469" name="Ink 468">
                <a:extLst>
                  <a:ext uri="{FF2B5EF4-FFF2-40B4-BE49-F238E27FC236}">
                    <a16:creationId xmlns:a16="http://schemas.microsoft.com/office/drawing/2014/main" id="{07E13505-70EC-8DCE-CF39-31FB8BA048AB}"/>
                  </a:ext>
                </a:extLst>
              </p14:cNvPr>
              <p14:cNvContentPartPr/>
              <p14:nvPr/>
            </p14:nvContentPartPr>
            <p14:xfrm>
              <a:off x="9545160" y="4645200"/>
              <a:ext cx="13680" cy="67680"/>
            </p14:xfrm>
          </p:contentPart>
        </mc:Choice>
        <mc:Fallback xmlns="">
          <p:pic>
            <p:nvPicPr>
              <p:cNvPr id="469" name="Ink 468">
                <a:extLst>
                  <a:ext uri="{FF2B5EF4-FFF2-40B4-BE49-F238E27FC236}">
                    <a16:creationId xmlns:a16="http://schemas.microsoft.com/office/drawing/2014/main" id="{07E13505-70EC-8DCE-CF39-31FB8BA048A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536520" y="4636200"/>
                <a:ext cx="3132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7">
            <p14:nvContentPartPr>
              <p14:cNvPr id="470" name="Ink 469">
                <a:extLst>
                  <a:ext uri="{FF2B5EF4-FFF2-40B4-BE49-F238E27FC236}">
                    <a16:creationId xmlns:a16="http://schemas.microsoft.com/office/drawing/2014/main" id="{F53E32F9-71D4-287C-95B8-F76254876F8B}"/>
                  </a:ext>
                </a:extLst>
              </p14:cNvPr>
              <p14:cNvContentPartPr/>
              <p14:nvPr/>
            </p14:nvContentPartPr>
            <p14:xfrm>
              <a:off x="9599160" y="4434240"/>
              <a:ext cx="34200" cy="97560"/>
            </p14:xfrm>
          </p:contentPart>
        </mc:Choice>
        <mc:Fallback xmlns="">
          <p:pic>
            <p:nvPicPr>
              <p:cNvPr id="470" name="Ink 469">
                <a:extLst>
                  <a:ext uri="{FF2B5EF4-FFF2-40B4-BE49-F238E27FC236}">
                    <a16:creationId xmlns:a16="http://schemas.microsoft.com/office/drawing/2014/main" id="{F53E32F9-71D4-287C-95B8-F76254876F8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590520" y="4425600"/>
                <a:ext cx="5184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8">
            <p14:nvContentPartPr>
              <p14:cNvPr id="471" name="Ink 470">
                <a:extLst>
                  <a:ext uri="{FF2B5EF4-FFF2-40B4-BE49-F238E27FC236}">
                    <a16:creationId xmlns:a16="http://schemas.microsoft.com/office/drawing/2014/main" id="{699104A6-47B3-A7B5-EF5E-A37EC3B103A2}"/>
                  </a:ext>
                </a:extLst>
              </p14:cNvPr>
              <p14:cNvContentPartPr/>
              <p14:nvPr/>
            </p14:nvContentPartPr>
            <p14:xfrm>
              <a:off x="9755040" y="4333080"/>
              <a:ext cx="60120" cy="6840"/>
            </p14:xfrm>
          </p:contentPart>
        </mc:Choice>
        <mc:Fallback xmlns="">
          <p:pic>
            <p:nvPicPr>
              <p:cNvPr id="471" name="Ink 470">
                <a:extLst>
                  <a:ext uri="{FF2B5EF4-FFF2-40B4-BE49-F238E27FC236}">
                    <a16:creationId xmlns:a16="http://schemas.microsoft.com/office/drawing/2014/main" id="{699104A6-47B3-A7B5-EF5E-A37EC3B103A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746400" y="4324080"/>
                <a:ext cx="7776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9">
            <p14:nvContentPartPr>
              <p14:cNvPr id="472" name="Ink 471">
                <a:extLst>
                  <a:ext uri="{FF2B5EF4-FFF2-40B4-BE49-F238E27FC236}">
                    <a16:creationId xmlns:a16="http://schemas.microsoft.com/office/drawing/2014/main" id="{13A7E8F2-0D11-32FE-69DE-516BE9896699}"/>
                  </a:ext>
                </a:extLst>
              </p14:cNvPr>
              <p14:cNvContentPartPr/>
              <p14:nvPr/>
            </p14:nvContentPartPr>
            <p14:xfrm>
              <a:off x="10097040" y="4539720"/>
              <a:ext cx="9000" cy="41040"/>
            </p14:xfrm>
          </p:contentPart>
        </mc:Choice>
        <mc:Fallback xmlns="">
          <p:pic>
            <p:nvPicPr>
              <p:cNvPr id="472" name="Ink 471">
                <a:extLst>
                  <a:ext uri="{FF2B5EF4-FFF2-40B4-BE49-F238E27FC236}">
                    <a16:creationId xmlns:a16="http://schemas.microsoft.com/office/drawing/2014/main" id="{13A7E8F2-0D11-32FE-69DE-516BE989669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088040" y="4531080"/>
                <a:ext cx="2664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0">
            <p14:nvContentPartPr>
              <p14:cNvPr id="473" name="Ink 472">
                <a:extLst>
                  <a:ext uri="{FF2B5EF4-FFF2-40B4-BE49-F238E27FC236}">
                    <a16:creationId xmlns:a16="http://schemas.microsoft.com/office/drawing/2014/main" id="{12018629-D53D-5A4F-8FEC-50930EC458D8}"/>
                  </a:ext>
                </a:extLst>
              </p14:cNvPr>
              <p14:cNvContentPartPr/>
              <p14:nvPr/>
            </p14:nvContentPartPr>
            <p14:xfrm>
              <a:off x="10102440" y="4639440"/>
              <a:ext cx="5400" cy="21600"/>
            </p14:xfrm>
          </p:contentPart>
        </mc:Choice>
        <mc:Fallback xmlns="">
          <p:pic>
            <p:nvPicPr>
              <p:cNvPr id="473" name="Ink 472">
                <a:extLst>
                  <a:ext uri="{FF2B5EF4-FFF2-40B4-BE49-F238E27FC236}">
                    <a16:creationId xmlns:a16="http://schemas.microsoft.com/office/drawing/2014/main" id="{12018629-D53D-5A4F-8FEC-50930EC458D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093800" y="4630440"/>
                <a:ext cx="2304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1">
            <p14:nvContentPartPr>
              <p14:cNvPr id="474" name="Ink 473">
                <a:extLst>
                  <a:ext uri="{FF2B5EF4-FFF2-40B4-BE49-F238E27FC236}">
                    <a16:creationId xmlns:a16="http://schemas.microsoft.com/office/drawing/2014/main" id="{924CA9DF-812D-C043-99A5-DD14EF87CD54}"/>
                  </a:ext>
                </a:extLst>
              </p14:cNvPr>
              <p14:cNvContentPartPr/>
              <p14:nvPr/>
            </p14:nvContentPartPr>
            <p14:xfrm>
              <a:off x="9923520" y="4712160"/>
              <a:ext cx="66240" cy="10800"/>
            </p14:xfrm>
          </p:contentPart>
        </mc:Choice>
        <mc:Fallback xmlns="">
          <p:pic>
            <p:nvPicPr>
              <p:cNvPr id="474" name="Ink 473">
                <a:extLst>
                  <a:ext uri="{FF2B5EF4-FFF2-40B4-BE49-F238E27FC236}">
                    <a16:creationId xmlns:a16="http://schemas.microsoft.com/office/drawing/2014/main" id="{924CA9DF-812D-C043-99A5-DD14EF87CD5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914520" y="4703520"/>
                <a:ext cx="8388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2">
            <p14:nvContentPartPr>
              <p14:cNvPr id="475" name="Ink 474">
                <a:extLst>
                  <a:ext uri="{FF2B5EF4-FFF2-40B4-BE49-F238E27FC236}">
                    <a16:creationId xmlns:a16="http://schemas.microsoft.com/office/drawing/2014/main" id="{96374D1E-67BD-AB33-F771-D8AA623BD6AE}"/>
                  </a:ext>
                </a:extLst>
              </p14:cNvPr>
              <p14:cNvContentPartPr/>
              <p14:nvPr/>
            </p14:nvContentPartPr>
            <p14:xfrm>
              <a:off x="9856200" y="4503360"/>
              <a:ext cx="6120" cy="18000"/>
            </p14:xfrm>
          </p:contentPart>
        </mc:Choice>
        <mc:Fallback xmlns="">
          <p:pic>
            <p:nvPicPr>
              <p:cNvPr id="475" name="Ink 474">
                <a:extLst>
                  <a:ext uri="{FF2B5EF4-FFF2-40B4-BE49-F238E27FC236}">
                    <a16:creationId xmlns:a16="http://schemas.microsoft.com/office/drawing/2014/main" id="{96374D1E-67BD-AB33-F771-D8AA623BD6A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847560" y="4494360"/>
                <a:ext cx="2376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3">
            <p14:nvContentPartPr>
              <p14:cNvPr id="476" name="Ink 475">
                <a:extLst>
                  <a:ext uri="{FF2B5EF4-FFF2-40B4-BE49-F238E27FC236}">
                    <a16:creationId xmlns:a16="http://schemas.microsoft.com/office/drawing/2014/main" id="{A95E024F-67C7-3FB2-500B-E94337076276}"/>
                  </a:ext>
                </a:extLst>
              </p14:cNvPr>
              <p14:cNvContentPartPr/>
              <p14:nvPr/>
            </p14:nvContentPartPr>
            <p14:xfrm>
              <a:off x="9950520" y="4443600"/>
              <a:ext cx="7920" cy="3960"/>
            </p14:xfrm>
          </p:contentPart>
        </mc:Choice>
        <mc:Fallback xmlns="">
          <p:pic>
            <p:nvPicPr>
              <p:cNvPr id="476" name="Ink 475">
                <a:extLst>
                  <a:ext uri="{FF2B5EF4-FFF2-40B4-BE49-F238E27FC236}">
                    <a16:creationId xmlns:a16="http://schemas.microsoft.com/office/drawing/2014/main" id="{A95E024F-67C7-3FB2-500B-E9433707627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941520" y="4434960"/>
                <a:ext cx="2556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4">
            <p14:nvContentPartPr>
              <p14:cNvPr id="477" name="Ink 476">
                <a:extLst>
                  <a:ext uri="{FF2B5EF4-FFF2-40B4-BE49-F238E27FC236}">
                    <a16:creationId xmlns:a16="http://schemas.microsoft.com/office/drawing/2014/main" id="{C7B66963-C447-DE4E-94AF-CBC1B6A6A819}"/>
                  </a:ext>
                </a:extLst>
              </p14:cNvPr>
              <p14:cNvContentPartPr/>
              <p14:nvPr/>
            </p14:nvContentPartPr>
            <p14:xfrm>
              <a:off x="10002000" y="4472040"/>
              <a:ext cx="13680" cy="22320"/>
            </p14:xfrm>
          </p:contentPart>
        </mc:Choice>
        <mc:Fallback xmlns="">
          <p:pic>
            <p:nvPicPr>
              <p:cNvPr id="477" name="Ink 476">
                <a:extLst>
                  <a:ext uri="{FF2B5EF4-FFF2-40B4-BE49-F238E27FC236}">
                    <a16:creationId xmlns:a16="http://schemas.microsoft.com/office/drawing/2014/main" id="{C7B66963-C447-DE4E-94AF-CBC1B6A6A81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993000" y="4463040"/>
                <a:ext cx="3132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5">
            <p14:nvContentPartPr>
              <p14:cNvPr id="478" name="Ink 477">
                <a:extLst>
                  <a:ext uri="{FF2B5EF4-FFF2-40B4-BE49-F238E27FC236}">
                    <a16:creationId xmlns:a16="http://schemas.microsoft.com/office/drawing/2014/main" id="{3DFF1CE7-A305-EFE0-8750-ED02B84DD230}"/>
                  </a:ext>
                </a:extLst>
              </p14:cNvPr>
              <p14:cNvContentPartPr/>
              <p14:nvPr/>
            </p14:nvContentPartPr>
            <p14:xfrm>
              <a:off x="9772680" y="4592640"/>
              <a:ext cx="102240" cy="33480"/>
            </p14:xfrm>
          </p:contentPart>
        </mc:Choice>
        <mc:Fallback xmlns="">
          <p:pic>
            <p:nvPicPr>
              <p:cNvPr id="478" name="Ink 477">
                <a:extLst>
                  <a:ext uri="{FF2B5EF4-FFF2-40B4-BE49-F238E27FC236}">
                    <a16:creationId xmlns:a16="http://schemas.microsoft.com/office/drawing/2014/main" id="{3DFF1CE7-A305-EFE0-8750-ED02B84DD23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763680" y="4584000"/>
                <a:ext cx="11988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6">
            <p14:nvContentPartPr>
              <p14:cNvPr id="479" name="Ink 478">
                <a:extLst>
                  <a:ext uri="{FF2B5EF4-FFF2-40B4-BE49-F238E27FC236}">
                    <a16:creationId xmlns:a16="http://schemas.microsoft.com/office/drawing/2014/main" id="{66B8C9AD-CCDE-AF9D-9AE0-0E085D40CCF0}"/>
                  </a:ext>
                </a:extLst>
              </p14:cNvPr>
              <p14:cNvContentPartPr/>
              <p14:nvPr/>
            </p14:nvContentPartPr>
            <p14:xfrm>
              <a:off x="9640560" y="4684800"/>
              <a:ext cx="35640" cy="26280"/>
            </p14:xfrm>
          </p:contentPart>
        </mc:Choice>
        <mc:Fallback xmlns="">
          <p:pic>
            <p:nvPicPr>
              <p:cNvPr id="479" name="Ink 478">
                <a:extLst>
                  <a:ext uri="{FF2B5EF4-FFF2-40B4-BE49-F238E27FC236}">
                    <a16:creationId xmlns:a16="http://schemas.microsoft.com/office/drawing/2014/main" id="{66B8C9AD-CCDE-AF9D-9AE0-0E085D40CCF0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631920" y="4675800"/>
                <a:ext cx="5328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7">
            <p14:nvContentPartPr>
              <p14:cNvPr id="480" name="Ink 479">
                <a:extLst>
                  <a:ext uri="{FF2B5EF4-FFF2-40B4-BE49-F238E27FC236}">
                    <a16:creationId xmlns:a16="http://schemas.microsoft.com/office/drawing/2014/main" id="{3CFD4288-3D24-78A4-9D0E-BA13DBF134E7}"/>
                  </a:ext>
                </a:extLst>
              </p14:cNvPr>
              <p14:cNvContentPartPr/>
              <p14:nvPr/>
            </p14:nvContentPartPr>
            <p14:xfrm>
              <a:off x="9484320" y="4781280"/>
              <a:ext cx="23760" cy="20520"/>
            </p14:xfrm>
          </p:contentPart>
        </mc:Choice>
        <mc:Fallback xmlns="">
          <p:pic>
            <p:nvPicPr>
              <p:cNvPr id="480" name="Ink 479">
                <a:extLst>
                  <a:ext uri="{FF2B5EF4-FFF2-40B4-BE49-F238E27FC236}">
                    <a16:creationId xmlns:a16="http://schemas.microsoft.com/office/drawing/2014/main" id="{3CFD4288-3D24-78A4-9D0E-BA13DBF134E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475320" y="4772280"/>
                <a:ext cx="4140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8">
            <p14:nvContentPartPr>
              <p14:cNvPr id="481" name="Ink 480">
                <a:extLst>
                  <a:ext uri="{FF2B5EF4-FFF2-40B4-BE49-F238E27FC236}">
                    <a16:creationId xmlns:a16="http://schemas.microsoft.com/office/drawing/2014/main" id="{5EB675DB-3409-C68C-690D-B0B9DF4D526C}"/>
                  </a:ext>
                </a:extLst>
              </p14:cNvPr>
              <p14:cNvContentPartPr/>
              <p14:nvPr/>
            </p14:nvContentPartPr>
            <p14:xfrm>
              <a:off x="9388200" y="4922760"/>
              <a:ext cx="64440" cy="14400"/>
            </p14:xfrm>
          </p:contentPart>
        </mc:Choice>
        <mc:Fallback xmlns="">
          <p:pic>
            <p:nvPicPr>
              <p:cNvPr id="481" name="Ink 480">
                <a:extLst>
                  <a:ext uri="{FF2B5EF4-FFF2-40B4-BE49-F238E27FC236}">
                    <a16:creationId xmlns:a16="http://schemas.microsoft.com/office/drawing/2014/main" id="{5EB675DB-3409-C68C-690D-B0B9DF4D526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379200" y="4913760"/>
                <a:ext cx="8208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9">
            <p14:nvContentPartPr>
              <p14:cNvPr id="482" name="Ink 481">
                <a:extLst>
                  <a:ext uri="{FF2B5EF4-FFF2-40B4-BE49-F238E27FC236}">
                    <a16:creationId xmlns:a16="http://schemas.microsoft.com/office/drawing/2014/main" id="{9E6D48C1-9390-7B4B-2F80-467C42425303}"/>
                  </a:ext>
                </a:extLst>
              </p14:cNvPr>
              <p14:cNvContentPartPr/>
              <p14:nvPr/>
            </p14:nvContentPartPr>
            <p14:xfrm>
              <a:off x="9599160" y="4854720"/>
              <a:ext cx="38520" cy="17280"/>
            </p14:xfrm>
          </p:contentPart>
        </mc:Choice>
        <mc:Fallback xmlns="">
          <p:pic>
            <p:nvPicPr>
              <p:cNvPr id="482" name="Ink 481">
                <a:extLst>
                  <a:ext uri="{FF2B5EF4-FFF2-40B4-BE49-F238E27FC236}">
                    <a16:creationId xmlns:a16="http://schemas.microsoft.com/office/drawing/2014/main" id="{9E6D48C1-9390-7B4B-2F80-467C4242530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590520" y="4846080"/>
                <a:ext cx="5616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0">
            <p14:nvContentPartPr>
              <p14:cNvPr id="483" name="Ink 482">
                <a:extLst>
                  <a:ext uri="{FF2B5EF4-FFF2-40B4-BE49-F238E27FC236}">
                    <a16:creationId xmlns:a16="http://schemas.microsoft.com/office/drawing/2014/main" id="{7F4C1DFB-42B0-CE59-7946-EE0BB4114CAB}"/>
                  </a:ext>
                </a:extLst>
              </p14:cNvPr>
              <p14:cNvContentPartPr/>
              <p14:nvPr/>
            </p14:nvContentPartPr>
            <p14:xfrm>
              <a:off x="7372920" y="6030120"/>
              <a:ext cx="20520" cy="11520"/>
            </p14:xfrm>
          </p:contentPart>
        </mc:Choice>
        <mc:Fallback xmlns="">
          <p:pic>
            <p:nvPicPr>
              <p:cNvPr id="483" name="Ink 482">
                <a:extLst>
                  <a:ext uri="{FF2B5EF4-FFF2-40B4-BE49-F238E27FC236}">
                    <a16:creationId xmlns:a16="http://schemas.microsoft.com/office/drawing/2014/main" id="{7F4C1DFB-42B0-CE59-7946-EE0BB4114CAB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364280" y="6021120"/>
                <a:ext cx="3816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1">
            <p14:nvContentPartPr>
              <p14:cNvPr id="484" name="Ink 483">
                <a:extLst>
                  <a:ext uri="{FF2B5EF4-FFF2-40B4-BE49-F238E27FC236}">
                    <a16:creationId xmlns:a16="http://schemas.microsoft.com/office/drawing/2014/main" id="{141A9F66-1FAB-E509-2BDF-A16EC5F041A8}"/>
                  </a:ext>
                </a:extLst>
              </p14:cNvPr>
              <p14:cNvContentPartPr/>
              <p14:nvPr/>
            </p14:nvContentPartPr>
            <p14:xfrm>
              <a:off x="7232160" y="5842200"/>
              <a:ext cx="21600" cy="69120"/>
            </p14:xfrm>
          </p:contentPart>
        </mc:Choice>
        <mc:Fallback xmlns="">
          <p:pic>
            <p:nvPicPr>
              <p:cNvPr id="484" name="Ink 483">
                <a:extLst>
                  <a:ext uri="{FF2B5EF4-FFF2-40B4-BE49-F238E27FC236}">
                    <a16:creationId xmlns:a16="http://schemas.microsoft.com/office/drawing/2014/main" id="{141A9F66-1FAB-E509-2BDF-A16EC5F041A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223520" y="5833200"/>
                <a:ext cx="3924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2">
            <p14:nvContentPartPr>
              <p14:cNvPr id="485" name="Ink 484">
                <a:extLst>
                  <a:ext uri="{FF2B5EF4-FFF2-40B4-BE49-F238E27FC236}">
                    <a16:creationId xmlns:a16="http://schemas.microsoft.com/office/drawing/2014/main" id="{F0C0BB2D-878D-CF05-ECEB-37EBA06A1319}"/>
                  </a:ext>
                </a:extLst>
              </p14:cNvPr>
              <p14:cNvContentPartPr/>
              <p14:nvPr/>
            </p14:nvContentPartPr>
            <p14:xfrm>
              <a:off x="7245840" y="5661120"/>
              <a:ext cx="28080" cy="115920"/>
            </p14:xfrm>
          </p:contentPart>
        </mc:Choice>
        <mc:Fallback xmlns="">
          <p:pic>
            <p:nvPicPr>
              <p:cNvPr id="485" name="Ink 484">
                <a:extLst>
                  <a:ext uri="{FF2B5EF4-FFF2-40B4-BE49-F238E27FC236}">
                    <a16:creationId xmlns:a16="http://schemas.microsoft.com/office/drawing/2014/main" id="{F0C0BB2D-878D-CF05-ECEB-37EBA06A131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237200" y="5652480"/>
                <a:ext cx="4572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3">
            <p14:nvContentPartPr>
              <p14:cNvPr id="486" name="Ink 485">
                <a:extLst>
                  <a:ext uri="{FF2B5EF4-FFF2-40B4-BE49-F238E27FC236}">
                    <a16:creationId xmlns:a16="http://schemas.microsoft.com/office/drawing/2014/main" id="{794BC05B-30A9-D159-24F8-624B2AE95D42}"/>
                  </a:ext>
                </a:extLst>
              </p14:cNvPr>
              <p14:cNvContentPartPr/>
              <p14:nvPr/>
            </p14:nvContentPartPr>
            <p14:xfrm>
              <a:off x="7345200" y="5616480"/>
              <a:ext cx="13680" cy="12240"/>
            </p14:xfrm>
          </p:contentPart>
        </mc:Choice>
        <mc:Fallback xmlns="">
          <p:pic>
            <p:nvPicPr>
              <p:cNvPr id="486" name="Ink 485">
                <a:extLst>
                  <a:ext uri="{FF2B5EF4-FFF2-40B4-BE49-F238E27FC236}">
                    <a16:creationId xmlns:a16="http://schemas.microsoft.com/office/drawing/2014/main" id="{794BC05B-30A9-D159-24F8-624B2AE95D4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336560" y="5607840"/>
                <a:ext cx="3132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4">
            <p14:nvContentPartPr>
              <p14:cNvPr id="487" name="Ink 486">
                <a:extLst>
                  <a:ext uri="{FF2B5EF4-FFF2-40B4-BE49-F238E27FC236}">
                    <a16:creationId xmlns:a16="http://schemas.microsoft.com/office/drawing/2014/main" id="{E590196C-2B5C-B63B-649B-36445AE6B720}"/>
                  </a:ext>
                </a:extLst>
              </p14:cNvPr>
              <p14:cNvContentPartPr/>
              <p14:nvPr/>
            </p14:nvContentPartPr>
            <p14:xfrm>
              <a:off x="7512600" y="5531880"/>
              <a:ext cx="68760" cy="26280"/>
            </p14:xfrm>
          </p:contentPart>
        </mc:Choice>
        <mc:Fallback xmlns="">
          <p:pic>
            <p:nvPicPr>
              <p:cNvPr id="487" name="Ink 486">
                <a:extLst>
                  <a:ext uri="{FF2B5EF4-FFF2-40B4-BE49-F238E27FC236}">
                    <a16:creationId xmlns:a16="http://schemas.microsoft.com/office/drawing/2014/main" id="{E590196C-2B5C-B63B-649B-36445AE6B720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503600" y="5522880"/>
                <a:ext cx="8640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5">
            <p14:nvContentPartPr>
              <p14:cNvPr id="488" name="Ink 487">
                <a:extLst>
                  <a:ext uri="{FF2B5EF4-FFF2-40B4-BE49-F238E27FC236}">
                    <a16:creationId xmlns:a16="http://schemas.microsoft.com/office/drawing/2014/main" id="{B7C6FF5C-A48B-F466-00C2-CEA213F4B051}"/>
                  </a:ext>
                </a:extLst>
              </p14:cNvPr>
              <p14:cNvContentPartPr/>
              <p14:nvPr/>
            </p14:nvContentPartPr>
            <p14:xfrm>
              <a:off x="7698360" y="5685960"/>
              <a:ext cx="38160" cy="55080"/>
            </p14:xfrm>
          </p:contentPart>
        </mc:Choice>
        <mc:Fallback xmlns="">
          <p:pic>
            <p:nvPicPr>
              <p:cNvPr id="488" name="Ink 487">
                <a:extLst>
                  <a:ext uri="{FF2B5EF4-FFF2-40B4-BE49-F238E27FC236}">
                    <a16:creationId xmlns:a16="http://schemas.microsoft.com/office/drawing/2014/main" id="{B7C6FF5C-A48B-F466-00C2-CEA213F4B05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689720" y="5677320"/>
                <a:ext cx="5580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6">
            <p14:nvContentPartPr>
              <p14:cNvPr id="489" name="Ink 488">
                <a:extLst>
                  <a:ext uri="{FF2B5EF4-FFF2-40B4-BE49-F238E27FC236}">
                    <a16:creationId xmlns:a16="http://schemas.microsoft.com/office/drawing/2014/main" id="{4790333F-E037-7A12-3BA0-1FEDA5DE696B}"/>
                  </a:ext>
                </a:extLst>
              </p14:cNvPr>
              <p14:cNvContentPartPr/>
              <p14:nvPr/>
            </p14:nvContentPartPr>
            <p14:xfrm>
              <a:off x="7664520" y="5908080"/>
              <a:ext cx="60120" cy="56880"/>
            </p14:xfrm>
          </p:contentPart>
        </mc:Choice>
        <mc:Fallback xmlns="">
          <p:pic>
            <p:nvPicPr>
              <p:cNvPr id="489" name="Ink 488">
                <a:extLst>
                  <a:ext uri="{FF2B5EF4-FFF2-40B4-BE49-F238E27FC236}">
                    <a16:creationId xmlns:a16="http://schemas.microsoft.com/office/drawing/2014/main" id="{4790333F-E037-7A12-3BA0-1FEDA5DE696B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655880" y="5899440"/>
                <a:ext cx="7776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7">
            <p14:nvContentPartPr>
              <p14:cNvPr id="490" name="Ink 489">
                <a:extLst>
                  <a:ext uri="{FF2B5EF4-FFF2-40B4-BE49-F238E27FC236}">
                    <a16:creationId xmlns:a16="http://schemas.microsoft.com/office/drawing/2014/main" id="{17C9846C-3902-C35F-1A9E-60FA042D2983}"/>
                  </a:ext>
                </a:extLst>
              </p14:cNvPr>
              <p14:cNvContentPartPr/>
              <p14:nvPr/>
            </p14:nvContentPartPr>
            <p14:xfrm>
              <a:off x="7517640" y="5941200"/>
              <a:ext cx="72000" cy="49320"/>
            </p14:xfrm>
          </p:contentPart>
        </mc:Choice>
        <mc:Fallback xmlns="">
          <p:pic>
            <p:nvPicPr>
              <p:cNvPr id="490" name="Ink 489">
                <a:extLst>
                  <a:ext uri="{FF2B5EF4-FFF2-40B4-BE49-F238E27FC236}">
                    <a16:creationId xmlns:a16="http://schemas.microsoft.com/office/drawing/2014/main" id="{17C9846C-3902-C35F-1A9E-60FA042D2983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508640" y="5932200"/>
                <a:ext cx="8964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8">
            <p14:nvContentPartPr>
              <p14:cNvPr id="491" name="Ink 490">
                <a:extLst>
                  <a:ext uri="{FF2B5EF4-FFF2-40B4-BE49-F238E27FC236}">
                    <a16:creationId xmlns:a16="http://schemas.microsoft.com/office/drawing/2014/main" id="{2F36F156-7455-1F59-98D6-7A5F6FF61A4B}"/>
                  </a:ext>
                </a:extLst>
              </p14:cNvPr>
              <p14:cNvContentPartPr/>
              <p14:nvPr/>
            </p14:nvContentPartPr>
            <p14:xfrm>
              <a:off x="7523760" y="5768400"/>
              <a:ext cx="18720" cy="90000"/>
            </p14:xfrm>
          </p:contentPart>
        </mc:Choice>
        <mc:Fallback xmlns="">
          <p:pic>
            <p:nvPicPr>
              <p:cNvPr id="491" name="Ink 490">
                <a:extLst>
                  <a:ext uri="{FF2B5EF4-FFF2-40B4-BE49-F238E27FC236}">
                    <a16:creationId xmlns:a16="http://schemas.microsoft.com/office/drawing/2014/main" id="{2F36F156-7455-1F59-98D6-7A5F6FF61A4B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7515120" y="5759760"/>
                <a:ext cx="3636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9">
            <p14:nvContentPartPr>
              <p14:cNvPr id="492" name="Ink 491">
                <a:extLst>
                  <a:ext uri="{FF2B5EF4-FFF2-40B4-BE49-F238E27FC236}">
                    <a16:creationId xmlns:a16="http://schemas.microsoft.com/office/drawing/2014/main" id="{B306FC47-9697-A2C0-57C4-EF9BB9424613}"/>
                  </a:ext>
                </a:extLst>
              </p14:cNvPr>
              <p14:cNvContentPartPr/>
              <p14:nvPr/>
            </p14:nvContentPartPr>
            <p14:xfrm>
              <a:off x="7636800" y="5608920"/>
              <a:ext cx="19800" cy="27000"/>
            </p14:xfrm>
          </p:contentPart>
        </mc:Choice>
        <mc:Fallback xmlns="">
          <p:pic>
            <p:nvPicPr>
              <p:cNvPr id="492" name="Ink 491">
                <a:extLst>
                  <a:ext uri="{FF2B5EF4-FFF2-40B4-BE49-F238E27FC236}">
                    <a16:creationId xmlns:a16="http://schemas.microsoft.com/office/drawing/2014/main" id="{B306FC47-9697-A2C0-57C4-EF9BB9424613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628160" y="5599920"/>
                <a:ext cx="3744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0">
            <p14:nvContentPartPr>
              <p14:cNvPr id="493" name="Ink 492">
                <a:extLst>
                  <a:ext uri="{FF2B5EF4-FFF2-40B4-BE49-F238E27FC236}">
                    <a16:creationId xmlns:a16="http://schemas.microsoft.com/office/drawing/2014/main" id="{5614237A-E597-8A91-FE70-21C80AAC1028}"/>
                  </a:ext>
                </a:extLst>
              </p14:cNvPr>
              <p14:cNvContentPartPr/>
              <p14:nvPr/>
            </p14:nvContentPartPr>
            <p14:xfrm>
              <a:off x="7724280" y="5589480"/>
              <a:ext cx="31680" cy="3960"/>
            </p14:xfrm>
          </p:contentPart>
        </mc:Choice>
        <mc:Fallback xmlns="">
          <p:pic>
            <p:nvPicPr>
              <p:cNvPr id="493" name="Ink 492">
                <a:extLst>
                  <a:ext uri="{FF2B5EF4-FFF2-40B4-BE49-F238E27FC236}">
                    <a16:creationId xmlns:a16="http://schemas.microsoft.com/office/drawing/2014/main" id="{5614237A-E597-8A91-FE70-21C80AAC102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715280" y="5580480"/>
                <a:ext cx="4932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1">
            <p14:nvContentPartPr>
              <p14:cNvPr id="494" name="Ink 493">
                <a:extLst>
                  <a:ext uri="{FF2B5EF4-FFF2-40B4-BE49-F238E27FC236}">
                    <a16:creationId xmlns:a16="http://schemas.microsoft.com/office/drawing/2014/main" id="{BC663753-20A3-0BB8-5A4B-F219A4D9EC81}"/>
                  </a:ext>
                </a:extLst>
              </p14:cNvPr>
              <p14:cNvContentPartPr/>
              <p14:nvPr/>
            </p14:nvContentPartPr>
            <p14:xfrm>
              <a:off x="7833000" y="5579400"/>
              <a:ext cx="34920" cy="10800"/>
            </p14:xfrm>
          </p:contentPart>
        </mc:Choice>
        <mc:Fallback xmlns="">
          <p:pic>
            <p:nvPicPr>
              <p:cNvPr id="494" name="Ink 493">
                <a:extLst>
                  <a:ext uri="{FF2B5EF4-FFF2-40B4-BE49-F238E27FC236}">
                    <a16:creationId xmlns:a16="http://schemas.microsoft.com/office/drawing/2014/main" id="{BC663753-20A3-0BB8-5A4B-F219A4D9EC81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7824000" y="5570760"/>
                <a:ext cx="5256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2">
            <p14:nvContentPartPr>
              <p14:cNvPr id="495" name="Ink 494">
                <a:extLst>
                  <a:ext uri="{FF2B5EF4-FFF2-40B4-BE49-F238E27FC236}">
                    <a16:creationId xmlns:a16="http://schemas.microsoft.com/office/drawing/2014/main" id="{D3F9FF54-7197-8702-9927-12C2F3F3576C}"/>
                  </a:ext>
                </a:extLst>
              </p14:cNvPr>
              <p14:cNvContentPartPr/>
              <p14:nvPr/>
            </p14:nvContentPartPr>
            <p14:xfrm>
              <a:off x="7933440" y="5685960"/>
              <a:ext cx="32400" cy="56160"/>
            </p14:xfrm>
          </p:contentPart>
        </mc:Choice>
        <mc:Fallback xmlns="">
          <p:pic>
            <p:nvPicPr>
              <p:cNvPr id="495" name="Ink 494">
                <a:extLst>
                  <a:ext uri="{FF2B5EF4-FFF2-40B4-BE49-F238E27FC236}">
                    <a16:creationId xmlns:a16="http://schemas.microsoft.com/office/drawing/2014/main" id="{D3F9FF54-7197-8702-9927-12C2F3F3576C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7924800" y="5677320"/>
                <a:ext cx="5004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3">
            <p14:nvContentPartPr>
              <p14:cNvPr id="496" name="Ink 495">
                <a:extLst>
                  <a:ext uri="{FF2B5EF4-FFF2-40B4-BE49-F238E27FC236}">
                    <a16:creationId xmlns:a16="http://schemas.microsoft.com/office/drawing/2014/main" id="{A74F5951-2BE6-3FDA-A0E7-9A4C80F63228}"/>
                  </a:ext>
                </a:extLst>
              </p14:cNvPr>
              <p14:cNvContentPartPr/>
              <p14:nvPr/>
            </p14:nvContentPartPr>
            <p14:xfrm>
              <a:off x="7883400" y="5914560"/>
              <a:ext cx="24840" cy="42840"/>
            </p14:xfrm>
          </p:contentPart>
        </mc:Choice>
        <mc:Fallback xmlns="">
          <p:pic>
            <p:nvPicPr>
              <p:cNvPr id="496" name="Ink 495">
                <a:extLst>
                  <a:ext uri="{FF2B5EF4-FFF2-40B4-BE49-F238E27FC236}">
                    <a16:creationId xmlns:a16="http://schemas.microsoft.com/office/drawing/2014/main" id="{A74F5951-2BE6-3FDA-A0E7-9A4C80F63228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7874400" y="5905920"/>
                <a:ext cx="4248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4">
            <p14:nvContentPartPr>
              <p14:cNvPr id="497" name="Ink 496">
                <a:extLst>
                  <a:ext uri="{FF2B5EF4-FFF2-40B4-BE49-F238E27FC236}">
                    <a16:creationId xmlns:a16="http://schemas.microsoft.com/office/drawing/2014/main" id="{44B1C151-7AF1-5B91-3A7C-427ECEB065BA}"/>
                  </a:ext>
                </a:extLst>
              </p14:cNvPr>
              <p14:cNvContentPartPr/>
              <p14:nvPr/>
            </p14:nvContentPartPr>
            <p14:xfrm>
              <a:off x="7688280" y="6072960"/>
              <a:ext cx="78120" cy="38520"/>
            </p14:xfrm>
          </p:contentPart>
        </mc:Choice>
        <mc:Fallback xmlns="">
          <p:pic>
            <p:nvPicPr>
              <p:cNvPr id="497" name="Ink 496">
                <a:extLst>
                  <a:ext uri="{FF2B5EF4-FFF2-40B4-BE49-F238E27FC236}">
                    <a16:creationId xmlns:a16="http://schemas.microsoft.com/office/drawing/2014/main" id="{44B1C151-7AF1-5B91-3A7C-427ECEB065BA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679640" y="6064320"/>
                <a:ext cx="9576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5">
            <p14:nvContentPartPr>
              <p14:cNvPr id="498" name="Ink 497">
                <a:extLst>
                  <a:ext uri="{FF2B5EF4-FFF2-40B4-BE49-F238E27FC236}">
                    <a16:creationId xmlns:a16="http://schemas.microsoft.com/office/drawing/2014/main" id="{70EE6B78-A494-982F-4DD7-8F2F06D56FC0}"/>
                  </a:ext>
                </a:extLst>
              </p14:cNvPr>
              <p14:cNvContentPartPr/>
              <p14:nvPr/>
            </p14:nvContentPartPr>
            <p14:xfrm>
              <a:off x="7547880" y="6093120"/>
              <a:ext cx="73080" cy="41040"/>
            </p14:xfrm>
          </p:contentPart>
        </mc:Choice>
        <mc:Fallback xmlns="">
          <p:pic>
            <p:nvPicPr>
              <p:cNvPr id="498" name="Ink 497">
                <a:extLst>
                  <a:ext uri="{FF2B5EF4-FFF2-40B4-BE49-F238E27FC236}">
                    <a16:creationId xmlns:a16="http://schemas.microsoft.com/office/drawing/2014/main" id="{70EE6B78-A494-982F-4DD7-8F2F06D56FC0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7538880" y="6084120"/>
                <a:ext cx="9072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6">
            <p14:nvContentPartPr>
              <p14:cNvPr id="499" name="Ink 498">
                <a:extLst>
                  <a:ext uri="{FF2B5EF4-FFF2-40B4-BE49-F238E27FC236}">
                    <a16:creationId xmlns:a16="http://schemas.microsoft.com/office/drawing/2014/main" id="{37E04ED4-209A-2167-28D3-539FED5BFC31}"/>
                  </a:ext>
                </a:extLst>
              </p14:cNvPr>
              <p14:cNvContentPartPr/>
              <p14:nvPr/>
            </p14:nvContentPartPr>
            <p14:xfrm>
              <a:off x="7415040" y="5867040"/>
              <a:ext cx="28800" cy="82800"/>
            </p14:xfrm>
          </p:contentPart>
        </mc:Choice>
        <mc:Fallback xmlns="">
          <p:pic>
            <p:nvPicPr>
              <p:cNvPr id="499" name="Ink 498">
                <a:extLst>
                  <a:ext uri="{FF2B5EF4-FFF2-40B4-BE49-F238E27FC236}">
                    <a16:creationId xmlns:a16="http://schemas.microsoft.com/office/drawing/2014/main" id="{37E04ED4-209A-2167-28D3-539FED5BFC31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406400" y="5858040"/>
                <a:ext cx="4644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7">
            <p14:nvContentPartPr>
              <p14:cNvPr id="500" name="Ink 499">
                <a:extLst>
                  <a:ext uri="{FF2B5EF4-FFF2-40B4-BE49-F238E27FC236}">
                    <a16:creationId xmlns:a16="http://schemas.microsoft.com/office/drawing/2014/main" id="{2312E691-8355-97C4-A219-DCB552F8C20B}"/>
                  </a:ext>
                </a:extLst>
              </p14:cNvPr>
              <p14:cNvContentPartPr/>
              <p14:nvPr/>
            </p14:nvContentPartPr>
            <p14:xfrm>
              <a:off x="7499280" y="5607840"/>
              <a:ext cx="49320" cy="63360"/>
            </p14:xfrm>
          </p:contentPart>
        </mc:Choice>
        <mc:Fallback xmlns="">
          <p:pic>
            <p:nvPicPr>
              <p:cNvPr id="500" name="Ink 499">
                <a:extLst>
                  <a:ext uri="{FF2B5EF4-FFF2-40B4-BE49-F238E27FC236}">
                    <a16:creationId xmlns:a16="http://schemas.microsoft.com/office/drawing/2014/main" id="{2312E691-8355-97C4-A219-DCB552F8C20B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7490640" y="5598840"/>
                <a:ext cx="6696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8">
            <p14:nvContentPartPr>
              <p14:cNvPr id="501" name="Ink 500">
                <a:extLst>
                  <a:ext uri="{FF2B5EF4-FFF2-40B4-BE49-F238E27FC236}">
                    <a16:creationId xmlns:a16="http://schemas.microsoft.com/office/drawing/2014/main" id="{72149F2C-7A06-E1D8-7B41-56859AC47DC5}"/>
                  </a:ext>
                </a:extLst>
              </p14:cNvPr>
              <p14:cNvContentPartPr/>
              <p14:nvPr/>
            </p14:nvContentPartPr>
            <p14:xfrm>
              <a:off x="7671360" y="5512440"/>
              <a:ext cx="63360" cy="9360"/>
            </p14:xfrm>
          </p:contentPart>
        </mc:Choice>
        <mc:Fallback xmlns="">
          <p:pic>
            <p:nvPicPr>
              <p:cNvPr id="501" name="Ink 500">
                <a:extLst>
                  <a:ext uri="{FF2B5EF4-FFF2-40B4-BE49-F238E27FC236}">
                    <a16:creationId xmlns:a16="http://schemas.microsoft.com/office/drawing/2014/main" id="{72149F2C-7A06-E1D8-7B41-56859AC47DC5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662720" y="5503440"/>
                <a:ext cx="8100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9">
            <p14:nvContentPartPr>
              <p14:cNvPr id="502" name="Ink 501">
                <a:extLst>
                  <a:ext uri="{FF2B5EF4-FFF2-40B4-BE49-F238E27FC236}">
                    <a16:creationId xmlns:a16="http://schemas.microsoft.com/office/drawing/2014/main" id="{612959C0-594B-56A5-4347-ADA4EA8A8EB0}"/>
                  </a:ext>
                </a:extLst>
              </p14:cNvPr>
              <p14:cNvContentPartPr/>
              <p14:nvPr/>
            </p14:nvContentPartPr>
            <p14:xfrm>
              <a:off x="7794120" y="5483280"/>
              <a:ext cx="18000" cy="20160"/>
            </p14:xfrm>
          </p:contentPart>
        </mc:Choice>
        <mc:Fallback xmlns="">
          <p:pic>
            <p:nvPicPr>
              <p:cNvPr id="502" name="Ink 501">
                <a:extLst>
                  <a:ext uri="{FF2B5EF4-FFF2-40B4-BE49-F238E27FC236}">
                    <a16:creationId xmlns:a16="http://schemas.microsoft.com/office/drawing/2014/main" id="{612959C0-594B-56A5-4347-ADA4EA8A8EB0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7785120" y="5474280"/>
                <a:ext cx="3564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0">
            <p14:nvContentPartPr>
              <p14:cNvPr id="503" name="Ink 502">
                <a:extLst>
                  <a:ext uri="{FF2B5EF4-FFF2-40B4-BE49-F238E27FC236}">
                    <a16:creationId xmlns:a16="http://schemas.microsoft.com/office/drawing/2014/main" id="{8E6F7AE1-4EF8-FDEE-1EEF-DC7A2E263008}"/>
                  </a:ext>
                </a:extLst>
              </p14:cNvPr>
              <p14:cNvContentPartPr/>
              <p14:nvPr/>
            </p14:nvContentPartPr>
            <p14:xfrm>
              <a:off x="7655880" y="5469960"/>
              <a:ext cx="68400" cy="15840"/>
            </p14:xfrm>
          </p:contentPart>
        </mc:Choice>
        <mc:Fallback xmlns="">
          <p:pic>
            <p:nvPicPr>
              <p:cNvPr id="503" name="Ink 502">
                <a:extLst>
                  <a:ext uri="{FF2B5EF4-FFF2-40B4-BE49-F238E27FC236}">
                    <a16:creationId xmlns:a16="http://schemas.microsoft.com/office/drawing/2014/main" id="{8E6F7AE1-4EF8-FDEE-1EEF-DC7A2E263008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7646880" y="5460960"/>
                <a:ext cx="8604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1">
            <p14:nvContentPartPr>
              <p14:cNvPr id="504" name="Ink 503">
                <a:extLst>
                  <a:ext uri="{FF2B5EF4-FFF2-40B4-BE49-F238E27FC236}">
                    <a16:creationId xmlns:a16="http://schemas.microsoft.com/office/drawing/2014/main" id="{FBF9A70A-DAC5-D1AE-8221-B645548D04DE}"/>
                  </a:ext>
                </a:extLst>
              </p14:cNvPr>
              <p14:cNvContentPartPr/>
              <p14:nvPr/>
            </p14:nvContentPartPr>
            <p14:xfrm>
              <a:off x="7514400" y="5502360"/>
              <a:ext cx="41760" cy="3960"/>
            </p14:xfrm>
          </p:contentPart>
        </mc:Choice>
        <mc:Fallback xmlns="">
          <p:pic>
            <p:nvPicPr>
              <p:cNvPr id="504" name="Ink 503">
                <a:extLst>
                  <a:ext uri="{FF2B5EF4-FFF2-40B4-BE49-F238E27FC236}">
                    <a16:creationId xmlns:a16="http://schemas.microsoft.com/office/drawing/2014/main" id="{FBF9A70A-DAC5-D1AE-8221-B645548D04DE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505760" y="5493360"/>
                <a:ext cx="5940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2">
            <p14:nvContentPartPr>
              <p14:cNvPr id="505" name="Ink 504">
                <a:extLst>
                  <a:ext uri="{FF2B5EF4-FFF2-40B4-BE49-F238E27FC236}">
                    <a16:creationId xmlns:a16="http://schemas.microsoft.com/office/drawing/2014/main" id="{8C245C7A-59EA-A3B2-2169-2242244A4383}"/>
                  </a:ext>
                </a:extLst>
              </p14:cNvPr>
              <p14:cNvContentPartPr/>
              <p14:nvPr/>
            </p14:nvContentPartPr>
            <p14:xfrm>
              <a:off x="7343400" y="5551680"/>
              <a:ext cx="18720" cy="18720"/>
            </p14:xfrm>
          </p:contentPart>
        </mc:Choice>
        <mc:Fallback xmlns="">
          <p:pic>
            <p:nvPicPr>
              <p:cNvPr id="505" name="Ink 504">
                <a:extLst>
                  <a:ext uri="{FF2B5EF4-FFF2-40B4-BE49-F238E27FC236}">
                    <a16:creationId xmlns:a16="http://schemas.microsoft.com/office/drawing/2014/main" id="{8C245C7A-59EA-A3B2-2169-2242244A4383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7334760" y="5543040"/>
                <a:ext cx="3636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3">
            <p14:nvContentPartPr>
              <p14:cNvPr id="506" name="Ink 505">
                <a:extLst>
                  <a:ext uri="{FF2B5EF4-FFF2-40B4-BE49-F238E27FC236}">
                    <a16:creationId xmlns:a16="http://schemas.microsoft.com/office/drawing/2014/main" id="{38550D1B-C5FB-20AA-C317-95B12C096DFD}"/>
                  </a:ext>
                </a:extLst>
              </p14:cNvPr>
              <p14:cNvContentPartPr/>
              <p14:nvPr/>
            </p14:nvContentPartPr>
            <p14:xfrm>
              <a:off x="7343040" y="5737800"/>
              <a:ext cx="25560" cy="129960"/>
            </p14:xfrm>
          </p:contentPart>
        </mc:Choice>
        <mc:Fallback xmlns="">
          <p:pic>
            <p:nvPicPr>
              <p:cNvPr id="506" name="Ink 505">
                <a:extLst>
                  <a:ext uri="{FF2B5EF4-FFF2-40B4-BE49-F238E27FC236}">
                    <a16:creationId xmlns:a16="http://schemas.microsoft.com/office/drawing/2014/main" id="{38550D1B-C5FB-20AA-C317-95B12C096DFD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7334040" y="5729160"/>
                <a:ext cx="4320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4">
            <p14:nvContentPartPr>
              <p14:cNvPr id="507" name="Ink 506">
                <a:extLst>
                  <a:ext uri="{FF2B5EF4-FFF2-40B4-BE49-F238E27FC236}">
                    <a16:creationId xmlns:a16="http://schemas.microsoft.com/office/drawing/2014/main" id="{EB6BC5DE-7B7D-1DDC-FED0-8DC365A3F791}"/>
                  </a:ext>
                </a:extLst>
              </p14:cNvPr>
              <p14:cNvContentPartPr/>
              <p14:nvPr/>
            </p14:nvContentPartPr>
            <p14:xfrm>
              <a:off x="7478040" y="5942280"/>
              <a:ext cx="56160" cy="27360"/>
            </p14:xfrm>
          </p:contentPart>
        </mc:Choice>
        <mc:Fallback xmlns="">
          <p:pic>
            <p:nvPicPr>
              <p:cNvPr id="507" name="Ink 506">
                <a:extLst>
                  <a:ext uri="{FF2B5EF4-FFF2-40B4-BE49-F238E27FC236}">
                    <a16:creationId xmlns:a16="http://schemas.microsoft.com/office/drawing/2014/main" id="{EB6BC5DE-7B7D-1DDC-FED0-8DC365A3F791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7469040" y="5933280"/>
                <a:ext cx="7380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5">
            <p14:nvContentPartPr>
              <p14:cNvPr id="508" name="Ink 507">
                <a:extLst>
                  <a:ext uri="{FF2B5EF4-FFF2-40B4-BE49-F238E27FC236}">
                    <a16:creationId xmlns:a16="http://schemas.microsoft.com/office/drawing/2014/main" id="{AE50E015-AA17-3D28-DAA8-C87615CF4BE6}"/>
                  </a:ext>
                </a:extLst>
              </p14:cNvPr>
              <p14:cNvContentPartPr/>
              <p14:nvPr/>
            </p14:nvContentPartPr>
            <p14:xfrm>
              <a:off x="7716000" y="5981880"/>
              <a:ext cx="34200" cy="6840"/>
            </p14:xfrm>
          </p:contentPart>
        </mc:Choice>
        <mc:Fallback xmlns="">
          <p:pic>
            <p:nvPicPr>
              <p:cNvPr id="508" name="Ink 507">
                <a:extLst>
                  <a:ext uri="{FF2B5EF4-FFF2-40B4-BE49-F238E27FC236}">
                    <a16:creationId xmlns:a16="http://schemas.microsoft.com/office/drawing/2014/main" id="{AE50E015-AA17-3D28-DAA8-C87615CF4BE6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7707360" y="5972880"/>
                <a:ext cx="5184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6">
            <p14:nvContentPartPr>
              <p14:cNvPr id="509" name="Ink 508">
                <a:extLst>
                  <a:ext uri="{FF2B5EF4-FFF2-40B4-BE49-F238E27FC236}">
                    <a16:creationId xmlns:a16="http://schemas.microsoft.com/office/drawing/2014/main" id="{D681A1A4-6726-7570-8027-C6D483612961}"/>
                  </a:ext>
                </a:extLst>
              </p14:cNvPr>
              <p14:cNvContentPartPr/>
              <p14:nvPr/>
            </p14:nvContentPartPr>
            <p14:xfrm>
              <a:off x="7890240" y="5876400"/>
              <a:ext cx="14760" cy="40320"/>
            </p14:xfrm>
          </p:contentPart>
        </mc:Choice>
        <mc:Fallback xmlns="">
          <p:pic>
            <p:nvPicPr>
              <p:cNvPr id="509" name="Ink 508">
                <a:extLst>
                  <a:ext uri="{FF2B5EF4-FFF2-40B4-BE49-F238E27FC236}">
                    <a16:creationId xmlns:a16="http://schemas.microsoft.com/office/drawing/2014/main" id="{D681A1A4-6726-7570-8027-C6D483612961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7881240" y="5867400"/>
                <a:ext cx="3240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7">
            <p14:nvContentPartPr>
              <p14:cNvPr id="510" name="Ink 509">
                <a:extLst>
                  <a:ext uri="{FF2B5EF4-FFF2-40B4-BE49-F238E27FC236}">
                    <a16:creationId xmlns:a16="http://schemas.microsoft.com/office/drawing/2014/main" id="{2ACA680A-67B0-AD42-3EBE-E3989E45A1BD}"/>
                  </a:ext>
                </a:extLst>
              </p14:cNvPr>
              <p14:cNvContentPartPr/>
              <p14:nvPr/>
            </p14:nvContentPartPr>
            <p14:xfrm>
              <a:off x="7906440" y="5720160"/>
              <a:ext cx="14040" cy="46800"/>
            </p14:xfrm>
          </p:contentPart>
        </mc:Choice>
        <mc:Fallback xmlns="">
          <p:pic>
            <p:nvPicPr>
              <p:cNvPr id="510" name="Ink 509">
                <a:extLst>
                  <a:ext uri="{FF2B5EF4-FFF2-40B4-BE49-F238E27FC236}">
                    <a16:creationId xmlns:a16="http://schemas.microsoft.com/office/drawing/2014/main" id="{2ACA680A-67B0-AD42-3EBE-E3989E45A1BD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897800" y="5711520"/>
                <a:ext cx="3168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8">
            <p14:nvContentPartPr>
              <p14:cNvPr id="511" name="Ink 510">
                <a:extLst>
                  <a:ext uri="{FF2B5EF4-FFF2-40B4-BE49-F238E27FC236}">
                    <a16:creationId xmlns:a16="http://schemas.microsoft.com/office/drawing/2014/main" id="{F87D557C-10EF-99E7-238B-A41F883EBF7F}"/>
                  </a:ext>
                </a:extLst>
              </p14:cNvPr>
              <p14:cNvContentPartPr/>
              <p14:nvPr/>
            </p14:nvContentPartPr>
            <p14:xfrm>
              <a:off x="7829760" y="5676600"/>
              <a:ext cx="25560" cy="9360"/>
            </p14:xfrm>
          </p:contentPart>
        </mc:Choice>
        <mc:Fallback xmlns="">
          <p:pic>
            <p:nvPicPr>
              <p:cNvPr id="511" name="Ink 510">
                <a:extLst>
                  <a:ext uri="{FF2B5EF4-FFF2-40B4-BE49-F238E27FC236}">
                    <a16:creationId xmlns:a16="http://schemas.microsoft.com/office/drawing/2014/main" id="{F87D557C-10EF-99E7-238B-A41F883EBF7F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7821120" y="5667960"/>
                <a:ext cx="4320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9">
            <p14:nvContentPartPr>
              <p14:cNvPr id="512" name="Ink 511">
                <a:extLst>
                  <a:ext uri="{FF2B5EF4-FFF2-40B4-BE49-F238E27FC236}">
                    <a16:creationId xmlns:a16="http://schemas.microsoft.com/office/drawing/2014/main" id="{D2B87EF0-6995-8F3C-9203-8DAFC122B025}"/>
                  </a:ext>
                </a:extLst>
              </p14:cNvPr>
              <p14:cNvContentPartPr/>
              <p14:nvPr/>
            </p14:nvContentPartPr>
            <p14:xfrm>
              <a:off x="7802040" y="5710800"/>
              <a:ext cx="18720" cy="18720"/>
            </p14:xfrm>
          </p:contentPart>
        </mc:Choice>
        <mc:Fallback xmlns="">
          <p:pic>
            <p:nvPicPr>
              <p:cNvPr id="512" name="Ink 511">
                <a:extLst>
                  <a:ext uri="{FF2B5EF4-FFF2-40B4-BE49-F238E27FC236}">
                    <a16:creationId xmlns:a16="http://schemas.microsoft.com/office/drawing/2014/main" id="{D2B87EF0-6995-8F3C-9203-8DAFC122B025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7793400" y="5701800"/>
                <a:ext cx="3636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0">
            <p14:nvContentPartPr>
              <p14:cNvPr id="513" name="Ink 512">
                <a:extLst>
                  <a:ext uri="{FF2B5EF4-FFF2-40B4-BE49-F238E27FC236}">
                    <a16:creationId xmlns:a16="http://schemas.microsoft.com/office/drawing/2014/main" id="{FD1D4917-C7AB-71DA-58D4-7B8D327C2F92}"/>
                  </a:ext>
                </a:extLst>
              </p14:cNvPr>
              <p14:cNvContentPartPr/>
              <p14:nvPr/>
            </p14:nvContentPartPr>
            <p14:xfrm>
              <a:off x="7908960" y="5778480"/>
              <a:ext cx="34200" cy="2160"/>
            </p14:xfrm>
          </p:contentPart>
        </mc:Choice>
        <mc:Fallback xmlns="">
          <p:pic>
            <p:nvPicPr>
              <p:cNvPr id="513" name="Ink 512">
                <a:extLst>
                  <a:ext uri="{FF2B5EF4-FFF2-40B4-BE49-F238E27FC236}">
                    <a16:creationId xmlns:a16="http://schemas.microsoft.com/office/drawing/2014/main" id="{FD1D4917-C7AB-71DA-58D4-7B8D327C2F92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7900320" y="5769840"/>
                <a:ext cx="5184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1">
            <p14:nvContentPartPr>
              <p14:cNvPr id="514" name="Ink 513">
                <a:extLst>
                  <a:ext uri="{FF2B5EF4-FFF2-40B4-BE49-F238E27FC236}">
                    <a16:creationId xmlns:a16="http://schemas.microsoft.com/office/drawing/2014/main" id="{48BE0EA7-FFD4-EC32-8EFA-4862D222B7AA}"/>
                  </a:ext>
                </a:extLst>
              </p14:cNvPr>
              <p14:cNvContentPartPr/>
              <p14:nvPr/>
            </p14:nvContentPartPr>
            <p14:xfrm>
              <a:off x="9441840" y="5675880"/>
              <a:ext cx="16560" cy="6480"/>
            </p14:xfrm>
          </p:contentPart>
        </mc:Choice>
        <mc:Fallback xmlns="">
          <p:pic>
            <p:nvPicPr>
              <p:cNvPr id="514" name="Ink 513">
                <a:extLst>
                  <a:ext uri="{FF2B5EF4-FFF2-40B4-BE49-F238E27FC236}">
                    <a16:creationId xmlns:a16="http://schemas.microsoft.com/office/drawing/2014/main" id="{48BE0EA7-FFD4-EC32-8EFA-4862D222B7AA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9432840" y="5667240"/>
                <a:ext cx="3420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2">
            <p14:nvContentPartPr>
              <p14:cNvPr id="515" name="Ink 514">
                <a:extLst>
                  <a:ext uri="{FF2B5EF4-FFF2-40B4-BE49-F238E27FC236}">
                    <a16:creationId xmlns:a16="http://schemas.microsoft.com/office/drawing/2014/main" id="{5879FF8C-D893-CC4F-635C-80DE0E2C90BA}"/>
                  </a:ext>
                </a:extLst>
              </p14:cNvPr>
              <p14:cNvContentPartPr/>
              <p14:nvPr/>
            </p14:nvContentPartPr>
            <p14:xfrm>
              <a:off x="9381720" y="5505240"/>
              <a:ext cx="8640" cy="81000"/>
            </p14:xfrm>
          </p:contentPart>
        </mc:Choice>
        <mc:Fallback xmlns="">
          <p:pic>
            <p:nvPicPr>
              <p:cNvPr id="515" name="Ink 514">
                <a:extLst>
                  <a:ext uri="{FF2B5EF4-FFF2-40B4-BE49-F238E27FC236}">
                    <a16:creationId xmlns:a16="http://schemas.microsoft.com/office/drawing/2014/main" id="{5879FF8C-D893-CC4F-635C-80DE0E2C90BA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373080" y="5496240"/>
                <a:ext cx="2628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3">
            <p14:nvContentPartPr>
              <p14:cNvPr id="516" name="Ink 515">
                <a:extLst>
                  <a:ext uri="{FF2B5EF4-FFF2-40B4-BE49-F238E27FC236}">
                    <a16:creationId xmlns:a16="http://schemas.microsoft.com/office/drawing/2014/main" id="{97E4B028-7A3D-643C-B8C5-01E572C86650}"/>
                  </a:ext>
                </a:extLst>
              </p14:cNvPr>
              <p14:cNvContentPartPr/>
              <p14:nvPr/>
            </p14:nvContentPartPr>
            <p14:xfrm>
              <a:off x="9461640" y="5441520"/>
              <a:ext cx="41040" cy="15120"/>
            </p14:xfrm>
          </p:contentPart>
        </mc:Choice>
        <mc:Fallback xmlns="">
          <p:pic>
            <p:nvPicPr>
              <p:cNvPr id="516" name="Ink 515">
                <a:extLst>
                  <a:ext uri="{FF2B5EF4-FFF2-40B4-BE49-F238E27FC236}">
                    <a16:creationId xmlns:a16="http://schemas.microsoft.com/office/drawing/2014/main" id="{97E4B028-7A3D-643C-B8C5-01E572C86650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9452640" y="5432880"/>
                <a:ext cx="5868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4">
            <p14:nvContentPartPr>
              <p14:cNvPr id="517" name="Ink 516">
                <a:extLst>
                  <a:ext uri="{FF2B5EF4-FFF2-40B4-BE49-F238E27FC236}">
                    <a16:creationId xmlns:a16="http://schemas.microsoft.com/office/drawing/2014/main" id="{6AFE1C7E-CB9A-F1FC-C2E2-BB95F196CF94}"/>
                  </a:ext>
                </a:extLst>
              </p14:cNvPr>
              <p14:cNvContentPartPr/>
              <p14:nvPr/>
            </p14:nvContentPartPr>
            <p14:xfrm>
              <a:off x="9618600" y="5384280"/>
              <a:ext cx="65160" cy="22320"/>
            </p14:xfrm>
          </p:contentPart>
        </mc:Choice>
        <mc:Fallback xmlns="">
          <p:pic>
            <p:nvPicPr>
              <p:cNvPr id="517" name="Ink 516">
                <a:extLst>
                  <a:ext uri="{FF2B5EF4-FFF2-40B4-BE49-F238E27FC236}">
                    <a16:creationId xmlns:a16="http://schemas.microsoft.com/office/drawing/2014/main" id="{6AFE1C7E-CB9A-F1FC-C2E2-BB95F196CF94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9609960" y="5375640"/>
                <a:ext cx="8280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5">
            <p14:nvContentPartPr>
              <p14:cNvPr id="518" name="Ink 517">
                <a:extLst>
                  <a:ext uri="{FF2B5EF4-FFF2-40B4-BE49-F238E27FC236}">
                    <a16:creationId xmlns:a16="http://schemas.microsoft.com/office/drawing/2014/main" id="{7A3FCCB9-75A9-2615-C7C7-769212DA0EF3}"/>
                  </a:ext>
                </a:extLst>
              </p14:cNvPr>
              <p14:cNvContentPartPr/>
              <p14:nvPr/>
            </p14:nvContentPartPr>
            <p14:xfrm>
              <a:off x="9809040" y="5376720"/>
              <a:ext cx="21240" cy="2880"/>
            </p14:xfrm>
          </p:contentPart>
        </mc:Choice>
        <mc:Fallback xmlns="">
          <p:pic>
            <p:nvPicPr>
              <p:cNvPr id="518" name="Ink 517">
                <a:extLst>
                  <a:ext uri="{FF2B5EF4-FFF2-40B4-BE49-F238E27FC236}">
                    <a16:creationId xmlns:a16="http://schemas.microsoft.com/office/drawing/2014/main" id="{7A3FCCB9-75A9-2615-C7C7-769212DA0EF3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9800400" y="5368080"/>
                <a:ext cx="3888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6">
            <p14:nvContentPartPr>
              <p14:cNvPr id="519" name="Ink 518">
                <a:extLst>
                  <a:ext uri="{FF2B5EF4-FFF2-40B4-BE49-F238E27FC236}">
                    <a16:creationId xmlns:a16="http://schemas.microsoft.com/office/drawing/2014/main" id="{B1CC73A5-029E-28BD-6F54-DE632A8300C3}"/>
                  </a:ext>
                </a:extLst>
              </p14:cNvPr>
              <p14:cNvContentPartPr/>
              <p14:nvPr/>
            </p14:nvContentPartPr>
            <p14:xfrm>
              <a:off x="9931080" y="5372760"/>
              <a:ext cx="50760" cy="3960"/>
            </p14:xfrm>
          </p:contentPart>
        </mc:Choice>
        <mc:Fallback xmlns="">
          <p:pic>
            <p:nvPicPr>
              <p:cNvPr id="519" name="Ink 518">
                <a:extLst>
                  <a:ext uri="{FF2B5EF4-FFF2-40B4-BE49-F238E27FC236}">
                    <a16:creationId xmlns:a16="http://schemas.microsoft.com/office/drawing/2014/main" id="{B1CC73A5-029E-28BD-6F54-DE632A8300C3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9922080" y="5363760"/>
                <a:ext cx="6840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7">
            <p14:nvContentPartPr>
              <p14:cNvPr id="520" name="Ink 519">
                <a:extLst>
                  <a:ext uri="{FF2B5EF4-FFF2-40B4-BE49-F238E27FC236}">
                    <a16:creationId xmlns:a16="http://schemas.microsoft.com/office/drawing/2014/main" id="{10D22CE2-D7AB-5E45-25B4-14F9321A9818}"/>
                  </a:ext>
                </a:extLst>
              </p14:cNvPr>
              <p14:cNvContentPartPr/>
              <p14:nvPr/>
            </p14:nvContentPartPr>
            <p14:xfrm>
              <a:off x="10017120" y="5385720"/>
              <a:ext cx="63360" cy="51480"/>
            </p14:xfrm>
          </p:contentPart>
        </mc:Choice>
        <mc:Fallback xmlns="">
          <p:pic>
            <p:nvPicPr>
              <p:cNvPr id="520" name="Ink 519">
                <a:extLst>
                  <a:ext uri="{FF2B5EF4-FFF2-40B4-BE49-F238E27FC236}">
                    <a16:creationId xmlns:a16="http://schemas.microsoft.com/office/drawing/2014/main" id="{10D22CE2-D7AB-5E45-25B4-14F9321A9818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0008120" y="5376720"/>
                <a:ext cx="8100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8">
            <p14:nvContentPartPr>
              <p14:cNvPr id="521" name="Ink 520">
                <a:extLst>
                  <a:ext uri="{FF2B5EF4-FFF2-40B4-BE49-F238E27FC236}">
                    <a16:creationId xmlns:a16="http://schemas.microsoft.com/office/drawing/2014/main" id="{B092718F-6E14-B438-FF8C-454DD399AED0}"/>
                  </a:ext>
                </a:extLst>
              </p14:cNvPr>
              <p14:cNvContentPartPr/>
              <p14:nvPr/>
            </p14:nvContentPartPr>
            <p14:xfrm>
              <a:off x="10129440" y="5547720"/>
              <a:ext cx="2880" cy="45000"/>
            </p14:xfrm>
          </p:contentPart>
        </mc:Choice>
        <mc:Fallback xmlns="">
          <p:pic>
            <p:nvPicPr>
              <p:cNvPr id="521" name="Ink 520">
                <a:extLst>
                  <a:ext uri="{FF2B5EF4-FFF2-40B4-BE49-F238E27FC236}">
                    <a16:creationId xmlns:a16="http://schemas.microsoft.com/office/drawing/2014/main" id="{B092718F-6E14-B438-FF8C-454DD399AED0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10120800" y="5538720"/>
                <a:ext cx="2052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9">
            <p14:nvContentPartPr>
              <p14:cNvPr id="522" name="Ink 521">
                <a:extLst>
                  <a:ext uri="{FF2B5EF4-FFF2-40B4-BE49-F238E27FC236}">
                    <a16:creationId xmlns:a16="http://schemas.microsoft.com/office/drawing/2014/main" id="{58467D05-FAAE-0148-068B-8453D5C10CD1}"/>
                  </a:ext>
                </a:extLst>
              </p14:cNvPr>
              <p14:cNvContentPartPr/>
              <p14:nvPr/>
            </p14:nvContentPartPr>
            <p14:xfrm>
              <a:off x="10155360" y="5694960"/>
              <a:ext cx="3600" cy="30240"/>
            </p14:xfrm>
          </p:contentPart>
        </mc:Choice>
        <mc:Fallback xmlns="">
          <p:pic>
            <p:nvPicPr>
              <p:cNvPr id="522" name="Ink 521">
                <a:extLst>
                  <a:ext uri="{FF2B5EF4-FFF2-40B4-BE49-F238E27FC236}">
                    <a16:creationId xmlns:a16="http://schemas.microsoft.com/office/drawing/2014/main" id="{58467D05-FAAE-0148-068B-8453D5C10CD1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0146360" y="5685960"/>
                <a:ext cx="2124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0">
            <p14:nvContentPartPr>
              <p14:cNvPr id="523" name="Ink 522">
                <a:extLst>
                  <a:ext uri="{FF2B5EF4-FFF2-40B4-BE49-F238E27FC236}">
                    <a16:creationId xmlns:a16="http://schemas.microsoft.com/office/drawing/2014/main" id="{1D42186E-B6AD-6E5E-DF21-B132F861295A}"/>
                  </a:ext>
                </a:extLst>
              </p14:cNvPr>
              <p14:cNvContentPartPr/>
              <p14:nvPr/>
            </p14:nvContentPartPr>
            <p14:xfrm>
              <a:off x="10146360" y="5826720"/>
              <a:ext cx="19080" cy="102240"/>
            </p14:xfrm>
          </p:contentPart>
        </mc:Choice>
        <mc:Fallback xmlns="">
          <p:pic>
            <p:nvPicPr>
              <p:cNvPr id="523" name="Ink 522">
                <a:extLst>
                  <a:ext uri="{FF2B5EF4-FFF2-40B4-BE49-F238E27FC236}">
                    <a16:creationId xmlns:a16="http://schemas.microsoft.com/office/drawing/2014/main" id="{1D42186E-B6AD-6E5E-DF21-B132F861295A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0137720" y="5818080"/>
                <a:ext cx="3672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1">
            <p14:nvContentPartPr>
              <p14:cNvPr id="524" name="Ink 523">
                <a:extLst>
                  <a:ext uri="{FF2B5EF4-FFF2-40B4-BE49-F238E27FC236}">
                    <a16:creationId xmlns:a16="http://schemas.microsoft.com/office/drawing/2014/main" id="{95E93972-DFFB-639D-FA9E-B6F99051CFC7}"/>
                  </a:ext>
                </a:extLst>
              </p14:cNvPr>
              <p14:cNvContentPartPr/>
              <p14:nvPr/>
            </p14:nvContentPartPr>
            <p14:xfrm>
              <a:off x="10019640" y="5981880"/>
              <a:ext cx="144360" cy="148320"/>
            </p14:xfrm>
          </p:contentPart>
        </mc:Choice>
        <mc:Fallback xmlns="">
          <p:pic>
            <p:nvPicPr>
              <p:cNvPr id="524" name="Ink 523">
                <a:extLst>
                  <a:ext uri="{FF2B5EF4-FFF2-40B4-BE49-F238E27FC236}">
                    <a16:creationId xmlns:a16="http://schemas.microsoft.com/office/drawing/2014/main" id="{95E93972-DFFB-639D-FA9E-B6F99051CFC7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0010640" y="5972880"/>
                <a:ext cx="16200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2">
            <p14:nvContentPartPr>
              <p14:cNvPr id="525" name="Ink 524">
                <a:extLst>
                  <a:ext uri="{FF2B5EF4-FFF2-40B4-BE49-F238E27FC236}">
                    <a16:creationId xmlns:a16="http://schemas.microsoft.com/office/drawing/2014/main" id="{53326DC3-014B-5C7C-D734-A3CF2185147C}"/>
                  </a:ext>
                </a:extLst>
              </p14:cNvPr>
              <p14:cNvContentPartPr/>
              <p14:nvPr/>
            </p14:nvContentPartPr>
            <p14:xfrm>
              <a:off x="9751800" y="6128400"/>
              <a:ext cx="78840" cy="11520"/>
            </p14:xfrm>
          </p:contentPart>
        </mc:Choice>
        <mc:Fallback xmlns="">
          <p:pic>
            <p:nvPicPr>
              <p:cNvPr id="525" name="Ink 524">
                <a:extLst>
                  <a:ext uri="{FF2B5EF4-FFF2-40B4-BE49-F238E27FC236}">
                    <a16:creationId xmlns:a16="http://schemas.microsoft.com/office/drawing/2014/main" id="{53326DC3-014B-5C7C-D734-A3CF2185147C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9743160" y="6119760"/>
                <a:ext cx="9648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3">
            <p14:nvContentPartPr>
              <p14:cNvPr id="526" name="Ink 525">
                <a:extLst>
                  <a:ext uri="{FF2B5EF4-FFF2-40B4-BE49-F238E27FC236}">
                    <a16:creationId xmlns:a16="http://schemas.microsoft.com/office/drawing/2014/main" id="{5B682A18-207D-5492-EC51-3F119D715CDC}"/>
                  </a:ext>
                </a:extLst>
              </p14:cNvPr>
              <p14:cNvContentPartPr/>
              <p14:nvPr/>
            </p14:nvContentPartPr>
            <p14:xfrm>
              <a:off x="9631920" y="6109680"/>
              <a:ext cx="24120" cy="13320"/>
            </p14:xfrm>
          </p:contentPart>
        </mc:Choice>
        <mc:Fallback xmlns="">
          <p:pic>
            <p:nvPicPr>
              <p:cNvPr id="526" name="Ink 525">
                <a:extLst>
                  <a:ext uri="{FF2B5EF4-FFF2-40B4-BE49-F238E27FC236}">
                    <a16:creationId xmlns:a16="http://schemas.microsoft.com/office/drawing/2014/main" id="{5B682A18-207D-5492-EC51-3F119D715CDC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9622920" y="6100680"/>
                <a:ext cx="4176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4">
            <p14:nvContentPartPr>
              <p14:cNvPr id="527" name="Ink 526">
                <a:extLst>
                  <a:ext uri="{FF2B5EF4-FFF2-40B4-BE49-F238E27FC236}">
                    <a16:creationId xmlns:a16="http://schemas.microsoft.com/office/drawing/2014/main" id="{FB961145-754D-7A39-B830-A47B3FF89DFA}"/>
                  </a:ext>
                </a:extLst>
              </p14:cNvPr>
              <p14:cNvContentPartPr/>
              <p14:nvPr/>
            </p14:nvContentPartPr>
            <p14:xfrm>
              <a:off x="9506280" y="5981880"/>
              <a:ext cx="45000" cy="43200"/>
            </p14:xfrm>
          </p:contentPart>
        </mc:Choice>
        <mc:Fallback xmlns="">
          <p:pic>
            <p:nvPicPr>
              <p:cNvPr id="527" name="Ink 526">
                <a:extLst>
                  <a:ext uri="{FF2B5EF4-FFF2-40B4-BE49-F238E27FC236}">
                    <a16:creationId xmlns:a16="http://schemas.microsoft.com/office/drawing/2014/main" id="{FB961145-754D-7A39-B830-A47B3FF89DFA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9497280" y="5972880"/>
                <a:ext cx="6264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5">
            <p14:nvContentPartPr>
              <p14:cNvPr id="528" name="Ink 527">
                <a:extLst>
                  <a:ext uri="{FF2B5EF4-FFF2-40B4-BE49-F238E27FC236}">
                    <a16:creationId xmlns:a16="http://schemas.microsoft.com/office/drawing/2014/main" id="{67FE6864-4F7A-BA5F-647F-4853A68A3EC9}"/>
                  </a:ext>
                </a:extLst>
              </p14:cNvPr>
              <p14:cNvContentPartPr/>
              <p14:nvPr/>
            </p14:nvContentPartPr>
            <p14:xfrm>
              <a:off x="9486840" y="5838600"/>
              <a:ext cx="14760" cy="76320"/>
            </p14:xfrm>
          </p:contentPart>
        </mc:Choice>
        <mc:Fallback xmlns="">
          <p:pic>
            <p:nvPicPr>
              <p:cNvPr id="528" name="Ink 527">
                <a:extLst>
                  <a:ext uri="{FF2B5EF4-FFF2-40B4-BE49-F238E27FC236}">
                    <a16:creationId xmlns:a16="http://schemas.microsoft.com/office/drawing/2014/main" id="{67FE6864-4F7A-BA5F-647F-4853A68A3EC9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9478200" y="5829960"/>
                <a:ext cx="3240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6">
            <p14:nvContentPartPr>
              <p14:cNvPr id="529" name="Ink 528">
                <a:extLst>
                  <a:ext uri="{FF2B5EF4-FFF2-40B4-BE49-F238E27FC236}">
                    <a16:creationId xmlns:a16="http://schemas.microsoft.com/office/drawing/2014/main" id="{4D298E8B-2815-6134-ECE2-00381E61D3D9}"/>
                  </a:ext>
                </a:extLst>
              </p14:cNvPr>
              <p14:cNvContentPartPr/>
              <p14:nvPr/>
            </p14:nvContentPartPr>
            <p14:xfrm>
              <a:off x="9552000" y="5747880"/>
              <a:ext cx="33120" cy="17280"/>
            </p14:xfrm>
          </p:contentPart>
        </mc:Choice>
        <mc:Fallback xmlns="">
          <p:pic>
            <p:nvPicPr>
              <p:cNvPr id="529" name="Ink 528">
                <a:extLst>
                  <a:ext uri="{FF2B5EF4-FFF2-40B4-BE49-F238E27FC236}">
                    <a16:creationId xmlns:a16="http://schemas.microsoft.com/office/drawing/2014/main" id="{4D298E8B-2815-6134-ECE2-00381E61D3D9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9543360" y="5739240"/>
                <a:ext cx="5076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7">
            <p14:nvContentPartPr>
              <p14:cNvPr id="530" name="Ink 529">
                <a:extLst>
                  <a:ext uri="{FF2B5EF4-FFF2-40B4-BE49-F238E27FC236}">
                    <a16:creationId xmlns:a16="http://schemas.microsoft.com/office/drawing/2014/main" id="{08474AA5-D98B-43CE-EF3C-8E6A4BE7D700}"/>
                  </a:ext>
                </a:extLst>
              </p14:cNvPr>
              <p14:cNvContentPartPr/>
              <p14:nvPr/>
            </p14:nvContentPartPr>
            <p14:xfrm>
              <a:off x="9672240" y="5806920"/>
              <a:ext cx="25560" cy="51480"/>
            </p14:xfrm>
          </p:contentPart>
        </mc:Choice>
        <mc:Fallback xmlns="">
          <p:pic>
            <p:nvPicPr>
              <p:cNvPr id="530" name="Ink 529">
                <a:extLst>
                  <a:ext uri="{FF2B5EF4-FFF2-40B4-BE49-F238E27FC236}">
                    <a16:creationId xmlns:a16="http://schemas.microsoft.com/office/drawing/2014/main" id="{08474AA5-D98B-43CE-EF3C-8E6A4BE7D700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9663240" y="5797920"/>
                <a:ext cx="4320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8">
            <p14:nvContentPartPr>
              <p14:cNvPr id="531" name="Ink 530">
                <a:extLst>
                  <a:ext uri="{FF2B5EF4-FFF2-40B4-BE49-F238E27FC236}">
                    <a16:creationId xmlns:a16="http://schemas.microsoft.com/office/drawing/2014/main" id="{8A9CD02F-B46A-DFD4-E20E-56A0435DADC7}"/>
                  </a:ext>
                </a:extLst>
              </p14:cNvPr>
              <p14:cNvContentPartPr/>
              <p14:nvPr/>
            </p14:nvContentPartPr>
            <p14:xfrm>
              <a:off x="9747480" y="5948040"/>
              <a:ext cx="360" cy="360"/>
            </p14:xfrm>
          </p:contentPart>
        </mc:Choice>
        <mc:Fallback xmlns="">
          <p:pic>
            <p:nvPicPr>
              <p:cNvPr id="531" name="Ink 530">
                <a:extLst>
                  <a:ext uri="{FF2B5EF4-FFF2-40B4-BE49-F238E27FC236}">
                    <a16:creationId xmlns:a16="http://schemas.microsoft.com/office/drawing/2014/main" id="{8A9CD02F-B46A-DFD4-E20E-56A0435DADC7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9738840" y="593940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9">
            <p14:nvContentPartPr>
              <p14:cNvPr id="532" name="Ink 531">
                <a:extLst>
                  <a:ext uri="{FF2B5EF4-FFF2-40B4-BE49-F238E27FC236}">
                    <a16:creationId xmlns:a16="http://schemas.microsoft.com/office/drawing/2014/main" id="{954AACCE-BCF9-9B06-3926-08FF1D771C0D}"/>
                  </a:ext>
                </a:extLst>
              </p14:cNvPr>
              <p14:cNvContentPartPr/>
              <p14:nvPr/>
            </p14:nvContentPartPr>
            <p14:xfrm>
              <a:off x="9823440" y="5830320"/>
              <a:ext cx="68760" cy="54000"/>
            </p14:xfrm>
          </p:contentPart>
        </mc:Choice>
        <mc:Fallback xmlns="">
          <p:pic>
            <p:nvPicPr>
              <p:cNvPr id="532" name="Ink 531">
                <a:extLst>
                  <a:ext uri="{FF2B5EF4-FFF2-40B4-BE49-F238E27FC236}">
                    <a16:creationId xmlns:a16="http://schemas.microsoft.com/office/drawing/2014/main" id="{954AACCE-BCF9-9B06-3926-08FF1D771C0D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9814800" y="5821680"/>
                <a:ext cx="8640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0">
            <p14:nvContentPartPr>
              <p14:cNvPr id="533" name="Ink 532">
                <a:extLst>
                  <a:ext uri="{FF2B5EF4-FFF2-40B4-BE49-F238E27FC236}">
                    <a16:creationId xmlns:a16="http://schemas.microsoft.com/office/drawing/2014/main" id="{0986E134-52E1-4CA2-D77C-3111D7F80F61}"/>
                  </a:ext>
                </a:extLst>
              </p14:cNvPr>
              <p14:cNvContentPartPr/>
              <p14:nvPr/>
            </p14:nvContentPartPr>
            <p14:xfrm>
              <a:off x="9891480" y="5616480"/>
              <a:ext cx="41040" cy="59760"/>
            </p14:xfrm>
          </p:contentPart>
        </mc:Choice>
        <mc:Fallback xmlns="">
          <p:pic>
            <p:nvPicPr>
              <p:cNvPr id="533" name="Ink 532">
                <a:extLst>
                  <a:ext uri="{FF2B5EF4-FFF2-40B4-BE49-F238E27FC236}">
                    <a16:creationId xmlns:a16="http://schemas.microsoft.com/office/drawing/2014/main" id="{0986E134-52E1-4CA2-D77C-3111D7F80F61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9882480" y="5607840"/>
                <a:ext cx="5868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1">
            <p14:nvContentPartPr>
              <p14:cNvPr id="534" name="Ink 533">
                <a:extLst>
                  <a:ext uri="{FF2B5EF4-FFF2-40B4-BE49-F238E27FC236}">
                    <a16:creationId xmlns:a16="http://schemas.microsoft.com/office/drawing/2014/main" id="{6E0EC213-D60E-328D-1899-2F11468DA238}"/>
                  </a:ext>
                </a:extLst>
              </p14:cNvPr>
              <p14:cNvContentPartPr/>
              <p14:nvPr/>
            </p14:nvContentPartPr>
            <p14:xfrm>
              <a:off x="9734880" y="5555280"/>
              <a:ext cx="50760" cy="12240"/>
            </p14:xfrm>
          </p:contentPart>
        </mc:Choice>
        <mc:Fallback xmlns="">
          <p:pic>
            <p:nvPicPr>
              <p:cNvPr id="534" name="Ink 533">
                <a:extLst>
                  <a:ext uri="{FF2B5EF4-FFF2-40B4-BE49-F238E27FC236}">
                    <a16:creationId xmlns:a16="http://schemas.microsoft.com/office/drawing/2014/main" id="{6E0EC213-D60E-328D-1899-2F11468DA238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9726240" y="5546280"/>
                <a:ext cx="6840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2">
            <p14:nvContentPartPr>
              <p14:cNvPr id="535" name="Ink 534">
                <a:extLst>
                  <a:ext uri="{FF2B5EF4-FFF2-40B4-BE49-F238E27FC236}">
                    <a16:creationId xmlns:a16="http://schemas.microsoft.com/office/drawing/2014/main" id="{1CF43107-3998-CB80-A941-5722A2EAC6BA}"/>
                  </a:ext>
                </a:extLst>
              </p14:cNvPr>
              <p14:cNvContentPartPr/>
              <p14:nvPr/>
            </p14:nvContentPartPr>
            <p14:xfrm>
              <a:off x="9683400" y="5602800"/>
              <a:ext cx="10440" cy="52920"/>
            </p14:xfrm>
          </p:contentPart>
        </mc:Choice>
        <mc:Fallback xmlns="">
          <p:pic>
            <p:nvPicPr>
              <p:cNvPr id="535" name="Ink 534">
                <a:extLst>
                  <a:ext uri="{FF2B5EF4-FFF2-40B4-BE49-F238E27FC236}">
                    <a16:creationId xmlns:a16="http://schemas.microsoft.com/office/drawing/2014/main" id="{1CF43107-3998-CB80-A941-5722A2EAC6BA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9674760" y="5594160"/>
                <a:ext cx="2808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3">
            <p14:nvContentPartPr>
              <p14:cNvPr id="536" name="Ink 535">
                <a:extLst>
                  <a:ext uri="{FF2B5EF4-FFF2-40B4-BE49-F238E27FC236}">
                    <a16:creationId xmlns:a16="http://schemas.microsoft.com/office/drawing/2014/main" id="{C0CCA7FF-AC24-A8A2-9948-D1763A52DAEA}"/>
                  </a:ext>
                </a:extLst>
              </p14:cNvPr>
              <p14:cNvContentPartPr/>
              <p14:nvPr/>
            </p14:nvContentPartPr>
            <p14:xfrm>
              <a:off x="9777720" y="5567520"/>
              <a:ext cx="31680" cy="57600"/>
            </p14:xfrm>
          </p:contentPart>
        </mc:Choice>
        <mc:Fallback xmlns="">
          <p:pic>
            <p:nvPicPr>
              <p:cNvPr id="536" name="Ink 535">
                <a:extLst>
                  <a:ext uri="{FF2B5EF4-FFF2-40B4-BE49-F238E27FC236}">
                    <a16:creationId xmlns:a16="http://schemas.microsoft.com/office/drawing/2014/main" id="{C0CCA7FF-AC24-A8A2-9948-D1763A52DAEA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9768720" y="5558880"/>
                <a:ext cx="4932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4">
            <p14:nvContentPartPr>
              <p14:cNvPr id="537" name="Ink 536">
                <a:extLst>
                  <a:ext uri="{FF2B5EF4-FFF2-40B4-BE49-F238E27FC236}">
                    <a16:creationId xmlns:a16="http://schemas.microsoft.com/office/drawing/2014/main" id="{BABD8064-819A-AEBC-8842-8E3871FE7C48}"/>
                  </a:ext>
                </a:extLst>
              </p14:cNvPr>
              <p14:cNvContentPartPr/>
              <p14:nvPr/>
            </p14:nvContentPartPr>
            <p14:xfrm>
              <a:off x="9903360" y="5485080"/>
              <a:ext cx="48600" cy="31680"/>
            </p14:xfrm>
          </p:contentPart>
        </mc:Choice>
        <mc:Fallback xmlns="">
          <p:pic>
            <p:nvPicPr>
              <p:cNvPr id="537" name="Ink 536">
                <a:extLst>
                  <a:ext uri="{FF2B5EF4-FFF2-40B4-BE49-F238E27FC236}">
                    <a16:creationId xmlns:a16="http://schemas.microsoft.com/office/drawing/2014/main" id="{BABD8064-819A-AEBC-8842-8E3871FE7C48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9894360" y="5476440"/>
                <a:ext cx="6624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5">
            <p14:nvContentPartPr>
              <p14:cNvPr id="538" name="Ink 537">
                <a:extLst>
                  <a:ext uri="{FF2B5EF4-FFF2-40B4-BE49-F238E27FC236}">
                    <a16:creationId xmlns:a16="http://schemas.microsoft.com/office/drawing/2014/main" id="{3581C006-0F04-1BB1-9BED-757460304301}"/>
                  </a:ext>
                </a:extLst>
              </p14:cNvPr>
              <p14:cNvContentPartPr/>
              <p14:nvPr/>
            </p14:nvContentPartPr>
            <p14:xfrm>
              <a:off x="10024680" y="5493360"/>
              <a:ext cx="19080" cy="376200"/>
            </p14:xfrm>
          </p:contentPart>
        </mc:Choice>
        <mc:Fallback xmlns="">
          <p:pic>
            <p:nvPicPr>
              <p:cNvPr id="538" name="Ink 537">
                <a:extLst>
                  <a:ext uri="{FF2B5EF4-FFF2-40B4-BE49-F238E27FC236}">
                    <a16:creationId xmlns:a16="http://schemas.microsoft.com/office/drawing/2014/main" id="{3581C006-0F04-1BB1-9BED-757460304301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10015680" y="5484720"/>
                <a:ext cx="36720" cy="39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6">
            <p14:nvContentPartPr>
              <p14:cNvPr id="539" name="Ink 538">
                <a:extLst>
                  <a:ext uri="{FF2B5EF4-FFF2-40B4-BE49-F238E27FC236}">
                    <a16:creationId xmlns:a16="http://schemas.microsoft.com/office/drawing/2014/main" id="{FB72346D-79D2-CA6E-A804-B536641340C0}"/>
                  </a:ext>
                </a:extLst>
              </p14:cNvPr>
              <p14:cNvContentPartPr/>
              <p14:nvPr/>
            </p14:nvContentPartPr>
            <p14:xfrm>
              <a:off x="9993720" y="5940480"/>
              <a:ext cx="43560" cy="107640"/>
            </p14:xfrm>
          </p:contentPart>
        </mc:Choice>
        <mc:Fallback xmlns="">
          <p:pic>
            <p:nvPicPr>
              <p:cNvPr id="539" name="Ink 538">
                <a:extLst>
                  <a:ext uri="{FF2B5EF4-FFF2-40B4-BE49-F238E27FC236}">
                    <a16:creationId xmlns:a16="http://schemas.microsoft.com/office/drawing/2014/main" id="{FB72346D-79D2-CA6E-A804-B536641340C0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9985080" y="5931840"/>
                <a:ext cx="6120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7">
            <p14:nvContentPartPr>
              <p14:cNvPr id="540" name="Ink 539">
                <a:extLst>
                  <a:ext uri="{FF2B5EF4-FFF2-40B4-BE49-F238E27FC236}">
                    <a16:creationId xmlns:a16="http://schemas.microsoft.com/office/drawing/2014/main" id="{F7E73857-AF93-E215-282B-A9551470CC90}"/>
                  </a:ext>
                </a:extLst>
              </p14:cNvPr>
              <p14:cNvContentPartPr/>
              <p14:nvPr/>
            </p14:nvContentPartPr>
            <p14:xfrm>
              <a:off x="9936480" y="6083040"/>
              <a:ext cx="8640" cy="4320"/>
            </p14:xfrm>
          </p:contentPart>
        </mc:Choice>
        <mc:Fallback xmlns="">
          <p:pic>
            <p:nvPicPr>
              <p:cNvPr id="540" name="Ink 539">
                <a:extLst>
                  <a:ext uri="{FF2B5EF4-FFF2-40B4-BE49-F238E27FC236}">
                    <a16:creationId xmlns:a16="http://schemas.microsoft.com/office/drawing/2014/main" id="{F7E73857-AF93-E215-282B-A9551470CC90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9927840" y="6074400"/>
                <a:ext cx="2628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8">
            <p14:nvContentPartPr>
              <p14:cNvPr id="541" name="Ink 540">
                <a:extLst>
                  <a:ext uri="{FF2B5EF4-FFF2-40B4-BE49-F238E27FC236}">
                    <a16:creationId xmlns:a16="http://schemas.microsoft.com/office/drawing/2014/main" id="{D0E06D23-53B2-65B5-AB74-A55CE773ED96}"/>
                  </a:ext>
                </a:extLst>
              </p14:cNvPr>
              <p14:cNvContentPartPr/>
              <p14:nvPr/>
            </p14:nvContentPartPr>
            <p14:xfrm>
              <a:off x="9929280" y="6115440"/>
              <a:ext cx="34920" cy="6840"/>
            </p14:xfrm>
          </p:contentPart>
        </mc:Choice>
        <mc:Fallback xmlns="">
          <p:pic>
            <p:nvPicPr>
              <p:cNvPr id="541" name="Ink 540">
                <a:extLst>
                  <a:ext uri="{FF2B5EF4-FFF2-40B4-BE49-F238E27FC236}">
                    <a16:creationId xmlns:a16="http://schemas.microsoft.com/office/drawing/2014/main" id="{D0E06D23-53B2-65B5-AB74-A55CE773ED96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9920280" y="6106800"/>
                <a:ext cx="5256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9">
            <p14:nvContentPartPr>
              <p14:cNvPr id="542" name="Ink 541">
                <a:extLst>
                  <a:ext uri="{FF2B5EF4-FFF2-40B4-BE49-F238E27FC236}">
                    <a16:creationId xmlns:a16="http://schemas.microsoft.com/office/drawing/2014/main" id="{AF6FA3CD-0DAD-9272-C35E-DD894E5AC1A1}"/>
                  </a:ext>
                </a:extLst>
              </p14:cNvPr>
              <p14:cNvContentPartPr/>
              <p14:nvPr/>
            </p14:nvContentPartPr>
            <p14:xfrm>
              <a:off x="10141320" y="6090240"/>
              <a:ext cx="33840" cy="4320"/>
            </p14:xfrm>
          </p:contentPart>
        </mc:Choice>
        <mc:Fallback xmlns="">
          <p:pic>
            <p:nvPicPr>
              <p:cNvPr id="542" name="Ink 541">
                <a:extLst>
                  <a:ext uri="{FF2B5EF4-FFF2-40B4-BE49-F238E27FC236}">
                    <a16:creationId xmlns:a16="http://schemas.microsoft.com/office/drawing/2014/main" id="{AF6FA3CD-0DAD-9272-C35E-DD894E5AC1A1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0132680" y="6081240"/>
                <a:ext cx="5148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0">
            <p14:nvContentPartPr>
              <p14:cNvPr id="543" name="Ink 542">
                <a:extLst>
                  <a:ext uri="{FF2B5EF4-FFF2-40B4-BE49-F238E27FC236}">
                    <a16:creationId xmlns:a16="http://schemas.microsoft.com/office/drawing/2014/main" id="{92774968-67F8-843C-EE7F-64C52461E724}"/>
                  </a:ext>
                </a:extLst>
              </p14:cNvPr>
              <p14:cNvContentPartPr/>
              <p14:nvPr/>
            </p14:nvContentPartPr>
            <p14:xfrm>
              <a:off x="10308720" y="6060720"/>
              <a:ext cx="16200" cy="12600"/>
            </p14:xfrm>
          </p:contentPart>
        </mc:Choice>
        <mc:Fallback xmlns="">
          <p:pic>
            <p:nvPicPr>
              <p:cNvPr id="543" name="Ink 542">
                <a:extLst>
                  <a:ext uri="{FF2B5EF4-FFF2-40B4-BE49-F238E27FC236}">
                    <a16:creationId xmlns:a16="http://schemas.microsoft.com/office/drawing/2014/main" id="{92774968-67F8-843C-EE7F-64C52461E724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299720" y="6051720"/>
                <a:ext cx="3384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1">
            <p14:nvContentPartPr>
              <p14:cNvPr id="544" name="Ink 543">
                <a:extLst>
                  <a:ext uri="{FF2B5EF4-FFF2-40B4-BE49-F238E27FC236}">
                    <a16:creationId xmlns:a16="http://schemas.microsoft.com/office/drawing/2014/main" id="{BF23AFC2-AC37-F870-6444-19E01A31E621}"/>
                  </a:ext>
                </a:extLst>
              </p14:cNvPr>
              <p14:cNvContentPartPr/>
              <p14:nvPr/>
            </p14:nvContentPartPr>
            <p14:xfrm>
              <a:off x="10356240" y="5910600"/>
              <a:ext cx="7200" cy="28800"/>
            </p14:xfrm>
          </p:contentPart>
        </mc:Choice>
        <mc:Fallback xmlns="">
          <p:pic>
            <p:nvPicPr>
              <p:cNvPr id="544" name="Ink 543">
                <a:extLst>
                  <a:ext uri="{FF2B5EF4-FFF2-40B4-BE49-F238E27FC236}">
                    <a16:creationId xmlns:a16="http://schemas.microsoft.com/office/drawing/2014/main" id="{BF23AFC2-AC37-F870-6444-19E01A31E621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10347600" y="5901600"/>
                <a:ext cx="2484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2">
            <p14:nvContentPartPr>
              <p14:cNvPr id="545" name="Ink 544">
                <a:extLst>
                  <a:ext uri="{FF2B5EF4-FFF2-40B4-BE49-F238E27FC236}">
                    <a16:creationId xmlns:a16="http://schemas.microsoft.com/office/drawing/2014/main" id="{4BAF1770-7A2C-9309-807C-66D48EDEC5C8}"/>
                  </a:ext>
                </a:extLst>
              </p14:cNvPr>
              <p14:cNvContentPartPr/>
              <p14:nvPr/>
            </p14:nvContentPartPr>
            <p14:xfrm>
              <a:off x="10299720" y="5868120"/>
              <a:ext cx="16560" cy="7560"/>
            </p14:xfrm>
          </p:contentPart>
        </mc:Choice>
        <mc:Fallback xmlns="">
          <p:pic>
            <p:nvPicPr>
              <p:cNvPr id="545" name="Ink 544">
                <a:extLst>
                  <a:ext uri="{FF2B5EF4-FFF2-40B4-BE49-F238E27FC236}">
                    <a16:creationId xmlns:a16="http://schemas.microsoft.com/office/drawing/2014/main" id="{4BAF1770-7A2C-9309-807C-66D48EDEC5C8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10291080" y="5859120"/>
                <a:ext cx="3420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3">
            <p14:nvContentPartPr>
              <p14:cNvPr id="546" name="Ink 545">
                <a:extLst>
                  <a:ext uri="{FF2B5EF4-FFF2-40B4-BE49-F238E27FC236}">
                    <a16:creationId xmlns:a16="http://schemas.microsoft.com/office/drawing/2014/main" id="{673C82CC-88C1-F1D5-5C5B-DAE6B002C8AC}"/>
                  </a:ext>
                </a:extLst>
              </p14:cNvPr>
              <p14:cNvContentPartPr/>
              <p14:nvPr/>
            </p14:nvContentPartPr>
            <p14:xfrm>
              <a:off x="10266600" y="5799720"/>
              <a:ext cx="16560" cy="21600"/>
            </p14:xfrm>
          </p:contentPart>
        </mc:Choice>
        <mc:Fallback xmlns="">
          <p:pic>
            <p:nvPicPr>
              <p:cNvPr id="546" name="Ink 545">
                <a:extLst>
                  <a:ext uri="{FF2B5EF4-FFF2-40B4-BE49-F238E27FC236}">
                    <a16:creationId xmlns:a16="http://schemas.microsoft.com/office/drawing/2014/main" id="{673C82CC-88C1-F1D5-5C5B-DAE6B002C8AC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10257600" y="5791080"/>
                <a:ext cx="342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4">
            <p14:nvContentPartPr>
              <p14:cNvPr id="547" name="Ink 546">
                <a:extLst>
                  <a:ext uri="{FF2B5EF4-FFF2-40B4-BE49-F238E27FC236}">
                    <a16:creationId xmlns:a16="http://schemas.microsoft.com/office/drawing/2014/main" id="{60CAAE49-4495-6FDA-C98B-386942745876}"/>
                  </a:ext>
                </a:extLst>
              </p14:cNvPr>
              <p14:cNvContentPartPr/>
              <p14:nvPr/>
            </p14:nvContentPartPr>
            <p14:xfrm>
              <a:off x="10252200" y="5705040"/>
              <a:ext cx="3600" cy="45720"/>
            </p14:xfrm>
          </p:contentPart>
        </mc:Choice>
        <mc:Fallback xmlns="">
          <p:pic>
            <p:nvPicPr>
              <p:cNvPr id="547" name="Ink 546">
                <a:extLst>
                  <a:ext uri="{FF2B5EF4-FFF2-40B4-BE49-F238E27FC236}">
                    <a16:creationId xmlns:a16="http://schemas.microsoft.com/office/drawing/2014/main" id="{60CAAE49-4495-6FDA-C98B-386942745876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10243200" y="5696040"/>
                <a:ext cx="2124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5">
            <p14:nvContentPartPr>
              <p14:cNvPr id="548" name="Ink 547">
                <a:extLst>
                  <a:ext uri="{FF2B5EF4-FFF2-40B4-BE49-F238E27FC236}">
                    <a16:creationId xmlns:a16="http://schemas.microsoft.com/office/drawing/2014/main" id="{87AED72A-23B4-3948-8A8E-4C1DE74822F2}"/>
                  </a:ext>
                </a:extLst>
              </p14:cNvPr>
              <p14:cNvContentPartPr/>
              <p14:nvPr/>
            </p14:nvContentPartPr>
            <p14:xfrm>
              <a:off x="10229520" y="5550600"/>
              <a:ext cx="14760" cy="95040"/>
            </p14:xfrm>
          </p:contentPart>
        </mc:Choice>
        <mc:Fallback xmlns="">
          <p:pic>
            <p:nvPicPr>
              <p:cNvPr id="548" name="Ink 547">
                <a:extLst>
                  <a:ext uri="{FF2B5EF4-FFF2-40B4-BE49-F238E27FC236}">
                    <a16:creationId xmlns:a16="http://schemas.microsoft.com/office/drawing/2014/main" id="{87AED72A-23B4-3948-8A8E-4C1DE74822F2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10220520" y="5541600"/>
                <a:ext cx="3240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6">
            <p14:nvContentPartPr>
              <p14:cNvPr id="549" name="Ink 548">
                <a:extLst>
                  <a:ext uri="{FF2B5EF4-FFF2-40B4-BE49-F238E27FC236}">
                    <a16:creationId xmlns:a16="http://schemas.microsoft.com/office/drawing/2014/main" id="{4180EB63-B474-FE29-BA74-DD730CA14D83}"/>
                  </a:ext>
                </a:extLst>
              </p14:cNvPr>
              <p14:cNvContentPartPr/>
              <p14:nvPr/>
            </p14:nvContentPartPr>
            <p14:xfrm>
              <a:off x="10189920" y="5498760"/>
              <a:ext cx="28080" cy="19080"/>
            </p14:xfrm>
          </p:contentPart>
        </mc:Choice>
        <mc:Fallback xmlns="">
          <p:pic>
            <p:nvPicPr>
              <p:cNvPr id="549" name="Ink 548">
                <a:extLst>
                  <a:ext uri="{FF2B5EF4-FFF2-40B4-BE49-F238E27FC236}">
                    <a16:creationId xmlns:a16="http://schemas.microsoft.com/office/drawing/2014/main" id="{4180EB63-B474-FE29-BA74-DD730CA14D83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10180920" y="5489760"/>
                <a:ext cx="4572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7">
            <p14:nvContentPartPr>
              <p14:cNvPr id="550" name="Ink 549">
                <a:extLst>
                  <a:ext uri="{FF2B5EF4-FFF2-40B4-BE49-F238E27FC236}">
                    <a16:creationId xmlns:a16="http://schemas.microsoft.com/office/drawing/2014/main" id="{7BC759B4-5118-4E5A-4EB5-ACAEC6224B8E}"/>
                  </a:ext>
                </a:extLst>
              </p14:cNvPr>
              <p14:cNvContentPartPr/>
              <p14:nvPr/>
            </p14:nvContentPartPr>
            <p14:xfrm>
              <a:off x="10141320" y="5455560"/>
              <a:ext cx="24840" cy="24480"/>
            </p14:xfrm>
          </p:contentPart>
        </mc:Choice>
        <mc:Fallback xmlns="">
          <p:pic>
            <p:nvPicPr>
              <p:cNvPr id="550" name="Ink 549">
                <a:extLst>
                  <a:ext uri="{FF2B5EF4-FFF2-40B4-BE49-F238E27FC236}">
                    <a16:creationId xmlns:a16="http://schemas.microsoft.com/office/drawing/2014/main" id="{7BC759B4-5118-4E5A-4EB5-ACAEC6224B8E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10132680" y="5446920"/>
                <a:ext cx="4248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8">
            <p14:nvContentPartPr>
              <p14:cNvPr id="551" name="Ink 550">
                <a:extLst>
                  <a:ext uri="{FF2B5EF4-FFF2-40B4-BE49-F238E27FC236}">
                    <a16:creationId xmlns:a16="http://schemas.microsoft.com/office/drawing/2014/main" id="{A948E796-B934-E5DF-8BDC-C75D05612EF0}"/>
                  </a:ext>
                </a:extLst>
              </p14:cNvPr>
              <p14:cNvContentPartPr/>
              <p14:nvPr/>
            </p14:nvContentPartPr>
            <p14:xfrm>
              <a:off x="9990840" y="5403360"/>
              <a:ext cx="42480" cy="11520"/>
            </p14:xfrm>
          </p:contentPart>
        </mc:Choice>
        <mc:Fallback xmlns="">
          <p:pic>
            <p:nvPicPr>
              <p:cNvPr id="551" name="Ink 550">
                <a:extLst>
                  <a:ext uri="{FF2B5EF4-FFF2-40B4-BE49-F238E27FC236}">
                    <a16:creationId xmlns:a16="http://schemas.microsoft.com/office/drawing/2014/main" id="{A948E796-B934-E5DF-8BDC-C75D05612EF0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9981840" y="5394360"/>
                <a:ext cx="6012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9">
            <p14:nvContentPartPr>
              <p14:cNvPr id="552" name="Ink 551">
                <a:extLst>
                  <a:ext uri="{FF2B5EF4-FFF2-40B4-BE49-F238E27FC236}">
                    <a16:creationId xmlns:a16="http://schemas.microsoft.com/office/drawing/2014/main" id="{625F007E-782E-0107-9DC1-5F8BFEFB3E7D}"/>
                  </a:ext>
                </a:extLst>
              </p14:cNvPr>
              <p14:cNvContentPartPr/>
              <p14:nvPr/>
            </p14:nvContentPartPr>
            <p14:xfrm>
              <a:off x="9872040" y="5429640"/>
              <a:ext cx="11160" cy="4320"/>
            </p14:xfrm>
          </p:contentPart>
        </mc:Choice>
        <mc:Fallback xmlns="">
          <p:pic>
            <p:nvPicPr>
              <p:cNvPr id="552" name="Ink 551">
                <a:extLst>
                  <a:ext uri="{FF2B5EF4-FFF2-40B4-BE49-F238E27FC236}">
                    <a16:creationId xmlns:a16="http://schemas.microsoft.com/office/drawing/2014/main" id="{625F007E-782E-0107-9DC1-5F8BFEFB3E7D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9863040" y="5421000"/>
                <a:ext cx="2880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0">
            <p14:nvContentPartPr>
              <p14:cNvPr id="553" name="Ink 552">
                <a:extLst>
                  <a:ext uri="{FF2B5EF4-FFF2-40B4-BE49-F238E27FC236}">
                    <a16:creationId xmlns:a16="http://schemas.microsoft.com/office/drawing/2014/main" id="{C5B8BF68-3BB0-B9D0-F3BC-0710F997D6FD}"/>
                  </a:ext>
                </a:extLst>
              </p14:cNvPr>
              <p14:cNvContentPartPr/>
              <p14:nvPr/>
            </p14:nvContentPartPr>
            <p14:xfrm>
              <a:off x="9552000" y="5790360"/>
              <a:ext cx="2880" cy="52920"/>
            </p14:xfrm>
          </p:contentPart>
        </mc:Choice>
        <mc:Fallback xmlns="">
          <p:pic>
            <p:nvPicPr>
              <p:cNvPr id="553" name="Ink 552">
                <a:extLst>
                  <a:ext uri="{FF2B5EF4-FFF2-40B4-BE49-F238E27FC236}">
                    <a16:creationId xmlns:a16="http://schemas.microsoft.com/office/drawing/2014/main" id="{C5B8BF68-3BB0-B9D0-F3BC-0710F997D6FD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9543360" y="5781360"/>
                <a:ext cx="2052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1">
            <p14:nvContentPartPr>
              <p14:cNvPr id="554" name="Ink 553">
                <a:extLst>
                  <a:ext uri="{FF2B5EF4-FFF2-40B4-BE49-F238E27FC236}">
                    <a16:creationId xmlns:a16="http://schemas.microsoft.com/office/drawing/2014/main" id="{16E1A288-2F2A-46AA-6A99-51241824F54A}"/>
                  </a:ext>
                </a:extLst>
              </p14:cNvPr>
              <p14:cNvContentPartPr/>
              <p14:nvPr/>
            </p14:nvContentPartPr>
            <p14:xfrm>
              <a:off x="9556680" y="5928240"/>
              <a:ext cx="6120" cy="22320"/>
            </p14:xfrm>
          </p:contentPart>
        </mc:Choice>
        <mc:Fallback xmlns="">
          <p:pic>
            <p:nvPicPr>
              <p:cNvPr id="554" name="Ink 553">
                <a:extLst>
                  <a:ext uri="{FF2B5EF4-FFF2-40B4-BE49-F238E27FC236}">
                    <a16:creationId xmlns:a16="http://schemas.microsoft.com/office/drawing/2014/main" id="{16E1A288-2F2A-46AA-6A99-51241824F54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547680" y="5919240"/>
                <a:ext cx="237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2">
            <p14:nvContentPartPr>
              <p14:cNvPr id="555" name="Ink 554">
                <a:extLst>
                  <a:ext uri="{FF2B5EF4-FFF2-40B4-BE49-F238E27FC236}">
                    <a16:creationId xmlns:a16="http://schemas.microsoft.com/office/drawing/2014/main" id="{F4CF6258-B3F2-2BB6-E890-9186B17B7401}"/>
                  </a:ext>
                </a:extLst>
              </p14:cNvPr>
              <p14:cNvContentPartPr/>
              <p14:nvPr/>
            </p14:nvContentPartPr>
            <p14:xfrm>
              <a:off x="9653880" y="6137760"/>
              <a:ext cx="66240" cy="6120"/>
            </p14:xfrm>
          </p:contentPart>
        </mc:Choice>
        <mc:Fallback xmlns="">
          <p:pic>
            <p:nvPicPr>
              <p:cNvPr id="555" name="Ink 554">
                <a:extLst>
                  <a:ext uri="{FF2B5EF4-FFF2-40B4-BE49-F238E27FC236}">
                    <a16:creationId xmlns:a16="http://schemas.microsoft.com/office/drawing/2014/main" id="{F4CF6258-B3F2-2BB6-E890-9186B17B7401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9645240" y="6129120"/>
                <a:ext cx="8388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3">
            <p14:nvContentPartPr>
              <p14:cNvPr id="556" name="Ink 555">
                <a:extLst>
                  <a:ext uri="{FF2B5EF4-FFF2-40B4-BE49-F238E27FC236}">
                    <a16:creationId xmlns:a16="http://schemas.microsoft.com/office/drawing/2014/main" id="{3DAD1DEF-1632-C027-4632-F2A03C802462}"/>
                  </a:ext>
                </a:extLst>
              </p14:cNvPr>
              <p14:cNvContentPartPr/>
              <p14:nvPr/>
            </p14:nvContentPartPr>
            <p14:xfrm>
              <a:off x="9851160" y="6083040"/>
              <a:ext cx="95760" cy="28800"/>
            </p14:xfrm>
          </p:contentPart>
        </mc:Choice>
        <mc:Fallback xmlns="">
          <p:pic>
            <p:nvPicPr>
              <p:cNvPr id="556" name="Ink 555">
                <a:extLst>
                  <a:ext uri="{FF2B5EF4-FFF2-40B4-BE49-F238E27FC236}">
                    <a16:creationId xmlns:a16="http://schemas.microsoft.com/office/drawing/2014/main" id="{3DAD1DEF-1632-C027-4632-F2A03C802462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9842520" y="6074400"/>
                <a:ext cx="1134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4">
            <p14:nvContentPartPr>
              <p14:cNvPr id="557" name="Ink 556">
                <a:extLst>
                  <a:ext uri="{FF2B5EF4-FFF2-40B4-BE49-F238E27FC236}">
                    <a16:creationId xmlns:a16="http://schemas.microsoft.com/office/drawing/2014/main" id="{DAE531A3-930B-77B5-9E42-68E1E31F93A4}"/>
                  </a:ext>
                </a:extLst>
              </p14:cNvPr>
              <p14:cNvContentPartPr/>
              <p14:nvPr/>
            </p14:nvContentPartPr>
            <p14:xfrm>
              <a:off x="7241880" y="4773000"/>
              <a:ext cx="360" cy="360"/>
            </p14:xfrm>
          </p:contentPart>
        </mc:Choice>
        <mc:Fallback xmlns="">
          <p:pic>
            <p:nvPicPr>
              <p:cNvPr id="557" name="Ink 556">
                <a:extLst>
                  <a:ext uri="{FF2B5EF4-FFF2-40B4-BE49-F238E27FC236}">
                    <a16:creationId xmlns:a16="http://schemas.microsoft.com/office/drawing/2014/main" id="{DAE531A3-930B-77B5-9E42-68E1E31F93A4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7232880" y="476436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5">
            <p14:nvContentPartPr>
              <p14:cNvPr id="558" name="Ink 557">
                <a:extLst>
                  <a:ext uri="{FF2B5EF4-FFF2-40B4-BE49-F238E27FC236}">
                    <a16:creationId xmlns:a16="http://schemas.microsoft.com/office/drawing/2014/main" id="{EDED24CD-B338-100C-47F4-869FBE3952C5}"/>
                  </a:ext>
                </a:extLst>
              </p14:cNvPr>
              <p14:cNvContentPartPr/>
              <p14:nvPr/>
            </p14:nvContentPartPr>
            <p14:xfrm>
              <a:off x="7129200" y="4657800"/>
              <a:ext cx="19080" cy="14400"/>
            </p14:xfrm>
          </p:contentPart>
        </mc:Choice>
        <mc:Fallback xmlns="">
          <p:pic>
            <p:nvPicPr>
              <p:cNvPr id="558" name="Ink 557">
                <a:extLst>
                  <a:ext uri="{FF2B5EF4-FFF2-40B4-BE49-F238E27FC236}">
                    <a16:creationId xmlns:a16="http://schemas.microsoft.com/office/drawing/2014/main" id="{EDED24CD-B338-100C-47F4-869FBE3952C5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7120560" y="4649160"/>
                <a:ext cx="3672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6">
            <p14:nvContentPartPr>
              <p14:cNvPr id="559" name="Ink 558">
                <a:extLst>
                  <a:ext uri="{FF2B5EF4-FFF2-40B4-BE49-F238E27FC236}">
                    <a16:creationId xmlns:a16="http://schemas.microsoft.com/office/drawing/2014/main" id="{E1E45EEA-452A-FB57-74A5-9D408F2A30FB}"/>
                  </a:ext>
                </a:extLst>
              </p14:cNvPr>
              <p14:cNvContentPartPr/>
              <p14:nvPr/>
            </p14:nvContentPartPr>
            <p14:xfrm>
              <a:off x="7063320" y="4552680"/>
              <a:ext cx="22320" cy="38160"/>
            </p14:xfrm>
          </p:contentPart>
        </mc:Choice>
        <mc:Fallback xmlns="">
          <p:pic>
            <p:nvPicPr>
              <p:cNvPr id="559" name="Ink 558">
                <a:extLst>
                  <a:ext uri="{FF2B5EF4-FFF2-40B4-BE49-F238E27FC236}">
                    <a16:creationId xmlns:a16="http://schemas.microsoft.com/office/drawing/2014/main" id="{E1E45EEA-452A-FB57-74A5-9D408F2A30FB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7054680" y="4544040"/>
                <a:ext cx="3996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7">
            <p14:nvContentPartPr>
              <p14:cNvPr id="560" name="Ink 559">
                <a:extLst>
                  <a:ext uri="{FF2B5EF4-FFF2-40B4-BE49-F238E27FC236}">
                    <a16:creationId xmlns:a16="http://schemas.microsoft.com/office/drawing/2014/main" id="{B77BD12B-D46F-5ACB-992D-3DD59DB318B2}"/>
                  </a:ext>
                </a:extLst>
              </p14:cNvPr>
              <p14:cNvContentPartPr/>
              <p14:nvPr/>
            </p14:nvContentPartPr>
            <p14:xfrm>
              <a:off x="7159440" y="4415520"/>
              <a:ext cx="19080" cy="32760"/>
            </p14:xfrm>
          </p:contentPart>
        </mc:Choice>
        <mc:Fallback xmlns="">
          <p:pic>
            <p:nvPicPr>
              <p:cNvPr id="560" name="Ink 559">
                <a:extLst>
                  <a:ext uri="{FF2B5EF4-FFF2-40B4-BE49-F238E27FC236}">
                    <a16:creationId xmlns:a16="http://schemas.microsoft.com/office/drawing/2014/main" id="{B77BD12B-D46F-5ACB-992D-3DD59DB318B2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7150440" y="4406520"/>
                <a:ext cx="3672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8">
            <p14:nvContentPartPr>
              <p14:cNvPr id="561" name="Ink 560">
                <a:extLst>
                  <a:ext uri="{FF2B5EF4-FFF2-40B4-BE49-F238E27FC236}">
                    <a16:creationId xmlns:a16="http://schemas.microsoft.com/office/drawing/2014/main" id="{FD9D63FF-7FAC-EDF4-2227-FE0055B3D7E1}"/>
                  </a:ext>
                </a:extLst>
              </p14:cNvPr>
              <p14:cNvContentPartPr/>
              <p14:nvPr/>
            </p14:nvContentPartPr>
            <p14:xfrm>
              <a:off x="7320360" y="4431360"/>
              <a:ext cx="19800" cy="56880"/>
            </p14:xfrm>
          </p:contentPart>
        </mc:Choice>
        <mc:Fallback xmlns="">
          <p:pic>
            <p:nvPicPr>
              <p:cNvPr id="561" name="Ink 560">
                <a:extLst>
                  <a:ext uri="{FF2B5EF4-FFF2-40B4-BE49-F238E27FC236}">
                    <a16:creationId xmlns:a16="http://schemas.microsoft.com/office/drawing/2014/main" id="{FD9D63FF-7FAC-EDF4-2227-FE0055B3D7E1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7311360" y="4422360"/>
                <a:ext cx="3744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9">
            <p14:nvContentPartPr>
              <p14:cNvPr id="562" name="Ink 561">
                <a:extLst>
                  <a:ext uri="{FF2B5EF4-FFF2-40B4-BE49-F238E27FC236}">
                    <a16:creationId xmlns:a16="http://schemas.microsoft.com/office/drawing/2014/main" id="{09CC7745-871C-E3A7-B6FA-75777D663780}"/>
                  </a:ext>
                </a:extLst>
              </p14:cNvPr>
              <p14:cNvContentPartPr/>
              <p14:nvPr/>
            </p14:nvContentPartPr>
            <p14:xfrm>
              <a:off x="7305960" y="4629720"/>
              <a:ext cx="21240" cy="14040"/>
            </p14:xfrm>
          </p:contentPart>
        </mc:Choice>
        <mc:Fallback xmlns="">
          <p:pic>
            <p:nvPicPr>
              <p:cNvPr id="562" name="Ink 561">
                <a:extLst>
                  <a:ext uri="{FF2B5EF4-FFF2-40B4-BE49-F238E27FC236}">
                    <a16:creationId xmlns:a16="http://schemas.microsoft.com/office/drawing/2014/main" id="{09CC7745-871C-E3A7-B6FA-75777D663780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7296960" y="4621080"/>
                <a:ext cx="3888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0">
            <p14:nvContentPartPr>
              <p14:cNvPr id="563" name="Ink 562">
                <a:extLst>
                  <a:ext uri="{FF2B5EF4-FFF2-40B4-BE49-F238E27FC236}">
                    <a16:creationId xmlns:a16="http://schemas.microsoft.com/office/drawing/2014/main" id="{9FCB7577-4D84-4FCD-479C-8166678608D4}"/>
                  </a:ext>
                </a:extLst>
              </p14:cNvPr>
              <p14:cNvContentPartPr/>
              <p14:nvPr/>
            </p14:nvContentPartPr>
            <p14:xfrm>
              <a:off x="7255560" y="4592640"/>
              <a:ext cx="18720" cy="42120"/>
            </p14:xfrm>
          </p:contentPart>
        </mc:Choice>
        <mc:Fallback xmlns="">
          <p:pic>
            <p:nvPicPr>
              <p:cNvPr id="563" name="Ink 562">
                <a:extLst>
                  <a:ext uri="{FF2B5EF4-FFF2-40B4-BE49-F238E27FC236}">
                    <a16:creationId xmlns:a16="http://schemas.microsoft.com/office/drawing/2014/main" id="{9FCB7577-4D84-4FCD-479C-8166678608D4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7246560" y="4584000"/>
                <a:ext cx="3636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1">
            <p14:nvContentPartPr>
              <p14:cNvPr id="564" name="Ink 563">
                <a:extLst>
                  <a:ext uri="{FF2B5EF4-FFF2-40B4-BE49-F238E27FC236}">
                    <a16:creationId xmlns:a16="http://schemas.microsoft.com/office/drawing/2014/main" id="{74D32110-E1B8-6B54-8FEB-4301EE410C48}"/>
                  </a:ext>
                </a:extLst>
              </p14:cNvPr>
              <p14:cNvContentPartPr/>
              <p14:nvPr/>
            </p14:nvContentPartPr>
            <p14:xfrm>
              <a:off x="7269960" y="4443240"/>
              <a:ext cx="8640" cy="40320"/>
            </p14:xfrm>
          </p:contentPart>
        </mc:Choice>
        <mc:Fallback xmlns="">
          <p:pic>
            <p:nvPicPr>
              <p:cNvPr id="564" name="Ink 563">
                <a:extLst>
                  <a:ext uri="{FF2B5EF4-FFF2-40B4-BE49-F238E27FC236}">
                    <a16:creationId xmlns:a16="http://schemas.microsoft.com/office/drawing/2014/main" id="{74D32110-E1B8-6B54-8FEB-4301EE410C48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7261320" y="4434240"/>
                <a:ext cx="2628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2">
            <p14:nvContentPartPr>
              <p14:cNvPr id="565" name="Ink 564">
                <a:extLst>
                  <a:ext uri="{FF2B5EF4-FFF2-40B4-BE49-F238E27FC236}">
                    <a16:creationId xmlns:a16="http://schemas.microsoft.com/office/drawing/2014/main" id="{0E42B98C-A6E1-E0AB-5265-7D340837DE4F}"/>
                  </a:ext>
                </a:extLst>
              </p14:cNvPr>
              <p14:cNvContentPartPr/>
              <p14:nvPr/>
            </p14:nvContentPartPr>
            <p14:xfrm>
              <a:off x="7251600" y="4267560"/>
              <a:ext cx="15480" cy="38160"/>
            </p14:xfrm>
          </p:contentPart>
        </mc:Choice>
        <mc:Fallback xmlns="">
          <p:pic>
            <p:nvPicPr>
              <p:cNvPr id="565" name="Ink 564">
                <a:extLst>
                  <a:ext uri="{FF2B5EF4-FFF2-40B4-BE49-F238E27FC236}">
                    <a16:creationId xmlns:a16="http://schemas.microsoft.com/office/drawing/2014/main" id="{0E42B98C-A6E1-E0AB-5265-7D340837DE4F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7242960" y="4258920"/>
                <a:ext cx="3312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3">
            <p14:nvContentPartPr>
              <p14:cNvPr id="566" name="Ink 565">
                <a:extLst>
                  <a:ext uri="{FF2B5EF4-FFF2-40B4-BE49-F238E27FC236}">
                    <a16:creationId xmlns:a16="http://schemas.microsoft.com/office/drawing/2014/main" id="{5BBBCBF0-E925-AC9D-BA8C-89E7D9EBF473}"/>
                  </a:ext>
                </a:extLst>
              </p14:cNvPr>
              <p14:cNvContentPartPr/>
              <p14:nvPr/>
            </p14:nvContentPartPr>
            <p14:xfrm>
              <a:off x="7431600" y="4240920"/>
              <a:ext cx="21240" cy="2880"/>
            </p14:xfrm>
          </p:contentPart>
        </mc:Choice>
        <mc:Fallback xmlns="">
          <p:pic>
            <p:nvPicPr>
              <p:cNvPr id="566" name="Ink 565">
                <a:extLst>
                  <a:ext uri="{FF2B5EF4-FFF2-40B4-BE49-F238E27FC236}">
                    <a16:creationId xmlns:a16="http://schemas.microsoft.com/office/drawing/2014/main" id="{5BBBCBF0-E925-AC9D-BA8C-89E7D9EBF473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7422600" y="4232280"/>
                <a:ext cx="3888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4">
            <p14:nvContentPartPr>
              <p14:cNvPr id="567" name="Ink 566">
                <a:extLst>
                  <a:ext uri="{FF2B5EF4-FFF2-40B4-BE49-F238E27FC236}">
                    <a16:creationId xmlns:a16="http://schemas.microsoft.com/office/drawing/2014/main" id="{7CFDBB74-6627-DD93-8070-0BD4E40D66C0}"/>
                  </a:ext>
                </a:extLst>
              </p14:cNvPr>
              <p14:cNvContentPartPr/>
              <p14:nvPr/>
            </p14:nvContentPartPr>
            <p14:xfrm>
              <a:off x="7559760" y="4294560"/>
              <a:ext cx="16560" cy="19080"/>
            </p14:xfrm>
          </p:contentPart>
        </mc:Choice>
        <mc:Fallback xmlns="">
          <p:pic>
            <p:nvPicPr>
              <p:cNvPr id="567" name="Ink 566">
                <a:extLst>
                  <a:ext uri="{FF2B5EF4-FFF2-40B4-BE49-F238E27FC236}">
                    <a16:creationId xmlns:a16="http://schemas.microsoft.com/office/drawing/2014/main" id="{7CFDBB74-6627-DD93-8070-0BD4E40D66C0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7550760" y="4285920"/>
                <a:ext cx="3420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5">
            <p14:nvContentPartPr>
              <p14:cNvPr id="568" name="Ink 567">
                <a:extLst>
                  <a:ext uri="{FF2B5EF4-FFF2-40B4-BE49-F238E27FC236}">
                    <a16:creationId xmlns:a16="http://schemas.microsoft.com/office/drawing/2014/main" id="{38766BF0-BFF0-9EA5-F21F-EAFD5DBCCCFF}"/>
                  </a:ext>
                </a:extLst>
              </p14:cNvPr>
              <p14:cNvContentPartPr/>
              <p14:nvPr/>
            </p14:nvContentPartPr>
            <p14:xfrm>
              <a:off x="7547160" y="4533240"/>
              <a:ext cx="17280" cy="33480"/>
            </p14:xfrm>
          </p:contentPart>
        </mc:Choice>
        <mc:Fallback xmlns="">
          <p:pic>
            <p:nvPicPr>
              <p:cNvPr id="568" name="Ink 567">
                <a:extLst>
                  <a:ext uri="{FF2B5EF4-FFF2-40B4-BE49-F238E27FC236}">
                    <a16:creationId xmlns:a16="http://schemas.microsoft.com/office/drawing/2014/main" id="{38766BF0-BFF0-9EA5-F21F-EAFD5DBCCCFF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7538160" y="4524600"/>
                <a:ext cx="3492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6">
            <p14:nvContentPartPr>
              <p14:cNvPr id="569" name="Ink 568">
                <a:extLst>
                  <a:ext uri="{FF2B5EF4-FFF2-40B4-BE49-F238E27FC236}">
                    <a16:creationId xmlns:a16="http://schemas.microsoft.com/office/drawing/2014/main" id="{FF7A74A6-182D-EB07-23A5-EF296607B9D6}"/>
                  </a:ext>
                </a:extLst>
              </p14:cNvPr>
              <p14:cNvContentPartPr/>
              <p14:nvPr/>
            </p14:nvContentPartPr>
            <p14:xfrm>
              <a:off x="7494240" y="4625760"/>
              <a:ext cx="5400" cy="6840"/>
            </p14:xfrm>
          </p:contentPart>
        </mc:Choice>
        <mc:Fallback xmlns="">
          <p:pic>
            <p:nvPicPr>
              <p:cNvPr id="569" name="Ink 568">
                <a:extLst>
                  <a:ext uri="{FF2B5EF4-FFF2-40B4-BE49-F238E27FC236}">
                    <a16:creationId xmlns:a16="http://schemas.microsoft.com/office/drawing/2014/main" id="{FF7A74A6-182D-EB07-23A5-EF296607B9D6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7485600" y="4616760"/>
                <a:ext cx="2304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7">
            <p14:nvContentPartPr>
              <p14:cNvPr id="570" name="Ink 569">
                <a:extLst>
                  <a:ext uri="{FF2B5EF4-FFF2-40B4-BE49-F238E27FC236}">
                    <a16:creationId xmlns:a16="http://schemas.microsoft.com/office/drawing/2014/main" id="{4687233E-B094-4EA1-5841-31282118C963}"/>
                  </a:ext>
                </a:extLst>
              </p14:cNvPr>
              <p14:cNvContentPartPr/>
              <p14:nvPr/>
            </p14:nvContentPartPr>
            <p14:xfrm>
              <a:off x="7537080" y="4650600"/>
              <a:ext cx="30600" cy="6120"/>
            </p14:xfrm>
          </p:contentPart>
        </mc:Choice>
        <mc:Fallback xmlns="">
          <p:pic>
            <p:nvPicPr>
              <p:cNvPr id="570" name="Ink 569">
                <a:extLst>
                  <a:ext uri="{FF2B5EF4-FFF2-40B4-BE49-F238E27FC236}">
                    <a16:creationId xmlns:a16="http://schemas.microsoft.com/office/drawing/2014/main" id="{4687233E-B094-4EA1-5841-31282118C963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7528080" y="4641600"/>
                <a:ext cx="4824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8">
            <p14:nvContentPartPr>
              <p14:cNvPr id="571" name="Ink 570">
                <a:extLst>
                  <a:ext uri="{FF2B5EF4-FFF2-40B4-BE49-F238E27FC236}">
                    <a16:creationId xmlns:a16="http://schemas.microsoft.com/office/drawing/2014/main" id="{6A7931E8-4D7D-4D51-C45E-706537BA960A}"/>
                  </a:ext>
                </a:extLst>
              </p14:cNvPr>
              <p14:cNvContentPartPr/>
              <p14:nvPr/>
            </p14:nvContentPartPr>
            <p14:xfrm>
              <a:off x="7650840" y="4694520"/>
              <a:ext cx="14760" cy="5760"/>
            </p14:xfrm>
          </p:contentPart>
        </mc:Choice>
        <mc:Fallback xmlns="">
          <p:pic>
            <p:nvPicPr>
              <p:cNvPr id="571" name="Ink 570">
                <a:extLst>
                  <a:ext uri="{FF2B5EF4-FFF2-40B4-BE49-F238E27FC236}">
                    <a16:creationId xmlns:a16="http://schemas.microsoft.com/office/drawing/2014/main" id="{6A7931E8-4D7D-4D51-C45E-706537BA96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41840" y="4685880"/>
                <a:ext cx="3240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9">
            <p14:nvContentPartPr>
              <p14:cNvPr id="572" name="Ink 571">
                <a:extLst>
                  <a:ext uri="{FF2B5EF4-FFF2-40B4-BE49-F238E27FC236}">
                    <a16:creationId xmlns:a16="http://schemas.microsoft.com/office/drawing/2014/main" id="{614F9F29-BBFF-1BBF-EBBF-AE7436118576}"/>
                  </a:ext>
                </a:extLst>
              </p14:cNvPr>
              <p14:cNvContentPartPr/>
              <p14:nvPr/>
            </p14:nvContentPartPr>
            <p14:xfrm>
              <a:off x="7777560" y="4504440"/>
              <a:ext cx="16200" cy="49680"/>
            </p14:xfrm>
          </p:contentPart>
        </mc:Choice>
        <mc:Fallback xmlns="">
          <p:pic>
            <p:nvPicPr>
              <p:cNvPr id="572" name="Ink 571">
                <a:extLst>
                  <a:ext uri="{FF2B5EF4-FFF2-40B4-BE49-F238E27FC236}">
                    <a16:creationId xmlns:a16="http://schemas.microsoft.com/office/drawing/2014/main" id="{614F9F29-BBFF-1BBF-EBBF-AE7436118576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7768920" y="4495440"/>
                <a:ext cx="3384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0">
            <p14:nvContentPartPr>
              <p14:cNvPr id="573" name="Ink 572">
                <a:extLst>
                  <a:ext uri="{FF2B5EF4-FFF2-40B4-BE49-F238E27FC236}">
                    <a16:creationId xmlns:a16="http://schemas.microsoft.com/office/drawing/2014/main" id="{98650B65-E2FF-0399-947F-263DAD801B34}"/>
                  </a:ext>
                </a:extLst>
              </p14:cNvPr>
              <p14:cNvContentPartPr/>
              <p14:nvPr/>
            </p14:nvContentPartPr>
            <p14:xfrm>
              <a:off x="7789440" y="4463760"/>
              <a:ext cx="16560" cy="7560"/>
            </p14:xfrm>
          </p:contentPart>
        </mc:Choice>
        <mc:Fallback xmlns="">
          <p:pic>
            <p:nvPicPr>
              <p:cNvPr id="573" name="Ink 572">
                <a:extLst>
                  <a:ext uri="{FF2B5EF4-FFF2-40B4-BE49-F238E27FC236}">
                    <a16:creationId xmlns:a16="http://schemas.microsoft.com/office/drawing/2014/main" id="{98650B65-E2FF-0399-947F-263DAD801B34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7780800" y="4454760"/>
                <a:ext cx="3420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1">
            <p14:nvContentPartPr>
              <p14:cNvPr id="574" name="Ink 573">
                <a:extLst>
                  <a:ext uri="{FF2B5EF4-FFF2-40B4-BE49-F238E27FC236}">
                    <a16:creationId xmlns:a16="http://schemas.microsoft.com/office/drawing/2014/main" id="{D64BB09F-D658-6EE8-46EB-29DB9AFEEA19}"/>
                  </a:ext>
                </a:extLst>
              </p14:cNvPr>
              <p14:cNvContentPartPr/>
              <p14:nvPr/>
            </p14:nvContentPartPr>
            <p14:xfrm>
              <a:off x="7617360" y="4473120"/>
              <a:ext cx="10440" cy="2160"/>
            </p14:xfrm>
          </p:contentPart>
        </mc:Choice>
        <mc:Fallback xmlns="">
          <p:pic>
            <p:nvPicPr>
              <p:cNvPr id="574" name="Ink 573">
                <a:extLst>
                  <a:ext uri="{FF2B5EF4-FFF2-40B4-BE49-F238E27FC236}">
                    <a16:creationId xmlns:a16="http://schemas.microsoft.com/office/drawing/2014/main" id="{D64BB09F-D658-6EE8-46EB-29DB9AFEEA19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7608720" y="4464480"/>
                <a:ext cx="2808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2">
            <p14:nvContentPartPr>
              <p14:cNvPr id="575" name="Ink 574">
                <a:extLst>
                  <a:ext uri="{FF2B5EF4-FFF2-40B4-BE49-F238E27FC236}">
                    <a16:creationId xmlns:a16="http://schemas.microsoft.com/office/drawing/2014/main" id="{44705A32-3C4D-4F7B-6112-EA18B9DCF1F1}"/>
                  </a:ext>
                </a:extLst>
              </p14:cNvPr>
              <p14:cNvContentPartPr/>
              <p14:nvPr/>
            </p14:nvContentPartPr>
            <p14:xfrm>
              <a:off x="7662720" y="4409400"/>
              <a:ext cx="11520" cy="12600"/>
            </p14:xfrm>
          </p:contentPart>
        </mc:Choice>
        <mc:Fallback xmlns="">
          <p:pic>
            <p:nvPicPr>
              <p:cNvPr id="575" name="Ink 574">
                <a:extLst>
                  <a:ext uri="{FF2B5EF4-FFF2-40B4-BE49-F238E27FC236}">
                    <a16:creationId xmlns:a16="http://schemas.microsoft.com/office/drawing/2014/main" id="{44705A32-3C4D-4F7B-6112-EA18B9DCF1F1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7653720" y="4400760"/>
                <a:ext cx="2916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3">
            <p14:nvContentPartPr>
              <p14:cNvPr id="576" name="Ink 575">
                <a:extLst>
                  <a:ext uri="{FF2B5EF4-FFF2-40B4-BE49-F238E27FC236}">
                    <a16:creationId xmlns:a16="http://schemas.microsoft.com/office/drawing/2014/main" id="{38F9845F-3AC9-AAAF-6F54-4A3A016EE1B3}"/>
                  </a:ext>
                </a:extLst>
              </p14:cNvPr>
              <p14:cNvContentPartPr/>
              <p14:nvPr/>
            </p14:nvContentPartPr>
            <p14:xfrm>
              <a:off x="7496040" y="4833840"/>
              <a:ext cx="10440" cy="12600"/>
            </p14:xfrm>
          </p:contentPart>
        </mc:Choice>
        <mc:Fallback xmlns="">
          <p:pic>
            <p:nvPicPr>
              <p:cNvPr id="576" name="Ink 575">
                <a:extLst>
                  <a:ext uri="{FF2B5EF4-FFF2-40B4-BE49-F238E27FC236}">
                    <a16:creationId xmlns:a16="http://schemas.microsoft.com/office/drawing/2014/main" id="{38F9845F-3AC9-AAAF-6F54-4A3A016EE1B3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7487400" y="4824840"/>
                <a:ext cx="2808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4">
            <p14:nvContentPartPr>
              <p14:cNvPr id="577" name="Ink 576">
                <a:extLst>
                  <a:ext uri="{FF2B5EF4-FFF2-40B4-BE49-F238E27FC236}">
                    <a16:creationId xmlns:a16="http://schemas.microsoft.com/office/drawing/2014/main" id="{8475AE4E-4403-B962-5A6F-C9BA1AE4096B}"/>
                  </a:ext>
                </a:extLst>
              </p14:cNvPr>
              <p14:cNvContentPartPr/>
              <p14:nvPr/>
            </p14:nvContentPartPr>
            <p14:xfrm>
              <a:off x="7594680" y="4835280"/>
              <a:ext cx="18720" cy="17280"/>
            </p14:xfrm>
          </p:contentPart>
        </mc:Choice>
        <mc:Fallback xmlns="">
          <p:pic>
            <p:nvPicPr>
              <p:cNvPr id="577" name="Ink 576">
                <a:extLst>
                  <a:ext uri="{FF2B5EF4-FFF2-40B4-BE49-F238E27FC236}">
                    <a16:creationId xmlns:a16="http://schemas.microsoft.com/office/drawing/2014/main" id="{8475AE4E-4403-B962-5A6F-C9BA1AE4096B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7586040" y="4826640"/>
                <a:ext cx="3636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5">
            <p14:nvContentPartPr>
              <p14:cNvPr id="578" name="Ink 577">
                <a:extLst>
                  <a:ext uri="{FF2B5EF4-FFF2-40B4-BE49-F238E27FC236}">
                    <a16:creationId xmlns:a16="http://schemas.microsoft.com/office/drawing/2014/main" id="{3C8ED596-5187-D8CE-AA4F-AD5A75BB249C}"/>
                  </a:ext>
                </a:extLst>
              </p14:cNvPr>
              <p14:cNvContentPartPr/>
              <p14:nvPr/>
            </p14:nvContentPartPr>
            <p14:xfrm>
              <a:off x="7725000" y="4736640"/>
              <a:ext cx="30600" cy="30240"/>
            </p14:xfrm>
          </p:contentPart>
        </mc:Choice>
        <mc:Fallback xmlns="">
          <p:pic>
            <p:nvPicPr>
              <p:cNvPr id="578" name="Ink 577">
                <a:extLst>
                  <a:ext uri="{FF2B5EF4-FFF2-40B4-BE49-F238E27FC236}">
                    <a16:creationId xmlns:a16="http://schemas.microsoft.com/office/drawing/2014/main" id="{3C8ED596-5187-D8CE-AA4F-AD5A75BB249C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7716000" y="4727640"/>
                <a:ext cx="4824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6">
            <p14:nvContentPartPr>
              <p14:cNvPr id="579" name="Ink 578">
                <a:extLst>
                  <a:ext uri="{FF2B5EF4-FFF2-40B4-BE49-F238E27FC236}">
                    <a16:creationId xmlns:a16="http://schemas.microsoft.com/office/drawing/2014/main" id="{DDDFF186-00D6-01F8-615B-EA4D0D8861AE}"/>
                  </a:ext>
                </a:extLst>
              </p14:cNvPr>
              <p14:cNvContentPartPr/>
              <p14:nvPr/>
            </p14:nvContentPartPr>
            <p14:xfrm>
              <a:off x="7838040" y="4657080"/>
              <a:ext cx="25560" cy="30240"/>
            </p14:xfrm>
          </p:contentPart>
        </mc:Choice>
        <mc:Fallback xmlns="">
          <p:pic>
            <p:nvPicPr>
              <p:cNvPr id="579" name="Ink 578">
                <a:extLst>
                  <a:ext uri="{FF2B5EF4-FFF2-40B4-BE49-F238E27FC236}">
                    <a16:creationId xmlns:a16="http://schemas.microsoft.com/office/drawing/2014/main" id="{DDDFF186-00D6-01F8-615B-EA4D0D8861AE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7829040" y="4648080"/>
                <a:ext cx="4320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7">
            <p14:nvContentPartPr>
              <p14:cNvPr id="580" name="Ink 579">
                <a:extLst>
                  <a:ext uri="{FF2B5EF4-FFF2-40B4-BE49-F238E27FC236}">
                    <a16:creationId xmlns:a16="http://schemas.microsoft.com/office/drawing/2014/main" id="{586D658E-B8E3-8D59-FEB7-00BFCDCCB09A}"/>
                  </a:ext>
                </a:extLst>
              </p14:cNvPr>
              <p14:cNvContentPartPr/>
              <p14:nvPr/>
            </p14:nvContentPartPr>
            <p14:xfrm>
              <a:off x="7930920" y="4457280"/>
              <a:ext cx="1080" cy="36720"/>
            </p14:xfrm>
          </p:contentPart>
        </mc:Choice>
        <mc:Fallback xmlns="">
          <p:pic>
            <p:nvPicPr>
              <p:cNvPr id="580" name="Ink 579">
                <a:extLst>
                  <a:ext uri="{FF2B5EF4-FFF2-40B4-BE49-F238E27FC236}">
                    <a16:creationId xmlns:a16="http://schemas.microsoft.com/office/drawing/2014/main" id="{586D658E-B8E3-8D59-FEB7-00BFCDCCB09A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7922280" y="4448280"/>
                <a:ext cx="1872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8">
            <p14:nvContentPartPr>
              <p14:cNvPr id="581" name="Ink 580">
                <a:extLst>
                  <a:ext uri="{FF2B5EF4-FFF2-40B4-BE49-F238E27FC236}">
                    <a16:creationId xmlns:a16="http://schemas.microsoft.com/office/drawing/2014/main" id="{DC60D5FD-1BD6-ED6A-2283-47D11A6039E6}"/>
                  </a:ext>
                </a:extLst>
              </p14:cNvPr>
              <p14:cNvContentPartPr/>
              <p14:nvPr/>
            </p14:nvContentPartPr>
            <p14:xfrm>
              <a:off x="7897080" y="4343520"/>
              <a:ext cx="18000" cy="21600"/>
            </p14:xfrm>
          </p:contentPart>
        </mc:Choice>
        <mc:Fallback xmlns="">
          <p:pic>
            <p:nvPicPr>
              <p:cNvPr id="581" name="Ink 580">
                <a:extLst>
                  <a:ext uri="{FF2B5EF4-FFF2-40B4-BE49-F238E27FC236}">
                    <a16:creationId xmlns:a16="http://schemas.microsoft.com/office/drawing/2014/main" id="{DC60D5FD-1BD6-ED6A-2283-47D11A6039E6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7888080" y="4334880"/>
                <a:ext cx="3564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9">
            <p14:nvContentPartPr>
              <p14:cNvPr id="582" name="Ink 581">
                <a:extLst>
                  <a:ext uri="{FF2B5EF4-FFF2-40B4-BE49-F238E27FC236}">
                    <a16:creationId xmlns:a16="http://schemas.microsoft.com/office/drawing/2014/main" id="{6D30A1A9-DEED-7020-0AF5-64E21833B6D1}"/>
                  </a:ext>
                </a:extLst>
              </p14:cNvPr>
              <p14:cNvContentPartPr/>
              <p14:nvPr/>
            </p14:nvContentPartPr>
            <p14:xfrm>
              <a:off x="7806000" y="4296360"/>
              <a:ext cx="37440" cy="12600"/>
            </p14:xfrm>
          </p:contentPart>
        </mc:Choice>
        <mc:Fallback xmlns="">
          <p:pic>
            <p:nvPicPr>
              <p:cNvPr id="582" name="Ink 581">
                <a:extLst>
                  <a:ext uri="{FF2B5EF4-FFF2-40B4-BE49-F238E27FC236}">
                    <a16:creationId xmlns:a16="http://schemas.microsoft.com/office/drawing/2014/main" id="{6D30A1A9-DEED-7020-0AF5-64E21833B6D1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7797000" y="4287720"/>
                <a:ext cx="5508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0">
            <p14:nvContentPartPr>
              <p14:cNvPr id="583" name="Ink 582">
                <a:extLst>
                  <a:ext uri="{FF2B5EF4-FFF2-40B4-BE49-F238E27FC236}">
                    <a16:creationId xmlns:a16="http://schemas.microsoft.com/office/drawing/2014/main" id="{C285DF6B-4E6C-D9FF-6278-21DFB442B90D}"/>
                  </a:ext>
                </a:extLst>
              </p14:cNvPr>
              <p14:cNvContentPartPr/>
              <p14:nvPr/>
            </p14:nvContentPartPr>
            <p14:xfrm>
              <a:off x="7710960" y="4275840"/>
              <a:ext cx="35640" cy="6120"/>
            </p14:xfrm>
          </p:contentPart>
        </mc:Choice>
        <mc:Fallback xmlns="">
          <p:pic>
            <p:nvPicPr>
              <p:cNvPr id="583" name="Ink 582">
                <a:extLst>
                  <a:ext uri="{FF2B5EF4-FFF2-40B4-BE49-F238E27FC236}">
                    <a16:creationId xmlns:a16="http://schemas.microsoft.com/office/drawing/2014/main" id="{C285DF6B-4E6C-D9FF-6278-21DFB442B90D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7702320" y="4267200"/>
                <a:ext cx="5328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1">
            <p14:nvContentPartPr>
              <p14:cNvPr id="584" name="Ink 583">
                <a:extLst>
                  <a:ext uri="{FF2B5EF4-FFF2-40B4-BE49-F238E27FC236}">
                    <a16:creationId xmlns:a16="http://schemas.microsoft.com/office/drawing/2014/main" id="{55601DF7-73AA-7BEA-5245-1E780B0B0A1E}"/>
                  </a:ext>
                </a:extLst>
              </p14:cNvPr>
              <p14:cNvContentPartPr/>
              <p14:nvPr/>
            </p14:nvContentPartPr>
            <p14:xfrm>
              <a:off x="7610520" y="4252440"/>
              <a:ext cx="51120" cy="14040"/>
            </p14:xfrm>
          </p:contentPart>
        </mc:Choice>
        <mc:Fallback xmlns="">
          <p:pic>
            <p:nvPicPr>
              <p:cNvPr id="584" name="Ink 583">
                <a:extLst>
                  <a:ext uri="{FF2B5EF4-FFF2-40B4-BE49-F238E27FC236}">
                    <a16:creationId xmlns:a16="http://schemas.microsoft.com/office/drawing/2014/main" id="{55601DF7-73AA-7BEA-5245-1E780B0B0A1E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7601880" y="4243440"/>
                <a:ext cx="6876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2">
            <p14:nvContentPartPr>
              <p14:cNvPr id="585" name="Ink 584">
                <a:extLst>
                  <a:ext uri="{FF2B5EF4-FFF2-40B4-BE49-F238E27FC236}">
                    <a16:creationId xmlns:a16="http://schemas.microsoft.com/office/drawing/2014/main" id="{199D9B91-9E96-0E0D-0D29-724439FC00F4}"/>
                  </a:ext>
                </a:extLst>
              </p14:cNvPr>
              <p14:cNvContentPartPr/>
              <p14:nvPr/>
            </p14:nvContentPartPr>
            <p14:xfrm>
              <a:off x="7404960" y="4575720"/>
              <a:ext cx="10440" cy="17280"/>
            </p14:xfrm>
          </p:contentPart>
        </mc:Choice>
        <mc:Fallback xmlns="">
          <p:pic>
            <p:nvPicPr>
              <p:cNvPr id="585" name="Ink 584">
                <a:extLst>
                  <a:ext uri="{FF2B5EF4-FFF2-40B4-BE49-F238E27FC236}">
                    <a16:creationId xmlns:a16="http://schemas.microsoft.com/office/drawing/2014/main" id="{199D9B91-9E96-0E0D-0D29-724439FC00F4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7396320" y="4566720"/>
                <a:ext cx="2808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3">
            <p14:nvContentPartPr>
              <p14:cNvPr id="586" name="Ink 585">
                <a:extLst>
                  <a:ext uri="{FF2B5EF4-FFF2-40B4-BE49-F238E27FC236}">
                    <a16:creationId xmlns:a16="http://schemas.microsoft.com/office/drawing/2014/main" id="{E3729C76-D7CD-13C3-8616-B3A0DC4C0BBF}"/>
                  </a:ext>
                </a:extLst>
              </p14:cNvPr>
              <p14:cNvContentPartPr/>
              <p14:nvPr/>
            </p14:nvContentPartPr>
            <p14:xfrm>
              <a:off x="7418280" y="4708200"/>
              <a:ext cx="9000" cy="3240"/>
            </p14:xfrm>
          </p:contentPart>
        </mc:Choice>
        <mc:Fallback xmlns="">
          <p:pic>
            <p:nvPicPr>
              <p:cNvPr id="586" name="Ink 585">
                <a:extLst>
                  <a:ext uri="{FF2B5EF4-FFF2-40B4-BE49-F238E27FC236}">
                    <a16:creationId xmlns:a16="http://schemas.microsoft.com/office/drawing/2014/main" id="{E3729C76-D7CD-13C3-8616-B3A0DC4C0BBF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7409280" y="4699560"/>
                <a:ext cx="2664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4">
            <p14:nvContentPartPr>
              <p14:cNvPr id="587" name="Ink 586">
                <a:extLst>
                  <a:ext uri="{FF2B5EF4-FFF2-40B4-BE49-F238E27FC236}">
                    <a16:creationId xmlns:a16="http://schemas.microsoft.com/office/drawing/2014/main" id="{4B0AC2E1-8A47-4297-BC32-D9A980B0169D}"/>
                  </a:ext>
                </a:extLst>
              </p14:cNvPr>
              <p14:cNvContentPartPr/>
              <p14:nvPr/>
            </p14:nvContentPartPr>
            <p14:xfrm>
              <a:off x="7346640" y="4927800"/>
              <a:ext cx="21240" cy="12600"/>
            </p14:xfrm>
          </p:contentPart>
        </mc:Choice>
        <mc:Fallback xmlns="">
          <p:pic>
            <p:nvPicPr>
              <p:cNvPr id="587" name="Ink 586">
                <a:extLst>
                  <a:ext uri="{FF2B5EF4-FFF2-40B4-BE49-F238E27FC236}">
                    <a16:creationId xmlns:a16="http://schemas.microsoft.com/office/drawing/2014/main" id="{4B0AC2E1-8A47-4297-BC32-D9A980B0169D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7337640" y="4919160"/>
                <a:ext cx="3888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5">
            <p14:nvContentPartPr>
              <p14:cNvPr id="588" name="Ink 587">
                <a:extLst>
                  <a:ext uri="{FF2B5EF4-FFF2-40B4-BE49-F238E27FC236}">
                    <a16:creationId xmlns:a16="http://schemas.microsoft.com/office/drawing/2014/main" id="{B617518E-A8E6-1D86-704E-B9E47EE329F4}"/>
                  </a:ext>
                </a:extLst>
              </p14:cNvPr>
              <p14:cNvContentPartPr/>
              <p14:nvPr/>
            </p14:nvContentPartPr>
            <p14:xfrm>
              <a:off x="7447080" y="4972800"/>
              <a:ext cx="45000" cy="6120"/>
            </p14:xfrm>
          </p:contentPart>
        </mc:Choice>
        <mc:Fallback xmlns="">
          <p:pic>
            <p:nvPicPr>
              <p:cNvPr id="588" name="Ink 587">
                <a:extLst>
                  <a:ext uri="{FF2B5EF4-FFF2-40B4-BE49-F238E27FC236}">
                    <a16:creationId xmlns:a16="http://schemas.microsoft.com/office/drawing/2014/main" id="{B617518E-A8E6-1D86-704E-B9E47EE329F4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7438440" y="4963800"/>
                <a:ext cx="6264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6">
            <p14:nvContentPartPr>
              <p14:cNvPr id="589" name="Ink 588">
                <a:extLst>
                  <a:ext uri="{FF2B5EF4-FFF2-40B4-BE49-F238E27FC236}">
                    <a16:creationId xmlns:a16="http://schemas.microsoft.com/office/drawing/2014/main" id="{22E89278-C594-4F2D-E55F-86A5CB4B0170}"/>
                  </a:ext>
                </a:extLst>
              </p14:cNvPr>
              <p14:cNvContentPartPr/>
              <p14:nvPr/>
            </p14:nvContentPartPr>
            <p14:xfrm>
              <a:off x="7638960" y="4942200"/>
              <a:ext cx="17280" cy="17280"/>
            </p14:xfrm>
          </p:contentPart>
        </mc:Choice>
        <mc:Fallback xmlns="">
          <p:pic>
            <p:nvPicPr>
              <p:cNvPr id="589" name="Ink 588">
                <a:extLst>
                  <a:ext uri="{FF2B5EF4-FFF2-40B4-BE49-F238E27FC236}">
                    <a16:creationId xmlns:a16="http://schemas.microsoft.com/office/drawing/2014/main" id="{22E89278-C594-4F2D-E55F-86A5CB4B0170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7629960" y="4933200"/>
                <a:ext cx="3492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7">
            <p14:nvContentPartPr>
              <p14:cNvPr id="590" name="Ink 589">
                <a:extLst>
                  <a:ext uri="{FF2B5EF4-FFF2-40B4-BE49-F238E27FC236}">
                    <a16:creationId xmlns:a16="http://schemas.microsoft.com/office/drawing/2014/main" id="{CB5976F0-B26D-2B50-3CA6-CE3E61B65E27}"/>
                  </a:ext>
                </a:extLst>
              </p14:cNvPr>
              <p14:cNvContentPartPr/>
              <p14:nvPr/>
            </p14:nvContentPartPr>
            <p14:xfrm>
              <a:off x="7700880" y="4861920"/>
              <a:ext cx="9000" cy="36360"/>
            </p14:xfrm>
          </p:contentPart>
        </mc:Choice>
        <mc:Fallback xmlns="">
          <p:pic>
            <p:nvPicPr>
              <p:cNvPr id="590" name="Ink 589">
                <a:extLst>
                  <a:ext uri="{FF2B5EF4-FFF2-40B4-BE49-F238E27FC236}">
                    <a16:creationId xmlns:a16="http://schemas.microsoft.com/office/drawing/2014/main" id="{CB5976F0-B26D-2B50-3CA6-CE3E61B65E27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7692240" y="4853280"/>
                <a:ext cx="2664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8">
            <p14:nvContentPartPr>
              <p14:cNvPr id="591" name="Ink 590">
                <a:extLst>
                  <a:ext uri="{FF2B5EF4-FFF2-40B4-BE49-F238E27FC236}">
                    <a16:creationId xmlns:a16="http://schemas.microsoft.com/office/drawing/2014/main" id="{3F4AA2A3-AC95-3E65-1A45-66BFAF7B5892}"/>
                  </a:ext>
                </a:extLst>
              </p14:cNvPr>
              <p14:cNvContentPartPr/>
              <p14:nvPr/>
            </p14:nvContentPartPr>
            <p14:xfrm>
              <a:off x="7634280" y="4810080"/>
              <a:ext cx="11160" cy="15120"/>
            </p14:xfrm>
          </p:contentPart>
        </mc:Choice>
        <mc:Fallback xmlns="">
          <p:pic>
            <p:nvPicPr>
              <p:cNvPr id="591" name="Ink 590">
                <a:extLst>
                  <a:ext uri="{FF2B5EF4-FFF2-40B4-BE49-F238E27FC236}">
                    <a16:creationId xmlns:a16="http://schemas.microsoft.com/office/drawing/2014/main" id="{3F4AA2A3-AC95-3E65-1A45-66BFAF7B5892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7625640" y="4801440"/>
                <a:ext cx="2880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9">
            <p14:nvContentPartPr>
              <p14:cNvPr id="592" name="Ink 591">
                <a:extLst>
                  <a:ext uri="{FF2B5EF4-FFF2-40B4-BE49-F238E27FC236}">
                    <a16:creationId xmlns:a16="http://schemas.microsoft.com/office/drawing/2014/main" id="{F53BC1F4-4730-099B-7932-34731AD71D4C}"/>
                  </a:ext>
                </a:extLst>
              </p14:cNvPr>
              <p14:cNvContentPartPr/>
              <p14:nvPr/>
            </p14:nvContentPartPr>
            <p14:xfrm>
              <a:off x="7673880" y="4896120"/>
              <a:ext cx="9000" cy="2880"/>
            </p14:xfrm>
          </p:contentPart>
        </mc:Choice>
        <mc:Fallback xmlns="">
          <p:pic>
            <p:nvPicPr>
              <p:cNvPr id="592" name="Ink 591">
                <a:extLst>
                  <a:ext uri="{FF2B5EF4-FFF2-40B4-BE49-F238E27FC236}">
                    <a16:creationId xmlns:a16="http://schemas.microsoft.com/office/drawing/2014/main" id="{F53BC1F4-4730-099B-7932-34731AD71D4C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7665240" y="4887120"/>
                <a:ext cx="2664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0">
            <p14:nvContentPartPr>
              <p14:cNvPr id="593" name="Ink 592">
                <a:extLst>
                  <a:ext uri="{FF2B5EF4-FFF2-40B4-BE49-F238E27FC236}">
                    <a16:creationId xmlns:a16="http://schemas.microsoft.com/office/drawing/2014/main" id="{22A56919-3E63-5B41-9CFB-2BAA8D8C6DF9}"/>
                  </a:ext>
                </a:extLst>
              </p14:cNvPr>
              <p14:cNvContentPartPr/>
              <p14:nvPr/>
            </p14:nvContentPartPr>
            <p14:xfrm>
              <a:off x="7849200" y="4782000"/>
              <a:ext cx="17280" cy="5760"/>
            </p14:xfrm>
          </p:contentPart>
        </mc:Choice>
        <mc:Fallback xmlns="">
          <p:pic>
            <p:nvPicPr>
              <p:cNvPr id="593" name="Ink 592">
                <a:extLst>
                  <a:ext uri="{FF2B5EF4-FFF2-40B4-BE49-F238E27FC236}">
                    <a16:creationId xmlns:a16="http://schemas.microsoft.com/office/drawing/2014/main" id="{22A56919-3E63-5B41-9CFB-2BAA8D8C6DF9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7840560" y="4773000"/>
                <a:ext cx="3492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1">
            <p14:nvContentPartPr>
              <p14:cNvPr id="594" name="Ink 593">
                <a:extLst>
                  <a:ext uri="{FF2B5EF4-FFF2-40B4-BE49-F238E27FC236}">
                    <a16:creationId xmlns:a16="http://schemas.microsoft.com/office/drawing/2014/main" id="{7A433B69-C181-B513-FE0A-1519C6AE3C28}"/>
                  </a:ext>
                </a:extLst>
              </p14:cNvPr>
              <p14:cNvContentPartPr/>
              <p14:nvPr/>
            </p14:nvContentPartPr>
            <p14:xfrm>
              <a:off x="7936680" y="4622160"/>
              <a:ext cx="16200" cy="30960"/>
            </p14:xfrm>
          </p:contentPart>
        </mc:Choice>
        <mc:Fallback xmlns="">
          <p:pic>
            <p:nvPicPr>
              <p:cNvPr id="594" name="Ink 593">
                <a:extLst>
                  <a:ext uri="{FF2B5EF4-FFF2-40B4-BE49-F238E27FC236}">
                    <a16:creationId xmlns:a16="http://schemas.microsoft.com/office/drawing/2014/main" id="{7A433B69-C181-B513-FE0A-1519C6AE3C28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7927680" y="4613520"/>
                <a:ext cx="3384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2">
            <p14:nvContentPartPr>
              <p14:cNvPr id="595" name="Ink 594">
                <a:extLst>
                  <a:ext uri="{FF2B5EF4-FFF2-40B4-BE49-F238E27FC236}">
                    <a16:creationId xmlns:a16="http://schemas.microsoft.com/office/drawing/2014/main" id="{10431244-95FA-81C9-6C26-C50D082C7F93}"/>
                  </a:ext>
                </a:extLst>
              </p14:cNvPr>
              <p14:cNvContentPartPr/>
              <p14:nvPr/>
            </p14:nvContentPartPr>
            <p14:xfrm>
              <a:off x="7854240" y="4826640"/>
              <a:ext cx="2880" cy="9360"/>
            </p14:xfrm>
          </p:contentPart>
        </mc:Choice>
        <mc:Fallback xmlns="">
          <p:pic>
            <p:nvPicPr>
              <p:cNvPr id="595" name="Ink 594">
                <a:extLst>
                  <a:ext uri="{FF2B5EF4-FFF2-40B4-BE49-F238E27FC236}">
                    <a16:creationId xmlns:a16="http://schemas.microsoft.com/office/drawing/2014/main" id="{10431244-95FA-81C9-6C26-C50D082C7F93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7845600" y="4817640"/>
                <a:ext cx="2052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3">
            <p14:nvContentPartPr>
              <p14:cNvPr id="596" name="Ink 595">
                <a:extLst>
                  <a:ext uri="{FF2B5EF4-FFF2-40B4-BE49-F238E27FC236}">
                    <a16:creationId xmlns:a16="http://schemas.microsoft.com/office/drawing/2014/main" id="{882CF9CB-3A10-0E1E-BAE7-1B5E6779596D}"/>
                  </a:ext>
                </a:extLst>
              </p14:cNvPr>
              <p14:cNvContentPartPr/>
              <p14:nvPr/>
            </p14:nvContentPartPr>
            <p14:xfrm>
              <a:off x="7937760" y="4762920"/>
              <a:ext cx="36720" cy="36360"/>
            </p14:xfrm>
          </p:contentPart>
        </mc:Choice>
        <mc:Fallback xmlns="">
          <p:pic>
            <p:nvPicPr>
              <p:cNvPr id="596" name="Ink 595">
                <a:extLst>
                  <a:ext uri="{FF2B5EF4-FFF2-40B4-BE49-F238E27FC236}">
                    <a16:creationId xmlns:a16="http://schemas.microsoft.com/office/drawing/2014/main" id="{882CF9CB-3A10-0E1E-BAE7-1B5E6779596D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7929120" y="4754280"/>
                <a:ext cx="5436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4">
            <p14:nvContentPartPr>
              <p14:cNvPr id="597" name="Ink 596">
                <a:extLst>
                  <a:ext uri="{FF2B5EF4-FFF2-40B4-BE49-F238E27FC236}">
                    <a16:creationId xmlns:a16="http://schemas.microsoft.com/office/drawing/2014/main" id="{F307E3FC-718B-C100-F210-FB8AF65D7033}"/>
                  </a:ext>
                </a:extLst>
              </p14:cNvPr>
              <p14:cNvContentPartPr/>
              <p14:nvPr/>
            </p14:nvContentPartPr>
            <p14:xfrm>
              <a:off x="6250680" y="3577844"/>
              <a:ext cx="4680" cy="6840"/>
            </p14:xfrm>
          </p:contentPart>
        </mc:Choice>
        <mc:Fallback xmlns="">
          <p:pic>
            <p:nvPicPr>
              <p:cNvPr id="597" name="Ink 596">
                <a:extLst>
                  <a:ext uri="{FF2B5EF4-FFF2-40B4-BE49-F238E27FC236}">
                    <a16:creationId xmlns:a16="http://schemas.microsoft.com/office/drawing/2014/main" id="{F307E3FC-718B-C100-F210-FB8AF65D7033}"/>
                  </a:ext>
                </a:extLst>
              </p:cNvPr>
              <p:cNvPicPr/>
              <p:nvPr/>
            </p:nvPicPr>
            <p:blipFill>
              <a:blip r:embed="rId585"/>
              <a:stretch>
                <a:fillRect/>
              </a:stretch>
            </p:blipFill>
            <p:spPr>
              <a:xfrm>
                <a:off x="6241680" y="3568844"/>
                <a:ext cx="2232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6">
            <p14:nvContentPartPr>
              <p14:cNvPr id="598" name="Ink 597">
                <a:extLst>
                  <a:ext uri="{FF2B5EF4-FFF2-40B4-BE49-F238E27FC236}">
                    <a16:creationId xmlns:a16="http://schemas.microsoft.com/office/drawing/2014/main" id="{8F325484-0362-7AD3-12EB-E0165FF384DE}"/>
                  </a:ext>
                </a:extLst>
              </p14:cNvPr>
              <p14:cNvContentPartPr/>
              <p14:nvPr/>
            </p14:nvContentPartPr>
            <p14:xfrm>
              <a:off x="2426040" y="1867844"/>
              <a:ext cx="13680" cy="9360"/>
            </p14:xfrm>
          </p:contentPart>
        </mc:Choice>
        <mc:Fallback xmlns="">
          <p:pic>
            <p:nvPicPr>
              <p:cNvPr id="598" name="Ink 597">
                <a:extLst>
                  <a:ext uri="{FF2B5EF4-FFF2-40B4-BE49-F238E27FC236}">
                    <a16:creationId xmlns:a16="http://schemas.microsoft.com/office/drawing/2014/main" id="{8F325484-0362-7AD3-12EB-E0165FF384DE}"/>
                  </a:ext>
                </a:extLst>
              </p:cNvPr>
              <p:cNvPicPr/>
              <p:nvPr/>
            </p:nvPicPr>
            <p:blipFill>
              <a:blip r:embed="rId587"/>
              <a:stretch>
                <a:fillRect/>
              </a:stretch>
            </p:blipFill>
            <p:spPr>
              <a:xfrm>
                <a:off x="2417040" y="1858844"/>
                <a:ext cx="3132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8">
            <p14:nvContentPartPr>
              <p14:cNvPr id="599" name="Ink 598">
                <a:extLst>
                  <a:ext uri="{FF2B5EF4-FFF2-40B4-BE49-F238E27FC236}">
                    <a16:creationId xmlns:a16="http://schemas.microsoft.com/office/drawing/2014/main" id="{2048DD55-6E12-2B26-6B1E-771A47A58A0A}"/>
                  </a:ext>
                </a:extLst>
              </p14:cNvPr>
              <p14:cNvContentPartPr/>
              <p14:nvPr/>
            </p14:nvContentPartPr>
            <p14:xfrm>
              <a:off x="1660680" y="1053524"/>
              <a:ext cx="10440" cy="1440"/>
            </p14:xfrm>
          </p:contentPart>
        </mc:Choice>
        <mc:Fallback xmlns="">
          <p:pic>
            <p:nvPicPr>
              <p:cNvPr id="599" name="Ink 598">
                <a:extLst>
                  <a:ext uri="{FF2B5EF4-FFF2-40B4-BE49-F238E27FC236}">
                    <a16:creationId xmlns:a16="http://schemas.microsoft.com/office/drawing/2014/main" id="{2048DD55-6E12-2B26-6B1E-771A47A58A0A}"/>
                  </a:ext>
                </a:extLst>
              </p:cNvPr>
              <p:cNvPicPr/>
              <p:nvPr/>
            </p:nvPicPr>
            <p:blipFill>
              <a:blip r:embed="rId589"/>
              <a:stretch>
                <a:fillRect/>
              </a:stretch>
            </p:blipFill>
            <p:spPr>
              <a:xfrm>
                <a:off x="1651680" y="1044884"/>
                <a:ext cx="28080" cy="1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627" name="Group 626">
            <a:extLst>
              <a:ext uri="{FF2B5EF4-FFF2-40B4-BE49-F238E27FC236}">
                <a16:creationId xmlns:a16="http://schemas.microsoft.com/office/drawing/2014/main" id="{67F57BE5-CA8C-546F-56C1-5BD95B8EAC6E}"/>
              </a:ext>
            </a:extLst>
          </p:cNvPr>
          <p:cNvGrpSpPr/>
          <p:nvPr/>
        </p:nvGrpSpPr>
        <p:grpSpPr>
          <a:xfrm>
            <a:off x="1911240" y="172964"/>
            <a:ext cx="1352520" cy="347400"/>
            <a:chOff x="1911240" y="172964"/>
            <a:chExt cx="1352520" cy="34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600" name="Ink 599">
                  <a:extLst>
                    <a:ext uri="{FF2B5EF4-FFF2-40B4-BE49-F238E27FC236}">
                      <a16:creationId xmlns:a16="http://schemas.microsoft.com/office/drawing/2014/main" id="{EA90F4FC-13C0-AA52-16A4-62EBAB21C5BC}"/>
                    </a:ext>
                  </a:extLst>
                </p14:cNvPr>
                <p14:cNvContentPartPr/>
                <p14:nvPr/>
              </p14:nvContentPartPr>
              <p14:xfrm>
                <a:off x="1930680" y="312644"/>
                <a:ext cx="12240" cy="174600"/>
              </p14:xfrm>
            </p:contentPart>
          </mc:Choice>
          <mc:Fallback xmlns="">
            <p:pic>
              <p:nvPicPr>
                <p:cNvPr id="600" name="Ink 599">
                  <a:extLst>
                    <a:ext uri="{FF2B5EF4-FFF2-40B4-BE49-F238E27FC236}">
                      <a16:creationId xmlns:a16="http://schemas.microsoft.com/office/drawing/2014/main" id="{EA90F4FC-13C0-AA52-16A4-62EBAB21C5BC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1922040" y="303644"/>
                  <a:ext cx="298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601" name="Ink 600">
                  <a:extLst>
                    <a:ext uri="{FF2B5EF4-FFF2-40B4-BE49-F238E27FC236}">
                      <a16:creationId xmlns:a16="http://schemas.microsoft.com/office/drawing/2014/main" id="{AA950939-379C-2E5C-E6D7-CC97D8D91A5D}"/>
                    </a:ext>
                  </a:extLst>
                </p14:cNvPr>
                <p14:cNvContentPartPr/>
                <p14:nvPr/>
              </p14:nvContentPartPr>
              <p14:xfrm>
                <a:off x="1911240" y="278444"/>
                <a:ext cx="153720" cy="234360"/>
              </p14:xfrm>
            </p:contentPart>
          </mc:Choice>
          <mc:Fallback xmlns="">
            <p:pic>
              <p:nvPicPr>
                <p:cNvPr id="601" name="Ink 600">
                  <a:extLst>
                    <a:ext uri="{FF2B5EF4-FFF2-40B4-BE49-F238E27FC236}">
                      <a16:creationId xmlns:a16="http://schemas.microsoft.com/office/drawing/2014/main" id="{AA950939-379C-2E5C-E6D7-CC97D8D91A5D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1902600" y="269804"/>
                  <a:ext cx="1713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602" name="Ink 601">
                  <a:extLst>
                    <a:ext uri="{FF2B5EF4-FFF2-40B4-BE49-F238E27FC236}">
                      <a16:creationId xmlns:a16="http://schemas.microsoft.com/office/drawing/2014/main" id="{F33DB145-08B0-89EF-B230-4B83C2D7DA37}"/>
                    </a:ext>
                  </a:extLst>
                </p14:cNvPr>
                <p14:cNvContentPartPr/>
                <p14:nvPr/>
              </p14:nvContentPartPr>
              <p14:xfrm>
                <a:off x="2123640" y="365204"/>
                <a:ext cx="114120" cy="20520"/>
              </p14:xfrm>
            </p:contentPart>
          </mc:Choice>
          <mc:Fallback xmlns="">
            <p:pic>
              <p:nvPicPr>
                <p:cNvPr id="602" name="Ink 601">
                  <a:extLst>
                    <a:ext uri="{FF2B5EF4-FFF2-40B4-BE49-F238E27FC236}">
                      <a16:creationId xmlns:a16="http://schemas.microsoft.com/office/drawing/2014/main" id="{F33DB145-08B0-89EF-B230-4B83C2D7DA37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2115000" y="356204"/>
                  <a:ext cx="1317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603" name="Ink 602">
                  <a:extLst>
                    <a:ext uri="{FF2B5EF4-FFF2-40B4-BE49-F238E27FC236}">
                      <a16:creationId xmlns:a16="http://schemas.microsoft.com/office/drawing/2014/main" id="{0719A81B-D2A9-A42E-707F-4F2654C3B6EC}"/>
                    </a:ext>
                  </a:extLst>
                </p14:cNvPr>
                <p14:cNvContentPartPr/>
                <p14:nvPr/>
              </p14:nvContentPartPr>
              <p14:xfrm>
                <a:off x="2133000" y="420284"/>
                <a:ext cx="137880" cy="19080"/>
              </p14:xfrm>
            </p:contentPart>
          </mc:Choice>
          <mc:Fallback xmlns="">
            <p:pic>
              <p:nvPicPr>
                <p:cNvPr id="603" name="Ink 602">
                  <a:extLst>
                    <a:ext uri="{FF2B5EF4-FFF2-40B4-BE49-F238E27FC236}">
                      <a16:creationId xmlns:a16="http://schemas.microsoft.com/office/drawing/2014/main" id="{0719A81B-D2A9-A42E-707F-4F2654C3B6EC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2124360" y="411644"/>
                  <a:ext cx="155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604" name="Ink 603">
                  <a:extLst>
                    <a:ext uri="{FF2B5EF4-FFF2-40B4-BE49-F238E27FC236}">
                      <a16:creationId xmlns:a16="http://schemas.microsoft.com/office/drawing/2014/main" id="{E8A00C7A-E66D-8319-A106-F49B579BABE3}"/>
                    </a:ext>
                  </a:extLst>
                </p14:cNvPr>
                <p14:cNvContentPartPr/>
                <p14:nvPr/>
              </p14:nvContentPartPr>
              <p14:xfrm>
                <a:off x="2289960" y="317324"/>
                <a:ext cx="213840" cy="188640"/>
              </p14:xfrm>
            </p:contentPart>
          </mc:Choice>
          <mc:Fallback xmlns="">
            <p:pic>
              <p:nvPicPr>
                <p:cNvPr id="604" name="Ink 603">
                  <a:extLst>
                    <a:ext uri="{FF2B5EF4-FFF2-40B4-BE49-F238E27FC236}">
                      <a16:creationId xmlns:a16="http://schemas.microsoft.com/office/drawing/2014/main" id="{E8A00C7A-E66D-8319-A106-F49B579BABE3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2280960" y="308324"/>
                  <a:ext cx="2314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607" name="Ink 606">
                  <a:extLst>
                    <a:ext uri="{FF2B5EF4-FFF2-40B4-BE49-F238E27FC236}">
                      <a16:creationId xmlns:a16="http://schemas.microsoft.com/office/drawing/2014/main" id="{C1F87F9E-4AA0-8D2D-A001-664CE173E101}"/>
                    </a:ext>
                  </a:extLst>
                </p14:cNvPr>
                <p14:cNvContentPartPr/>
                <p14:nvPr/>
              </p14:nvContentPartPr>
              <p14:xfrm>
                <a:off x="2637000" y="195284"/>
                <a:ext cx="158040" cy="325080"/>
              </p14:xfrm>
            </p:contentPart>
          </mc:Choice>
          <mc:Fallback xmlns="">
            <p:pic>
              <p:nvPicPr>
                <p:cNvPr id="607" name="Ink 606">
                  <a:extLst>
                    <a:ext uri="{FF2B5EF4-FFF2-40B4-BE49-F238E27FC236}">
                      <a16:creationId xmlns:a16="http://schemas.microsoft.com/office/drawing/2014/main" id="{C1F87F9E-4AA0-8D2D-A001-664CE173E101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2628360" y="186284"/>
                  <a:ext cx="17568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608" name="Ink 607">
                  <a:extLst>
                    <a:ext uri="{FF2B5EF4-FFF2-40B4-BE49-F238E27FC236}">
                      <a16:creationId xmlns:a16="http://schemas.microsoft.com/office/drawing/2014/main" id="{5CE6C1A9-55F3-1580-6B58-AE38A6F82B97}"/>
                    </a:ext>
                  </a:extLst>
                </p14:cNvPr>
                <p14:cNvContentPartPr/>
                <p14:nvPr/>
              </p14:nvContentPartPr>
              <p14:xfrm>
                <a:off x="2820960" y="304364"/>
                <a:ext cx="33840" cy="144000"/>
              </p14:xfrm>
            </p:contentPart>
          </mc:Choice>
          <mc:Fallback xmlns="">
            <p:pic>
              <p:nvPicPr>
                <p:cNvPr id="608" name="Ink 607">
                  <a:extLst>
                    <a:ext uri="{FF2B5EF4-FFF2-40B4-BE49-F238E27FC236}">
                      <a16:creationId xmlns:a16="http://schemas.microsoft.com/office/drawing/2014/main" id="{5CE6C1A9-55F3-1580-6B58-AE38A6F82B97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2812320" y="295724"/>
                  <a:ext cx="514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609" name="Ink 608">
                  <a:extLst>
                    <a:ext uri="{FF2B5EF4-FFF2-40B4-BE49-F238E27FC236}">
                      <a16:creationId xmlns:a16="http://schemas.microsoft.com/office/drawing/2014/main" id="{20641A9B-7678-C300-191A-30D7B4C8B226}"/>
                    </a:ext>
                  </a:extLst>
                </p14:cNvPr>
                <p14:cNvContentPartPr/>
                <p14:nvPr/>
              </p14:nvContentPartPr>
              <p14:xfrm>
                <a:off x="2840040" y="323084"/>
                <a:ext cx="146160" cy="119880"/>
              </p14:xfrm>
            </p:contentPart>
          </mc:Choice>
          <mc:Fallback xmlns="">
            <p:pic>
              <p:nvPicPr>
                <p:cNvPr id="609" name="Ink 608">
                  <a:extLst>
                    <a:ext uri="{FF2B5EF4-FFF2-40B4-BE49-F238E27FC236}">
                      <a16:creationId xmlns:a16="http://schemas.microsoft.com/office/drawing/2014/main" id="{20641A9B-7678-C300-191A-30D7B4C8B226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2831040" y="314444"/>
                  <a:ext cx="1638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610" name="Ink 609">
                  <a:extLst>
                    <a:ext uri="{FF2B5EF4-FFF2-40B4-BE49-F238E27FC236}">
                      <a16:creationId xmlns:a16="http://schemas.microsoft.com/office/drawing/2014/main" id="{69700BA4-48C8-821D-6B99-2D5539FC4DA3}"/>
                    </a:ext>
                  </a:extLst>
                </p14:cNvPr>
                <p14:cNvContentPartPr/>
                <p14:nvPr/>
              </p14:nvContentPartPr>
              <p14:xfrm>
                <a:off x="2964960" y="223004"/>
                <a:ext cx="21960" cy="260280"/>
              </p14:xfrm>
            </p:contentPart>
          </mc:Choice>
          <mc:Fallback xmlns="">
            <p:pic>
              <p:nvPicPr>
                <p:cNvPr id="610" name="Ink 609">
                  <a:extLst>
                    <a:ext uri="{FF2B5EF4-FFF2-40B4-BE49-F238E27FC236}">
                      <a16:creationId xmlns:a16="http://schemas.microsoft.com/office/drawing/2014/main" id="{69700BA4-48C8-821D-6B99-2D5539FC4DA3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2955960" y="214364"/>
                  <a:ext cx="396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612" name="Ink 611">
                  <a:extLst>
                    <a:ext uri="{FF2B5EF4-FFF2-40B4-BE49-F238E27FC236}">
                      <a16:creationId xmlns:a16="http://schemas.microsoft.com/office/drawing/2014/main" id="{91D18FC1-C2DE-FDB7-4BC9-CD025FC4CF89}"/>
                    </a:ext>
                  </a:extLst>
                </p14:cNvPr>
                <p14:cNvContentPartPr/>
                <p14:nvPr/>
              </p14:nvContentPartPr>
              <p14:xfrm>
                <a:off x="3042360" y="354764"/>
                <a:ext cx="72000" cy="101520"/>
              </p14:xfrm>
            </p:contentPart>
          </mc:Choice>
          <mc:Fallback xmlns="">
            <p:pic>
              <p:nvPicPr>
                <p:cNvPr id="612" name="Ink 611">
                  <a:extLst>
                    <a:ext uri="{FF2B5EF4-FFF2-40B4-BE49-F238E27FC236}">
                      <a16:creationId xmlns:a16="http://schemas.microsoft.com/office/drawing/2014/main" id="{91D18FC1-C2DE-FDB7-4BC9-CD025FC4CF89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3033360" y="345764"/>
                  <a:ext cx="896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613" name="Ink 612">
                  <a:extLst>
                    <a:ext uri="{FF2B5EF4-FFF2-40B4-BE49-F238E27FC236}">
                      <a16:creationId xmlns:a16="http://schemas.microsoft.com/office/drawing/2014/main" id="{B63BFFAD-2685-3758-714E-C53D3AC6E5C3}"/>
                    </a:ext>
                  </a:extLst>
                </p14:cNvPr>
                <p14:cNvContentPartPr/>
                <p14:nvPr/>
              </p14:nvContentPartPr>
              <p14:xfrm>
                <a:off x="3112560" y="172964"/>
                <a:ext cx="95760" cy="106920"/>
              </p14:xfrm>
            </p:contentPart>
          </mc:Choice>
          <mc:Fallback xmlns="">
            <p:pic>
              <p:nvPicPr>
                <p:cNvPr id="613" name="Ink 612">
                  <a:extLst>
                    <a:ext uri="{FF2B5EF4-FFF2-40B4-BE49-F238E27FC236}">
                      <a16:creationId xmlns:a16="http://schemas.microsoft.com/office/drawing/2014/main" id="{B63BFFAD-2685-3758-714E-C53D3AC6E5C3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3103920" y="164324"/>
                  <a:ext cx="1134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614" name="Ink 613">
                  <a:extLst>
                    <a:ext uri="{FF2B5EF4-FFF2-40B4-BE49-F238E27FC236}">
                      <a16:creationId xmlns:a16="http://schemas.microsoft.com/office/drawing/2014/main" id="{C8BC6A3F-B612-2C29-470C-28E561AE87C7}"/>
                    </a:ext>
                  </a:extLst>
                </p14:cNvPr>
                <p14:cNvContentPartPr/>
                <p14:nvPr/>
              </p14:nvContentPartPr>
              <p14:xfrm>
                <a:off x="3137040" y="278804"/>
                <a:ext cx="126720" cy="32400"/>
              </p14:xfrm>
            </p:contentPart>
          </mc:Choice>
          <mc:Fallback xmlns="">
            <p:pic>
              <p:nvPicPr>
                <p:cNvPr id="614" name="Ink 613">
                  <a:extLst>
                    <a:ext uri="{FF2B5EF4-FFF2-40B4-BE49-F238E27FC236}">
                      <a16:creationId xmlns:a16="http://schemas.microsoft.com/office/drawing/2014/main" id="{C8BC6A3F-B612-2C29-470C-28E561AE87C7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3128400" y="270164"/>
                  <a:ext cx="14436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6" name="Group 625">
            <a:extLst>
              <a:ext uri="{FF2B5EF4-FFF2-40B4-BE49-F238E27FC236}">
                <a16:creationId xmlns:a16="http://schemas.microsoft.com/office/drawing/2014/main" id="{4E017025-FAA0-CE26-2D93-EC5454BD6FD1}"/>
              </a:ext>
            </a:extLst>
          </p:cNvPr>
          <p:cNvGrpSpPr/>
          <p:nvPr/>
        </p:nvGrpSpPr>
        <p:grpSpPr>
          <a:xfrm>
            <a:off x="3478320" y="164324"/>
            <a:ext cx="266040" cy="396000"/>
            <a:chOff x="3478320" y="164324"/>
            <a:chExt cx="266040" cy="39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615" name="Ink 614">
                  <a:extLst>
                    <a:ext uri="{FF2B5EF4-FFF2-40B4-BE49-F238E27FC236}">
                      <a16:creationId xmlns:a16="http://schemas.microsoft.com/office/drawing/2014/main" id="{CCA1E753-5E2D-0391-182B-5D350D31A755}"/>
                    </a:ext>
                  </a:extLst>
                </p14:cNvPr>
                <p14:cNvContentPartPr/>
                <p14:nvPr/>
              </p14:nvContentPartPr>
              <p14:xfrm>
                <a:off x="3478320" y="164324"/>
                <a:ext cx="245880" cy="396000"/>
              </p14:xfrm>
            </p:contentPart>
          </mc:Choice>
          <mc:Fallback xmlns="">
            <p:pic>
              <p:nvPicPr>
                <p:cNvPr id="615" name="Ink 614">
                  <a:extLst>
                    <a:ext uri="{FF2B5EF4-FFF2-40B4-BE49-F238E27FC236}">
                      <a16:creationId xmlns:a16="http://schemas.microsoft.com/office/drawing/2014/main" id="{CCA1E753-5E2D-0391-182B-5D350D31A755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3469680" y="155684"/>
                  <a:ext cx="26352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616" name="Ink 615">
                  <a:extLst>
                    <a:ext uri="{FF2B5EF4-FFF2-40B4-BE49-F238E27FC236}">
                      <a16:creationId xmlns:a16="http://schemas.microsoft.com/office/drawing/2014/main" id="{652D5B18-560B-4DB0-3031-CF2C032A2994}"/>
                    </a:ext>
                  </a:extLst>
                </p14:cNvPr>
                <p14:cNvContentPartPr/>
                <p14:nvPr/>
              </p14:nvContentPartPr>
              <p14:xfrm>
                <a:off x="3642840" y="363404"/>
                <a:ext cx="101520" cy="32760"/>
              </p14:xfrm>
            </p:contentPart>
          </mc:Choice>
          <mc:Fallback xmlns="">
            <p:pic>
              <p:nvPicPr>
                <p:cNvPr id="616" name="Ink 615">
                  <a:extLst>
                    <a:ext uri="{FF2B5EF4-FFF2-40B4-BE49-F238E27FC236}">
                      <a16:creationId xmlns:a16="http://schemas.microsoft.com/office/drawing/2014/main" id="{652D5B18-560B-4DB0-3031-CF2C032A2994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3634200" y="354404"/>
                  <a:ext cx="11916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5" name="Group 624">
            <a:extLst>
              <a:ext uri="{FF2B5EF4-FFF2-40B4-BE49-F238E27FC236}">
                <a16:creationId xmlns:a16="http://schemas.microsoft.com/office/drawing/2014/main" id="{8CF0A2AA-162D-CB28-591D-7F2A5CBEBC41}"/>
              </a:ext>
            </a:extLst>
          </p:cNvPr>
          <p:cNvGrpSpPr/>
          <p:nvPr/>
        </p:nvGrpSpPr>
        <p:grpSpPr>
          <a:xfrm>
            <a:off x="3896640" y="92324"/>
            <a:ext cx="1110240" cy="481680"/>
            <a:chOff x="3896640" y="92324"/>
            <a:chExt cx="1110240" cy="48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617" name="Ink 616">
                  <a:extLst>
                    <a:ext uri="{FF2B5EF4-FFF2-40B4-BE49-F238E27FC236}">
                      <a16:creationId xmlns:a16="http://schemas.microsoft.com/office/drawing/2014/main" id="{6E462584-C36A-D5E8-F1A1-4FE57F6ACCC2}"/>
                    </a:ext>
                  </a:extLst>
                </p14:cNvPr>
                <p14:cNvContentPartPr/>
                <p14:nvPr/>
              </p14:nvContentPartPr>
              <p14:xfrm>
                <a:off x="3896640" y="304004"/>
                <a:ext cx="142560" cy="138960"/>
              </p14:xfrm>
            </p:contentPart>
          </mc:Choice>
          <mc:Fallback xmlns="">
            <p:pic>
              <p:nvPicPr>
                <p:cNvPr id="617" name="Ink 616">
                  <a:extLst>
                    <a:ext uri="{FF2B5EF4-FFF2-40B4-BE49-F238E27FC236}">
                      <a16:creationId xmlns:a16="http://schemas.microsoft.com/office/drawing/2014/main" id="{6E462584-C36A-D5E8-F1A1-4FE57F6ACCC2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3887640" y="295004"/>
                  <a:ext cx="1602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618" name="Ink 617">
                  <a:extLst>
                    <a:ext uri="{FF2B5EF4-FFF2-40B4-BE49-F238E27FC236}">
                      <a16:creationId xmlns:a16="http://schemas.microsoft.com/office/drawing/2014/main" id="{1F4A99D1-4221-C645-0D15-4CC6EF2501DC}"/>
                    </a:ext>
                  </a:extLst>
                </p14:cNvPr>
                <p14:cNvContentPartPr/>
                <p14:nvPr/>
              </p14:nvContentPartPr>
              <p14:xfrm>
                <a:off x="4097880" y="187724"/>
                <a:ext cx="229680" cy="200520"/>
              </p14:xfrm>
            </p:contentPart>
          </mc:Choice>
          <mc:Fallback xmlns="">
            <p:pic>
              <p:nvPicPr>
                <p:cNvPr id="618" name="Ink 617">
                  <a:extLst>
                    <a:ext uri="{FF2B5EF4-FFF2-40B4-BE49-F238E27FC236}">
                      <a16:creationId xmlns:a16="http://schemas.microsoft.com/office/drawing/2014/main" id="{1F4A99D1-4221-C645-0D15-4CC6EF2501DC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4088880" y="179084"/>
                  <a:ext cx="2473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619" name="Ink 618">
                  <a:extLst>
                    <a:ext uri="{FF2B5EF4-FFF2-40B4-BE49-F238E27FC236}">
                      <a16:creationId xmlns:a16="http://schemas.microsoft.com/office/drawing/2014/main" id="{28407559-89F3-B07A-1154-312B1F5D5722}"/>
                    </a:ext>
                  </a:extLst>
                </p14:cNvPr>
                <p14:cNvContentPartPr/>
                <p14:nvPr/>
              </p14:nvContentPartPr>
              <p14:xfrm>
                <a:off x="4379040" y="243164"/>
                <a:ext cx="75600" cy="114120"/>
              </p14:xfrm>
            </p:contentPart>
          </mc:Choice>
          <mc:Fallback xmlns="">
            <p:pic>
              <p:nvPicPr>
                <p:cNvPr id="619" name="Ink 618">
                  <a:extLst>
                    <a:ext uri="{FF2B5EF4-FFF2-40B4-BE49-F238E27FC236}">
                      <a16:creationId xmlns:a16="http://schemas.microsoft.com/office/drawing/2014/main" id="{28407559-89F3-B07A-1154-312B1F5D5722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4370400" y="234164"/>
                  <a:ext cx="932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620" name="Ink 619">
                  <a:extLst>
                    <a:ext uri="{FF2B5EF4-FFF2-40B4-BE49-F238E27FC236}">
                      <a16:creationId xmlns:a16="http://schemas.microsoft.com/office/drawing/2014/main" id="{FB8E27AF-48E5-8457-FA81-C616327895EB}"/>
                    </a:ext>
                  </a:extLst>
                </p14:cNvPr>
                <p14:cNvContentPartPr/>
                <p14:nvPr/>
              </p14:nvContentPartPr>
              <p14:xfrm>
                <a:off x="4507920" y="168644"/>
                <a:ext cx="35640" cy="217800"/>
              </p14:xfrm>
            </p:contentPart>
          </mc:Choice>
          <mc:Fallback xmlns="">
            <p:pic>
              <p:nvPicPr>
                <p:cNvPr id="620" name="Ink 619">
                  <a:extLst>
                    <a:ext uri="{FF2B5EF4-FFF2-40B4-BE49-F238E27FC236}">
                      <a16:creationId xmlns:a16="http://schemas.microsoft.com/office/drawing/2014/main" id="{FB8E27AF-48E5-8457-FA81-C616327895EB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4499280" y="159644"/>
                  <a:ext cx="532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621" name="Ink 620">
                  <a:extLst>
                    <a:ext uri="{FF2B5EF4-FFF2-40B4-BE49-F238E27FC236}">
                      <a16:creationId xmlns:a16="http://schemas.microsoft.com/office/drawing/2014/main" id="{E09FBD9D-5A73-FFE9-6F62-EDE8EC77DC8F}"/>
                    </a:ext>
                  </a:extLst>
                </p14:cNvPr>
                <p14:cNvContentPartPr/>
                <p14:nvPr/>
              </p14:nvContentPartPr>
              <p14:xfrm>
                <a:off x="4483800" y="259724"/>
                <a:ext cx="106560" cy="12600"/>
              </p14:xfrm>
            </p:contentPart>
          </mc:Choice>
          <mc:Fallback xmlns="">
            <p:pic>
              <p:nvPicPr>
                <p:cNvPr id="621" name="Ink 620">
                  <a:extLst>
                    <a:ext uri="{FF2B5EF4-FFF2-40B4-BE49-F238E27FC236}">
                      <a16:creationId xmlns:a16="http://schemas.microsoft.com/office/drawing/2014/main" id="{E09FBD9D-5A73-FFE9-6F62-EDE8EC77DC8F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4474800" y="250724"/>
                  <a:ext cx="1242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622" name="Ink 621">
                  <a:extLst>
                    <a:ext uri="{FF2B5EF4-FFF2-40B4-BE49-F238E27FC236}">
                      <a16:creationId xmlns:a16="http://schemas.microsoft.com/office/drawing/2014/main" id="{596EA6BC-F177-EE62-39BB-3C9C3ED28EB1}"/>
                    </a:ext>
                  </a:extLst>
                </p14:cNvPr>
                <p14:cNvContentPartPr/>
                <p14:nvPr/>
              </p14:nvContentPartPr>
              <p14:xfrm>
                <a:off x="4583520" y="246764"/>
                <a:ext cx="89280" cy="118080"/>
              </p14:xfrm>
            </p:contentPart>
          </mc:Choice>
          <mc:Fallback xmlns="">
            <p:pic>
              <p:nvPicPr>
                <p:cNvPr id="622" name="Ink 621">
                  <a:extLst>
                    <a:ext uri="{FF2B5EF4-FFF2-40B4-BE49-F238E27FC236}">
                      <a16:creationId xmlns:a16="http://schemas.microsoft.com/office/drawing/2014/main" id="{596EA6BC-F177-EE62-39BB-3C9C3ED28EB1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4574520" y="238124"/>
                  <a:ext cx="1069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623" name="Ink 622">
                  <a:extLst>
                    <a:ext uri="{FF2B5EF4-FFF2-40B4-BE49-F238E27FC236}">
                      <a16:creationId xmlns:a16="http://schemas.microsoft.com/office/drawing/2014/main" id="{5FC4D78A-5B69-F5C0-D6AC-89F2D5A739A4}"/>
                    </a:ext>
                  </a:extLst>
                </p14:cNvPr>
                <p14:cNvContentPartPr/>
                <p14:nvPr/>
              </p14:nvContentPartPr>
              <p14:xfrm>
                <a:off x="4714920" y="195644"/>
                <a:ext cx="162360" cy="158400"/>
              </p14:xfrm>
            </p:contentPart>
          </mc:Choice>
          <mc:Fallback xmlns="">
            <p:pic>
              <p:nvPicPr>
                <p:cNvPr id="623" name="Ink 622">
                  <a:extLst>
                    <a:ext uri="{FF2B5EF4-FFF2-40B4-BE49-F238E27FC236}">
                      <a16:creationId xmlns:a16="http://schemas.microsoft.com/office/drawing/2014/main" id="{5FC4D78A-5B69-F5C0-D6AC-89F2D5A739A4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4706280" y="186644"/>
                  <a:ext cx="1800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624" name="Ink 623">
                  <a:extLst>
                    <a:ext uri="{FF2B5EF4-FFF2-40B4-BE49-F238E27FC236}">
                      <a16:creationId xmlns:a16="http://schemas.microsoft.com/office/drawing/2014/main" id="{56A593FE-AEF2-7B82-6805-D1F511EF76ED}"/>
                    </a:ext>
                  </a:extLst>
                </p14:cNvPr>
                <p14:cNvContentPartPr/>
                <p14:nvPr/>
              </p14:nvContentPartPr>
              <p14:xfrm>
                <a:off x="4812840" y="92324"/>
                <a:ext cx="194040" cy="481680"/>
              </p14:xfrm>
            </p:contentPart>
          </mc:Choice>
          <mc:Fallback xmlns="">
            <p:pic>
              <p:nvPicPr>
                <p:cNvPr id="624" name="Ink 623">
                  <a:extLst>
                    <a:ext uri="{FF2B5EF4-FFF2-40B4-BE49-F238E27FC236}">
                      <a16:creationId xmlns:a16="http://schemas.microsoft.com/office/drawing/2014/main" id="{56A593FE-AEF2-7B82-6805-D1F511EF76ED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4804200" y="83684"/>
                  <a:ext cx="211680" cy="49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34">
            <p14:nvContentPartPr>
              <p14:cNvPr id="628" name="Ink 627">
                <a:extLst>
                  <a:ext uri="{FF2B5EF4-FFF2-40B4-BE49-F238E27FC236}">
                    <a16:creationId xmlns:a16="http://schemas.microsoft.com/office/drawing/2014/main" id="{F4876E3B-E6CC-72E3-D8F4-0A354507C7B4}"/>
                  </a:ext>
                </a:extLst>
              </p14:cNvPr>
              <p14:cNvContentPartPr/>
              <p14:nvPr/>
            </p14:nvContentPartPr>
            <p14:xfrm>
              <a:off x="1463400" y="1756964"/>
              <a:ext cx="69480" cy="78120"/>
            </p14:xfrm>
          </p:contentPart>
        </mc:Choice>
        <mc:Fallback xmlns="">
          <p:pic>
            <p:nvPicPr>
              <p:cNvPr id="628" name="Ink 627">
                <a:extLst>
                  <a:ext uri="{FF2B5EF4-FFF2-40B4-BE49-F238E27FC236}">
                    <a16:creationId xmlns:a16="http://schemas.microsoft.com/office/drawing/2014/main" id="{F4876E3B-E6CC-72E3-D8F4-0A354507C7B4}"/>
                  </a:ext>
                </a:extLst>
              </p:cNvPr>
              <p:cNvPicPr/>
              <p:nvPr/>
            </p:nvPicPr>
            <p:blipFill>
              <a:blip r:embed="rId635"/>
              <a:stretch>
                <a:fillRect/>
              </a:stretch>
            </p:blipFill>
            <p:spPr>
              <a:xfrm>
                <a:off x="1454400" y="1747964"/>
                <a:ext cx="8712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6">
            <p14:nvContentPartPr>
              <p14:cNvPr id="629" name="Ink 628">
                <a:extLst>
                  <a:ext uri="{FF2B5EF4-FFF2-40B4-BE49-F238E27FC236}">
                    <a16:creationId xmlns:a16="http://schemas.microsoft.com/office/drawing/2014/main" id="{5EEA0C4C-D546-CC29-9C03-D4D791286492}"/>
                  </a:ext>
                </a:extLst>
              </p14:cNvPr>
              <p14:cNvContentPartPr/>
              <p14:nvPr/>
            </p14:nvContentPartPr>
            <p14:xfrm>
              <a:off x="3706560" y="1691444"/>
              <a:ext cx="91440" cy="120960"/>
            </p14:xfrm>
          </p:contentPart>
        </mc:Choice>
        <mc:Fallback xmlns="">
          <p:pic>
            <p:nvPicPr>
              <p:cNvPr id="629" name="Ink 628">
                <a:extLst>
                  <a:ext uri="{FF2B5EF4-FFF2-40B4-BE49-F238E27FC236}">
                    <a16:creationId xmlns:a16="http://schemas.microsoft.com/office/drawing/2014/main" id="{5EEA0C4C-D546-CC29-9C03-D4D791286492}"/>
                  </a:ext>
                </a:extLst>
              </p:cNvPr>
              <p:cNvPicPr/>
              <p:nvPr/>
            </p:nvPicPr>
            <p:blipFill>
              <a:blip r:embed="rId637"/>
              <a:stretch>
                <a:fillRect/>
              </a:stretch>
            </p:blipFill>
            <p:spPr>
              <a:xfrm>
                <a:off x="3697560" y="1682804"/>
                <a:ext cx="10908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9B0115B3-E34D-B731-7684-C7274184287F}"/>
                  </a:ext>
                </a:extLst>
              </p14:cNvPr>
              <p14:cNvContentPartPr/>
              <p14:nvPr/>
            </p14:nvContentPartPr>
            <p14:xfrm>
              <a:off x="1276560" y="2614124"/>
              <a:ext cx="20520" cy="1152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9B0115B3-E34D-B731-7684-C7274184287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267920" y="2605124"/>
                <a:ext cx="3816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9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9DA29C7D-ED6D-9AF1-25D5-E000FF7DCBB8}"/>
                  </a:ext>
                </a:extLst>
              </p14:cNvPr>
              <p14:cNvContentPartPr/>
              <p14:nvPr/>
            </p14:nvContentPartPr>
            <p14:xfrm>
              <a:off x="1135800" y="2426204"/>
              <a:ext cx="21600" cy="6912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9DA29C7D-ED6D-9AF1-25D5-E000FF7DCBB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127160" y="2417204"/>
                <a:ext cx="3924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4ACF939E-2398-8E9A-3343-FA4EB4461640}"/>
                  </a:ext>
                </a:extLst>
              </p14:cNvPr>
              <p14:cNvContentPartPr/>
              <p14:nvPr/>
            </p14:nvContentPartPr>
            <p14:xfrm>
              <a:off x="1149480" y="2245124"/>
              <a:ext cx="28080" cy="11592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4ACF939E-2398-8E9A-3343-FA4EB4461640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140840" y="2236484"/>
                <a:ext cx="4572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1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6E8B1240-6A35-6CDC-0501-28800DDAD6FB}"/>
                  </a:ext>
                </a:extLst>
              </p14:cNvPr>
              <p14:cNvContentPartPr/>
              <p14:nvPr/>
            </p14:nvContentPartPr>
            <p14:xfrm>
              <a:off x="1248840" y="2200484"/>
              <a:ext cx="13680" cy="1224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6E8B1240-6A35-6CDC-0501-28800DDAD6F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240200" y="2191844"/>
                <a:ext cx="3132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6FDA0552-A4B3-3C29-E363-B17C49A875C8}"/>
                  </a:ext>
                </a:extLst>
              </p14:cNvPr>
              <p14:cNvContentPartPr/>
              <p14:nvPr/>
            </p14:nvContentPartPr>
            <p14:xfrm>
              <a:off x="1416240" y="2115884"/>
              <a:ext cx="68760" cy="2628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6FDA0552-A4B3-3C29-E363-B17C49A875C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407240" y="2106884"/>
                <a:ext cx="8640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3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B9C6C499-6623-0D47-1649-B27DB5535F1B}"/>
                  </a:ext>
                </a:extLst>
              </p14:cNvPr>
              <p14:cNvContentPartPr/>
              <p14:nvPr/>
            </p14:nvContentPartPr>
            <p14:xfrm>
              <a:off x="1602000" y="2269964"/>
              <a:ext cx="38160" cy="5508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B9C6C499-6623-0D47-1649-B27DB5535F1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593360" y="2261324"/>
                <a:ext cx="5580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BEB396FB-8104-BDC2-3BC6-0502F420942A}"/>
                  </a:ext>
                </a:extLst>
              </p14:cNvPr>
              <p14:cNvContentPartPr/>
              <p14:nvPr/>
            </p14:nvContentPartPr>
            <p14:xfrm>
              <a:off x="1421280" y="2525204"/>
              <a:ext cx="72000" cy="4932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BEB396FB-8104-BDC2-3BC6-0502F420942A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412280" y="2516204"/>
                <a:ext cx="8964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5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625CD4D0-F3AF-5070-5119-B7C5C9DF5C9F}"/>
                  </a:ext>
                </a:extLst>
              </p14:cNvPr>
              <p14:cNvContentPartPr/>
              <p14:nvPr/>
            </p14:nvContentPartPr>
            <p14:xfrm>
              <a:off x="1540440" y="2192924"/>
              <a:ext cx="19800" cy="2700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625CD4D0-F3AF-5070-5119-B7C5C9DF5C9F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531800" y="2183924"/>
                <a:ext cx="3744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CD8211A3-DFCA-127E-E03D-0B685C956904}"/>
                  </a:ext>
                </a:extLst>
              </p14:cNvPr>
              <p14:cNvContentPartPr/>
              <p14:nvPr/>
            </p14:nvContentPartPr>
            <p14:xfrm>
              <a:off x="1627920" y="2173484"/>
              <a:ext cx="31680" cy="396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CD8211A3-DFCA-127E-E03D-0B685C956904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618920" y="2164484"/>
                <a:ext cx="4932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7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48CF5487-37FB-4A38-B968-5C5AE61930A1}"/>
                  </a:ext>
                </a:extLst>
              </p14:cNvPr>
              <p14:cNvContentPartPr/>
              <p14:nvPr/>
            </p14:nvContentPartPr>
            <p14:xfrm>
              <a:off x="1736640" y="2163404"/>
              <a:ext cx="34920" cy="108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48CF5487-37FB-4A38-B968-5C5AE61930A1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727640" y="2154764"/>
                <a:ext cx="5256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8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970D4A73-A1BC-7D13-0F0E-A8F302F25058}"/>
                  </a:ext>
                </a:extLst>
              </p14:cNvPr>
              <p14:cNvContentPartPr/>
              <p14:nvPr/>
            </p14:nvContentPartPr>
            <p14:xfrm>
              <a:off x="1837080" y="2269964"/>
              <a:ext cx="32400" cy="5616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970D4A73-A1BC-7D13-0F0E-A8F302F25058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828440" y="2261324"/>
                <a:ext cx="5004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9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4F089734-DC5D-921C-B9FA-7EBDAE94643C}"/>
                  </a:ext>
                </a:extLst>
              </p14:cNvPr>
              <p14:cNvContentPartPr/>
              <p14:nvPr/>
            </p14:nvContentPartPr>
            <p14:xfrm>
              <a:off x="1591920" y="2656964"/>
              <a:ext cx="78120" cy="3852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4F089734-DC5D-921C-B9FA-7EBDAE94643C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583280" y="2648324"/>
                <a:ext cx="9576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0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CD4503A0-2C71-4E46-57EB-4EBA17F1BEAC}"/>
                  </a:ext>
                </a:extLst>
              </p14:cNvPr>
              <p14:cNvContentPartPr/>
              <p14:nvPr/>
            </p14:nvContentPartPr>
            <p14:xfrm>
              <a:off x="1451520" y="2677124"/>
              <a:ext cx="73080" cy="4104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CD4503A0-2C71-4E46-57EB-4EBA17F1BEAC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442520" y="2668124"/>
                <a:ext cx="9072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1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892CE877-644B-EB64-DFC3-8A8911F3C91E}"/>
                  </a:ext>
                </a:extLst>
              </p14:cNvPr>
              <p14:cNvContentPartPr/>
              <p14:nvPr/>
            </p14:nvContentPartPr>
            <p14:xfrm>
              <a:off x="1318680" y="2451044"/>
              <a:ext cx="28800" cy="8280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892CE877-644B-EB64-DFC3-8A8911F3C91E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310040" y="2442044"/>
                <a:ext cx="4644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ABE6A5AC-FD40-6051-B252-2F4F10D6379B}"/>
                  </a:ext>
                </a:extLst>
              </p14:cNvPr>
              <p14:cNvContentPartPr/>
              <p14:nvPr/>
            </p14:nvContentPartPr>
            <p14:xfrm>
              <a:off x="1402920" y="2191844"/>
              <a:ext cx="49320" cy="6336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ABE6A5AC-FD40-6051-B252-2F4F10D6379B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394280" y="2182844"/>
                <a:ext cx="6696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3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193E9C4D-BE40-B723-8496-DC00B6DE0152}"/>
                  </a:ext>
                </a:extLst>
              </p14:cNvPr>
              <p14:cNvContentPartPr/>
              <p14:nvPr/>
            </p14:nvContentPartPr>
            <p14:xfrm>
              <a:off x="1575000" y="2096444"/>
              <a:ext cx="63360" cy="936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193E9C4D-BE40-B723-8496-DC00B6DE0152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566360" y="2087444"/>
                <a:ext cx="8100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4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CA3B2EDD-BBB7-5A4F-7B63-AD8CFEFEA8F3}"/>
                  </a:ext>
                </a:extLst>
              </p14:cNvPr>
              <p14:cNvContentPartPr/>
              <p14:nvPr/>
            </p14:nvContentPartPr>
            <p14:xfrm>
              <a:off x="1697760" y="2067284"/>
              <a:ext cx="18000" cy="2016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CA3B2EDD-BBB7-5A4F-7B63-AD8CFEFEA8F3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688760" y="2058284"/>
                <a:ext cx="3564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5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A5686F8A-3F68-8179-2035-ED757BA440A2}"/>
                  </a:ext>
                </a:extLst>
              </p14:cNvPr>
              <p14:cNvContentPartPr/>
              <p14:nvPr/>
            </p14:nvContentPartPr>
            <p14:xfrm>
              <a:off x="1559520" y="2053964"/>
              <a:ext cx="68400" cy="1584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A5686F8A-3F68-8179-2035-ED757BA440A2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550520" y="2044964"/>
                <a:ext cx="8604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58968DCB-FEC2-C9CA-4307-7492949218D0}"/>
                  </a:ext>
                </a:extLst>
              </p14:cNvPr>
              <p14:cNvContentPartPr/>
              <p14:nvPr/>
            </p14:nvContentPartPr>
            <p14:xfrm>
              <a:off x="1418040" y="2086364"/>
              <a:ext cx="41760" cy="396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58968DCB-FEC2-C9CA-4307-7492949218D0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409400" y="2077364"/>
                <a:ext cx="5940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7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1855C770-011E-4366-1892-74DF942E5CC3}"/>
                  </a:ext>
                </a:extLst>
              </p14:cNvPr>
              <p14:cNvContentPartPr/>
              <p14:nvPr/>
            </p14:nvContentPartPr>
            <p14:xfrm>
              <a:off x="1247040" y="2135684"/>
              <a:ext cx="18720" cy="1872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1855C770-011E-4366-1892-74DF942E5CC3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238400" y="2127044"/>
                <a:ext cx="3636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8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158D760A-084E-0EBC-0FC4-733A913A6497}"/>
                  </a:ext>
                </a:extLst>
              </p14:cNvPr>
              <p14:cNvContentPartPr/>
              <p14:nvPr/>
            </p14:nvContentPartPr>
            <p14:xfrm>
              <a:off x="1381680" y="2526284"/>
              <a:ext cx="56160" cy="2736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158D760A-084E-0EBC-0FC4-733A913A6497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372680" y="2517284"/>
                <a:ext cx="7380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9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7786DF03-F844-77B2-F052-DACDEC6F5491}"/>
                  </a:ext>
                </a:extLst>
              </p14:cNvPr>
              <p14:cNvContentPartPr/>
              <p14:nvPr/>
            </p14:nvContentPartPr>
            <p14:xfrm>
              <a:off x="1619640" y="2565884"/>
              <a:ext cx="34200" cy="684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7786DF03-F844-77B2-F052-DACDEC6F5491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611000" y="2556884"/>
                <a:ext cx="5184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0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3F453FD7-4FEB-6DED-1EF7-33709ABC7A6A}"/>
                  </a:ext>
                </a:extLst>
              </p14:cNvPr>
              <p14:cNvContentPartPr/>
              <p14:nvPr/>
            </p14:nvContentPartPr>
            <p14:xfrm>
              <a:off x="1810080" y="2304164"/>
              <a:ext cx="14040" cy="4680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3F453FD7-4FEB-6DED-1EF7-33709ABC7A6A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801440" y="2295524"/>
                <a:ext cx="3168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1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ABCD6395-82DE-81A1-B704-BB226B4EF613}"/>
                  </a:ext>
                </a:extLst>
              </p14:cNvPr>
              <p14:cNvContentPartPr/>
              <p14:nvPr/>
            </p14:nvContentPartPr>
            <p14:xfrm>
              <a:off x="1733400" y="2260604"/>
              <a:ext cx="25560" cy="93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ABCD6395-82DE-81A1-B704-BB226B4EF613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724760" y="2251964"/>
                <a:ext cx="4320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2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3DA588ED-7730-2572-61A0-76232B0E0CA2}"/>
                  </a:ext>
                </a:extLst>
              </p14:cNvPr>
              <p14:cNvContentPartPr/>
              <p14:nvPr/>
            </p14:nvContentPartPr>
            <p14:xfrm>
              <a:off x="1705680" y="2294804"/>
              <a:ext cx="18720" cy="1872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3DA588ED-7730-2572-61A0-76232B0E0CA2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697040" y="2285804"/>
                <a:ext cx="3636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3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2168D42B-B0A4-F6E8-D78B-854D426A6B31}"/>
                  </a:ext>
                </a:extLst>
              </p14:cNvPr>
              <p14:cNvContentPartPr/>
              <p14:nvPr/>
            </p14:nvContentPartPr>
            <p14:xfrm>
              <a:off x="1812600" y="2362484"/>
              <a:ext cx="34200" cy="216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2168D42B-B0A4-F6E8-D78B-854D426A6B31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803960" y="2353844"/>
                <a:ext cx="5184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4">
            <p14:nvContentPartPr>
              <p14:cNvPr id="630" name="Ink 629">
                <a:extLst>
                  <a:ext uri="{FF2B5EF4-FFF2-40B4-BE49-F238E27FC236}">
                    <a16:creationId xmlns:a16="http://schemas.microsoft.com/office/drawing/2014/main" id="{C5AECD6D-5BB8-DCE0-C123-F9962A6C0CAA}"/>
                  </a:ext>
                </a:extLst>
              </p14:cNvPr>
              <p14:cNvContentPartPr/>
              <p14:nvPr/>
            </p14:nvContentPartPr>
            <p14:xfrm>
              <a:off x="1625400" y="1637444"/>
              <a:ext cx="119520" cy="165240"/>
            </p14:xfrm>
          </p:contentPart>
        </mc:Choice>
        <mc:Fallback xmlns="">
          <p:pic>
            <p:nvPicPr>
              <p:cNvPr id="630" name="Ink 629">
                <a:extLst>
                  <a:ext uri="{FF2B5EF4-FFF2-40B4-BE49-F238E27FC236}">
                    <a16:creationId xmlns:a16="http://schemas.microsoft.com/office/drawing/2014/main" id="{C5AECD6D-5BB8-DCE0-C123-F9962A6C0CAA}"/>
                  </a:ext>
                </a:extLst>
              </p:cNvPr>
              <p:cNvPicPr/>
              <p:nvPr/>
            </p:nvPicPr>
            <p:blipFill>
              <a:blip r:embed="rId670"/>
              <a:stretch>
                <a:fillRect/>
              </a:stretch>
            </p:blipFill>
            <p:spPr>
              <a:xfrm>
                <a:off x="1616760" y="1628444"/>
                <a:ext cx="13716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1">
            <p14:nvContentPartPr>
              <p14:cNvPr id="631" name="Ink 630">
                <a:extLst>
                  <a:ext uri="{FF2B5EF4-FFF2-40B4-BE49-F238E27FC236}">
                    <a16:creationId xmlns:a16="http://schemas.microsoft.com/office/drawing/2014/main" id="{01ABC814-9764-1311-B8D8-F6A8C73C5D2E}"/>
                  </a:ext>
                </a:extLst>
              </p14:cNvPr>
              <p14:cNvContentPartPr/>
              <p14:nvPr/>
            </p14:nvContentPartPr>
            <p14:xfrm>
              <a:off x="1782000" y="1753004"/>
              <a:ext cx="18720" cy="118800"/>
            </p14:xfrm>
          </p:contentPart>
        </mc:Choice>
        <mc:Fallback xmlns="">
          <p:pic>
            <p:nvPicPr>
              <p:cNvPr id="631" name="Ink 630">
                <a:extLst>
                  <a:ext uri="{FF2B5EF4-FFF2-40B4-BE49-F238E27FC236}">
                    <a16:creationId xmlns:a16="http://schemas.microsoft.com/office/drawing/2014/main" id="{01ABC814-9764-1311-B8D8-F6A8C73C5D2E}"/>
                  </a:ext>
                </a:extLst>
              </p:cNvPr>
              <p:cNvPicPr/>
              <p:nvPr/>
            </p:nvPicPr>
            <p:blipFill>
              <a:blip r:embed="rId672"/>
              <a:stretch>
                <a:fillRect/>
              </a:stretch>
            </p:blipFill>
            <p:spPr>
              <a:xfrm>
                <a:off x="1773000" y="1744004"/>
                <a:ext cx="3636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3">
            <p14:nvContentPartPr>
              <p14:cNvPr id="636" name="Ink 635">
                <a:extLst>
                  <a:ext uri="{FF2B5EF4-FFF2-40B4-BE49-F238E27FC236}">
                    <a16:creationId xmlns:a16="http://schemas.microsoft.com/office/drawing/2014/main" id="{B656148D-B9BE-0DED-F9E5-25BD5CB9C4B9}"/>
                  </a:ext>
                </a:extLst>
              </p14:cNvPr>
              <p14:cNvContentPartPr/>
              <p14:nvPr/>
            </p14:nvContentPartPr>
            <p14:xfrm>
              <a:off x="864000" y="740324"/>
              <a:ext cx="1257480" cy="2035440"/>
            </p14:xfrm>
          </p:contentPart>
        </mc:Choice>
        <mc:Fallback xmlns="">
          <p:pic>
            <p:nvPicPr>
              <p:cNvPr id="636" name="Ink 635">
                <a:extLst>
                  <a:ext uri="{FF2B5EF4-FFF2-40B4-BE49-F238E27FC236}">
                    <a16:creationId xmlns:a16="http://schemas.microsoft.com/office/drawing/2014/main" id="{B656148D-B9BE-0DED-F9E5-25BD5CB9C4B9}"/>
                  </a:ext>
                </a:extLst>
              </p:cNvPr>
              <p:cNvPicPr/>
              <p:nvPr/>
            </p:nvPicPr>
            <p:blipFill>
              <a:blip r:embed="rId674"/>
              <a:stretch>
                <a:fillRect/>
              </a:stretch>
            </p:blipFill>
            <p:spPr>
              <a:xfrm>
                <a:off x="855000" y="731324"/>
                <a:ext cx="1275120" cy="205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638" name="Group 637">
            <a:extLst>
              <a:ext uri="{FF2B5EF4-FFF2-40B4-BE49-F238E27FC236}">
                <a16:creationId xmlns:a16="http://schemas.microsoft.com/office/drawing/2014/main" id="{CB6ED6E9-7BDC-C3EF-1213-7D99F844F9D2}"/>
              </a:ext>
            </a:extLst>
          </p:cNvPr>
          <p:cNvGrpSpPr/>
          <p:nvPr/>
        </p:nvGrpSpPr>
        <p:grpSpPr>
          <a:xfrm>
            <a:off x="2957400" y="705404"/>
            <a:ext cx="1500120" cy="2105280"/>
            <a:chOff x="2957400" y="705404"/>
            <a:chExt cx="1500120" cy="210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B3BF610-E3A0-69DE-CF3D-693A4B246E6D}"/>
                    </a:ext>
                  </a:extLst>
                </p14:cNvPr>
                <p14:cNvContentPartPr/>
                <p14:nvPr/>
              </p14:nvContentPartPr>
              <p14:xfrm>
                <a:off x="3340440" y="1249364"/>
                <a:ext cx="5040" cy="129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B3BF610-E3A0-69DE-CF3D-693A4B246E6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331800" y="1240364"/>
                  <a:ext cx="226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B48331A-1063-455C-667B-9DF44EA17BF8}"/>
                    </a:ext>
                  </a:extLst>
                </p14:cNvPr>
                <p14:cNvContentPartPr/>
                <p14:nvPr/>
              </p14:nvContentPartPr>
              <p14:xfrm>
                <a:off x="3202200" y="1054964"/>
                <a:ext cx="36000" cy="91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B48331A-1063-455C-667B-9DF44EA17BF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93560" y="1045964"/>
                  <a:ext cx="536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A6829FF-368D-040D-90D5-40747564DF31}"/>
                    </a:ext>
                  </a:extLst>
                </p14:cNvPr>
                <p14:cNvContentPartPr/>
                <p14:nvPr/>
              </p14:nvContentPartPr>
              <p14:xfrm>
                <a:off x="3260880" y="910964"/>
                <a:ext cx="46800" cy="579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A6829FF-368D-040D-90D5-40747564DF3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52240" y="902324"/>
                  <a:ext cx="644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A67E637-C7E9-F09C-1585-74C321F35C33}"/>
                    </a:ext>
                  </a:extLst>
                </p14:cNvPr>
                <p14:cNvContentPartPr/>
                <p14:nvPr/>
              </p14:nvContentPartPr>
              <p14:xfrm>
                <a:off x="3413520" y="820964"/>
                <a:ext cx="112320" cy="529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A67E637-C7E9-F09C-1585-74C321F35C3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404880" y="812324"/>
                  <a:ext cx="1299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5C09CDE-8587-C826-F42A-6F64A6BDF86F}"/>
                    </a:ext>
                  </a:extLst>
                </p14:cNvPr>
                <p14:cNvContentPartPr/>
                <p14:nvPr/>
              </p14:nvContentPartPr>
              <p14:xfrm>
                <a:off x="3639240" y="801884"/>
                <a:ext cx="139320" cy="5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5C09CDE-8587-C826-F42A-6F64A6BDF86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630240" y="793244"/>
                  <a:ext cx="1569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6908484-FEE4-33A7-C839-687302974EA3}"/>
                    </a:ext>
                  </a:extLst>
                </p14:cNvPr>
                <p14:cNvContentPartPr/>
                <p14:nvPr/>
              </p14:nvContentPartPr>
              <p14:xfrm>
                <a:off x="3943800" y="833204"/>
                <a:ext cx="41040" cy="612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6908484-FEE4-33A7-C839-687302974EA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935160" y="824564"/>
                  <a:ext cx="586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C14C05D-E3A6-F178-E066-86BD57CDCF44}"/>
                    </a:ext>
                  </a:extLst>
                </p14:cNvPr>
                <p14:cNvContentPartPr/>
                <p14:nvPr/>
              </p14:nvContentPartPr>
              <p14:xfrm>
                <a:off x="4058280" y="1008164"/>
                <a:ext cx="67680" cy="752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C14C05D-E3A6-F178-E066-86BD57CDCF4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49640" y="999524"/>
                  <a:ext cx="853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3416A14-60A3-97F4-32E1-1D94D2E5F654}"/>
                    </a:ext>
                  </a:extLst>
                </p14:cNvPr>
                <p14:cNvContentPartPr/>
                <p14:nvPr/>
              </p14:nvContentPartPr>
              <p14:xfrm>
                <a:off x="4146120" y="1257284"/>
                <a:ext cx="10440" cy="66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3416A14-60A3-97F4-32E1-1D94D2E5F65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137480" y="1248644"/>
                  <a:ext cx="280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81F73BA-B848-E84A-E72C-2D3CF41C9710}"/>
                    </a:ext>
                  </a:extLst>
                </p14:cNvPr>
                <p14:cNvContentPartPr/>
                <p14:nvPr/>
              </p14:nvContentPartPr>
              <p14:xfrm>
                <a:off x="3813120" y="1539524"/>
                <a:ext cx="77040" cy="6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81F73BA-B848-E84A-E72C-2D3CF41C971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804480" y="1530884"/>
                  <a:ext cx="946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8E4B888-6562-B9A0-BAD7-B1F0BB3A92AF}"/>
                    </a:ext>
                  </a:extLst>
                </p14:cNvPr>
                <p14:cNvContentPartPr/>
                <p14:nvPr/>
              </p14:nvContentPartPr>
              <p14:xfrm>
                <a:off x="3612240" y="1557164"/>
                <a:ext cx="90720" cy="3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8E4B888-6562-B9A0-BAD7-B1F0BB3A92A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603240" y="1548524"/>
                  <a:ext cx="1083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958FD68-EC8E-B64D-E861-A7E15B1F60D5}"/>
                    </a:ext>
                  </a:extLst>
                </p14:cNvPr>
                <p14:cNvContentPartPr/>
                <p14:nvPr/>
              </p14:nvContentPartPr>
              <p14:xfrm>
                <a:off x="3573360" y="1437644"/>
                <a:ext cx="19080" cy="1177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958FD68-EC8E-B64D-E861-A7E15B1F60D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564360" y="1429004"/>
                  <a:ext cx="367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1B53296-E790-424D-A4F9-A95D281D3D7C}"/>
                    </a:ext>
                  </a:extLst>
                </p14:cNvPr>
                <p14:cNvContentPartPr/>
                <p14:nvPr/>
              </p14:nvContentPartPr>
              <p14:xfrm>
                <a:off x="3726000" y="1204004"/>
                <a:ext cx="47520" cy="511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1B53296-E790-424D-A4F9-A95D281D3D7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717000" y="1195004"/>
                  <a:ext cx="651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5D4A076-AAD8-15B8-5EBB-4826C587767C}"/>
                    </a:ext>
                  </a:extLst>
                </p14:cNvPr>
                <p14:cNvContentPartPr/>
                <p14:nvPr/>
              </p14:nvContentPartPr>
              <p14:xfrm>
                <a:off x="3842640" y="1182044"/>
                <a:ext cx="27360" cy="18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5D4A076-AAD8-15B8-5EBB-4826C587767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34000" y="1173404"/>
                  <a:ext cx="450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7FEFA85-1804-4387-6C48-C224D82FC2C6}"/>
                    </a:ext>
                  </a:extLst>
                </p14:cNvPr>
                <p14:cNvContentPartPr/>
                <p14:nvPr/>
              </p14:nvContentPartPr>
              <p14:xfrm>
                <a:off x="3796920" y="1385444"/>
                <a:ext cx="31680" cy="26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7FEFA85-1804-4387-6C48-C224D82FC2C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788280" y="1376444"/>
                  <a:ext cx="493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2A3AEE2-D199-A123-0DB5-919BBC80FAA2}"/>
                    </a:ext>
                  </a:extLst>
                </p14:cNvPr>
                <p14:cNvContentPartPr/>
                <p14:nvPr/>
              </p14:nvContentPartPr>
              <p14:xfrm>
                <a:off x="3585960" y="1359524"/>
                <a:ext cx="87120" cy="36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2A3AEE2-D199-A123-0DB5-919BBC80FAA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576960" y="1350524"/>
                  <a:ext cx="1047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762C509-B102-966C-8BDB-E9EB16AFE45D}"/>
                    </a:ext>
                  </a:extLst>
                </p14:cNvPr>
                <p14:cNvContentPartPr/>
                <p14:nvPr/>
              </p14:nvContentPartPr>
              <p14:xfrm>
                <a:off x="3448800" y="1229204"/>
                <a:ext cx="13680" cy="676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762C509-B102-966C-8BDB-E9EB16AFE45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440160" y="1220204"/>
                  <a:ext cx="313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5C13407-A580-A480-2CAD-5192AC7922A8}"/>
                    </a:ext>
                  </a:extLst>
                </p14:cNvPr>
                <p14:cNvContentPartPr/>
                <p14:nvPr/>
              </p14:nvContentPartPr>
              <p14:xfrm>
                <a:off x="3502800" y="1018244"/>
                <a:ext cx="34200" cy="975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5C13407-A580-A480-2CAD-5192AC7922A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494160" y="1009604"/>
                  <a:ext cx="518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18D5430-7A54-8219-AAB3-955150493E3A}"/>
                    </a:ext>
                  </a:extLst>
                </p14:cNvPr>
                <p14:cNvContentPartPr/>
                <p14:nvPr/>
              </p14:nvContentPartPr>
              <p14:xfrm>
                <a:off x="3658680" y="917084"/>
                <a:ext cx="60120" cy="68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18D5430-7A54-8219-AAB3-955150493E3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650040" y="908084"/>
                  <a:ext cx="777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EE3105D-1487-B291-7ABD-5CB66DBB4C3A}"/>
                    </a:ext>
                  </a:extLst>
                </p14:cNvPr>
                <p14:cNvContentPartPr/>
                <p14:nvPr/>
              </p14:nvContentPartPr>
              <p14:xfrm>
                <a:off x="4000680" y="1123724"/>
                <a:ext cx="9000" cy="410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EE3105D-1487-B291-7ABD-5CB66DBB4C3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991680" y="1115084"/>
                  <a:ext cx="266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9A21B62-4F85-2CE5-E29C-E43D4CB987C2}"/>
                    </a:ext>
                  </a:extLst>
                </p14:cNvPr>
                <p14:cNvContentPartPr/>
                <p14:nvPr/>
              </p14:nvContentPartPr>
              <p14:xfrm>
                <a:off x="4006080" y="1223444"/>
                <a:ext cx="5400" cy="216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9A21B62-4F85-2CE5-E29C-E43D4CB987C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997440" y="1214444"/>
                  <a:ext cx="230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62FFF51-3599-3E7E-BF51-D135A286E3BD}"/>
                    </a:ext>
                  </a:extLst>
                </p14:cNvPr>
                <p14:cNvContentPartPr/>
                <p14:nvPr/>
              </p14:nvContentPartPr>
              <p14:xfrm>
                <a:off x="3827160" y="1296164"/>
                <a:ext cx="66240" cy="108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62FFF51-3599-3E7E-BF51-D135A286E3B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818160" y="1287524"/>
                  <a:ext cx="838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4B76E18-9BA5-7B83-7DF4-E7B5A464BB68}"/>
                    </a:ext>
                  </a:extLst>
                </p14:cNvPr>
                <p14:cNvContentPartPr/>
                <p14:nvPr/>
              </p14:nvContentPartPr>
              <p14:xfrm>
                <a:off x="3759840" y="1087364"/>
                <a:ext cx="6120" cy="180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4B76E18-9BA5-7B83-7DF4-E7B5A464BB6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751200" y="1078364"/>
                  <a:ext cx="237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B9859CF-FC0E-7BD6-B7F4-9999DF7F173C}"/>
                    </a:ext>
                  </a:extLst>
                </p14:cNvPr>
                <p14:cNvContentPartPr/>
                <p14:nvPr/>
              </p14:nvContentPartPr>
              <p14:xfrm>
                <a:off x="3854160" y="1027604"/>
                <a:ext cx="7920" cy="39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B9859CF-FC0E-7BD6-B7F4-9999DF7F173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845160" y="1018964"/>
                  <a:ext cx="255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DC17448-BB50-B1CF-9684-18458BB1D39B}"/>
                    </a:ext>
                  </a:extLst>
                </p14:cNvPr>
                <p14:cNvContentPartPr/>
                <p14:nvPr/>
              </p14:nvContentPartPr>
              <p14:xfrm>
                <a:off x="3905640" y="1056044"/>
                <a:ext cx="13680" cy="223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DC17448-BB50-B1CF-9684-18458BB1D39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896640" y="1047044"/>
                  <a:ext cx="313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6393459-CEFF-B14F-F2CE-94357371214E}"/>
                    </a:ext>
                  </a:extLst>
                </p14:cNvPr>
                <p14:cNvContentPartPr/>
                <p14:nvPr/>
              </p14:nvContentPartPr>
              <p14:xfrm>
                <a:off x="3676320" y="1176644"/>
                <a:ext cx="102240" cy="334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6393459-CEFF-B14F-F2CE-94357371214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667320" y="1168004"/>
                  <a:ext cx="1198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4CB7662-715B-C6B8-8F67-0740A26E58C8}"/>
                    </a:ext>
                  </a:extLst>
                </p14:cNvPr>
                <p14:cNvContentPartPr/>
                <p14:nvPr/>
              </p14:nvContentPartPr>
              <p14:xfrm>
                <a:off x="3544200" y="1268804"/>
                <a:ext cx="35640" cy="262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4CB7662-715B-C6B8-8F67-0740A26E58C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535560" y="1259804"/>
                  <a:ext cx="532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4DDDFDC-DF57-037C-0E72-571E99486E66}"/>
                    </a:ext>
                  </a:extLst>
                </p14:cNvPr>
                <p14:cNvContentPartPr/>
                <p14:nvPr/>
              </p14:nvContentPartPr>
              <p14:xfrm>
                <a:off x="3387960" y="1365284"/>
                <a:ext cx="23760" cy="205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4DDDFDC-DF57-037C-0E72-571E99486E6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378960" y="1356284"/>
                  <a:ext cx="414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21DDB2F-167C-E0B6-D1E8-BC05454442BD}"/>
                    </a:ext>
                  </a:extLst>
                </p14:cNvPr>
                <p14:cNvContentPartPr/>
                <p14:nvPr/>
              </p14:nvContentPartPr>
              <p14:xfrm>
                <a:off x="3291840" y="1506764"/>
                <a:ext cx="64440" cy="144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21DDB2F-167C-E0B6-D1E8-BC05454442B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282840" y="1497764"/>
                  <a:ext cx="820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A1BD651-47F2-4FFC-DAD6-75ACC18BF36E}"/>
                    </a:ext>
                  </a:extLst>
                </p14:cNvPr>
                <p14:cNvContentPartPr/>
                <p14:nvPr/>
              </p14:nvContentPartPr>
              <p14:xfrm>
                <a:off x="3502800" y="1438724"/>
                <a:ext cx="38520" cy="172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A1BD651-47F2-4FFC-DAD6-75ACC18BF36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494160" y="1430084"/>
                  <a:ext cx="561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3B17708-77F0-7DF6-37DF-E2BDA1C90C3C}"/>
                    </a:ext>
                  </a:extLst>
                </p14:cNvPr>
                <p14:cNvContentPartPr/>
                <p14:nvPr/>
              </p14:nvContentPartPr>
              <p14:xfrm>
                <a:off x="3345480" y="2259884"/>
                <a:ext cx="16560" cy="64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3B17708-77F0-7DF6-37DF-E2BDA1C90C3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336480" y="2251244"/>
                  <a:ext cx="342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B3CC306-3B06-65D6-B58B-580755746187}"/>
                    </a:ext>
                  </a:extLst>
                </p14:cNvPr>
                <p14:cNvContentPartPr/>
                <p14:nvPr/>
              </p14:nvContentPartPr>
              <p14:xfrm>
                <a:off x="3285360" y="2089244"/>
                <a:ext cx="8640" cy="810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B3CC306-3B06-65D6-B58B-58075574618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276720" y="2080244"/>
                  <a:ext cx="262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1E4072E-1D4C-1CED-64BB-0D16C2A5E7F0}"/>
                    </a:ext>
                  </a:extLst>
                </p14:cNvPr>
                <p14:cNvContentPartPr/>
                <p14:nvPr/>
              </p14:nvContentPartPr>
              <p14:xfrm>
                <a:off x="3365280" y="2025524"/>
                <a:ext cx="41040" cy="151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1E4072E-1D4C-1CED-64BB-0D16C2A5E7F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356280" y="2016884"/>
                  <a:ext cx="586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A3DA995-0747-81C3-0C66-B34131F2CAFB}"/>
                    </a:ext>
                  </a:extLst>
                </p14:cNvPr>
                <p14:cNvContentPartPr/>
                <p14:nvPr/>
              </p14:nvContentPartPr>
              <p14:xfrm>
                <a:off x="3522240" y="1968284"/>
                <a:ext cx="65160" cy="223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A3DA995-0747-81C3-0C66-B34131F2CAF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513600" y="1959644"/>
                  <a:ext cx="828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5F25739-4D3B-3DAC-E645-7D12C40B9C49}"/>
                    </a:ext>
                  </a:extLst>
                </p14:cNvPr>
                <p14:cNvContentPartPr/>
                <p14:nvPr/>
              </p14:nvContentPartPr>
              <p14:xfrm>
                <a:off x="3712680" y="1960724"/>
                <a:ext cx="21240" cy="28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5F25739-4D3B-3DAC-E645-7D12C40B9C4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704040" y="1952084"/>
                  <a:ext cx="388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2E96561-FD92-51E3-0F46-0F15A4FF19A7}"/>
                    </a:ext>
                  </a:extLst>
                </p14:cNvPr>
                <p14:cNvContentPartPr/>
                <p14:nvPr/>
              </p14:nvContentPartPr>
              <p14:xfrm>
                <a:off x="3834720" y="1956764"/>
                <a:ext cx="50760" cy="39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2E96561-FD92-51E3-0F46-0F15A4FF19A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825720" y="1947764"/>
                  <a:ext cx="684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0417A87-580C-A043-3B78-473C04F1057A}"/>
                    </a:ext>
                  </a:extLst>
                </p14:cNvPr>
                <p14:cNvContentPartPr/>
                <p14:nvPr/>
              </p14:nvContentPartPr>
              <p14:xfrm>
                <a:off x="3920760" y="1969724"/>
                <a:ext cx="63360" cy="514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0417A87-580C-A043-3B78-473C04F1057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911760" y="1960724"/>
                  <a:ext cx="810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926E69A-05B3-9A34-3D56-F8BE5E546633}"/>
                    </a:ext>
                  </a:extLst>
                </p14:cNvPr>
                <p14:cNvContentPartPr/>
                <p14:nvPr/>
              </p14:nvContentPartPr>
              <p14:xfrm>
                <a:off x="4033080" y="2131724"/>
                <a:ext cx="2880" cy="450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926E69A-05B3-9A34-3D56-F8BE5E54663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024440" y="2122724"/>
                  <a:ext cx="205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0999A27-AE59-57D6-40A6-F602065DD651}"/>
                    </a:ext>
                  </a:extLst>
                </p14:cNvPr>
                <p14:cNvContentPartPr/>
                <p14:nvPr/>
              </p14:nvContentPartPr>
              <p14:xfrm>
                <a:off x="4059000" y="2278964"/>
                <a:ext cx="3600" cy="302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0999A27-AE59-57D6-40A6-F602065DD65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050000" y="2269964"/>
                  <a:ext cx="212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526BC16-8B39-EB7A-DDAD-0E9FE728921B}"/>
                    </a:ext>
                  </a:extLst>
                </p14:cNvPr>
                <p14:cNvContentPartPr/>
                <p14:nvPr/>
              </p14:nvContentPartPr>
              <p14:xfrm>
                <a:off x="4050000" y="2410724"/>
                <a:ext cx="19080" cy="1022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526BC16-8B39-EB7A-DDAD-0E9FE728921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041360" y="2402084"/>
                  <a:ext cx="367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D54582A5-3F85-41A5-80E9-6A7DB3468AD1}"/>
                    </a:ext>
                  </a:extLst>
                </p14:cNvPr>
                <p14:cNvContentPartPr/>
                <p14:nvPr/>
              </p14:nvContentPartPr>
              <p14:xfrm>
                <a:off x="3923280" y="2565884"/>
                <a:ext cx="144360" cy="1483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D54582A5-3F85-41A5-80E9-6A7DB3468AD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914280" y="2556884"/>
                  <a:ext cx="1620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EDCB160-70BF-C39A-733C-5A1139C13272}"/>
                    </a:ext>
                  </a:extLst>
                </p14:cNvPr>
                <p14:cNvContentPartPr/>
                <p14:nvPr/>
              </p14:nvContentPartPr>
              <p14:xfrm>
                <a:off x="3655440" y="2712404"/>
                <a:ext cx="78840" cy="115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EDCB160-70BF-C39A-733C-5A1139C1327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646800" y="2703764"/>
                  <a:ext cx="964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216C9A4-69C5-6119-5438-24B41EB27A99}"/>
                    </a:ext>
                  </a:extLst>
                </p14:cNvPr>
                <p14:cNvContentPartPr/>
                <p14:nvPr/>
              </p14:nvContentPartPr>
              <p14:xfrm>
                <a:off x="3535560" y="2693684"/>
                <a:ext cx="24120" cy="133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216C9A4-69C5-6119-5438-24B41EB27A9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526560" y="2684684"/>
                  <a:ext cx="417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68ED4AA-B1A4-78D3-7162-FDCBD74BD9AF}"/>
                    </a:ext>
                  </a:extLst>
                </p14:cNvPr>
                <p14:cNvContentPartPr/>
                <p14:nvPr/>
              </p14:nvContentPartPr>
              <p14:xfrm>
                <a:off x="3409920" y="2565884"/>
                <a:ext cx="45000" cy="432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68ED4AA-B1A4-78D3-7162-FDCBD74BD9A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400920" y="2556884"/>
                  <a:ext cx="626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C326846-A36C-A4B8-8B9B-3FF11E6402C5}"/>
                    </a:ext>
                  </a:extLst>
                </p14:cNvPr>
                <p14:cNvContentPartPr/>
                <p14:nvPr/>
              </p14:nvContentPartPr>
              <p14:xfrm>
                <a:off x="3390480" y="2422604"/>
                <a:ext cx="14760" cy="763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C326846-A36C-A4B8-8B9B-3FF11E6402C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381840" y="2413964"/>
                  <a:ext cx="324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7C3EDD9-7C1D-4698-F361-445258242463}"/>
                    </a:ext>
                  </a:extLst>
                </p14:cNvPr>
                <p14:cNvContentPartPr/>
                <p14:nvPr/>
              </p14:nvContentPartPr>
              <p14:xfrm>
                <a:off x="3455640" y="2331884"/>
                <a:ext cx="33120" cy="172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7C3EDD9-7C1D-4698-F361-44525824246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447000" y="2323244"/>
                  <a:ext cx="507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1CD17D7-3ABC-A28C-838F-89FF24A0BACA}"/>
                    </a:ext>
                  </a:extLst>
                </p14:cNvPr>
                <p14:cNvContentPartPr/>
                <p14:nvPr/>
              </p14:nvContentPartPr>
              <p14:xfrm>
                <a:off x="3575880" y="2390924"/>
                <a:ext cx="25560" cy="514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1CD17D7-3ABC-A28C-838F-89FF24A0BAC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566880" y="2381924"/>
                  <a:ext cx="432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BF44D75-35D3-921B-705B-756474D016E9}"/>
                    </a:ext>
                  </a:extLst>
                </p14:cNvPr>
                <p14:cNvContentPartPr/>
                <p14:nvPr/>
              </p14:nvContentPartPr>
              <p14:xfrm>
                <a:off x="3651120" y="2532044"/>
                <a:ext cx="360" cy="3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BF44D75-35D3-921B-705B-756474D016E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642480" y="252340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375834E-FA1E-4A43-05D8-BB4129F0C059}"/>
                    </a:ext>
                  </a:extLst>
                </p14:cNvPr>
                <p14:cNvContentPartPr/>
                <p14:nvPr/>
              </p14:nvContentPartPr>
              <p14:xfrm>
                <a:off x="3727080" y="2414324"/>
                <a:ext cx="68760" cy="540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375834E-FA1E-4A43-05D8-BB4129F0C05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718440" y="2405684"/>
                  <a:ext cx="864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2900C65-BBDA-EC9B-5E56-110513040DB2}"/>
                    </a:ext>
                  </a:extLst>
                </p14:cNvPr>
                <p14:cNvContentPartPr/>
                <p14:nvPr/>
              </p14:nvContentPartPr>
              <p14:xfrm>
                <a:off x="3795120" y="2200484"/>
                <a:ext cx="41040" cy="597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2900C65-BBDA-EC9B-5E56-110513040DB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786120" y="2191844"/>
                  <a:ext cx="586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A31E6A10-AE8F-2578-5268-382DF4738DBA}"/>
                    </a:ext>
                  </a:extLst>
                </p14:cNvPr>
                <p14:cNvContentPartPr/>
                <p14:nvPr/>
              </p14:nvContentPartPr>
              <p14:xfrm>
                <a:off x="3638520" y="2139284"/>
                <a:ext cx="50760" cy="122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A31E6A10-AE8F-2578-5268-382DF4738DB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629880" y="2130284"/>
                  <a:ext cx="684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A4F1C78-5336-D830-1090-5C32DCDF9A58}"/>
                    </a:ext>
                  </a:extLst>
                </p14:cNvPr>
                <p14:cNvContentPartPr/>
                <p14:nvPr/>
              </p14:nvContentPartPr>
              <p14:xfrm>
                <a:off x="3587040" y="2186804"/>
                <a:ext cx="10440" cy="529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A4F1C78-5336-D830-1090-5C32DCDF9A5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578400" y="2178164"/>
                  <a:ext cx="280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18B3A9A-C5BD-8871-296A-64A09D212582}"/>
                    </a:ext>
                  </a:extLst>
                </p14:cNvPr>
                <p14:cNvContentPartPr/>
                <p14:nvPr/>
              </p14:nvContentPartPr>
              <p14:xfrm>
                <a:off x="3681360" y="2151524"/>
                <a:ext cx="31680" cy="576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18B3A9A-C5BD-8871-296A-64A09D21258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672360" y="2142884"/>
                  <a:ext cx="4932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23CF55A-E230-0AE4-1266-F1E5EF2EE106}"/>
                    </a:ext>
                  </a:extLst>
                </p14:cNvPr>
                <p14:cNvContentPartPr/>
                <p14:nvPr/>
              </p14:nvContentPartPr>
              <p14:xfrm>
                <a:off x="3807000" y="2069084"/>
                <a:ext cx="48600" cy="316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23CF55A-E230-0AE4-1266-F1E5EF2EE10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798000" y="2060444"/>
                  <a:ext cx="662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12DE3C1-BF66-B0B7-A8BC-90E3A9455C99}"/>
                    </a:ext>
                  </a:extLst>
                </p14:cNvPr>
                <p14:cNvContentPartPr/>
                <p14:nvPr/>
              </p14:nvContentPartPr>
              <p14:xfrm>
                <a:off x="3928320" y="2077364"/>
                <a:ext cx="19080" cy="3762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12DE3C1-BF66-B0B7-A8BC-90E3A9455C9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919320" y="2068724"/>
                  <a:ext cx="3672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9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B3A402F-C345-A553-2E3C-E4F68B177ED6}"/>
                    </a:ext>
                  </a:extLst>
                </p14:cNvPr>
                <p14:cNvContentPartPr/>
                <p14:nvPr/>
              </p14:nvContentPartPr>
              <p14:xfrm>
                <a:off x="3897360" y="2524484"/>
                <a:ext cx="43560" cy="1076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B3A402F-C345-A553-2E3C-E4F68B177ED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888720" y="2515844"/>
                  <a:ext cx="612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DE691CA-D514-4E85-B414-6BDA9A0C6AE3}"/>
                    </a:ext>
                  </a:extLst>
                </p14:cNvPr>
                <p14:cNvContentPartPr/>
                <p14:nvPr/>
              </p14:nvContentPartPr>
              <p14:xfrm>
                <a:off x="3840120" y="2667044"/>
                <a:ext cx="8640" cy="43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DE691CA-D514-4E85-B414-6BDA9A0C6AE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831480" y="2658404"/>
                  <a:ext cx="262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BD65C81-FCAB-6985-02C5-0A92E46121C0}"/>
                    </a:ext>
                  </a:extLst>
                </p14:cNvPr>
                <p14:cNvContentPartPr/>
                <p14:nvPr/>
              </p14:nvContentPartPr>
              <p14:xfrm>
                <a:off x="3832920" y="2699444"/>
                <a:ext cx="34920" cy="68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BD65C81-FCAB-6985-02C5-0A92E46121C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823920" y="2690804"/>
                  <a:ext cx="525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9919ABB-467F-D785-BFFF-482FE4C01EF4}"/>
                    </a:ext>
                  </a:extLst>
                </p14:cNvPr>
                <p14:cNvContentPartPr/>
                <p14:nvPr/>
              </p14:nvContentPartPr>
              <p14:xfrm>
                <a:off x="4044960" y="2674244"/>
                <a:ext cx="33840" cy="43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39919ABB-467F-D785-BFFF-482FE4C01EF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036320" y="2665244"/>
                  <a:ext cx="514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7CEF4FDD-0D45-9BA3-9836-204B7DB3C919}"/>
                    </a:ext>
                  </a:extLst>
                </p14:cNvPr>
                <p14:cNvContentPartPr/>
                <p14:nvPr/>
              </p14:nvContentPartPr>
              <p14:xfrm>
                <a:off x="4212360" y="2644724"/>
                <a:ext cx="16200" cy="126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7CEF4FDD-0D45-9BA3-9836-204B7DB3C91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203360" y="2635724"/>
                  <a:ext cx="338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4FB98B5-3FDC-C0D4-40AB-AD3A069B715F}"/>
                    </a:ext>
                  </a:extLst>
                </p14:cNvPr>
                <p14:cNvContentPartPr/>
                <p14:nvPr/>
              </p14:nvContentPartPr>
              <p14:xfrm>
                <a:off x="4259880" y="2494604"/>
                <a:ext cx="7200" cy="288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4FB98B5-3FDC-C0D4-40AB-AD3A069B715F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4251240" y="2485604"/>
                  <a:ext cx="248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E0753FD-F0D8-F332-E7BE-6A9CB6E39BF3}"/>
                    </a:ext>
                  </a:extLst>
                </p14:cNvPr>
                <p14:cNvContentPartPr/>
                <p14:nvPr/>
              </p14:nvContentPartPr>
              <p14:xfrm>
                <a:off x="4203360" y="2452124"/>
                <a:ext cx="16560" cy="75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E0753FD-F0D8-F332-E7BE-6A9CB6E39BF3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4194720" y="2443124"/>
                  <a:ext cx="342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CCA5885-0D8D-EFFB-2015-9D29E3CB6FAC}"/>
                    </a:ext>
                  </a:extLst>
                </p14:cNvPr>
                <p14:cNvContentPartPr/>
                <p14:nvPr/>
              </p14:nvContentPartPr>
              <p14:xfrm>
                <a:off x="4170240" y="2383724"/>
                <a:ext cx="16560" cy="216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CCA5885-0D8D-EFFB-2015-9D29E3CB6FAC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161240" y="2375084"/>
                  <a:ext cx="342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23C81C1-B6BA-8BD9-54E9-62F72F2EB104}"/>
                    </a:ext>
                  </a:extLst>
                </p14:cNvPr>
                <p14:cNvContentPartPr/>
                <p14:nvPr/>
              </p14:nvContentPartPr>
              <p14:xfrm>
                <a:off x="4155840" y="2289044"/>
                <a:ext cx="3600" cy="457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23C81C1-B6BA-8BD9-54E9-62F72F2EB10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146840" y="2280044"/>
                  <a:ext cx="212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BCE5827-5981-A49F-B18A-520BACD3A958}"/>
                    </a:ext>
                  </a:extLst>
                </p14:cNvPr>
                <p14:cNvContentPartPr/>
                <p14:nvPr/>
              </p14:nvContentPartPr>
              <p14:xfrm>
                <a:off x="4133160" y="2134604"/>
                <a:ext cx="14760" cy="950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BCE5827-5981-A49F-B18A-520BACD3A95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124160" y="2125604"/>
                  <a:ext cx="324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9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C3CFA135-AC54-C165-29AA-3011B34E8E2C}"/>
                    </a:ext>
                  </a:extLst>
                </p14:cNvPr>
                <p14:cNvContentPartPr/>
                <p14:nvPr/>
              </p14:nvContentPartPr>
              <p14:xfrm>
                <a:off x="4093560" y="2082764"/>
                <a:ext cx="28080" cy="190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C3CFA135-AC54-C165-29AA-3011B34E8E2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084560" y="2073764"/>
                  <a:ext cx="457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FA2246B-0C33-5B48-D2AD-8169ADF6FF20}"/>
                    </a:ext>
                  </a:extLst>
                </p14:cNvPr>
                <p14:cNvContentPartPr/>
                <p14:nvPr/>
              </p14:nvContentPartPr>
              <p14:xfrm>
                <a:off x="4044960" y="2039564"/>
                <a:ext cx="24840" cy="244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FA2246B-0C33-5B48-D2AD-8169ADF6FF2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036320" y="2030924"/>
                  <a:ext cx="424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300364E-7513-C88F-2610-2C984457C134}"/>
                    </a:ext>
                  </a:extLst>
                </p14:cNvPr>
                <p14:cNvContentPartPr/>
                <p14:nvPr/>
              </p14:nvContentPartPr>
              <p14:xfrm>
                <a:off x="3894480" y="1987364"/>
                <a:ext cx="42480" cy="115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300364E-7513-C88F-2610-2C984457C13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885480" y="1978364"/>
                  <a:ext cx="601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D8A5436-F03B-B658-C32B-7E1382041D81}"/>
                    </a:ext>
                  </a:extLst>
                </p14:cNvPr>
                <p14:cNvContentPartPr/>
                <p14:nvPr/>
              </p14:nvContentPartPr>
              <p14:xfrm>
                <a:off x="3775680" y="2013644"/>
                <a:ext cx="11160" cy="43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D8A5436-F03B-B658-C32B-7E1382041D8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766680" y="2005004"/>
                  <a:ext cx="288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3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4E6D865-041B-78FD-62FF-22B127F128B5}"/>
                    </a:ext>
                  </a:extLst>
                </p14:cNvPr>
                <p14:cNvContentPartPr/>
                <p14:nvPr/>
              </p14:nvContentPartPr>
              <p14:xfrm>
                <a:off x="3455640" y="2374364"/>
                <a:ext cx="2880" cy="529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4E6D865-041B-78FD-62FF-22B127F128B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447000" y="2365364"/>
                  <a:ext cx="205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442B241-8017-772B-A579-7D8ABF348571}"/>
                    </a:ext>
                  </a:extLst>
                </p14:cNvPr>
                <p14:cNvContentPartPr/>
                <p14:nvPr/>
              </p14:nvContentPartPr>
              <p14:xfrm>
                <a:off x="3460320" y="2512244"/>
                <a:ext cx="6120" cy="223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442B241-8017-772B-A579-7D8ABF34857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451320" y="2503244"/>
                  <a:ext cx="237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04E556B9-EC4C-3377-AF6E-9588EA954244}"/>
                    </a:ext>
                  </a:extLst>
                </p14:cNvPr>
                <p14:cNvContentPartPr/>
                <p14:nvPr/>
              </p14:nvContentPartPr>
              <p14:xfrm>
                <a:off x="3557520" y="2721764"/>
                <a:ext cx="66240" cy="61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04E556B9-EC4C-3377-AF6E-9588EA954244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3548880" y="2713124"/>
                  <a:ext cx="838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31BF99A-4A66-02D6-FCC0-302618A345F4}"/>
                    </a:ext>
                  </a:extLst>
                </p14:cNvPr>
                <p14:cNvContentPartPr/>
                <p14:nvPr/>
              </p14:nvContentPartPr>
              <p14:xfrm>
                <a:off x="3754800" y="2667044"/>
                <a:ext cx="95760" cy="288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31BF99A-4A66-02D6-FCC0-302618A345F4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3746160" y="2658404"/>
                  <a:ext cx="1134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7">
              <p14:nvContentPartPr>
                <p14:cNvPr id="633" name="Ink 632">
                  <a:extLst>
                    <a:ext uri="{FF2B5EF4-FFF2-40B4-BE49-F238E27FC236}">
                      <a16:creationId xmlns:a16="http://schemas.microsoft.com/office/drawing/2014/main" id="{66521E82-3B9F-E1CC-35F9-E7DA017320E2}"/>
                    </a:ext>
                  </a:extLst>
                </p14:cNvPr>
                <p14:cNvContentPartPr/>
                <p14:nvPr/>
              </p14:nvContentPartPr>
              <p14:xfrm>
                <a:off x="3975120" y="1641044"/>
                <a:ext cx="104760" cy="146520"/>
              </p14:xfrm>
            </p:contentPart>
          </mc:Choice>
          <mc:Fallback xmlns="">
            <p:pic>
              <p:nvPicPr>
                <p:cNvPr id="633" name="Ink 632">
                  <a:extLst>
                    <a:ext uri="{FF2B5EF4-FFF2-40B4-BE49-F238E27FC236}">
                      <a16:creationId xmlns:a16="http://schemas.microsoft.com/office/drawing/2014/main" id="{66521E82-3B9F-E1CC-35F9-E7DA017320E2}"/>
                    </a:ext>
                  </a:extLst>
                </p:cNvPr>
                <p:cNvPicPr/>
                <p:nvPr/>
              </p:nvPicPr>
              <p:blipFill>
                <a:blip r:embed="rId748"/>
                <a:stretch>
                  <a:fillRect/>
                </a:stretch>
              </p:blipFill>
              <p:spPr>
                <a:xfrm>
                  <a:off x="3966120" y="1632044"/>
                  <a:ext cx="1224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9">
              <p14:nvContentPartPr>
                <p14:cNvPr id="634" name="Ink 633">
                  <a:extLst>
                    <a:ext uri="{FF2B5EF4-FFF2-40B4-BE49-F238E27FC236}">
                      <a16:creationId xmlns:a16="http://schemas.microsoft.com/office/drawing/2014/main" id="{D2A05A17-F6B9-3C5C-0A0E-E5F35F6F20B1}"/>
                    </a:ext>
                  </a:extLst>
                </p14:cNvPr>
                <p14:cNvContentPartPr/>
                <p14:nvPr/>
              </p14:nvContentPartPr>
              <p14:xfrm>
                <a:off x="4118400" y="1742204"/>
                <a:ext cx="155880" cy="141840"/>
              </p14:xfrm>
            </p:contentPart>
          </mc:Choice>
          <mc:Fallback xmlns="">
            <p:pic>
              <p:nvPicPr>
                <p:cNvPr id="634" name="Ink 633">
                  <a:extLst>
                    <a:ext uri="{FF2B5EF4-FFF2-40B4-BE49-F238E27FC236}">
                      <a16:creationId xmlns:a16="http://schemas.microsoft.com/office/drawing/2014/main" id="{D2A05A17-F6B9-3C5C-0A0E-E5F35F6F20B1}"/>
                    </a:ext>
                  </a:extLst>
                </p:cNvPr>
                <p:cNvPicPr/>
                <p:nvPr/>
              </p:nvPicPr>
              <p:blipFill>
                <a:blip r:embed="rId750"/>
                <a:stretch>
                  <a:fillRect/>
                </a:stretch>
              </p:blipFill>
              <p:spPr>
                <a:xfrm>
                  <a:off x="4109760" y="1733564"/>
                  <a:ext cx="1735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1">
              <p14:nvContentPartPr>
                <p14:cNvPr id="637" name="Ink 636">
                  <a:extLst>
                    <a:ext uri="{FF2B5EF4-FFF2-40B4-BE49-F238E27FC236}">
                      <a16:creationId xmlns:a16="http://schemas.microsoft.com/office/drawing/2014/main" id="{0F61EFC3-12BD-73B4-3585-81A3A9F9FF0F}"/>
                    </a:ext>
                  </a:extLst>
                </p14:cNvPr>
                <p14:cNvContentPartPr/>
                <p14:nvPr/>
              </p14:nvContentPartPr>
              <p14:xfrm>
                <a:off x="2957400" y="705404"/>
                <a:ext cx="1500120" cy="2105280"/>
              </p14:xfrm>
            </p:contentPart>
          </mc:Choice>
          <mc:Fallback xmlns="">
            <p:pic>
              <p:nvPicPr>
                <p:cNvPr id="637" name="Ink 636">
                  <a:extLst>
                    <a:ext uri="{FF2B5EF4-FFF2-40B4-BE49-F238E27FC236}">
                      <a16:creationId xmlns:a16="http://schemas.microsoft.com/office/drawing/2014/main" id="{0F61EFC3-12BD-73B4-3585-81A3A9F9FF0F}"/>
                    </a:ext>
                  </a:extLst>
                </p:cNvPr>
                <p:cNvPicPr/>
                <p:nvPr/>
              </p:nvPicPr>
              <p:blipFill>
                <a:blip r:embed="rId752"/>
                <a:stretch>
                  <a:fillRect/>
                </a:stretch>
              </p:blipFill>
              <p:spPr>
                <a:xfrm>
                  <a:off x="2948760" y="696764"/>
                  <a:ext cx="1517760" cy="212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1" name="Group 640">
            <a:extLst>
              <a:ext uri="{FF2B5EF4-FFF2-40B4-BE49-F238E27FC236}">
                <a16:creationId xmlns:a16="http://schemas.microsoft.com/office/drawing/2014/main" id="{03DDFF3E-00B6-A622-1C89-43797EDC03A1}"/>
              </a:ext>
            </a:extLst>
          </p:cNvPr>
          <p:cNvGrpSpPr/>
          <p:nvPr/>
        </p:nvGrpSpPr>
        <p:grpSpPr>
          <a:xfrm>
            <a:off x="966960" y="824924"/>
            <a:ext cx="911160" cy="738000"/>
            <a:chOff x="966960" y="824924"/>
            <a:chExt cx="911160" cy="73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39FBDC0-EB9B-9293-55F9-D9A5166FD3D7}"/>
                    </a:ext>
                  </a:extLst>
                </p14:cNvPr>
                <p14:cNvContentPartPr/>
                <p14:nvPr/>
              </p14:nvContentPartPr>
              <p14:xfrm>
                <a:off x="1032840" y="1241804"/>
                <a:ext cx="19080" cy="14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39FBDC0-EB9B-9293-55F9-D9A5166FD3D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24200" y="1233164"/>
                  <a:ext cx="367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1DCF337-6BB5-1D68-D9C2-618879806BBC}"/>
                    </a:ext>
                  </a:extLst>
                </p14:cNvPr>
                <p14:cNvContentPartPr/>
                <p14:nvPr/>
              </p14:nvContentPartPr>
              <p14:xfrm>
                <a:off x="966960" y="1136684"/>
                <a:ext cx="22320" cy="38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1DCF337-6BB5-1D68-D9C2-618879806BB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58320" y="1128044"/>
                  <a:ext cx="399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71E6591-515F-1C56-F14E-BA8AB5867081}"/>
                    </a:ext>
                  </a:extLst>
                </p14:cNvPr>
                <p14:cNvContentPartPr/>
                <p14:nvPr/>
              </p14:nvContentPartPr>
              <p14:xfrm>
                <a:off x="1063080" y="999524"/>
                <a:ext cx="19080" cy="32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71E6591-515F-1C56-F14E-BA8AB586708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54080" y="990524"/>
                  <a:ext cx="367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A40B9F3-8A3B-8793-DC09-1C60AEFE66E3}"/>
                    </a:ext>
                  </a:extLst>
                </p14:cNvPr>
                <p14:cNvContentPartPr/>
                <p14:nvPr/>
              </p14:nvContentPartPr>
              <p14:xfrm>
                <a:off x="1224000" y="1015364"/>
                <a:ext cx="19800" cy="56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A40B9F3-8A3B-8793-DC09-1C60AEFE66E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215000" y="1006364"/>
                  <a:ext cx="374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8F0C1A2-3B2F-7F72-21E2-69F75BB87A38}"/>
                    </a:ext>
                  </a:extLst>
                </p14:cNvPr>
                <p14:cNvContentPartPr/>
                <p14:nvPr/>
              </p14:nvContentPartPr>
              <p14:xfrm>
                <a:off x="1209600" y="1213724"/>
                <a:ext cx="21240" cy="14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8F0C1A2-3B2F-7F72-21E2-69F75BB87A3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200600" y="1205084"/>
                  <a:ext cx="388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AD46F83-C008-9842-5C79-39A26C95AD63}"/>
                    </a:ext>
                  </a:extLst>
                </p14:cNvPr>
                <p14:cNvContentPartPr/>
                <p14:nvPr/>
              </p14:nvContentPartPr>
              <p14:xfrm>
                <a:off x="1159200" y="1176644"/>
                <a:ext cx="18720" cy="42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AD46F83-C008-9842-5C79-39A26C95AD6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50200" y="1168004"/>
                  <a:ext cx="363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B7B903F-7AF7-5C80-EC52-602953F89842}"/>
                    </a:ext>
                  </a:extLst>
                </p14:cNvPr>
                <p14:cNvContentPartPr/>
                <p14:nvPr/>
              </p14:nvContentPartPr>
              <p14:xfrm>
                <a:off x="1173600" y="1027244"/>
                <a:ext cx="8640" cy="403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B7B903F-7AF7-5C80-EC52-602953F8984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64960" y="1018244"/>
                  <a:ext cx="262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B1DD939-BDF1-AB92-1ABC-EE0C6726DA37}"/>
                    </a:ext>
                  </a:extLst>
                </p14:cNvPr>
                <p14:cNvContentPartPr/>
                <p14:nvPr/>
              </p14:nvContentPartPr>
              <p14:xfrm>
                <a:off x="1155240" y="851564"/>
                <a:ext cx="15480" cy="38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B1DD939-BDF1-AB92-1ABC-EE0C6726DA3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46600" y="842924"/>
                  <a:ext cx="331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0B5C588-1981-6E76-4D92-01F70126DD48}"/>
                    </a:ext>
                  </a:extLst>
                </p14:cNvPr>
                <p14:cNvContentPartPr/>
                <p14:nvPr/>
              </p14:nvContentPartPr>
              <p14:xfrm>
                <a:off x="1335240" y="824924"/>
                <a:ext cx="21240" cy="28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0B5C588-1981-6E76-4D92-01F70126DD4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326240" y="816284"/>
                  <a:ext cx="388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F946E34-F11C-C7AB-C1AB-9F6E5415A38F}"/>
                    </a:ext>
                  </a:extLst>
                </p14:cNvPr>
                <p14:cNvContentPartPr/>
                <p14:nvPr/>
              </p14:nvContentPartPr>
              <p14:xfrm>
                <a:off x="1463400" y="878564"/>
                <a:ext cx="16560" cy="19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F946E34-F11C-C7AB-C1AB-9F6E5415A38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454400" y="869924"/>
                  <a:ext cx="342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53FCD7F-A40C-9342-44EB-28BA68D667E3}"/>
                    </a:ext>
                  </a:extLst>
                </p14:cNvPr>
                <p14:cNvContentPartPr/>
                <p14:nvPr/>
              </p14:nvContentPartPr>
              <p14:xfrm>
                <a:off x="1450800" y="1117244"/>
                <a:ext cx="17280" cy="33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53FCD7F-A40C-9342-44EB-28BA68D667E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441800" y="1108604"/>
                  <a:ext cx="349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34EB3E2-9F5B-093B-3714-8860E8054F74}"/>
                    </a:ext>
                  </a:extLst>
                </p14:cNvPr>
                <p14:cNvContentPartPr/>
                <p14:nvPr/>
              </p14:nvContentPartPr>
              <p14:xfrm>
                <a:off x="1681200" y="1088444"/>
                <a:ext cx="16200" cy="49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34EB3E2-9F5B-093B-3714-8860E8054F74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672560" y="1079444"/>
                  <a:ext cx="338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1E94FFE-8E47-D38D-5883-FDE06CF50A9E}"/>
                    </a:ext>
                  </a:extLst>
                </p14:cNvPr>
                <p14:cNvContentPartPr/>
                <p14:nvPr/>
              </p14:nvContentPartPr>
              <p14:xfrm>
                <a:off x="1693080" y="1047764"/>
                <a:ext cx="16560" cy="75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1E94FFE-8E47-D38D-5883-FDE06CF50A9E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684440" y="1038764"/>
                  <a:ext cx="342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71DC46A-286E-8EEB-FF23-10A3293A7351}"/>
                    </a:ext>
                  </a:extLst>
                </p14:cNvPr>
                <p14:cNvContentPartPr/>
                <p14:nvPr/>
              </p14:nvContentPartPr>
              <p14:xfrm>
                <a:off x="1521000" y="1057124"/>
                <a:ext cx="10440" cy="21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71DC46A-286E-8EEB-FF23-10A3293A735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512360" y="1048484"/>
                  <a:ext cx="2808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8F880AF-3045-A849-044E-064E955E011C}"/>
                    </a:ext>
                  </a:extLst>
                </p14:cNvPr>
                <p14:cNvContentPartPr/>
                <p14:nvPr/>
              </p14:nvContentPartPr>
              <p14:xfrm>
                <a:off x="1566360" y="993404"/>
                <a:ext cx="11520" cy="12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8F880AF-3045-A849-044E-064E955E011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557360" y="984764"/>
                  <a:ext cx="291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F0767B6-CEBE-FD14-0A7B-38EE260239FE}"/>
                    </a:ext>
                  </a:extLst>
                </p14:cNvPr>
                <p14:cNvContentPartPr/>
                <p14:nvPr/>
              </p14:nvContentPartPr>
              <p14:xfrm>
                <a:off x="1399680" y="1417844"/>
                <a:ext cx="10440" cy="126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F0767B6-CEBE-FD14-0A7B-38EE260239F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391040" y="1408844"/>
                  <a:ext cx="280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E5F67DB-3614-00EA-E57A-F9FD578E0252}"/>
                    </a:ext>
                  </a:extLst>
                </p14:cNvPr>
                <p14:cNvContentPartPr/>
                <p14:nvPr/>
              </p14:nvContentPartPr>
              <p14:xfrm>
                <a:off x="1498320" y="1419284"/>
                <a:ext cx="18720" cy="17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E5F67DB-3614-00EA-E57A-F9FD578E025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489680" y="1410644"/>
                  <a:ext cx="363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17BABDA-C9AD-334B-9C21-5413B15D9649}"/>
                    </a:ext>
                  </a:extLst>
                </p14:cNvPr>
                <p14:cNvContentPartPr/>
                <p14:nvPr/>
              </p14:nvContentPartPr>
              <p14:xfrm>
                <a:off x="1628640" y="1320644"/>
                <a:ext cx="30600" cy="30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17BABDA-C9AD-334B-9C21-5413B15D964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619640" y="1311644"/>
                  <a:ext cx="482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51E102A-EAD2-B1A8-8933-800B44F3A056}"/>
                    </a:ext>
                  </a:extLst>
                </p14:cNvPr>
                <p14:cNvContentPartPr/>
                <p14:nvPr/>
              </p14:nvContentPartPr>
              <p14:xfrm>
                <a:off x="1834560" y="1041284"/>
                <a:ext cx="1080" cy="367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51E102A-EAD2-B1A8-8933-800B44F3A056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825920" y="1032284"/>
                  <a:ext cx="187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D36F6FC-FF2D-9286-1041-337CACE67459}"/>
                    </a:ext>
                  </a:extLst>
                </p14:cNvPr>
                <p14:cNvContentPartPr/>
                <p14:nvPr/>
              </p14:nvContentPartPr>
              <p14:xfrm>
                <a:off x="1800720" y="927524"/>
                <a:ext cx="18000" cy="216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D36F6FC-FF2D-9286-1041-337CACE6745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791720" y="918884"/>
                  <a:ext cx="356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1AC9693-42C2-B65A-DB5A-C323B417C22F}"/>
                    </a:ext>
                  </a:extLst>
                </p14:cNvPr>
                <p14:cNvContentPartPr/>
                <p14:nvPr/>
              </p14:nvContentPartPr>
              <p14:xfrm>
                <a:off x="1709640" y="880364"/>
                <a:ext cx="37440" cy="12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1AC9693-42C2-B65A-DB5A-C323B417C22F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700640" y="871724"/>
                  <a:ext cx="550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8A8F868-DFEE-B44C-C869-D8F3D0AC9613}"/>
                    </a:ext>
                  </a:extLst>
                </p14:cNvPr>
                <p14:cNvContentPartPr/>
                <p14:nvPr/>
              </p14:nvContentPartPr>
              <p14:xfrm>
                <a:off x="1614600" y="859844"/>
                <a:ext cx="35640" cy="6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8A8F868-DFEE-B44C-C869-D8F3D0AC9613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605960" y="851204"/>
                  <a:ext cx="532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1B765F6-2F07-F350-ACD8-7A3B4A14A489}"/>
                    </a:ext>
                  </a:extLst>
                </p14:cNvPr>
                <p14:cNvContentPartPr/>
                <p14:nvPr/>
              </p14:nvContentPartPr>
              <p14:xfrm>
                <a:off x="1514160" y="836444"/>
                <a:ext cx="51120" cy="140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1B765F6-2F07-F350-ACD8-7A3B4A14A489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505520" y="827444"/>
                  <a:ext cx="687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B1DC5C0-5225-1BBC-9A77-878721F29796}"/>
                    </a:ext>
                  </a:extLst>
                </p14:cNvPr>
                <p14:cNvContentPartPr/>
                <p14:nvPr/>
              </p14:nvContentPartPr>
              <p14:xfrm>
                <a:off x="1308600" y="1159724"/>
                <a:ext cx="10440" cy="17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B1DC5C0-5225-1BBC-9A77-878721F29796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299960" y="1150724"/>
                  <a:ext cx="280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9ED6A8D-3073-87BB-BD95-568FCC5DDA53}"/>
                    </a:ext>
                  </a:extLst>
                </p14:cNvPr>
                <p14:cNvContentPartPr/>
                <p14:nvPr/>
              </p14:nvContentPartPr>
              <p14:xfrm>
                <a:off x="1250280" y="1511804"/>
                <a:ext cx="21240" cy="126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9ED6A8D-3073-87BB-BD95-568FCC5DDA53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241280" y="1503164"/>
                  <a:ext cx="388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1AD23A6-386C-5668-C507-6FE158E05328}"/>
                    </a:ext>
                  </a:extLst>
                </p14:cNvPr>
                <p14:cNvContentPartPr/>
                <p14:nvPr/>
              </p14:nvContentPartPr>
              <p14:xfrm>
                <a:off x="1350720" y="1556804"/>
                <a:ext cx="45000" cy="6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1AD23A6-386C-5668-C507-6FE158E05328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342080" y="1547804"/>
                  <a:ext cx="626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0CCA42A-57B4-A52B-4099-54F3E007AFF3}"/>
                    </a:ext>
                  </a:extLst>
                </p14:cNvPr>
                <p14:cNvContentPartPr/>
                <p14:nvPr/>
              </p14:nvContentPartPr>
              <p14:xfrm>
                <a:off x="1537920" y="1394084"/>
                <a:ext cx="11160" cy="151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0CCA42A-57B4-A52B-4099-54F3E007AFF3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529280" y="1385444"/>
                  <a:ext cx="288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5CAAAB2-3B64-8793-D087-DA6FCEA478C7}"/>
                    </a:ext>
                  </a:extLst>
                </p14:cNvPr>
                <p14:cNvContentPartPr/>
                <p14:nvPr/>
              </p14:nvContentPartPr>
              <p14:xfrm>
                <a:off x="1752840" y="1366004"/>
                <a:ext cx="17280" cy="57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5CAAAB2-3B64-8793-D087-DA6FCEA478C7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744200" y="1357004"/>
                  <a:ext cx="34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1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3089FF2-2B9B-618D-9A37-5F79D0FA03AB}"/>
                    </a:ext>
                  </a:extLst>
                </p14:cNvPr>
                <p14:cNvContentPartPr/>
                <p14:nvPr/>
              </p14:nvContentPartPr>
              <p14:xfrm>
                <a:off x="1840320" y="1206164"/>
                <a:ext cx="16200" cy="309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3089FF2-2B9B-618D-9A37-5F79D0FA03AB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831320" y="1197524"/>
                  <a:ext cx="338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DD6DBA6-5080-8E3B-B038-7F6C02C90884}"/>
                    </a:ext>
                  </a:extLst>
                </p14:cNvPr>
                <p14:cNvContentPartPr/>
                <p14:nvPr/>
              </p14:nvContentPartPr>
              <p14:xfrm>
                <a:off x="1757880" y="1410644"/>
                <a:ext cx="2880" cy="93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DD6DBA6-5080-8E3B-B038-7F6C02C90884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749240" y="1401644"/>
                  <a:ext cx="205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3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D000715-8EE1-6020-6DCE-C7FD8375D024}"/>
                    </a:ext>
                  </a:extLst>
                </p14:cNvPr>
                <p14:cNvContentPartPr/>
                <p14:nvPr/>
              </p14:nvContentPartPr>
              <p14:xfrm>
                <a:off x="1841400" y="1346924"/>
                <a:ext cx="36720" cy="363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D000715-8EE1-6020-6DCE-C7FD8375D02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832760" y="1338284"/>
                  <a:ext cx="543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4">
              <p14:nvContentPartPr>
                <p14:cNvPr id="640" name="Ink 639">
                  <a:extLst>
                    <a:ext uri="{FF2B5EF4-FFF2-40B4-BE49-F238E27FC236}">
                      <a16:creationId xmlns:a16="http://schemas.microsoft.com/office/drawing/2014/main" id="{348FB679-A336-4CD2-4C92-8EE5E4FD7D2F}"/>
                    </a:ext>
                  </a:extLst>
                </p14:cNvPr>
                <p14:cNvContentPartPr/>
                <p14:nvPr/>
              </p14:nvContentPartPr>
              <p14:xfrm>
                <a:off x="1251360" y="1513244"/>
                <a:ext cx="27360" cy="37440"/>
              </p14:xfrm>
            </p:contentPart>
          </mc:Choice>
          <mc:Fallback xmlns="">
            <p:pic>
              <p:nvPicPr>
                <p:cNvPr id="640" name="Ink 639">
                  <a:extLst>
                    <a:ext uri="{FF2B5EF4-FFF2-40B4-BE49-F238E27FC236}">
                      <a16:creationId xmlns:a16="http://schemas.microsoft.com/office/drawing/2014/main" id="{348FB679-A336-4CD2-4C92-8EE5E4FD7D2F}"/>
                    </a:ext>
                  </a:extLst>
                </p:cNvPr>
                <p:cNvPicPr/>
                <p:nvPr/>
              </p:nvPicPr>
              <p:blipFill>
                <a:blip r:embed="rId794"/>
                <a:stretch>
                  <a:fillRect/>
                </a:stretch>
              </p:blipFill>
              <p:spPr>
                <a:xfrm>
                  <a:off x="1242720" y="1504244"/>
                  <a:ext cx="45000" cy="5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95">
            <p14:nvContentPartPr>
              <p14:cNvPr id="642" name="Ink 641">
                <a:extLst>
                  <a:ext uri="{FF2B5EF4-FFF2-40B4-BE49-F238E27FC236}">
                    <a16:creationId xmlns:a16="http://schemas.microsoft.com/office/drawing/2014/main" id="{F46BC0CE-BCCD-2158-46A7-8266DBD4368E}"/>
                  </a:ext>
                </a:extLst>
              </p14:cNvPr>
              <p14:cNvContentPartPr/>
              <p14:nvPr/>
            </p14:nvContentPartPr>
            <p14:xfrm>
              <a:off x="2277720" y="2283644"/>
              <a:ext cx="7200" cy="5760"/>
            </p14:xfrm>
          </p:contentPart>
        </mc:Choice>
        <mc:Fallback xmlns="">
          <p:pic>
            <p:nvPicPr>
              <p:cNvPr id="642" name="Ink 641">
                <a:extLst>
                  <a:ext uri="{FF2B5EF4-FFF2-40B4-BE49-F238E27FC236}">
                    <a16:creationId xmlns:a16="http://schemas.microsoft.com/office/drawing/2014/main" id="{F46BC0CE-BCCD-2158-46A7-8266DBD4368E}"/>
                  </a:ext>
                </a:extLst>
              </p:cNvPr>
              <p:cNvPicPr/>
              <p:nvPr/>
            </p:nvPicPr>
            <p:blipFill>
              <a:blip r:embed="rId796"/>
              <a:stretch>
                <a:fillRect/>
              </a:stretch>
            </p:blipFill>
            <p:spPr>
              <a:xfrm>
                <a:off x="2268720" y="2274644"/>
                <a:ext cx="24840" cy="2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718" name="Group 717">
            <a:extLst>
              <a:ext uri="{FF2B5EF4-FFF2-40B4-BE49-F238E27FC236}">
                <a16:creationId xmlns:a16="http://schemas.microsoft.com/office/drawing/2014/main" id="{1AAC2A68-686A-3FD9-7D44-604EDC1BE3BC}"/>
              </a:ext>
            </a:extLst>
          </p:cNvPr>
          <p:cNvGrpSpPr/>
          <p:nvPr/>
        </p:nvGrpSpPr>
        <p:grpSpPr>
          <a:xfrm>
            <a:off x="5246640" y="1550684"/>
            <a:ext cx="1310400" cy="636480"/>
            <a:chOff x="5246640" y="1550684"/>
            <a:chExt cx="1310400" cy="63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7">
              <p14:nvContentPartPr>
                <p14:cNvPr id="694" name="Ink 693">
                  <a:extLst>
                    <a:ext uri="{FF2B5EF4-FFF2-40B4-BE49-F238E27FC236}">
                      <a16:creationId xmlns:a16="http://schemas.microsoft.com/office/drawing/2014/main" id="{C8C7BF23-CB06-8ACD-BD99-19B2ED3BC01F}"/>
                    </a:ext>
                  </a:extLst>
                </p14:cNvPr>
                <p14:cNvContentPartPr/>
                <p14:nvPr/>
              </p14:nvContentPartPr>
              <p14:xfrm>
                <a:off x="5246640" y="1695764"/>
                <a:ext cx="172440" cy="448200"/>
              </p14:xfrm>
            </p:contentPart>
          </mc:Choice>
          <mc:Fallback xmlns="">
            <p:pic>
              <p:nvPicPr>
                <p:cNvPr id="694" name="Ink 693">
                  <a:extLst>
                    <a:ext uri="{FF2B5EF4-FFF2-40B4-BE49-F238E27FC236}">
                      <a16:creationId xmlns:a16="http://schemas.microsoft.com/office/drawing/2014/main" id="{C8C7BF23-CB06-8ACD-BD99-19B2ED3BC01F}"/>
                    </a:ext>
                  </a:extLst>
                </p:cNvPr>
                <p:cNvPicPr/>
                <p:nvPr/>
              </p:nvPicPr>
              <p:blipFill>
                <a:blip r:embed="rId886"/>
                <a:stretch>
                  <a:fillRect/>
                </a:stretch>
              </p:blipFill>
              <p:spPr>
                <a:xfrm>
                  <a:off x="5238000" y="1686764"/>
                  <a:ext cx="19008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7">
              <p14:nvContentPartPr>
                <p14:cNvPr id="695" name="Ink 694">
                  <a:extLst>
                    <a:ext uri="{FF2B5EF4-FFF2-40B4-BE49-F238E27FC236}">
                      <a16:creationId xmlns:a16="http://schemas.microsoft.com/office/drawing/2014/main" id="{171F6BFC-9311-A462-5D88-C9DD05913C35}"/>
                    </a:ext>
                  </a:extLst>
                </p14:cNvPr>
                <p14:cNvContentPartPr/>
                <p14:nvPr/>
              </p14:nvContentPartPr>
              <p14:xfrm>
                <a:off x="5428080" y="2024804"/>
                <a:ext cx="25560" cy="162360"/>
              </p14:xfrm>
            </p:contentPart>
          </mc:Choice>
          <mc:Fallback xmlns="">
            <p:pic>
              <p:nvPicPr>
                <p:cNvPr id="695" name="Ink 694">
                  <a:extLst>
                    <a:ext uri="{FF2B5EF4-FFF2-40B4-BE49-F238E27FC236}">
                      <a16:creationId xmlns:a16="http://schemas.microsoft.com/office/drawing/2014/main" id="{171F6BFC-9311-A462-5D88-C9DD05913C35}"/>
                    </a:ext>
                  </a:extLst>
                </p:cNvPr>
                <p:cNvPicPr/>
                <p:nvPr/>
              </p:nvPicPr>
              <p:blipFill>
                <a:blip r:embed="rId888"/>
                <a:stretch>
                  <a:fillRect/>
                </a:stretch>
              </p:blipFill>
              <p:spPr>
                <a:xfrm>
                  <a:off x="5419440" y="2016164"/>
                  <a:ext cx="432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9">
              <p14:nvContentPartPr>
                <p14:cNvPr id="696" name="Ink 695">
                  <a:extLst>
                    <a:ext uri="{FF2B5EF4-FFF2-40B4-BE49-F238E27FC236}">
                      <a16:creationId xmlns:a16="http://schemas.microsoft.com/office/drawing/2014/main" id="{555D6BC1-E9AA-9861-D2CE-0478B38876C4}"/>
                    </a:ext>
                  </a:extLst>
                </p14:cNvPr>
                <p14:cNvContentPartPr/>
                <p14:nvPr/>
              </p14:nvContentPartPr>
              <p14:xfrm>
                <a:off x="5445720" y="1897724"/>
                <a:ext cx="110880" cy="29160"/>
              </p14:xfrm>
            </p:contentPart>
          </mc:Choice>
          <mc:Fallback xmlns="">
            <p:pic>
              <p:nvPicPr>
                <p:cNvPr id="696" name="Ink 695">
                  <a:extLst>
                    <a:ext uri="{FF2B5EF4-FFF2-40B4-BE49-F238E27FC236}">
                      <a16:creationId xmlns:a16="http://schemas.microsoft.com/office/drawing/2014/main" id="{555D6BC1-E9AA-9861-D2CE-0478B38876C4}"/>
                    </a:ext>
                  </a:extLst>
                </p:cNvPr>
                <p:cNvPicPr/>
                <p:nvPr/>
              </p:nvPicPr>
              <p:blipFill>
                <a:blip r:embed="rId890"/>
                <a:stretch>
                  <a:fillRect/>
                </a:stretch>
              </p:blipFill>
              <p:spPr>
                <a:xfrm>
                  <a:off x="5436720" y="1889084"/>
                  <a:ext cx="1285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1">
              <p14:nvContentPartPr>
                <p14:cNvPr id="697" name="Ink 696">
                  <a:extLst>
                    <a:ext uri="{FF2B5EF4-FFF2-40B4-BE49-F238E27FC236}">
                      <a16:creationId xmlns:a16="http://schemas.microsoft.com/office/drawing/2014/main" id="{1523F98F-0848-A7AD-6F29-6E545A823B69}"/>
                    </a:ext>
                  </a:extLst>
                </p14:cNvPr>
                <p14:cNvContentPartPr/>
                <p14:nvPr/>
              </p14:nvContentPartPr>
              <p14:xfrm>
                <a:off x="5495400" y="1860644"/>
                <a:ext cx="11520" cy="144720"/>
              </p14:xfrm>
            </p:contentPart>
          </mc:Choice>
          <mc:Fallback xmlns="">
            <p:pic>
              <p:nvPicPr>
                <p:cNvPr id="697" name="Ink 696">
                  <a:extLst>
                    <a:ext uri="{FF2B5EF4-FFF2-40B4-BE49-F238E27FC236}">
                      <a16:creationId xmlns:a16="http://schemas.microsoft.com/office/drawing/2014/main" id="{1523F98F-0848-A7AD-6F29-6E545A823B69}"/>
                    </a:ext>
                  </a:extLst>
                </p:cNvPr>
                <p:cNvPicPr/>
                <p:nvPr/>
              </p:nvPicPr>
              <p:blipFill>
                <a:blip r:embed="rId892"/>
                <a:stretch>
                  <a:fillRect/>
                </a:stretch>
              </p:blipFill>
              <p:spPr>
                <a:xfrm>
                  <a:off x="5486400" y="1852004"/>
                  <a:ext cx="291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3">
              <p14:nvContentPartPr>
                <p14:cNvPr id="698" name="Ink 697">
                  <a:extLst>
                    <a:ext uri="{FF2B5EF4-FFF2-40B4-BE49-F238E27FC236}">
                      <a16:creationId xmlns:a16="http://schemas.microsoft.com/office/drawing/2014/main" id="{1342ADEA-23CC-502F-540C-8EEEC43DFE7C}"/>
                    </a:ext>
                  </a:extLst>
                </p14:cNvPr>
                <p14:cNvContentPartPr/>
                <p14:nvPr/>
              </p14:nvContentPartPr>
              <p14:xfrm>
                <a:off x="5597640" y="1673804"/>
                <a:ext cx="127440" cy="378000"/>
              </p14:xfrm>
            </p:contentPart>
          </mc:Choice>
          <mc:Fallback xmlns="">
            <p:pic>
              <p:nvPicPr>
                <p:cNvPr id="698" name="Ink 697">
                  <a:extLst>
                    <a:ext uri="{FF2B5EF4-FFF2-40B4-BE49-F238E27FC236}">
                      <a16:creationId xmlns:a16="http://schemas.microsoft.com/office/drawing/2014/main" id="{1342ADEA-23CC-502F-540C-8EEEC43DFE7C}"/>
                    </a:ext>
                  </a:extLst>
                </p:cNvPr>
                <p:cNvPicPr/>
                <p:nvPr/>
              </p:nvPicPr>
              <p:blipFill>
                <a:blip r:embed="rId894"/>
                <a:stretch>
                  <a:fillRect/>
                </a:stretch>
              </p:blipFill>
              <p:spPr>
                <a:xfrm>
                  <a:off x="5588640" y="1665164"/>
                  <a:ext cx="14508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5">
              <p14:nvContentPartPr>
                <p14:cNvPr id="699" name="Ink 698">
                  <a:extLst>
                    <a:ext uri="{FF2B5EF4-FFF2-40B4-BE49-F238E27FC236}">
                      <a16:creationId xmlns:a16="http://schemas.microsoft.com/office/drawing/2014/main" id="{E6D4D9DA-4F31-175D-5DDD-A1CCCFAA4C49}"/>
                    </a:ext>
                  </a:extLst>
                </p14:cNvPr>
                <p14:cNvContentPartPr/>
                <p14:nvPr/>
              </p14:nvContentPartPr>
              <p14:xfrm>
                <a:off x="5704920" y="2011124"/>
                <a:ext cx="105480" cy="129240"/>
              </p14:xfrm>
            </p:contentPart>
          </mc:Choice>
          <mc:Fallback xmlns="">
            <p:pic>
              <p:nvPicPr>
                <p:cNvPr id="699" name="Ink 698">
                  <a:extLst>
                    <a:ext uri="{FF2B5EF4-FFF2-40B4-BE49-F238E27FC236}">
                      <a16:creationId xmlns:a16="http://schemas.microsoft.com/office/drawing/2014/main" id="{E6D4D9DA-4F31-175D-5DDD-A1CCCFAA4C49}"/>
                    </a:ext>
                  </a:extLst>
                </p:cNvPr>
                <p:cNvPicPr/>
                <p:nvPr/>
              </p:nvPicPr>
              <p:blipFill>
                <a:blip r:embed="rId896"/>
                <a:stretch>
                  <a:fillRect/>
                </a:stretch>
              </p:blipFill>
              <p:spPr>
                <a:xfrm>
                  <a:off x="5696280" y="2002124"/>
                  <a:ext cx="1231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7">
              <p14:nvContentPartPr>
                <p14:cNvPr id="700" name="Ink 699">
                  <a:extLst>
                    <a:ext uri="{FF2B5EF4-FFF2-40B4-BE49-F238E27FC236}">
                      <a16:creationId xmlns:a16="http://schemas.microsoft.com/office/drawing/2014/main" id="{195CB7AB-CF1F-1D8B-F427-35A3124F8D1D}"/>
                    </a:ext>
                  </a:extLst>
                </p14:cNvPr>
                <p14:cNvContentPartPr/>
                <p14:nvPr/>
              </p14:nvContentPartPr>
              <p14:xfrm>
                <a:off x="5778720" y="1937324"/>
                <a:ext cx="111600" cy="15120"/>
              </p14:xfrm>
            </p:contentPart>
          </mc:Choice>
          <mc:Fallback xmlns="">
            <p:pic>
              <p:nvPicPr>
                <p:cNvPr id="700" name="Ink 699">
                  <a:extLst>
                    <a:ext uri="{FF2B5EF4-FFF2-40B4-BE49-F238E27FC236}">
                      <a16:creationId xmlns:a16="http://schemas.microsoft.com/office/drawing/2014/main" id="{195CB7AB-CF1F-1D8B-F427-35A3124F8D1D}"/>
                    </a:ext>
                  </a:extLst>
                </p:cNvPr>
                <p:cNvPicPr/>
                <p:nvPr/>
              </p:nvPicPr>
              <p:blipFill>
                <a:blip r:embed="rId898"/>
                <a:stretch>
                  <a:fillRect/>
                </a:stretch>
              </p:blipFill>
              <p:spPr>
                <a:xfrm>
                  <a:off x="5769720" y="1928324"/>
                  <a:ext cx="1292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9">
              <p14:nvContentPartPr>
                <p14:cNvPr id="701" name="Ink 700">
                  <a:extLst>
                    <a:ext uri="{FF2B5EF4-FFF2-40B4-BE49-F238E27FC236}">
                      <a16:creationId xmlns:a16="http://schemas.microsoft.com/office/drawing/2014/main" id="{8AD5F826-B740-0A1F-788E-D51072D484D5}"/>
                    </a:ext>
                  </a:extLst>
                </p14:cNvPr>
                <p14:cNvContentPartPr/>
                <p14:nvPr/>
              </p14:nvContentPartPr>
              <p14:xfrm>
                <a:off x="5816880" y="1886204"/>
                <a:ext cx="29880" cy="143280"/>
              </p14:xfrm>
            </p:contentPart>
          </mc:Choice>
          <mc:Fallback xmlns="">
            <p:pic>
              <p:nvPicPr>
                <p:cNvPr id="701" name="Ink 700">
                  <a:extLst>
                    <a:ext uri="{FF2B5EF4-FFF2-40B4-BE49-F238E27FC236}">
                      <a16:creationId xmlns:a16="http://schemas.microsoft.com/office/drawing/2014/main" id="{8AD5F826-B740-0A1F-788E-D51072D484D5}"/>
                    </a:ext>
                  </a:extLst>
                </p:cNvPr>
                <p:cNvPicPr/>
                <p:nvPr/>
              </p:nvPicPr>
              <p:blipFill>
                <a:blip r:embed="rId900"/>
                <a:stretch>
                  <a:fillRect/>
                </a:stretch>
              </p:blipFill>
              <p:spPr>
                <a:xfrm>
                  <a:off x="5808240" y="1877564"/>
                  <a:ext cx="475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1">
              <p14:nvContentPartPr>
                <p14:cNvPr id="702" name="Ink 701">
                  <a:extLst>
                    <a:ext uri="{FF2B5EF4-FFF2-40B4-BE49-F238E27FC236}">
                      <a16:creationId xmlns:a16="http://schemas.microsoft.com/office/drawing/2014/main" id="{68013848-9A47-DC5A-C840-9F368EE033C9}"/>
                    </a:ext>
                  </a:extLst>
                </p14:cNvPr>
                <p14:cNvContentPartPr/>
                <p14:nvPr/>
              </p14:nvContentPartPr>
              <p14:xfrm>
                <a:off x="5918040" y="1986284"/>
                <a:ext cx="67680" cy="20880"/>
              </p14:xfrm>
            </p:contentPart>
          </mc:Choice>
          <mc:Fallback xmlns="">
            <p:pic>
              <p:nvPicPr>
                <p:cNvPr id="702" name="Ink 701">
                  <a:extLst>
                    <a:ext uri="{FF2B5EF4-FFF2-40B4-BE49-F238E27FC236}">
                      <a16:creationId xmlns:a16="http://schemas.microsoft.com/office/drawing/2014/main" id="{68013848-9A47-DC5A-C840-9F368EE033C9}"/>
                    </a:ext>
                  </a:extLst>
                </p:cNvPr>
                <p:cNvPicPr/>
                <p:nvPr/>
              </p:nvPicPr>
              <p:blipFill>
                <a:blip r:embed="rId902"/>
                <a:stretch>
                  <a:fillRect/>
                </a:stretch>
              </p:blipFill>
              <p:spPr>
                <a:xfrm>
                  <a:off x="5909400" y="1977284"/>
                  <a:ext cx="853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3">
              <p14:nvContentPartPr>
                <p14:cNvPr id="703" name="Ink 702">
                  <a:extLst>
                    <a:ext uri="{FF2B5EF4-FFF2-40B4-BE49-F238E27FC236}">
                      <a16:creationId xmlns:a16="http://schemas.microsoft.com/office/drawing/2014/main" id="{7F62E011-3EC5-65DB-0998-2EBFEE2BF2A6}"/>
                    </a:ext>
                  </a:extLst>
                </p14:cNvPr>
                <p14:cNvContentPartPr/>
                <p14:nvPr/>
              </p14:nvContentPartPr>
              <p14:xfrm>
                <a:off x="6041520" y="1969004"/>
                <a:ext cx="36720" cy="6120"/>
              </p14:xfrm>
            </p:contentPart>
          </mc:Choice>
          <mc:Fallback xmlns="">
            <p:pic>
              <p:nvPicPr>
                <p:cNvPr id="703" name="Ink 702">
                  <a:extLst>
                    <a:ext uri="{FF2B5EF4-FFF2-40B4-BE49-F238E27FC236}">
                      <a16:creationId xmlns:a16="http://schemas.microsoft.com/office/drawing/2014/main" id="{7F62E011-3EC5-65DB-0998-2EBFEE2BF2A6}"/>
                    </a:ext>
                  </a:extLst>
                </p:cNvPr>
                <p:cNvPicPr/>
                <p:nvPr/>
              </p:nvPicPr>
              <p:blipFill>
                <a:blip r:embed="rId904"/>
                <a:stretch>
                  <a:fillRect/>
                </a:stretch>
              </p:blipFill>
              <p:spPr>
                <a:xfrm>
                  <a:off x="6032520" y="1960364"/>
                  <a:ext cx="543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5">
              <p14:nvContentPartPr>
                <p14:cNvPr id="704" name="Ink 703">
                  <a:extLst>
                    <a:ext uri="{FF2B5EF4-FFF2-40B4-BE49-F238E27FC236}">
                      <a16:creationId xmlns:a16="http://schemas.microsoft.com/office/drawing/2014/main" id="{E1CB0C4D-6DBC-F0D1-80EA-2742F7B95B08}"/>
                    </a:ext>
                  </a:extLst>
                </p14:cNvPr>
                <p14:cNvContentPartPr/>
                <p14:nvPr/>
              </p14:nvContentPartPr>
              <p14:xfrm>
                <a:off x="6148080" y="1948844"/>
                <a:ext cx="70560" cy="12600"/>
              </p14:xfrm>
            </p:contentPart>
          </mc:Choice>
          <mc:Fallback xmlns="">
            <p:pic>
              <p:nvPicPr>
                <p:cNvPr id="704" name="Ink 703">
                  <a:extLst>
                    <a:ext uri="{FF2B5EF4-FFF2-40B4-BE49-F238E27FC236}">
                      <a16:creationId xmlns:a16="http://schemas.microsoft.com/office/drawing/2014/main" id="{E1CB0C4D-6DBC-F0D1-80EA-2742F7B95B08}"/>
                    </a:ext>
                  </a:extLst>
                </p:cNvPr>
                <p:cNvPicPr/>
                <p:nvPr/>
              </p:nvPicPr>
              <p:blipFill>
                <a:blip r:embed="rId906"/>
                <a:stretch>
                  <a:fillRect/>
                </a:stretch>
              </p:blipFill>
              <p:spPr>
                <a:xfrm>
                  <a:off x="6139440" y="1940204"/>
                  <a:ext cx="882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7">
              <p14:nvContentPartPr>
                <p14:cNvPr id="705" name="Ink 704">
                  <a:extLst>
                    <a:ext uri="{FF2B5EF4-FFF2-40B4-BE49-F238E27FC236}">
                      <a16:creationId xmlns:a16="http://schemas.microsoft.com/office/drawing/2014/main" id="{57300B29-FDA3-A200-2B86-9E5CA8D20303}"/>
                    </a:ext>
                  </a:extLst>
                </p14:cNvPr>
                <p14:cNvContentPartPr/>
                <p14:nvPr/>
              </p14:nvContentPartPr>
              <p14:xfrm>
                <a:off x="6249960" y="1689284"/>
                <a:ext cx="104400" cy="291240"/>
              </p14:xfrm>
            </p:contentPart>
          </mc:Choice>
          <mc:Fallback xmlns="">
            <p:pic>
              <p:nvPicPr>
                <p:cNvPr id="705" name="Ink 704">
                  <a:extLst>
                    <a:ext uri="{FF2B5EF4-FFF2-40B4-BE49-F238E27FC236}">
                      <a16:creationId xmlns:a16="http://schemas.microsoft.com/office/drawing/2014/main" id="{57300B29-FDA3-A200-2B86-9E5CA8D20303}"/>
                    </a:ext>
                  </a:extLst>
                </p:cNvPr>
                <p:cNvPicPr/>
                <p:nvPr/>
              </p:nvPicPr>
              <p:blipFill>
                <a:blip r:embed="rId908"/>
                <a:stretch>
                  <a:fillRect/>
                </a:stretch>
              </p:blipFill>
              <p:spPr>
                <a:xfrm>
                  <a:off x="6241320" y="1680284"/>
                  <a:ext cx="12204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9">
              <p14:nvContentPartPr>
                <p14:cNvPr id="706" name="Ink 705">
                  <a:extLst>
                    <a:ext uri="{FF2B5EF4-FFF2-40B4-BE49-F238E27FC236}">
                      <a16:creationId xmlns:a16="http://schemas.microsoft.com/office/drawing/2014/main" id="{9E465FB6-472C-BD57-0053-E3A7B4700042}"/>
                    </a:ext>
                  </a:extLst>
                </p14:cNvPr>
                <p14:cNvContentPartPr/>
                <p14:nvPr/>
              </p14:nvContentPartPr>
              <p14:xfrm>
                <a:off x="6348600" y="1917884"/>
                <a:ext cx="81000" cy="192240"/>
              </p14:xfrm>
            </p:contentPart>
          </mc:Choice>
          <mc:Fallback xmlns="">
            <p:pic>
              <p:nvPicPr>
                <p:cNvPr id="706" name="Ink 705">
                  <a:extLst>
                    <a:ext uri="{FF2B5EF4-FFF2-40B4-BE49-F238E27FC236}">
                      <a16:creationId xmlns:a16="http://schemas.microsoft.com/office/drawing/2014/main" id="{9E465FB6-472C-BD57-0053-E3A7B4700042}"/>
                    </a:ext>
                  </a:extLst>
                </p:cNvPr>
                <p:cNvPicPr/>
                <p:nvPr/>
              </p:nvPicPr>
              <p:blipFill>
                <a:blip r:embed="rId910"/>
                <a:stretch>
                  <a:fillRect/>
                </a:stretch>
              </p:blipFill>
              <p:spPr>
                <a:xfrm>
                  <a:off x="6339960" y="1908884"/>
                  <a:ext cx="986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1">
              <p14:nvContentPartPr>
                <p14:cNvPr id="715" name="Ink 714">
                  <a:extLst>
                    <a:ext uri="{FF2B5EF4-FFF2-40B4-BE49-F238E27FC236}">
                      <a16:creationId xmlns:a16="http://schemas.microsoft.com/office/drawing/2014/main" id="{6435D295-A509-9F9A-0477-588ED0C42FF9}"/>
                    </a:ext>
                  </a:extLst>
                </p14:cNvPr>
                <p14:cNvContentPartPr/>
                <p14:nvPr/>
              </p14:nvContentPartPr>
              <p14:xfrm>
                <a:off x="5360400" y="1562564"/>
                <a:ext cx="216000" cy="113760"/>
              </p14:xfrm>
            </p:contentPart>
          </mc:Choice>
          <mc:Fallback xmlns="">
            <p:pic>
              <p:nvPicPr>
                <p:cNvPr id="715" name="Ink 714">
                  <a:extLst>
                    <a:ext uri="{FF2B5EF4-FFF2-40B4-BE49-F238E27FC236}">
                      <a16:creationId xmlns:a16="http://schemas.microsoft.com/office/drawing/2014/main" id="{6435D295-A509-9F9A-0477-588ED0C42FF9}"/>
                    </a:ext>
                  </a:extLst>
                </p:cNvPr>
                <p:cNvPicPr/>
                <p:nvPr/>
              </p:nvPicPr>
              <p:blipFill>
                <a:blip r:embed="rId912"/>
                <a:stretch>
                  <a:fillRect/>
                </a:stretch>
              </p:blipFill>
              <p:spPr>
                <a:xfrm>
                  <a:off x="5351400" y="1553924"/>
                  <a:ext cx="2336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3">
              <p14:nvContentPartPr>
                <p14:cNvPr id="716" name="Ink 715">
                  <a:extLst>
                    <a:ext uri="{FF2B5EF4-FFF2-40B4-BE49-F238E27FC236}">
                      <a16:creationId xmlns:a16="http://schemas.microsoft.com/office/drawing/2014/main" id="{CBDD82B2-A2AA-B387-9871-FEC42343041D}"/>
                    </a:ext>
                  </a:extLst>
                </p14:cNvPr>
                <p14:cNvContentPartPr/>
                <p14:nvPr/>
              </p14:nvContentPartPr>
              <p14:xfrm>
                <a:off x="5700240" y="1560404"/>
                <a:ext cx="175320" cy="124200"/>
              </p14:xfrm>
            </p:contentPart>
          </mc:Choice>
          <mc:Fallback xmlns="">
            <p:pic>
              <p:nvPicPr>
                <p:cNvPr id="716" name="Ink 715">
                  <a:extLst>
                    <a:ext uri="{FF2B5EF4-FFF2-40B4-BE49-F238E27FC236}">
                      <a16:creationId xmlns:a16="http://schemas.microsoft.com/office/drawing/2014/main" id="{CBDD82B2-A2AA-B387-9871-FEC42343041D}"/>
                    </a:ext>
                  </a:extLst>
                </p:cNvPr>
                <p:cNvPicPr/>
                <p:nvPr/>
              </p:nvPicPr>
              <p:blipFill>
                <a:blip r:embed="rId914"/>
                <a:stretch>
                  <a:fillRect/>
                </a:stretch>
              </p:blipFill>
              <p:spPr>
                <a:xfrm>
                  <a:off x="5691240" y="1551404"/>
                  <a:ext cx="1929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5">
              <p14:nvContentPartPr>
                <p14:cNvPr id="717" name="Ink 716">
                  <a:extLst>
                    <a:ext uri="{FF2B5EF4-FFF2-40B4-BE49-F238E27FC236}">
                      <a16:creationId xmlns:a16="http://schemas.microsoft.com/office/drawing/2014/main" id="{40C15BF0-3EC1-F897-7B0A-0CAFAA9670C0}"/>
                    </a:ext>
                  </a:extLst>
                </p14:cNvPr>
                <p14:cNvContentPartPr/>
                <p14:nvPr/>
              </p14:nvContentPartPr>
              <p14:xfrm>
                <a:off x="6302160" y="1550684"/>
                <a:ext cx="254880" cy="107640"/>
              </p14:xfrm>
            </p:contentPart>
          </mc:Choice>
          <mc:Fallback xmlns="">
            <p:pic>
              <p:nvPicPr>
                <p:cNvPr id="717" name="Ink 716">
                  <a:extLst>
                    <a:ext uri="{FF2B5EF4-FFF2-40B4-BE49-F238E27FC236}">
                      <a16:creationId xmlns:a16="http://schemas.microsoft.com/office/drawing/2014/main" id="{40C15BF0-3EC1-F897-7B0A-0CAFAA9670C0}"/>
                    </a:ext>
                  </a:extLst>
                </p:cNvPr>
                <p:cNvPicPr/>
                <p:nvPr/>
              </p:nvPicPr>
              <p:blipFill>
                <a:blip r:embed="rId916"/>
                <a:stretch>
                  <a:fillRect/>
                </a:stretch>
              </p:blipFill>
              <p:spPr>
                <a:xfrm>
                  <a:off x="6293160" y="1542044"/>
                  <a:ext cx="272520" cy="12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0" name="Group 769">
            <a:extLst>
              <a:ext uri="{FF2B5EF4-FFF2-40B4-BE49-F238E27FC236}">
                <a16:creationId xmlns:a16="http://schemas.microsoft.com/office/drawing/2014/main" id="{F7BAF66E-B19F-B6EE-2267-B6C65E4F15EE}"/>
              </a:ext>
            </a:extLst>
          </p:cNvPr>
          <p:cNvGrpSpPr/>
          <p:nvPr/>
        </p:nvGrpSpPr>
        <p:grpSpPr>
          <a:xfrm>
            <a:off x="7022520" y="254684"/>
            <a:ext cx="457560" cy="174240"/>
            <a:chOff x="7022520" y="254684"/>
            <a:chExt cx="457560" cy="17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7">
              <p14:nvContentPartPr>
                <p14:cNvPr id="758" name="Ink 757">
                  <a:extLst>
                    <a:ext uri="{FF2B5EF4-FFF2-40B4-BE49-F238E27FC236}">
                      <a16:creationId xmlns:a16="http://schemas.microsoft.com/office/drawing/2014/main" id="{A4499708-488A-5389-EEBB-CE15EB9BD5D9}"/>
                    </a:ext>
                  </a:extLst>
                </p14:cNvPr>
                <p14:cNvContentPartPr/>
                <p14:nvPr/>
              </p14:nvContentPartPr>
              <p14:xfrm>
                <a:off x="7022520" y="275924"/>
                <a:ext cx="112320" cy="153000"/>
              </p14:xfrm>
            </p:contentPart>
          </mc:Choice>
          <mc:Fallback xmlns="">
            <p:pic>
              <p:nvPicPr>
                <p:cNvPr id="758" name="Ink 757">
                  <a:extLst>
                    <a:ext uri="{FF2B5EF4-FFF2-40B4-BE49-F238E27FC236}">
                      <a16:creationId xmlns:a16="http://schemas.microsoft.com/office/drawing/2014/main" id="{A4499708-488A-5389-EEBB-CE15EB9BD5D9}"/>
                    </a:ext>
                  </a:extLst>
                </p:cNvPr>
                <p:cNvPicPr/>
                <p:nvPr/>
              </p:nvPicPr>
              <p:blipFill>
                <a:blip r:embed="rId918"/>
                <a:stretch>
                  <a:fillRect/>
                </a:stretch>
              </p:blipFill>
              <p:spPr>
                <a:xfrm>
                  <a:off x="7013880" y="267284"/>
                  <a:ext cx="1299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9">
              <p14:nvContentPartPr>
                <p14:cNvPr id="759" name="Ink 758">
                  <a:extLst>
                    <a:ext uri="{FF2B5EF4-FFF2-40B4-BE49-F238E27FC236}">
                      <a16:creationId xmlns:a16="http://schemas.microsoft.com/office/drawing/2014/main" id="{4BAB145C-E839-B623-4EB4-02CFB225ABEA}"/>
                    </a:ext>
                  </a:extLst>
                </p14:cNvPr>
                <p14:cNvContentPartPr/>
                <p14:nvPr/>
              </p14:nvContentPartPr>
              <p14:xfrm>
                <a:off x="7173720" y="254684"/>
                <a:ext cx="306360" cy="100080"/>
              </p14:xfrm>
            </p:contentPart>
          </mc:Choice>
          <mc:Fallback xmlns="">
            <p:pic>
              <p:nvPicPr>
                <p:cNvPr id="759" name="Ink 758">
                  <a:extLst>
                    <a:ext uri="{FF2B5EF4-FFF2-40B4-BE49-F238E27FC236}">
                      <a16:creationId xmlns:a16="http://schemas.microsoft.com/office/drawing/2014/main" id="{4BAB145C-E839-B623-4EB4-02CFB225ABEA}"/>
                    </a:ext>
                  </a:extLst>
                </p:cNvPr>
                <p:cNvPicPr/>
                <p:nvPr/>
              </p:nvPicPr>
              <p:blipFill>
                <a:blip r:embed="rId920"/>
                <a:stretch>
                  <a:fillRect/>
                </a:stretch>
              </p:blipFill>
              <p:spPr>
                <a:xfrm>
                  <a:off x="7164720" y="246044"/>
                  <a:ext cx="324000" cy="11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9" name="Group 768">
            <a:extLst>
              <a:ext uri="{FF2B5EF4-FFF2-40B4-BE49-F238E27FC236}">
                <a16:creationId xmlns:a16="http://schemas.microsoft.com/office/drawing/2014/main" id="{FF9BF86F-C58B-09FC-5BD6-0F33E685D970}"/>
              </a:ext>
            </a:extLst>
          </p:cNvPr>
          <p:cNvGrpSpPr/>
          <p:nvPr/>
        </p:nvGrpSpPr>
        <p:grpSpPr>
          <a:xfrm>
            <a:off x="7735680" y="51644"/>
            <a:ext cx="245520" cy="421200"/>
            <a:chOff x="7735680" y="51644"/>
            <a:chExt cx="245520" cy="42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1">
              <p14:nvContentPartPr>
                <p14:cNvPr id="760" name="Ink 759">
                  <a:extLst>
                    <a:ext uri="{FF2B5EF4-FFF2-40B4-BE49-F238E27FC236}">
                      <a16:creationId xmlns:a16="http://schemas.microsoft.com/office/drawing/2014/main" id="{E2703BFE-CD86-9958-D9DC-6BDF6490EAE8}"/>
                    </a:ext>
                  </a:extLst>
                </p14:cNvPr>
                <p14:cNvContentPartPr/>
                <p14:nvPr/>
              </p14:nvContentPartPr>
              <p14:xfrm>
                <a:off x="7735680" y="51644"/>
                <a:ext cx="192600" cy="421200"/>
              </p14:xfrm>
            </p:contentPart>
          </mc:Choice>
          <mc:Fallback xmlns="">
            <p:pic>
              <p:nvPicPr>
                <p:cNvPr id="760" name="Ink 759">
                  <a:extLst>
                    <a:ext uri="{FF2B5EF4-FFF2-40B4-BE49-F238E27FC236}">
                      <a16:creationId xmlns:a16="http://schemas.microsoft.com/office/drawing/2014/main" id="{E2703BFE-CD86-9958-D9DC-6BDF6490EAE8}"/>
                    </a:ext>
                  </a:extLst>
                </p:cNvPr>
                <p:cNvPicPr/>
                <p:nvPr/>
              </p:nvPicPr>
              <p:blipFill>
                <a:blip r:embed="rId922"/>
                <a:stretch>
                  <a:fillRect/>
                </a:stretch>
              </p:blipFill>
              <p:spPr>
                <a:xfrm>
                  <a:off x="7726680" y="43004"/>
                  <a:ext cx="21024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3">
              <p14:nvContentPartPr>
                <p14:cNvPr id="761" name="Ink 760">
                  <a:extLst>
                    <a:ext uri="{FF2B5EF4-FFF2-40B4-BE49-F238E27FC236}">
                      <a16:creationId xmlns:a16="http://schemas.microsoft.com/office/drawing/2014/main" id="{CF3C763E-0723-9E2C-7EFC-EA81C32937A6}"/>
                    </a:ext>
                  </a:extLst>
                </p14:cNvPr>
                <p14:cNvContentPartPr/>
                <p14:nvPr/>
              </p14:nvContentPartPr>
              <p14:xfrm>
                <a:off x="7870320" y="303284"/>
                <a:ext cx="110880" cy="70560"/>
              </p14:xfrm>
            </p:contentPart>
          </mc:Choice>
          <mc:Fallback xmlns="">
            <p:pic>
              <p:nvPicPr>
                <p:cNvPr id="761" name="Ink 760">
                  <a:extLst>
                    <a:ext uri="{FF2B5EF4-FFF2-40B4-BE49-F238E27FC236}">
                      <a16:creationId xmlns:a16="http://schemas.microsoft.com/office/drawing/2014/main" id="{CF3C763E-0723-9E2C-7EFC-EA81C32937A6}"/>
                    </a:ext>
                  </a:extLst>
                </p:cNvPr>
                <p:cNvPicPr/>
                <p:nvPr/>
              </p:nvPicPr>
              <p:blipFill>
                <a:blip r:embed="rId924"/>
                <a:stretch>
                  <a:fillRect/>
                </a:stretch>
              </p:blipFill>
              <p:spPr>
                <a:xfrm>
                  <a:off x="7861680" y="294284"/>
                  <a:ext cx="12852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8" name="Group 767">
            <a:extLst>
              <a:ext uri="{FF2B5EF4-FFF2-40B4-BE49-F238E27FC236}">
                <a16:creationId xmlns:a16="http://schemas.microsoft.com/office/drawing/2014/main" id="{7D43C062-D71F-9F8F-FEA7-99426F7BC9D7}"/>
              </a:ext>
            </a:extLst>
          </p:cNvPr>
          <p:cNvGrpSpPr/>
          <p:nvPr/>
        </p:nvGrpSpPr>
        <p:grpSpPr>
          <a:xfrm>
            <a:off x="8173800" y="58844"/>
            <a:ext cx="943560" cy="418320"/>
            <a:chOff x="8173800" y="58844"/>
            <a:chExt cx="943560" cy="41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5">
              <p14:nvContentPartPr>
                <p14:cNvPr id="762" name="Ink 761">
                  <a:extLst>
                    <a:ext uri="{FF2B5EF4-FFF2-40B4-BE49-F238E27FC236}">
                      <a16:creationId xmlns:a16="http://schemas.microsoft.com/office/drawing/2014/main" id="{46DA3A78-6643-AAB0-B510-FD7392AA3D40}"/>
                    </a:ext>
                  </a:extLst>
                </p14:cNvPr>
                <p14:cNvContentPartPr/>
                <p14:nvPr/>
              </p14:nvContentPartPr>
              <p14:xfrm>
                <a:off x="8173800" y="161444"/>
                <a:ext cx="103320" cy="161280"/>
              </p14:xfrm>
            </p:contentPart>
          </mc:Choice>
          <mc:Fallback xmlns="">
            <p:pic>
              <p:nvPicPr>
                <p:cNvPr id="762" name="Ink 761">
                  <a:extLst>
                    <a:ext uri="{FF2B5EF4-FFF2-40B4-BE49-F238E27FC236}">
                      <a16:creationId xmlns:a16="http://schemas.microsoft.com/office/drawing/2014/main" id="{46DA3A78-6643-AAB0-B510-FD7392AA3D40}"/>
                    </a:ext>
                  </a:extLst>
                </p:cNvPr>
                <p:cNvPicPr/>
                <p:nvPr/>
              </p:nvPicPr>
              <p:blipFill>
                <a:blip r:embed="rId926"/>
                <a:stretch>
                  <a:fillRect/>
                </a:stretch>
              </p:blipFill>
              <p:spPr>
                <a:xfrm>
                  <a:off x="8165160" y="152444"/>
                  <a:ext cx="1209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7">
              <p14:nvContentPartPr>
                <p14:cNvPr id="763" name="Ink 762">
                  <a:extLst>
                    <a:ext uri="{FF2B5EF4-FFF2-40B4-BE49-F238E27FC236}">
                      <a16:creationId xmlns:a16="http://schemas.microsoft.com/office/drawing/2014/main" id="{FFA39578-CB2B-CB7F-3F64-E316579076B3}"/>
                    </a:ext>
                  </a:extLst>
                </p14:cNvPr>
                <p14:cNvContentPartPr/>
                <p14:nvPr/>
              </p14:nvContentPartPr>
              <p14:xfrm>
                <a:off x="8354160" y="172604"/>
                <a:ext cx="149400" cy="304560"/>
              </p14:xfrm>
            </p:contentPart>
          </mc:Choice>
          <mc:Fallback xmlns="">
            <p:pic>
              <p:nvPicPr>
                <p:cNvPr id="763" name="Ink 762">
                  <a:extLst>
                    <a:ext uri="{FF2B5EF4-FFF2-40B4-BE49-F238E27FC236}">
                      <a16:creationId xmlns:a16="http://schemas.microsoft.com/office/drawing/2014/main" id="{FFA39578-CB2B-CB7F-3F64-E316579076B3}"/>
                    </a:ext>
                  </a:extLst>
                </p:cNvPr>
                <p:cNvPicPr/>
                <p:nvPr/>
              </p:nvPicPr>
              <p:blipFill>
                <a:blip r:embed="rId928"/>
                <a:stretch>
                  <a:fillRect/>
                </a:stretch>
              </p:blipFill>
              <p:spPr>
                <a:xfrm>
                  <a:off x="8345520" y="163604"/>
                  <a:ext cx="16704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9">
              <p14:nvContentPartPr>
                <p14:cNvPr id="764" name="Ink 763">
                  <a:extLst>
                    <a:ext uri="{FF2B5EF4-FFF2-40B4-BE49-F238E27FC236}">
                      <a16:creationId xmlns:a16="http://schemas.microsoft.com/office/drawing/2014/main" id="{2A85107F-2590-8F7F-0DDB-05749C0363BD}"/>
                    </a:ext>
                  </a:extLst>
                </p14:cNvPr>
                <p14:cNvContentPartPr/>
                <p14:nvPr/>
              </p14:nvContentPartPr>
              <p14:xfrm>
                <a:off x="8511840" y="172604"/>
                <a:ext cx="263880" cy="83880"/>
              </p14:xfrm>
            </p:contentPart>
          </mc:Choice>
          <mc:Fallback xmlns="">
            <p:pic>
              <p:nvPicPr>
                <p:cNvPr id="764" name="Ink 763">
                  <a:extLst>
                    <a:ext uri="{FF2B5EF4-FFF2-40B4-BE49-F238E27FC236}">
                      <a16:creationId xmlns:a16="http://schemas.microsoft.com/office/drawing/2014/main" id="{2A85107F-2590-8F7F-0DDB-05749C0363BD}"/>
                    </a:ext>
                  </a:extLst>
                </p:cNvPr>
                <p:cNvPicPr/>
                <p:nvPr/>
              </p:nvPicPr>
              <p:blipFill>
                <a:blip r:embed="rId930"/>
                <a:stretch>
                  <a:fillRect/>
                </a:stretch>
              </p:blipFill>
              <p:spPr>
                <a:xfrm>
                  <a:off x="8503200" y="163604"/>
                  <a:ext cx="2815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1">
              <p14:nvContentPartPr>
                <p14:cNvPr id="765" name="Ink 764">
                  <a:extLst>
                    <a:ext uri="{FF2B5EF4-FFF2-40B4-BE49-F238E27FC236}">
                      <a16:creationId xmlns:a16="http://schemas.microsoft.com/office/drawing/2014/main" id="{947CDB68-8BCF-558A-DDD2-5ED20CD5D56B}"/>
                    </a:ext>
                  </a:extLst>
                </p14:cNvPr>
                <p14:cNvContentPartPr/>
                <p14:nvPr/>
              </p14:nvContentPartPr>
              <p14:xfrm>
                <a:off x="8795160" y="99164"/>
                <a:ext cx="121680" cy="125280"/>
              </p14:xfrm>
            </p:contentPart>
          </mc:Choice>
          <mc:Fallback xmlns="">
            <p:pic>
              <p:nvPicPr>
                <p:cNvPr id="765" name="Ink 764">
                  <a:extLst>
                    <a:ext uri="{FF2B5EF4-FFF2-40B4-BE49-F238E27FC236}">
                      <a16:creationId xmlns:a16="http://schemas.microsoft.com/office/drawing/2014/main" id="{947CDB68-8BCF-558A-DDD2-5ED20CD5D56B}"/>
                    </a:ext>
                  </a:extLst>
                </p:cNvPr>
                <p:cNvPicPr/>
                <p:nvPr/>
              </p:nvPicPr>
              <p:blipFill>
                <a:blip r:embed="rId932"/>
                <a:stretch>
                  <a:fillRect/>
                </a:stretch>
              </p:blipFill>
              <p:spPr>
                <a:xfrm>
                  <a:off x="8786520" y="90164"/>
                  <a:ext cx="1393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3">
              <p14:nvContentPartPr>
                <p14:cNvPr id="766" name="Ink 765">
                  <a:extLst>
                    <a:ext uri="{FF2B5EF4-FFF2-40B4-BE49-F238E27FC236}">
                      <a16:creationId xmlns:a16="http://schemas.microsoft.com/office/drawing/2014/main" id="{4F40D131-B323-1731-79F5-CE04AC6A8091}"/>
                    </a:ext>
                  </a:extLst>
                </p14:cNvPr>
                <p14:cNvContentPartPr/>
                <p14:nvPr/>
              </p14:nvContentPartPr>
              <p14:xfrm>
                <a:off x="8961120" y="86564"/>
                <a:ext cx="92160" cy="105840"/>
              </p14:xfrm>
            </p:contentPart>
          </mc:Choice>
          <mc:Fallback xmlns="">
            <p:pic>
              <p:nvPicPr>
                <p:cNvPr id="766" name="Ink 765">
                  <a:extLst>
                    <a:ext uri="{FF2B5EF4-FFF2-40B4-BE49-F238E27FC236}">
                      <a16:creationId xmlns:a16="http://schemas.microsoft.com/office/drawing/2014/main" id="{4F40D131-B323-1731-79F5-CE04AC6A8091}"/>
                    </a:ext>
                  </a:extLst>
                </p:cNvPr>
                <p:cNvPicPr/>
                <p:nvPr/>
              </p:nvPicPr>
              <p:blipFill>
                <a:blip r:embed="rId934"/>
                <a:stretch>
                  <a:fillRect/>
                </a:stretch>
              </p:blipFill>
              <p:spPr>
                <a:xfrm>
                  <a:off x="8952480" y="77564"/>
                  <a:ext cx="1098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5">
              <p14:nvContentPartPr>
                <p14:cNvPr id="767" name="Ink 766">
                  <a:extLst>
                    <a:ext uri="{FF2B5EF4-FFF2-40B4-BE49-F238E27FC236}">
                      <a16:creationId xmlns:a16="http://schemas.microsoft.com/office/drawing/2014/main" id="{5B049630-7E2B-95C1-0045-EE8FAC9E5EC0}"/>
                    </a:ext>
                  </a:extLst>
                </p14:cNvPr>
                <p14:cNvContentPartPr/>
                <p14:nvPr/>
              </p14:nvContentPartPr>
              <p14:xfrm>
                <a:off x="9036000" y="58844"/>
                <a:ext cx="81360" cy="148320"/>
              </p14:xfrm>
            </p:contentPart>
          </mc:Choice>
          <mc:Fallback xmlns="">
            <p:pic>
              <p:nvPicPr>
                <p:cNvPr id="767" name="Ink 766">
                  <a:extLst>
                    <a:ext uri="{FF2B5EF4-FFF2-40B4-BE49-F238E27FC236}">
                      <a16:creationId xmlns:a16="http://schemas.microsoft.com/office/drawing/2014/main" id="{5B049630-7E2B-95C1-0045-EE8FAC9E5EC0}"/>
                    </a:ext>
                  </a:extLst>
                </p:cNvPr>
                <p:cNvPicPr/>
                <p:nvPr/>
              </p:nvPicPr>
              <p:blipFill>
                <a:blip r:embed="rId936"/>
                <a:stretch>
                  <a:fillRect/>
                </a:stretch>
              </p:blipFill>
              <p:spPr>
                <a:xfrm>
                  <a:off x="9027360" y="49844"/>
                  <a:ext cx="99000" cy="16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2" name="Group 781">
            <a:extLst>
              <a:ext uri="{FF2B5EF4-FFF2-40B4-BE49-F238E27FC236}">
                <a16:creationId xmlns:a16="http://schemas.microsoft.com/office/drawing/2014/main" id="{8DBC99CD-04E8-C322-3B19-A4387B0F0CD8}"/>
              </a:ext>
            </a:extLst>
          </p:cNvPr>
          <p:cNvGrpSpPr/>
          <p:nvPr/>
        </p:nvGrpSpPr>
        <p:grpSpPr>
          <a:xfrm>
            <a:off x="5091840" y="1495604"/>
            <a:ext cx="177480" cy="321480"/>
            <a:chOff x="5091840" y="1495604"/>
            <a:chExt cx="177480" cy="32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7">
              <p14:nvContentPartPr>
                <p14:cNvPr id="780" name="Ink 779">
                  <a:extLst>
                    <a:ext uri="{FF2B5EF4-FFF2-40B4-BE49-F238E27FC236}">
                      <a16:creationId xmlns:a16="http://schemas.microsoft.com/office/drawing/2014/main" id="{CB0D8638-402E-9408-9C65-210F91368EFA}"/>
                    </a:ext>
                  </a:extLst>
                </p14:cNvPr>
                <p14:cNvContentPartPr/>
                <p14:nvPr/>
              </p14:nvContentPartPr>
              <p14:xfrm>
                <a:off x="5091840" y="1495604"/>
                <a:ext cx="155520" cy="274320"/>
              </p14:xfrm>
            </p:contentPart>
          </mc:Choice>
          <mc:Fallback xmlns="">
            <p:pic>
              <p:nvPicPr>
                <p:cNvPr id="780" name="Ink 779">
                  <a:extLst>
                    <a:ext uri="{FF2B5EF4-FFF2-40B4-BE49-F238E27FC236}">
                      <a16:creationId xmlns:a16="http://schemas.microsoft.com/office/drawing/2014/main" id="{CB0D8638-402E-9408-9C65-210F91368EFA}"/>
                    </a:ext>
                  </a:extLst>
                </p:cNvPr>
                <p:cNvPicPr/>
                <p:nvPr/>
              </p:nvPicPr>
              <p:blipFill>
                <a:blip r:embed="rId938"/>
                <a:stretch>
                  <a:fillRect/>
                </a:stretch>
              </p:blipFill>
              <p:spPr>
                <a:xfrm>
                  <a:off x="5083200" y="1486604"/>
                  <a:ext cx="1731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9">
              <p14:nvContentPartPr>
                <p14:cNvPr id="781" name="Ink 780">
                  <a:extLst>
                    <a:ext uri="{FF2B5EF4-FFF2-40B4-BE49-F238E27FC236}">
                      <a16:creationId xmlns:a16="http://schemas.microsoft.com/office/drawing/2014/main" id="{07B2D921-B466-68A1-E5D6-8536D43D98B0}"/>
                    </a:ext>
                  </a:extLst>
                </p14:cNvPr>
                <p14:cNvContentPartPr/>
                <p14:nvPr/>
              </p14:nvContentPartPr>
              <p14:xfrm>
                <a:off x="5228280" y="1701164"/>
                <a:ext cx="41040" cy="115920"/>
              </p14:xfrm>
            </p:contentPart>
          </mc:Choice>
          <mc:Fallback xmlns="">
            <p:pic>
              <p:nvPicPr>
                <p:cNvPr id="781" name="Ink 780">
                  <a:extLst>
                    <a:ext uri="{FF2B5EF4-FFF2-40B4-BE49-F238E27FC236}">
                      <a16:creationId xmlns:a16="http://schemas.microsoft.com/office/drawing/2014/main" id="{07B2D921-B466-68A1-E5D6-8536D43D98B0}"/>
                    </a:ext>
                  </a:extLst>
                </p:cNvPr>
                <p:cNvPicPr/>
                <p:nvPr/>
              </p:nvPicPr>
              <p:blipFill>
                <a:blip r:embed="rId940"/>
                <a:stretch>
                  <a:fillRect/>
                </a:stretch>
              </p:blipFill>
              <p:spPr>
                <a:xfrm>
                  <a:off x="5219640" y="1692164"/>
                  <a:ext cx="58680" cy="13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6" name="Group 785">
            <a:extLst>
              <a:ext uri="{FF2B5EF4-FFF2-40B4-BE49-F238E27FC236}">
                <a16:creationId xmlns:a16="http://schemas.microsoft.com/office/drawing/2014/main" id="{9B8EAEB3-AE35-F9BA-35B3-8965D82CDCB5}"/>
              </a:ext>
            </a:extLst>
          </p:cNvPr>
          <p:cNvGrpSpPr/>
          <p:nvPr/>
        </p:nvGrpSpPr>
        <p:grpSpPr>
          <a:xfrm>
            <a:off x="4790880" y="334244"/>
            <a:ext cx="1999800" cy="1114200"/>
            <a:chOff x="4790880" y="334244"/>
            <a:chExt cx="1999800" cy="111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1">
              <p14:nvContentPartPr>
                <p14:cNvPr id="724" name="Ink 723">
                  <a:extLst>
                    <a:ext uri="{FF2B5EF4-FFF2-40B4-BE49-F238E27FC236}">
                      <a16:creationId xmlns:a16="http://schemas.microsoft.com/office/drawing/2014/main" id="{40AF394F-D36E-8CFB-A807-881D286050FB}"/>
                    </a:ext>
                  </a:extLst>
                </p14:cNvPr>
                <p14:cNvContentPartPr/>
                <p14:nvPr/>
              </p14:nvContentPartPr>
              <p14:xfrm>
                <a:off x="4790880" y="1246124"/>
                <a:ext cx="3600" cy="153000"/>
              </p14:xfrm>
            </p:contentPart>
          </mc:Choice>
          <mc:Fallback xmlns="">
            <p:pic>
              <p:nvPicPr>
                <p:cNvPr id="724" name="Ink 723">
                  <a:extLst>
                    <a:ext uri="{FF2B5EF4-FFF2-40B4-BE49-F238E27FC236}">
                      <a16:creationId xmlns:a16="http://schemas.microsoft.com/office/drawing/2014/main" id="{40AF394F-D36E-8CFB-A807-881D286050FB}"/>
                    </a:ext>
                  </a:extLst>
                </p:cNvPr>
                <p:cNvPicPr/>
                <p:nvPr/>
              </p:nvPicPr>
              <p:blipFill>
                <a:blip r:embed="rId942"/>
                <a:stretch>
                  <a:fillRect/>
                </a:stretch>
              </p:blipFill>
              <p:spPr>
                <a:xfrm>
                  <a:off x="4782240" y="1237484"/>
                  <a:ext cx="212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3">
              <p14:nvContentPartPr>
                <p14:cNvPr id="725" name="Ink 724">
                  <a:extLst>
                    <a:ext uri="{FF2B5EF4-FFF2-40B4-BE49-F238E27FC236}">
                      <a16:creationId xmlns:a16="http://schemas.microsoft.com/office/drawing/2014/main" id="{62B5FFBA-4A83-3062-5DC2-B2D8E5C7CC6F}"/>
                    </a:ext>
                  </a:extLst>
                </p14:cNvPr>
                <p14:cNvContentPartPr/>
                <p14:nvPr/>
              </p14:nvContentPartPr>
              <p14:xfrm>
                <a:off x="4811400" y="1253324"/>
                <a:ext cx="82440" cy="156240"/>
              </p14:xfrm>
            </p:contentPart>
          </mc:Choice>
          <mc:Fallback xmlns="">
            <p:pic>
              <p:nvPicPr>
                <p:cNvPr id="725" name="Ink 724">
                  <a:extLst>
                    <a:ext uri="{FF2B5EF4-FFF2-40B4-BE49-F238E27FC236}">
                      <a16:creationId xmlns:a16="http://schemas.microsoft.com/office/drawing/2014/main" id="{62B5FFBA-4A83-3062-5DC2-B2D8E5C7CC6F}"/>
                    </a:ext>
                  </a:extLst>
                </p:cNvPr>
                <p:cNvPicPr/>
                <p:nvPr/>
              </p:nvPicPr>
              <p:blipFill>
                <a:blip r:embed="rId944"/>
                <a:stretch>
                  <a:fillRect/>
                </a:stretch>
              </p:blipFill>
              <p:spPr>
                <a:xfrm>
                  <a:off x="4802400" y="1244684"/>
                  <a:ext cx="1000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5">
              <p14:nvContentPartPr>
                <p14:cNvPr id="726" name="Ink 725">
                  <a:extLst>
                    <a:ext uri="{FF2B5EF4-FFF2-40B4-BE49-F238E27FC236}">
                      <a16:creationId xmlns:a16="http://schemas.microsoft.com/office/drawing/2014/main" id="{83CCFBB3-B36A-742C-F727-1BB5658B78AC}"/>
                    </a:ext>
                  </a:extLst>
                </p14:cNvPr>
                <p14:cNvContentPartPr/>
                <p14:nvPr/>
              </p14:nvContentPartPr>
              <p14:xfrm>
                <a:off x="4853160" y="1277804"/>
                <a:ext cx="164520" cy="125640"/>
              </p14:xfrm>
            </p:contentPart>
          </mc:Choice>
          <mc:Fallback xmlns="">
            <p:pic>
              <p:nvPicPr>
                <p:cNvPr id="726" name="Ink 725">
                  <a:extLst>
                    <a:ext uri="{FF2B5EF4-FFF2-40B4-BE49-F238E27FC236}">
                      <a16:creationId xmlns:a16="http://schemas.microsoft.com/office/drawing/2014/main" id="{83CCFBB3-B36A-742C-F727-1BB5658B78AC}"/>
                    </a:ext>
                  </a:extLst>
                </p:cNvPr>
                <p:cNvPicPr/>
                <p:nvPr/>
              </p:nvPicPr>
              <p:blipFill>
                <a:blip r:embed="rId946"/>
                <a:stretch>
                  <a:fillRect/>
                </a:stretch>
              </p:blipFill>
              <p:spPr>
                <a:xfrm>
                  <a:off x="4844520" y="1268804"/>
                  <a:ext cx="1821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7">
              <p14:nvContentPartPr>
                <p14:cNvPr id="727" name="Ink 726">
                  <a:extLst>
                    <a:ext uri="{FF2B5EF4-FFF2-40B4-BE49-F238E27FC236}">
                      <a16:creationId xmlns:a16="http://schemas.microsoft.com/office/drawing/2014/main" id="{0E5DEC90-48A0-E4C1-9781-A53B78B2648C}"/>
                    </a:ext>
                  </a:extLst>
                </p14:cNvPr>
                <p14:cNvContentPartPr/>
                <p14:nvPr/>
              </p14:nvContentPartPr>
              <p14:xfrm>
                <a:off x="4989960" y="1236764"/>
                <a:ext cx="27000" cy="195840"/>
              </p14:xfrm>
            </p:contentPart>
          </mc:Choice>
          <mc:Fallback xmlns="">
            <p:pic>
              <p:nvPicPr>
                <p:cNvPr id="727" name="Ink 726">
                  <a:extLst>
                    <a:ext uri="{FF2B5EF4-FFF2-40B4-BE49-F238E27FC236}">
                      <a16:creationId xmlns:a16="http://schemas.microsoft.com/office/drawing/2014/main" id="{0E5DEC90-48A0-E4C1-9781-A53B78B2648C}"/>
                    </a:ext>
                  </a:extLst>
                </p:cNvPr>
                <p:cNvPicPr/>
                <p:nvPr/>
              </p:nvPicPr>
              <p:blipFill>
                <a:blip r:embed="rId948"/>
                <a:stretch>
                  <a:fillRect/>
                </a:stretch>
              </p:blipFill>
              <p:spPr>
                <a:xfrm>
                  <a:off x="4980960" y="1227764"/>
                  <a:ext cx="446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9">
              <p14:nvContentPartPr>
                <p14:cNvPr id="728" name="Ink 727">
                  <a:extLst>
                    <a:ext uri="{FF2B5EF4-FFF2-40B4-BE49-F238E27FC236}">
                      <a16:creationId xmlns:a16="http://schemas.microsoft.com/office/drawing/2014/main" id="{2F6EF64F-565A-5462-7CE2-A141BD003247}"/>
                    </a:ext>
                  </a:extLst>
                </p14:cNvPr>
                <p14:cNvContentPartPr/>
                <p14:nvPr/>
              </p14:nvContentPartPr>
              <p14:xfrm>
                <a:off x="5069520" y="1217684"/>
                <a:ext cx="89280" cy="156240"/>
              </p14:xfrm>
            </p:contentPart>
          </mc:Choice>
          <mc:Fallback xmlns="">
            <p:pic>
              <p:nvPicPr>
                <p:cNvPr id="728" name="Ink 727">
                  <a:extLst>
                    <a:ext uri="{FF2B5EF4-FFF2-40B4-BE49-F238E27FC236}">
                      <a16:creationId xmlns:a16="http://schemas.microsoft.com/office/drawing/2014/main" id="{2F6EF64F-565A-5462-7CE2-A141BD003247}"/>
                    </a:ext>
                  </a:extLst>
                </p:cNvPr>
                <p:cNvPicPr/>
                <p:nvPr/>
              </p:nvPicPr>
              <p:blipFill>
                <a:blip r:embed="rId950"/>
                <a:stretch>
                  <a:fillRect/>
                </a:stretch>
              </p:blipFill>
              <p:spPr>
                <a:xfrm>
                  <a:off x="5060880" y="1209044"/>
                  <a:ext cx="1069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1">
              <p14:nvContentPartPr>
                <p14:cNvPr id="729" name="Ink 728">
                  <a:extLst>
                    <a:ext uri="{FF2B5EF4-FFF2-40B4-BE49-F238E27FC236}">
                      <a16:creationId xmlns:a16="http://schemas.microsoft.com/office/drawing/2014/main" id="{2563C063-CBCA-935B-10B7-E0EC5CBDBC76}"/>
                    </a:ext>
                  </a:extLst>
                </p14:cNvPr>
                <p14:cNvContentPartPr/>
                <p14:nvPr/>
              </p14:nvContentPartPr>
              <p14:xfrm>
                <a:off x="5187960" y="1221644"/>
                <a:ext cx="158040" cy="168840"/>
              </p14:xfrm>
            </p:contentPart>
          </mc:Choice>
          <mc:Fallback xmlns="">
            <p:pic>
              <p:nvPicPr>
                <p:cNvPr id="729" name="Ink 728">
                  <a:extLst>
                    <a:ext uri="{FF2B5EF4-FFF2-40B4-BE49-F238E27FC236}">
                      <a16:creationId xmlns:a16="http://schemas.microsoft.com/office/drawing/2014/main" id="{2563C063-CBCA-935B-10B7-E0EC5CBDBC76}"/>
                    </a:ext>
                  </a:extLst>
                </p:cNvPr>
                <p:cNvPicPr/>
                <p:nvPr/>
              </p:nvPicPr>
              <p:blipFill>
                <a:blip r:embed="rId952"/>
                <a:stretch>
                  <a:fillRect/>
                </a:stretch>
              </p:blipFill>
              <p:spPr>
                <a:xfrm>
                  <a:off x="5179320" y="1212644"/>
                  <a:ext cx="1756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3">
              <p14:nvContentPartPr>
                <p14:cNvPr id="730" name="Ink 729">
                  <a:extLst>
                    <a:ext uri="{FF2B5EF4-FFF2-40B4-BE49-F238E27FC236}">
                      <a16:creationId xmlns:a16="http://schemas.microsoft.com/office/drawing/2014/main" id="{62F64CF3-EF4A-26B7-90CC-CEDAB8816291}"/>
                    </a:ext>
                  </a:extLst>
                </p14:cNvPr>
                <p14:cNvContentPartPr/>
                <p14:nvPr/>
              </p14:nvContentPartPr>
              <p14:xfrm>
                <a:off x="5374800" y="1208684"/>
                <a:ext cx="126720" cy="164520"/>
              </p14:xfrm>
            </p:contentPart>
          </mc:Choice>
          <mc:Fallback xmlns="">
            <p:pic>
              <p:nvPicPr>
                <p:cNvPr id="730" name="Ink 729">
                  <a:extLst>
                    <a:ext uri="{FF2B5EF4-FFF2-40B4-BE49-F238E27FC236}">
                      <a16:creationId xmlns:a16="http://schemas.microsoft.com/office/drawing/2014/main" id="{62F64CF3-EF4A-26B7-90CC-CEDAB8816291}"/>
                    </a:ext>
                  </a:extLst>
                </p:cNvPr>
                <p:cNvPicPr/>
                <p:nvPr/>
              </p:nvPicPr>
              <p:blipFill>
                <a:blip r:embed="rId954"/>
                <a:stretch>
                  <a:fillRect/>
                </a:stretch>
              </p:blipFill>
              <p:spPr>
                <a:xfrm>
                  <a:off x="5365800" y="1199684"/>
                  <a:ext cx="1443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5">
              <p14:nvContentPartPr>
                <p14:cNvPr id="736" name="Ink 735">
                  <a:extLst>
                    <a:ext uri="{FF2B5EF4-FFF2-40B4-BE49-F238E27FC236}">
                      <a16:creationId xmlns:a16="http://schemas.microsoft.com/office/drawing/2014/main" id="{25EE603A-31FD-31D8-01EA-C6C925EBDE13}"/>
                    </a:ext>
                  </a:extLst>
                </p14:cNvPr>
                <p14:cNvContentPartPr/>
                <p14:nvPr/>
              </p14:nvContentPartPr>
              <p14:xfrm>
                <a:off x="4888440" y="882164"/>
                <a:ext cx="127800" cy="273240"/>
              </p14:xfrm>
            </p:contentPart>
          </mc:Choice>
          <mc:Fallback xmlns="">
            <p:pic>
              <p:nvPicPr>
                <p:cNvPr id="736" name="Ink 735">
                  <a:extLst>
                    <a:ext uri="{FF2B5EF4-FFF2-40B4-BE49-F238E27FC236}">
                      <a16:creationId xmlns:a16="http://schemas.microsoft.com/office/drawing/2014/main" id="{25EE603A-31FD-31D8-01EA-C6C925EBDE13}"/>
                    </a:ext>
                  </a:extLst>
                </p:cNvPr>
                <p:cNvPicPr/>
                <p:nvPr/>
              </p:nvPicPr>
              <p:blipFill>
                <a:blip r:embed="rId956"/>
                <a:stretch>
                  <a:fillRect/>
                </a:stretch>
              </p:blipFill>
              <p:spPr>
                <a:xfrm>
                  <a:off x="4879440" y="873524"/>
                  <a:ext cx="14544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7">
              <p14:nvContentPartPr>
                <p14:cNvPr id="737" name="Ink 736">
                  <a:extLst>
                    <a:ext uri="{FF2B5EF4-FFF2-40B4-BE49-F238E27FC236}">
                      <a16:creationId xmlns:a16="http://schemas.microsoft.com/office/drawing/2014/main" id="{F9445A3A-86BF-6D45-1742-4273A5F6E29B}"/>
                    </a:ext>
                  </a:extLst>
                </p14:cNvPr>
                <p14:cNvContentPartPr/>
                <p14:nvPr/>
              </p14:nvContentPartPr>
              <p14:xfrm>
                <a:off x="4955760" y="620804"/>
                <a:ext cx="44280" cy="185040"/>
              </p14:xfrm>
            </p:contentPart>
          </mc:Choice>
          <mc:Fallback xmlns="">
            <p:pic>
              <p:nvPicPr>
                <p:cNvPr id="737" name="Ink 736">
                  <a:extLst>
                    <a:ext uri="{FF2B5EF4-FFF2-40B4-BE49-F238E27FC236}">
                      <a16:creationId xmlns:a16="http://schemas.microsoft.com/office/drawing/2014/main" id="{F9445A3A-86BF-6D45-1742-4273A5F6E29B}"/>
                    </a:ext>
                  </a:extLst>
                </p:cNvPr>
                <p:cNvPicPr/>
                <p:nvPr/>
              </p:nvPicPr>
              <p:blipFill>
                <a:blip r:embed="rId958"/>
                <a:stretch>
                  <a:fillRect/>
                </a:stretch>
              </p:blipFill>
              <p:spPr>
                <a:xfrm>
                  <a:off x="4946760" y="611804"/>
                  <a:ext cx="619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9">
              <p14:nvContentPartPr>
                <p14:cNvPr id="738" name="Ink 737">
                  <a:extLst>
                    <a:ext uri="{FF2B5EF4-FFF2-40B4-BE49-F238E27FC236}">
                      <a16:creationId xmlns:a16="http://schemas.microsoft.com/office/drawing/2014/main" id="{600DB678-EEF5-AFD7-C6DD-7415BD7CEB54}"/>
                    </a:ext>
                  </a:extLst>
                </p14:cNvPr>
                <p14:cNvContentPartPr/>
                <p14:nvPr/>
              </p14:nvContentPartPr>
              <p14:xfrm>
                <a:off x="5000040" y="662564"/>
                <a:ext cx="87840" cy="142200"/>
              </p14:xfrm>
            </p:contentPart>
          </mc:Choice>
          <mc:Fallback xmlns="">
            <p:pic>
              <p:nvPicPr>
                <p:cNvPr id="738" name="Ink 737">
                  <a:extLst>
                    <a:ext uri="{FF2B5EF4-FFF2-40B4-BE49-F238E27FC236}">
                      <a16:creationId xmlns:a16="http://schemas.microsoft.com/office/drawing/2014/main" id="{600DB678-EEF5-AFD7-C6DD-7415BD7CEB54}"/>
                    </a:ext>
                  </a:extLst>
                </p:cNvPr>
                <p:cNvPicPr/>
                <p:nvPr/>
              </p:nvPicPr>
              <p:blipFill>
                <a:blip r:embed="rId960"/>
                <a:stretch>
                  <a:fillRect/>
                </a:stretch>
              </p:blipFill>
              <p:spPr>
                <a:xfrm>
                  <a:off x="4991400" y="653564"/>
                  <a:ext cx="1054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1">
              <p14:nvContentPartPr>
                <p14:cNvPr id="739" name="Ink 738">
                  <a:extLst>
                    <a:ext uri="{FF2B5EF4-FFF2-40B4-BE49-F238E27FC236}">
                      <a16:creationId xmlns:a16="http://schemas.microsoft.com/office/drawing/2014/main" id="{13EBEB60-7786-8BC4-084E-A55863E199DF}"/>
                    </a:ext>
                  </a:extLst>
                </p14:cNvPr>
                <p14:cNvContentPartPr/>
                <p14:nvPr/>
              </p14:nvContentPartPr>
              <p14:xfrm>
                <a:off x="5066640" y="729164"/>
                <a:ext cx="113400" cy="55080"/>
              </p14:xfrm>
            </p:contentPart>
          </mc:Choice>
          <mc:Fallback xmlns="">
            <p:pic>
              <p:nvPicPr>
                <p:cNvPr id="739" name="Ink 738">
                  <a:extLst>
                    <a:ext uri="{FF2B5EF4-FFF2-40B4-BE49-F238E27FC236}">
                      <a16:creationId xmlns:a16="http://schemas.microsoft.com/office/drawing/2014/main" id="{13EBEB60-7786-8BC4-084E-A55863E199DF}"/>
                    </a:ext>
                  </a:extLst>
                </p:cNvPr>
                <p:cNvPicPr/>
                <p:nvPr/>
              </p:nvPicPr>
              <p:blipFill>
                <a:blip r:embed="rId962"/>
                <a:stretch>
                  <a:fillRect/>
                </a:stretch>
              </p:blipFill>
              <p:spPr>
                <a:xfrm>
                  <a:off x="5058000" y="720164"/>
                  <a:ext cx="1310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3">
              <p14:nvContentPartPr>
                <p14:cNvPr id="740" name="Ink 739">
                  <a:extLst>
                    <a:ext uri="{FF2B5EF4-FFF2-40B4-BE49-F238E27FC236}">
                      <a16:creationId xmlns:a16="http://schemas.microsoft.com/office/drawing/2014/main" id="{2D2782CF-CCB3-9C4A-34D9-55D5120EF5BE}"/>
                    </a:ext>
                  </a:extLst>
                </p14:cNvPr>
                <p14:cNvContentPartPr/>
                <p14:nvPr/>
              </p14:nvContentPartPr>
              <p14:xfrm>
                <a:off x="5160600" y="556364"/>
                <a:ext cx="21240" cy="232560"/>
              </p14:xfrm>
            </p:contentPart>
          </mc:Choice>
          <mc:Fallback xmlns="">
            <p:pic>
              <p:nvPicPr>
                <p:cNvPr id="740" name="Ink 739">
                  <a:extLst>
                    <a:ext uri="{FF2B5EF4-FFF2-40B4-BE49-F238E27FC236}">
                      <a16:creationId xmlns:a16="http://schemas.microsoft.com/office/drawing/2014/main" id="{2D2782CF-CCB3-9C4A-34D9-55D5120EF5BE}"/>
                    </a:ext>
                  </a:extLst>
                </p:cNvPr>
                <p:cNvPicPr/>
                <p:nvPr/>
              </p:nvPicPr>
              <p:blipFill>
                <a:blip r:embed="rId964"/>
                <a:stretch>
                  <a:fillRect/>
                </a:stretch>
              </p:blipFill>
              <p:spPr>
                <a:xfrm>
                  <a:off x="5151600" y="547724"/>
                  <a:ext cx="388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5">
              <p14:nvContentPartPr>
                <p14:cNvPr id="741" name="Ink 740">
                  <a:extLst>
                    <a:ext uri="{FF2B5EF4-FFF2-40B4-BE49-F238E27FC236}">
                      <a16:creationId xmlns:a16="http://schemas.microsoft.com/office/drawing/2014/main" id="{EE3E88F2-5B2D-47C8-FC00-5DE4248CC408}"/>
                    </a:ext>
                  </a:extLst>
                </p14:cNvPr>
                <p14:cNvContentPartPr/>
                <p14:nvPr/>
              </p14:nvContentPartPr>
              <p14:xfrm>
                <a:off x="5228280" y="700724"/>
                <a:ext cx="33120" cy="75600"/>
              </p14:xfrm>
            </p:contentPart>
          </mc:Choice>
          <mc:Fallback xmlns="">
            <p:pic>
              <p:nvPicPr>
                <p:cNvPr id="741" name="Ink 740">
                  <a:extLst>
                    <a:ext uri="{FF2B5EF4-FFF2-40B4-BE49-F238E27FC236}">
                      <a16:creationId xmlns:a16="http://schemas.microsoft.com/office/drawing/2014/main" id="{EE3E88F2-5B2D-47C8-FC00-5DE4248CC408}"/>
                    </a:ext>
                  </a:extLst>
                </p:cNvPr>
                <p:cNvPicPr/>
                <p:nvPr/>
              </p:nvPicPr>
              <p:blipFill>
                <a:blip r:embed="rId966"/>
                <a:stretch>
                  <a:fillRect/>
                </a:stretch>
              </p:blipFill>
              <p:spPr>
                <a:xfrm>
                  <a:off x="5219640" y="692084"/>
                  <a:ext cx="507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7">
              <p14:nvContentPartPr>
                <p14:cNvPr id="742" name="Ink 741">
                  <a:extLst>
                    <a:ext uri="{FF2B5EF4-FFF2-40B4-BE49-F238E27FC236}">
                      <a16:creationId xmlns:a16="http://schemas.microsoft.com/office/drawing/2014/main" id="{5EABFB15-8C08-BF16-72A6-D8717184E11A}"/>
                    </a:ext>
                  </a:extLst>
                </p14:cNvPr>
                <p14:cNvContentPartPr/>
                <p14:nvPr/>
              </p14:nvContentPartPr>
              <p14:xfrm>
                <a:off x="5249520" y="631964"/>
                <a:ext cx="31320" cy="42840"/>
              </p14:xfrm>
            </p:contentPart>
          </mc:Choice>
          <mc:Fallback xmlns="">
            <p:pic>
              <p:nvPicPr>
                <p:cNvPr id="742" name="Ink 741">
                  <a:extLst>
                    <a:ext uri="{FF2B5EF4-FFF2-40B4-BE49-F238E27FC236}">
                      <a16:creationId xmlns:a16="http://schemas.microsoft.com/office/drawing/2014/main" id="{5EABFB15-8C08-BF16-72A6-D8717184E11A}"/>
                    </a:ext>
                  </a:extLst>
                </p:cNvPr>
                <p:cNvPicPr/>
                <p:nvPr/>
              </p:nvPicPr>
              <p:blipFill>
                <a:blip r:embed="rId968"/>
                <a:stretch>
                  <a:fillRect/>
                </a:stretch>
              </p:blipFill>
              <p:spPr>
                <a:xfrm>
                  <a:off x="5240880" y="622964"/>
                  <a:ext cx="489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9">
              <p14:nvContentPartPr>
                <p14:cNvPr id="743" name="Ink 742">
                  <a:extLst>
                    <a:ext uri="{FF2B5EF4-FFF2-40B4-BE49-F238E27FC236}">
                      <a16:creationId xmlns:a16="http://schemas.microsoft.com/office/drawing/2014/main" id="{05C336B8-3A8B-6E7F-AF6D-F340BDBEE795}"/>
                    </a:ext>
                  </a:extLst>
                </p14:cNvPr>
                <p14:cNvContentPartPr/>
                <p14:nvPr/>
              </p14:nvContentPartPr>
              <p14:xfrm>
                <a:off x="5313600" y="596684"/>
                <a:ext cx="58320" cy="195480"/>
              </p14:xfrm>
            </p:contentPart>
          </mc:Choice>
          <mc:Fallback xmlns="">
            <p:pic>
              <p:nvPicPr>
                <p:cNvPr id="743" name="Ink 742">
                  <a:extLst>
                    <a:ext uri="{FF2B5EF4-FFF2-40B4-BE49-F238E27FC236}">
                      <a16:creationId xmlns:a16="http://schemas.microsoft.com/office/drawing/2014/main" id="{05C336B8-3A8B-6E7F-AF6D-F340BDBEE795}"/>
                    </a:ext>
                  </a:extLst>
                </p:cNvPr>
                <p:cNvPicPr/>
                <p:nvPr/>
              </p:nvPicPr>
              <p:blipFill>
                <a:blip r:embed="rId970"/>
                <a:stretch>
                  <a:fillRect/>
                </a:stretch>
              </p:blipFill>
              <p:spPr>
                <a:xfrm>
                  <a:off x="5304960" y="587684"/>
                  <a:ext cx="759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1">
              <p14:nvContentPartPr>
                <p14:cNvPr id="744" name="Ink 743">
                  <a:extLst>
                    <a:ext uri="{FF2B5EF4-FFF2-40B4-BE49-F238E27FC236}">
                      <a16:creationId xmlns:a16="http://schemas.microsoft.com/office/drawing/2014/main" id="{97604094-622A-F85F-C89A-C8621FCB4EAE}"/>
                    </a:ext>
                  </a:extLst>
                </p14:cNvPr>
                <p14:cNvContentPartPr/>
                <p14:nvPr/>
              </p14:nvContentPartPr>
              <p14:xfrm>
                <a:off x="5301720" y="656084"/>
                <a:ext cx="140040" cy="101520"/>
              </p14:xfrm>
            </p:contentPart>
          </mc:Choice>
          <mc:Fallback xmlns="">
            <p:pic>
              <p:nvPicPr>
                <p:cNvPr id="744" name="Ink 743">
                  <a:extLst>
                    <a:ext uri="{FF2B5EF4-FFF2-40B4-BE49-F238E27FC236}">
                      <a16:creationId xmlns:a16="http://schemas.microsoft.com/office/drawing/2014/main" id="{97604094-622A-F85F-C89A-C8621FCB4EAE}"/>
                    </a:ext>
                  </a:extLst>
                </p:cNvPr>
                <p:cNvPicPr/>
                <p:nvPr/>
              </p:nvPicPr>
              <p:blipFill>
                <a:blip r:embed="rId972"/>
                <a:stretch>
                  <a:fillRect/>
                </a:stretch>
              </p:blipFill>
              <p:spPr>
                <a:xfrm>
                  <a:off x="5292720" y="647084"/>
                  <a:ext cx="1576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3">
              <p14:nvContentPartPr>
                <p14:cNvPr id="745" name="Ink 744">
                  <a:extLst>
                    <a:ext uri="{FF2B5EF4-FFF2-40B4-BE49-F238E27FC236}">
                      <a16:creationId xmlns:a16="http://schemas.microsoft.com/office/drawing/2014/main" id="{FE2C2274-8C52-A450-3098-501B0A2AC2B1}"/>
                    </a:ext>
                  </a:extLst>
                </p14:cNvPr>
                <p14:cNvContentPartPr/>
                <p14:nvPr/>
              </p14:nvContentPartPr>
              <p14:xfrm>
                <a:off x="5438880" y="499484"/>
                <a:ext cx="217440" cy="230760"/>
              </p14:xfrm>
            </p:contentPart>
          </mc:Choice>
          <mc:Fallback xmlns="">
            <p:pic>
              <p:nvPicPr>
                <p:cNvPr id="745" name="Ink 744">
                  <a:extLst>
                    <a:ext uri="{FF2B5EF4-FFF2-40B4-BE49-F238E27FC236}">
                      <a16:creationId xmlns:a16="http://schemas.microsoft.com/office/drawing/2014/main" id="{FE2C2274-8C52-A450-3098-501B0A2AC2B1}"/>
                    </a:ext>
                  </a:extLst>
                </p:cNvPr>
                <p:cNvPicPr/>
                <p:nvPr/>
              </p:nvPicPr>
              <p:blipFill>
                <a:blip r:embed="rId974"/>
                <a:stretch>
                  <a:fillRect/>
                </a:stretch>
              </p:blipFill>
              <p:spPr>
                <a:xfrm>
                  <a:off x="5429880" y="490484"/>
                  <a:ext cx="2350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5">
              <p14:nvContentPartPr>
                <p14:cNvPr id="746" name="Ink 745">
                  <a:extLst>
                    <a:ext uri="{FF2B5EF4-FFF2-40B4-BE49-F238E27FC236}">
                      <a16:creationId xmlns:a16="http://schemas.microsoft.com/office/drawing/2014/main" id="{12CA11CE-57BD-621C-A55E-52377060656D}"/>
                    </a:ext>
                  </a:extLst>
                </p14:cNvPr>
                <p14:cNvContentPartPr/>
                <p14:nvPr/>
              </p14:nvContentPartPr>
              <p14:xfrm>
                <a:off x="5596560" y="578324"/>
                <a:ext cx="75600" cy="43560"/>
              </p14:xfrm>
            </p:contentPart>
          </mc:Choice>
          <mc:Fallback xmlns="">
            <p:pic>
              <p:nvPicPr>
                <p:cNvPr id="746" name="Ink 745">
                  <a:extLst>
                    <a:ext uri="{FF2B5EF4-FFF2-40B4-BE49-F238E27FC236}">
                      <a16:creationId xmlns:a16="http://schemas.microsoft.com/office/drawing/2014/main" id="{12CA11CE-57BD-621C-A55E-52377060656D}"/>
                    </a:ext>
                  </a:extLst>
                </p:cNvPr>
                <p:cNvPicPr/>
                <p:nvPr/>
              </p:nvPicPr>
              <p:blipFill>
                <a:blip r:embed="rId976"/>
                <a:stretch>
                  <a:fillRect/>
                </a:stretch>
              </p:blipFill>
              <p:spPr>
                <a:xfrm>
                  <a:off x="5587560" y="569684"/>
                  <a:ext cx="932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7">
              <p14:nvContentPartPr>
                <p14:cNvPr id="747" name="Ink 746">
                  <a:extLst>
                    <a:ext uri="{FF2B5EF4-FFF2-40B4-BE49-F238E27FC236}">
                      <a16:creationId xmlns:a16="http://schemas.microsoft.com/office/drawing/2014/main" id="{55F538BE-D695-C70D-4625-CCD32766A465}"/>
                    </a:ext>
                  </a:extLst>
                </p14:cNvPr>
                <p14:cNvContentPartPr/>
                <p14:nvPr/>
              </p14:nvContentPartPr>
              <p14:xfrm>
                <a:off x="5673240" y="611804"/>
                <a:ext cx="99360" cy="157680"/>
              </p14:xfrm>
            </p:contentPart>
          </mc:Choice>
          <mc:Fallback xmlns="">
            <p:pic>
              <p:nvPicPr>
                <p:cNvPr id="747" name="Ink 746">
                  <a:extLst>
                    <a:ext uri="{FF2B5EF4-FFF2-40B4-BE49-F238E27FC236}">
                      <a16:creationId xmlns:a16="http://schemas.microsoft.com/office/drawing/2014/main" id="{55F538BE-D695-C70D-4625-CCD32766A465}"/>
                    </a:ext>
                  </a:extLst>
                </p:cNvPr>
                <p:cNvPicPr/>
                <p:nvPr/>
              </p:nvPicPr>
              <p:blipFill>
                <a:blip r:embed="rId978"/>
                <a:stretch>
                  <a:fillRect/>
                </a:stretch>
              </p:blipFill>
              <p:spPr>
                <a:xfrm>
                  <a:off x="5664240" y="603164"/>
                  <a:ext cx="1170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9">
              <p14:nvContentPartPr>
                <p14:cNvPr id="750" name="Ink 749">
                  <a:extLst>
                    <a:ext uri="{FF2B5EF4-FFF2-40B4-BE49-F238E27FC236}">
                      <a16:creationId xmlns:a16="http://schemas.microsoft.com/office/drawing/2014/main" id="{D6F6FA73-FF7C-DCF5-4D4C-9B97902F55EA}"/>
                    </a:ext>
                  </a:extLst>
                </p14:cNvPr>
                <p14:cNvContentPartPr/>
                <p14:nvPr/>
              </p14:nvContentPartPr>
              <p14:xfrm>
                <a:off x="6046200" y="405524"/>
                <a:ext cx="237240" cy="234360"/>
              </p14:xfrm>
            </p:contentPart>
          </mc:Choice>
          <mc:Fallback xmlns="">
            <p:pic>
              <p:nvPicPr>
                <p:cNvPr id="750" name="Ink 749">
                  <a:extLst>
                    <a:ext uri="{FF2B5EF4-FFF2-40B4-BE49-F238E27FC236}">
                      <a16:creationId xmlns:a16="http://schemas.microsoft.com/office/drawing/2014/main" id="{D6F6FA73-FF7C-DCF5-4D4C-9B97902F55EA}"/>
                    </a:ext>
                  </a:extLst>
                </p:cNvPr>
                <p:cNvPicPr/>
                <p:nvPr/>
              </p:nvPicPr>
              <p:blipFill>
                <a:blip r:embed="rId980"/>
                <a:stretch>
                  <a:fillRect/>
                </a:stretch>
              </p:blipFill>
              <p:spPr>
                <a:xfrm>
                  <a:off x="6037560" y="396524"/>
                  <a:ext cx="2548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1">
              <p14:nvContentPartPr>
                <p14:cNvPr id="751" name="Ink 750">
                  <a:extLst>
                    <a:ext uri="{FF2B5EF4-FFF2-40B4-BE49-F238E27FC236}">
                      <a16:creationId xmlns:a16="http://schemas.microsoft.com/office/drawing/2014/main" id="{B85A0430-FC08-2B2A-6A78-DA66F00D39A1}"/>
                    </a:ext>
                  </a:extLst>
                </p14:cNvPr>
                <p14:cNvContentPartPr/>
                <p14:nvPr/>
              </p14:nvContentPartPr>
              <p14:xfrm>
                <a:off x="6287040" y="480404"/>
                <a:ext cx="139320" cy="72360"/>
              </p14:xfrm>
            </p:contentPart>
          </mc:Choice>
          <mc:Fallback xmlns="">
            <p:pic>
              <p:nvPicPr>
                <p:cNvPr id="751" name="Ink 750">
                  <a:extLst>
                    <a:ext uri="{FF2B5EF4-FFF2-40B4-BE49-F238E27FC236}">
                      <a16:creationId xmlns:a16="http://schemas.microsoft.com/office/drawing/2014/main" id="{B85A0430-FC08-2B2A-6A78-DA66F00D39A1}"/>
                    </a:ext>
                  </a:extLst>
                </p:cNvPr>
                <p:cNvPicPr/>
                <p:nvPr/>
              </p:nvPicPr>
              <p:blipFill>
                <a:blip r:embed="rId982"/>
                <a:stretch>
                  <a:fillRect/>
                </a:stretch>
              </p:blipFill>
              <p:spPr>
                <a:xfrm>
                  <a:off x="6278040" y="471764"/>
                  <a:ext cx="1569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3">
              <p14:nvContentPartPr>
                <p14:cNvPr id="752" name="Ink 751">
                  <a:extLst>
                    <a:ext uri="{FF2B5EF4-FFF2-40B4-BE49-F238E27FC236}">
                      <a16:creationId xmlns:a16="http://schemas.microsoft.com/office/drawing/2014/main" id="{40AB0746-5071-73D0-81FD-8701CBBA0EB1}"/>
                    </a:ext>
                  </a:extLst>
                </p14:cNvPr>
                <p14:cNvContentPartPr/>
                <p14:nvPr/>
              </p14:nvContentPartPr>
              <p14:xfrm>
                <a:off x="6416640" y="429284"/>
                <a:ext cx="69480" cy="115200"/>
              </p14:xfrm>
            </p:contentPart>
          </mc:Choice>
          <mc:Fallback xmlns="">
            <p:pic>
              <p:nvPicPr>
                <p:cNvPr id="752" name="Ink 751">
                  <a:extLst>
                    <a:ext uri="{FF2B5EF4-FFF2-40B4-BE49-F238E27FC236}">
                      <a16:creationId xmlns:a16="http://schemas.microsoft.com/office/drawing/2014/main" id="{40AB0746-5071-73D0-81FD-8701CBBA0EB1}"/>
                    </a:ext>
                  </a:extLst>
                </p:cNvPr>
                <p:cNvPicPr/>
                <p:nvPr/>
              </p:nvPicPr>
              <p:blipFill>
                <a:blip r:embed="rId984"/>
                <a:stretch>
                  <a:fillRect/>
                </a:stretch>
              </p:blipFill>
              <p:spPr>
                <a:xfrm>
                  <a:off x="6407640" y="420284"/>
                  <a:ext cx="871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5">
              <p14:nvContentPartPr>
                <p14:cNvPr id="753" name="Ink 752">
                  <a:extLst>
                    <a:ext uri="{FF2B5EF4-FFF2-40B4-BE49-F238E27FC236}">
                      <a16:creationId xmlns:a16="http://schemas.microsoft.com/office/drawing/2014/main" id="{3EEF2CA3-BABB-B770-6115-86D8B7FE62BC}"/>
                    </a:ext>
                  </a:extLst>
                </p14:cNvPr>
                <p14:cNvContentPartPr/>
                <p14:nvPr/>
              </p14:nvContentPartPr>
              <p14:xfrm>
                <a:off x="6487560" y="334244"/>
                <a:ext cx="95040" cy="202680"/>
              </p14:xfrm>
            </p:contentPart>
          </mc:Choice>
          <mc:Fallback xmlns="">
            <p:pic>
              <p:nvPicPr>
                <p:cNvPr id="753" name="Ink 752">
                  <a:extLst>
                    <a:ext uri="{FF2B5EF4-FFF2-40B4-BE49-F238E27FC236}">
                      <a16:creationId xmlns:a16="http://schemas.microsoft.com/office/drawing/2014/main" id="{3EEF2CA3-BABB-B770-6115-86D8B7FE62BC}"/>
                    </a:ext>
                  </a:extLst>
                </p:cNvPr>
                <p:cNvPicPr/>
                <p:nvPr/>
              </p:nvPicPr>
              <p:blipFill>
                <a:blip r:embed="rId986"/>
                <a:stretch>
                  <a:fillRect/>
                </a:stretch>
              </p:blipFill>
              <p:spPr>
                <a:xfrm>
                  <a:off x="6478560" y="325604"/>
                  <a:ext cx="1126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7">
              <p14:nvContentPartPr>
                <p14:cNvPr id="754" name="Ink 753">
                  <a:extLst>
                    <a:ext uri="{FF2B5EF4-FFF2-40B4-BE49-F238E27FC236}">
                      <a16:creationId xmlns:a16="http://schemas.microsoft.com/office/drawing/2014/main" id="{9C235886-67D0-3B90-17C6-BB67F832ED9F}"/>
                    </a:ext>
                  </a:extLst>
                </p14:cNvPr>
                <p14:cNvContentPartPr/>
                <p14:nvPr/>
              </p14:nvContentPartPr>
              <p14:xfrm>
                <a:off x="6518520" y="432164"/>
                <a:ext cx="69480" cy="41760"/>
              </p14:xfrm>
            </p:contentPart>
          </mc:Choice>
          <mc:Fallback xmlns="">
            <p:pic>
              <p:nvPicPr>
                <p:cNvPr id="754" name="Ink 753">
                  <a:extLst>
                    <a:ext uri="{FF2B5EF4-FFF2-40B4-BE49-F238E27FC236}">
                      <a16:creationId xmlns:a16="http://schemas.microsoft.com/office/drawing/2014/main" id="{9C235886-67D0-3B90-17C6-BB67F832ED9F}"/>
                    </a:ext>
                  </a:extLst>
                </p:cNvPr>
                <p:cNvPicPr/>
                <p:nvPr/>
              </p:nvPicPr>
              <p:blipFill>
                <a:blip r:embed="rId988"/>
                <a:stretch>
                  <a:fillRect/>
                </a:stretch>
              </p:blipFill>
              <p:spPr>
                <a:xfrm>
                  <a:off x="6509520" y="423524"/>
                  <a:ext cx="871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9">
              <p14:nvContentPartPr>
                <p14:cNvPr id="755" name="Ink 754">
                  <a:extLst>
                    <a:ext uri="{FF2B5EF4-FFF2-40B4-BE49-F238E27FC236}">
                      <a16:creationId xmlns:a16="http://schemas.microsoft.com/office/drawing/2014/main" id="{08BE3489-7829-FBA6-0FF6-58BDE06E2FB5}"/>
                    </a:ext>
                  </a:extLst>
                </p14:cNvPr>
                <p14:cNvContentPartPr/>
                <p14:nvPr/>
              </p14:nvContentPartPr>
              <p14:xfrm>
                <a:off x="6612480" y="377444"/>
                <a:ext cx="60120" cy="101520"/>
              </p14:xfrm>
            </p:contentPart>
          </mc:Choice>
          <mc:Fallback xmlns="">
            <p:pic>
              <p:nvPicPr>
                <p:cNvPr id="755" name="Ink 754">
                  <a:extLst>
                    <a:ext uri="{FF2B5EF4-FFF2-40B4-BE49-F238E27FC236}">
                      <a16:creationId xmlns:a16="http://schemas.microsoft.com/office/drawing/2014/main" id="{08BE3489-7829-FBA6-0FF6-58BDE06E2FB5}"/>
                    </a:ext>
                  </a:extLst>
                </p:cNvPr>
                <p:cNvPicPr/>
                <p:nvPr/>
              </p:nvPicPr>
              <p:blipFill>
                <a:blip r:embed="rId990"/>
                <a:stretch>
                  <a:fillRect/>
                </a:stretch>
              </p:blipFill>
              <p:spPr>
                <a:xfrm>
                  <a:off x="6603840" y="368444"/>
                  <a:ext cx="777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1">
              <p14:nvContentPartPr>
                <p14:cNvPr id="756" name="Ink 755">
                  <a:extLst>
                    <a:ext uri="{FF2B5EF4-FFF2-40B4-BE49-F238E27FC236}">
                      <a16:creationId xmlns:a16="http://schemas.microsoft.com/office/drawing/2014/main" id="{40930A8A-51EC-6440-449A-9A593D3683D4}"/>
                    </a:ext>
                  </a:extLst>
                </p14:cNvPr>
                <p14:cNvContentPartPr/>
                <p14:nvPr/>
              </p14:nvContentPartPr>
              <p14:xfrm>
                <a:off x="6698520" y="365564"/>
                <a:ext cx="92160" cy="100440"/>
              </p14:xfrm>
            </p:contentPart>
          </mc:Choice>
          <mc:Fallback xmlns="">
            <p:pic>
              <p:nvPicPr>
                <p:cNvPr id="756" name="Ink 755">
                  <a:extLst>
                    <a:ext uri="{FF2B5EF4-FFF2-40B4-BE49-F238E27FC236}">
                      <a16:creationId xmlns:a16="http://schemas.microsoft.com/office/drawing/2014/main" id="{40930A8A-51EC-6440-449A-9A593D3683D4}"/>
                    </a:ext>
                  </a:extLst>
                </p:cNvPr>
                <p:cNvPicPr/>
                <p:nvPr/>
              </p:nvPicPr>
              <p:blipFill>
                <a:blip r:embed="rId992"/>
                <a:stretch>
                  <a:fillRect/>
                </a:stretch>
              </p:blipFill>
              <p:spPr>
                <a:xfrm>
                  <a:off x="6689880" y="356924"/>
                  <a:ext cx="1098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3">
              <p14:nvContentPartPr>
                <p14:cNvPr id="771" name="Ink 770">
                  <a:extLst>
                    <a:ext uri="{FF2B5EF4-FFF2-40B4-BE49-F238E27FC236}">
                      <a16:creationId xmlns:a16="http://schemas.microsoft.com/office/drawing/2014/main" id="{7EE583FE-A163-1622-4927-32D3E4B502B3}"/>
                    </a:ext>
                  </a:extLst>
                </p14:cNvPr>
                <p14:cNvContentPartPr/>
                <p14:nvPr/>
              </p14:nvContentPartPr>
              <p14:xfrm>
                <a:off x="5574600" y="1176284"/>
                <a:ext cx="146880" cy="63000"/>
              </p14:xfrm>
            </p:contentPart>
          </mc:Choice>
          <mc:Fallback xmlns="">
            <p:pic>
              <p:nvPicPr>
                <p:cNvPr id="771" name="Ink 770">
                  <a:extLst>
                    <a:ext uri="{FF2B5EF4-FFF2-40B4-BE49-F238E27FC236}">
                      <a16:creationId xmlns:a16="http://schemas.microsoft.com/office/drawing/2014/main" id="{7EE583FE-A163-1622-4927-32D3E4B502B3}"/>
                    </a:ext>
                  </a:extLst>
                </p:cNvPr>
                <p:cNvPicPr/>
                <p:nvPr/>
              </p:nvPicPr>
              <p:blipFill>
                <a:blip r:embed="rId994"/>
                <a:stretch>
                  <a:fillRect/>
                </a:stretch>
              </p:blipFill>
              <p:spPr>
                <a:xfrm>
                  <a:off x="5565600" y="1167284"/>
                  <a:ext cx="1645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5">
              <p14:nvContentPartPr>
                <p14:cNvPr id="772" name="Ink 771">
                  <a:extLst>
                    <a:ext uri="{FF2B5EF4-FFF2-40B4-BE49-F238E27FC236}">
                      <a16:creationId xmlns:a16="http://schemas.microsoft.com/office/drawing/2014/main" id="{7C4234E2-2639-723C-A0BF-AE3E7A0249F6}"/>
                    </a:ext>
                  </a:extLst>
                </p14:cNvPr>
                <p14:cNvContentPartPr/>
                <p14:nvPr/>
              </p14:nvContentPartPr>
              <p14:xfrm>
                <a:off x="5679360" y="1137764"/>
                <a:ext cx="64440" cy="128880"/>
              </p14:xfrm>
            </p:contentPart>
          </mc:Choice>
          <mc:Fallback xmlns="">
            <p:pic>
              <p:nvPicPr>
                <p:cNvPr id="772" name="Ink 771">
                  <a:extLst>
                    <a:ext uri="{FF2B5EF4-FFF2-40B4-BE49-F238E27FC236}">
                      <a16:creationId xmlns:a16="http://schemas.microsoft.com/office/drawing/2014/main" id="{7C4234E2-2639-723C-A0BF-AE3E7A0249F6}"/>
                    </a:ext>
                  </a:extLst>
                </p:cNvPr>
                <p:cNvPicPr/>
                <p:nvPr/>
              </p:nvPicPr>
              <p:blipFill>
                <a:blip r:embed="rId996"/>
                <a:stretch>
                  <a:fillRect/>
                </a:stretch>
              </p:blipFill>
              <p:spPr>
                <a:xfrm>
                  <a:off x="5670720" y="1128764"/>
                  <a:ext cx="820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7">
              <p14:nvContentPartPr>
                <p14:cNvPr id="774" name="Ink 773">
                  <a:extLst>
                    <a:ext uri="{FF2B5EF4-FFF2-40B4-BE49-F238E27FC236}">
                      <a16:creationId xmlns:a16="http://schemas.microsoft.com/office/drawing/2014/main" id="{D3505A72-C6F9-AE82-53C5-CF9731209D72}"/>
                    </a:ext>
                  </a:extLst>
                </p14:cNvPr>
                <p14:cNvContentPartPr/>
                <p14:nvPr/>
              </p14:nvContentPartPr>
              <p14:xfrm>
                <a:off x="5847480" y="1020044"/>
                <a:ext cx="180360" cy="230040"/>
              </p14:xfrm>
            </p:contentPart>
          </mc:Choice>
          <mc:Fallback xmlns="">
            <p:pic>
              <p:nvPicPr>
                <p:cNvPr id="774" name="Ink 773">
                  <a:extLst>
                    <a:ext uri="{FF2B5EF4-FFF2-40B4-BE49-F238E27FC236}">
                      <a16:creationId xmlns:a16="http://schemas.microsoft.com/office/drawing/2014/main" id="{D3505A72-C6F9-AE82-53C5-CF9731209D72}"/>
                    </a:ext>
                  </a:extLst>
                </p:cNvPr>
                <p:cNvPicPr/>
                <p:nvPr/>
              </p:nvPicPr>
              <p:blipFill>
                <a:blip r:embed="rId998"/>
                <a:stretch>
                  <a:fillRect/>
                </a:stretch>
              </p:blipFill>
              <p:spPr>
                <a:xfrm>
                  <a:off x="5838840" y="1011404"/>
                  <a:ext cx="19800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9">
              <p14:nvContentPartPr>
                <p14:cNvPr id="775" name="Ink 774">
                  <a:extLst>
                    <a:ext uri="{FF2B5EF4-FFF2-40B4-BE49-F238E27FC236}">
                      <a16:creationId xmlns:a16="http://schemas.microsoft.com/office/drawing/2014/main" id="{F5CEC555-32DD-4367-1300-3DFA82C6C17B}"/>
                    </a:ext>
                  </a:extLst>
                </p14:cNvPr>
                <p14:cNvContentPartPr/>
                <p14:nvPr/>
              </p14:nvContentPartPr>
              <p14:xfrm>
                <a:off x="6063840" y="909164"/>
                <a:ext cx="120240" cy="228240"/>
              </p14:xfrm>
            </p:contentPart>
          </mc:Choice>
          <mc:Fallback xmlns="">
            <p:pic>
              <p:nvPicPr>
                <p:cNvPr id="775" name="Ink 774">
                  <a:extLst>
                    <a:ext uri="{FF2B5EF4-FFF2-40B4-BE49-F238E27FC236}">
                      <a16:creationId xmlns:a16="http://schemas.microsoft.com/office/drawing/2014/main" id="{F5CEC555-32DD-4367-1300-3DFA82C6C17B}"/>
                    </a:ext>
                  </a:extLst>
                </p:cNvPr>
                <p:cNvPicPr/>
                <p:nvPr/>
              </p:nvPicPr>
              <p:blipFill>
                <a:blip r:embed="rId1000"/>
                <a:stretch>
                  <a:fillRect/>
                </a:stretch>
              </p:blipFill>
              <p:spPr>
                <a:xfrm>
                  <a:off x="6055200" y="900524"/>
                  <a:ext cx="1378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1">
              <p14:nvContentPartPr>
                <p14:cNvPr id="776" name="Ink 775">
                  <a:extLst>
                    <a:ext uri="{FF2B5EF4-FFF2-40B4-BE49-F238E27FC236}">
                      <a16:creationId xmlns:a16="http://schemas.microsoft.com/office/drawing/2014/main" id="{5744E196-B1B0-4996-8FF8-C0E5C0ABE1A5}"/>
                    </a:ext>
                  </a:extLst>
                </p14:cNvPr>
                <p14:cNvContentPartPr/>
                <p14:nvPr/>
              </p14:nvContentPartPr>
              <p14:xfrm>
                <a:off x="6231240" y="1057124"/>
                <a:ext cx="36720" cy="77040"/>
              </p14:xfrm>
            </p:contentPart>
          </mc:Choice>
          <mc:Fallback xmlns="">
            <p:pic>
              <p:nvPicPr>
                <p:cNvPr id="776" name="Ink 775">
                  <a:extLst>
                    <a:ext uri="{FF2B5EF4-FFF2-40B4-BE49-F238E27FC236}">
                      <a16:creationId xmlns:a16="http://schemas.microsoft.com/office/drawing/2014/main" id="{5744E196-B1B0-4996-8FF8-C0E5C0ABE1A5}"/>
                    </a:ext>
                  </a:extLst>
                </p:cNvPr>
                <p:cNvPicPr/>
                <p:nvPr/>
              </p:nvPicPr>
              <p:blipFill>
                <a:blip r:embed="rId1002"/>
                <a:stretch>
                  <a:fillRect/>
                </a:stretch>
              </p:blipFill>
              <p:spPr>
                <a:xfrm>
                  <a:off x="6222240" y="1048484"/>
                  <a:ext cx="543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3">
              <p14:nvContentPartPr>
                <p14:cNvPr id="777" name="Ink 776">
                  <a:extLst>
                    <a:ext uri="{FF2B5EF4-FFF2-40B4-BE49-F238E27FC236}">
                      <a16:creationId xmlns:a16="http://schemas.microsoft.com/office/drawing/2014/main" id="{34E8054A-B3B6-16C0-2919-0BB0B0F90D80}"/>
                    </a:ext>
                  </a:extLst>
                </p14:cNvPr>
                <p14:cNvContentPartPr/>
                <p14:nvPr/>
              </p14:nvContentPartPr>
              <p14:xfrm>
                <a:off x="6223680" y="966044"/>
                <a:ext cx="33840" cy="32040"/>
              </p14:xfrm>
            </p:contentPart>
          </mc:Choice>
          <mc:Fallback xmlns="">
            <p:pic>
              <p:nvPicPr>
                <p:cNvPr id="777" name="Ink 776">
                  <a:extLst>
                    <a:ext uri="{FF2B5EF4-FFF2-40B4-BE49-F238E27FC236}">
                      <a16:creationId xmlns:a16="http://schemas.microsoft.com/office/drawing/2014/main" id="{34E8054A-B3B6-16C0-2919-0BB0B0F90D80}"/>
                    </a:ext>
                  </a:extLst>
                </p:cNvPr>
                <p:cNvPicPr/>
                <p:nvPr/>
              </p:nvPicPr>
              <p:blipFill>
                <a:blip r:embed="rId1004"/>
                <a:stretch>
                  <a:fillRect/>
                </a:stretch>
              </p:blipFill>
              <p:spPr>
                <a:xfrm>
                  <a:off x="6214680" y="957044"/>
                  <a:ext cx="514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5">
              <p14:nvContentPartPr>
                <p14:cNvPr id="778" name="Ink 777">
                  <a:extLst>
                    <a:ext uri="{FF2B5EF4-FFF2-40B4-BE49-F238E27FC236}">
                      <a16:creationId xmlns:a16="http://schemas.microsoft.com/office/drawing/2014/main" id="{A087079B-5B34-0F93-AE55-395BBEDA543A}"/>
                    </a:ext>
                  </a:extLst>
                </p14:cNvPr>
                <p14:cNvContentPartPr/>
                <p14:nvPr/>
              </p14:nvContentPartPr>
              <p14:xfrm>
                <a:off x="6181200" y="756884"/>
                <a:ext cx="195840" cy="108720"/>
              </p14:xfrm>
            </p:contentPart>
          </mc:Choice>
          <mc:Fallback xmlns="">
            <p:pic>
              <p:nvPicPr>
                <p:cNvPr id="778" name="Ink 777">
                  <a:extLst>
                    <a:ext uri="{FF2B5EF4-FFF2-40B4-BE49-F238E27FC236}">
                      <a16:creationId xmlns:a16="http://schemas.microsoft.com/office/drawing/2014/main" id="{A087079B-5B34-0F93-AE55-395BBEDA543A}"/>
                    </a:ext>
                  </a:extLst>
                </p:cNvPr>
                <p:cNvPicPr/>
                <p:nvPr/>
              </p:nvPicPr>
              <p:blipFill>
                <a:blip r:embed="rId1006"/>
                <a:stretch>
                  <a:fillRect/>
                </a:stretch>
              </p:blipFill>
              <p:spPr>
                <a:xfrm>
                  <a:off x="6172560" y="747884"/>
                  <a:ext cx="2134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7">
              <p14:nvContentPartPr>
                <p14:cNvPr id="783" name="Ink 782">
                  <a:extLst>
                    <a:ext uri="{FF2B5EF4-FFF2-40B4-BE49-F238E27FC236}">
                      <a16:creationId xmlns:a16="http://schemas.microsoft.com/office/drawing/2014/main" id="{3948DA63-25FF-72DD-B0AF-B6B69FB2CDD5}"/>
                    </a:ext>
                  </a:extLst>
                </p14:cNvPr>
                <p14:cNvContentPartPr/>
                <p14:nvPr/>
              </p14:nvContentPartPr>
              <p14:xfrm>
                <a:off x="5712120" y="990524"/>
                <a:ext cx="131400" cy="457920"/>
              </p14:xfrm>
            </p:contentPart>
          </mc:Choice>
          <mc:Fallback xmlns="">
            <p:pic>
              <p:nvPicPr>
                <p:cNvPr id="783" name="Ink 782">
                  <a:extLst>
                    <a:ext uri="{FF2B5EF4-FFF2-40B4-BE49-F238E27FC236}">
                      <a16:creationId xmlns:a16="http://schemas.microsoft.com/office/drawing/2014/main" id="{3948DA63-25FF-72DD-B0AF-B6B69FB2CDD5}"/>
                    </a:ext>
                  </a:extLst>
                </p:cNvPr>
                <p:cNvPicPr/>
                <p:nvPr/>
              </p:nvPicPr>
              <p:blipFill>
                <a:blip r:embed="rId1008"/>
                <a:stretch>
                  <a:fillRect/>
                </a:stretch>
              </p:blipFill>
              <p:spPr>
                <a:xfrm>
                  <a:off x="5703120" y="981524"/>
                  <a:ext cx="14904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9">
              <p14:nvContentPartPr>
                <p14:cNvPr id="784" name="Ink 783">
                  <a:extLst>
                    <a:ext uri="{FF2B5EF4-FFF2-40B4-BE49-F238E27FC236}">
                      <a16:creationId xmlns:a16="http://schemas.microsoft.com/office/drawing/2014/main" id="{B2E1408D-78D8-B23C-701C-9C237C19A2A5}"/>
                    </a:ext>
                  </a:extLst>
                </p14:cNvPr>
                <p14:cNvContentPartPr/>
                <p14:nvPr/>
              </p14:nvContentPartPr>
              <p14:xfrm>
                <a:off x="5747400" y="656084"/>
                <a:ext cx="807480" cy="446760"/>
              </p14:xfrm>
            </p:contentPart>
          </mc:Choice>
          <mc:Fallback xmlns="">
            <p:pic>
              <p:nvPicPr>
                <p:cNvPr id="784" name="Ink 783">
                  <a:extLst>
                    <a:ext uri="{FF2B5EF4-FFF2-40B4-BE49-F238E27FC236}">
                      <a16:creationId xmlns:a16="http://schemas.microsoft.com/office/drawing/2014/main" id="{B2E1408D-78D8-B23C-701C-9C237C19A2A5}"/>
                    </a:ext>
                  </a:extLst>
                </p:cNvPr>
                <p:cNvPicPr/>
                <p:nvPr/>
              </p:nvPicPr>
              <p:blipFill>
                <a:blip r:embed="rId1010"/>
                <a:stretch>
                  <a:fillRect/>
                </a:stretch>
              </p:blipFill>
              <p:spPr>
                <a:xfrm>
                  <a:off x="5738400" y="647444"/>
                  <a:ext cx="82512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1">
              <p14:nvContentPartPr>
                <p14:cNvPr id="785" name="Ink 784">
                  <a:extLst>
                    <a:ext uri="{FF2B5EF4-FFF2-40B4-BE49-F238E27FC236}">
                      <a16:creationId xmlns:a16="http://schemas.microsoft.com/office/drawing/2014/main" id="{A39CF6D1-94F0-7809-815D-A6761168AE42}"/>
                    </a:ext>
                  </a:extLst>
                </p14:cNvPr>
                <p14:cNvContentPartPr/>
                <p14:nvPr/>
              </p14:nvContentPartPr>
              <p14:xfrm>
                <a:off x="5866560" y="1103204"/>
                <a:ext cx="705240" cy="326160"/>
              </p14:xfrm>
            </p:contentPart>
          </mc:Choice>
          <mc:Fallback xmlns="">
            <p:pic>
              <p:nvPicPr>
                <p:cNvPr id="785" name="Ink 784">
                  <a:extLst>
                    <a:ext uri="{FF2B5EF4-FFF2-40B4-BE49-F238E27FC236}">
                      <a16:creationId xmlns:a16="http://schemas.microsoft.com/office/drawing/2014/main" id="{A39CF6D1-94F0-7809-815D-A6761168AE42}"/>
                    </a:ext>
                  </a:extLst>
                </p:cNvPr>
                <p:cNvPicPr/>
                <p:nvPr/>
              </p:nvPicPr>
              <p:blipFill>
                <a:blip r:embed="rId1012"/>
                <a:stretch>
                  <a:fillRect/>
                </a:stretch>
              </p:blipFill>
              <p:spPr>
                <a:xfrm>
                  <a:off x="5857920" y="1094204"/>
                  <a:ext cx="722880" cy="34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9" name="Group 808">
            <a:extLst>
              <a:ext uri="{FF2B5EF4-FFF2-40B4-BE49-F238E27FC236}">
                <a16:creationId xmlns:a16="http://schemas.microsoft.com/office/drawing/2014/main" id="{B56AD756-DEE9-DEF5-ACD1-CFD58E463576}"/>
              </a:ext>
            </a:extLst>
          </p:cNvPr>
          <p:cNvGrpSpPr/>
          <p:nvPr/>
        </p:nvGrpSpPr>
        <p:grpSpPr>
          <a:xfrm>
            <a:off x="4677120" y="2990324"/>
            <a:ext cx="2158920" cy="552240"/>
            <a:chOff x="4677120" y="2990324"/>
            <a:chExt cx="2158920" cy="55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3">
              <p14:nvContentPartPr>
                <p14:cNvPr id="787" name="Ink 786">
                  <a:extLst>
                    <a:ext uri="{FF2B5EF4-FFF2-40B4-BE49-F238E27FC236}">
                      <a16:creationId xmlns:a16="http://schemas.microsoft.com/office/drawing/2014/main" id="{F8A9A2FD-8575-99DA-ED35-655EC4111DBE}"/>
                    </a:ext>
                  </a:extLst>
                </p14:cNvPr>
                <p14:cNvContentPartPr/>
                <p14:nvPr/>
              </p14:nvContentPartPr>
              <p14:xfrm>
                <a:off x="4709160" y="3301364"/>
                <a:ext cx="118800" cy="241200"/>
              </p14:xfrm>
            </p:contentPart>
          </mc:Choice>
          <mc:Fallback xmlns="">
            <p:pic>
              <p:nvPicPr>
                <p:cNvPr id="787" name="Ink 786">
                  <a:extLst>
                    <a:ext uri="{FF2B5EF4-FFF2-40B4-BE49-F238E27FC236}">
                      <a16:creationId xmlns:a16="http://schemas.microsoft.com/office/drawing/2014/main" id="{F8A9A2FD-8575-99DA-ED35-655EC4111DBE}"/>
                    </a:ext>
                  </a:extLst>
                </p:cNvPr>
                <p:cNvPicPr/>
                <p:nvPr/>
              </p:nvPicPr>
              <p:blipFill>
                <a:blip r:embed="rId1014"/>
                <a:stretch>
                  <a:fillRect/>
                </a:stretch>
              </p:blipFill>
              <p:spPr>
                <a:xfrm>
                  <a:off x="4700160" y="3292724"/>
                  <a:ext cx="1364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5">
              <p14:nvContentPartPr>
                <p14:cNvPr id="788" name="Ink 787">
                  <a:extLst>
                    <a:ext uri="{FF2B5EF4-FFF2-40B4-BE49-F238E27FC236}">
                      <a16:creationId xmlns:a16="http://schemas.microsoft.com/office/drawing/2014/main" id="{E4C454DE-6E08-14A3-CB5F-36C98F8AEB7D}"/>
                    </a:ext>
                  </a:extLst>
                </p14:cNvPr>
                <p14:cNvContentPartPr/>
                <p14:nvPr/>
              </p14:nvContentPartPr>
              <p14:xfrm>
                <a:off x="4677120" y="3229364"/>
                <a:ext cx="191160" cy="23760"/>
              </p14:xfrm>
            </p:contentPart>
          </mc:Choice>
          <mc:Fallback xmlns="">
            <p:pic>
              <p:nvPicPr>
                <p:cNvPr id="788" name="Ink 787">
                  <a:extLst>
                    <a:ext uri="{FF2B5EF4-FFF2-40B4-BE49-F238E27FC236}">
                      <a16:creationId xmlns:a16="http://schemas.microsoft.com/office/drawing/2014/main" id="{E4C454DE-6E08-14A3-CB5F-36C98F8AEB7D}"/>
                    </a:ext>
                  </a:extLst>
                </p:cNvPr>
                <p:cNvPicPr/>
                <p:nvPr/>
              </p:nvPicPr>
              <p:blipFill>
                <a:blip r:embed="rId1016"/>
                <a:stretch>
                  <a:fillRect/>
                </a:stretch>
              </p:blipFill>
              <p:spPr>
                <a:xfrm>
                  <a:off x="4668480" y="3220364"/>
                  <a:ext cx="2088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7">
              <p14:nvContentPartPr>
                <p14:cNvPr id="789" name="Ink 788">
                  <a:extLst>
                    <a:ext uri="{FF2B5EF4-FFF2-40B4-BE49-F238E27FC236}">
                      <a16:creationId xmlns:a16="http://schemas.microsoft.com/office/drawing/2014/main" id="{F79F4D7C-BD30-4609-93BD-969F69647AD9}"/>
                    </a:ext>
                  </a:extLst>
                </p14:cNvPr>
                <p14:cNvContentPartPr/>
                <p14:nvPr/>
              </p14:nvContentPartPr>
              <p14:xfrm>
                <a:off x="4833720" y="3076364"/>
                <a:ext cx="160560" cy="99360"/>
              </p14:xfrm>
            </p:contentPart>
          </mc:Choice>
          <mc:Fallback xmlns="">
            <p:pic>
              <p:nvPicPr>
                <p:cNvPr id="789" name="Ink 788">
                  <a:extLst>
                    <a:ext uri="{FF2B5EF4-FFF2-40B4-BE49-F238E27FC236}">
                      <a16:creationId xmlns:a16="http://schemas.microsoft.com/office/drawing/2014/main" id="{F79F4D7C-BD30-4609-93BD-969F69647AD9}"/>
                    </a:ext>
                  </a:extLst>
                </p:cNvPr>
                <p:cNvPicPr/>
                <p:nvPr/>
              </p:nvPicPr>
              <p:blipFill>
                <a:blip r:embed="rId1018"/>
                <a:stretch>
                  <a:fillRect/>
                </a:stretch>
              </p:blipFill>
              <p:spPr>
                <a:xfrm>
                  <a:off x="4824720" y="3067724"/>
                  <a:ext cx="1782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9">
              <p14:nvContentPartPr>
                <p14:cNvPr id="790" name="Ink 789">
                  <a:extLst>
                    <a:ext uri="{FF2B5EF4-FFF2-40B4-BE49-F238E27FC236}">
                      <a16:creationId xmlns:a16="http://schemas.microsoft.com/office/drawing/2014/main" id="{6CFA4FFC-A320-5CC6-25A7-74347AF5D57A}"/>
                    </a:ext>
                  </a:extLst>
                </p14:cNvPr>
                <p14:cNvContentPartPr/>
                <p14:nvPr/>
              </p14:nvContentPartPr>
              <p14:xfrm>
                <a:off x="4975560" y="3343844"/>
                <a:ext cx="82080" cy="18720"/>
              </p14:xfrm>
            </p:contentPart>
          </mc:Choice>
          <mc:Fallback xmlns="">
            <p:pic>
              <p:nvPicPr>
                <p:cNvPr id="790" name="Ink 789">
                  <a:extLst>
                    <a:ext uri="{FF2B5EF4-FFF2-40B4-BE49-F238E27FC236}">
                      <a16:creationId xmlns:a16="http://schemas.microsoft.com/office/drawing/2014/main" id="{6CFA4FFC-A320-5CC6-25A7-74347AF5D57A}"/>
                    </a:ext>
                  </a:extLst>
                </p:cNvPr>
                <p:cNvPicPr/>
                <p:nvPr/>
              </p:nvPicPr>
              <p:blipFill>
                <a:blip r:embed="rId1020"/>
                <a:stretch>
                  <a:fillRect/>
                </a:stretch>
              </p:blipFill>
              <p:spPr>
                <a:xfrm>
                  <a:off x="4966920" y="3335204"/>
                  <a:ext cx="997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1">
              <p14:nvContentPartPr>
                <p14:cNvPr id="791" name="Ink 790">
                  <a:extLst>
                    <a:ext uri="{FF2B5EF4-FFF2-40B4-BE49-F238E27FC236}">
                      <a16:creationId xmlns:a16="http://schemas.microsoft.com/office/drawing/2014/main" id="{D42E2333-EDCF-BE49-ABCA-27AEDFB64B73}"/>
                    </a:ext>
                  </a:extLst>
                </p14:cNvPr>
                <p14:cNvContentPartPr/>
                <p14:nvPr/>
              </p14:nvContentPartPr>
              <p14:xfrm>
                <a:off x="4984560" y="3385244"/>
                <a:ext cx="119880" cy="29160"/>
              </p14:xfrm>
            </p:contentPart>
          </mc:Choice>
          <mc:Fallback xmlns="">
            <p:pic>
              <p:nvPicPr>
                <p:cNvPr id="791" name="Ink 790">
                  <a:extLst>
                    <a:ext uri="{FF2B5EF4-FFF2-40B4-BE49-F238E27FC236}">
                      <a16:creationId xmlns:a16="http://schemas.microsoft.com/office/drawing/2014/main" id="{D42E2333-EDCF-BE49-ABCA-27AEDFB64B73}"/>
                    </a:ext>
                  </a:extLst>
                </p:cNvPr>
                <p:cNvPicPr/>
                <p:nvPr/>
              </p:nvPicPr>
              <p:blipFill>
                <a:blip r:embed="rId1022"/>
                <a:stretch>
                  <a:fillRect/>
                </a:stretch>
              </p:blipFill>
              <p:spPr>
                <a:xfrm>
                  <a:off x="4975560" y="3376244"/>
                  <a:ext cx="1375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3">
              <p14:nvContentPartPr>
                <p14:cNvPr id="792" name="Ink 791">
                  <a:extLst>
                    <a:ext uri="{FF2B5EF4-FFF2-40B4-BE49-F238E27FC236}">
                      <a16:creationId xmlns:a16="http://schemas.microsoft.com/office/drawing/2014/main" id="{28576DCA-0D8F-0DB5-F843-3712C16B5EC2}"/>
                    </a:ext>
                  </a:extLst>
                </p14:cNvPr>
                <p14:cNvContentPartPr/>
                <p14:nvPr/>
              </p14:nvContentPartPr>
              <p14:xfrm>
                <a:off x="5280480" y="3147644"/>
                <a:ext cx="125280" cy="347400"/>
              </p14:xfrm>
            </p:contentPart>
          </mc:Choice>
          <mc:Fallback xmlns="">
            <p:pic>
              <p:nvPicPr>
                <p:cNvPr id="792" name="Ink 791">
                  <a:extLst>
                    <a:ext uri="{FF2B5EF4-FFF2-40B4-BE49-F238E27FC236}">
                      <a16:creationId xmlns:a16="http://schemas.microsoft.com/office/drawing/2014/main" id="{28576DCA-0D8F-0DB5-F843-3712C16B5EC2}"/>
                    </a:ext>
                  </a:extLst>
                </p:cNvPr>
                <p:cNvPicPr/>
                <p:nvPr/>
              </p:nvPicPr>
              <p:blipFill>
                <a:blip r:embed="rId1024"/>
                <a:stretch>
                  <a:fillRect/>
                </a:stretch>
              </p:blipFill>
              <p:spPr>
                <a:xfrm>
                  <a:off x="5271480" y="3139004"/>
                  <a:ext cx="14292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5">
              <p14:nvContentPartPr>
                <p14:cNvPr id="793" name="Ink 792">
                  <a:extLst>
                    <a:ext uri="{FF2B5EF4-FFF2-40B4-BE49-F238E27FC236}">
                      <a16:creationId xmlns:a16="http://schemas.microsoft.com/office/drawing/2014/main" id="{F8EBD878-1DD3-268A-9D00-C67F11EA1178}"/>
                    </a:ext>
                  </a:extLst>
                </p14:cNvPr>
                <p14:cNvContentPartPr/>
                <p14:nvPr/>
              </p14:nvContentPartPr>
              <p14:xfrm>
                <a:off x="5435640" y="3372644"/>
                <a:ext cx="11160" cy="108000"/>
              </p14:xfrm>
            </p:contentPart>
          </mc:Choice>
          <mc:Fallback xmlns="">
            <p:pic>
              <p:nvPicPr>
                <p:cNvPr id="793" name="Ink 792">
                  <a:extLst>
                    <a:ext uri="{FF2B5EF4-FFF2-40B4-BE49-F238E27FC236}">
                      <a16:creationId xmlns:a16="http://schemas.microsoft.com/office/drawing/2014/main" id="{F8EBD878-1DD3-268A-9D00-C67F11EA1178}"/>
                    </a:ext>
                  </a:extLst>
                </p:cNvPr>
                <p:cNvPicPr/>
                <p:nvPr/>
              </p:nvPicPr>
              <p:blipFill>
                <a:blip r:embed="rId1026"/>
                <a:stretch>
                  <a:fillRect/>
                </a:stretch>
              </p:blipFill>
              <p:spPr>
                <a:xfrm>
                  <a:off x="5426640" y="3364004"/>
                  <a:ext cx="288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7">
              <p14:nvContentPartPr>
                <p14:cNvPr id="794" name="Ink 793">
                  <a:extLst>
                    <a:ext uri="{FF2B5EF4-FFF2-40B4-BE49-F238E27FC236}">
                      <a16:creationId xmlns:a16="http://schemas.microsoft.com/office/drawing/2014/main" id="{8BD61E43-F12A-6376-584E-F16FB3B0B6CD}"/>
                    </a:ext>
                  </a:extLst>
                </p14:cNvPr>
                <p14:cNvContentPartPr/>
                <p14:nvPr/>
              </p14:nvContentPartPr>
              <p14:xfrm>
                <a:off x="5394960" y="3031724"/>
                <a:ext cx="131040" cy="120240"/>
              </p14:xfrm>
            </p:contentPart>
          </mc:Choice>
          <mc:Fallback xmlns="">
            <p:pic>
              <p:nvPicPr>
                <p:cNvPr id="794" name="Ink 793">
                  <a:extLst>
                    <a:ext uri="{FF2B5EF4-FFF2-40B4-BE49-F238E27FC236}">
                      <a16:creationId xmlns:a16="http://schemas.microsoft.com/office/drawing/2014/main" id="{8BD61E43-F12A-6376-584E-F16FB3B0B6CD}"/>
                    </a:ext>
                  </a:extLst>
                </p:cNvPr>
                <p:cNvPicPr/>
                <p:nvPr/>
              </p:nvPicPr>
              <p:blipFill>
                <a:blip r:embed="rId1028"/>
                <a:stretch>
                  <a:fillRect/>
                </a:stretch>
              </p:blipFill>
              <p:spPr>
                <a:xfrm>
                  <a:off x="5385960" y="3022724"/>
                  <a:ext cx="1486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9">
              <p14:nvContentPartPr>
                <p14:cNvPr id="795" name="Ink 794">
                  <a:extLst>
                    <a:ext uri="{FF2B5EF4-FFF2-40B4-BE49-F238E27FC236}">
                      <a16:creationId xmlns:a16="http://schemas.microsoft.com/office/drawing/2014/main" id="{52B60F14-BA4D-1C02-38B0-F601DA5601C8}"/>
                    </a:ext>
                  </a:extLst>
                </p14:cNvPr>
                <p14:cNvContentPartPr/>
                <p14:nvPr/>
              </p14:nvContentPartPr>
              <p14:xfrm>
                <a:off x="5568120" y="3281564"/>
                <a:ext cx="110520" cy="35640"/>
              </p14:xfrm>
            </p:contentPart>
          </mc:Choice>
          <mc:Fallback xmlns="">
            <p:pic>
              <p:nvPicPr>
                <p:cNvPr id="795" name="Ink 794">
                  <a:extLst>
                    <a:ext uri="{FF2B5EF4-FFF2-40B4-BE49-F238E27FC236}">
                      <a16:creationId xmlns:a16="http://schemas.microsoft.com/office/drawing/2014/main" id="{52B60F14-BA4D-1C02-38B0-F601DA5601C8}"/>
                    </a:ext>
                  </a:extLst>
                </p:cNvPr>
                <p:cNvPicPr/>
                <p:nvPr/>
              </p:nvPicPr>
              <p:blipFill>
                <a:blip r:embed="rId1030"/>
                <a:stretch>
                  <a:fillRect/>
                </a:stretch>
              </p:blipFill>
              <p:spPr>
                <a:xfrm>
                  <a:off x="5559480" y="3272564"/>
                  <a:ext cx="1281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1">
              <p14:nvContentPartPr>
                <p14:cNvPr id="796" name="Ink 795">
                  <a:extLst>
                    <a:ext uri="{FF2B5EF4-FFF2-40B4-BE49-F238E27FC236}">
                      <a16:creationId xmlns:a16="http://schemas.microsoft.com/office/drawing/2014/main" id="{3B189E23-69B8-FEE3-92FC-39657096C386}"/>
                    </a:ext>
                  </a:extLst>
                </p14:cNvPr>
                <p14:cNvContentPartPr/>
                <p14:nvPr/>
              </p14:nvContentPartPr>
              <p14:xfrm>
                <a:off x="5625360" y="3232604"/>
                <a:ext cx="10440" cy="148680"/>
              </p14:xfrm>
            </p:contentPart>
          </mc:Choice>
          <mc:Fallback xmlns="">
            <p:pic>
              <p:nvPicPr>
                <p:cNvPr id="796" name="Ink 795">
                  <a:extLst>
                    <a:ext uri="{FF2B5EF4-FFF2-40B4-BE49-F238E27FC236}">
                      <a16:creationId xmlns:a16="http://schemas.microsoft.com/office/drawing/2014/main" id="{3B189E23-69B8-FEE3-92FC-39657096C386}"/>
                    </a:ext>
                  </a:extLst>
                </p:cNvPr>
                <p:cNvPicPr/>
                <p:nvPr/>
              </p:nvPicPr>
              <p:blipFill>
                <a:blip r:embed="rId1032"/>
                <a:stretch>
                  <a:fillRect/>
                </a:stretch>
              </p:blipFill>
              <p:spPr>
                <a:xfrm>
                  <a:off x="5616720" y="3223604"/>
                  <a:ext cx="280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3">
              <p14:nvContentPartPr>
                <p14:cNvPr id="797" name="Ink 796">
                  <a:extLst>
                    <a:ext uri="{FF2B5EF4-FFF2-40B4-BE49-F238E27FC236}">
                      <a16:creationId xmlns:a16="http://schemas.microsoft.com/office/drawing/2014/main" id="{2FBADE72-703E-3D59-DF89-2096FE5B5DFD}"/>
                    </a:ext>
                  </a:extLst>
                </p14:cNvPr>
                <p14:cNvContentPartPr/>
                <p14:nvPr/>
              </p14:nvContentPartPr>
              <p14:xfrm>
                <a:off x="5739840" y="3162404"/>
                <a:ext cx="114840" cy="209520"/>
              </p14:xfrm>
            </p:contentPart>
          </mc:Choice>
          <mc:Fallback xmlns="">
            <p:pic>
              <p:nvPicPr>
                <p:cNvPr id="797" name="Ink 796">
                  <a:extLst>
                    <a:ext uri="{FF2B5EF4-FFF2-40B4-BE49-F238E27FC236}">
                      <a16:creationId xmlns:a16="http://schemas.microsoft.com/office/drawing/2014/main" id="{2FBADE72-703E-3D59-DF89-2096FE5B5DFD}"/>
                    </a:ext>
                  </a:extLst>
                </p:cNvPr>
                <p:cNvPicPr/>
                <p:nvPr/>
              </p:nvPicPr>
              <p:blipFill>
                <a:blip r:embed="rId1034"/>
                <a:stretch>
                  <a:fillRect/>
                </a:stretch>
              </p:blipFill>
              <p:spPr>
                <a:xfrm>
                  <a:off x="5730840" y="3153764"/>
                  <a:ext cx="1324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5">
              <p14:nvContentPartPr>
                <p14:cNvPr id="798" name="Ink 797">
                  <a:extLst>
                    <a:ext uri="{FF2B5EF4-FFF2-40B4-BE49-F238E27FC236}">
                      <a16:creationId xmlns:a16="http://schemas.microsoft.com/office/drawing/2014/main" id="{FFC9FEAA-5094-BBA7-6147-B76F353CDFB9}"/>
                    </a:ext>
                  </a:extLst>
                </p14:cNvPr>
                <p14:cNvContentPartPr/>
                <p14:nvPr/>
              </p14:nvContentPartPr>
              <p14:xfrm>
                <a:off x="5853240" y="3326204"/>
                <a:ext cx="118080" cy="140040"/>
              </p14:xfrm>
            </p:contentPart>
          </mc:Choice>
          <mc:Fallback xmlns="">
            <p:pic>
              <p:nvPicPr>
                <p:cNvPr id="798" name="Ink 797">
                  <a:extLst>
                    <a:ext uri="{FF2B5EF4-FFF2-40B4-BE49-F238E27FC236}">
                      <a16:creationId xmlns:a16="http://schemas.microsoft.com/office/drawing/2014/main" id="{FFC9FEAA-5094-BBA7-6147-B76F353CDFB9}"/>
                    </a:ext>
                  </a:extLst>
                </p:cNvPr>
                <p:cNvPicPr/>
                <p:nvPr/>
              </p:nvPicPr>
              <p:blipFill>
                <a:blip r:embed="rId1036"/>
                <a:stretch>
                  <a:fillRect/>
                </a:stretch>
              </p:blipFill>
              <p:spPr>
                <a:xfrm>
                  <a:off x="5844240" y="3317564"/>
                  <a:ext cx="1357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7">
              <p14:nvContentPartPr>
                <p14:cNvPr id="799" name="Ink 798">
                  <a:extLst>
                    <a:ext uri="{FF2B5EF4-FFF2-40B4-BE49-F238E27FC236}">
                      <a16:creationId xmlns:a16="http://schemas.microsoft.com/office/drawing/2014/main" id="{4733B34B-69D1-5047-1BB7-7D0EB14BF1EA}"/>
                    </a:ext>
                  </a:extLst>
                </p14:cNvPr>
                <p14:cNvContentPartPr/>
                <p14:nvPr/>
              </p14:nvContentPartPr>
              <p14:xfrm>
                <a:off x="5816520" y="3026324"/>
                <a:ext cx="149400" cy="112320"/>
              </p14:xfrm>
            </p:contentPart>
          </mc:Choice>
          <mc:Fallback xmlns="">
            <p:pic>
              <p:nvPicPr>
                <p:cNvPr id="799" name="Ink 798">
                  <a:extLst>
                    <a:ext uri="{FF2B5EF4-FFF2-40B4-BE49-F238E27FC236}">
                      <a16:creationId xmlns:a16="http://schemas.microsoft.com/office/drawing/2014/main" id="{4733B34B-69D1-5047-1BB7-7D0EB14BF1EA}"/>
                    </a:ext>
                  </a:extLst>
                </p:cNvPr>
                <p:cNvPicPr/>
                <p:nvPr/>
              </p:nvPicPr>
              <p:blipFill>
                <a:blip r:embed="rId1038"/>
                <a:stretch>
                  <a:fillRect/>
                </a:stretch>
              </p:blipFill>
              <p:spPr>
                <a:xfrm>
                  <a:off x="5807520" y="3017684"/>
                  <a:ext cx="1670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9">
              <p14:nvContentPartPr>
                <p14:cNvPr id="800" name="Ink 799">
                  <a:extLst>
                    <a:ext uri="{FF2B5EF4-FFF2-40B4-BE49-F238E27FC236}">
                      <a16:creationId xmlns:a16="http://schemas.microsoft.com/office/drawing/2014/main" id="{25047EB4-639C-5C39-93E8-6E3338F5D506}"/>
                    </a:ext>
                  </a:extLst>
                </p14:cNvPr>
                <p14:cNvContentPartPr/>
                <p14:nvPr/>
              </p14:nvContentPartPr>
              <p14:xfrm>
                <a:off x="6008040" y="3232604"/>
                <a:ext cx="129600" cy="22680"/>
              </p14:xfrm>
            </p:contentPart>
          </mc:Choice>
          <mc:Fallback xmlns="">
            <p:pic>
              <p:nvPicPr>
                <p:cNvPr id="800" name="Ink 799">
                  <a:extLst>
                    <a:ext uri="{FF2B5EF4-FFF2-40B4-BE49-F238E27FC236}">
                      <a16:creationId xmlns:a16="http://schemas.microsoft.com/office/drawing/2014/main" id="{25047EB4-639C-5C39-93E8-6E3338F5D506}"/>
                    </a:ext>
                  </a:extLst>
                </p:cNvPr>
                <p:cNvPicPr/>
                <p:nvPr/>
              </p:nvPicPr>
              <p:blipFill>
                <a:blip r:embed="rId1040"/>
                <a:stretch>
                  <a:fillRect/>
                </a:stretch>
              </p:blipFill>
              <p:spPr>
                <a:xfrm>
                  <a:off x="5999400" y="3223964"/>
                  <a:ext cx="1472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1">
              <p14:nvContentPartPr>
                <p14:cNvPr id="801" name="Ink 800">
                  <a:extLst>
                    <a:ext uri="{FF2B5EF4-FFF2-40B4-BE49-F238E27FC236}">
                      <a16:creationId xmlns:a16="http://schemas.microsoft.com/office/drawing/2014/main" id="{8D707017-6283-76F6-42C2-FFF266905263}"/>
                    </a:ext>
                  </a:extLst>
                </p14:cNvPr>
                <p14:cNvContentPartPr/>
                <p14:nvPr/>
              </p14:nvContentPartPr>
              <p14:xfrm>
                <a:off x="6062400" y="3184364"/>
                <a:ext cx="32760" cy="159840"/>
              </p14:xfrm>
            </p:contentPart>
          </mc:Choice>
          <mc:Fallback xmlns="">
            <p:pic>
              <p:nvPicPr>
                <p:cNvPr id="801" name="Ink 800">
                  <a:extLst>
                    <a:ext uri="{FF2B5EF4-FFF2-40B4-BE49-F238E27FC236}">
                      <a16:creationId xmlns:a16="http://schemas.microsoft.com/office/drawing/2014/main" id="{8D707017-6283-76F6-42C2-FFF266905263}"/>
                    </a:ext>
                  </a:extLst>
                </p:cNvPr>
                <p:cNvPicPr/>
                <p:nvPr/>
              </p:nvPicPr>
              <p:blipFill>
                <a:blip r:embed="rId1042"/>
                <a:stretch>
                  <a:fillRect/>
                </a:stretch>
              </p:blipFill>
              <p:spPr>
                <a:xfrm>
                  <a:off x="6053400" y="3175364"/>
                  <a:ext cx="504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3">
              <p14:nvContentPartPr>
                <p14:cNvPr id="802" name="Ink 801">
                  <a:extLst>
                    <a:ext uri="{FF2B5EF4-FFF2-40B4-BE49-F238E27FC236}">
                      <a16:creationId xmlns:a16="http://schemas.microsoft.com/office/drawing/2014/main" id="{F8A7CECC-F4B5-3C62-55D1-29005CF7BE02}"/>
                    </a:ext>
                  </a:extLst>
                </p14:cNvPr>
                <p14:cNvContentPartPr/>
                <p14:nvPr/>
              </p14:nvContentPartPr>
              <p14:xfrm>
                <a:off x="6227280" y="3342764"/>
                <a:ext cx="40680" cy="3960"/>
              </p14:xfrm>
            </p:contentPart>
          </mc:Choice>
          <mc:Fallback xmlns="">
            <p:pic>
              <p:nvPicPr>
                <p:cNvPr id="802" name="Ink 801">
                  <a:extLst>
                    <a:ext uri="{FF2B5EF4-FFF2-40B4-BE49-F238E27FC236}">
                      <a16:creationId xmlns:a16="http://schemas.microsoft.com/office/drawing/2014/main" id="{F8A7CECC-F4B5-3C62-55D1-29005CF7BE02}"/>
                    </a:ext>
                  </a:extLst>
                </p:cNvPr>
                <p:cNvPicPr/>
                <p:nvPr/>
              </p:nvPicPr>
              <p:blipFill>
                <a:blip r:embed="rId1044"/>
                <a:stretch>
                  <a:fillRect/>
                </a:stretch>
              </p:blipFill>
              <p:spPr>
                <a:xfrm>
                  <a:off x="6218640" y="3333764"/>
                  <a:ext cx="583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5">
              <p14:nvContentPartPr>
                <p14:cNvPr id="803" name="Ink 802">
                  <a:extLst>
                    <a:ext uri="{FF2B5EF4-FFF2-40B4-BE49-F238E27FC236}">
                      <a16:creationId xmlns:a16="http://schemas.microsoft.com/office/drawing/2014/main" id="{78D36188-9D1D-00C6-D831-9A6B582F654F}"/>
                    </a:ext>
                  </a:extLst>
                </p14:cNvPr>
                <p14:cNvContentPartPr/>
                <p14:nvPr/>
              </p14:nvContentPartPr>
              <p14:xfrm>
                <a:off x="6366960" y="3316124"/>
                <a:ext cx="88920" cy="9720"/>
              </p14:xfrm>
            </p:contentPart>
          </mc:Choice>
          <mc:Fallback xmlns="">
            <p:pic>
              <p:nvPicPr>
                <p:cNvPr id="803" name="Ink 802">
                  <a:extLst>
                    <a:ext uri="{FF2B5EF4-FFF2-40B4-BE49-F238E27FC236}">
                      <a16:creationId xmlns:a16="http://schemas.microsoft.com/office/drawing/2014/main" id="{78D36188-9D1D-00C6-D831-9A6B582F654F}"/>
                    </a:ext>
                  </a:extLst>
                </p:cNvPr>
                <p:cNvPicPr/>
                <p:nvPr/>
              </p:nvPicPr>
              <p:blipFill>
                <a:blip r:embed="rId1046"/>
                <a:stretch>
                  <a:fillRect/>
                </a:stretch>
              </p:blipFill>
              <p:spPr>
                <a:xfrm>
                  <a:off x="6357960" y="3307484"/>
                  <a:ext cx="1065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7">
              <p14:nvContentPartPr>
                <p14:cNvPr id="804" name="Ink 803">
                  <a:extLst>
                    <a:ext uri="{FF2B5EF4-FFF2-40B4-BE49-F238E27FC236}">
                      <a16:creationId xmlns:a16="http://schemas.microsoft.com/office/drawing/2014/main" id="{BC98CE38-E09C-98E4-7894-F08032974293}"/>
                    </a:ext>
                  </a:extLst>
                </p14:cNvPr>
                <p14:cNvContentPartPr/>
                <p14:nvPr/>
              </p14:nvContentPartPr>
              <p14:xfrm>
                <a:off x="6579720" y="3048644"/>
                <a:ext cx="126720" cy="302760"/>
              </p14:xfrm>
            </p:contentPart>
          </mc:Choice>
          <mc:Fallback xmlns="">
            <p:pic>
              <p:nvPicPr>
                <p:cNvPr id="804" name="Ink 803">
                  <a:extLst>
                    <a:ext uri="{FF2B5EF4-FFF2-40B4-BE49-F238E27FC236}">
                      <a16:creationId xmlns:a16="http://schemas.microsoft.com/office/drawing/2014/main" id="{BC98CE38-E09C-98E4-7894-F08032974293}"/>
                    </a:ext>
                  </a:extLst>
                </p:cNvPr>
                <p:cNvPicPr/>
                <p:nvPr/>
              </p:nvPicPr>
              <p:blipFill>
                <a:blip r:embed="rId1048"/>
                <a:stretch>
                  <a:fillRect/>
                </a:stretch>
              </p:blipFill>
              <p:spPr>
                <a:xfrm>
                  <a:off x="6571080" y="3040004"/>
                  <a:ext cx="14436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9">
              <p14:nvContentPartPr>
                <p14:cNvPr id="805" name="Ink 804">
                  <a:extLst>
                    <a:ext uri="{FF2B5EF4-FFF2-40B4-BE49-F238E27FC236}">
                      <a16:creationId xmlns:a16="http://schemas.microsoft.com/office/drawing/2014/main" id="{445BFD80-77CB-FFF1-05CC-3F37B1E37DD0}"/>
                    </a:ext>
                  </a:extLst>
                </p14:cNvPr>
                <p14:cNvContentPartPr/>
                <p14:nvPr/>
              </p14:nvContentPartPr>
              <p14:xfrm>
                <a:off x="6747120" y="3299204"/>
                <a:ext cx="85680" cy="70920"/>
              </p14:xfrm>
            </p:contentPart>
          </mc:Choice>
          <mc:Fallback xmlns="">
            <p:pic>
              <p:nvPicPr>
                <p:cNvPr id="805" name="Ink 804">
                  <a:extLst>
                    <a:ext uri="{FF2B5EF4-FFF2-40B4-BE49-F238E27FC236}">
                      <a16:creationId xmlns:a16="http://schemas.microsoft.com/office/drawing/2014/main" id="{445BFD80-77CB-FFF1-05CC-3F37B1E37DD0}"/>
                    </a:ext>
                  </a:extLst>
                </p:cNvPr>
                <p:cNvPicPr/>
                <p:nvPr/>
              </p:nvPicPr>
              <p:blipFill>
                <a:blip r:embed="rId1050"/>
                <a:stretch>
                  <a:fillRect/>
                </a:stretch>
              </p:blipFill>
              <p:spPr>
                <a:xfrm>
                  <a:off x="6738120" y="3290204"/>
                  <a:ext cx="1033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1">
              <p14:nvContentPartPr>
                <p14:cNvPr id="806" name="Ink 805">
                  <a:extLst>
                    <a:ext uri="{FF2B5EF4-FFF2-40B4-BE49-F238E27FC236}">
                      <a16:creationId xmlns:a16="http://schemas.microsoft.com/office/drawing/2014/main" id="{8BFB3364-03AB-44F9-095E-F5CF81EB9C34}"/>
                    </a:ext>
                  </a:extLst>
                </p14:cNvPr>
                <p14:cNvContentPartPr/>
                <p14:nvPr/>
              </p14:nvContentPartPr>
              <p14:xfrm>
                <a:off x="6674760" y="2990324"/>
                <a:ext cx="161280" cy="93600"/>
              </p14:xfrm>
            </p:contentPart>
          </mc:Choice>
          <mc:Fallback xmlns="">
            <p:pic>
              <p:nvPicPr>
                <p:cNvPr id="806" name="Ink 805">
                  <a:extLst>
                    <a:ext uri="{FF2B5EF4-FFF2-40B4-BE49-F238E27FC236}">
                      <a16:creationId xmlns:a16="http://schemas.microsoft.com/office/drawing/2014/main" id="{8BFB3364-03AB-44F9-095E-F5CF81EB9C34}"/>
                    </a:ext>
                  </a:extLst>
                </p:cNvPr>
                <p:cNvPicPr/>
                <p:nvPr/>
              </p:nvPicPr>
              <p:blipFill>
                <a:blip r:embed="rId1052"/>
                <a:stretch>
                  <a:fillRect/>
                </a:stretch>
              </p:blipFill>
              <p:spPr>
                <a:xfrm>
                  <a:off x="6665760" y="2981684"/>
                  <a:ext cx="1789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3">
              <p14:nvContentPartPr>
                <p14:cNvPr id="807" name="Ink 806">
                  <a:extLst>
                    <a:ext uri="{FF2B5EF4-FFF2-40B4-BE49-F238E27FC236}">
                      <a16:creationId xmlns:a16="http://schemas.microsoft.com/office/drawing/2014/main" id="{6C66063D-9092-6960-E673-F620652E935C}"/>
                    </a:ext>
                  </a:extLst>
                </p14:cNvPr>
                <p14:cNvContentPartPr/>
                <p14:nvPr/>
              </p14:nvContentPartPr>
              <p14:xfrm>
                <a:off x="5238360" y="3495404"/>
                <a:ext cx="1576440" cy="27720"/>
              </p14:xfrm>
            </p:contentPart>
          </mc:Choice>
          <mc:Fallback xmlns="">
            <p:pic>
              <p:nvPicPr>
                <p:cNvPr id="807" name="Ink 806">
                  <a:extLst>
                    <a:ext uri="{FF2B5EF4-FFF2-40B4-BE49-F238E27FC236}">
                      <a16:creationId xmlns:a16="http://schemas.microsoft.com/office/drawing/2014/main" id="{6C66063D-9092-6960-E673-F620652E935C}"/>
                    </a:ext>
                  </a:extLst>
                </p:cNvPr>
                <p:cNvPicPr/>
                <p:nvPr/>
              </p:nvPicPr>
              <p:blipFill>
                <a:blip r:embed="rId1054"/>
                <a:stretch>
                  <a:fillRect/>
                </a:stretch>
              </p:blipFill>
              <p:spPr>
                <a:xfrm>
                  <a:off x="5229360" y="3486764"/>
                  <a:ext cx="1594080" cy="4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55">
            <p14:nvContentPartPr>
              <p14:cNvPr id="808" name="Ink 807">
                <a:extLst>
                  <a:ext uri="{FF2B5EF4-FFF2-40B4-BE49-F238E27FC236}">
                    <a16:creationId xmlns:a16="http://schemas.microsoft.com/office/drawing/2014/main" id="{5B8BD676-A7EF-7C45-EB70-1B3BC3BBC553}"/>
                  </a:ext>
                </a:extLst>
              </p14:cNvPr>
              <p14:cNvContentPartPr/>
              <p14:nvPr/>
            </p14:nvContentPartPr>
            <p14:xfrm>
              <a:off x="5970240" y="3635084"/>
              <a:ext cx="168120" cy="172080"/>
            </p14:xfrm>
          </p:contentPart>
        </mc:Choice>
        <mc:Fallback xmlns="">
          <p:pic>
            <p:nvPicPr>
              <p:cNvPr id="808" name="Ink 807">
                <a:extLst>
                  <a:ext uri="{FF2B5EF4-FFF2-40B4-BE49-F238E27FC236}">
                    <a16:creationId xmlns:a16="http://schemas.microsoft.com/office/drawing/2014/main" id="{5B8BD676-A7EF-7C45-EB70-1B3BC3BBC553}"/>
                  </a:ext>
                </a:extLst>
              </p:cNvPr>
              <p:cNvPicPr/>
              <p:nvPr/>
            </p:nvPicPr>
            <p:blipFill>
              <a:blip r:embed="rId1056"/>
              <a:stretch>
                <a:fillRect/>
              </a:stretch>
            </p:blipFill>
            <p:spPr>
              <a:xfrm>
                <a:off x="5961600" y="3626084"/>
                <a:ext cx="185760" cy="189720"/>
              </a:xfrm>
              <a:prstGeom prst="rect">
                <a:avLst/>
              </a:prstGeom>
            </p:spPr>
          </p:pic>
        </mc:Fallback>
      </mc:AlternateContent>
      <p:grpSp>
        <p:nvGrpSpPr>
          <p:cNvPr id="828" name="Group 827">
            <a:extLst>
              <a:ext uri="{FF2B5EF4-FFF2-40B4-BE49-F238E27FC236}">
                <a16:creationId xmlns:a16="http://schemas.microsoft.com/office/drawing/2014/main" id="{220001B3-A3CC-8FAA-F825-FD98FCD624D3}"/>
              </a:ext>
            </a:extLst>
          </p:cNvPr>
          <p:cNvGrpSpPr/>
          <p:nvPr/>
        </p:nvGrpSpPr>
        <p:grpSpPr>
          <a:xfrm>
            <a:off x="297000" y="163964"/>
            <a:ext cx="1504080" cy="397440"/>
            <a:chOff x="297000" y="163964"/>
            <a:chExt cx="1504080" cy="39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7">
              <p14:nvContentPartPr>
                <p14:cNvPr id="810" name="Ink 809">
                  <a:extLst>
                    <a:ext uri="{FF2B5EF4-FFF2-40B4-BE49-F238E27FC236}">
                      <a16:creationId xmlns:a16="http://schemas.microsoft.com/office/drawing/2014/main" id="{64E8779C-A51A-8AEE-93CD-3376BD78793C}"/>
                    </a:ext>
                  </a:extLst>
                </p14:cNvPr>
                <p14:cNvContentPartPr/>
                <p14:nvPr/>
              </p14:nvContentPartPr>
              <p14:xfrm>
                <a:off x="434160" y="293924"/>
                <a:ext cx="14040" cy="202320"/>
              </p14:xfrm>
            </p:contentPart>
          </mc:Choice>
          <mc:Fallback xmlns="">
            <p:pic>
              <p:nvPicPr>
                <p:cNvPr id="810" name="Ink 809">
                  <a:extLst>
                    <a:ext uri="{FF2B5EF4-FFF2-40B4-BE49-F238E27FC236}">
                      <a16:creationId xmlns:a16="http://schemas.microsoft.com/office/drawing/2014/main" id="{64E8779C-A51A-8AEE-93CD-3376BD78793C}"/>
                    </a:ext>
                  </a:extLst>
                </p:cNvPr>
                <p:cNvPicPr/>
                <p:nvPr/>
              </p:nvPicPr>
              <p:blipFill>
                <a:blip r:embed="rId1058"/>
                <a:stretch>
                  <a:fillRect/>
                </a:stretch>
              </p:blipFill>
              <p:spPr>
                <a:xfrm>
                  <a:off x="425520" y="284924"/>
                  <a:ext cx="316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9">
              <p14:nvContentPartPr>
                <p14:cNvPr id="811" name="Ink 810">
                  <a:extLst>
                    <a:ext uri="{FF2B5EF4-FFF2-40B4-BE49-F238E27FC236}">
                      <a16:creationId xmlns:a16="http://schemas.microsoft.com/office/drawing/2014/main" id="{54E0D135-A69D-EED5-CD43-C693CA6137AB}"/>
                    </a:ext>
                  </a:extLst>
                </p14:cNvPr>
                <p14:cNvContentPartPr/>
                <p14:nvPr/>
              </p14:nvContentPartPr>
              <p14:xfrm>
                <a:off x="451800" y="329564"/>
                <a:ext cx="92880" cy="169560"/>
              </p14:xfrm>
            </p:contentPart>
          </mc:Choice>
          <mc:Fallback xmlns="">
            <p:pic>
              <p:nvPicPr>
                <p:cNvPr id="811" name="Ink 810">
                  <a:extLst>
                    <a:ext uri="{FF2B5EF4-FFF2-40B4-BE49-F238E27FC236}">
                      <a16:creationId xmlns:a16="http://schemas.microsoft.com/office/drawing/2014/main" id="{54E0D135-A69D-EED5-CD43-C693CA6137AB}"/>
                    </a:ext>
                  </a:extLst>
                </p:cNvPr>
                <p:cNvPicPr/>
                <p:nvPr/>
              </p:nvPicPr>
              <p:blipFill>
                <a:blip r:embed="rId1060"/>
                <a:stretch>
                  <a:fillRect/>
                </a:stretch>
              </p:blipFill>
              <p:spPr>
                <a:xfrm>
                  <a:off x="442800" y="320924"/>
                  <a:ext cx="1105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1">
              <p14:nvContentPartPr>
                <p14:cNvPr id="812" name="Ink 811">
                  <a:extLst>
                    <a:ext uri="{FF2B5EF4-FFF2-40B4-BE49-F238E27FC236}">
                      <a16:creationId xmlns:a16="http://schemas.microsoft.com/office/drawing/2014/main" id="{F2522896-A697-AE70-99C3-F6577D26D156}"/>
                    </a:ext>
                  </a:extLst>
                </p14:cNvPr>
                <p14:cNvContentPartPr/>
                <p14:nvPr/>
              </p14:nvContentPartPr>
              <p14:xfrm>
                <a:off x="483120" y="406244"/>
                <a:ext cx="127440" cy="109440"/>
              </p14:xfrm>
            </p:contentPart>
          </mc:Choice>
          <mc:Fallback xmlns="">
            <p:pic>
              <p:nvPicPr>
                <p:cNvPr id="812" name="Ink 811">
                  <a:extLst>
                    <a:ext uri="{FF2B5EF4-FFF2-40B4-BE49-F238E27FC236}">
                      <a16:creationId xmlns:a16="http://schemas.microsoft.com/office/drawing/2014/main" id="{F2522896-A697-AE70-99C3-F6577D26D156}"/>
                    </a:ext>
                  </a:extLst>
                </p:cNvPr>
                <p:cNvPicPr/>
                <p:nvPr/>
              </p:nvPicPr>
              <p:blipFill>
                <a:blip r:embed="rId1062"/>
                <a:stretch>
                  <a:fillRect/>
                </a:stretch>
              </p:blipFill>
              <p:spPr>
                <a:xfrm>
                  <a:off x="474120" y="397244"/>
                  <a:ext cx="1450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3">
              <p14:nvContentPartPr>
                <p14:cNvPr id="813" name="Ink 812">
                  <a:extLst>
                    <a:ext uri="{FF2B5EF4-FFF2-40B4-BE49-F238E27FC236}">
                      <a16:creationId xmlns:a16="http://schemas.microsoft.com/office/drawing/2014/main" id="{24D14402-16DA-E508-B18B-21114FEDF63F}"/>
                    </a:ext>
                  </a:extLst>
                </p14:cNvPr>
                <p14:cNvContentPartPr/>
                <p14:nvPr/>
              </p14:nvContentPartPr>
              <p14:xfrm>
                <a:off x="591840" y="288524"/>
                <a:ext cx="11160" cy="198720"/>
              </p14:xfrm>
            </p:contentPart>
          </mc:Choice>
          <mc:Fallback xmlns="">
            <p:pic>
              <p:nvPicPr>
                <p:cNvPr id="813" name="Ink 812">
                  <a:extLst>
                    <a:ext uri="{FF2B5EF4-FFF2-40B4-BE49-F238E27FC236}">
                      <a16:creationId xmlns:a16="http://schemas.microsoft.com/office/drawing/2014/main" id="{24D14402-16DA-E508-B18B-21114FEDF63F}"/>
                    </a:ext>
                  </a:extLst>
                </p:cNvPr>
                <p:cNvPicPr/>
                <p:nvPr/>
              </p:nvPicPr>
              <p:blipFill>
                <a:blip r:embed="rId1064"/>
                <a:stretch>
                  <a:fillRect/>
                </a:stretch>
              </p:blipFill>
              <p:spPr>
                <a:xfrm>
                  <a:off x="583200" y="279524"/>
                  <a:ext cx="288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5">
              <p14:nvContentPartPr>
                <p14:cNvPr id="815" name="Ink 814">
                  <a:extLst>
                    <a:ext uri="{FF2B5EF4-FFF2-40B4-BE49-F238E27FC236}">
                      <a16:creationId xmlns:a16="http://schemas.microsoft.com/office/drawing/2014/main" id="{D27091A4-2076-68AA-E51A-B476C604AEC4}"/>
                    </a:ext>
                  </a:extLst>
                </p14:cNvPr>
                <p14:cNvContentPartPr/>
                <p14:nvPr/>
              </p14:nvContentPartPr>
              <p14:xfrm>
                <a:off x="652680" y="335684"/>
                <a:ext cx="110520" cy="142920"/>
              </p14:xfrm>
            </p:contentPart>
          </mc:Choice>
          <mc:Fallback xmlns="">
            <p:pic>
              <p:nvPicPr>
                <p:cNvPr id="815" name="Ink 814">
                  <a:extLst>
                    <a:ext uri="{FF2B5EF4-FFF2-40B4-BE49-F238E27FC236}">
                      <a16:creationId xmlns:a16="http://schemas.microsoft.com/office/drawing/2014/main" id="{D27091A4-2076-68AA-E51A-B476C604AEC4}"/>
                    </a:ext>
                  </a:extLst>
                </p:cNvPr>
                <p:cNvPicPr/>
                <p:nvPr/>
              </p:nvPicPr>
              <p:blipFill>
                <a:blip r:embed="rId1066"/>
                <a:stretch>
                  <a:fillRect/>
                </a:stretch>
              </p:blipFill>
              <p:spPr>
                <a:xfrm>
                  <a:off x="644040" y="326684"/>
                  <a:ext cx="1281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7">
              <p14:nvContentPartPr>
                <p14:cNvPr id="816" name="Ink 815">
                  <a:extLst>
                    <a:ext uri="{FF2B5EF4-FFF2-40B4-BE49-F238E27FC236}">
                      <a16:creationId xmlns:a16="http://schemas.microsoft.com/office/drawing/2014/main" id="{61B7DD28-93D5-0F9B-8CE7-2253545FEB99}"/>
                    </a:ext>
                  </a:extLst>
                </p14:cNvPr>
                <p14:cNvContentPartPr/>
                <p14:nvPr/>
              </p14:nvContentPartPr>
              <p14:xfrm>
                <a:off x="814320" y="327764"/>
                <a:ext cx="107640" cy="148320"/>
              </p14:xfrm>
            </p:contentPart>
          </mc:Choice>
          <mc:Fallback xmlns="">
            <p:pic>
              <p:nvPicPr>
                <p:cNvPr id="816" name="Ink 815">
                  <a:extLst>
                    <a:ext uri="{FF2B5EF4-FFF2-40B4-BE49-F238E27FC236}">
                      <a16:creationId xmlns:a16="http://schemas.microsoft.com/office/drawing/2014/main" id="{61B7DD28-93D5-0F9B-8CE7-2253545FEB99}"/>
                    </a:ext>
                  </a:extLst>
                </p:cNvPr>
                <p:cNvPicPr/>
                <p:nvPr/>
              </p:nvPicPr>
              <p:blipFill>
                <a:blip r:embed="rId1068"/>
                <a:stretch>
                  <a:fillRect/>
                </a:stretch>
              </p:blipFill>
              <p:spPr>
                <a:xfrm>
                  <a:off x="805320" y="319124"/>
                  <a:ext cx="1252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9">
              <p14:nvContentPartPr>
                <p14:cNvPr id="817" name="Ink 816">
                  <a:extLst>
                    <a:ext uri="{FF2B5EF4-FFF2-40B4-BE49-F238E27FC236}">
                      <a16:creationId xmlns:a16="http://schemas.microsoft.com/office/drawing/2014/main" id="{FD6EC55D-D0EA-A67F-05DD-CAB12DCC14E1}"/>
                    </a:ext>
                  </a:extLst>
                </p14:cNvPr>
                <p14:cNvContentPartPr/>
                <p14:nvPr/>
              </p14:nvContentPartPr>
              <p14:xfrm>
                <a:off x="960120" y="322724"/>
                <a:ext cx="132480" cy="158400"/>
              </p14:xfrm>
            </p:contentPart>
          </mc:Choice>
          <mc:Fallback xmlns="">
            <p:pic>
              <p:nvPicPr>
                <p:cNvPr id="817" name="Ink 816">
                  <a:extLst>
                    <a:ext uri="{FF2B5EF4-FFF2-40B4-BE49-F238E27FC236}">
                      <a16:creationId xmlns:a16="http://schemas.microsoft.com/office/drawing/2014/main" id="{FD6EC55D-D0EA-A67F-05DD-CAB12DCC14E1}"/>
                    </a:ext>
                  </a:extLst>
                </p:cNvPr>
                <p:cNvPicPr/>
                <p:nvPr/>
              </p:nvPicPr>
              <p:blipFill>
                <a:blip r:embed="rId1070"/>
                <a:stretch>
                  <a:fillRect/>
                </a:stretch>
              </p:blipFill>
              <p:spPr>
                <a:xfrm>
                  <a:off x="951120" y="313724"/>
                  <a:ext cx="1501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1">
              <p14:nvContentPartPr>
                <p14:cNvPr id="818" name="Ink 817">
                  <a:extLst>
                    <a:ext uri="{FF2B5EF4-FFF2-40B4-BE49-F238E27FC236}">
                      <a16:creationId xmlns:a16="http://schemas.microsoft.com/office/drawing/2014/main" id="{00D97D42-B7AA-73B9-3E50-E78F9521B814}"/>
                    </a:ext>
                  </a:extLst>
                </p14:cNvPr>
                <p14:cNvContentPartPr/>
                <p14:nvPr/>
              </p14:nvContentPartPr>
              <p14:xfrm>
                <a:off x="1118880" y="360164"/>
                <a:ext cx="109800" cy="3240"/>
              </p14:xfrm>
            </p:contentPart>
          </mc:Choice>
          <mc:Fallback xmlns="">
            <p:pic>
              <p:nvPicPr>
                <p:cNvPr id="818" name="Ink 817">
                  <a:extLst>
                    <a:ext uri="{FF2B5EF4-FFF2-40B4-BE49-F238E27FC236}">
                      <a16:creationId xmlns:a16="http://schemas.microsoft.com/office/drawing/2014/main" id="{00D97D42-B7AA-73B9-3E50-E78F9521B814}"/>
                    </a:ext>
                  </a:extLst>
                </p:cNvPr>
                <p:cNvPicPr/>
                <p:nvPr/>
              </p:nvPicPr>
              <p:blipFill>
                <a:blip r:embed="rId1072"/>
                <a:stretch>
                  <a:fillRect/>
                </a:stretch>
              </p:blipFill>
              <p:spPr>
                <a:xfrm>
                  <a:off x="1110240" y="351524"/>
                  <a:ext cx="1274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3">
              <p14:nvContentPartPr>
                <p14:cNvPr id="819" name="Ink 818">
                  <a:extLst>
                    <a:ext uri="{FF2B5EF4-FFF2-40B4-BE49-F238E27FC236}">
                      <a16:creationId xmlns:a16="http://schemas.microsoft.com/office/drawing/2014/main" id="{738F60E6-6E66-7743-3B5A-91F855BC1E92}"/>
                    </a:ext>
                  </a:extLst>
                </p14:cNvPr>
                <p14:cNvContentPartPr/>
                <p14:nvPr/>
              </p14:nvContentPartPr>
              <p14:xfrm>
                <a:off x="1152360" y="431084"/>
                <a:ext cx="118440" cy="5400"/>
              </p14:xfrm>
            </p:contentPart>
          </mc:Choice>
          <mc:Fallback xmlns="">
            <p:pic>
              <p:nvPicPr>
                <p:cNvPr id="819" name="Ink 818">
                  <a:extLst>
                    <a:ext uri="{FF2B5EF4-FFF2-40B4-BE49-F238E27FC236}">
                      <a16:creationId xmlns:a16="http://schemas.microsoft.com/office/drawing/2014/main" id="{738F60E6-6E66-7743-3B5A-91F855BC1E92}"/>
                    </a:ext>
                  </a:extLst>
                </p:cNvPr>
                <p:cNvPicPr/>
                <p:nvPr/>
              </p:nvPicPr>
              <p:blipFill>
                <a:blip r:embed="rId1074"/>
                <a:stretch>
                  <a:fillRect/>
                </a:stretch>
              </p:blipFill>
              <p:spPr>
                <a:xfrm>
                  <a:off x="1143360" y="422444"/>
                  <a:ext cx="1360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5">
              <p14:nvContentPartPr>
                <p14:cNvPr id="821" name="Ink 820">
                  <a:extLst>
                    <a:ext uri="{FF2B5EF4-FFF2-40B4-BE49-F238E27FC236}">
                      <a16:creationId xmlns:a16="http://schemas.microsoft.com/office/drawing/2014/main" id="{DC3D3791-8C03-CF91-5EA4-41F67C0C013D}"/>
                    </a:ext>
                  </a:extLst>
                </p14:cNvPr>
                <p14:cNvContentPartPr/>
                <p14:nvPr/>
              </p14:nvContentPartPr>
              <p14:xfrm>
                <a:off x="1362240" y="300764"/>
                <a:ext cx="18000" cy="153720"/>
              </p14:xfrm>
            </p:contentPart>
          </mc:Choice>
          <mc:Fallback xmlns="">
            <p:pic>
              <p:nvPicPr>
                <p:cNvPr id="821" name="Ink 820">
                  <a:extLst>
                    <a:ext uri="{FF2B5EF4-FFF2-40B4-BE49-F238E27FC236}">
                      <a16:creationId xmlns:a16="http://schemas.microsoft.com/office/drawing/2014/main" id="{DC3D3791-8C03-CF91-5EA4-41F67C0C013D}"/>
                    </a:ext>
                  </a:extLst>
                </p:cNvPr>
                <p:cNvPicPr/>
                <p:nvPr/>
              </p:nvPicPr>
              <p:blipFill>
                <a:blip r:embed="rId1076"/>
                <a:stretch>
                  <a:fillRect/>
                </a:stretch>
              </p:blipFill>
              <p:spPr>
                <a:xfrm>
                  <a:off x="1353240" y="292124"/>
                  <a:ext cx="356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7">
              <p14:nvContentPartPr>
                <p14:cNvPr id="822" name="Ink 821">
                  <a:extLst>
                    <a:ext uri="{FF2B5EF4-FFF2-40B4-BE49-F238E27FC236}">
                      <a16:creationId xmlns:a16="http://schemas.microsoft.com/office/drawing/2014/main" id="{6EA797C1-D80C-C120-FE4B-8E6EC7379ED7}"/>
                    </a:ext>
                  </a:extLst>
                </p14:cNvPr>
                <p14:cNvContentPartPr/>
                <p14:nvPr/>
              </p14:nvContentPartPr>
              <p14:xfrm>
                <a:off x="1449360" y="289244"/>
                <a:ext cx="207720" cy="143280"/>
              </p14:xfrm>
            </p:contentPart>
          </mc:Choice>
          <mc:Fallback xmlns="">
            <p:pic>
              <p:nvPicPr>
                <p:cNvPr id="822" name="Ink 821">
                  <a:extLst>
                    <a:ext uri="{FF2B5EF4-FFF2-40B4-BE49-F238E27FC236}">
                      <a16:creationId xmlns:a16="http://schemas.microsoft.com/office/drawing/2014/main" id="{6EA797C1-D80C-C120-FE4B-8E6EC7379ED7}"/>
                    </a:ext>
                  </a:extLst>
                </p:cNvPr>
                <p:cNvPicPr/>
                <p:nvPr/>
              </p:nvPicPr>
              <p:blipFill>
                <a:blip r:embed="rId1078"/>
                <a:stretch>
                  <a:fillRect/>
                </a:stretch>
              </p:blipFill>
              <p:spPr>
                <a:xfrm>
                  <a:off x="1440720" y="280604"/>
                  <a:ext cx="2253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9">
              <p14:nvContentPartPr>
                <p14:cNvPr id="824" name="Ink 823">
                  <a:extLst>
                    <a:ext uri="{FF2B5EF4-FFF2-40B4-BE49-F238E27FC236}">
                      <a16:creationId xmlns:a16="http://schemas.microsoft.com/office/drawing/2014/main" id="{B4FE4EA8-C4C6-E773-D235-607E68AEE2FF}"/>
                    </a:ext>
                  </a:extLst>
                </p14:cNvPr>
                <p14:cNvContentPartPr/>
                <p14:nvPr/>
              </p14:nvContentPartPr>
              <p14:xfrm>
                <a:off x="332280" y="212564"/>
                <a:ext cx="9000" cy="334080"/>
              </p14:xfrm>
            </p:contentPart>
          </mc:Choice>
          <mc:Fallback xmlns="">
            <p:pic>
              <p:nvPicPr>
                <p:cNvPr id="824" name="Ink 823">
                  <a:extLst>
                    <a:ext uri="{FF2B5EF4-FFF2-40B4-BE49-F238E27FC236}">
                      <a16:creationId xmlns:a16="http://schemas.microsoft.com/office/drawing/2014/main" id="{B4FE4EA8-C4C6-E773-D235-607E68AEE2FF}"/>
                    </a:ext>
                  </a:extLst>
                </p:cNvPr>
                <p:cNvPicPr/>
                <p:nvPr/>
              </p:nvPicPr>
              <p:blipFill>
                <a:blip r:embed="rId1080"/>
                <a:stretch>
                  <a:fillRect/>
                </a:stretch>
              </p:blipFill>
              <p:spPr>
                <a:xfrm>
                  <a:off x="323280" y="203564"/>
                  <a:ext cx="2664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1">
              <p14:nvContentPartPr>
                <p14:cNvPr id="825" name="Ink 824">
                  <a:extLst>
                    <a:ext uri="{FF2B5EF4-FFF2-40B4-BE49-F238E27FC236}">
                      <a16:creationId xmlns:a16="http://schemas.microsoft.com/office/drawing/2014/main" id="{C722A32F-76D1-1FAF-BD43-998249E6E1FB}"/>
                    </a:ext>
                  </a:extLst>
                </p14:cNvPr>
                <p14:cNvContentPartPr/>
                <p14:nvPr/>
              </p14:nvContentPartPr>
              <p14:xfrm>
                <a:off x="339840" y="163964"/>
                <a:ext cx="1424160" cy="347400"/>
              </p14:xfrm>
            </p:contentPart>
          </mc:Choice>
          <mc:Fallback xmlns="">
            <p:pic>
              <p:nvPicPr>
                <p:cNvPr id="825" name="Ink 824">
                  <a:extLst>
                    <a:ext uri="{FF2B5EF4-FFF2-40B4-BE49-F238E27FC236}">
                      <a16:creationId xmlns:a16="http://schemas.microsoft.com/office/drawing/2014/main" id="{C722A32F-76D1-1FAF-BD43-998249E6E1FB}"/>
                    </a:ext>
                  </a:extLst>
                </p:cNvPr>
                <p:cNvPicPr/>
                <p:nvPr/>
              </p:nvPicPr>
              <p:blipFill>
                <a:blip r:embed="rId1082"/>
                <a:stretch>
                  <a:fillRect/>
                </a:stretch>
              </p:blipFill>
              <p:spPr>
                <a:xfrm>
                  <a:off x="330840" y="155324"/>
                  <a:ext cx="144180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3">
              <p14:nvContentPartPr>
                <p14:cNvPr id="827" name="Ink 826">
                  <a:extLst>
                    <a:ext uri="{FF2B5EF4-FFF2-40B4-BE49-F238E27FC236}">
                      <a16:creationId xmlns:a16="http://schemas.microsoft.com/office/drawing/2014/main" id="{49933A84-EA5F-2624-EB52-9B7D217C2BB3}"/>
                    </a:ext>
                  </a:extLst>
                </p14:cNvPr>
                <p14:cNvContentPartPr/>
                <p14:nvPr/>
              </p14:nvContentPartPr>
              <p14:xfrm>
                <a:off x="297000" y="545204"/>
                <a:ext cx="1504080" cy="16200"/>
              </p14:xfrm>
            </p:contentPart>
          </mc:Choice>
          <mc:Fallback xmlns="">
            <p:pic>
              <p:nvPicPr>
                <p:cNvPr id="827" name="Ink 826">
                  <a:extLst>
                    <a:ext uri="{FF2B5EF4-FFF2-40B4-BE49-F238E27FC236}">
                      <a16:creationId xmlns:a16="http://schemas.microsoft.com/office/drawing/2014/main" id="{49933A84-EA5F-2624-EB52-9B7D217C2BB3}"/>
                    </a:ext>
                  </a:extLst>
                </p:cNvPr>
                <p:cNvPicPr/>
                <p:nvPr/>
              </p:nvPicPr>
              <p:blipFill>
                <a:blip r:embed="rId1084"/>
                <a:stretch>
                  <a:fillRect/>
                </a:stretch>
              </p:blipFill>
              <p:spPr>
                <a:xfrm>
                  <a:off x="288360" y="536564"/>
                  <a:ext cx="1521720" cy="3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85">
            <p14:nvContentPartPr>
              <p14:cNvPr id="829" name="Ink 828">
                <a:extLst>
                  <a:ext uri="{FF2B5EF4-FFF2-40B4-BE49-F238E27FC236}">
                    <a16:creationId xmlns:a16="http://schemas.microsoft.com/office/drawing/2014/main" id="{3DB4C91B-FA85-2387-6AB9-F2D5091F584E}"/>
                  </a:ext>
                </a:extLst>
              </p14:cNvPr>
              <p14:cNvContentPartPr/>
              <p14:nvPr/>
            </p14:nvContentPartPr>
            <p14:xfrm>
              <a:off x="7465320" y="999884"/>
              <a:ext cx="9720" cy="3240"/>
            </p14:xfrm>
          </p:contentPart>
        </mc:Choice>
        <mc:Fallback xmlns="">
          <p:pic>
            <p:nvPicPr>
              <p:cNvPr id="829" name="Ink 828">
                <a:extLst>
                  <a:ext uri="{FF2B5EF4-FFF2-40B4-BE49-F238E27FC236}">
                    <a16:creationId xmlns:a16="http://schemas.microsoft.com/office/drawing/2014/main" id="{3DB4C91B-FA85-2387-6AB9-F2D5091F584E}"/>
                  </a:ext>
                </a:extLst>
              </p:cNvPr>
              <p:cNvPicPr/>
              <p:nvPr/>
            </p:nvPicPr>
            <p:blipFill>
              <a:blip r:embed="rId589"/>
              <a:stretch>
                <a:fillRect/>
              </a:stretch>
            </p:blipFill>
            <p:spPr>
              <a:xfrm>
                <a:off x="7456320" y="991244"/>
                <a:ext cx="27360" cy="2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835" name="Group 834">
            <a:extLst>
              <a:ext uri="{FF2B5EF4-FFF2-40B4-BE49-F238E27FC236}">
                <a16:creationId xmlns:a16="http://schemas.microsoft.com/office/drawing/2014/main" id="{150363AB-52FF-92AB-AE02-B8B6865D2293}"/>
              </a:ext>
            </a:extLst>
          </p:cNvPr>
          <p:cNvGrpSpPr/>
          <p:nvPr/>
        </p:nvGrpSpPr>
        <p:grpSpPr>
          <a:xfrm>
            <a:off x="8943480" y="415604"/>
            <a:ext cx="490320" cy="180720"/>
            <a:chOff x="8943480" y="415604"/>
            <a:chExt cx="490320" cy="18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6">
              <p14:nvContentPartPr>
                <p14:cNvPr id="830" name="Ink 829">
                  <a:extLst>
                    <a:ext uri="{FF2B5EF4-FFF2-40B4-BE49-F238E27FC236}">
                      <a16:creationId xmlns:a16="http://schemas.microsoft.com/office/drawing/2014/main" id="{9B0B3BDF-B8A5-1902-326F-A43B4330E1CA}"/>
                    </a:ext>
                  </a:extLst>
                </p14:cNvPr>
                <p14:cNvContentPartPr/>
                <p14:nvPr/>
              </p14:nvContentPartPr>
              <p14:xfrm>
                <a:off x="8943480" y="438644"/>
                <a:ext cx="19800" cy="157680"/>
              </p14:xfrm>
            </p:contentPart>
          </mc:Choice>
          <mc:Fallback xmlns="">
            <p:pic>
              <p:nvPicPr>
                <p:cNvPr id="830" name="Ink 829">
                  <a:extLst>
                    <a:ext uri="{FF2B5EF4-FFF2-40B4-BE49-F238E27FC236}">
                      <a16:creationId xmlns:a16="http://schemas.microsoft.com/office/drawing/2014/main" id="{9B0B3BDF-B8A5-1902-326F-A43B4330E1CA}"/>
                    </a:ext>
                  </a:extLst>
                </p:cNvPr>
                <p:cNvPicPr/>
                <p:nvPr/>
              </p:nvPicPr>
              <p:blipFill>
                <a:blip r:embed="rId1087"/>
                <a:stretch>
                  <a:fillRect/>
                </a:stretch>
              </p:blipFill>
              <p:spPr>
                <a:xfrm>
                  <a:off x="8934840" y="430004"/>
                  <a:ext cx="374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8">
              <p14:nvContentPartPr>
                <p14:cNvPr id="831" name="Ink 830">
                  <a:extLst>
                    <a:ext uri="{FF2B5EF4-FFF2-40B4-BE49-F238E27FC236}">
                      <a16:creationId xmlns:a16="http://schemas.microsoft.com/office/drawing/2014/main" id="{8FFFC515-2E21-70C3-DC6A-3102B3FCACAC}"/>
                    </a:ext>
                  </a:extLst>
                </p14:cNvPr>
                <p14:cNvContentPartPr/>
                <p14:nvPr/>
              </p14:nvContentPartPr>
              <p14:xfrm>
                <a:off x="8945640" y="435044"/>
                <a:ext cx="142920" cy="145800"/>
              </p14:xfrm>
            </p:contentPart>
          </mc:Choice>
          <mc:Fallback xmlns="">
            <p:pic>
              <p:nvPicPr>
                <p:cNvPr id="831" name="Ink 830">
                  <a:extLst>
                    <a:ext uri="{FF2B5EF4-FFF2-40B4-BE49-F238E27FC236}">
                      <a16:creationId xmlns:a16="http://schemas.microsoft.com/office/drawing/2014/main" id="{8FFFC515-2E21-70C3-DC6A-3102B3FCACAC}"/>
                    </a:ext>
                  </a:extLst>
                </p:cNvPr>
                <p:cNvPicPr/>
                <p:nvPr/>
              </p:nvPicPr>
              <p:blipFill>
                <a:blip r:embed="rId1089"/>
                <a:stretch>
                  <a:fillRect/>
                </a:stretch>
              </p:blipFill>
              <p:spPr>
                <a:xfrm>
                  <a:off x="8936640" y="426404"/>
                  <a:ext cx="1605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0">
              <p14:nvContentPartPr>
                <p14:cNvPr id="832" name="Ink 831">
                  <a:extLst>
                    <a:ext uri="{FF2B5EF4-FFF2-40B4-BE49-F238E27FC236}">
                      <a16:creationId xmlns:a16="http://schemas.microsoft.com/office/drawing/2014/main" id="{30980CA4-DE32-1552-A426-5FE481769D0C}"/>
                    </a:ext>
                  </a:extLst>
                </p14:cNvPr>
                <p14:cNvContentPartPr/>
                <p14:nvPr/>
              </p14:nvContentPartPr>
              <p14:xfrm>
                <a:off x="9145440" y="468884"/>
                <a:ext cx="66240" cy="16920"/>
              </p14:xfrm>
            </p:contentPart>
          </mc:Choice>
          <mc:Fallback xmlns="">
            <p:pic>
              <p:nvPicPr>
                <p:cNvPr id="832" name="Ink 831">
                  <a:extLst>
                    <a:ext uri="{FF2B5EF4-FFF2-40B4-BE49-F238E27FC236}">
                      <a16:creationId xmlns:a16="http://schemas.microsoft.com/office/drawing/2014/main" id="{30980CA4-DE32-1552-A426-5FE481769D0C}"/>
                    </a:ext>
                  </a:extLst>
                </p:cNvPr>
                <p:cNvPicPr/>
                <p:nvPr/>
              </p:nvPicPr>
              <p:blipFill>
                <a:blip r:embed="rId1091"/>
                <a:stretch>
                  <a:fillRect/>
                </a:stretch>
              </p:blipFill>
              <p:spPr>
                <a:xfrm>
                  <a:off x="9136440" y="459884"/>
                  <a:ext cx="838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2">
              <p14:nvContentPartPr>
                <p14:cNvPr id="833" name="Ink 832">
                  <a:extLst>
                    <a:ext uri="{FF2B5EF4-FFF2-40B4-BE49-F238E27FC236}">
                      <a16:creationId xmlns:a16="http://schemas.microsoft.com/office/drawing/2014/main" id="{18711259-5F72-B2C3-DC92-D5642612A8C5}"/>
                    </a:ext>
                  </a:extLst>
                </p14:cNvPr>
                <p14:cNvContentPartPr/>
                <p14:nvPr/>
              </p14:nvContentPartPr>
              <p14:xfrm>
                <a:off x="9141480" y="529724"/>
                <a:ext cx="110880" cy="12960"/>
              </p14:xfrm>
            </p:contentPart>
          </mc:Choice>
          <mc:Fallback xmlns="">
            <p:pic>
              <p:nvPicPr>
                <p:cNvPr id="833" name="Ink 832">
                  <a:extLst>
                    <a:ext uri="{FF2B5EF4-FFF2-40B4-BE49-F238E27FC236}">
                      <a16:creationId xmlns:a16="http://schemas.microsoft.com/office/drawing/2014/main" id="{18711259-5F72-B2C3-DC92-D5642612A8C5}"/>
                    </a:ext>
                  </a:extLst>
                </p:cNvPr>
                <p:cNvPicPr/>
                <p:nvPr/>
              </p:nvPicPr>
              <p:blipFill>
                <a:blip r:embed="rId1093"/>
                <a:stretch>
                  <a:fillRect/>
                </a:stretch>
              </p:blipFill>
              <p:spPr>
                <a:xfrm>
                  <a:off x="9132840" y="521084"/>
                  <a:ext cx="1285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4">
              <p14:nvContentPartPr>
                <p14:cNvPr id="834" name="Ink 833">
                  <a:extLst>
                    <a:ext uri="{FF2B5EF4-FFF2-40B4-BE49-F238E27FC236}">
                      <a16:creationId xmlns:a16="http://schemas.microsoft.com/office/drawing/2014/main" id="{2FB388E2-5078-1C72-D327-8CEE1D3FA618}"/>
                    </a:ext>
                  </a:extLst>
                </p14:cNvPr>
                <p14:cNvContentPartPr/>
                <p14:nvPr/>
              </p14:nvContentPartPr>
              <p14:xfrm>
                <a:off x="9259560" y="415604"/>
                <a:ext cx="174240" cy="172080"/>
              </p14:xfrm>
            </p:contentPart>
          </mc:Choice>
          <mc:Fallback xmlns="">
            <p:pic>
              <p:nvPicPr>
                <p:cNvPr id="834" name="Ink 833">
                  <a:extLst>
                    <a:ext uri="{FF2B5EF4-FFF2-40B4-BE49-F238E27FC236}">
                      <a16:creationId xmlns:a16="http://schemas.microsoft.com/office/drawing/2014/main" id="{2FB388E2-5078-1C72-D327-8CEE1D3FA618}"/>
                    </a:ext>
                  </a:extLst>
                </p:cNvPr>
                <p:cNvPicPr/>
                <p:nvPr/>
              </p:nvPicPr>
              <p:blipFill>
                <a:blip r:embed="rId1095"/>
                <a:stretch>
                  <a:fillRect/>
                </a:stretch>
              </p:blipFill>
              <p:spPr>
                <a:xfrm>
                  <a:off x="9250920" y="406964"/>
                  <a:ext cx="191880" cy="18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96">
            <p14:nvContentPartPr>
              <p14:cNvPr id="846" name="Ink 845">
                <a:extLst>
                  <a:ext uri="{FF2B5EF4-FFF2-40B4-BE49-F238E27FC236}">
                    <a16:creationId xmlns:a16="http://schemas.microsoft.com/office/drawing/2014/main" id="{E07BCCC7-387C-756D-B408-45F3DEA1EE00}"/>
                  </a:ext>
                </a:extLst>
              </p14:cNvPr>
              <p14:cNvContentPartPr/>
              <p14:nvPr/>
            </p14:nvContentPartPr>
            <p14:xfrm>
              <a:off x="7375320" y="1881164"/>
              <a:ext cx="61200" cy="68040"/>
            </p14:xfrm>
          </p:contentPart>
        </mc:Choice>
        <mc:Fallback xmlns="">
          <p:pic>
            <p:nvPicPr>
              <p:cNvPr id="846" name="Ink 845">
                <a:extLst>
                  <a:ext uri="{FF2B5EF4-FFF2-40B4-BE49-F238E27FC236}">
                    <a16:creationId xmlns:a16="http://schemas.microsoft.com/office/drawing/2014/main" id="{E07BCCC7-387C-756D-B408-45F3DEA1EE00}"/>
                  </a:ext>
                </a:extLst>
              </p:cNvPr>
              <p:cNvPicPr/>
              <p:nvPr/>
            </p:nvPicPr>
            <p:blipFill>
              <a:blip r:embed="rId1097"/>
              <a:stretch>
                <a:fillRect/>
              </a:stretch>
            </p:blipFill>
            <p:spPr>
              <a:xfrm>
                <a:off x="7366680" y="1872524"/>
                <a:ext cx="7884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8">
            <p14:nvContentPartPr>
              <p14:cNvPr id="847" name="Ink 846">
                <a:extLst>
                  <a:ext uri="{FF2B5EF4-FFF2-40B4-BE49-F238E27FC236}">
                    <a16:creationId xmlns:a16="http://schemas.microsoft.com/office/drawing/2014/main" id="{89AF64D5-261F-979F-7605-7D949D1F20C5}"/>
                  </a:ext>
                </a:extLst>
              </p14:cNvPr>
              <p14:cNvContentPartPr/>
              <p14:nvPr/>
            </p14:nvContentPartPr>
            <p14:xfrm>
              <a:off x="9560520" y="1274564"/>
              <a:ext cx="77040" cy="88560"/>
            </p14:xfrm>
          </p:contentPart>
        </mc:Choice>
        <mc:Fallback xmlns="">
          <p:pic>
            <p:nvPicPr>
              <p:cNvPr id="847" name="Ink 846">
                <a:extLst>
                  <a:ext uri="{FF2B5EF4-FFF2-40B4-BE49-F238E27FC236}">
                    <a16:creationId xmlns:a16="http://schemas.microsoft.com/office/drawing/2014/main" id="{89AF64D5-261F-979F-7605-7D949D1F20C5}"/>
                  </a:ext>
                </a:extLst>
              </p:cNvPr>
              <p:cNvPicPr/>
              <p:nvPr/>
            </p:nvPicPr>
            <p:blipFill>
              <a:blip r:embed="rId1099"/>
              <a:stretch>
                <a:fillRect/>
              </a:stretch>
            </p:blipFill>
            <p:spPr>
              <a:xfrm>
                <a:off x="9551880" y="1265564"/>
                <a:ext cx="9468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0">
            <p14:nvContentPartPr>
              <p14:cNvPr id="848" name="Ink 847">
                <a:extLst>
                  <a:ext uri="{FF2B5EF4-FFF2-40B4-BE49-F238E27FC236}">
                    <a16:creationId xmlns:a16="http://schemas.microsoft.com/office/drawing/2014/main" id="{98335465-C862-0198-1F47-A1859F9F0315}"/>
                  </a:ext>
                </a:extLst>
              </p14:cNvPr>
              <p14:cNvContentPartPr/>
              <p14:nvPr/>
            </p14:nvContentPartPr>
            <p14:xfrm>
              <a:off x="9633960" y="2442044"/>
              <a:ext cx="86760" cy="73080"/>
            </p14:xfrm>
          </p:contentPart>
        </mc:Choice>
        <mc:Fallback xmlns="">
          <p:pic>
            <p:nvPicPr>
              <p:cNvPr id="848" name="Ink 847">
                <a:extLst>
                  <a:ext uri="{FF2B5EF4-FFF2-40B4-BE49-F238E27FC236}">
                    <a16:creationId xmlns:a16="http://schemas.microsoft.com/office/drawing/2014/main" id="{98335465-C862-0198-1F47-A1859F9F0315}"/>
                  </a:ext>
                </a:extLst>
              </p:cNvPr>
              <p:cNvPicPr/>
              <p:nvPr/>
            </p:nvPicPr>
            <p:blipFill>
              <a:blip r:embed="rId1101"/>
              <a:stretch>
                <a:fillRect/>
              </a:stretch>
            </p:blipFill>
            <p:spPr>
              <a:xfrm>
                <a:off x="9625320" y="2433044"/>
                <a:ext cx="104400" cy="90720"/>
              </a:xfrm>
              <a:prstGeom prst="rect">
                <a:avLst/>
              </a:prstGeom>
            </p:spPr>
          </p:pic>
        </mc:Fallback>
      </mc:AlternateContent>
      <p:grpSp>
        <p:nvGrpSpPr>
          <p:cNvPr id="851" name="Group 850">
            <a:extLst>
              <a:ext uri="{FF2B5EF4-FFF2-40B4-BE49-F238E27FC236}">
                <a16:creationId xmlns:a16="http://schemas.microsoft.com/office/drawing/2014/main" id="{922DC2C6-1D2A-4564-237F-330567AC91C3}"/>
              </a:ext>
            </a:extLst>
          </p:cNvPr>
          <p:cNvGrpSpPr/>
          <p:nvPr/>
        </p:nvGrpSpPr>
        <p:grpSpPr>
          <a:xfrm>
            <a:off x="7262640" y="1715564"/>
            <a:ext cx="204120" cy="110520"/>
            <a:chOff x="7262640" y="1715564"/>
            <a:chExt cx="204120" cy="11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2">
              <p14:nvContentPartPr>
                <p14:cNvPr id="849" name="Ink 848">
                  <a:extLst>
                    <a:ext uri="{FF2B5EF4-FFF2-40B4-BE49-F238E27FC236}">
                      <a16:creationId xmlns:a16="http://schemas.microsoft.com/office/drawing/2014/main" id="{ADD971AD-65DB-6EAE-CB8D-41AF1F65C6B1}"/>
                    </a:ext>
                  </a:extLst>
                </p14:cNvPr>
                <p14:cNvContentPartPr/>
                <p14:nvPr/>
              </p14:nvContentPartPr>
              <p14:xfrm>
                <a:off x="7262640" y="1715564"/>
                <a:ext cx="133920" cy="75600"/>
              </p14:xfrm>
            </p:contentPart>
          </mc:Choice>
          <mc:Fallback xmlns="">
            <p:pic>
              <p:nvPicPr>
                <p:cNvPr id="849" name="Ink 848">
                  <a:extLst>
                    <a:ext uri="{FF2B5EF4-FFF2-40B4-BE49-F238E27FC236}">
                      <a16:creationId xmlns:a16="http://schemas.microsoft.com/office/drawing/2014/main" id="{ADD971AD-65DB-6EAE-CB8D-41AF1F65C6B1}"/>
                    </a:ext>
                  </a:extLst>
                </p:cNvPr>
                <p:cNvPicPr/>
                <p:nvPr/>
              </p:nvPicPr>
              <p:blipFill>
                <a:blip r:embed="rId1103"/>
                <a:stretch>
                  <a:fillRect/>
                </a:stretch>
              </p:blipFill>
              <p:spPr>
                <a:xfrm>
                  <a:off x="7253640" y="1706564"/>
                  <a:ext cx="1515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4">
              <p14:nvContentPartPr>
                <p14:cNvPr id="850" name="Ink 849">
                  <a:extLst>
                    <a:ext uri="{FF2B5EF4-FFF2-40B4-BE49-F238E27FC236}">
                      <a16:creationId xmlns:a16="http://schemas.microsoft.com/office/drawing/2014/main" id="{8596DD24-4C06-3B48-62D6-14C169DAF334}"/>
                    </a:ext>
                  </a:extLst>
                </p14:cNvPr>
                <p14:cNvContentPartPr/>
                <p14:nvPr/>
              </p14:nvContentPartPr>
              <p14:xfrm>
                <a:off x="7410960" y="1741484"/>
                <a:ext cx="55800" cy="84600"/>
              </p14:xfrm>
            </p:contentPart>
          </mc:Choice>
          <mc:Fallback xmlns="">
            <p:pic>
              <p:nvPicPr>
                <p:cNvPr id="850" name="Ink 849">
                  <a:extLst>
                    <a:ext uri="{FF2B5EF4-FFF2-40B4-BE49-F238E27FC236}">
                      <a16:creationId xmlns:a16="http://schemas.microsoft.com/office/drawing/2014/main" id="{8596DD24-4C06-3B48-62D6-14C169DAF334}"/>
                    </a:ext>
                  </a:extLst>
                </p:cNvPr>
                <p:cNvPicPr/>
                <p:nvPr/>
              </p:nvPicPr>
              <p:blipFill>
                <a:blip r:embed="rId1105"/>
                <a:stretch>
                  <a:fillRect/>
                </a:stretch>
              </p:blipFill>
              <p:spPr>
                <a:xfrm>
                  <a:off x="7402320" y="1732844"/>
                  <a:ext cx="73440" cy="102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06">
            <p14:nvContentPartPr>
              <p14:cNvPr id="852" name="Ink 851">
                <a:extLst>
                  <a:ext uri="{FF2B5EF4-FFF2-40B4-BE49-F238E27FC236}">
                    <a16:creationId xmlns:a16="http://schemas.microsoft.com/office/drawing/2014/main" id="{D7AC10BE-0C6C-9434-765D-205B8A8DF794}"/>
                  </a:ext>
                </a:extLst>
              </p14:cNvPr>
              <p14:cNvContentPartPr/>
              <p14:nvPr/>
            </p14:nvContentPartPr>
            <p14:xfrm>
              <a:off x="9595440" y="1064324"/>
              <a:ext cx="329040" cy="157320"/>
            </p14:xfrm>
          </p:contentPart>
        </mc:Choice>
        <mc:Fallback xmlns="">
          <p:pic>
            <p:nvPicPr>
              <p:cNvPr id="852" name="Ink 851">
                <a:extLst>
                  <a:ext uri="{FF2B5EF4-FFF2-40B4-BE49-F238E27FC236}">
                    <a16:creationId xmlns:a16="http://schemas.microsoft.com/office/drawing/2014/main" id="{D7AC10BE-0C6C-9434-765D-205B8A8DF794}"/>
                  </a:ext>
                </a:extLst>
              </p:cNvPr>
              <p:cNvPicPr/>
              <p:nvPr/>
            </p:nvPicPr>
            <p:blipFill>
              <a:blip r:embed="rId1107"/>
              <a:stretch>
                <a:fillRect/>
              </a:stretch>
            </p:blipFill>
            <p:spPr>
              <a:xfrm>
                <a:off x="9586440" y="1055684"/>
                <a:ext cx="346680" cy="174960"/>
              </a:xfrm>
              <a:prstGeom prst="rect">
                <a:avLst/>
              </a:prstGeom>
            </p:spPr>
          </p:pic>
        </mc:Fallback>
      </mc:AlternateContent>
      <p:grpSp>
        <p:nvGrpSpPr>
          <p:cNvPr id="855" name="Group 854">
            <a:extLst>
              <a:ext uri="{FF2B5EF4-FFF2-40B4-BE49-F238E27FC236}">
                <a16:creationId xmlns:a16="http://schemas.microsoft.com/office/drawing/2014/main" id="{C8B70F16-A368-8097-11B1-70E9773B3320}"/>
              </a:ext>
            </a:extLst>
          </p:cNvPr>
          <p:cNvGrpSpPr/>
          <p:nvPr/>
        </p:nvGrpSpPr>
        <p:grpSpPr>
          <a:xfrm>
            <a:off x="9860040" y="2362484"/>
            <a:ext cx="177840" cy="254880"/>
            <a:chOff x="9860040" y="2362484"/>
            <a:chExt cx="177840" cy="25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8">
              <p14:nvContentPartPr>
                <p14:cNvPr id="853" name="Ink 852">
                  <a:extLst>
                    <a:ext uri="{FF2B5EF4-FFF2-40B4-BE49-F238E27FC236}">
                      <a16:creationId xmlns:a16="http://schemas.microsoft.com/office/drawing/2014/main" id="{7AA289F7-C089-B3F7-FFDE-6D39877DF3BB}"/>
                    </a:ext>
                  </a:extLst>
                </p14:cNvPr>
                <p14:cNvContentPartPr/>
                <p14:nvPr/>
              </p14:nvContentPartPr>
              <p14:xfrm>
                <a:off x="9860040" y="2362484"/>
                <a:ext cx="68040" cy="143280"/>
              </p14:xfrm>
            </p:contentPart>
          </mc:Choice>
          <mc:Fallback xmlns="">
            <p:pic>
              <p:nvPicPr>
                <p:cNvPr id="853" name="Ink 852">
                  <a:extLst>
                    <a:ext uri="{FF2B5EF4-FFF2-40B4-BE49-F238E27FC236}">
                      <a16:creationId xmlns:a16="http://schemas.microsoft.com/office/drawing/2014/main" id="{7AA289F7-C089-B3F7-FFDE-6D39877DF3BB}"/>
                    </a:ext>
                  </a:extLst>
                </p:cNvPr>
                <p:cNvPicPr/>
                <p:nvPr/>
              </p:nvPicPr>
              <p:blipFill>
                <a:blip r:embed="rId1109"/>
                <a:stretch>
                  <a:fillRect/>
                </a:stretch>
              </p:blipFill>
              <p:spPr>
                <a:xfrm>
                  <a:off x="9851040" y="2353844"/>
                  <a:ext cx="856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0">
              <p14:nvContentPartPr>
                <p14:cNvPr id="854" name="Ink 853">
                  <a:extLst>
                    <a:ext uri="{FF2B5EF4-FFF2-40B4-BE49-F238E27FC236}">
                      <a16:creationId xmlns:a16="http://schemas.microsoft.com/office/drawing/2014/main" id="{E36E9EE2-2B82-84A2-24C0-D7AF4028A2AF}"/>
                    </a:ext>
                  </a:extLst>
                </p14:cNvPr>
                <p14:cNvContentPartPr/>
                <p14:nvPr/>
              </p14:nvContentPartPr>
              <p14:xfrm>
                <a:off x="9862920" y="2491004"/>
                <a:ext cx="174960" cy="126360"/>
              </p14:xfrm>
            </p:contentPart>
          </mc:Choice>
          <mc:Fallback xmlns="">
            <p:pic>
              <p:nvPicPr>
                <p:cNvPr id="854" name="Ink 853">
                  <a:extLst>
                    <a:ext uri="{FF2B5EF4-FFF2-40B4-BE49-F238E27FC236}">
                      <a16:creationId xmlns:a16="http://schemas.microsoft.com/office/drawing/2014/main" id="{E36E9EE2-2B82-84A2-24C0-D7AF4028A2AF}"/>
                    </a:ext>
                  </a:extLst>
                </p:cNvPr>
                <p:cNvPicPr/>
                <p:nvPr/>
              </p:nvPicPr>
              <p:blipFill>
                <a:blip r:embed="rId1111"/>
                <a:stretch>
                  <a:fillRect/>
                </a:stretch>
              </p:blipFill>
              <p:spPr>
                <a:xfrm>
                  <a:off x="9853920" y="2482364"/>
                  <a:ext cx="192600" cy="14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9" name="Group 858">
            <a:extLst>
              <a:ext uri="{FF2B5EF4-FFF2-40B4-BE49-F238E27FC236}">
                <a16:creationId xmlns:a16="http://schemas.microsoft.com/office/drawing/2014/main" id="{F60A31D1-83E2-2019-C167-26B20DD35023}"/>
              </a:ext>
            </a:extLst>
          </p:cNvPr>
          <p:cNvGrpSpPr/>
          <p:nvPr/>
        </p:nvGrpSpPr>
        <p:grpSpPr>
          <a:xfrm>
            <a:off x="9819360" y="358004"/>
            <a:ext cx="781560" cy="199080"/>
            <a:chOff x="9819360" y="358004"/>
            <a:chExt cx="781560" cy="19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12">
              <p14:nvContentPartPr>
                <p14:cNvPr id="836" name="Ink 835">
                  <a:extLst>
                    <a:ext uri="{FF2B5EF4-FFF2-40B4-BE49-F238E27FC236}">
                      <a16:creationId xmlns:a16="http://schemas.microsoft.com/office/drawing/2014/main" id="{37BBD59A-9BE6-1617-CC88-DBED976C1CFD}"/>
                    </a:ext>
                  </a:extLst>
                </p14:cNvPr>
                <p14:cNvContentPartPr/>
                <p14:nvPr/>
              </p14:nvContentPartPr>
              <p14:xfrm>
                <a:off x="9819360" y="418844"/>
                <a:ext cx="4320" cy="131400"/>
              </p14:xfrm>
            </p:contentPart>
          </mc:Choice>
          <mc:Fallback xmlns="">
            <p:pic>
              <p:nvPicPr>
                <p:cNvPr id="836" name="Ink 835">
                  <a:extLst>
                    <a:ext uri="{FF2B5EF4-FFF2-40B4-BE49-F238E27FC236}">
                      <a16:creationId xmlns:a16="http://schemas.microsoft.com/office/drawing/2014/main" id="{37BBD59A-9BE6-1617-CC88-DBED976C1CFD}"/>
                    </a:ext>
                  </a:extLst>
                </p:cNvPr>
                <p:cNvPicPr/>
                <p:nvPr/>
              </p:nvPicPr>
              <p:blipFill>
                <a:blip r:embed="rId1113"/>
                <a:stretch>
                  <a:fillRect/>
                </a:stretch>
              </p:blipFill>
              <p:spPr>
                <a:xfrm>
                  <a:off x="9810360" y="410204"/>
                  <a:ext cx="219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4">
              <p14:nvContentPartPr>
                <p14:cNvPr id="837" name="Ink 836">
                  <a:extLst>
                    <a:ext uri="{FF2B5EF4-FFF2-40B4-BE49-F238E27FC236}">
                      <a16:creationId xmlns:a16="http://schemas.microsoft.com/office/drawing/2014/main" id="{46350999-AADE-03C5-FE6A-567552178BE4}"/>
                    </a:ext>
                  </a:extLst>
                </p14:cNvPr>
                <p14:cNvContentPartPr/>
                <p14:nvPr/>
              </p14:nvContentPartPr>
              <p14:xfrm>
                <a:off x="9845280" y="439724"/>
                <a:ext cx="49320" cy="111600"/>
              </p14:xfrm>
            </p:contentPart>
          </mc:Choice>
          <mc:Fallback xmlns="">
            <p:pic>
              <p:nvPicPr>
                <p:cNvPr id="837" name="Ink 836">
                  <a:extLst>
                    <a:ext uri="{FF2B5EF4-FFF2-40B4-BE49-F238E27FC236}">
                      <a16:creationId xmlns:a16="http://schemas.microsoft.com/office/drawing/2014/main" id="{46350999-AADE-03C5-FE6A-567552178BE4}"/>
                    </a:ext>
                  </a:extLst>
                </p:cNvPr>
                <p:cNvPicPr/>
                <p:nvPr/>
              </p:nvPicPr>
              <p:blipFill>
                <a:blip r:embed="rId1115"/>
                <a:stretch>
                  <a:fillRect/>
                </a:stretch>
              </p:blipFill>
              <p:spPr>
                <a:xfrm>
                  <a:off x="9836640" y="431084"/>
                  <a:ext cx="669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6">
              <p14:nvContentPartPr>
                <p14:cNvPr id="838" name="Ink 837">
                  <a:extLst>
                    <a:ext uri="{FF2B5EF4-FFF2-40B4-BE49-F238E27FC236}">
                      <a16:creationId xmlns:a16="http://schemas.microsoft.com/office/drawing/2014/main" id="{0E7D490D-5E9F-FD11-91E4-DBDD04872768}"/>
                    </a:ext>
                  </a:extLst>
                </p14:cNvPr>
                <p14:cNvContentPartPr/>
                <p14:nvPr/>
              </p14:nvContentPartPr>
              <p14:xfrm>
                <a:off x="9906840" y="485084"/>
                <a:ext cx="85320" cy="72000"/>
              </p14:xfrm>
            </p:contentPart>
          </mc:Choice>
          <mc:Fallback xmlns="">
            <p:pic>
              <p:nvPicPr>
                <p:cNvPr id="838" name="Ink 837">
                  <a:extLst>
                    <a:ext uri="{FF2B5EF4-FFF2-40B4-BE49-F238E27FC236}">
                      <a16:creationId xmlns:a16="http://schemas.microsoft.com/office/drawing/2014/main" id="{0E7D490D-5E9F-FD11-91E4-DBDD04872768}"/>
                    </a:ext>
                  </a:extLst>
                </p:cNvPr>
                <p:cNvPicPr/>
                <p:nvPr/>
              </p:nvPicPr>
              <p:blipFill>
                <a:blip r:embed="rId1117"/>
                <a:stretch>
                  <a:fillRect/>
                </a:stretch>
              </p:blipFill>
              <p:spPr>
                <a:xfrm>
                  <a:off x="9898200" y="476444"/>
                  <a:ext cx="1029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8">
              <p14:nvContentPartPr>
                <p14:cNvPr id="839" name="Ink 838">
                  <a:extLst>
                    <a:ext uri="{FF2B5EF4-FFF2-40B4-BE49-F238E27FC236}">
                      <a16:creationId xmlns:a16="http://schemas.microsoft.com/office/drawing/2014/main" id="{162F82DA-80B6-7F4F-6131-414E8080F393}"/>
                    </a:ext>
                  </a:extLst>
                </p14:cNvPr>
                <p14:cNvContentPartPr/>
                <p14:nvPr/>
              </p14:nvContentPartPr>
              <p14:xfrm>
                <a:off x="9997920" y="399764"/>
                <a:ext cx="21240" cy="152280"/>
              </p14:xfrm>
            </p:contentPart>
          </mc:Choice>
          <mc:Fallback xmlns="">
            <p:pic>
              <p:nvPicPr>
                <p:cNvPr id="839" name="Ink 838">
                  <a:extLst>
                    <a:ext uri="{FF2B5EF4-FFF2-40B4-BE49-F238E27FC236}">
                      <a16:creationId xmlns:a16="http://schemas.microsoft.com/office/drawing/2014/main" id="{162F82DA-80B6-7F4F-6131-414E8080F393}"/>
                    </a:ext>
                  </a:extLst>
                </p:cNvPr>
                <p:cNvPicPr/>
                <p:nvPr/>
              </p:nvPicPr>
              <p:blipFill>
                <a:blip r:embed="rId1119"/>
                <a:stretch>
                  <a:fillRect/>
                </a:stretch>
              </p:blipFill>
              <p:spPr>
                <a:xfrm>
                  <a:off x="9989280" y="391124"/>
                  <a:ext cx="388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0">
              <p14:nvContentPartPr>
                <p14:cNvPr id="840" name="Ink 839">
                  <a:extLst>
                    <a:ext uri="{FF2B5EF4-FFF2-40B4-BE49-F238E27FC236}">
                      <a16:creationId xmlns:a16="http://schemas.microsoft.com/office/drawing/2014/main" id="{2F1BA11B-86A3-8C5B-C78F-0FA143C41E0E}"/>
                    </a:ext>
                  </a:extLst>
                </p14:cNvPr>
                <p14:cNvContentPartPr/>
                <p14:nvPr/>
              </p14:nvContentPartPr>
              <p14:xfrm>
                <a:off x="10100520" y="406964"/>
                <a:ext cx="109800" cy="104040"/>
              </p14:xfrm>
            </p:contentPart>
          </mc:Choice>
          <mc:Fallback xmlns="">
            <p:pic>
              <p:nvPicPr>
                <p:cNvPr id="840" name="Ink 839">
                  <a:extLst>
                    <a:ext uri="{FF2B5EF4-FFF2-40B4-BE49-F238E27FC236}">
                      <a16:creationId xmlns:a16="http://schemas.microsoft.com/office/drawing/2014/main" id="{2F1BA11B-86A3-8C5B-C78F-0FA143C41E0E}"/>
                    </a:ext>
                  </a:extLst>
                </p:cNvPr>
                <p:cNvPicPr/>
                <p:nvPr/>
              </p:nvPicPr>
              <p:blipFill>
                <a:blip r:embed="rId1121"/>
                <a:stretch>
                  <a:fillRect/>
                </a:stretch>
              </p:blipFill>
              <p:spPr>
                <a:xfrm>
                  <a:off x="10091520" y="397964"/>
                  <a:ext cx="1274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2">
              <p14:nvContentPartPr>
                <p14:cNvPr id="841" name="Ink 840">
                  <a:extLst>
                    <a:ext uri="{FF2B5EF4-FFF2-40B4-BE49-F238E27FC236}">
                      <a16:creationId xmlns:a16="http://schemas.microsoft.com/office/drawing/2014/main" id="{FF6F4E18-EE62-D5CD-EE4D-F46B520CF004}"/>
                    </a:ext>
                  </a:extLst>
                </p14:cNvPr>
                <p14:cNvContentPartPr/>
                <p14:nvPr/>
              </p14:nvContentPartPr>
              <p14:xfrm>
                <a:off x="10229040" y="377804"/>
                <a:ext cx="95400" cy="154800"/>
              </p14:xfrm>
            </p:contentPart>
          </mc:Choice>
          <mc:Fallback xmlns="">
            <p:pic>
              <p:nvPicPr>
                <p:cNvPr id="841" name="Ink 840">
                  <a:extLst>
                    <a:ext uri="{FF2B5EF4-FFF2-40B4-BE49-F238E27FC236}">
                      <a16:creationId xmlns:a16="http://schemas.microsoft.com/office/drawing/2014/main" id="{FF6F4E18-EE62-D5CD-EE4D-F46B520CF004}"/>
                    </a:ext>
                  </a:extLst>
                </p:cNvPr>
                <p:cNvPicPr/>
                <p:nvPr/>
              </p:nvPicPr>
              <p:blipFill>
                <a:blip r:embed="rId1123"/>
                <a:stretch>
                  <a:fillRect/>
                </a:stretch>
              </p:blipFill>
              <p:spPr>
                <a:xfrm>
                  <a:off x="10220400" y="369164"/>
                  <a:ext cx="1130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4">
              <p14:nvContentPartPr>
                <p14:cNvPr id="842" name="Ink 841">
                  <a:extLst>
                    <a:ext uri="{FF2B5EF4-FFF2-40B4-BE49-F238E27FC236}">
                      <a16:creationId xmlns:a16="http://schemas.microsoft.com/office/drawing/2014/main" id="{12E6DEEB-2006-B587-F77B-09B56331303E}"/>
                    </a:ext>
                  </a:extLst>
                </p14:cNvPr>
                <p14:cNvContentPartPr/>
                <p14:nvPr/>
              </p14:nvContentPartPr>
              <p14:xfrm>
                <a:off x="10339200" y="358004"/>
                <a:ext cx="83520" cy="131760"/>
              </p14:xfrm>
            </p:contentPart>
          </mc:Choice>
          <mc:Fallback xmlns="">
            <p:pic>
              <p:nvPicPr>
                <p:cNvPr id="842" name="Ink 841">
                  <a:extLst>
                    <a:ext uri="{FF2B5EF4-FFF2-40B4-BE49-F238E27FC236}">
                      <a16:creationId xmlns:a16="http://schemas.microsoft.com/office/drawing/2014/main" id="{12E6DEEB-2006-B587-F77B-09B56331303E}"/>
                    </a:ext>
                  </a:extLst>
                </p:cNvPr>
                <p:cNvPicPr/>
                <p:nvPr/>
              </p:nvPicPr>
              <p:blipFill>
                <a:blip r:embed="rId1125"/>
                <a:stretch>
                  <a:fillRect/>
                </a:stretch>
              </p:blipFill>
              <p:spPr>
                <a:xfrm>
                  <a:off x="10330200" y="349004"/>
                  <a:ext cx="1011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6">
              <p14:nvContentPartPr>
                <p14:cNvPr id="843" name="Ink 842">
                  <a:extLst>
                    <a:ext uri="{FF2B5EF4-FFF2-40B4-BE49-F238E27FC236}">
                      <a16:creationId xmlns:a16="http://schemas.microsoft.com/office/drawing/2014/main" id="{93F4BC5E-A6DA-8A1E-B911-1368BA4C2E8C}"/>
                    </a:ext>
                  </a:extLst>
                </p14:cNvPr>
                <p14:cNvContentPartPr/>
                <p14:nvPr/>
              </p14:nvContentPartPr>
              <p14:xfrm>
                <a:off x="10485000" y="373844"/>
                <a:ext cx="81360" cy="16200"/>
              </p14:xfrm>
            </p:contentPart>
          </mc:Choice>
          <mc:Fallback xmlns="">
            <p:pic>
              <p:nvPicPr>
                <p:cNvPr id="843" name="Ink 842">
                  <a:extLst>
                    <a:ext uri="{FF2B5EF4-FFF2-40B4-BE49-F238E27FC236}">
                      <a16:creationId xmlns:a16="http://schemas.microsoft.com/office/drawing/2014/main" id="{93F4BC5E-A6DA-8A1E-B911-1368BA4C2E8C}"/>
                    </a:ext>
                  </a:extLst>
                </p:cNvPr>
                <p:cNvPicPr/>
                <p:nvPr/>
              </p:nvPicPr>
              <p:blipFill>
                <a:blip r:embed="rId1127"/>
                <a:stretch>
                  <a:fillRect/>
                </a:stretch>
              </p:blipFill>
              <p:spPr>
                <a:xfrm>
                  <a:off x="10476000" y="365204"/>
                  <a:ext cx="990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8">
              <p14:nvContentPartPr>
                <p14:cNvPr id="844" name="Ink 843">
                  <a:extLst>
                    <a:ext uri="{FF2B5EF4-FFF2-40B4-BE49-F238E27FC236}">
                      <a16:creationId xmlns:a16="http://schemas.microsoft.com/office/drawing/2014/main" id="{1FA76C25-2700-E5F5-B460-30FA8386064B}"/>
                    </a:ext>
                  </a:extLst>
                </p14:cNvPr>
                <p14:cNvContentPartPr/>
                <p14:nvPr/>
              </p14:nvContentPartPr>
              <p14:xfrm>
                <a:off x="10507680" y="432164"/>
                <a:ext cx="93240" cy="25200"/>
              </p14:xfrm>
            </p:contentPart>
          </mc:Choice>
          <mc:Fallback xmlns="">
            <p:pic>
              <p:nvPicPr>
                <p:cNvPr id="844" name="Ink 843">
                  <a:extLst>
                    <a:ext uri="{FF2B5EF4-FFF2-40B4-BE49-F238E27FC236}">
                      <a16:creationId xmlns:a16="http://schemas.microsoft.com/office/drawing/2014/main" id="{1FA76C25-2700-E5F5-B460-30FA8386064B}"/>
                    </a:ext>
                  </a:extLst>
                </p:cNvPr>
                <p:cNvPicPr/>
                <p:nvPr/>
              </p:nvPicPr>
              <p:blipFill>
                <a:blip r:embed="rId1129"/>
                <a:stretch>
                  <a:fillRect/>
                </a:stretch>
              </p:blipFill>
              <p:spPr>
                <a:xfrm>
                  <a:off x="10498680" y="423524"/>
                  <a:ext cx="11088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5" name="Group 864">
            <a:extLst>
              <a:ext uri="{FF2B5EF4-FFF2-40B4-BE49-F238E27FC236}">
                <a16:creationId xmlns:a16="http://schemas.microsoft.com/office/drawing/2014/main" id="{D2FBE284-F2B3-4E17-9B54-17D92369B072}"/>
              </a:ext>
            </a:extLst>
          </p:cNvPr>
          <p:cNvGrpSpPr/>
          <p:nvPr/>
        </p:nvGrpSpPr>
        <p:grpSpPr>
          <a:xfrm>
            <a:off x="986400" y="3725084"/>
            <a:ext cx="448920" cy="254160"/>
            <a:chOff x="986400" y="3725084"/>
            <a:chExt cx="448920" cy="25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30">
              <p14:nvContentPartPr>
                <p14:cNvPr id="860" name="Ink 859">
                  <a:extLst>
                    <a:ext uri="{FF2B5EF4-FFF2-40B4-BE49-F238E27FC236}">
                      <a16:creationId xmlns:a16="http://schemas.microsoft.com/office/drawing/2014/main" id="{21A3564B-A74F-D058-379D-55497ABB0ECB}"/>
                    </a:ext>
                  </a:extLst>
                </p14:cNvPr>
                <p14:cNvContentPartPr/>
                <p14:nvPr/>
              </p14:nvContentPartPr>
              <p14:xfrm>
                <a:off x="986400" y="3744524"/>
                <a:ext cx="16560" cy="181080"/>
              </p14:xfrm>
            </p:contentPart>
          </mc:Choice>
          <mc:Fallback xmlns="">
            <p:pic>
              <p:nvPicPr>
                <p:cNvPr id="860" name="Ink 859">
                  <a:extLst>
                    <a:ext uri="{FF2B5EF4-FFF2-40B4-BE49-F238E27FC236}">
                      <a16:creationId xmlns:a16="http://schemas.microsoft.com/office/drawing/2014/main" id="{21A3564B-A74F-D058-379D-55497ABB0ECB}"/>
                    </a:ext>
                  </a:extLst>
                </p:cNvPr>
                <p:cNvPicPr/>
                <p:nvPr/>
              </p:nvPicPr>
              <p:blipFill>
                <a:blip r:embed="rId1137"/>
                <a:stretch>
                  <a:fillRect/>
                </a:stretch>
              </p:blipFill>
              <p:spPr>
                <a:xfrm>
                  <a:off x="977400" y="3735524"/>
                  <a:ext cx="342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8">
              <p14:nvContentPartPr>
                <p14:cNvPr id="861" name="Ink 860">
                  <a:extLst>
                    <a:ext uri="{FF2B5EF4-FFF2-40B4-BE49-F238E27FC236}">
                      <a16:creationId xmlns:a16="http://schemas.microsoft.com/office/drawing/2014/main" id="{6EA27EE6-4F7C-5132-8D4E-20F72E7C867D}"/>
                    </a:ext>
                  </a:extLst>
                </p14:cNvPr>
                <p14:cNvContentPartPr/>
                <p14:nvPr/>
              </p14:nvContentPartPr>
              <p14:xfrm>
                <a:off x="1027080" y="3727964"/>
                <a:ext cx="132480" cy="151200"/>
              </p14:xfrm>
            </p:contentPart>
          </mc:Choice>
          <mc:Fallback xmlns="">
            <p:pic>
              <p:nvPicPr>
                <p:cNvPr id="861" name="Ink 860">
                  <a:extLst>
                    <a:ext uri="{FF2B5EF4-FFF2-40B4-BE49-F238E27FC236}">
                      <a16:creationId xmlns:a16="http://schemas.microsoft.com/office/drawing/2014/main" id="{6EA27EE6-4F7C-5132-8D4E-20F72E7C867D}"/>
                    </a:ext>
                  </a:extLst>
                </p:cNvPr>
                <p:cNvPicPr/>
                <p:nvPr/>
              </p:nvPicPr>
              <p:blipFill>
                <a:blip r:embed="rId1139"/>
                <a:stretch>
                  <a:fillRect/>
                </a:stretch>
              </p:blipFill>
              <p:spPr>
                <a:xfrm>
                  <a:off x="1018440" y="3718964"/>
                  <a:ext cx="1501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0">
              <p14:nvContentPartPr>
                <p14:cNvPr id="862" name="Ink 861">
                  <a:extLst>
                    <a:ext uri="{FF2B5EF4-FFF2-40B4-BE49-F238E27FC236}">
                      <a16:creationId xmlns:a16="http://schemas.microsoft.com/office/drawing/2014/main" id="{A96B394F-1FC7-8E58-6891-E5C0202B328D}"/>
                    </a:ext>
                  </a:extLst>
                </p14:cNvPr>
                <p14:cNvContentPartPr/>
                <p14:nvPr/>
              </p14:nvContentPartPr>
              <p14:xfrm>
                <a:off x="1158480" y="3764324"/>
                <a:ext cx="70200" cy="6120"/>
              </p14:xfrm>
            </p:contentPart>
          </mc:Choice>
          <mc:Fallback xmlns="">
            <p:pic>
              <p:nvPicPr>
                <p:cNvPr id="862" name="Ink 861">
                  <a:extLst>
                    <a:ext uri="{FF2B5EF4-FFF2-40B4-BE49-F238E27FC236}">
                      <a16:creationId xmlns:a16="http://schemas.microsoft.com/office/drawing/2014/main" id="{A96B394F-1FC7-8E58-6891-E5C0202B328D}"/>
                    </a:ext>
                  </a:extLst>
                </p:cNvPr>
                <p:cNvPicPr/>
                <p:nvPr/>
              </p:nvPicPr>
              <p:blipFill>
                <a:blip r:embed="rId1141"/>
                <a:stretch>
                  <a:fillRect/>
                </a:stretch>
              </p:blipFill>
              <p:spPr>
                <a:xfrm>
                  <a:off x="1149840" y="3755684"/>
                  <a:ext cx="878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2">
              <p14:nvContentPartPr>
                <p14:cNvPr id="863" name="Ink 862">
                  <a:extLst>
                    <a:ext uri="{FF2B5EF4-FFF2-40B4-BE49-F238E27FC236}">
                      <a16:creationId xmlns:a16="http://schemas.microsoft.com/office/drawing/2014/main" id="{38A9E0B7-D33A-5DB1-06A8-3B1757815FDE}"/>
                    </a:ext>
                  </a:extLst>
                </p14:cNvPr>
                <p14:cNvContentPartPr/>
                <p14:nvPr/>
              </p14:nvContentPartPr>
              <p14:xfrm>
                <a:off x="1171080" y="3814364"/>
                <a:ext cx="94680" cy="13680"/>
              </p14:xfrm>
            </p:contentPart>
          </mc:Choice>
          <mc:Fallback xmlns="">
            <p:pic>
              <p:nvPicPr>
                <p:cNvPr id="863" name="Ink 862">
                  <a:extLst>
                    <a:ext uri="{FF2B5EF4-FFF2-40B4-BE49-F238E27FC236}">
                      <a16:creationId xmlns:a16="http://schemas.microsoft.com/office/drawing/2014/main" id="{38A9E0B7-D33A-5DB1-06A8-3B1757815FDE}"/>
                    </a:ext>
                  </a:extLst>
                </p:cNvPr>
                <p:cNvPicPr/>
                <p:nvPr/>
              </p:nvPicPr>
              <p:blipFill>
                <a:blip r:embed="rId1143"/>
                <a:stretch>
                  <a:fillRect/>
                </a:stretch>
              </p:blipFill>
              <p:spPr>
                <a:xfrm>
                  <a:off x="1162080" y="3805724"/>
                  <a:ext cx="1123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4">
              <p14:nvContentPartPr>
                <p14:cNvPr id="864" name="Ink 863">
                  <a:extLst>
                    <a:ext uri="{FF2B5EF4-FFF2-40B4-BE49-F238E27FC236}">
                      <a16:creationId xmlns:a16="http://schemas.microsoft.com/office/drawing/2014/main" id="{7876DBA2-206F-37F0-9340-12C0ADC4C129}"/>
                    </a:ext>
                  </a:extLst>
                </p14:cNvPr>
                <p14:cNvContentPartPr/>
                <p14:nvPr/>
              </p14:nvContentPartPr>
              <p14:xfrm>
                <a:off x="1335600" y="3725084"/>
                <a:ext cx="99720" cy="254160"/>
              </p14:xfrm>
            </p:contentPart>
          </mc:Choice>
          <mc:Fallback xmlns="">
            <p:pic>
              <p:nvPicPr>
                <p:cNvPr id="864" name="Ink 863">
                  <a:extLst>
                    <a:ext uri="{FF2B5EF4-FFF2-40B4-BE49-F238E27FC236}">
                      <a16:creationId xmlns:a16="http://schemas.microsoft.com/office/drawing/2014/main" id="{7876DBA2-206F-37F0-9340-12C0ADC4C129}"/>
                    </a:ext>
                  </a:extLst>
                </p:cNvPr>
                <p:cNvPicPr/>
                <p:nvPr/>
              </p:nvPicPr>
              <p:blipFill>
                <a:blip r:embed="rId1145"/>
                <a:stretch>
                  <a:fillRect/>
                </a:stretch>
              </p:blipFill>
              <p:spPr>
                <a:xfrm>
                  <a:off x="1326600" y="3716084"/>
                  <a:ext cx="117360" cy="271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6">
            <p14:nvContentPartPr>
              <p14:cNvPr id="866" name="Ink 865">
                <a:extLst>
                  <a:ext uri="{FF2B5EF4-FFF2-40B4-BE49-F238E27FC236}">
                    <a16:creationId xmlns:a16="http://schemas.microsoft.com/office/drawing/2014/main" id="{C16445EC-4808-F44C-6166-C07ABBF3A0F5}"/>
                  </a:ext>
                </a:extLst>
              </p14:cNvPr>
              <p14:cNvContentPartPr/>
              <p14:nvPr/>
            </p14:nvContentPartPr>
            <p14:xfrm>
              <a:off x="1554480" y="4585484"/>
              <a:ext cx="65160" cy="87120"/>
            </p14:xfrm>
          </p:contentPart>
        </mc:Choice>
        <mc:Fallback xmlns="">
          <p:pic>
            <p:nvPicPr>
              <p:cNvPr id="866" name="Ink 865">
                <a:extLst>
                  <a:ext uri="{FF2B5EF4-FFF2-40B4-BE49-F238E27FC236}">
                    <a16:creationId xmlns:a16="http://schemas.microsoft.com/office/drawing/2014/main" id="{C16445EC-4808-F44C-6166-C07ABBF3A0F5}"/>
                  </a:ext>
                </a:extLst>
              </p:cNvPr>
              <p:cNvPicPr/>
              <p:nvPr/>
            </p:nvPicPr>
            <p:blipFill>
              <a:blip r:embed="rId1147"/>
              <a:stretch>
                <a:fillRect/>
              </a:stretch>
            </p:blipFill>
            <p:spPr>
              <a:xfrm>
                <a:off x="1545480" y="4576844"/>
                <a:ext cx="8280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8">
            <p14:nvContentPartPr>
              <p14:cNvPr id="867" name="Ink 866">
                <a:extLst>
                  <a:ext uri="{FF2B5EF4-FFF2-40B4-BE49-F238E27FC236}">
                    <a16:creationId xmlns:a16="http://schemas.microsoft.com/office/drawing/2014/main" id="{DCFEE9F7-6150-5F45-EBEC-07B84EC0BBB7}"/>
                  </a:ext>
                </a:extLst>
              </p14:cNvPr>
              <p14:cNvContentPartPr/>
              <p14:nvPr/>
            </p14:nvContentPartPr>
            <p14:xfrm>
              <a:off x="1625400" y="5848364"/>
              <a:ext cx="60480" cy="68760"/>
            </p14:xfrm>
          </p:contentPart>
        </mc:Choice>
        <mc:Fallback xmlns="">
          <p:pic>
            <p:nvPicPr>
              <p:cNvPr id="867" name="Ink 866">
                <a:extLst>
                  <a:ext uri="{FF2B5EF4-FFF2-40B4-BE49-F238E27FC236}">
                    <a16:creationId xmlns:a16="http://schemas.microsoft.com/office/drawing/2014/main" id="{DCFEE9F7-6150-5F45-EBEC-07B84EC0BBB7}"/>
                  </a:ext>
                </a:extLst>
              </p:cNvPr>
              <p:cNvPicPr/>
              <p:nvPr/>
            </p:nvPicPr>
            <p:blipFill>
              <a:blip r:embed="rId1149"/>
              <a:stretch>
                <a:fillRect/>
              </a:stretch>
            </p:blipFill>
            <p:spPr>
              <a:xfrm>
                <a:off x="1616760" y="5839724"/>
                <a:ext cx="7812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0">
            <p14:nvContentPartPr>
              <p14:cNvPr id="868" name="Ink 867">
                <a:extLst>
                  <a:ext uri="{FF2B5EF4-FFF2-40B4-BE49-F238E27FC236}">
                    <a16:creationId xmlns:a16="http://schemas.microsoft.com/office/drawing/2014/main" id="{7BD32583-F19C-6524-BB0F-199CCCD062BD}"/>
                  </a:ext>
                </a:extLst>
              </p14:cNvPr>
              <p14:cNvContentPartPr/>
              <p14:nvPr/>
            </p14:nvContentPartPr>
            <p14:xfrm>
              <a:off x="3845160" y="4598804"/>
              <a:ext cx="71280" cy="84600"/>
            </p14:xfrm>
          </p:contentPart>
        </mc:Choice>
        <mc:Fallback xmlns="">
          <p:pic>
            <p:nvPicPr>
              <p:cNvPr id="868" name="Ink 867">
                <a:extLst>
                  <a:ext uri="{FF2B5EF4-FFF2-40B4-BE49-F238E27FC236}">
                    <a16:creationId xmlns:a16="http://schemas.microsoft.com/office/drawing/2014/main" id="{7BD32583-F19C-6524-BB0F-199CCCD062BD}"/>
                  </a:ext>
                </a:extLst>
              </p:cNvPr>
              <p:cNvPicPr/>
              <p:nvPr/>
            </p:nvPicPr>
            <p:blipFill>
              <a:blip r:embed="rId1151"/>
              <a:stretch>
                <a:fillRect/>
              </a:stretch>
            </p:blipFill>
            <p:spPr>
              <a:xfrm>
                <a:off x="3836520" y="4589804"/>
                <a:ext cx="8892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2">
            <p14:nvContentPartPr>
              <p14:cNvPr id="869" name="Ink 868">
                <a:extLst>
                  <a:ext uri="{FF2B5EF4-FFF2-40B4-BE49-F238E27FC236}">
                    <a16:creationId xmlns:a16="http://schemas.microsoft.com/office/drawing/2014/main" id="{B38A1A25-3AF9-7B73-6B15-766F16170AFA}"/>
                  </a:ext>
                </a:extLst>
              </p14:cNvPr>
              <p14:cNvContentPartPr/>
              <p14:nvPr/>
            </p14:nvContentPartPr>
            <p14:xfrm>
              <a:off x="3996720" y="5796884"/>
              <a:ext cx="84600" cy="68400"/>
            </p14:xfrm>
          </p:contentPart>
        </mc:Choice>
        <mc:Fallback xmlns="">
          <p:pic>
            <p:nvPicPr>
              <p:cNvPr id="869" name="Ink 868">
                <a:extLst>
                  <a:ext uri="{FF2B5EF4-FFF2-40B4-BE49-F238E27FC236}">
                    <a16:creationId xmlns:a16="http://schemas.microsoft.com/office/drawing/2014/main" id="{B38A1A25-3AF9-7B73-6B15-766F16170AFA}"/>
                  </a:ext>
                </a:extLst>
              </p:cNvPr>
              <p:cNvPicPr/>
              <p:nvPr/>
            </p:nvPicPr>
            <p:blipFill>
              <a:blip r:embed="rId1153"/>
              <a:stretch>
                <a:fillRect/>
              </a:stretch>
            </p:blipFill>
            <p:spPr>
              <a:xfrm>
                <a:off x="3988080" y="5788244"/>
                <a:ext cx="102240" cy="8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878" name="Group 877">
            <a:extLst>
              <a:ext uri="{FF2B5EF4-FFF2-40B4-BE49-F238E27FC236}">
                <a16:creationId xmlns:a16="http://schemas.microsoft.com/office/drawing/2014/main" id="{C19B14C4-DAC4-A6AC-7383-D722CA84CD43}"/>
              </a:ext>
            </a:extLst>
          </p:cNvPr>
          <p:cNvGrpSpPr/>
          <p:nvPr/>
        </p:nvGrpSpPr>
        <p:grpSpPr>
          <a:xfrm>
            <a:off x="1459440" y="4384244"/>
            <a:ext cx="228960" cy="209880"/>
            <a:chOff x="1459440" y="4384244"/>
            <a:chExt cx="228960" cy="20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4">
              <p14:nvContentPartPr>
                <p14:cNvPr id="870" name="Ink 869">
                  <a:extLst>
                    <a:ext uri="{FF2B5EF4-FFF2-40B4-BE49-F238E27FC236}">
                      <a16:creationId xmlns:a16="http://schemas.microsoft.com/office/drawing/2014/main" id="{1236EF01-6233-7900-282A-0EFAF961EEB1}"/>
                    </a:ext>
                  </a:extLst>
                </p14:cNvPr>
                <p14:cNvContentPartPr/>
                <p14:nvPr/>
              </p14:nvContentPartPr>
              <p14:xfrm>
                <a:off x="1459440" y="4384244"/>
                <a:ext cx="126720" cy="154800"/>
              </p14:xfrm>
            </p:contentPart>
          </mc:Choice>
          <mc:Fallback xmlns="">
            <p:pic>
              <p:nvPicPr>
                <p:cNvPr id="870" name="Ink 869">
                  <a:extLst>
                    <a:ext uri="{FF2B5EF4-FFF2-40B4-BE49-F238E27FC236}">
                      <a16:creationId xmlns:a16="http://schemas.microsoft.com/office/drawing/2014/main" id="{1236EF01-6233-7900-282A-0EFAF961EEB1}"/>
                    </a:ext>
                  </a:extLst>
                </p:cNvPr>
                <p:cNvPicPr/>
                <p:nvPr/>
              </p:nvPicPr>
              <p:blipFill>
                <a:blip r:embed="rId1155"/>
                <a:stretch>
                  <a:fillRect/>
                </a:stretch>
              </p:blipFill>
              <p:spPr>
                <a:xfrm>
                  <a:off x="1450440" y="4375244"/>
                  <a:ext cx="1443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6">
              <p14:nvContentPartPr>
                <p14:cNvPr id="871" name="Ink 870">
                  <a:extLst>
                    <a:ext uri="{FF2B5EF4-FFF2-40B4-BE49-F238E27FC236}">
                      <a16:creationId xmlns:a16="http://schemas.microsoft.com/office/drawing/2014/main" id="{95DCFB53-9FD6-72F0-0FBC-7B29C289118D}"/>
                    </a:ext>
                  </a:extLst>
                </p14:cNvPr>
                <p14:cNvContentPartPr/>
                <p14:nvPr/>
              </p14:nvContentPartPr>
              <p14:xfrm>
                <a:off x="1602720" y="4441124"/>
                <a:ext cx="85680" cy="153000"/>
              </p14:xfrm>
            </p:contentPart>
          </mc:Choice>
          <mc:Fallback xmlns="">
            <p:pic>
              <p:nvPicPr>
                <p:cNvPr id="871" name="Ink 870">
                  <a:extLst>
                    <a:ext uri="{FF2B5EF4-FFF2-40B4-BE49-F238E27FC236}">
                      <a16:creationId xmlns:a16="http://schemas.microsoft.com/office/drawing/2014/main" id="{95DCFB53-9FD6-72F0-0FBC-7B29C289118D}"/>
                    </a:ext>
                  </a:extLst>
                </p:cNvPr>
                <p:cNvPicPr/>
                <p:nvPr/>
              </p:nvPicPr>
              <p:blipFill>
                <a:blip r:embed="rId1157"/>
                <a:stretch>
                  <a:fillRect/>
                </a:stretch>
              </p:blipFill>
              <p:spPr>
                <a:xfrm>
                  <a:off x="1594080" y="4432484"/>
                  <a:ext cx="10332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7" name="Group 876">
            <a:extLst>
              <a:ext uri="{FF2B5EF4-FFF2-40B4-BE49-F238E27FC236}">
                <a16:creationId xmlns:a16="http://schemas.microsoft.com/office/drawing/2014/main" id="{2EE275FF-D584-0996-1872-BB6DC015FBDA}"/>
              </a:ext>
            </a:extLst>
          </p:cNvPr>
          <p:cNvGrpSpPr/>
          <p:nvPr/>
        </p:nvGrpSpPr>
        <p:grpSpPr>
          <a:xfrm>
            <a:off x="1688760" y="5588084"/>
            <a:ext cx="336600" cy="244440"/>
            <a:chOff x="1688760" y="5588084"/>
            <a:chExt cx="336600" cy="24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8">
              <p14:nvContentPartPr>
                <p14:cNvPr id="872" name="Ink 871">
                  <a:extLst>
                    <a:ext uri="{FF2B5EF4-FFF2-40B4-BE49-F238E27FC236}">
                      <a16:creationId xmlns:a16="http://schemas.microsoft.com/office/drawing/2014/main" id="{A9D7E7B7-D2BF-3719-7B95-2F064A09236A}"/>
                    </a:ext>
                  </a:extLst>
                </p14:cNvPr>
                <p14:cNvContentPartPr/>
                <p14:nvPr/>
              </p14:nvContentPartPr>
              <p14:xfrm>
                <a:off x="1688760" y="5588084"/>
                <a:ext cx="100440" cy="129960"/>
              </p14:xfrm>
            </p:contentPart>
          </mc:Choice>
          <mc:Fallback xmlns="">
            <p:pic>
              <p:nvPicPr>
                <p:cNvPr id="872" name="Ink 871">
                  <a:extLst>
                    <a:ext uri="{FF2B5EF4-FFF2-40B4-BE49-F238E27FC236}">
                      <a16:creationId xmlns:a16="http://schemas.microsoft.com/office/drawing/2014/main" id="{A9D7E7B7-D2BF-3719-7B95-2F064A09236A}"/>
                    </a:ext>
                  </a:extLst>
                </p:cNvPr>
                <p:cNvPicPr/>
                <p:nvPr/>
              </p:nvPicPr>
              <p:blipFill>
                <a:blip r:embed="rId1159"/>
                <a:stretch>
                  <a:fillRect/>
                </a:stretch>
              </p:blipFill>
              <p:spPr>
                <a:xfrm>
                  <a:off x="1679760" y="5579444"/>
                  <a:ext cx="1180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0">
              <p14:nvContentPartPr>
                <p14:cNvPr id="873" name="Ink 872">
                  <a:extLst>
                    <a:ext uri="{FF2B5EF4-FFF2-40B4-BE49-F238E27FC236}">
                      <a16:creationId xmlns:a16="http://schemas.microsoft.com/office/drawing/2014/main" id="{4195BCE3-DDBB-062A-B29B-E25948F973E1}"/>
                    </a:ext>
                  </a:extLst>
                </p14:cNvPr>
                <p14:cNvContentPartPr/>
                <p14:nvPr/>
              </p14:nvContentPartPr>
              <p14:xfrm>
                <a:off x="1801080" y="5688884"/>
                <a:ext cx="224280" cy="143640"/>
              </p14:xfrm>
            </p:contentPart>
          </mc:Choice>
          <mc:Fallback xmlns="">
            <p:pic>
              <p:nvPicPr>
                <p:cNvPr id="873" name="Ink 872">
                  <a:extLst>
                    <a:ext uri="{FF2B5EF4-FFF2-40B4-BE49-F238E27FC236}">
                      <a16:creationId xmlns:a16="http://schemas.microsoft.com/office/drawing/2014/main" id="{4195BCE3-DDBB-062A-B29B-E25948F973E1}"/>
                    </a:ext>
                  </a:extLst>
                </p:cNvPr>
                <p:cNvPicPr/>
                <p:nvPr/>
              </p:nvPicPr>
              <p:blipFill>
                <a:blip r:embed="rId1161"/>
                <a:stretch>
                  <a:fillRect/>
                </a:stretch>
              </p:blipFill>
              <p:spPr>
                <a:xfrm>
                  <a:off x="1792440" y="5680244"/>
                  <a:ext cx="241920" cy="16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6" name="Group 875">
            <a:extLst>
              <a:ext uri="{FF2B5EF4-FFF2-40B4-BE49-F238E27FC236}">
                <a16:creationId xmlns:a16="http://schemas.microsoft.com/office/drawing/2014/main" id="{8C3D8211-3132-9B08-3760-5A3BE5A3A8E8}"/>
              </a:ext>
            </a:extLst>
          </p:cNvPr>
          <p:cNvGrpSpPr/>
          <p:nvPr/>
        </p:nvGrpSpPr>
        <p:grpSpPr>
          <a:xfrm>
            <a:off x="3934800" y="4470644"/>
            <a:ext cx="205200" cy="258840"/>
            <a:chOff x="3934800" y="4470644"/>
            <a:chExt cx="205200" cy="25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2">
              <p14:nvContentPartPr>
                <p14:cNvPr id="874" name="Ink 873">
                  <a:extLst>
                    <a:ext uri="{FF2B5EF4-FFF2-40B4-BE49-F238E27FC236}">
                      <a16:creationId xmlns:a16="http://schemas.microsoft.com/office/drawing/2014/main" id="{9FC87CD4-0C31-29BA-0A50-AAA3922B9A01}"/>
                    </a:ext>
                  </a:extLst>
                </p14:cNvPr>
                <p14:cNvContentPartPr/>
                <p14:nvPr/>
              </p14:nvContentPartPr>
              <p14:xfrm>
                <a:off x="3934800" y="4470644"/>
                <a:ext cx="92520" cy="130320"/>
              </p14:xfrm>
            </p:contentPart>
          </mc:Choice>
          <mc:Fallback xmlns="">
            <p:pic>
              <p:nvPicPr>
                <p:cNvPr id="874" name="Ink 873">
                  <a:extLst>
                    <a:ext uri="{FF2B5EF4-FFF2-40B4-BE49-F238E27FC236}">
                      <a16:creationId xmlns:a16="http://schemas.microsoft.com/office/drawing/2014/main" id="{9FC87CD4-0C31-29BA-0A50-AAA3922B9A01}"/>
                    </a:ext>
                  </a:extLst>
                </p:cNvPr>
                <p:cNvPicPr/>
                <p:nvPr/>
              </p:nvPicPr>
              <p:blipFill>
                <a:blip r:embed="rId1163"/>
                <a:stretch>
                  <a:fillRect/>
                </a:stretch>
              </p:blipFill>
              <p:spPr>
                <a:xfrm>
                  <a:off x="3925800" y="4462004"/>
                  <a:ext cx="1101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4">
              <p14:nvContentPartPr>
                <p14:cNvPr id="875" name="Ink 874">
                  <a:extLst>
                    <a:ext uri="{FF2B5EF4-FFF2-40B4-BE49-F238E27FC236}">
                      <a16:creationId xmlns:a16="http://schemas.microsoft.com/office/drawing/2014/main" id="{613F5F35-2148-0A02-871C-32D6BC0B84F5}"/>
                    </a:ext>
                  </a:extLst>
                </p14:cNvPr>
                <p14:cNvContentPartPr/>
                <p14:nvPr/>
              </p14:nvContentPartPr>
              <p14:xfrm>
                <a:off x="4042080" y="4570004"/>
                <a:ext cx="97920" cy="159480"/>
              </p14:xfrm>
            </p:contentPart>
          </mc:Choice>
          <mc:Fallback xmlns="">
            <p:pic>
              <p:nvPicPr>
                <p:cNvPr id="875" name="Ink 874">
                  <a:extLst>
                    <a:ext uri="{FF2B5EF4-FFF2-40B4-BE49-F238E27FC236}">
                      <a16:creationId xmlns:a16="http://schemas.microsoft.com/office/drawing/2014/main" id="{613F5F35-2148-0A02-871C-32D6BC0B84F5}"/>
                    </a:ext>
                  </a:extLst>
                </p:cNvPr>
                <p:cNvPicPr/>
                <p:nvPr/>
              </p:nvPicPr>
              <p:blipFill>
                <a:blip r:embed="rId1165"/>
                <a:stretch>
                  <a:fillRect/>
                </a:stretch>
              </p:blipFill>
              <p:spPr>
                <a:xfrm>
                  <a:off x="4033080" y="4561364"/>
                  <a:ext cx="115560" cy="17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1" name="Group 880">
            <a:extLst>
              <a:ext uri="{FF2B5EF4-FFF2-40B4-BE49-F238E27FC236}">
                <a16:creationId xmlns:a16="http://schemas.microsoft.com/office/drawing/2014/main" id="{35DD8EFC-839B-61A8-F739-34CE7B070E0D}"/>
              </a:ext>
            </a:extLst>
          </p:cNvPr>
          <p:cNvGrpSpPr/>
          <p:nvPr/>
        </p:nvGrpSpPr>
        <p:grpSpPr>
          <a:xfrm>
            <a:off x="4167720" y="5671244"/>
            <a:ext cx="190440" cy="382680"/>
            <a:chOff x="4167720" y="5671244"/>
            <a:chExt cx="190440" cy="38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6">
              <p14:nvContentPartPr>
                <p14:cNvPr id="879" name="Ink 878">
                  <a:extLst>
                    <a:ext uri="{FF2B5EF4-FFF2-40B4-BE49-F238E27FC236}">
                      <a16:creationId xmlns:a16="http://schemas.microsoft.com/office/drawing/2014/main" id="{D3805503-8D8B-DDD2-467F-F91B0E7C6455}"/>
                    </a:ext>
                  </a:extLst>
                </p14:cNvPr>
                <p14:cNvContentPartPr/>
                <p14:nvPr/>
              </p14:nvContentPartPr>
              <p14:xfrm>
                <a:off x="4167720" y="5671244"/>
                <a:ext cx="81360" cy="158400"/>
              </p14:xfrm>
            </p:contentPart>
          </mc:Choice>
          <mc:Fallback xmlns="">
            <p:pic>
              <p:nvPicPr>
                <p:cNvPr id="879" name="Ink 878">
                  <a:extLst>
                    <a:ext uri="{FF2B5EF4-FFF2-40B4-BE49-F238E27FC236}">
                      <a16:creationId xmlns:a16="http://schemas.microsoft.com/office/drawing/2014/main" id="{D3805503-8D8B-DDD2-467F-F91B0E7C6455}"/>
                    </a:ext>
                  </a:extLst>
                </p:cNvPr>
                <p:cNvPicPr/>
                <p:nvPr/>
              </p:nvPicPr>
              <p:blipFill>
                <a:blip r:embed="rId1167"/>
                <a:stretch>
                  <a:fillRect/>
                </a:stretch>
              </p:blipFill>
              <p:spPr>
                <a:xfrm>
                  <a:off x="4158720" y="5662244"/>
                  <a:ext cx="990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8">
              <p14:nvContentPartPr>
                <p14:cNvPr id="880" name="Ink 879">
                  <a:extLst>
                    <a:ext uri="{FF2B5EF4-FFF2-40B4-BE49-F238E27FC236}">
                      <a16:creationId xmlns:a16="http://schemas.microsoft.com/office/drawing/2014/main" id="{58880A2E-93D7-44A4-37B4-1985859E7B91}"/>
                    </a:ext>
                  </a:extLst>
                </p14:cNvPr>
                <p14:cNvContentPartPr/>
                <p14:nvPr/>
              </p14:nvContentPartPr>
              <p14:xfrm>
                <a:off x="4282560" y="5801564"/>
                <a:ext cx="75600" cy="252360"/>
              </p14:xfrm>
            </p:contentPart>
          </mc:Choice>
          <mc:Fallback xmlns="">
            <p:pic>
              <p:nvPicPr>
                <p:cNvPr id="880" name="Ink 879">
                  <a:extLst>
                    <a:ext uri="{FF2B5EF4-FFF2-40B4-BE49-F238E27FC236}">
                      <a16:creationId xmlns:a16="http://schemas.microsoft.com/office/drawing/2014/main" id="{58880A2E-93D7-44A4-37B4-1985859E7B91}"/>
                    </a:ext>
                  </a:extLst>
                </p:cNvPr>
                <p:cNvPicPr/>
                <p:nvPr/>
              </p:nvPicPr>
              <p:blipFill>
                <a:blip r:embed="rId1169"/>
                <a:stretch>
                  <a:fillRect/>
                </a:stretch>
              </p:blipFill>
              <p:spPr>
                <a:xfrm>
                  <a:off x="4273920" y="5792564"/>
                  <a:ext cx="93240" cy="27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1" name="Group 890">
            <a:extLst>
              <a:ext uri="{FF2B5EF4-FFF2-40B4-BE49-F238E27FC236}">
                <a16:creationId xmlns:a16="http://schemas.microsoft.com/office/drawing/2014/main" id="{972B341B-EDBF-A051-34ED-9DF31398031F}"/>
              </a:ext>
            </a:extLst>
          </p:cNvPr>
          <p:cNvGrpSpPr/>
          <p:nvPr/>
        </p:nvGrpSpPr>
        <p:grpSpPr>
          <a:xfrm>
            <a:off x="2118600" y="3678284"/>
            <a:ext cx="1255320" cy="200880"/>
            <a:chOff x="2118600" y="3678284"/>
            <a:chExt cx="1255320" cy="20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70">
              <p14:nvContentPartPr>
                <p14:cNvPr id="882" name="Ink 881">
                  <a:extLst>
                    <a:ext uri="{FF2B5EF4-FFF2-40B4-BE49-F238E27FC236}">
                      <a16:creationId xmlns:a16="http://schemas.microsoft.com/office/drawing/2014/main" id="{91AB6B01-6F96-B1FC-61BF-364A5C77745D}"/>
                    </a:ext>
                  </a:extLst>
                </p14:cNvPr>
                <p14:cNvContentPartPr/>
                <p14:nvPr/>
              </p14:nvContentPartPr>
              <p14:xfrm>
                <a:off x="2118600" y="3720404"/>
                <a:ext cx="206280" cy="158760"/>
              </p14:xfrm>
            </p:contentPart>
          </mc:Choice>
          <mc:Fallback xmlns="">
            <p:pic>
              <p:nvPicPr>
                <p:cNvPr id="882" name="Ink 881">
                  <a:extLst>
                    <a:ext uri="{FF2B5EF4-FFF2-40B4-BE49-F238E27FC236}">
                      <a16:creationId xmlns:a16="http://schemas.microsoft.com/office/drawing/2014/main" id="{91AB6B01-6F96-B1FC-61BF-364A5C77745D}"/>
                    </a:ext>
                  </a:extLst>
                </p:cNvPr>
                <p:cNvPicPr/>
                <p:nvPr/>
              </p:nvPicPr>
              <p:blipFill>
                <a:blip r:embed="rId1171"/>
                <a:stretch>
                  <a:fillRect/>
                </a:stretch>
              </p:blipFill>
              <p:spPr>
                <a:xfrm>
                  <a:off x="2109960" y="3711404"/>
                  <a:ext cx="2239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2">
              <p14:nvContentPartPr>
                <p14:cNvPr id="883" name="Ink 882">
                  <a:extLst>
                    <a:ext uri="{FF2B5EF4-FFF2-40B4-BE49-F238E27FC236}">
                      <a16:creationId xmlns:a16="http://schemas.microsoft.com/office/drawing/2014/main" id="{F87F3B46-7DB8-0C0C-3CC7-7C3536336584}"/>
                    </a:ext>
                  </a:extLst>
                </p14:cNvPr>
                <p14:cNvContentPartPr/>
                <p14:nvPr/>
              </p14:nvContentPartPr>
              <p14:xfrm>
                <a:off x="2385000" y="3723284"/>
                <a:ext cx="167040" cy="140760"/>
              </p14:xfrm>
            </p:contentPart>
          </mc:Choice>
          <mc:Fallback xmlns="">
            <p:pic>
              <p:nvPicPr>
                <p:cNvPr id="883" name="Ink 882">
                  <a:extLst>
                    <a:ext uri="{FF2B5EF4-FFF2-40B4-BE49-F238E27FC236}">
                      <a16:creationId xmlns:a16="http://schemas.microsoft.com/office/drawing/2014/main" id="{F87F3B46-7DB8-0C0C-3CC7-7C3536336584}"/>
                    </a:ext>
                  </a:extLst>
                </p:cNvPr>
                <p:cNvPicPr/>
                <p:nvPr/>
              </p:nvPicPr>
              <p:blipFill>
                <a:blip r:embed="rId1173"/>
                <a:stretch>
                  <a:fillRect/>
                </a:stretch>
              </p:blipFill>
              <p:spPr>
                <a:xfrm>
                  <a:off x="2376360" y="3714284"/>
                  <a:ext cx="1846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4">
              <p14:nvContentPartPr>
                <p14:cNvPr id="884" name="Ink 883">
                  <a:extLst>
                    <a:ext uri="{FF2B5EF4-FFF2-40B4-BE49-F238E27FC236}">
                      <a16:creationId xmlns:a16="http://schemas.microsoft.com/office/drawing/2014/main" id="{24A61779-E0C7-98C7-348C-211E06735A7B}"/>
                    </a:ext>
                  </a:extLst>
                </p14:cNvPr>
                <p14:cNvContentPartPr/>
                <p14:nvPr/>
              </p14:nvContentPartPr>
              <p14:xfrm>
                <a:off x="2550600" y="3736604"/>
                <a:ext cx="99360" cy="132480"/>
              </p14:xfrm>
            </p:contentPart>
          </mc:Choice>
          <mc:Fallback xmlns="">
            <p:pic>
              <p:nvPicPr>
                <p:cNvPr id="884" name="Ink 883">
                  <a:extLst>
                    <a:ext uri="{FF2B5EF4-FFF2-40B4-BE49-F238E27FC236}">
                      <a16:creationId xmlns:a16="http://schemas.microsoft.com/office/drawing/2014/main" id="{24A61779-E0C7-98C7-348C-211E06735A7B}"/>
                    </a:ext>
                  </a:extLst>
                </p:cNvPr>
                <p:cNvPicPr/>
                <p:nvPr/>
              </p:nvPicPr>
              <p:blipFill>
                <a:blip r:embed="rId1175"/>
                <a:stretch>
                  <a:fillRect/>
                </a:stretch>
              </p:blipFill>
              <p:spPr>
                <a:xfrm>
                  <a:off x="2541960" y="3727964"/>
                  <a:ext cx="1170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6">
              <p14:nvContentPartPr>
                <p14:cNvPr id="885" name="Ink 884">
                  <a:extLst>
                    <a:ext uri="{FF2B5EF4-FFF2-40B4-BE49-F238E27FC236}">
                      <a16:creationId xmlns:a16="http://schemas.microsoft.com/office/drawing/2014/main" id="{29F9DB3D-C183-73FF-0F5A-0BE38F6619BC}"/>
                    </a:ext>
                  </a:extLst>
                </p14:cNvPr>
                <p14:cNvContentPartPr/>
                <p14:nvPr/>
              </p14:nvContentPartPr>
              <p14:xfrm>
                <a:off x="2687760" y="3726884"/>
                <a:ext cx="87840" cy="127800"/>
              </p14:xfrm>
            </p:contentPart>
          </mc:Choice>
          <mc:Fallback xmlns="">
            <p:pic>
              <p:nvPicPr>
                <p:cNvPr id="885" name="Ink 884">
                  <a:extLst>
                    <a:ext uri="{FF2B5EF4-FFF2-40B4-BE49-F238E27FC236}">
                      <a16:creationId xmlns:a16="http://schemas.microsoft.com/office/drawing/2014/main" id="{29F9DB3D-C183-73FF-0F5A-0BE38F6619BC}"/>
                    </a:ext>
                  </a:extLst>
                </p:cNvPr>
                <p:cNvPicPr/>
                <p:nvPr/>
              </p:nvPicPr>
              <p:blipFill>
                <a:blip r:embed="rId1177"/>
                <a:stretch>
                  <a:fillRect/>
                </a:stretch>
              </p:blipFill>
              <p:spPr>
                <a:xfrm>
                  <a:off x="2679120" y="3717884"/>
                  <a:ext cx="1054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8">
              <p14:nvContentPartPr>
                <p14:cNvPr id="886" name="Ink 885">
                  <a:extLst>
                    <a:ext uri="{FF2B5EF4-FFF2-40B4-BE49-F238E27FC236}">
                      <a16:creationId xmlns:a16="http://schemas.microsoft.com/office/drawing/2014/main" id="{877BB510-A5F3-E7CF-9D29-A43B265F5C6E}"/>
                    </a:ext>
                  </a:extLst>
                </p14:cNvPr>
                <p14:cNvContentPartPr/>
                <p14:nvPr/>
              </p14:nvContentPartPr>
              <p14:xfrm>
                <a:off x="2873880" y="3761444"/>
                <a:ext cx="88200" cy="21600"/>
              </p14:xfrm>
            </p:contentPart>
          </mc:Choice>
          <mc:Fallback xmlns="">
            <p:pic>
              <p:nvPicPr>
                <p:cNvPr id="886" name="Ink 885">
                  <a:extLst>
                    <a:ext uri="{FF2B5EF4-FFF2-40B4-BE49-F238E27FC236}">
                      <a16:creationId xmlns:a16="http://schemas.microsoft.com/office/drawing/2014/main" id="{877BB510-A5F3-E7CF-9D29-A43B265F5C6E}"/>
                    </a:ext>
                  </a:extLst>
                </p:cNvPr>
                <p:cNvPicPr/>
                <p:nvPr/>
              </p:nvPicPr>
              <p:blipFill>
                <a:blip r:embed="rId1179"/>
                <a:stretch>
                  <a:fillRect/>
                </a:stretch>
              </p:blipFill>
              <p:spPr>
                <a:xfrm>
                  <a:off x="2865240" y="3752804"/>
                  <a:ext cx="1058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0">
              <p14:nvContentPartPr>
                <p14:cNvPr id="887" name="Ink 886">
                  <a:extLst>
                    <a:ext uri="{FF2B5EF4-FFF2-40B4-BE49-F238E27FC236}">
                      <a16:creationId xmlns:a16="http://schemas.microsoft.com/office/drawing/2014/main" id="{C4391FB0-199C-C8D9-4A9A-21152DA287C0}"/>
                    </a:ext>
                  </a:extLst>
                </p14:cNvPr>
                <p14:cNvContentPartPr/>
                <p14:nvPr/>
              </p14:nvContentPartPr>
              <p14:xfrm>
                <a:off x="2870280" y="3837404"/>
                <a:ext cx="122400" cy="12240"/>
              </p14:xfrm>
            </p:contentPart>
          </mc:Choice>
          <mc:Fallback xmlns="">
            <p:pic>
              <p:nvPicPr>
                <p:cNvPr id="887" name="Ink 886">
                  <a:extLst>
                    <a:ext uri="{FF2B5EF4-FFF2-40B4-BE49-F238E27FC236}">
                      <a16:creationId xmlns:a16="http://schemas.microsoft.com/office/drawing/2014/main" id="{C4391FB0-199C-C8D9-4A9A-21152DA287C0}"/>
                    </a:ext>
                  </a:extLst>
                </p:cNvPr>
                <p:cNvPicPr/>
                <p:nvPr/>
              </p:nvPicPr>
              <p:blipFill>
                <a:blip r:embed="rId1181"/>
                <a:stretch>
                  <a:fillRect/>
                </a:stretch>
              </p:blipFill>
              <p:spPr>
                <a:xfrm>
                  <a:off x="2861280" y="3828764"/>
                  <a:ext cx="1400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2">
              <p14:nvContentPartPr>
                <p14:cNvPr id="889" name="Ink 888">
                  <a:extLst>
                    <a:ext uri="{FF2B5EF4-FFF2-40B4-BE49-F238E27FC236}">
                      <a16:creationId xmlns:a16="http://schemas.microsoft.com/office/drawing/2014/main" id="{DF51E66C-611C-E5DC-1D28-2BB7098EFEEB}"/>
                    </a:ext>
                  </a:extLst>
                </p14:cNvPr>
                <p14:cNvContentPartPr/>
                <p14:nvPr/>
              </p14:nvContentPartPr>
              <p14:xfrm>
                <a:off x="3106800" y="3678284"/>
                <a:ext cx="108000" cy="200160"/>
              </p14:xfrm>
            </p:contentPart>
          </mc:Choice>
          <mc:Fallback xmlns="">
            <p:pic>
              <p:nvPicPr>
                <p:cNvPr id="889" name="Ink 888">
                  <a:extLst>
                    <a:ext uri="{FF2B5EF4-FFF2-40B4-BE49-F238E27FC236}">
                      <a16:creationId xmlns:a16="http://schemas.microsoft.com/office/drawing/2014/main" id="{DF51E66C-611C-E5DC-1D28-2BB7098EFEEB}"/>
                    </a:ext>
                  </a:extLst>
                </p:cNvPr>
                <p:cNvPicPr/>
                <p:nvPr/>
              </p:nvPicPr>
              <p:blipFill>
                <a:blip r:embed="rId1183"/>
                <a:stretch>
                  <a:fillRect/>
                </a:stretch>
              </p:blipFill>
              <p:spPr>
                <a:xfrm>
                  <a:off x="3098160" y="3669644"/>
                  <a:ext cx="1256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4">
              <p14:nvContentPartPr>
                <p14:cNvPr id="890" name="Ink 889">
                  <a:extLst>
                    <a:ext uri="{FF2B5EF4-FFF2-40B4-BE49-F238E27FC236}">
                      <a16:creationId xmlns:a16="http://schemas.microsoft.com/office/drawing/2014/main" id="{B491BD1A-980E-164E-F90A-BD04F202E552}"/>
                    </a:ext>
                  </a:extLst>
                </p14:cNvPr>
                <p14:cNvContentPartPr/>
                <p14:nvPr/>
              </p14:nvContentPartPr>
              <p14:xfrm>
                <a:off x="3291120" y="3720764"/>
                <a:ext cx="82800" cy="123120"/>
              </p14:xfrm>
            </p:contentPart>
          </mc:Choice>
          <mc:Fallback xmlns="">
            <p:pic>
              <p:nvPicPr>
                <p:cNvPr id="890" name="Ink 889">
                  <a:extLst>
                    <a:ext uri="{FF2B5EF4-FFF2-40B4-BE49-F238E27FC236}">
                      <a16:creationId xmlns:a16="http://schemas.microsoft.com/office/drawing/2014/main" id="{B491BD1A-980E-164E-F90A-BD04F202E552}"/>
                    </a:ext>
                  </a:extLst>
                </p:cNvPr>
                <p:cNvPicPr/>
                <p:nvPr/>
              </p:nvPicPr>
              <p:blipFill>
                <a:blip r:embed="rId1185"/>
                <a:stretch>
                  <a:fillRect/>
                </a:stretch>
              </p:blipFill>
              <p:spPr>
                <a:xfrm>
                  <a:off x="3282120" y="3711764"/>
                  <a:ext cx="100440" cy="14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8" name="Group 897">
            <a:extLst>
              <a:ext uri="{FF2B5EF4-FFF2-40B4-BE49-F238E27FC236}">
                <a16:creationId xmlns:a16="http://schemas.microsoft.com/office/drawing/2014/main" id="{DC5DB386-A4C0-B409-12CA-C3C167D92B09}"/>
              </a:ext>
            </a:extLst>
          </p:cNvPr>
          <p:cNvGrpSpPr/>
          <p:nvPr/>
        </p:nvGrpSpPr>
        <p:grpSpPr>
          <a:xfrm>
            <a:off x="7264800" y="3692684"/>
            <a:ext cx="454320" cy="203760"/>
            <a:chOff x="7264800" y="3692684"/>
            <a:chExt cx="454320" cy="20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6">
              <p14:nvContentPartPr>
                <p14:cNvPr id="892" name="Ink 891">
                  <a:extLst>
                    <a:ext uri="{FF2B5EF4-FFF2-40B4-BE49-F238E27FC236}">
                      <a16:creationId xmlns:a16="http://schemas.microsoft.com/office/drawing/2014/main" id="{876F7A87-B94F-B7C6-85C8-5A7C6CB4F052}"/>
                    </a:ext>
                  </a:extLst>
                </p14:cNvPr>
                <p14:cNvContentPartPr/>
                <p14:nvPr/>
              </p14:nvContentPartPr>
              <p14:xfrm>
                <a:off x="7264800" y="3692684"/>
                <a:ext cx="9000" cy="191520"/>
              </p14:xfrm>
            </p:contentPart>
          </mc:Choice>
          <mc:Fallback xmlns="">
            <p:pic>
              <p:nvPicPr>
                <p:cNvPr id="892" name="Ink 891">
                  <a:extLst>
                    <a:ext uri="{FF2B5EF4-FFF2-40B4-BE49-F238E27FC236}">
                      <a16:creationId xmlns:a16="http://schemas.microsoft.com/office/drawing/2014/main" id="{876F7A87-B94F-B7C6-85C8-5A7C6CB4F052}"/>
                    </a:ext>
                  </a:extLst>
                </p:cNvPr>
                <p:cNvPicPr/>
                <p:nvPr/>
              </p:nvPicPr>
              <p:blipFill>
                <a:blip r:embed="rId1187"/>
                <a:stretch>
                  <a:fillRect/>
                </a:stretch>
              </p:blipFill>
              <p:spPr>
                <a:xfrm>
                  <a:off x="7255800" y="3684044"/>
                  <a:ext cx="266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8">
              <p14:nvContentPartPr>
                <p14:cNvPr id="893" name="Ink 892">
                  <a:extLst>
                    <a:ext uri="{FF2B5EF4-FFF2-40B4-BE49-F238E27FC236}">
                      <a16:creationId xmlns:a16="http://schemas.microsoft.com/office/drawing/2014/main" id="{53409B2C-A342-EABC-0629-5BE2072FE777}"/>
                    </a:ext>
                  </a:extLst>
                </p14:cNvPr>
                <p14:cNvContentPartPr/>
                <p14:nvPr/>
              </p14:nvContentPartPr>
              <p14:xfrm>
                <a:off x="7296480" y="3742724"/>
                <a:ext cx="111240" cy="115200"/>
              </p14:xfrm>
            </p:contentPart>
          </mc:Choice>
          <mc:Fallback xmlns="">
            <p:pic>
              <p:nvPicPr>
                <p:cNvPr id="893" name="Ink 892">
                  <a:extLst>
                    <a:ext uri="{FF2B5EF4-FFF2-40B4-BE49-F238E27FC236}">
                      <a16:creationId xmlns:a16="http://schemas.microsoft.com/office/drawing/2014/main" id="{53409B2C-A342-EABC-0629-5BE2072FE777}"/>
                    </a:ext>
                  </a:extLst>
                </p:cNvPr>
                <p:cNvPicPr/>
                <p:nvPr/>
              </p:nvPicPr>
              <p:blipFill>
                <a:blip r:embed="rId1189"/>
                <a:stretch>
                  <a:fillRect/>
                </a:stretch>
              </p:blipFill>
              <p:spPr>
                <a:xfrm>
                  <a:off x="7287840" y="3733724"/>
                  <a:ext cx="1288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0">
              <p14:nvContentPartPr>
                <p14:cNvPr id="894" name="Ink 893">
                  <a:extLst>
                    <a:ext uri="{FF2B5EF4-FFF2-40B4-BE49-F238E27FC236}">
                      <a16:creationId xmlns:a16="http://schemas.microsoft.com/office/drawing/2014/main" id="{59591520-79E8-A494-D015-6AC0E459A0B4}"/>
                    </a:ext>
                  </a:extLst>
                </p14:cNvPr>
                <p14:cNvContentPartPr/>
                <p14:nvPr/>
              </p14:nvContentPartPr>
              <p14:xfrm>
                <a:off x="7445520" y="3748484"/>
                <a:ext cx="75240" cy="15840"/>
              </p14:xfrm>
            </p:contentPart>
          </mc:Choice>
          <mc:Fallback xmlns="">
            <p:pic>
              <p:nvPicPr>
                <p:cNvPr id="894" name="Ink 893">
                  <a:extLst>
                    <a:ext uri="{FF2B5EF4-FFF2-40B4-BE49-F238E27FC236}">
                      <a16:creationId xmlns:a16="http://schemas.microsoft.com/office/drawing/2014/main" id="{59591520-79E8-A494-D015-6AC0E459A0B4}"/>
                    </a:ext>
                  </a:extLst>
                </p:cNvPr>
                <p:cNvPicPr/>
                <p:nvPr/>
              </p:nvPicPr>
              <p:blipFill>
                <a:blip r:embed="rId1191"/>
                <a:stretch>
                  <a:fillRect/>
                </a:stretch>
              </p:blipFill>
              <p:spPr>
                <a:xfrm>
                  <a:off x="7436880" y="3739844"/>
                  <a:ext cx="928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2">
              <p14:nvContentPartPr>
                <p14:cNvPr id="895" name="Ink 894">
                  <a:extLst>
                    <a:ext uri="{FF2B5EF4-FFF2-40B4-BE49-F238E27FC236}">
                      <a16:creationId xmlns:a16="http://schemas.microsoft.com/office/drawing/2014/main" id="{E1EA5E39-46C7-37DC-07FA-852B31859C47}"/>
                    </a:ext>
                  </a:extLst>
                </p14:cNvPr>
                <p14:cNvContentPartPr/>
                <p14:nvPr/>
              </p14:nvContentPartPr>
              <p14:xfrm>
                <a:off x="7456680" y="3787364"/>
                <a:ext cx="78840" cy="10800"/>
              </p14:xfrm>
            </p:contentPart>
          </mc:Choice>
          <mc:Fallback xmlns="">
            <p:pic>
              <p:nvPicPr>
                <p:cNvPr id="895" name="Ink 894">
                  <a:extLst>
                    <a:ext uri="{FF2B5EF4-FFF2-40B4-BE49-F238E27FC236}">
                      <a16:creationId xmlns:a16="http://schemas.microsoft.com/office/drawing/2014/main" id="{E1EA5E39-46C7-37DC-07FA-852B31859C47}"/>
                    </a:ext>
                  </a:extLst>
                </p:cNvPr>
                <p:cNvPicPr/>
                <p:nvPr/>
              </p:nvPicPr>
              <p:blipFill>
                <a:blip r:embed="rId1193"/>
                <a:stretch>
                  <a:fillRect/>
                </a:stretch>
              </p:blipFill>
              <p:spPr>
                <a:xfrm>
                  <a:off x="7447680" y="3778724"/>
                  <a:ext cx="964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4">
              <p14:nvContentPartPr>
                <p14:cNvPr id="896" name="Ink 895">
                  <a:extLst>
                    <a:ext uri="{FF2B5EF4-FFF2-40B4-BE49-F238E27FC236}">
                      <a16:creationId xmlns:a16="http://schemas.microsoft.com/office/drawing/2014/main" id="{F26748D2-0D3C-C8A3-9260-19402DECF723}"/>
                    </a:ext>
                  </a:extLst>
                </p14:cNvPr>
                <p14:cNvContentPartPr/>
                <p14:nvPr/>
              </p14:nvContentPartPr>
              <p14:xfrm>
                <a:off x="7611120" y="3712124"/>
                <a:ext cx="65880" cy="24480"/>
              </p14:xfrm>
            </p:contentPart>
          </mc:Choice>
          <mc:Fallback xmlns="">
            <p:pic>
              <p:nvPicPr>
                <p:cNvPr id="896" name="Ink 895">
                  <a:extLst>
                    <a:ext uri="{FF2B5EF4-FFF2-40B4-BE49-F238E27FC236}">
                      <a16:creationId xmlns:a16="http://schemas.microsoft.com/office/drawing/2014/main" id="{F26748D2-0D3C-C8A3-9260-19402DECF723}"/>
                    </a:ext>
                  </a:extLst>
                </p:cNvPr>
                <p:cNvPicPr/>
                <p:nvPr/>
              </p:nvPicPr>
              <p:blipFill>
                <a:blip r:embed="rId1195"/>
                <a:stretch>
                  <a:fillRect/>
                </a:stretch>
              </p:blipFill>
              <p:spPr>
                <a:xfrm>
                  <a:off x="7602120" y="3703484"/>
                  <a:ext cx="835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6">
              <p14:nvContentPartPr>
                <p14:cNvPr id="897" name="Ink 896">
                  <a:extLst>
                    <a:ext uri="{FF2B5EF4-FFF2-40B4-BE49-F238E27FC236}">
                      <a16:creationId xmlns:a16="http://schemas.microsoft.com/office/drawing/2014/main" id="{32FEA3EA-1512-64F0-F067-E2D3D71A3970}"/>
                    </a:ext>
                  </a:extLst>
                </p14:cNvPr>
                <p14:cNvContentPartPr/>
                <p14:nvPr/>
              </p14:nvContentPartPr>
              <p14:xfrm>
                <a:off x="7601400" y="3741644"/>
                <a:ext cx="117720" cy="154800"/>
              </p14:xfrm>
            </p:contentPart>
          </mc:Choice>
          <mc:Fallback xmlns="">
            <p:pic>
              <p:nvPicPr>
                <p:cNvPr id="897" name="Ink 896">
                  <a:extLst>
                    <a:ext uri="{FF2B5EF4-FFF2-40B4-BE49-F238E27FC236}">
                      <a16:creationId xmlns:a16="http://schemas.microsoft.com/office/drawing/2014/main" id="{32FEA3EA-1512-64F0-F067-E2D3D71A3970}"/>
                    </a:ext>
                  </a:extLst>
                </p:cNvPr>
                <p:cNvPicPr/>
                <p:nvPr/>
              </p:nvPicPr>
              <p:blipFill>
                <a:blip r:embed="rId1197"/>
                <a:stretch>
                  <a:fillRect/>
                </a:stretch>
              </p:blipFill>
              <p:spPr>
                <a:xfrm>
                  <a:off x="7592760" y="3732644"/>
                  <a:ext cx="135360" cy="17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98">
            <p14:nvContentPartPr>
              <p14:cNvPr id="908" name="Ink 907">
                <a:extLst>
                  <a:ext uri="{FF2B5EF4-FFF2-40B4-BE49-F238E27FC236}">
                    <a16:creationId xmlns:a16="http://schemas.microsoft.com/office/drawing/2014/main" id="{0765BEC7-C563-D4CB-1DA5-F9AA8150522D}"/>
                  </a:ext>
                </a:extLst>
              </p14:cNvPr>
              <p14:cNvContentPartPr/>
              <p14:nvPr/>
            </p14:nvContentPartPr>
            <p14:xfrm>
              <a:off x="7508520" y="4572524"/>
              <a:ext cx="77040" cy="93600"/>
            </p14:xfrm>
          </p:contentPart>
        </mc:Choice>
        <mc:Fallback xmlns="">
          <p:pic>
            <p:nvPicPr>
              <p:cNvPr id="908" name="Ink 907">
                <a:extLst>
                  <a:ext uri="{FF2B5EF4-FFF2-40B4-BE49-F238E27FC236}">
                    <a16:creationId xmlns:a16="http://schemas.microsoft.com/office/drawing/2014/main" id="{0765BEC7-C563-D4CB-1DA5-F9AA8150522D}"/>
                  </a:ext>
                </a:extLst>
              </p:cNvPr>
              <p:cNvPicPr/>
              <p:nvPr/>
            </p:nvPicPr>
            <p:blipFill>
              <a:blip r:embed="rId1199"/>
              <a:stretch>
                <a:fillRect/>
              </a:stretch>
            </p:blipFill>
            <p:spPr>
              <a:xfrm>
                <a:off x="7499880" y="4563884"/>
                <a:ext cx="9468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0">
            <p14:nvContentPartPr>
              <p14:cNvPr id="909" name="Ink 908">
                <a:extLst>
                  <a:ext uri="{FF2B5EF4-FFF2-40B4-BE49-F238E27FC236}">
                    <a16:creationId xmlns:a16="http://schemas.microsoft.com/office/drawing/2014/main" id="{5EBB91DB-1BAD-9DEC-5726-870F0B4DB9E4}"/>
                  </a:ext>
                </a:extLst>
              </p14:cNvPr>
              <p14:cNvContentPartPr/>
              <p14:nvPr/>
            </p14:nvContentPartPr>
            <p14:xfrm>
              <a:off x="7552080" y="5752964"/>
              <a:ext cx="83160" cy="94680"/>
            </p14:xfrm>
          </p:contentPart>
        </mc:Choice>
        <mc:Fallback xmlns="">
          <p:pic>
            <p:nvPicPr>
              <p:cNvPr id="909" name="Ink 908">
                <a:extLst>
                  <a:ext uri="{FF2B5EF4-FFF2-40B4-BE49-F238E27FC236}">
                    <a16:creationId xmlns:a16="http://schemas.microsoft.com/office/drawing/2014/main" id="{5EBB91DB-1BAD-9DEC-5726-870F0B4DB9E4}"/>
                  </a:ext>
                </a:extLst>
              </p:cNvPr>
              <p:cNvPicPr/>
              <p:nvPr/>
            </p:nvPicPr>
            <p:blipFill>
              <a:blip r:embed="rId1201"/>
              <a:stretch>
                <a:fillRect/>
              </a:stretch>
            </p:blipFill>
            <p:spPr>
              <a:xfrm>
                <a:off x="7543080" y="5744324"/>
                <a:ext cx="10080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2">
            <p14:nvContentPartPr>
              <p14:cNvPr id="911" name="Ink 910">
                <a:extLst>
                  <a:ext uri="{FF2B5EF4-FFF2-40B4-BE49-F238E27FC236}">
                    <a16:creationId xmlns:a16="http://schemas.microsoft.com/office/drawing/2014/main" id="{C2D1D86E-E314-B746-649C-3C5100C0AFC5}"/>
                  </a:ext>
                </a:extLst>
              </p14:cNvPr>
              <p14:cNvContentPartPr/>
              <p14:nvPr/>
            </p14:nvContentPartPr>
            <p14:xfrm>
              <a:off x="9758520" y="4609964"/>
              <a:ext cx="77040" cy="77040"/>
            </p14:xfrm>
          </p:contentPart>
        </mc:Choice>
        <mc:Fallback xmlns="">
          <p:pic>
            <p:nvPicPr>
              <p:cNvPr id="911" name="Ink 910">
                <a:extLst>
                  <a:ext uri="{FF2B5EF4-FFF2-40B4-BE49-F238E27FC236}">
                    <a16:creationId xmlns:a16="http://schemas.microsoft.com/office/drawing/2014/main" id="{C2D1D86E-E314-B746-649C-3C5100C0AFC5}"/>
                  </a:ext>
                </a:extLst>
              </p:cNvPr>
              <p:cNvPicPr/>
              <p:nvPr/>
            </p:nvPicPr>
            <p:blipFill>
              <a:blip r:embed="rId1203"/>
              <a:stretch>
                <a:fillRect/>
              </a:stretch>
            </p:blipFill>
            <p:spPr>
              <a:xfrm>
                <a:off x="9749520" y="4600964"/>
                <a:ext cx="9468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4">
            <p14:nvContentPartPr>
              <p14:cNvPr id="914" name="Ink 913">
                <a:extLst>
                  <a:ext uri="{FF2B5EF4-FFF2-40B4-BE49-F238E27FC236}">
                    <a16:creationId xmlns:a16="http://schemas.microsoft.com/office/drawing/2014/main" id="{F0E6BD42-3FF0-9A80-E60B-5EDE97F6DE0E}"/>
                  </a:ext>
                </a:extLst>
              </p14:cNvPr>
              <p14:cNvContentPartPr/>
              <p14:nvPr/>
            </p14:nvContentPartPr>
            <p14:xfrm>
              <a:off x="9259920" y="4175804"/>
              <a:ext cx="1102680" cy="865080"/>
            </p14:xfrm>
          </p:contentPart>
        </mc:Choice>
        <mc:Fallback xmlns="">
          <p:pic>
            <p:nvPicPr>
              <p:cNvPr id="914" name="Ink 913">
                <a:extLst>
                  <a:ext uri="{FF2B5EF4-FFF2-40B4-BE49-F238E27FC236}">
                    <a16:creationId xmlns:a16="http://schemas.microsoft.com/office/drawing/2014/main" id="{F0E6BD42-3FF0-9A80-E60B-5EDE97F6DE0E}"/>
                  </a:ext>
                </a:extLst>
              </p:cNvPr>
              <p:cNvPicPr/>
              <p:nvPr/>
            </p:nvPicPr>
            <p:blipFill>
              <a:blip r:embed="rId1205"/>
              <a:stretch>
                <a:fillRect/>
              </a:stretch>
            </p:blipFill>
            <p:spPr>
              <a:xfrm>
                <a:off x="9250920" y="4166804"/>
                <a:ext cx="1120320" cy="88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6">
            <p14:nvContentPartPr>
              <p14:cNvPr id="915" name="Ink 914">
                <a:extLst>
                  <a:ext uri="{FF2B5EF4-FFF2-40B4-BE49-F238E27FC236}">
                    <a16:creationId xmlns:a16="http://schemas.microsoft.com/office/drawing/2014/main" id="{2864104A-AB0B-FED0-C3C7-C5214A7BDADF}"/>
                  </a:ext>
                </a:extLst>
              </p14:cNvPr>
              <p14:cNvContentPartPr/>
              <p14:nvPr/>
            </p14:nvContentPartPr>
            <p14:xfrm>
              <a:off x="6990120" y="4137284"/>
              <a:ext cx="1163880" cy="923760"/>
            </p14:xfrm>
          </p:contentPart>
        </mc:Choice>
        <mc:Fallback xmlns="">
          <p:pic>
            <p:nvPicPr>
              <p:cNvPr id="915" name="Ink 914">
                <a:extLst>
                  <a:ext uri="{FF2B5EF4-FFF2-40B4-BE49-F238E27FC236}">
                    <a16:creationId xmlns:a16="http://schemas.microsoft.com/office/drawing/2014/main" id="{2864104A-AB0B-FED0-C3C7-C5214A7BDADF}"/>
                  </a:ext>
                </a:extLst>
              </p:cNvPr>
              <p:cNvPicPr/>
              <p:nvPr/>
            </p:nvPicPr>
            <p:blipFill>
              <a:blip r:embed="rId1207"/>
              <a:stretch>
                <a:fillRect/>
              </a:stretch>
            </p:blipFill>
            <p:spPr>
              <a:xfrm>
                <a:off x="6981120" y="4128644"/>
                <a:ext cx="1181520" cy="9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8">
            <p14:nvContentPartPr>
              <p14:cNvPr id="916" name="Ink 915">
                <a:extLst>
                  <a:ext uri="{FF2B5EF4-FFF2-40B4-BE49-F238E27FC236}">
                    <a16:creationId xmlns:a16="http://schemas.microsoft.com/office/drawing/2014/main" id="{97B6957A-193A-469D-C8AE-38067E855A66}"/>
                  </a:ext>
                </a:extLst>
              </p14:cNvPr>
              <p14:cNvContentPartPr/>
              <p14:nvPr/>
            </p14:nvContentPartPr>
            <p14:xfrm>
              <a:off x="7122960" y="5387204"/>
              <a:ext cx="1008000" cy="790920"/>
            </p14:xfrm>
          </p:contentPart>
        </mc:Choice>
        <mc:Fallback xmlns="">
          <p:pic>
            <p:nvPicPr>
              <p:cNvPr id="916" name="Ink 915">
                <a:extLst>
                  <a:ext uri="{FF2B5EF4-FFF2-40B4-BE49-F238E27FC236}">
                    <a16:creationId xmlns:a16="http://schemas.microsoft.com/office/drawing/2014/main" id="{97B6957A-193A-469D-C8AE-38067E855A66}"/>
                  </a:ext>
                </a:extLst>
              </p:cNvPr>
              <p:cNvPicPr/>
              <p:nvPr/>
            </p:nvPicPr>
            <p:blipFill>
              <a:blip r:embed="rId1209"/>
              <a:stretch>
                <a:fillRect/>
              </a:stretch>
            </p:blipFill>
            <p:spPr>
              <a:xfrm>
                <a:off x="7113960" y="5378564"/>
                <a:ext cx="1025640" cy="80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0">
            <p14:nvContentPartPr>
              <p14:cNvPr id="917" name="Ink 916">
                <a:extLst>
                  <a:ext uri="{FF2B5EF4-FFF2-40B4-BE49-F238E27FC236}">
                    <a16:creationId xmlns:a16="http://schemas.microsoft.com/office/drawing/2014/main" id="{2EFF0A71-6F7B-E3DD-F197-31E881700A64}"/>
                  </a:ext>
                </a:extLst>
              </p14:cNvPr>
              <p14:cNvContentPartPr/>
              <p14:nvPr/>
            </p14:nvContentPartPr>
            <p14:xfrm>
              <a:off x="7466400" y="4351484"/>
              <a:ext cx="169200" cy="135360"/>
            </p14:xfrm>
          </p:contentPart>
        </mc:Choice>
        <mc:Fallback xmlns="">
          <p:pic>
            <p:nvPicPr>
              <p:cNvPr id="917" name="Ink 916">
                <a:extLst>
                  <a:ext uri="{FF2B5EF4-FFF2-40B4-BE49-F238E27FC236}">
                    <a16:creationId xmlns:a16="http://schemas.microsoft.com/office/drawing/2014/main" id="{2EFF0A71-6F7B-E3DD-F197-31E881700A64}"/>
                  </a:ext>
                </a:extLst>
              </p:cNvPr>
              <p:cNvPicPr/>
              <p:nvPr/>
            </p:nvPicPr>
            <p:blipFill>
              <a:blip r:embed="rId1211"/>
              <a:stretch>
                <a:fillRect/>
              </a:stretch>
            </p:blipFill>
            <p:spPr>
              <a:xfrm>
                <a:off x="7457760" y="4342484"/>
                <a:ext cx="186840" cy="15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20" name="Group 919">
            <a:extLst>
              <a:ext uri="{FF2B5EF4-FFF2-40B4-BE49-F238E27FC236}">
                <a16:creationId xmlns:a16="http://schemas.microsoft.com/office/drawing/2014/main" id="{E6F1AF6C-4CC4-AED1-F6EC-F446847CA1FA}"/>
              </a:ext>
            </a:extLst>
          </p:cNvPr>
          <p:cNvGrpSpPr/>
          <p:nvPr/>
        </p:nvGrpSpPr>
        <p:grpSpPr>
          <a:xfrm>
            <a:off x="9621720" y="4378844"/>
            <a:ext cx="325080" cy="136440"/>
            <a:chOff x="9621720" y="4378844"/>
            <a:chExt cx="325080" cy="13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12">
              <p14:nvContentPartPr>
                <p14:cNvPr id="918" name="Ink 917">
                  <a:extLst>
                    <a:ext uri="{FF2B5EF4-FFF2-40B4-BE49-F238E27FC236}">
                      <a16:creationId xmlns:a16="http://schemas.microsoft.com/office/drawing/2014/main" id="{2200CA8F-D5E1-95D1-1FAB-B485390F572E}"/>
                    </a:ext>
                  </a:extLst>
                </p14:cNvPr>
                <p14:cNvContentPartPr/>
                <p14:nvPr/>
              </p14:nvContentPartPr>
              <p14:xfrm>
                <a:off x="9621720" y="4378844"/>
                <a:ext cx="76320" cy="111600"/>
              </p14:xfrm>
            </p:contentPart>
          </mc:Choice>
          <mc:Fallback xmlns="">
            <p:pic>
              <p:nvPicPr>
                <p:cNvPr id="918" name="Ink 917">
                  <a:extLst>
                    <a:ext uri="{FF2B5EF4-FFF2-40B4-BE49-F238E27FC236}">
                      <a16:creationId xmlns:a16="http://schemas.microsoft.com/office/drawing/2014/main" id="{2200CA8F-D5E1-95D1-1FAB-B485390F572E}"/>
                    </a:ext>
                  </a:extLst>
                </p:cNvPr>
                <p:cNvPicPr/>
                <p:nvPr/>
              </p:nvPicPr>
              <p:blipFill>
                <a:blip r:embed="rId1213"/>
                <a:stretch>
                  <a:fillRect/>
                </a:stretch>
              </p:blipFill>
              <p:spPr>
                <a:xfrm>
                  <a:off x="9613080" y="4370204"/>
                  <a:ext cx="939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4">
              <p14:nvContentPartPr>
                <p14:cNvPr id="919" name="Ink 918">
                  <a:extLst>
                    <a:ext uri="{FF2B5EF4-FFF2-40B4-BE49-F238E27FC236}">
                      <a16:creationId xmlns:a16="http://schemas.microsoft.com/office/drawing/2014/main" id="{7FF38C76-7875-6BDD-3AC8-E4C157E23280}"/>
                    </a:ext>
                  </a:extLst>
                </p14:cNvPr>
                <p14:cNvContentPartPr/>
                <p14:nvPr/>
              </p14:nvContentPartPr>
              <p14:xfrm>
                <a:off x="9737280" y="4430684"/>
                <a:ext cx="209520" cy="84600"/>
              </p14:xfrm>
            </p:contentPart>
          </mc:Choice>
          <mc:Fallback xmlns="">
            <p:pic>
              <p:nvPicPr>
                <p:cNvPr id="919" name="Ink 918">
                  <a:extLst>
                    <a:ext uri="{FF2B5EF4-FFF2-40B4-BE49-F238E27FC236}">
                      <a16:creationId xmlns:a16="http://schemas.microsoft.com/office/drawing/2014/main" id="{7FF38C76-7875-6BDD-3AC8-E4C157E23280}"/>
                    </a:ext>
                  </a:extLst>
                </p:cNvPr>
                <p:cNvPicPr/>
                <p:nvPr/>
              </p:nvPicPr>
              <p:blipFill>
                <a:blip r:embed="rId1215"/>
                <a:stretch>
                  <a:fillRect/>
                </a:stretch>
              </p:blipFill>
              <p:spPr>
                <a:xfrm>
                  <a:off x="9728280" y="4421684"/>
                  <a:ext cx="227160" cy="10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8" name="Group 927">
            <a:extLst>
              <a:ext uri="{FF2B5EF4-FFF2-40B4-BE49-F238E27FC236}">
                <a16:creationId xmlns:a16="http://schemas.microsoft.com/office/drawing/2014/main" id="{7610E492-79F0-ED97-1691-D3DD92C5BB7A}"/>
              </a:ext>
            </a:extLst>
          </p:cNvPr>
          <p:cNvGrpSpPr/>
          <p:nvPr/>
        </p:nvGrpSpPr>
        <p:grpSpPr>
          <a:xfrm>
            <a:off x="7593120" y="5561084"/>
            <a:ext cx="217440" cy="199440"/>
            <a:chOff x="7593120" y="5561084"/>
            <a:chExt cx="217440" cy="19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16">
              <p14:nvContentPartPr>
                <p14:cNvPr id="921" name="Ink 920">
                  <a:extLst>
                    <a:ext uri="{FF2B5EF4-FFF2-40B4-BE49-F238E27FC236}">
                      <a16:creationId xmlns:a16="http://schemas.microsoft.com/office/drawing/2014/main" id="{717505F0-E775-5602-FA20-B9C25ED6E07B}"/>
                    </a:ext>
                  </a:extLst>
                </p14:cNvPr>
                <p14:cNvContentPartPr/>
                <p14:nvPr/>
              </p14:nvContentPartPr>
              <p14:xfrm>
                <a:off x="7593120" y="5561084"/>
                <a:ext cx="96840" cy="122400"/>
              </p14:xfrm>
            </p:contentPart>
          </mc:Choice>
          <mc:Fallback xmlns="">
            <p:pic>
              <p:nvPicPr>
                <p:cNvPr id="921" name="Ink 920">
                  <a:extLst>
                    <a:ext uri="{FF2B5EF4-FFF2-40B4-BE49-F238E27FC236}">
                      <a16:creationId xmlns:a16="http://schemas.microsoft.com/office/drawing/2014/main" id="{717505F0-E775-5602-FA20-B9C25ED6E07B}"/>
                    </a:ext>
                  </a:extLst>
                </p:cNvPr>
                <p:cNvPicPr/>
                <p:nvPr/>
              </p:nvPicPr>
              <p:blipFill>
                <a:blip r:embed="rId1217"/>
                <a:stretch>
                  <a:fillRect/>
                </a:stretch>
              </p:blipFill>
              <p:spPr>
                <a:xfrm>
                  <a:off x="7584120" y="5552084"/>
                  <a:ext cx="1144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8">
              <p14:nvContentPartPr>
                <p14:cNvPr id="922" name="Ink 921">
                  <a:extLst>
                    <a:ext uri="{FF2B5EF4-FFF2-40B4-BE49-F238E27FC236}">
                      <a16:creationId xmlns:a16="http://schemas.microsoft.com/office/drawing/2014/main" id="{41FB989E-B5B7-AD6D-0A87-9E1B82865BBC}"/>
                    </a:ext>
                  </a:extLst>
                </p14:cNvPr>
                <p14:cNvContentPartPr/>
                <p14:nvPr/>
              </p14:nvContentPartPr>
              <p14:xfrm>
                <a:off x="7710840" y="5627684"/>
                <a:ext cx="99720" cy="132840"/>
              </p14:xfrm>
            </p:contentPart>
          </mc:Choice>
          <mc:Fallback xmlns="">
            <p:pic>
              <p:nvPicPr>
                <p:cNvPr id="922" name="Ink 921">
                  <a:extLst>
                    <a:ext uri="{FF2B5EF4-FFF2-40B4-BE49-F238E27FC236}">
                      <a16:creationId xmlns:a16="http://schemas.microsoft.com/office/drawing/2014/main" id="{41FB989E-B5B7-AD6D-0A87-9E1B82865BBC}"/>
                    </a:ext>
                  </a:extLst>
                </p:cNvPr>
                <p:cNvPicPr/>
                <p:nvPr/>
              </p:nvPicPr>
              <p:blipFill>
                <a:blip r:embed="rId1219"/>
                <a:stretch>
                  <a:fillRect/>
                </a:stretch>
              </p:blipFill>
              <p:spPr>
                <a:xfrm>
                  <a:off x="7701840" y="5618684"/>
                  <a:ext cx="11736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2" name="Group 931">
            <a:extLst>
              <a:ext uri="{FF2B5EF4-FFF2-40B4-BE49-F238E27FC236}">
                <a16:creationId xmlns:a16="http://schemas.microsoft.com/office/drawing/2014/main" id="{1CB04D2A-604C-0A1A-673F-802CD0FFB5C1}"/>
              </a:ext>
            </a:extLst>
          </p:cNvPr>
          <p:cNvGrpSpPr/>
          <p:nvPr/>
        </p:nvGrpSpPr>
        <p:grpSpPr>
          <a:xfrm>
            <a:off x="9196200" y="5268404"/>
            <a:ext cx="1074240" cy="715680"/>
            <a:chOff x="9196200" y="5268404"/>
            <a:chExt cx="1074240" cy="71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0">
              <p14:nvContentPartPr>
                <p14:cNvPr id="929" name="Ink 928">
                  <a:extLst>
                    <a:ext uri="{FF2B5EF4-FFF2-40B4-BE49-F238E27FC236}">
                      <a16:creationId xmlns:a16="http://schemas.microsoft.com/office/drawing/2014/main" id="{4A7BCE2D-4BFF-B70A-150E-E3C6D5667B9C}"/>
                    </a:ext>
                  </a:extLst>
                </p14:cNvPr>
                <p14:cNvContentPartPr/>
                <p14:nvPr/>
              </p14:nvContentPartPr>
              <p14:xfrm>
                <a:off x="9196200" y="5268404"/>
                <a:ext cx="1026360" cy="715680"/>
              </p14:xfrm>
            </p:contentPart>
          </mc:Choice>
          <mc:Fallback xmlns="">
            <p:pic>
              <p:nvPicPr>
                <p:cNvPr id="929" name="Ink 928">
                  <a:extLst>
                    <a:ext uri="{FF2B5EF4-FFF2-40B4-BE49-F238E27FC236}">
                      <a16:creationId xmlns:a16="http://schemas.microsoft.com/office/drawing/2014/main" id="{4A7BCE2D-4BFF-B70A-150E-E3C6D5667B9C}"/>
                    </a:ext>
                  </a:extLst>
                </p:cNvPr>
                <p:cNvPicPr/>
                <p:nvPr/>
              </p:nvPicPr>
              <p:blipFill>
                <a:blip r:embed="rId1221"/>
                <a:stretch>
                  <a:fillRect/>
                </a:stretch>
              </p:blipFill>
              <p:spPr>
                <a:xfrm>
                  <a:off x="9187560" y="5259764"/>
                  <a:ext cx="1044000" cy="73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2">
              <p14:nvContentPartPr>
                <p14:cNvPr id="912" name="Ink 911">
                  <a:extLst>
                    <a:ext uri="{FF2B5EF4-FFF2-40B4-BE49-F238E27FC236}">
                      <a16:creationId xmlns:a16="http://schemas.microsoft.com/office/drawing/2014/main" id="{865DC88A-AA83-3194-2F87-FD110A8F0484}"/>
                    </a:ext>
                  </a:extLst>
                </p14:cNvPr>
                <p14:cNvContentPartPr/>
                <p14:nvPr/>
              </p14:nvContentPartPr>
              <p14:xfrm>
                <a:off x="9646200" y="5645324"/>
                <a:ext cx="68760" cy="77760"/>
              </p14:xfrm>
            </p:contentPart>
          </mc:Choice>
          <mc:Fallback xmlns="">
            <p:pic>
              <p:nvPicPr>
                <p:cNvPr id="912" name="Ink 911">
                  <a:extLst>
                    <a:ext uri="{FF2B5EF4-FFF2-40B4-BE49-F238E27FC236}">
                      <a16:creationId xmlns:a16="http://schemas.microsoft.com/office/drawing/2014/main" id="{865DC88A-AA83-3194-2F87-FD110A8F0484}"/>
                    </a:ext>
                  </a:extLst>
                </p:cNvPr>
                <p:cNvPicPr/>
                <p:nvPr/>
              </p:nvPicPr>
              <p:blipFill>
                <a:blip r:embed="rId1223"/>
                <a:stretch>
                  <a:fillRect/>
                </a:stretch>
              </p:blipFill>
              <p:spPr>
                <a:xfrm>
                  <a:off x="9637200" y="5636324"/>
                  <a:ext cx="864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4">
              <p14:nvContentPartPr>
                <p14:cNvPr id="913" name="Ink 912">
                  <a:extLst>
                    <a:ext uri="{FF2B5EF4-FFF2-40B4-BE49-F238E27FC236}">
                      <a16:creationId xmlns:a16="http://schemas.microsoft.com/office/drawing/2014/main" id="{59D653E9-A785-8561-16F8-5BE4096E45DB}"/>
                    </a:ext>
                  </a:extLst>
                </p14:cNvPr>
                <p14:cNvContentPartPr/>
                <p14:nvPr/>
              </p14:nvContentPartPr>
              <p14:xfrm>
                <a:off x="9983520" y="5862764"/>
                <a:ext cx="66240" cy="69840"/>
              </p14:xfrm>
            </p:contentPart>
          </mc:Choice>
          <mc:Fallback xmlns="">
            <p:pic>
              <p:nvPicPr>
                <p:cNvPr id="913" name="Ink 912">
                  <a:extLst>
                    <a:ext uri="{FF2B5EF4-FFF2-40B4-BE49-F238E27FC236}">
                      <a16:creationId xmlns:a16="http://schemas.microsoft.com/office/drawing/2014/main" id="{59D653E9-A785-8561-16F8-5BE4096E45DB}"/>
                    </a:ext>
                  </a:extLst>
                </p:cNvPr>
                <p:cNvPicPr/>
                <p:nvPr/>
              </p:nvPicPr>
              <p:blipFill>
                <a:blip r:embed="rId1225"/>
                <a:stretch>
                  <a:fillRect/>
                </a:stretch>
              </p:blipFill>
              <p:spPr>
                <a:xfrm>
                  <a:off x="9974880" y="5853764"/>
                  <a:ext cx="838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6">
              <p14:nvContentPartPr>
                <p14:cNvPr id="923" name="Ink 922">
                  <a:extLst>
                    <a:ext uri="{FF2B5EF4-FFF2-40B4-BE49-F238E27FC236}">
                      <a16:creationId xmlns:a16="http://schemas.microsoft.com/office/drawing/2014/main" id="{FC2441A3-3EDF-E773-803F-51B11810D7DC}"/>
                    </a:ext>
                  </a:extLst>
                </p14:cNvPr>
                <p14:cNvContentPartPr/>
                <p14:nvPr/>
              </p14:nvContentPartPr>
              <p14:xfrm>
                <a:off x="9615960" y="5478644"/>
                <a:ext cx="266040" cy="223200"/>
              </p14:xfrm>
            </p:contentPart>
          </mc:Choice>
          <mc:Fallback xmlns="">
            <p:pic>
              <p:nvPicPr>
                <p:cNvPr id="923" name="Ink 922">
                  <a:extLst>
                    <a:ext uri="{FF2B5EF4-FFF2-40B4-BE49-F238E27FC236}">
                      <a16:creationId xmlns:a16="http://schemas.microsoft.com/office/drawing/2014/main" id="{FC2441A3-3EDF-E773-803F-51B11810D7DC}"/>
                    </a:ext>
                  </a:extLst>
                </p:cNvPr>
                <p:cNvPicPr/>
                <p:nvPr/>
              </p:nvPicPr>
              <p:blipFill>
                <a:blip r:embed="rId1227"/>
                <a:stretch>
                  <a:fillRect/>
                </a:stretch>
              </p:blipFill>
              <p:spPr>
                <a:xfrm>
                  <a:off x="9607320" y="5469644"/>
                  <a:ext cx="2836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8">
              <p14:nvContentPartPr>
                <p14:cNvPr id="924" name="Ink 923">
                  <a:extLst>
                    <a:ext uri="{FF2B5EF4-FFF2-40B4-BE49-F238E27FC236}">
                      <a16:creationId xmlns:a16="http://schemas.microsoft.com/office/drawing/2014/main" id="{85AEE1E1-E2A2-B729-8509-202BD6B38556}"/>
                    </a:ext>
                  </a:extLst>
                </p14:cNvPr>
                <p14:cNvContentPartPr/>
                <p14:nvPr/>
              </p14:nvContentPartPr>
              <p14:xfrm>
                <a:off x="10113120" y="5805524"/>
                <a:ext cx="46800" cy="112320"/>
              </p14:xfrm>
            </p:contentPart>
          </mc:Choice>
          <mc:Fallback xmlns="">
            <p:pic>
              <p:nvPicPr>
                <p:cNvPr id="924" name="Ink 923">
                  <a:extLst>
                    <a:ext uri="{FF2B5EF4-FFF2-40B4-BE49-F238E27FC236}">
                      <a16:creationId xmlns:a16="http://schemas.microsoft.com/office/drawing/2014/main" id="{85AEE1E1-E2A2-B729-8509-202BD6B38556}"/>
                    </a:ext>
                  </a:extLst>
                </p:cNvPr>
                <p:cNvPicPr/>
                <p:nvPr/>
              </p:nvPicPr>
              <p:blipFill>
                <a:blip r:embed="rId1229"/>
                <a:stretch>
                  <a:fillRect/>
                </a:stretch>
              </p:blipFill>
              <p:spPr>
                <a:xfrm>
                  <a:off x="10104120" y="5796884"/>
                  <a:ext cx="644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0">
              <p14:nvContentPartPr>
                <p14:cNvPr id="925" name="Ink 924">
                  <a:extLst>
                    <a:ext uri="{FF2B5EF4-FFF2-40B4-BE49-F238E27FC236}">
                      <a16:creationId xmlns:a16="http://schemas.microsoft.com/office/drawing/2014/main" id="{C595C695-1A3F-8631-236D-B9E74F119B1F}"/>
                    </a:ext>
                  </a:extLst>
                </p14:cNvPr>
                <p14:cNvContentPartPr/>
                <p14:nvPr/>
              </p14:nvContentPartPr>
              <p14:xfrm>
                <a:off x="10162440" y="5885804"/>
                <a:ext cx="50400" cy="92160"/>
              </p14:xfrm>
            </p:contentPart>
          </mc:Choice>
          <mc:Fallback xmlns="">
            <p:pic>
              <p:nvPicPr>
                <p:cNvPr id="925" name="Ink 924">
                  <a:extLst>
                    <a:ext uri="{FF2B5EF4-FFF2-40B4-BE49-F238E27FC236}">
                      <a16:creationId xmlns:a16="http://schemas.microsoft.com/office/drawing/2014/main" id="{C595C695-1A3F-8631-236D-B9E74F119B1F}"/>
                    </a:ext>
                  </a:extLst>
                </p:cNvPr>
                <p:cNvPicPr/>
                <p:nvPr/>
              </p:nvPicPr>
              <p:blipFill>
                <a:blip r:embed="rId1231"/>
                <a:stretch>
                  <a:fillRect/>
                </a:stretch>
              </p:blipFill>
              <p:spPr>
                <a:xfrm>
                  <a:off x="10153440" y="5876804"/>
                  <a:ext cx="680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2">
              <p14:nvContentPartPr>
                <p14:cNvPr id="926" name="Ink 925">
                  <a:extLst>
                    <a:ext uri="{FF2B5EF4-FFF2-40B4-BE49-F238E27FC236}">
                      <a16:creationId xmlns:a16="http://schemas.microsoft.com/office/drawing/2014/main" id="{2D1519C8-5A1B-A7E5-9854-7EB5C7511A60}"/>
                    </a:ext>
                  </a:extLst>
                </p14:cNvPr>
                <p14:cNvContentPartPr/>
                <p14:nvPr/>
              </p14:nvContentPartPr>
              <p14:xfrm>
                <a:off x="10195920" y="5858444"/>
                <a:ext cx="74520" cy="35280"/>
              </p14:xfrm>
            </p:contentPart>
          </mc:Choice>
          <mc:Fallback xmlns="">
            <p:pic>
              <p:nvPicPr>
                <p:cNvPr id="926" name="Ink 925">
                  <a:extLst>
                    <a:ext uri="{FF2B5EF4-FFF2-40B4-BE49-F238E27FC236}">
                      <a16:creationId xmlns:a16="http://schemas.microsoft.com/office/drawing/2014/main" id="{2D1519C8-5A1B-A7E5-9854-7EB5C7511A60}"/>
                    </a:ext>
                  </a:extLst>
                </p:cNvPr>
                <p:cNvPicPr/>
                <p:nvPr/>
              </p:nvPicPr>
              <p:blipFill>
                <a:blip r:embed="rId1233"/>
                <a:stretch>
                  <a:fillRect/>
                </a:stretch>
              </p:blipFill>
              <p:spPr>
                <a:xfrm>
                  <a:off x="10187280" y="5849804"/>
                  <a:ext cx="92160" cy="5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34">
            <p14:nvContentPartPr>
              <p14:cNvPr id="930" name="Ink 929">
                <a:extLst>
                  <a:ext uri="{FF2B5EF4-FFF2-40B4-BE49-F238E27FC236}">
                    <a16:creationId xmlns:a16="http://schemas.microsoft.com/office/drawing/2014/main" id="{12AEFBC0-9258-ABC1-34BC-D6DC6B4AC745}"/>
                  </a:ext>
                </a:extLst>
              </p14:cNvPr>
              <p14:cNvContentPartPr/>
              <p14:nvPr/>
            </p14:nvContentPartPr>
            <p14:xfrm>
              <a:off x="9458280" y="5439764"/>
              <a:ext cx="1080000" cy="772560"/>
            </p14:xfrm>
          </p:contentPart>
        </mc:Choice>
        <mc:Fallback xmlns="">
          <p:pic>
            <p:nvPicPr>
              <p:cNvPr id="930" name="Ink 929">
                <a:extLst>
                  <a:ext uri="{FF2B5EF4-FFF2-40B4-BE49-F238E27FC236}">
                    <a16:creationId xmlns:a16="http://schemas.microsoft.com/office/drawing/2014/main" id="{12AEFBC0-9258-ABC1-34BC-D6DC6B4AC745}"/>
                  </a:ext>
                </a:extLst>
              </p:cNvPr>
              <p:cNvPicPr/>
              <p:nvPr/>
            </p:nvPicPr>
            <p:blipFill>
              <a:blip r:embed="rId1235"/>
              <a:stretch>
                <a:fillRect/>
              </a:stretch>
            </p:blipFill>
            <p:spPr>
              <a:xfrm>
                <a:off x="9449280" y="5430764"/>
                <a:ext cx="1097640" cy="79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6">
            <p14:nvContentPartPr>
              <p14:cNvPr id="933" name="Ink 932">
                <a:extLst>
                  <a:ext uri="{FF2B5EF4-FFF2-40B4-BE49-F238E27FC236}">
                    <a16:creationId xmlns:a16="http://schemas.microsoft.com/office/drawing/2014/main" id="{61AD7EEA-D1C9-A12B-3510-40D479AF5EFC}"/>
                  </a:ext>
                </a:extLst>
              </p14:cNvPr>
              <p14:cNvContentPartPr/>
              <p14:nvPr/>
            </p14:nvContentPartPr>
            <p14:xfrm>
              <a:off x="5233320" y="4890404"/>
              <a:ext cx="1047960" cy="185040"/>
            </p14:xfrm>
          </p:contentPart>
        </mc:Choice>
        <mc:Fallback xmlns="">
          <p:pic>
            <p:nvPicPr>
              <p:cNvPr id="933" name="Ink 932">
                <a:extLst>
                  <a:ext uri="{FF2B5EF4-FFF2-40B4-BE49-F238E27FC236}">
                    <a16:creationId xmlns:a16="http://schemas.microsoft.com/office/drawing/2014/main" id="{61AD7EEA-D1C9-A12B-3510-40D479AF5EFC}"/>
                  </a:ext>
                </a:extLst>
              </p:cNvPr>
              <p:cNvPicPr/>
              <p:nvPr/>
            </p:nvPicPr>
            <p:blipFill>
              <a:blip r:embed="rId1237"/>
              <a:stretch>
                <a:fillRect/>
              </a:stretch>
            </p:blipFill>
            <p:spPr>
              <a:xfrm>
                <a:off x="5224320" y="4881764"/>
                <a:ext cx="1065600" cy="20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936" name="Group 935">
            <a:extLst>
              <a:ext uri="{FF2B5EF4-FFF2-40B4-BE49-F238E27FC236}">
                <a16:creationId xmlns:a16="http://schemas.microsoft.com/office/drawing/2014/main" id="{82983E64-EE8F-CF64-2F09-B11274801B70}"/>
              </a:ext>
            </a:extLst>
          </p:cNvPr>
          <p:cNvGrpSpPr/>
          <p:nvPr/>
        </p:nvGrpSpPr>
        <p:grpSpPr>
          <a:xfrm>
            <a:off x="8361360" y="3657404"/>
            <a:ext cx="846360" cy="206280"/>
            <a:chOff x="8361360" y="3657404"/>
            <a:chExt cx="846360" cy="20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38">
              <p14:nvContentPartPr>
                <p14:cNvPr id="899" name="Ink 898">
                  <a:extLst>
                    <a:ext uri="{FF2B5EF4-FFF2-40B4-BE49-F238E27FC236}">
                      <a16:creationId xmlns:a16="http://schemas.microsoft.com/office/drawing/2014/main" id="{EC74DE67-D581-D0CE-655D-6FFAC5F96D50}"/>
                    </a:ext>
                  </a:extLst>
                </p14:cNvPr>
                <p14:cNvContentPartPr/>
                <p14:nvPr/>
              </p14:nvContentPartPr>
              <p14:xfrm>
                <a:off x="8361360" y="3657764"/>
                <a:ext cx="60840" cy="192960"/>
              </p14:xfrm>
            </p:contentPart>
          </mc:Choice>
          <mc:Fallback xmlns="">
            <p:pic>
              <p:nvPicPr>
                <p:cNvPr id="899" name="Ink 898">
                  <a:extLst>
                    <a:ext uri="{FF2B5EF4-FFF2-40B4-BE49-F238E27FC236}">
                      <a16:creationId xmlns:a16="http://schemas.microsoft.com/office/drawing/2014/main" id="{EC74DE67-D581-D0CE-655D-6FFAC5F96D50}"/>
                    </a:ext>
                  </a:extLst>
                </p:cNvPr>
                <p:cNvPicPr/>
                <p:nvPr/>
              </p:nvPicPr>
              <p:blipFill>
                <a:blip r:embed="rId1239"/>
                <a:stretch>
                  <a:fillRect/>
                </a:stretch>
              </p:blipFill>
              <p:spPr>
                <a:xfrm>
                  <a:off x="8352360" y="3649124"/>
                  <a:ext cx="784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0">
              <p14:nvContentPartPr>
                <p14:cNvPr id="900" name="Ink 899">
                  <a:extLst>
                    <a:ext uri="{FF2B5EF4-FFF2-40B4-BE49-F238E27FC236}">
                      <a16:creationId xmlns:a16="http://schemas.microsoft.com/office/drawing/2014/main" id="{7DCA5A89-60E4-649E-26B4-6394F65F26D6}"/>
                    </a:ext>
                  </a:extLst>
                </p14:cNvPr>
                <p14:cNvContentPartPr/>
                <p14:nvPr/>
              </p14:nvContentPartPr>
              <p14:xfrm>
                <a:off x="8418960" y="3732644"/>
                <a:ext cx="212040" cy="117000"/>
              </p14:xfrm>
            </p:contentPart>
          </mc:Choice>
          <mc:Fallback xmlns="">
            <p:pic>
              <p:nvPicPr>
                <p:cNvPr id="900" name="Ink 899">
                  <a:extLst>
                    <a:ext uri="{FF2B5EF4-FFF2-40B4-BE49-F238E27FC236}">
                      <a16:creationId xmlns:a16="http://schemas.microsoft.com/office/drawing/2014/main" id="{7DCA5A89-60E4-649E-26B4-6394F65F26D6}"/>
                    </a:ext>
                  </a:extLst>
                </p:cNvPr>
                <p:cNvPicPr/>
                <p:nvPr/>
              </p:nvPicPr>
              <p:blipFill>
                <a:blip r:embed="rId1241"/>
                <a:stretch>
                  <a:fillRect/>
                </a:stretch>
              </p:blipFill>
              <p:spPr>
                <a:xfrm>
                  <a:off x="8410320" y="3724004"/>
                  <a:ext cx="2296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2">
              <p14:nvContentPartPr>
                <p14:cNvPr id="901" name="Ink 900">
                  <a:extLst>
                    <a:ext uri="{FF2B5EF4-FFF2-40B4-BE49-F238E27FC236}">
                      <a16:creationId xmlns:a16="http://schemas.microsoft.com/office/drawing/2014/main" id="{96280A96-23E3-BBBE-C417-E15A49CFC9CA}"/>
                    </a:ext>
                  </a:extLst>
                </p14:cNvPr>
                <p14:cNvContentPartPr/>
                <p14:nvPr/>
              </p14:nvContentPartPr>
              <p14:xfrm>
                <a:off x="8600760" y="3677924"/>
                <a:ext cx="24840" cy="185760"/>
              </p14:xfrm>
            </p:contentPart>
          </mc:Choice>
          <mc:Fallback xmlns="">
            <p:pic>
              <p:nvPicPr>
                <p:cNvPr id="901" name="Ink 900">
                  <a:extLst>
                    <a:ext uri="{FF2B5EF4-FFF2-40B4-BE49-F238E27FC236}">
                      <a16:creationId xmlns:a16="http://schemas.microsoft.com/office/drawing/2014/main" id="{96280A96-23E3-BBBE-C417-E15A49CFC9CA}"/>
                    </a:ext>
                  </a:extLst>
                </p:cNvPr>
                <p:cNvPicPr/>
                <p:nvPr/>
              </p:nvPicPr>
              <p:blipFill>
                <a:blip r:embed="rId1243"/>
                <a:stretch>
                  <a:fillRect/>
                </a:stretch>
              </p:blipFill>
              <p:spPr>
                <a:xfrm>
                  <a:off x="8591760" y="3668924"/>
                  <a:ext cx="424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4">
              <p14:nvContentPartPr>
                <p14:cNvPr id="902" name="Ink 901">
                  <a:extLst>
                    <a:ext uri="{FF2B5EF4-FFF2-40B4-BE49-F238E27FC236}">
                      <a16:creationId xmlns:a16="http://schemas.microsoft.com/office/drawing/2014/main" id="{41F910FE-533B-825E-CF0D-F6915895E2A5}"/>
                    </a:ext>
                  </a:extLst>
                </p14:cNvPr>
                <p14:cNvContentPartPr/>
                <p14:nvPr/>
              </p14:nvContentPartPr>
              <p14:xfrm>
                <a:off x="8677800" y="3699524"/>
                <a:ext cx="120240" cy="125640"/>
              </p14:xfrm>
            </p:contentPart>
          </mc:Choice>
          <mc:Fallback xmlns="">
            <p:pic>
              <p:nvPicPr>
                <p:cNvPr id="902" name="Ink 901">
                  <a:extLst>
                    <a:ext uri="{FF2B5EF4-FFF2-40B4-BE49-F238E27FC236}">
                      <a16:creationId xmlns:a16="http://schemas.microsoft.com/office/drawing/2014/main" id="{41F910FE-533B-825E-CF0D-F6915895E2A5}"/>
                    </a:ext>
                  </a:extLst>
                </p:cNvPr>
                <p:cNvPicPr/>
                <p:nvPr/>
              </p:nvPicPr>
              <p:blipFill>
                <a:blip r:embed="rId1245"/>
                <a:stretch>
                  <a:fillRect/>
                </a:stretch>
              </p:blipFill>
              <p:spPr>
                <a:xfrm>
                  <a:off x="8669160" y="3690884"/>
                  <a:ext cx="1378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6">
              <p14:nvContentPartPr>
                <p14:cNvPr id="903" name="Ink 902">
                  <a:extLst>
                    <a:ext uri="{FF2B5EF4-FFF2-40B4-BE49-F238E27FC236}">
                      <a16:creationId xmlns:a16="http://schemas.microsoft.com/office/drawing/2014/main" id="{613CDBC8-CAEE-B544-A151-E3C02FD182CE}"/>
                    </a:ext>
                  </a:extLst>
                </p14:cNvPr>
                <p14:cNvContentPartPr/>
                <p14:nvPr/>
              </p14:nvContentPartPr>
              <p14:xfrm>
                <a:off x="8826120" y="3676844"/>
                <a:ext cx="90360" cy="145800"/>
              </p14:xfrm>
            </p:contentPart>
          </mc:Choice>
          <mc:Fallback xmlns="">
            <p:pic>
              <p:nvPicPr>
                <p:cNvPr id="903" name="Ink 902">
                  <a:extLst>
                    <a:ext uri="{FF2B5EF4-FFF2-40B4-BE49-F238E27FC236}">
                      <a16:creationId xmlns:a16="http://schemas.microsoft.com/office/drawing/2014/main" id="{613CDBC8-CAEE-B544-A151-E3C02FD182CE}"/>
                    </a:ext>
                  </a:extLst>
                </p:cNvPr>
                <p:cNvPicPr/>
                <p:nvPr/>
              </p:nvPicPr>
              <p:blipFill>
                <a:blip r:embed="rId1247"/>
                <a:stretch>
                  <a:fillRect/>
                </a:stretch>
              </p:blipFill>
              <p:spPr>
                <a:xfrm>
                  <a:off x="8817120" y="3667844"/>
                  <a:ext cx="1080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8">
              <p14:nvContentPartPr>
                <p14:cNvPr id="904" name="Ink 903">
                  <a:extLst>
                    <a:ext uri="{FF2B5EF4-FFF2-40B4-BE49-F238E27FC236}">
                      <a16:creationId xmlns:a16="http://schemas.microsoft.com/office/drawing/2014/main" id="{F61DD758-0001-4828-C873-A7F39B0439DE}"/>
                    </a:ext>
                  </a:extLst>
                </p14:cNvPr>
                <p14:cNvContentPartPr/>
                <p14:nvPr/>
              </p14:nvContentPartPr>
              <p14:xfrm>
                <a:off x="8974440" y="3657404"/>
                <a:ext cx="74520" cy="167040"/>
              </p14:xfrm>
            </p:contentPart>
          </mc:Choice>
          <mc:Fallback xmlns="">
            <p:pic>
              <p:nvPicPr>
                <p:cNvPr id="904" name="Ink 903">
                  <a:extLst>
                    <a:ext uri="{FF2B5EF4-FFF2-40B4-BE49-F238E27FC236}">
                      <a16:creationId xmlns:a16="http://schemas.microsoft.com/office/drawing/2014/main" id="{F61DD758-0001-4828-C873-A7F39B0439DE}"/>
                    </a:ext>
                  </a:extLst>
                </p:cNvPr>
                <p:cNvPicPr/>
                <p:nvPr/>
              </p:nvPicPr>
              <p:blipFill>
                <a:blip r:embed="rId1249"/>
                <a:stretch>
                  <a:fillRect/>
                </a:stretch>
              </p:blipFill>
              <p:spPr>
                <a:xfrm>
                  <a:off x="8965800" y="3648404"/>
                  <a:ext cx="921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0">
              <p14:nvContentPartPr>
                <p14:cNvPr id="905" name="Ink 904">
                  <a:extLst>
                    <a:ext uri="{FF2B5EF4-FFF2-40B4-BE49-F238E27FC236}">
                      <a16:creationId xmlns:a16="http://schemas.microsoft.com/office/drawing/2014/main" id="{681B9889-4EDA-ACE6-CF56-F524FAF16D9F}"/>
                    </a:ext>
                  </a:extLst>
                </p14:cNvPr>
                <p14:cNvContentPartPr/>
                <p14:nvPr/>
              </p14:nvContentPartPr>
              <p14:xfrm>
                <a:off x="9117720" y="3681524"/>
                <a:ext cx="85320" cy="24840"/>
              </p14:xfrm>
            </p:contentPart>
          </mc:Choice>
          <mc:Fallback xmlns="">
            <p:pic>
              <p:nvPicPr>
                <p:cNvPr id="905" name="Ink 904">
                  <a:extLst>
                    <a:ext uri="{FF2B5EF4-FFF2-40B4-BE49-F238E27FC236}">
                      <a16:creationId xmlns:a16="http://schemas.microsoft.com/office/drawing/2014/main" id="{681B9889-4EDA-ACE6-CF56-F524FAF16D9F}"/>
                    </a:ext>
                  </a:extLst>
                </p:cNvPr>
                <p:cNvPicPr/>
                <p:nvPr/>
              </p:nvPicPr>
              <p:blipFill>
                <a:blip r:embed="rId1251"/>
                <a:stretch>
                  <a:fillRect/>
                </a:stretch>
              </p:blipFill>
              <p:spPr>
                <a:xfrm>
                  <a:off x="9108720" y="3672884"/>
                  <a:ext cx="1029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2">
              <p14:nvContentPartPr>
                <p14:cNvPr id="906" name="Ink 905">
                  <a:extLst>
                    <a:ext uri="{FF2B5EF4-FFF2-40B4-BE49-F238E27FC236}">
                      <a16:creationId xmlns:a16="http://schemas.microsoft.com/office/drawing/2014/main" id="{AC9917F0-B037-AA68-BD2A-8FF81B51C650}"/>
                    </a:ext>
                  </a:extLst>
                </p14:cNvPr>
                <p14:cNvContentPartPr/>
                <p14:nvPr/>
              </p14:nvContentPartPr>
              <p14:xfrm>
                <a:off x="9144360" y="3716084"/>
                <a:ext cx="63360" cy="28800"/>
              </p14:xfrm>
            </p:contentPart>
          </mc:Choice>
          <mc:Fallback xmlns="">
            <p:pic>
              <p:nvPicPr>
                <p:cNvPr id="906" name="Ink 905">
                  <a:extLst>
                    <a:ext uri="{FF2B5EF4-FFF2-40B4-BE49-F238E27FC236}">
                      <a16:creationId xmlns:a16="http://schemas.microsoft.com/office/drawing/2014/main" id="{AC9917F0-B037-AA68-BD2A-8FF81B51C650}"/>
                    </a:ext>
                  </a:extLst>
                </p:cNvPr>
                <p:cNvPicPr/>
                <p:nvPr/>
              </p:nvPicPr>
              <p:blipFill>
                <a:blip r:embed="rId1253"/>
                <a:stretch>
                  <a:fillRect/>
                </a:stretch>
              </p:blipFill>
              <p:spPr>
                <a:xfrm>
                  <a:off x="9135720" y="3707444"/>
                  <a:ext cx="8100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8" name="Group 947">
            <a:extLst>
              <a:ext uri="{FF2B5EF4-FFF2-40B4-BE49-F238E27FC236}">
                <a16:creationId xmlns:a16="http://schemas.microsoft.com/office/drawing/2014/main" id="{CA33FC6A-76E9-307B-05FF-E693D844915F}"/>
              </a:ext>
            </a:extLst>
          </p:cNvPr>
          <p:cNvGrpSpPr/>
          <p:nvPr/>
        </p:nvGrpSpPr>
        <p:grpSpPr>
          <a:xfrm>
            <a:off x="8219160" y="3307844"/>
            <a:ext cx="994320" cy="195840"/>
            <a:chOff x="8219160" y="3307844"/>
            <a:chExt cx="994320" cy="19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54">
              <p14:nvContentPartPr>
                <p14:cNvPr id="942" name="Ink 941">
                  <a:extLst>
                    <a:ext uri="{FF2B5EF4-FFF2-40B4-BE49-F238E27FC236}">
                      <a16:creationId xmlns:a16="http://schemas.microsoft.com/office/drawing/2014/main" id="{8292A361-22F1-48CC-A61E-741F9C573F91}"/>
                    </a:ext>
                  </a:extLst>
                </p14:cNvPr>
                <p14:cNvContentPartPr/>
                <p14:nvPr/>
              </p14:nvContentPartPr>
              <p14:xfrm>
                <a:off x="8219160" y="3349604"/>
                <a:ext cx="212040" cy="154080"/>
              </p14:xfrm>
            </p:contentPart>
          </mc:Choice>
          <mc:Fallback xmlns="">
            <p:pic>
              <p:nvPicPr>
                <p:cNvPr id="942" name="Ink 941">
                  <a:extLst>
                    <a:ext uri="{FF2B5EF4-FFF2-40B4-BE49-F238E27FC236}">
                      <a16:creationId xmlns:a16="http://schemas.microsoft.com/office/drawing/2014/main" id="{8292A361-22F1-48CC-A61E-741F9C573F91}"/>
                    </a:ext>
                  </a:extLst>
                </p:cNvPr>
                <p:cNvPicPr/>
                <p:nvPr/>
              </p:nvPicPr>
              <p:blipFill>
                <a:blip r:embed="rId1259"/>
                <a:stretch>
                  <a:fillRect/>
                </a:stretch>
              </p:blipFill>
              <p:spPr>
                <a:xfrm>
                  <a:off x="8210520" y="3340964"/>
                  <a:ext cx="2296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0">
              <p14:nvContentPartPr>
                <p14:cNvPr id="943" name="Ink 942">
                  <a:extLst>
                    <a:ext uri="{FF2B5EF4-FFF2-40B4-BE49-F238E27FC236}">
                      <a16:creationId xmlns:a16="http://schemas.microsoft.com/office/drawing/2014/main" id="{FF277B11-81A4-AD7F-FD4B-AFDC1BA98D8B}"/>
                    </a:ext>
                  </a:extLst>
                </p14:cNvPr>
                <p14:cNvContentPartPr/>
                <p14:nvPr/>
              </p14:nvContentPartPr>
              <p14:xfrm>
                <a:off x="8516520" y="3358604"/>
                <a:ext cx="135720" cy="125280"/>
              </p14:xfrm>
            </p:contentPart>
          </mc:Choice>
          <mc:Fallback xmlns="">
            <p:pic>
              <p:nvPicPr>
                <p:cNvPr id="943" name="Ink 942">
                  <a:extLst>
                    <a:ext uri="{FF2B5EF4-FFF2-40B4-BE49-F238E27FC236}">
                      <a16:creationId xmlns:a16="http://schemas.microsoft.com/office/drawing/2014/main" id="{FF277B11-81A4-AD7F-FD4B-AFDC1BA98D8B}"/>
                    </a:ext>
                  </a:extLst>
                </p:cNvPr>
                <p:cNvPicPr/>
                <p:nvPr/>
              </p:nvPicPr>
              <p:blipFill>
                <a:blip r:embed="rId1261"/>
                <a:stretch>
                  <a:fillRect/>
                </a:stretch>
              </p:blipFill>
              <p:spPr>
                <a:xfrm>
                  <a:off x="8507880" y="3349964"/>
                  <a:ext cx="1533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2">
              <p14:nvContentPartPr>
                <p14:cNvPr id="944" name="Ink 943">
                  <a:extLst>
                    <a:ext uri="{FF2B5EF4-FFF2-40B4-BE49-F238E27FC236}">
                      <a16:creationId xmlns:a16="http://schemas.microsoft.com/office/drawing/2014/main" id="{2F0973B5-022D-53FF-FE9E-F533D3A45799}"/>
                    </a:ext>
                  </a:extLst>
                </p14:cNvPr>
                <p14:cNvContentPartPr/>
                <p14:nvPr/>
              </p14:nvContentPartPr>
              <p14:xfrm>
                <a:off x="8682840" y="3338444"/>
                <a:ext cx="71280" cy="135000"/>
              </p14:xfrm>
            </p:contentPart>
          </mc:Choice>
          <mc:Fallback xmlns="">
            <p:pic>
              <p:nvPicPr>
                <p:cNvPr id="944" name="Ink 943">
                  <a:extLst>
                    <a:ext uri="{FF2B5EF4-FFF2-40B4-BE49-F238E27FC236}">
                      <a16:creationId xmlns:a16="http://schemas.microsoft.com/office/drawing/2014/main" id="{2F0973B5-022D-53FF-FE9E-F533D3A45799}"/>
                    </a:ext>
                  </a:extLst>
                </p:cNvPr>
                <p:cNvPicPr/>
                <p:nvPr/>
              </p:nvPicPr>
              <p:blipFill>
                <a:blip r:embed="rId1263"/>
                <a:stretch>
                  <a:fillRect/>
                </a:stretch>
              </p:blipFill>
              <p:spPr>
                <a:xfrm>
                  <a:off x="8674200" y="3329444"/>
                  <a:ext cx="889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4">
              <p14:nvContentPartPr>
                <p14:cNvPr id="945" name="Ink 944">
                  <a:extLst>
                    <a:ext uri="{FF2B5EF4-FFF2-40B4-BE49-F238E27FC236}">
                      <a16:creationId xmlns:a16="http://schemas.microsoft.com/office/drawing/2014/main" id="{18EE95AC-A04B-097C-03C0-6B60F1F3A196}"/>
                    </a:ext>
                  </a:extLst>
                </p14:cNvPr>
                <p14:cNvContentPartPr/>
                <p14:nvPr/>
              </p14:nvContentPartPr>
              <p14:xfrm>
                <a:off x="8831880" y="3307844"/>
                <a:ext cx="105120" cy="172080"/>
              </p14:xfrm>
            </p:contentPart>
          </mc:Choice>
          <mc:Fallback xmlns="">
            <p:pic>
              <p:nvPicPr>
                <p:cNvPr id="945" name="Ink 944">
                  <a:extLst>
                    <a:ext uri="{FF2B5EF4-FFF2-40B4-BE49-F238E27FC236}">
                      <a16:creationId xmlns:a16="http://schemas.microsoft.com/office/drawing/2014/main" id="{18EE95AC-A04B-097C-03C0-6B60F1F3A196}"/>
                    </a:ext>
                  </a:extLst>
                </p:cNvPr>
                <p:cNvPicPr/>
                <p:nvPr/>
              </p:nvPicPr>
              <p:blipFill>
                <a:blip r:embed="rId1265"/>
                <a:stretch>
                  <a:fillRect/>
                </a:stretch>
              </p:blipFill>
              <p:spPr>
                <a:xfrm>
                  <a:off x="8822880" y="3299204"/>
                  <a:ext cx="1227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6">
              <p14:nvContentPartPr>
                <p14:cNvPr id="946" name="Ink 945">
                  <a:extLst>
                    <a:ext uri="{FF2B5EF4-FFF2-40B4-BE49-F238E27FC236}">
                      <a16:creationId xmlns:a16="http://schemas.microsoft.com/office/drawing/2014/main" id="{9975E00C-E94F-FB4B-11F3-92A9DAABF4C0}"/>
                    </a:ext>
                  </a:extLst>
                </p14:cNvPr>
                <p14:cNvContentPartPr/>
                <p14:nvPr/>
              </p14:nvContentPartPr>
              <p14:xfrm>
                <a:off x="9093960" y="3396404"/>
                <a:ext cx="90360" cy="27360"/>
              </p14:xfrm>
            </p:contentPart>
          </mc:Choice>
          <mc:Fallback xmlns="">
            <p:pic>
              <p:nvPicPr>
                <p:cNvPr id="946" name="Ink 945">
                  <a:extLst>
                    <a:ext uri="{FF2B5EF4-FFF2-40B4-BE49-F238E27FC236}">
                      <a16:creationId xmlns:a16="http://schemas.microsoft.com/office/drawing/2014/main" id="{9975E00C-E94F-FB4B-11F3-92A9DAABF4C0}"/>
                    </a:ext>
                  </a:extLst>
                </p:cNvPr>
                <p:cNvPicPr/>
                <p:nvPr/>
              </p:nvPicPr>
              <p:blipFill>
                <a:blip r:embed="rId1267"/>
                <a:stretch>
                  <a:fillRect/>
                </a:stretch>
              </p:blipFill>
              <p:spPr>
                <a:xfrm>
                  <a:off x="9084960" y="3387404"/>
                  <a:ext cx="1080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8">
              <p14:nvContentPartPr>
                <p14:cNvPr id="947" name="Ink 946">
                  <a:extLst>
                    <a:ext uri="{FF2B5EF4-FFF2-40B4-BE49-F238E27FC236}">
                      <a16:creationId xmlns:a16="http://schemas.microsoft.com/office/drawing/2014/main" id="{EDD293FF-72C1-D0C1-C763-E9DBDD221287}"/>
                    </a:ext>
                  </a:extLst>
                </p14:cNvPr>
                <p14:cNvContentPartPr/>
                <p14:nvPr/>
              </p14:nvContentPartPr>
              <p14:xfrm>
                <a:off x="9114480" y="3451124"/>
                <a:ext cx="99000" cy="22320"/>
              </p14:xfrm>
            </p:contentPart>
          </mc:Choice>
          <mc:Fallback xmlns="">
            <p:pic>
              <p:nvPicPr>
                <p:cNvPr id="947" name="Ink 946">
                  <a:extLst>
                    <a:ext uri="{FF2B5EF4-FFF2-40B4-BE49-F238E27FC236}">
                      <a16:creationId xmlns:a16="http://schemas.microsoft.com/office/drawing/2014/main" id="{EDD293FF-72C1-D0C1-C763-E9DBDD221287}"/>
                    </a:ext>
                  </a:extLst>
                </p:cNvPr>
                <p:cNvPicPr/>
                <p:nvPr/>
              </p:nvPicPr>
              <p:blipFill>
                <a:blip r:embed="rId1269"/>
                <a:stretch>
                  <a:fillRect/>
                </a:stretch>
              </p:blipFill>
              <p:spPr>
                <a:xfrm>
                  <a:off x="9105840" y="3442124"/>
                  <a:ext cx="11664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7" name="Group 966">
            <a:extLst>
              <a:ext uri="{FF2B5EF4-FFF2-40B4-BE49-F238E27FC236}">
                <a16:creationId xmlns:a16="http://schemas.microsoft.com/office/drawing/2014/main" id="{177EEC85-11C1-3D52-8DA9-C89E70D941E5}"/>
              </a:ext>
            </a:extLst>
          </p:cNvPr>
          <p:cNvGrpSpPr/>
          <p:nvPr/>
        </p:nvGrpSpPr>
        <p:grpSpPr>
          <a:xfrm>
            <a:off x="7176600" y="3106604"/>
            <a:ext cx="580680" cy="457920"/>
            <a:chOff x="7176600" y="3106604"/>
            <a:chExt cx="580680" cy="45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0">
              <p14:nvContentPartPr>
                <p14:cNvPr id="937" name="Ink 936">
                  <a:extLst>
                    <a:ext uri="{FF2B5EF4-FFF2-40B4-BE49-F238E27FC236}">
                      <a16:creationId xmlns:a16="http://schemas.microsoft.com/office/drawing/2014/main" id="{FE91535D-5BC8-EB37-A4FE-9FEB595E2A27}"/>
                    </a:ext>
                  </a:extLst>
                </p14:cNvPr>
                <p14:cNvContentPartPr/>
                <p14:nvPr/>
              </p14:nvContentPartPr>
              <p14:xfrm>
                <a:off x="7251480" y="3368324"/>
                <a:ext cx="26640" cy="196200"/>
              </p14:xfrm>
            </p:contentPart>
          </mc:Choice>
          <mc:Fallback xmlns="">
            <p:pic>
              <p:nvPicPr>
                <p:cNvPr id="937" name="Ink 936">
                  <a:extLst>
                    <a:ext uri="{FF2B5EF4-FFF2-40B4-BE49-F238E27FC236}">
                      <a16:creationId xmlns:a16="http://schemas.microsoft.com/office/drawing/2014/main" id="{FE91535D-5BC8-EB37-A4FE-9FEB595E2A27}"/>
                    </a:ext>
                  </a:extLst>
                </p:cNvPr>
                <p:cNvPicPr/>
                <p:nvPr/>
              </p:nvPicPr>
              <p:blipFill>
                <a:blip r:embed="rId1273"/>
                <a:stretch>
                  <a:fillRect/>
                </a:stretch>
              </p:blipFill>
              <p:spPr>
                <a:xfrm>
                  <a:off x="7242840" y="3359684"/>
                  <a:ext cx="442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4">
              <p14:nvContentPartPr>
                <p14:cNvPr id="938" name="Ink 937">
                  <a:extLst>
                    <a:ext uri="{FF2B5EF4-FFF2-40B4-BE49-F238E27FC236}">
                      <a16:creationId xmlns:a16="http://schemas.microsoft.com/office/drawing/2014/main" id="{4F58F7D9-DE61-DD8D-0E40-7A9E0CB0A141}"/>
                    </a:ext>
                  </a:extLst>
                </p14:cNvPr>
                <p14:cNvContentPartPr/>
                <p14:nvPr/>
              </p14:nvContentPartPr>
              <p14:xfrm>
                <a:off x="7269840" y="3378764"/>
                <a:ext cx="117360" cy="151560"/>
              </p14:xfrm>
            </p:contentPart>
          </mc:Choice>
          <mc:Fallback xmlns="">
            <p:pic>
              <p:nvPicPr>
                <p:cNvPr id="938" name="Ink 937">
                  <a:extLst>
                    <a:ext uri="{FF2B5EF4-FFF2-40B4-BE49-F238E27FC236}">
                      <a16:creationId xmlns:a16="http://schemas.microsoft.com/office/drawing/2014/main" id="{4F58F7D9-DE61-DD8D-0E40-7A9E0CB0A141}"/>
                    </a:ext>
                  </a:extLst>
                </p:cNvPr>
                <p:cNvPicPr/>
                <p:nvPr/>
              </p:nvPicPr>
              <p:blipFill>
                <a:blip r:embed="rId1275"/>
                <a:stretch>
                  <a:fillRect/>
                </a:stretch>
              </p:blipFill>
              <p:spPr>
                <a:xfrm>
                  <a:off x="7260840" y="3369764"/>
                  <a:ext cx="1350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6">
              <p14:nvContentPartPr>
                <p14:cNvPr id="939" name="Ink 938">
                  <a:extLst>
                    <a:ext uri="{FF2B5EF4-FFF2-40B4-BE49-F238E27FC236}">
                      <a16:creationId xmlns:a16="http://schemas.microsoft.com/office/drawing/2014/main" id="{DDB9ECB4-AB94-42B6-A03B-D1B0700C1F71}"/>
                    </a:ext>
                  </a:extLst>
                </p14:cNvPr>
                <p14:cNvContentPartPr/>
                <p14:nvPr/>
              </p14:nvContentPartPr>
              <p14:xfrm>
                <a:off x="7429320" y="3387044"/>
                <a:ext cx="70560" cy="33840"/>
              </p14:xfrm>
            </p:contentPart>
          </mc:Choice>
          <mc:Fallback xmlns="">
            <p:pic>
              <p:nvPicPr>
                <p:cNvPr id="939" name="Ink 938">
                  <a:extLst>
                    <a:ext uri="{FF2B5EF4-FFF2-40B4-BE49-F238E27FC236}">
                      <a16:creationId xmlns:a16="http://schemas.microsoft.com/office/drawing/2014/main" id="{DDB9ECB4-AB94-42B6-A03B-D1B0700C1F71}"/>
                    </a:ext>
                  </a:extLst>
                </p:cNvPr>
                <p:cNvPicPr/>
                <p:nvPr/>
              </p:nvPicPr>
              <p:blipFill>
                <a:blip r:embed="rId1277"/>
                <a:stretch>
                  <a:fillRect/>
                </a:stretch>
              </p:blipFill>
              <p:spPr>
                <a:xfrm>
                  <a:off x="7420680" y="3378044"/>
                  <a:ext cx="882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8">
              <p14:nvContentPartPr>
                <p14:cNvPr id="940" name="Ink 939">
                  <a:extLst>
                    <a:ext uri="{FF2B5EF4-FFF2-40B4-BE49-F238E27FC236}">
                      <a16:creationId xmlns:a16="http://schemas.microsoft.com/office/drawing/2014/main" id="{8892DF8D-BD89-F6B3-99E9-64E1AE9B03AE}"/>
                    </a:ext>
                  </a:extLst>
                </p14:cNvPr>
                <p14:cNvContentPartPr/>
                <p14:nvPr/>
              </p14:nvContentPartPr>
              <p14:xfrm>
                <a:off x="7437600" y="3448604"/>
                <a:ext cx="95760" cy="22320"/>
              </p14:xfrm>
            </p:contentPart>
          </mc:Choice>
          <mc:Fallback xmlns="">
            <p:pic>
              <p:nvPicPr>
                <p:cNvPr id="940" name="Ink 939">
                  <a:extLst>
                    <a:ext uri="{FF2B5EF4-FFF2-40B4-BE49-F238E27FC236}">
                      <a16:creationId xmlns:a16="http://schemas.microsoft.com/office/drawing/2014/main" id="{8892DF8D-BD89-F6B3-99E9-64E1AE9B03AE}"/>
                    </a:ext>
                  </a:extLst>
                </p:cNvPr>
                <p:cNvPicPr/>
                <p:nvPr/>
              </p:nvPicPr>
              <p:blipFill>
                <a:blip r:embed="rId1279"/>
                <a:stretch>
                  <a:fillRect/>
                </a:stretch>
              </p:blipFill>
              <p:spPr>
                <a:xfrm>
                  <a:off x="7428600" y="3439964"/>
                  <a:ext cx="1134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0">
              <p14:nvContentPartPr>
                <p14:cNvPr id="941" name="Ink 940">
                  <a:extLst>
                    <a:ext uri="{FF2B5EF4-FFF2-40B4-BE49-F238E27FC236}">
                      <a16:creationId xmlns:a16="http://schemas.microsoft.com/office/drawing/2014/main" id="{0B0390FE-1336-52A7-E61A-99FA2A3256B5}"/>
                    </a:ext>
                  </a:extLst>
                </p14:cNvPr>
                <p14:cNvContentPartPr/>
                <p14:nvPr/>
              </p14:nvContentPartPr>
              <p14:xfrm>
                <a:off x="7567200" y="3348164"/>
                <a:ext cx="71280" cy="154080"/>
              </p14:xfrm>
            </p:contentPart>
          </mc:Choice>
          <mc:Fallback xmlns="">
            <p:pic>
              <p:nvPicPr>
                <p:cNvPr id="941" name="Ink 940">
                  <a:extLst>
                    <a:ext uri="{FF2B5EF4-FFF2-40B4-BE49-F238E27FC236}">
                      <a16:creationId xmlns:a16="http://schemas.microsoft.com/office/drawing/2014/main" id="{0B0390FE-1336-52A7-E61A-99FA2A3256B5}"/>
                    </a:ext>
                  </a:extLst>
                </p:cNvPr>
                <p:cNvPicPr/>
                <p:nvPr/>
              </p:nvPicPr>
              <p:blipFill>
                <a:blip r:embed="rId1281"/>
                <a:stretch>
                  <a:fillRect/>
                </a:stretch>
              </p:blipFill>
              <p:spPr>
                <a:xfrm>
                  <a:off x="7558200" y="3339164"/>
                  <a:ext cx="889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2">
              <p14:nvContentPartPr>
                <p14:cNvPr id="951" name="Ink 950">
                  <a:extLst>
                    <a:ext uri="{FF2B5EF4-FFF2-40B4-BE49-F238E27FC236}">
                      <a16:creationId xmlns:a16="http://schemas.microsoft.com/office/drawing/2014/main" id="{C21D7C5A-A942-EB5A-7398-AD261CF77195}"/>
                    </a:ext>
                  </a:extLst>
                </p14:cNvPr>
                <p14:cNvContentPartPr/>
                <p14:nvPr/>
              </p14:nvContentPartPr>
              <p14:xfrm>
                <a:off x="7176600" y="3108764"/>
                <a:ext cx="63720" cy="163440"/>
              </p14:xfrm>
            </p:contentPart>
          </mc:Choice>
          <mc:Fallback xmlns="">
            <p:pic>
              <p:nvPicPr>
                <p:cNvPr id="951" name="Ink 950">
                  <a:extLst>
                    <a:ext uri="{FF2B5EF4-FFF2-40B4-BE49-F238E27FC236}">
                      <a16:creationId xmlns:a16="http://schemas.microsoft.com/office/drawing/2014/main" id="{C21D7C5A-A942-EB5A-7398-AD261CF77195}"/>
                    </a:ext>
                  </a:extLst>
                </p:cNvPr>
                <p:cNvPicPr/>
                <p:nvPr/>
              </p:nvPicPr>
              <p:blipFill>
                <a:blip r:embed="rId1283"/>
                <a:stretch>
                  <a:fillRect/>
                </a:stretch>
              </p:blipFill>
              <p:spPr>
                <a:xfrm>
                  <a:off x="7167960" y="3100124"/>
                  <a:ext cx="813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4">
              <p14:nvContentPartPr>
                <p14:cNvPr id="952" name="Ink 951">
                  <a:extLst>
                    <a:ext uri="{FF2B5EF4-FFF2-40B4-BE49-F238E27FC236}">
                      <a16:creationId xmlns:a16="http://schemas.microsoft.com/office/drawing/2014/main" id="{2BE28123-A12D-1BC6-B4D5-2F0CF4B7EACC}"/>
                    </a:ext>
                  </a:extLst>
                </p14:cNvPr>
                <p14:cNvContentPartPr/>
                <p14:nvPr/>
              </p14:nvContentPartPr>
              <p14:xfrm>
                <a:off x="7210080" y="3124244"/>
                <a:ext cx="136800" cy="120600"/>
              </p14:xfrm>
            </p:contentPart>
          </mc:Choice>
          <mc:Fallback xmlns="">
            <p:pic>
              <p:nvPicPr>
                <p:cNvPr id="952" name="Ink 951">
                  <a:extLst>
                    <a:ext uri="{FF2B5EF4-FFF2-40B4-BE49-F238E27FC236}">
                      <a16:creationId xmlns:a16="http://schemas.microsoft.com/office/drawing/2014/main" id="{2BE28123-A12D-1BC6-B4D5-2F0CF4B7EACC}"/>
                    </a:ext>
                  </a:extLst>
                </p:cNvPr>
                <p:cNvPicPr/>
                <p:nvPr/>
              </p:nvPicPr>
              <p:blipFill>
                <a:blip r:embed="rId1285"/>
                <a:stretch>
                  <a:fillRect/>
                </a:stretch>
              </p:blipFill>
              <p:spPr>
                <a:xfrm>
                  <a:off x="7201080" y="3115244"/>
                  <a:ext cx="1544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6">
              <p14:nvContentPartPr>
                <p14:cNvPr id="953" name="Ink 952">
                  <a:extLst>
                    <a:ext uri="{FF2B5EF4-FFF2-40B4-BE49-F238E27FC236}">
                      <a16:creationId xmlns:a16="http://schemas.microsoft.com/office/drawing/2014/main" id="{ABDC9B4A-545F-71E4-561D-2F325966A7BB}"/>
                    </a:ext>
                  </a:extLst>
                </p14:cNvPr>
                <p14:cNvContentPartPr/>
                <p14:nvPr/>
              </p14:nvContentPartPr>
              <p14:xfrm>
                <a:off x="7392960" y="3141884"/>
                <a:ext cx="67680" cy="14400"/>
              </p14:xfrm>
            </p:contentPart>
          </mc:Choice>
          <mc:Fallback xmlns="">
            <p:pic>
              <p:nvPicPr>
                <p:cNvPr id="953" name="Ink 952">
                  <a:extLst>
                    <a:ext uri="{FF2B5EF4-FFF2-40B4-BE49-F238E27FC236}">
                      <a16:creationId xmlns:a16="http://schemas.microsoft.com/office/drawing/2014/main" id="{ABDC9B4A-545F-71E4-561D-2F325966A7BB}"/>
                    </a:ext>
                  </a:extLst>
                </p:cNvPr>
                <p:cNvPicPr/>
                <p:nvPr/>
              </p:nvPicPr>
              <p:blipFill>
                <a:blip r:embed="rId1287"/>
                <a:stretch>
                  <a:fillRect/>
                </a:stretch>
              </p:blipFill>
              <p:spPr>
                <a:xfrm>
                  <a:off x="7383960" y="3132884"/>
                  <a:ext cx="853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8">
              <p14:nvContentPartPr>
                <p14:cNvPr id="954" name="Ink 953">
                  <a:extLst>
                    <a:ext uri="{FF2B5EF4-FFF2-40B4-BE49-F238E27FC236}">
                      <a16:creationId xmlns:a16="http://schemas.microsoft.com/office/drawing/2014/main" id="{51D1D228-DFDE-C300-5549-A090BEF38479}"/>
                    </a:ext>
                  </a:extLst>
                </p14:cNvPr>
                <p14:cNvContentPartPr/>
                <p14:nvPr/>
              </p14:nvContentPartPr>
              <p14:xfrm>
                <a:off x="7397280" y="3203804"/>
                <a:ext cx="119160" cy="21240"/>
              </p14:xfrm>
            </p:contentPart>
          </mc:Choice>
          <mc:Fallback xmlns="">
            <p:pic>
              <p:nvPicPr>
                <p:cNvPr id="954" name="Ink 953">
                  <a:extLst>
                    <a:ext uri="{FF2B5EF4-FFF2-40B4-BE49-F238E27FC236}">
                      <a16:creationId xmlns:a16="http://schemas.microsoft.com/office/drawing/2014/main" id="{51D1D228-DFDE-C300-5549-A090BEF38479}"/>
                    </a:ext>
                  </a:extLst>
                </p:cNvPr>
                <p:cNvPicPr/>
                <p:nvPr/>
              </p:nvPicPr>
              <p:blipFill>
                <a:blip r:embed="rId1289"/>
                <a:stretch>
                  <a:fillRect/>
                </a:stretch>
              </p:blipFill>
              <p:spPr>
                <a:xfrm>
                  <a:off x="7388640" y="3194804"/>
                  <a:ext cx="1368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0">
              <p14:nvContentPartPr>
                <p14:cNvPr id="955" name="Ink 954">
                  <a:extLst>
                    <a:ext uri="{FF2B5EF4-FFF2-40B4-BE49-F238E27FC236}">
                      <a16:creationId xmlns:a16="http://schemas.microsoft.com/office/drawing/2014/main" id="{613AF5FB-91D5-C6F0-455E-EC0927FD56E7}"/>
                    </a:ext>
                  </a:extLst>
                </p14:cNvPr>
                <p14:cNvContentPartPr/>
                <p14:nvPr/>
              </p14:nvContentPartPr>
              <p14:xfrm>
                <a:off x="7569720" y="3106604"/>
                <a:ext cx="140040" cy="176760"/>
              </p14:xfrm>
            </p:contentPart>
          </mc:Choice>
          <mc:Fallback xmlns="">
            <p:pic>
              <p:nvPicPr>
                <p:cNvPr id="955" name="Ink 954">
                  <a:extLst>
                    <a:ext uri="{FF2B5EF4-FFF2-40B4-BE49-F238E27FC236}">
                      <a16:creationId xmlns:a16="http://schemas.microsoft.com/office/drawing/2014/main" id="{613AF5FB-91D5-C6F0-455E-EC0927FD56E7}"/>
                    </a:ext>
                  </a:extLst>
                </p:cNvPr>
                <p:cNvPicPr/>
                <p:nvPr/>
              </p:nvPicPr>
              <p:blipFill>
                <a:blip r:embed="rId1291"/>
                <a:stretch>
                  <a:fillRect/>
                </a:stretch>
              </p:blipFill>
              <p:spPr>
                <a:xfrm>
                  <a:off x="7560720" y="3097964"/>
                  <a:ext cx="1576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2">
              <p14:nvContentPartPr>
                <p14:cNvPr id="956" name="Ink 955">
                  <a:extLst>
                    <a:ext uri="{FF2B5EF4-FFF2-40B4-BE49-F238E27FC236}">
                      <a16:creationId xmlns:a16="http://schemas.microsoft.com/office/drawing/2014/main" id="{BFC65323-0067-5598-0919-8694E742CAA1}"/>
                    </a:ext>
                  </a:extLst>
                </p14:cNvPr>
                <p14:cNvContentPartPr/>
                <p14:nvPr/>
              </p14:nvContentPartPr>
              <p14:xfrm>
                <a:off x="7606080" y="3181124"/>
                <a:ext cx="151200" cy="45720"/>
              </p14:xfrm>
            </p:contentPart>
          </mc:Choice>
          <mc:Fallback xmlns="">
            <p:pic>
              <p:nvPicPr>
                <p:cNvPr id="956" name="Ink 955">
                  <a:extLst>
                    <a:ext uri="{FF2B5EF4-FFF2-40B4-BE49-F238E27FC236}">
                      <a16:creationId xmlns:a16="http://schemas.microsoft.com/office/drawing/2014/main" id="{BFC65323-0067-5598-0919-8694E742CAA1}"/>
                    </a:ext>
                  </a:extLst>
                </p:cNvPr>
                <p:cNvPicPr/>
                <p:nvPr/>
              </p:nvPicPr>
              <p:blipFill>
                <a:blip r:embed="rId1293"/>
                <a:stretch>
                  <a:fillRect/>
                </a:stretch>
              </p:blipFill>
              <p:spPr>
                <a:xfrm>
                  <a:off x="7597080" y="3172484"/>
                  <a:ext cx="168840" cy="6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6" name="Group 965">
            <a:extLst>
              <a:ext uri="{FF2B5EF4-FFF2-40B4-BE49-F238E27FC236}">
                <a16:creationId xmlns:a16="http://schemas.microsoft.com/office/drawing/2014/main" id="{3E3D36BE-3E58-908A-86DD-39076181B119}"/>
              </a:ext>
            </a:extLst>
          </p:cNvPr>
          <p:cNvGrpSpPr/>
          <p:nvPr/>
        </p:nvGrpSpPr>
        <p:grpSpPr>
          <a:xfrm>
            <a:off x="8255880" y="3095444"/>
            <a:ext cx="775440" cy="139680"/>
            <a:chOff x="8255880" y="3095444"/>
            <a:chExt cx="775440" cy="13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94">
              <p14:nvContentPartPr>
                <p14:cNvPr id="957" name="Ink 956">
                  <a:extLst>
                    <a:ext uri="{FF2B5EF4-FFF2-40B4-BE49-F238E27FC236}">
                      <a16:creationId xmlns:a16="http://schemas.microsoft.com/office/drawing/2014/main" id="{260B65B8-0AD7-FC98-9FA2-985F09A47435}"/>
                    </a:ext>
                  </a:extLst>
                </p14:cNvPr>
                <p14:cNvContentPartPr/>
                <p14:nvPr/>
              </p14:nvContentPartPr>
              <p14:xfrm>
                <a:off x="8255880" y="3113444"/>
                <a:ext cx="186120" cy="115920"/>
              </p14:xfrm>
            </p:contentPart>
          </mc:Choice>
          <mc:Fallback xmlns="">
            <p:pic>
              <p:nvPicPr>
                <p:cNvPr id="957" name="Ink 956">
                  <a:extLst>
                    <a:ext uri="{FF2B5EF4-FFF2-40B4-BE49-F238E27FC236}">
                      <a16:creationId xmlns:a16="http://schemas.microsoft.com/office/drawing/2014/main" id="{260B65B8-0AD7-FC98-9FA2-985F09A47435}"/>
                    </a:ext>
                  </a:extLst>
                </p:cNvPr>
                <p:cNvPicPr/>
                <p:nvPr/>
              </p:nvPicPr>
              <p:blipFill>
                <a:blip r:embed="rId1295"/>
                <a:stretch>
                  <a:fillRect/>
                </a:stretch>
              </p:blipFill>
              <p:spPr>
                <a:xfrm>
                  <a:off x="8247240" y="3104804"/>
                  <a:ext cx="2037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6">
              <p14:nvContentPartPr>
                <p14:cNvPr id="958" name="Ink 957">
                  <a:extLst>
                    <a:ext uri="{FF2B5EF4-FFF2-40B4-BE49-F238E27FC236}">
                      <a16:creationId xmlns:a16="http://schemas.microsoft.com/office/drawing/2014/main" id="{1116B82C-E483-FAF3-68DD-DB9F3F10D7A5}"/>
                    </a:ext>
                  </a:extLst>
                </p14:cNvPr>
                <p14:cNvContentPartPr/>
                <p14:nvPr/>
              </p14:nvContentPartPr>
              <p14:xfrm>
                <a:off x="8509680" y="3106964"/>
                <a:ext cx="92520" cy="100440"/>
              </p14:xfrm>
            </p:contentPart>
          </mc:Choice>
          <mc:Fallback xmlns="">
            <p:pic>
              <p:nvPicPr>
                <p:cNvPr id="958" name="Ink 957">
                  <a:extLst>
                    <a:ext uri="{FF2B5EF4-FFF2-40B4-BE49-F238E27FC236}">
                      <a16:creationId xmlns:a16="http://schemas.microsoft.com/office/drawing/2014/main" id="{1116B82C-E483-FAF3-68DD-DB9F3F10D7A5}"/>
                    </a:ext>
                  </a:extLst>
                </p:cNvPr>
                <p:cNvPicPr/>
                <p:nvPr/>
              </p:nvPicPr>
              <p:blipFill>
                <a:blip r:embed="rId1297"/>
                <a:stretch>
                  <a:fillRect/>
                </a:stretch>
              </p:blipFill>
              <p:spPr>
                <a:xfrm>
                  <a:off x="8500680" y="3098324"/>
                  <a:ext cx="1101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8">
              <p14:nvContentPartPr>
                <p14:cNvPr id="959" name="Ink 958">
                  <a:extLst>
                    <a:ext uri="{FF2B5EF4-FFF2-40B4-BE49-F238E27FC236}">
                      <a16:creationId xmlns:a16="http://schemas.microsoft.com/office/drawing/2014/main" id="{404AFBBA-A172-6CD1-7B77-4DC0028F2874}"/>
                    </a:ext>
                  </a:extLst>
                </p14:cNvPr>
                <p14:cNvContentPartPr/>
                <p14:nvPr/>
              </p14:nvContentPartPr>
              <p14:xfrm>
                <a:off x="8647200" y="3095804"/>
                <a:ext cx="40680" cy="139320"/>
              </p14:xfrm>
            </p:contentPart>
          </mc:Choice>
          <mc:Fallback xmlns="">
            <p:pic>
              <p:nvPicPr>
                <p:cNvPr id="959" name="Ink 958">
                  <a:extLst>
                    <a:ext uri="{FF2B5EF4-FFF2-40B4-BE49-F238E27FC236}">
                      <a16:creationId xmlns:a16="http://schemas.microsoft.com/office/drawing/2014/main" id="{404AFBBA-A172-6CD1-7B77-4DC0028F2874}"/>
                    </a:ext>
                  </a:extLst>
                </p:cNvPr>
                <p:cNvPicPr/>
                <p:nvPr/>
              </p:nvPicPr>
              <p:blipFill>
                <a:blip r:embed="rId1299"/>
                <a:stretch>
                  <a:fillRect/>
                </a:stretch>
              </p:blipFill>
              <p:spPr>
                <a:xfrm>
                  <a:off x="8638200" y="3087164"/>
                  <a:ext cx="583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0">
              <p14:nvContentPartPr>
                <p14:cNvPr id="960" name="Ink 959">
                  <a:extLst>
                    <a:ext uri="{FF2B5EF4-FFF2-40B4-BE49-F238E27FC236}">
                      <a16:creationId xmlns:a16="http://schemas.microsoft.com/office/drawing/2014/main" id="{85A2BB7F-2D0F-57F0-C671-3A8A9C056C96}"/>
                    </a:ext>
                  </a:extLst>
                </p14:cNvPr>
                <p14:cNvContentPartPr/>
                <p14:nvPr/>
              </p14:nvContentPartPr>
              <p14:xfrm>
                <a:off x="8759520" y="3095444"/>
                <a:ext cx="59400" cy="135360"/>
              </p14:xfrm>
            </p:contentPart>
          </mc:Choice>
          <mc:Fallback xmlns="">
            <p:pic>
              <p:nvPicPr>
                <p:cNvPr id="960" name="Ink 959">
                  <a:extLst>
                    <a:ext uri="{FF2B5EF4-FFF2-40B4-BE49-F238E27FC236}">
                      <a16:creationId xmlns:a16="http://schemas.microsoft.com/office/drawing/2014/main" id="{85A2BB7F-2D0F-57F0-C671-3A8A9C056C96}"/>
                    </a:ext>
                  </a:extLst>
                </p:cNvPr>
                <p:cNvPicPr/>
                <p:nvPr/>
              </p:nvPicPr>
              <p:blipFill>
                <a:blip r:embed="rId1301"/>
                <a:stretch>
                  <a:fillRect/>
                </a:stretch>
              </p:blipFill>
              <p:spPr>
                <a:xfrm>
                  <a:off x="8750880" y="3086444"/>
                  <a:ext cx="770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2">
              <p14:nvContentPartPr>
                <p14:cNvPr id="961" name="Ink 960">
                  <a:extLst>
                    <a:ext uri="{FF2B5EF4-FFF2-40B4-BE49-F238E27FC236}">
                      <a16:creationId xmlns:a16="http://schemas.microsoft.com/office/drawing/2014/main" id="{8827B478-2C81-582A-3174-D565718FD905}"/>
                    </a:ext>
                  </a:extLst>
                </p14:cNvPr>
                <p14:cNvContentPartPr/>
                <p14:nvPr/>
              </p14:nvContentPartPr>
              <p14:xfrm>
                <a:off x="8895960" y="3129644"/>
                <a:ext cx="93960" cy="32040"/>
              </p14:xfrm>
            </p:contentPart>
          </mc:Choice>
          <mc:Fallback xmlns="">
            <p:pic>
              <p:nvPicPr>
                <p:cNvPr id="961" name="Ink 960">
                  <a:extLst>
                    <a:ext uri="{FF2B5EF4-FFF2-40B4-BE49-F238E27FC236}">
                      <a16:creationId xmlns:a16="http://schemas.microsoft.com/office/drawing/2014/main" id="{8827B478-2C81-582A-3174-D565718FD905}"/>
                    </a:ext>
                  </a:extLst>
                </p:cNvPr>
                <p:cNvPicPr/>
                <p:nvPr/>
              </p:nvPicPr>
              <p:blipFill>
                <a:blip r:embed="rId1303"/>
                <a:stretch>
                  <a:fillRect/>
                </a:stretch>
              </p:blipFill>
              <p:spPr>
                <a:xfrm>
                  <a:off x="8886960" y="3120644"/>
                  <a:ext cx="1116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4">
              <p14:nvContentPartPr>
                <p14:cNvPr id="962" name="Ink 961">
                  <a:extLst>
                    <a:ext uri="{FF2B5EF4-FFF2-40B4-BE49-F238E27FC236}">
                      <a16:creationId xmlns:a16="http://schemas.microsoft.com/office/drawing/2014/main" id="{DAA85E64-B2CF-3D02-9022-FFF5783EBBEF}"/>
                    </a:ext>
                  </a:extLst>
                </p14:cNvPr>
                <p14:cNvContentPartPr/>
                <p14:nvPr/>
              </p14:nvContentPartPr>
              <p14:xfrm>
                <a:off x="8948160" y="3171404"/>
                <a:ext cx="83160" cy="16200"/>
              </p14:xfrm>
            </p:contentPart>
          </mc:Choice>
          <mc:Fallback xmlns="">
            <p:pic>
              <p:nvPicPr>
                <p:cNvPr id="962" name="Ink 961">
                  <a:extLst>
                    <a:ext uri="{FF2B5EF4-FFF2-40B4-BE49-F238E27FC236}">
                      <a16:creationId xmlns:a16="http://schemas.microsoft.com/office/drawing/2014/main" id="{DAA85E64-B2CF-3D02-9022-FFF5783EBBEF}"/>
                    </a:ext>
                  </a:extLst>
                </p:cNvPr>
                <p:cNvPicPr/>
                <p:nvPr/>
              </p:nvPicPr>
              <p:blipFill>
                <a:blip r:embed="rId1305"/>
                <a:stretch>
                  <a:fillRect/>
                </a:stretch>
              </p:blipFill>
              <p:spPr>
                <a:xfrm>
                  <a:off x="8939160" y="3162404"/>
                  <a:ext cx="100800" cy="3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0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079AF5D-E6AB-0455-EF16-B67BB0188254}"/>
                  </a:ext>
                </a:extLst>
              </p14:cNvPr>
              <p14:cNvContentPartPr/>
              <p14:nvPr/>
            </p14:nvContentPartPr>
            <p14:xfrm>
              <a:off x="1530490" y="2447265"/>
              <a:ext cx="23040" cy="21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079AF5D-E6AB-0455-EF16-B67BB0188254}"/>
                  </a:ext>
                </a:extLst>
              </p:cNvPr>
              <p:cNvPicPr/>
              <p:nvPr/>
            </p:nvPicPr>
            <p:blipFill>
              <a:blip r:embed="rId1311"/>
              <a:stretch>
                <a:fillRect/>
              </a:stretch>
            </p:blipFill>
            <p:spPr>
              <a:xfrm>
                <a:off x="1521490" y="2438625"/>
                <a:ext cx="4068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4EED18C6-422C-D1EA-271D-682C519EDBEA}"/>
                  </a:ext>
                </a:extLst>
              </p14:cNvPr>
              <p14:cNvContentPartPr/>
              <p14:nvPr/>
            </p14:nvContentPartPr>
            <p14:xfrm>
              <a:off x="1558210" y="2337105"/>
              <a:ext cx="20880" cy="345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4EED18C6-422C-D1EA-271D-682C519EDBEA}"/>
                  </a:ext>
                </a:extLst>
              </p:cNvPr>
              <p:cNvPicPr/>
              <p:nvPr/>
            </p:nvPicPr>
            <p:blipFill>
              <a:blip r:embed="rId1313"/>
              <a:stretch>
                <a:fillRect/>
              </a:stretch>
            </p:blipFill>
            <p:spPr>
              <a:xfrm>
                <a:off x="1549570" y="2328105"/>
                <a:ext cx="3852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97B941FF-586B-99E5-DB23-9C485655D2F1}"/>
                  </a:ext>
                </a:extLst>
              </p14:cNvPr>
              <p14:cNvContentPartPr/>
              <p14:nvPr/>
            </p14:nvContentPartPr>
            <p14:xfrm>
              <a:off x="1732090" y="2367705"/>
              <a:ext cx="25920" cy="2700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97B941FF-586B-99E5-DB23-9C485655D2F1}"/>
                  </a:ext>
                </a:extLst>
              </p:cNvPr>
              <p:cNvPicPr/>
              <p:nvPr/>
            </p:nvPicPr>
            <p:blipFill>
              <a:blip r:embed="rId1315"/>
              <a:stretch>
                <a:fillRect/>
              </a:stretch>
            </p:blipFill>
            <p:spPr>
              <a:xfrm>
                <a:off x="1723450" y="2359065"/>
                <a:ext cx="4356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E44953F9-01EA-8453-AE7D-D6C75841AD98}"/>
                  </a:ext>
                </a:extLst>
              </p14:cNvPr>
              <p14:cNvContentPartPr/>
              <p14:nvPr/>
            </p14:nvContentPartPr>
            <p14:xfrm>
              <a:off x="1843330" y="2480745"/>
              <a:ext cx="8280" cy="2772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E44953F9-01EA-8453-AE7D-D6C75841AD98}"/>
                  </a:ext>
                </a:extLst>
              </p:cNvPr>
              <p:cNvPicPr/>
              <p:nvPr/>
            </p:nvPicPr>
            <p:blipFill>
              <a:blip r:embed="rId1317"/>
              <a:stretch>
                <a:fillRect/>
              </a:stretch>
            </p:blipFill>
            <p:spPr>
              <a:xfrm>
                <a:off x="1834330" y="2471745"/>
                <a:ext cx="25920" cy="4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646" name="Group 645">
            <a:extLst>
              <a:ext uri="{FF2B5EF4-FFF2-40B4-BE49-F238E27FC236}">
                <a16:creationId xmlns:a16="http://schemas.microsoft.com/office/drawing/2014/main" id="{951196F1-4234-227F-3DFA-9EDD44F1CBC9}"/>
              </a:ext>
            </a:extLst>
          </p:cNvPr>
          <p:cNvGrpSpPr/>
          <p:nvPr/>
        </p:nvGrpSpPr>
        <p:grpSpPr>
          <a:xfrm>
            <a:off x="1737130" y="2563545"/>
            <a:ext cx="79560" cy="51120"/>
            <a:chOff x="1737130" y="2563545"/>
            <a:chExt cx="79560" cy="5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1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2A0DD5E-94B0-3537-7E10-72FF90F53EF9}"/>
                    </a:ext>
                  </a:extLst>
                </p14:cNvPr>
                <p14:cNvContentPartPr/>
                <p14:nvPr/>
              </p14:nvContentPartPr>
              <p14:xfrm>
                <a:off x="1769170" y="2563545"/>
                <a:ext cx="47520" cy="259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2A0DD5E-94B0-3537-7E10-72FF90F53EF9}"/>
                    </a:ext>
                  </a:extLst>
                </p:cNvPr>
                <p:cNvPicPr/>
                <p:nvPr/>
              </p:nvPicPr>
              <p:blipFill>
                <a:blip r:embed="rId1319"/>
                <a:stretch>
                  <a:fillRect/>
                </a:stretch>
              </p:blipFill>
              <p:spPr>
                <a:xfrm>
                  <a:off x="1760170" y="2554545"/>
                  <a:ext cx="651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6786132-0D1A-4793-9611-2C5306DC281A}"/>
                    </a:ext>
                  </a:extLst>
                </p14:cNvPr>
                <p14:cNvContentPartPr/>
                <p14:nvPr/>
              </p14:nvContentPartPr>
              <p14:xfrm>
                <a:off x="1737130" y="2612865"/>
                <a:ext cx="11880" cy="18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6786132-0D1A-4793-9611-2C5306DC281A}"/>
                    </a:ext>
                  </a:extLst>
                </p:cNvPr>
                <p:cNvPicPr/>
                <p:nvPr/>
              </p:nvPicPr>
              <p:blipFill>
                <a:blip r:embed="rId1321"/>
                <a:stretch>
                  <a:fillRect/>
                </a:stretch>
              </p:blipFill>
              <p:spPr>
                <a:xfrm>
                  <a:off x="1728130" y="2604225"/>
                  <a:ext cx="29520" cy="1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22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AE8FF6BD-8528-76CC-B038-858243949B5C}"/>
                  </a:ext>
                </a:extLst>
              </p14:cNvPr>
              <p14:cNvContentPartPr/>
              <p14:nvPr/>
            </p14:nvContentPartPr>
            <p14:xfrm>
              <a:off x="1617250" y="2558145"/>
              <a:ext cx="28080" cy="2124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AE8FF6BD-8528-76CC-B038-858243949B5C}"/>
                  </a:ext>
                </a:extLst>
              </p:cNvPr>
              <p:cNvPicPr/>
              <p:nvPr/>
            </p:nvPicPr>
            <p:blipFill>
              <a:blip r:embed="rId1323"/>
              <a:stretch>
                <a:fillRect/>
              </a:stretch>
            </p:blipFill>
            <p:spPr>
              <a:xfrm>
                <a:off x="1608610" y="2549145"/>
                <a:ext cx="4572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4">
            <p14:nvContentPartPr>
              <p14:cNvPr id="605" name="Ink 604">
                <a:extLst>
                  <a:ext uri="{FF2B5EF4-FFF2-40B4-BE49-F238E27FC236}">
                    <a16:creationId xmlns:a16="http://schemas.microsoft.com/office/drawing/2014/main" id="{56772609-F1EC-D0D6-7BC2-E2E1A9A69067}"/>
                  </a:ext>
                </a:extLst>
              </p14:cNvPr>
              <p14:cNvContentPartPr/>
              <p14:nvPr/>
            </p14:nvContentPartPr>
            <p14:xfrm>
              <a:off x="1203970" y="1372305"/>
              <a:ext cx="25920" cy="14400"/>
            </p14:xfrm>
          </p:contentPart>
        </mc:Choice>
        <mc:Fallback xmlns="">
          <p:pic>
            <p:nvPicPr>
              <p:cNvPr id="605" name="Ink 604">
                <a:extLst>
                  <a:ext uri="{FF2B5EF4-FFF2-40B4-BE49-F238E27FC236}">
                    <a16:creationId xmlns:a16="http://schemas.microsoft.com/office/drawing/2014/main" id="{56772609-F1EC-D0D6-7BC2-E2E1A9A69067}"/>
                  </a:ext>
                </a:extLst>
              </p:cNvPr>
              <p:cNvPicPr/>
              <p:nvPr/>
            </p:nvPicPr>
            <p:blipFill>
              <a:blip r:embed="rId1325"/>
              <a:stretch>
                <a:fillRect/>
              </a:stretch>
            </p:blipFill>
            <p:spPr>
              <a:xfrm>
                <a:off x="1195330" y="1363665"/>
                <a:ext cx="4356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6">
            <p14:nvContentPartPr>
              <p14:cNvPr id="606" name="Ink 605">
                <a:extLst>
                  <a:ext uri="{FF2B5EF4-FFF2-40B4-BE49-F238E27FC236}">
                    <a16:creationId xmlns:a16="http://schemas.microsoft.com/office/drawing/2014/main" id="{AFE53718-DD97-9BA4-FC13-5CBD49F21FFE}"/>
                  </a:ext>
                </a:extLst>
              </p14:cNvPr>
              <p14:cNvContentPartPr/>
              <p14:nvPr/>
            </p14:nvContentPartPr>
            <p14:xfrm>
              <a:off x="1136290" y="1258185"/>
              <a:ext cx="22320" cy="55800"/>
            </p14:xfrm>
          </p:contentPart>
        </mc:Choice>
        <mc:Fallback xmlns="">
          <p:pic>
            <p:nvPicPr>
              <p:cNvPr id="606" name="Ink 605">
                <a:extLst>
                  <a:ext uri="{FF2B5EF4-FFF2-40B4-BE49-F238E27FC236}">
                    <a16:creationId xmlns:a16="http://schemas.microsoft.com/office/drawing/2014/main" id="{AFE53718-DD97-9BA4-FC13-5CBD49F21FFE}"/>
                  </a:ext>
                </a:extLst>
              </p:cNvPr>
              <p:cNvPicPr/>
              <p:nvPr/>
            </p:nvPicPr>
            <p:blipFill>
              <a:blip r:embed="rId1327"/>
              <a:stretch>
                <a:fillRect/>
              </a:stretch>
            </p:blipFill>
            <p:spPr>
              <a:xfrm>
                <a:off x="1127650" y="1249545"/>
                <a:ext cx="3996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8">
            <p14:nvContentPartPr>
              <p14:cNvPr id="611" name="Ink 610">
                <a:extLst>
                  <a:ext uri="{FF2B5EF4-FFF2-40B4-BE49-F238E27FC236}">
                    <a16:creationId xmlns:a16="http://schemas.microsoft.com/office/drawing/2014/main" id="{3BFF5AE9-F31C-0B1C-C76A-244344D79FA3}"/>
                  </a:ext>
                </a:extLst>
              </p14:cNvPr>
              <p14:cNvContentPartPr/>
              <p14:nvPr/>
            </p14:nvContentPartPr>
            <p14:xfrm>
              <a:off x="1297570" y="1095105"/>
              <a:ext cx="52200" cy="34920"/>
            </p14:xfrm>
          </p:contentPart>
        </mc:Choice>
        <mc:Fallback xmlns="">
          <p:pic>
            <p:nvPicPr>
              <p:cNvPr id="611" name="Ink 610">
                <a:extLst>
                  <a:ext uri="{FF2B5EF4-FFF2-40B4-BE49-F238E27FC236}">
                    <a16:creationId xmlns:a16="http://schemas.microsoft.com/office/drawing/2014/main" id="{3BFF5AE9-F31C-0B1C-C76A-244344D79FA3}"/>
                  </a:ext>
                </a:extLst>
              </p:cNvPr>
              <p:cNvPicPr/>
              <p:nvPr/>
            </p:nvPicPr>
            <p:blipFill>
              <a:blip r:embed="rId1329"/>
              <a:stretch>
                <a:fillRect/>
              </a:stretch>
            </p:blipFill>
            <p:spPr>
              <a:xfrm>
                <a:off x="1288570" y="1086465"/>
                <a:ext cx="6984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0">
            <p14:nvContentPartPr>
              <p14:cNvPr id="632" name="Ink 631">
                <a:extLst>
                  <a:ext uri="{FF2B5EF4-FFF2-40B4-BE49-F238E27FC236}">
                    <a16:creationId xmlns:a16="http://schemas.microsoft.com/office/drawing/2014/main" id="{528DE2F5-5881-9D87-1159-B9661881E96B}"/>
                  </a:ext>
                </a:extLst>
              </p14:cNvPr>
              <p14:cNvContentPartPr/>
              <p14:nvPr/>
            </p14:nvContentPartPr>
            <p14:xfrm>
              <a:off x="1503490" y="1132545"/>
              <a:ext cx="21600" cy="37080"/>
            </p14:xfrm>
          </p:contentPart>
        </mc:Choice>
        <mc:Fallback xmlns="">
          <p:pic>
            <p:nvPicPr>
              <p:cNvPr id="632" name="Ink 631">
                <a:extLst>
                  <a:ext uri="{FF2B5EF4-FFF2-40B4-BE49-F238E27FC236}">
                    <a16:creationId xmlns:a16="http://schemas.microsoft.com/office/drawing/2014/main" id="{528DE2F5-5881-9D87-1159-B9661881E96B}"/>
                  </a:ext>
                </a:extLst>
              </p:cNvPr>
              <p:cNvPicPr/>
              <p:nvPr/>
            </p:nvPicPr>
            <p:blipFill>
              <a:blip r:embed="rId1331"/>
              <a:stretch>
                <a:fillRect/>
              </a:stretch>
            </p:blipFill>
            <p:spPr>
              <a:xfrm>
                <a:off x="1494490" y="1123905"/>
                <a:ext cx="3924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2">
            <p14:nvContentPartPr>
              <p14:cNvPr id="635" name="Ink 634">
                <a:extLst>
                  <a:ext uri="{FF2B5EF4-FFF2-40B4-BE49-F238E27FC236}">
                    <a16:creationId xmlns:a16="http://schemas.microsoft.com/office/drawing/2014/main" id="{C6D784D1-99B5-89A7-B99F-3732DBB45713}"/>
                  </a:ext>
                </a:extLst>
              </p14:cNvPr>
              <p14:cNvContentPartPr/>
              <p14:nvPr/>
            </p14:nvContentPartPr>
            <p14:xfrm>
              <a:off x="1504210" y="1290225"/>
              <a:ext cx="9720" cy="3600"/>
            </p14:xfrm>
          </p:contentPart>
        </mc:Choice>
        <mc:Fallback xmlns="">
          <p:pic>
            <p:nvPicPr>
              <p:cNvPr id="635" name="Ink 634">
                <a:extLst>
                  <a:ext uri="{FF2B5EF4-FFF2-40B4-BE49-F238E27FC236}">
                    <a16:creationId xmlns:a16="http://schemas.microsoft.com/office/drawing/2014/main" id="{C6D784D1-99B5-89A7-B99F-3732DBB45713}"/>
                  </a:ext>
                </a:extLst>
              </p:cNvPr>
              <p:cNvPicPr/>
              <p:nvPr/>
            </p:nvPicPr>
            <p:blipFill>
              <a:blip r:embed="rId1333"/>
              <a:stretch>
                <a:fillRect/>
              </a:stretch>
            </p:blipFill>
            <p:spPr>
              <a:xfrm>
                <a:off x="1495210" y="1281585"/>
                <a:ext cx="2736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4">
            <p14:nvContentPartPr>
              <p14:cNvPr id="639" name="Ink 638">
                <a:extLst>
                  <a:ext uri="{FF2B5EF4-FFF2-40B4-BE49-F238E27FC236}">
                    <a16:creationId xmlns:a16="http://schemas.microsoft.com/office/drawing/2014/main" id="{E661519E-53DD-6A69-5C3D-3C1BF58A44E2}"/>
                  </a:ext>
                </a:extLst>
              </p14:cNvPr>
              <p14:cNvContentPartPr/>
              <p14:nvPr/>
            </p14:nvContentPartPr>
            <p14:xfrm>
              <a:off x="1323850" y="1319025"/>
              <a:ext cx="11160" cy="15840"/>
            </p14:xfrm>
          </p:contentPart>
        </mc:Choice>
        <mc:Fallback xmlns="">
          <p:pic>
            <p:nvPicPr>
              <p:cNvPr id="639" name="Ink 638">
                <a:extLst>
                  <a:ext uri="{FF2B5EF4-FFF2-40B4-BE49-F238E27FC236}">
                    <a16:creationId xmlns:a16="http://schemas.microsoft.com/office/drawing/2014/main" id="{E661519E-53DD-6A69-5C3D-3C1BF58A44E2}"/>
                  </a:ext>
                </a:extLst>
              </p:cNvPr>
              <p:cNvPicPr/>
              <p:nvPr/>
            </p:nvPicPr>
            <p:blipFill>
              <a:blip r:embed="rId1335"/>
              <a:stretch>
                <a:fillRect/>
              </a:stretch>
            </p:blipFill>
            <p:spPr>
              <a:xfrm>
                <a:off x="1314850" y="1310025"/>
                <a:ext cx="2880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6">
            <p14:nvContentPartPr>
              <p14:cNvPr id="648" name="Ink 647">
                <a:extLst>
                  <a:ext uri="{FF2B5EF4-FFF2-40B4-BE49-F238E27FC236}">
                    <a16:creationId xmlns:a16="http://schemas.microsoft.com/office/drawing/2014/main" id="{AD3EE0F3-AE42-5B8D-D3BC-283F82C92C03}"/>
                  </a:ext>
                </a:extLst>
              </p14:cNvPr>
              <p14:cNvContentPartPr/>
              <p14:nvPr/>
            </p14:nvContentPartPr>
            <p14:xfrm>
              <a:off x="5287090" y="386625"/>
              <a:ext cx="360" cy="360"/>
            </p14:xfrm>
          </p:contentPart>
        </mc:Choice>
        <mc:Fallback xmlns="">
          <p:pic>
            <p:nvPicPr>
              <p:cNvPr id="648" name="Ink 647">
                <a:extLst>
                  <a:ext uri="{FF2B5EF4-FFF2-40B4-BE49-F238E27FC236}">
                    <a16:creationId xmlns:a16="http://schemas.microsoft.com/office/drawing/2014/main" id="{AD3EE0F3-AE42-5B8D-D3BC-283F82C92C03}"/>
                  </a:ext>
                </a:extLst>
              </p:cNvPr>
              <p:cNvPicPr/>
              <p:nvPr/>
            </p:nvPicPr>
            <p:blipFill>
              <a:blip r:embed="rId1337"/>
              <a:stretch>
                <a:fillRect/>
              </a:stretch>
            </p:blipFill>
            <p:spPr>
              <a:xfrm>
                <a:off x="5278090" y="377625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11" name="Group 710">
            <a:extLst>
              <a:ext uri="{FF2B5EF4-FFF2-40B4-BE49-F238E27FC236}">
                <a16:creationId xmlns:a16="http://schemas.microsoft.com/office/drawing/2014/main" id="{00B308CC-083D-4F58-C8DC-A5CAE9CB5E36}"/>
              </a:ext>
            </a:extLst>
          </p:cNvPr>
          <p:cNvGrpSpPr/>
          <p:nvPr/>
        </p:nvGrpSpPr>
        <p:grpSpPr>
          <a:xfrm>
            <a:off x="5287090" y="148305"/>
            <a:ext cx="785160" cy="169560"/>
            <a:chOff x="5287090" y="148305"/>
            <a:chExt cx="785160" cy="16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38">
              <p14:nvContentPartPr>
                <p14:cNvPr id="650" name="Ink 649">
                  <a:extLst>
                    <a:ext uri="{FF2B5EF4-FFF2-40B4-BE49-F238E27FC236}">
                      <a16:creationId xmlns:a16="http://schemas.microsoft.com/office/drawing/2014/main" id="{3CE1C798-9D80-FC68-915F-930889A6C5EA}"/>
                    </a:ext>
                  </a:extLst>
                </p14:cNvPr>
                <p14:cNvContentPartPr/>
                <p14:nvPr/>
              </p14:nvContentPartPr>
              <p14:xfrm>
                <a:off x="5287090" y="171345"/>
                <a:ext cx="174240" cy="146520"/>
              </p14:xfrm>
            </p:contentPart>
          </mc:Choice>
          <mc:Fallback xmlns="">
            <p:pic>
              <p:nvPicPr>
                <p:cNvPr id="650" name="Ink 649">
                  <a:extLst>
                    <a:ext uri="{FF2B5EF4-FFF2-40B4-BE49-F238E27FC236}">
                      <a16:creationId xmlns:a16="http://schemas.microsoft.com/office/drawing/2014/main" id="{3CE1C798-9D80-FC68-915F-930889A6C5EA}"/>
                    </a:ext>
                  </a:extLst>
                </p:cNvPr>
                <p:cNvPicPr/>
                <p:nvPr/>
              </p:nvPicPr>
              <p:blipFill>
                <a:blip r:embed="rId1339"/>
                <a:stretch>
                  <a:fillRect/>
                </a:stretch>
              </p:blipFill>
              <p:spPr>
                <a:xfrm>
                  <a:off x="5278090" y="162705"/>
                  <a:ext cx="1918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0">
              <p14:nvContentPartPr>
                <p14:cNvPr id="657" name="Ink 656">
                  <a:extLst>
                    <a:ext uri="{FF2B5EF4-FFF2-40B4-BE49-F238E27FC236}">
                      <a16:creationId xmlns:a16="http://schemas.microsoft.com/office/drawing/2014/main" id="{715317F1-6FEF-0DBB-CE7D-DE097F9235BF}"/>
                    </a:ext>
                  </a:extLst>
                </p14:cNvPr>
                <p14:cNvContentPartPr/>
                <p14:nvPr/>
              </p14:nvContentPartPr>
              <p14:xfrm>
                <a:off x="5506330" y="148305"/>
                <a:ext cx="103680" cy="141480"/>
              </p14:xfrm>
            </p:contentPart>
          </mc:Choice>
          <mc:Fallback xmlns="">
            <p:pic>
              <p:nvPicPr>
                <p:cNvPr id="657" name="Ink 656">
                  <a:extLst>
                    <a:ext uri="{FF2B5EF4-FFF2-40B4-BE49-F238E27FC236}">
                      <a16:creationId xmlns:a16="http://schemas.microsoft.com/office/drawing/2014/main" id="{715317F1-6FEF-0DBB-CE7D-DE097F9235BF}"/>
                    </a:ext>
                  </a:extLst>
                </p:cNvPr>
                <p:cNvPicPr/>
                <p:nvPr/>
              </p:nvPicPr>
              <p:blipFill>
                <a:blip r:embed="rId1341"/>
                <a:stretch>
                  <a:fillRect/>
                </a:stretch>
              </p:blipFill>
              <p:spPr>
                <a:xfrm>
                  <a:off x="5497690" y="139665"/>
                  <a:ext cx="1213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2">
              <p14:nvContentPartPr>
                <p14:cNvPr id="674" name="Ink 673">
                  <a:extLst>
                    <a:ext uri="{FF2B5EF4-FFF2-40B4-BE49-F238E27FC236}">
                      <a16:creationId xmlns:a16="http://schemas.microsoft.com/office/drawing/2014/main" id="{B1DC2531-5BB2-71D8-DD65-362F3AB749EB}"/>
                    </a:ext>
                  </a:extLst>
                </p14:cNvPr>
                <p14:cNvContentPartPr/>
                <p14:nvPr/>
              </p14:nvContentPartPr>
              <p14:xfrm>
                <a:off x="5674090" y="155145"/>
                <a:ext cx="95040" cy="147600"/>
              </p14:xfrm>
            </p:contentPart>
          </mc:Choice>
          <mc:Fallback xmlns="">
            <p:pic>
              <p:nvPicPr>
                <p:cNvPr id="674" name="Ink 673">
                  <a:extLst>
                    <a:ext uri="{FF2B5EF4-FFF2-40B4-BE49-F238E27FC236}">
                      <a16:creationId xmlns:a16="http://schemas.microsoft.com/office/drawing/2014/main" id="{B1DC2531-5BB2-71D8-DD65-362F3AB749EB}"/>
                    </a:ext>
                  </a:extLst>
                </p:cNvPr>
                <p:cNvPicPr/>
                <p:nvPr/>
              </p:nvPicPr>
              <p:blipFill>
                <a:blip r:embed="rId1343"/>
                <a:stretch>
                  <a:fillRect/>
                </a:stretch>
              </p:blipFill>
              <p:spPr>
                <a:xfrm>
                  <a:off x="5665090" y="146505"/>
                  <a:ext cx="1126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4">
              <p14:nvContentPartPr>
                <p14:cNvPr id="675" name="Ink 674">
                  <a:extLst>
                    <a:ext uri="{FF2B5EF4-FFF2-40B4-BE49-F238E27FC236}">
                      <a16:creationId xmlns:a16="http://schemas.microsoft.com/office/drawing/2014/main" id="{E9DFF28D-E1D6-2BEA-44C8-DE3DE715EB07}"/>
                    </a:ext>
                  </a:extLst>
                </p14:cNvPr>
                <p14:cNvContentPartPr/>
                <p14:nvPr/>
              </p14:nvContentPartPr>
              <p14:xfrm>
                <a:off x="5811610" y="160185"/>
                <a:ext cx="68040" cy="132480"/>
              </p14:xfrm>
            </p:contentPart>
          </mc:Choice>
          <mc:Fallback xmlns="">
            <p:pic>
              <p:nvPicPr>
                <p:cNvPr id="675" name="Ink 674">
                  <a:extLst>
                    <a:ext uri="{FF2B5EF4-FFF2-40B4-BE49-F238E27FC236}">
                      <a16:creationId xmlns:a16="http://schemas.microsoft.com/office/drawing/2014/main" id="{E9DFF28D-E1D6-2BEA-44C8-DE3DE715EB07}"/>
                    </a:ext>
                  </a:extLst>
                </p:cNvPr>
                <p:cNvPicPr/>
                <p:nvPr/>
              </p:nvPicPr>
              <p:blipFill>
                <a:blip r:embed="rId1345"/>
                <a:stretch>
                  <a:fillRect/>
                </a:stretch>
              </p:blipFill>
              <p:spPr>
                <a:xfrm>
                  <a:off x="5802610" y="151185"/>
                  <a:ext cx="856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6">
              <p14:nvContentPartPr>
                <p14:cNvPr id="707" name="Ink 706">
                  <a:extLst>
                    <a:ext uri="{FF2B5EF4-FFF2-40B4-BE49-F238E27FC236}">
                      <a16:creationId xmlns:a16="http://schemas.microsoft.com/office/drawing/2014/main" id="{2733BDD9-E4BB-5F8A-5136-267CF1E3934C}"/>
                    </a:ext>
                  </a:extLst>
                </p14:cNvPr>
                <p14:cNvContentPartPr/>
                <p14:nvPr/>
              </p14:nvContentPartPr>
              <p14:xfrm>
                <a:off x="5944810" y="155505"/>
                <a:ext cx="86040" cy="23040"/>
              </p14:xfrm>
            </p:contentPart>
          </mc:Choice>
          <mc:Fallback xmlns="">
            <p:pic>
              <p:nvPicPr>
                <p:cNvPr id="707" name="Ink 706">
                  <a:extLst>
                    <a:ext uri="{FF2B5EF4-FFF2-40B4-BE49-F238E27FC236}">
                      <a16:creationId xmlns:a16="http://schemas.microsoft.com/office/drawing/2014/main" id="{2733BDD9-E4BB-5F8A-5136-267CF1E3934C}"/>
                    </a:ext>
                  </a:extLst>
                </p:cNvPr>
                <p:cNvPicPr/>
                <p:nvPr/>
              </p:nvPicPr>
              <p:blipFill>
                <a:blip r:embed="rId1347"/>
                <a:stretch>
                  <a:fillRect/>
                </a:stretch>
              </p:blipFill>
              <p:spPr>
                <a:xfrm>
                  <a:off x="5935810" y="146505"/>
                  <a:ext cx="1036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8">
              <p14:nvContentPartPr>
                <p14:cNvPr id="708" name="Ink 707">
                  <a:extLst>
                    <a:ext uri="{FF2B5EF4-FFF2-40B4-BE49-F238E27FC236}">
                      <a16:creationId xmlns:a16="http://schemas.microsoft.com/office/drawing/2014/main" id="{E540A903-F489-70E1-D815-8FAA6896ACC4}"/>
                    </a:ext>
                  </a:extLst>
                </p14:cNvPr>
                <p14:cNvContentPartPr/>
                <p14:nvPr/>
              </p14:nvContentPartPr>
              <p14:xfrm>
                <a:off x="5967490" y="218865"/>
                <a:ext cx="104760" cy="15840"/>
              </p14:xfrm>
            </p:contentPart>
          </mc:Choice>
          <mc:Fallback xmlns="">
            <p:pic>
              <p:nvPicPr>
                <p:cNvPr id="708" name="Ink 707">
                  <a:extLst>
                    <a:ext uri="{FF2B5EF4-FFF2-40B4-BE49-F238E27FC236}">
                      <a16:creationId xmlns:a16="http://schemas.microsoft.com/office/drawing/2014/main" id="{E540A903-F489-70E1-D815-8FAA6896ACC4}"/>
                    </a:ext>
                  </a:extLst>
                </p:cNvPr>
                <p:cNvPicPr/>
                <p:nvPr/>
              </p:nvPicPr>
              <p:blipFill>
                <a:blip r:embed="rId1349"/>
                <a:stretch>
                  <a:fillRect/>
                </a:stretch>
              </p:blipFill>
              <p:spPr>
                <a:xfrm>
                  <a:off x="5958850" y="209865"/>
                  <a:ext cx="122400" cy="3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4" name="Group 713">
            <a:extLst>
              <a:ext uri="{FF2B5EF4-FFF2-40B4-BE49-F238E27FC236}">
                <a16:creationId xmlns:a16="http://schemas.microsoft.com/office/drawing/2014/main" id="{1D30138E-B203-C00D-5AB1-14E0B0D0512B}"/>
              </a:ext>
            </a:extLst>
          </p:cNvPr>
          <p:cNvGrpSpPr/>
          <p:nvPr/>
        </p:nvGrpSpPr>
        <p:grpSpPr>
          <a:xfrm>
            <a:off x="6202570" y="73065"/>
            <a:ext cx="316800" cy="147240"/>
            <a:chOff x="6202570" y="73065"/>
            <a:chExt cx="316800" cy="14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50">
              <p14:nvContentPartPr>
                <p14:cNvPr id="712" name="Ink 711">
                  <a:extLst>
                    <a:ext uri="{FF2B5EF4-FFF2-40B4-BE49-F238E27FC236}">
                      <a16:creationId xmlns:a16="http://schemas.microsoft.com/office/drawing/2014/main" id="{E902AC5F-352F-4833-CED0-E39A1031AF19}"/>
                    </a:ext>
                  </a:extLst>
                </p14:cNvPr>
                <p14:cNvContentPartPr/>
                <p14:nvPr/>
              </p14:nvContentPartPr>
              <p14:xfrm>
                <a:off x="6202570" y="73065"/>
                <a:ext cx="59760" cy="147240"/>
              </p14:xfrm>
            </p:contentPart>
          </mc:Choice>
          <mc:Fallback xmlns="">
            <p:pic>
              <p:nvPicPr>
                <p:cNvPr id="712" name="Ink 711">
                  <a:extLst>
                    <a:ext uri="{FF2B5EF4-FFF2-40B4-BE49-F238E27FC236}">
                      <a16:creationId xmlns:a16="http://schemas.microsoft.com/office/drawing/2014/main" id="{E902AC5F-352F-4833-CED0-E39A1031AF19}"/>
                    </a:ext>
                  </a:extLst>
                </p:cNvPr>
                <p:cNvPicPr/>
                <p:nvPr/>
              </p:nvPicPr>
              <p:blipFill>
                <a:blip r:embed="rId1351"/>
                <a:stretch>
                  <a:fillRect/>
                </a:stretch>
              </p:blipFill>
              <p:spPr>
                <a:xfrm>
                  <a:off x="6193570" y="64425"/>
                  <a:ext cx="774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2">
              <p14:nvContentPartPr>
                <p14:cNvPr id="713" name="Ink 712">
                  <a:extLst>
                    <a:ext uri="{FF2B5EF4-FFF2-40B4-BE49-F238E27FC236}">
                      <a16:creationId xmlns:a16="http://schemas.microsoft.com/office/drawing/2014/main" id="{FD2B5762-225A-529C-F4C3-C95D18E53284}"/>
                    </a:ext>
                  </a:extLst>
                </p14:cNvPr>
                <p14:cNvContentPartPr/>
                <p14:nvPr/>
              </p14:nvContentPartPr>
              <p14:xfrm>
                <a:off x="6307330" y="79545"/>
                <a:ext cx="212040" cy="116280"/>
              </p14:xfrm>
            </p:contentPart>
          </mc:Choice>
          <mc:Fallback xmlns="">
            <p:pic>
              <p:nvPicPr>
                <p:cNvPr id="713" name="Ink 712">
                  <a:extLst>
                    <a:ext uri="{FF2B5EF4-FFF2-40B4-BE49-F238E27FC236}">
                      <a16:creationId xmlns:a16="http://schemas.microsoft.com/office/drawing/2014/main" id="{FD2B5762-225A-529C-F4C3-C95D18E53284}"/>
                    </a:ext>
                  </a:extLst>
                </p:cNvPr>
                <p:cNvPicPr/>
                <p:nvPr/>
              </p:nvPicPr>
              <p:blipFill>
                <a:blip r:embed="rId1353"/>
                <a:stretch>
                  <a:fillRect/>
                </a:stretch>
              </p:blipFill>
              <p:spPr>
                <a:xfrm>
                  <a:off x="6298690" y="70545"/>
                  <a:ext cx="229680" cy="13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1" name="Group 720">
            <a:extLst>
              <a:ext uri="{FF2B5EF4-FFF2-40B4-BE49-F238E27FC236}">
                <a16:creationId xmlns:a16="http://schemas.microsoft.com/office/drawing/2014/main" id="{0F16D761-E28B-42AB-E929-478EA0AF30FF}"/>
              </a:ext>
            </a:extLst>
          </p:cNvPr>
          <p:cNvGrpSpPr/>
          <p:nvPr/>
        </p:nvGrpSpPr>
        <p:grpSpPr>
          <a:xfrm>
            <a:off x="10746490" y="339825"/>
            <a:ext cx="277560" cy="168120"/>
            <a:chOff x="10746490" y="339825"/>
            <a:chExt cx="277560" cy="16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54">
              <p14:nvContentPartPr>
                <p14:cNvPr id="719" name="Ink 718">
                  <a:extLst>
                    <a:ext uri="{FF2B5EF4-FFF2-40B4-BE49-F238E27FC236}">
                      <a16:creationId xmlns:a16="http://schemas.microsoft.com/office/drawing/2014/main" id="{E1A25D53-224B-752B-C48F-F7551BAEAF51}"/>
                    </a:ext>
                  </a:extLst>
                </p14:cNvPr>
                <p14:cNvContentPartPr/>
                <p14:nvPr/>
              </p14:nvContentPartPr>
              <p14:xfrm>
                <a:off x="10746490" y="339825"/>
                <a:ext cx="116640" cy="168120"/>
              </p14:xfrm>
            </p:contentPart>
          </mc:Choice>
          <mc:Fallback xmlns="">
            <p:pic>
              <p:nvPicPr>
                <p:cNvPr id="719" name="Ink 718">
                  <a:extLst>
                    <a:ext uri="{FF2B5EF4-FFF2-40B4-BE49-F238E27FC236}">
                      <a16:creationId xmlns:a16="http://schemas.microsoft.com/office/drawing/2014/main" id="{E1A25D53-224B-752B-C48F-F7551BAEAF51}"/>
                    </a:ext>
                  </a:extLst>
                </p:cNvPr>
                <p:cNvPicPr/>
                <p:nvPr/>
              </p:nvPicPr>
              <p:blipFill>
                <a:blip r:embed="rId1355"/>
                <a:stretch>
                  <a:fillRect/>
                </a:stretch>
              </p:blipFill>
              <p:spPr>
                <a:xfrm>
                  <a:off x="10737850" y="330825"/>
                  <a:ext cx="1342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6">
              <p14:nvContentPartPr>
                <p14:cNvPr id="720" name="Ink 719">
                  <a:extLst>
                    <a:ext uri="{FF2B5EF4-FFF2-40B4-BE49-F238E27FC236}">
                      <a16:creationId xmlns:a16="http://schemas.microsoft.com/office/drawing/2014/main" id="{0EA4C5F3-BE80-26F6-5EDA-0C3CC228FC15}"/>
                    </a:ext>
                  </a:extLst>
                </p14:cNvPr>
                <p14:cNvContentPartPr/>
                <p14:nvPr/>
              </p14:nvContentPartPr>
              <p14:xfrm>
                <a:off x="10947370" y="376185"/>
                <a:ext cx="76680" cy="105480"/>
              </p14:xfrm>
            </p:contentPart>
          </mc:Choice>
          <mc:Fallback xmlns="">
            <p:pic>
              <p:nvPicPr>
                <p:cNvPr id="720" name="Ink 719">
                  <a:extLst>
                    <a:ext uri="{FF2B5EF4-FFF2-40B4-BE49-F238E27FC236}">
                      <a16:creationId xmlns:a16="http://schemas.microsoft.com/office/drawing/2014/main" id="{0EA4C5F3-BE80-26F6-5EDA-0C3CC228FC15}"/>
                    </a:ext>
                  </a:extLst>
                </p:cNvPr>
                <p:cNvPicPr/>
                <p:nvPr/>
              </p:nvPicPr>
              <p:blipFill>
                <a:blip r:embed="rId1357"/>
                <a:stretch>
                  <a:fillRect/>
                </a:stretch>
              </p:blipFill>
              <p:spPr>
                <a:xfrm>
                  <a:off x="10938730" y="367545"/>
                  <a:ext cx="9432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CA085EA-8A6E-69F9-E1E4-8C8726718BBF}"/>
              </a:ext>
            </a:extLst>
          </p:cNvPr>
          <p:cNvGrpSpPr/>
          <p:nvPr/>
        </p:nvGrpSpPr>
        <p:grpSpPr>
          <a:xfrm>
            <a:off x="9412560" y="3638324"/>
            <a:ext cx="266760" cy="233640"/>
            <a:chOff x="9412560" y="3638324"/>
            <a:chExt cx="266760" cy="23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5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8A40725-CC04-57D0-DFE4-FE168D87F0F1}"/>
                    </a:ext>
                  </a:extLst>
                </p14:cNvPr>
                <p14:cNvContentPartPr/>
                <p14:nvPr/>
              </p14:nvContentPartPr>
              <p14:xfrm>
                <a:off x="9412560" y="3670364"/>
                <a:ext cx="120600" cy="201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8A40725-CC04-57D0-DFE4-FE168D87F0F1}"/>
                    </a:ext>
                  </a:extLst>
                </p:cNvPr>
                <p:cNvPicPr/>
                <p:nvPr/>
              </p:nvPicPr>
              <p:blipFill>
                <a:blip r:embed="rId1359"/>
                <a:stretch>
                  <a:fillRect/>
                </a:stretch>
              </p:blipFill>
              <p:spPr>
                <a:xfrm>
                  <a:off x="9403560" y="3661364"/>
                  <a:ext cx="1382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89F1518-531D-B9B1-52AF-B6292A59EC90}"/>
                    </a:ext>
                  </a:extLst>
                </p14:cNvPr>
                <p14:cNvContentPartPr/>
                <p14:nvPr/>
              </p14:nvContentPartPr>
              <p14:xfrm>
                <a:off x="9559440" y="3703124"/>
                <a:ext cx="110520" cy="143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89F1518-531D-B9B1-52AF-B6292A59EC90}"/>
                    </a:ext>
                  </a:extLst>
                </p:cNvPr>
                <p:cNvPicPr/>
                <p:nvPr/>
              </p:nvPicPr>
              <p:blipFill>
                <a:blip r:embed="rId1361"/>
                <a:stretch>
                  <a:fillRect/>
                </a:stretch>
              </p:blipFill>
              <p:spPr>
                <a:xfrm>
                  <a:off x="9550440" y="3694484"/>
                  <a:ext cx="1281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E0E8E35-3012-836B-6F0A-F55A41433E27}"/>
                    </a:ext>
                  </a:extLst>
                </p14:cNvPr>
                <p14:cNvContentPartPr/>
                <p14:nvPr/>
              </p14:nvContentPartPr>
              <p14:xfrm>
                <a:off x="9564480" y="3638324"/>
                <a:ext cx="114840" cy="86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E0E8E35-3012-836B-6F0A-F55A41433E27}"/>
                    </a:ext>
                  </a:extLst>
                </p:cNvPr>
                <p:cNvPicPr/>
                <p:nvPr/>
              </p:nvPicPr>
              <p:blipFill>
                <a:blip r:embed="rId1363"/>
                <a:stretch>
                  <a:fillRect/>
                </a:stretch>
              </p:blipFill>
              <p:spPr>
                <a:xfrm>
                  <a:off x="9555480" y="3629684"/>
                  <a:ext cx="132480" cy="10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A44775F-C799-230B-852A-410CB0C9037B}"/>
              </a:ext>
            </a:extLst>
          </p:cNvPr>
          <p:cNvGrpSpPr/>
          <p:nvPr/>
        </p:nvGrpSpPr>
        <p:grpSpPr>
          <a:xfrm>
            <a:off x="9281880" y="3362564"/>
            <a:ext cx="265320" cy="170280"/>
            <a:chOff x="9281880" y="3362564"/>
            <a:chExt cx="265320" cy="17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A3D56AF-8490-013D-6F3D-01EDBB4538F7}"/>
                    </a:ext>
                  </a:extLst>
                </p14:cNvPr>
                <p14:cNvContentPartPr/>
                <p14:nvPr/>
              </p14:nvContentPartPr>
              <p14:xfrm>
                <a:off x="9281880" y="3367964"/>
                <a:ext cx="139320" cy="1648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A3D56AF-8490-013D-6F3D-01EDBB4538F7}"/>
                    </a:ext>
                  </a:extLst>
                </p:cNvPr>
                <p:cNvPicPr/>
                <p:nvPr/>
              </p:nvPicPr>
              <p:blipFill>
                <a:blip r:embed="rId1365"/>
                <a:stretch>
                  <a:fillRect/>
                </a:stretch>
              </p:blipFill>
              <p:spPr>
                <a:xfrm>
                  <a:off x="9272880" y="3359324"/>
                  <a:ext cx="1569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7E68D6D-1A55-54E7-1DE3-3E1EA442F380}"/>
                    </a:ext>
                  </a:extLst>
                </p14:cNvPr>
                <p14:cNvContentPartPr/>
                <p14:nvPr/>
              </p14:nvContentPartPr>
              <p14:xfrm>
                <a:off x="9443160" y="3362564"/>
                <a:ext cx="104040" cy="120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7E68D6D-1A55-54E7-1DE3-3E1EA442F380}"/>
                    </a:ext>
                  </a:extLst>
                </p:cNvPr>
                <p:cNvPicPr/>
                <p:nvPr/>
              </p:nvPicPr>
              <p:blipFill>
                <a:blip r:embed="rId1367"/>
                <a:stretch>
                  <a:fillRect/>
                </a:stretch>
              </p:blipFill>
              <p:spPr>
                <a:xfrm>
                  <a:off x="9434520" y="3353564"/>
                  <a:ext cx="12168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9BAF785-C362-15EA-A97D-2637CEF78B24}"/>
              </a:ext>
            </a:extLst>
          </p:cNvPr>
          <p:cNvGrpSpPr/>
          <p:nvPr/>
        </p:nvGrpSpPr>
        <p:grpSpPr>
          <a:xfrm>
            <a:off x="9218880" y="3078164"/>
            <a:ext cx="298800" cy="188640"/>
            <a:chOff x="9218880" y="3078164"/>
            <a:chExt cx="298800" cy="18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4D923E9-4A99-C645-7FAE-35D1F9E613ED}"/>
                    </a:ext>
                  </a:extLst>
                </p14:cNvPr>
                <p14:cNvContentPartPr/>
                <p14:nvPr/>
              </p14:nvContentPartPr>
              <p14:xfrm>
                <a:off x="9218880" y="3114884"/>
                <a:ext cx="172440" cy="1519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4D923E9-4A99-C645-7FAE-35D1F9E613ED}"/>
                    </a:ext>
                  </a:extLst>
                </p:cNvPr>
                <p:cNvPicPr/>
                <p:nvPr/>
              </p:nvPicPr>
              <p:blipFill>
                <a:blip r:embed="rId1369"/>
                <a:stretch>
                  <a:fillRect/>
                </a:stretch>
              </p:blipFill>
              <p:spPr>
                <a:xfrm>
                  <a:off x="9209880" y="3106244"/>
                  <a:ext cx="1900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FAFB6EC-A0B9-129E-F8E7-BF972EEE2368}"/>
                    </a:ext>
                  </a:extLst>
                </p14:cNvPr>
                <p14:cNvContentPartPr/>
                <p14:nvPr/>
              </p14:nvContentPartPr>
              <p14:xfrm>
                <a:off x="9401760" y="3114884"/>
                <a:ext cx="84960" cy="142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FAFB6EC-A0B9-129E-F8E7-BF972EEE2368}"/>
                    </a:ext>
                  </a:extLst>
                </p:cNvPr>
                <p:cNvPicPr/>
                <p:nvPr/>
              </p:nvPicPr>
              <p:blipFill>
                <a:blip r:embed="rId1371"/>
                <a:stretch>
                  <a:fillRect/>
                </a:stretch>
              </p:blipFill>
              <p:spPr>
                <a:xfrm>
                  <a:off x="9392760" y="3105884"/>
                  <a:ext cx="1026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D4F5AB8-6B6B-38FA-2B3F-55029D1BBB10}"/>
                    </a:ext>
                  </a:extLst>
                </p14:cNvPr>
                <p14:cNvContentPartPr/>
                <p14:nvPr/>
              </p14:nvContentPartPr>
              <p14:xfrm>
                <a:off x="9408600" y="3078164"/>
                <a:ext cx="109080" cy="615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D4F5AB8-6B6B-38FA-2B3F-55029D1BBB10}"/>
                    </a:ext>
                  </a:extLst>
                </p:cNvPr>
                <p:cNvPicPr/>
                <p:nvPr/>
              </p:nvPicPr>
              <p:blipFill>
                <a:blip r:embed="rId1373"/>
                <a:stretch>
                  <a:fillRect/>
                </a:stretch>
              </p:blipFill>
              <p:spPr>
                <a:xfrm>
                  <a:off x="9399960" y="3069524"/>
                  <a:ext cx="126720" cy="79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5398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FA56645-8B5A-6E9A-DD86-9CB64258B833}"/>
              </a:ext>
            </a:extLst>
          </p:cNvPr>
          <p:cNvGrpSpPr/>
          <p:nvPr/>
        </p:nvGrpSpPr>
        <p:grpSpPr>
          <a:xfrm>
            <a:off x="2835000" y="779924"/>
            <a:ext cx="3809160" cy="843840"/>
            <a:chOff x="2835000" y="779924"/>
            <a:chExt cx="3809160" cy="84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F68109E-3FF1-6C0A-8DF9-51CDDA92E298}"/>
                    </a:ext>
                  </a:extLst>
                </p14:cNvPr>
                <p14:cNvContentPartPr/>
                <p14:nvPr/>
              </p14:nvContentPartPr>
              <p14:xfrm>
                <a:off x="3068280" y="779924"/>
                <a:ext cx="356040" cy="3546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F68109E-3FF1-6C0A-8DF9-51CDDA92E29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059280" y="771284"/>
                  <a:ext cx="37368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F2DF5EE-1D1E-AD89-FA71-73140C538892}"/>
                    </a:ext>
                  </a:extLst>
                </p14:cNvPr>
                <p14:cNvContentPartPr/>
                <p14:nvPr/>
              </p14:nvContentPartPr>
              <p14:xfrm>
                <a:off x="2835000" y="981164"/>
                <a:ext cx="520560" cy="846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F2DF5EE-1D1E-AD89-FA71-73140C53889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26000" y="972524"/>
                  <a:ext cx="5382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85C133D-544A-18B2-0DD7-D919013F74B7}"/>
                    </a:ext>
                  </a:extLst>
                </p14:cNvPr>
                <p14:cNvContentPartPr/>
                <p14:nvPr/>
              </p14:nvContentPartPr>
              <p14:xfrm>
                <a:off x="3435120" y="857324"/>
                <a:ext cx="19080" cy="2631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85C133D-544A-18B2-0DD7-D919013F74B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426120" y="848684"/>
                  <a:ext cx="3672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560F55F-EA14-C2F1-CFD4-7ACE56D3BC9D}"/>
                    </a:ext>
                  </a:extLst>
                </p14:cNvPr>
                <p14:cNvContentPartPr/>
                <p14:nvPr/>
              </p14:nvContentPartPr>
              <p14:xfrm>
                <a:off x="3570120" y="821324"/>
                <a:ext cx="109080" cy="299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560F55F-EA14-C2F1-CFD4-7ACE56D3BC9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561120" y="812684"/>
                  <a:ext cx="12672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B002F69-D451-CBEF-15C6-C33D8AF7F762}"/>
                    </a:ext>
                  </a:extLst>
                </p14:cNvPr>
                <p14:cNvContentPartPr/>
                <p14:nvPr/>
              </p14:nvContentPartPr>
              <p14:xfrm>
                <a:off x="3759840" y="994124"/>
                <a:ext cx="94680" cy="1162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B002F69-D451-CBEF-15C6-C33D8AF7F76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750840" y="985484"/>
                  <a:ext cx="1123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45128CF-4F62-16B5-BBC5-A505D01298B9}"/>
                    </a:ext>
                  </a:extLst>
                </p14:cNvPr>
                <p14:cNvContentPartPr/>
                <p14:nvPr/>
              </p14:nvContentPartPr>
              <p14:xfrm>
                <a:off x="3942000" y="1005644"/>
                <a:ext cx="240120" cy="108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45128CF-4F62-16B5-BBC5-A505D01298B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933360" y="996644"/>
                  <a:ext cx="2577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798928E-D7AE-B979-F447-AEF2693766A3}"/>
                    </a:ext>
                  </a:extLst>
                </p14:cNvPr>
                <p14:cNvContentPartPr/>
                <p14:nvPr/>
              </p14:nvContentPartPr>
              <p14:xfrm>
                <a:off x="4782600" y="862724"/>
                <a:ext cx="123120" cy="328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798928E-D7AE-B979-F447-AEF2693766A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773960" y="854084"/>
                  <a:ext cx="14076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4A98CEA-978B-4401-1734-2243D72CEB7A}"/>
                    </a:ext>
                  </a:extLst>
                </p14:cNvPr>
                <p14:cNvContentPartPr/>
                <p14:nvPr/>
              </p14:nvContentPartPr>
              <p14:xfrm>
                <a:off x="4719240" y="1022924"/>
                <a:ext cx="218880" cy="7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4A98CEA-978B-4401-1734-2243D72CEB7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710600" y="1014284"/>
                  <a:ext cx="2365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0D39EA9-8A82-03F1-166E-7D59D646C30F}"/>
                    </a:ext>
                  </a:extLst>
                </p14:cNvPr>
                <p14:cNvContentPartPr/>
                <p14:nvPr/>
              </p14:nvContentPartPr>
              <p14:xfrm>
                <a:off x="4960800" y="1007444"/>
                <a:ext cx="337680" cy="141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0D39EA9-8A82-03F1-166E-7D59D646C30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951800" y="998804"/>
                  <a:ext cx="3553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0818B9A-7A80-D4A3-5AC3-EB2CA8DEE784}"/>
                    </a:ext>
                  </a:extLst>
                </p14:cNvPr>
                <p14:cNvContentPartPr/>
                <p14:nvPr/>
              </p14:nvContentPartPr>
              <p14:xfrm>
                <a:off x="5289480" y="883244"/>
                <a:ext cx="238320" cy="276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0818B9A-7A80-D4A3-5AC3-EB2CA8DEE78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280840" y="874604"/>
                  <a:ext cx="25596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489A9A2-26E2-5BAE-CE59-C6F82B3A26A8}"/>
                    </a:ext>
                  </a:extLst>
                </p14:cNvPr>
                <p14:cNvContentPartPr/>
                <p14:nvPr/>
              </p14:nvContentPartPr>
              <p14:xfrm>
                <a:off x="5565600" y="1041284"/>
                <a:ext cx="243000" cy="112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489A9A2-26E2-5BAE-CE59-C6F82B3A26A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556960" y="1032284"/>
                  <a:ext cx="2606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4E01E9D-FB79-3773-A909-51BDF3402E2D}"/>
                    </a:ext>
                  </a:extLst>
                </p14:cNvPr>
                <p14:cNvContentPartPr/>
                <p14:nvPr/>
              </p14:nvContentPartPr>
              <p14:xfrm>
                <a:off x="5757840" y="998804"/>
                <a:ext cx="38520" cy="18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4E01E9D-FB79-3773-A909-51BDF3402E2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749200" y="990164"/>
                  <a:ext cx="561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71592B5-7380-54D8-BD25-AFD3A4CE0867}"/>
                    </a:ext>
                  </a:extLst>
                </p14:cNvPr>
                <p14:cNvContentPartPr/>
                <p14:nvPr/>
              </p14:nvContentPartPr>
              <p14:xfrm>
                <a:off x="5853960" y="1032284"/>
                <a:ext cx="111600" cy="459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71592B5-7380-54D8-BD25-AFD3A4CE086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845320" y="1023284"/>
                  <a:ext cx="12924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7B196A6-7661-5BF9-7447-50D30B99DB7D}"/>
                    </a:ext>
                  </a:extLst>
                </p14:cNvPr>
                <p14:cNvContentPartPr/>
                <p14:nvPr/>
              </p14:nvContentPartPr>
              <p14:xfrm>
                <a:off x="6112440" y="1000604"/>
                <a:ext cx="531720" cy="2232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7B196A6-7661-5BF9-7447-50D30B99DB7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103440" y="991964"/>
                  <a:ext cx="5493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F28C4A1-B78D-F429-1984-B0C53EA88370}"/>
                    </a:ext>
                  </a:extLst>
                </p14:cNvPr>
                <p14:cNvContentPartPr/>
                <p14:nvPr/>
              </p14:nvContentPartPr>
              <p14:xfrm>
                <a:off x="3221280" y="1430804"/>
                <a:ext cx="3286080" cy="192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F28C4A1-B78D-F429-1984-B0C53EA8837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12640" y="1421804"/>
                  <a:ext cx="3303720" cy="21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5C959AD-63A2-2DF2-11EB-2B4D3602D6AD}"/>
                  </a:ext>
                </a:extLst>
              </p14:cNvPr>
              <p14:cNvContentPartPr/>
              <p14:nvPr/>
            </p14:nvContentPartPr>
            <p14:xfrm>
              <a:off x="9005890" y="896025"/>
              <a:ext cx="24480" cy="2469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5C959AD-63A2-2DF2-11EB-2B4D3602D6A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997250" y="887385"/>
                <a:ext cx="4212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8BE55376-702F-B44B-C4B1-8347ABAFF8C8}"/>
                  </a:ext>
                </a:extLst>
              </p14:cNvPr>
              <p14:cNvContentPartPr/>
              <p14:nvPr/>
            </p14:nvContentPartPr>
            <p14:xfrm>
              <a:off x="9002290" y="925545"/>
              <a:ext cx="176400" cy="1652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8BE55376-702F-B44B-C4B1-8347ABAFF8C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993290" y="916545"/>
                <a:ext cx="19404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F4BCEB0A-DDFF-C8B5-6024-5E4D7B8BA992}"/>
                  </a:ext>
                </a:extLst>
              </p14:cNvPr>
              <p14:cNvContentPartPr/>
              <p14:nvPr/>
            </p14:nvContentPartPr>
            <p14:xfrm>
              <a:off x="9248890" y="973785"/>
              <a:ext cx="65880" cy="201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F4BCEB0A-DDFF-C8B5-6024-5E4D7B8BA99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239890" y="964785"/>
                <a:ext cx="835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EBE29C8F-CE77-2F12-E88D-E71003026279}"/>
                  </a:ext>
                </a:extLst>
              </p14:cNvPr>
              <p14:cNvContentPartPr/>
              <p14:nvPr/>
            </p14:nvContentPartPr>
            <p14:xfrm>
              <a:off x="9260770" y="1031745"/>
              <a:ext cx="115920" cy="176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EBE29C8F-CE77-2F12-E88D-E7100302627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252130" y="1023105"/>
                <a:ext cx="13356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E13FFF3A-A37C-931A-017F-3CDE6F054703}"/>
                  </a:ext>
                </a:extLst>
              </p14:cNvPr>
              <p14:cNvContentPartPr/>
              <p14:nvPr/>
            </p14:nvContentPartPr>
            <p14:xfrm>
              <a:off x="9471370" y="925545"/>
              <a:ext cx="162000" cy="2196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E13FFF3A-A37C-931A-017F-3CDE6F05470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462370" y="916545"/>
                <a:ext cx="17964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4531503C-CBF9-5D98-4D8A-4237826B01FF}"/>
                  </a:ext>
                </a:extLst>
              </p14:cNvPr>
              <p14:cNvContentPartPr/>
              <p14:nvPr/>
            </p14:nvContentPartPr>
            <p14:xfrm>
              <a:off x="10200010" y="974865"/>
              <a:ext cx="226800" cy="14256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4531503C-CBF9-5D98-4D8A-4237826B01F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191370" y="966225"/>
                <a:ext cx="24444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35A0E6A5-7DEE-11AF-24A7-186C5C5283B1}"/>
                  </a:ext>
                </a:extLst>
              </p14:cNvPr>
              <p14:cNvContentPartPr/>
              <p14:nvPr/>
            </p14:nvContentPartPr>
            <p14:xfrm>
              <a:off x="10488010" y="965505"/>
              <a:ext cx="103320" cy="11772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35A0E6A5-7DEE-11AF-24A7-186C5C5283B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479010" y="956505"/>
                <a:ext cx="12096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AB352E9D-13A2-F0B7-B117-C8C94390F311}"/>
                  </a:ext>
                </a:extLst>
              </p14:cNvPr>
              <p14:cNvContentPartPr/>
              <p14:nvPr/>
            </p14:nvContentPartPr>
            <p14:xfrm>
              <a:off x="10677370" y="955065"/>
              <a:ext cx="105840" cy="1645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AB352E9D-13A2-F0B7-B117-C8C94390F31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668730" y="946065"/>
                <a:ext cx="12348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A824473B-0BD5-04AD-5C65-03B6A191D414}"/>
                  </a:ext>
                </a:extLst>
              </p14:cNvPr>
              <p14:cNvContentPartPr/>
              <p14:nvPr/>
            </p14:nvContentPartPr>
            <p14:xfrm>
              <a:off x="10841170" y="956145"/>
              <a:ext cx="68760" cy="1587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A824473B-0BD5-04AD-5C65-03B6A191D41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832530" y="947505"/>
                <a:ext cx="8640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16512C63-49C2-3AA4-CB58-F1305985E2B2}"/>
                  </a:ext>
                </a:extLst>
              </p14:cNvPr>
              <p14:cNvContentPartPr/>
              <p14:nvPr/>
            </p14:nvContentPartPr>
            <p14:xfrm>
              <a:off x="10993810" y="980985"/>
              <a:ext cx="83880" cy="216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16512C63-49C2-3AA4-CB58-F1305985E2B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985170" y="971985"/>
                <a:ext cx="10152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0B64F9E5-E173-F76C-EB47-7D5100C69B72}"/>
                  </a:ext>
                </a:extLst>
              </p14:cNvPr>
              <p14:cNvContentPartPr/>
              <p14:nvPr/>
            </p14:nvContentPartPr>
            <p14:xfrm>
              <a:off x="11006050" y="1031025"/>
              <a:ext cx="104400" cy="2160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0B64F9E5-E173-F76C-EB47-7D5100C69B7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997050" y="1022385"/>
                <a:ext cx="12204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40F29B79-9177-05A6-B502-223C18D9169B}"/>
                  </a:ext>
                </a:extLst>
              </p14:cNvPr>
              <p14:cNvContentPartPr/>
              <p14:nvPr/>
            </p14:nvContentPartPr>
            <p14:xfrm>
              <a:off x="9112090" y="1596945"/>
              <a:ext cx="27360" cy="1954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40F29B79-9177-05A6-B502-223C18D9169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103090" y="1587945"/>
                <a:ext cx="4500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BA68FCA8-E67C-908F-95A6-C6A8D9CD7054}"/>
                  </a:ext>
                </a:extLst>
              </p14:cNvPr>
              <p14:cNvContentPartPr/>
              <p14:nvPr/>
            </p14:nvContentPartPr>
            <p14:xfrm>
              <a:off x="9112090" y="1604865"/>
              <a:ext cx="162720" cy="17604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BA68FCA8-E67C-908F-95A6-C6A8D9CD705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103090" y="1596225"/>
                <a:ext cx="18036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0A6598F4-4700-4835-9BE1-2421326A701B}"/>
                  </a:ext>
                </a:extLst>
              </p14:cNvPr>
              <p14:cNvContentPartPr/>
              <p14:nvPr/>
            </p14:nvContentPartPr>
            <p14:xfrm>
              <a:off x="9323050" y="1664985"/>
              <a:ext cx="70920" cy="57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0A6598F4-4700-4835-9BE1-2421326A701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314050" y="1656345"/>
                <a:ext cx="8856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1F94BE8E-5D1A-ED3E-7062-2DCE7A9AA91E}"/>
                  </a:ext>
                </a:extLst>
              </p14:cNvPr>
              <p14:cNvContentPartPr/>
              <p14:nvPr/>
            </p14:nvContentPartPr>
            <p14:xfrm>
              <a:off x="9339250" y="1730505"/>
              <a:ext cx="135720" cy="2052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1F94BE8E-5D1A-ED3E-7062-2DCE7A9AA91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330610" y="1721505"/>
                <a:ext cx="15336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C0EE221B-1F9C-FE96-03FB-539F458DACC0}"/>
                  </a:ext>
                </a:extLst>
              </p14:cNvPr>
              <p14:cNvContentPartPr/>
              <p14:nvPr/>
            </p14:nvContentPartPr>
            <p14:xfrm>
              <a:off x="9535090" y="1612065"/>
              <a:ext cx="112320" cy="19728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C0EE221B-1F9C-FE96-03FB-539F458DACC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526450" y="1603425"/>
                <a:ext cx="12996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E9FE2D4C-C1D2-A597-F50E-D789717E605F}"/>
                  </a:ext>
                </a:extLst>
              </p14:cNvPr>
              <p14:cNvContentPartPr/>
              <p14:nvPr/>
            </p14:nvContentPartPr>
            <p14:xfrm>
              <a:off x="9719770" y="2355825"/>
              <a:ext cx="8280" cy="576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E9FE2D4C-C1D2-A597-F50E-D789717E605F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711130" y="2346825"/>
                <a:ext cx="25920" cy="2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Group 136">
            <a:extLst>
              <a:ext uri="{FF2B5EF4-FFF2-40B4-BE49-F238E27FC236}">
                <a16:creationId xmlns:a16="http://schemas.microsoft.com/office/drawing/2014/main" id="{A0642DE6-6AE2-0A53-BEFE-D61D0383D608}"/>
              </a:ext>
            </a:extLst>
          </p:cNvPr>
          <p:cNvGrpSpPr/>
          <p:nvPr/>
        </p:nvGrpSpPr>
        <p:grpSpPr>
          <a:xfrm>
            <a:off x="11240410" y="964425"/>
            <a:ext cx="309600" cy="165960"/>
            <a:chOff x="11240410" y="964425"/>
            <a:chExt cx="309600" cy="16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2A405BB-7186-6830-B829-180E0F4E1DFB}"/>
                    </a:ext>
                  </a:extLst>
                </p14:cNvPr>
                <p14:cNvContentPartPr/>
                <p14:nvPr/>
              </p14:nvContentPartPr>
              <p14:xfrm>
                <a:off x="11240410" y="964425"/>
                <a:ext cx="46800" cy="1659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2A405BB-7186-6830-B829-180E0F4E1DF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231410" y="955425"/>
                  <a:ext cx="644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A405AF4-20EE-147F-ED43-F66FD7C3EC8B}"/>
                    </a:ext>
                  </a:extLst>
                </p14:cNvPr>
                <p14:cNvContentPartPr/>
                <p14:nvPr/>
              </p14:nvContentPartPr>
              <p14:xfrm>
                <a:off x="11352370" y="975585"/>
                <a:ext cx="57240" cy="1206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A405AF4-20EE-147F-ED43-F66FD7C3EC8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343370" y="966945"/>
                  <a:ext cx="748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2D4B12F-E8A0-FA04-E83F-DFD23250CCD7}"/>
                    </a:ext>
                  </a:extLst>
                </p14:cNvPr>
                <p14:cNvContentPartPr/>
                <p14:nvPr/>
              </p14:nvContentPartPr>
              <p14:xfrm>
                <a:off x="11460730" y="978825"/>
                <a:ext cx="89280" cy="1116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2D4B12F-E8A0-FA04-E83F-DFD23250CCD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451730" y="970185"/>
                  <a:ext cx="106920" cy="12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4B54D3C3-C18D-C9B4-D011-38046B8EFAA3}"/>
              </a:ext>
            </a:extLst>
          </p:cNvPr>
          <p:cNvGrpSpPr/>
          <p:nvPr/>
        </p:nvGrpSpPr>
        <p:grpSpPr>
          <a:xfrm>
            <a:off x="10195690" y="1515945"/>
            <a:ext cx="1464840" cy="235080"/>
            <a:chOff x="10195690" y="1515945"/>
            <a:chExt cx="1464840" cy="23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CA8A4D5D-6EAF-AB63-B155-375EF584E44B}"/>
                    </a:ext>
                  </a:extLst>
                </p14:cNvPr>
                <p14:cNvContentPartPr/>
                <p14:nvPr/>
              </p14:nvContentPartPr>
              <p14:xfrm>
                <a:off x="10195690" y="1577505"/>
                <a:ext cx="257400" cy="1735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CA8A4D5D-6EAF-AB63-B155-375EF584E44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187050" y="1568505"/>
                  <a:ext cx="2750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474AE6A-4089-5B3C-8ADB-19CF28339856}"/>
                    </a:ext>
                  </a:extLst>
                </p14:cNvPr>
                <p14:cNvContentPartPr/>
                <p14:nvPr/>
              </p14:nvContentPartPr>
              <p14:xfrm>
                <a:off x="10522930" y="1571385"/>
                <a:ext cx="170640" cy="1407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474AE6A-4089-5B3C-8ADB-19CF2833985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513930" y="1562385"/>
                  <a:ext cx="1882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442C2A9-7F97-4E44-4E2F-FE13C6CAF89A}"/>
                    </a:ext>
                  </a:extLst>
                </p14:cNvPr>
                <p14:cNvContentPartPr/>
                <p14:nvPr/>
              </p14:nvContentPartPr>
              <p14:xfrm>
                <a:off x="10750810" y="1540785"/>
                <a:ext cx="115920" cy="1677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442C2A9-7F97-4E44-4E2F-FE13C6CAF89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742170" y="1532145"/>
                  <a:ext cx="1335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02BDC03-CF49-AD4F-85A5-D3A88168850C}"/>
                    </a:ext>
                  </a:extLst>
                </p14:cNvPr>
                <p14:cNvContentPartPr/>
                <p14:nvPr/>
              </p14:nvContentPartPr>
              <p14:xfrm>
                <a:off x="10924690" y="1535385"/>
                <a:ext cx="80280" cy="1674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02BDC03-CF49-AD4F-85A5-D3A88168850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916050" y="1526745"/>
                  <a:ext cx="979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882749B-CE1A-DF36-A310-12F3A8E59431}"/>
                    </a:ext>
                  </a:extLst>
                </p14:cNvPr>
                <p14:cNvContentPartPr/>
                <p14:nvPr/>
              </p14:nvContentPartPr>
              <p14:xfrm>
                <a:off x="11095690" y="1590825"/>
                <a:ext cx="107280" cy="151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882749B-CE1A-DF36-A310-12F3A8E5943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087050" y="1582185"/>
                  <a:ext cx="1249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E2F29FD-7C96-1625-8D88-934232B0D800}"/>
                    </a:ext>
                  </a:extLst>
                </p14:cNvPr>
                <p14:cNvContentPartPr/>
                <p14:nvPr/>
              </p14:nvContentPartPr>
              <p14:xfrm>
                <a:off x="11114410" y="1643745"/>
                <a:ext cx="127080" cy="277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E2F29FD-7C96-1625-8D88-934232B0D80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105410" y="1634745"/>
                  <a:ext cx="1447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A7220027-5470-2BC8-03BD-2D564B0253C4}"/>
                    </a:ext>
                  </a:extLst>
                </p14:cNvPr>
                <p14:cNvContentPartPr/>
                <p14:nvPr/>
              </p14:nvContentPartPr>
              <p14:xfrm>
                <a:off x="11315290" y="1515945"/>
                <a:ext cx="160560" cy="1904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A7220027-5470-2BC8-03BD-2D564B0253C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306290" y="1506945"/>
                  <a:ext cx="1782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B5C8132-4B8C-0A5A-DC14-DB41C2423DD0}"/>
                    </a:ext>
                  </a:extLst>
                </p14:cNvPr>
                <p14:cNvContentPartPr/>
                <p14:nvPr/>
              </p14:nvContentPartPr>
              <p14:xfrm>
                <a:off x="11561890" y="1546185"/>
                <a:ext cx="98640" cy="1314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B5C8132-4B8C-0A5A-DC14-DB41C2423DD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552890" y="1537185"/>
                  <a:ext cx="116280" cy="14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7E5A5BEA-0388-6807-2D8D-1A8D89DE3910}"/>
              </a:ext>
            </a:extLst>
          </p:cNvPr>
          <p:cNvGrpSpPr/>
          <p:nvPr/>
        </p:nvGrpSpPr>
        <p:grpSpPr>
          <a:xfrm>
            <a:off x="9086170" y="2250705"/>
            <a:ext cx="693720" cy="295560"/>
            <a:chOff x="9086170" y="2250705"/>
            <a:chExt cx="693720" cy="29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06837A8-EFD6-FA74-F498-756CE53BCD76}"/>
                    </a:ext>
                  </a:extLst>
                </p14:cNvPr>
                <p14:cNvContentPartPr/>
                <p14:nvPr/>
              </p14:nvContentPartPr>
              <p14:xfrm>
                <a:off x="9086170" y="2250705"/>
                <a:ext cx="86040" cy="2466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06837A8-EFD6-FA74-F498-756CE53BCD7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077530" y="2242065"/>
                  <a:ext cx="1036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F9ED9377-088A-4947-C9B8-5722C6828571}"/>
                    </a:ext>
                  </a:extLst>
                </p14:cNvPr>
                <p14:cNvContentPartPr/>
                <p14:nvPr/>
              </p14:nvContentPartPr>
              <p14:xfrm>
                <a:off x="9171130" y="2267625"/>
                <a:ext cx="160560" cy="1857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F9ED9377-088A-4947-C9B8-5722C682857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162130" y="2258625"/>
                  <a:ext cx="1782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D106DB78-7330-FF03-7CB9-9E9599E22529}"/>
                    </a:ext>
                  </a:extLst>
                </p14:cNvPr>
                <p14:cNvContentPartPr/>
                <p14:nvPr/>
              </p14:nvContentPartPr>
              <p14:xfrm>
                <a:off x="9378490" y="2303625"/>
                <a:ext cx="92160" cy="345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D106DB78-7330-FF03-7CB9-9E9599E2252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369490" y="2294625"/>
                  <a:ext cx="1098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4CFF272A-ED90-3BA5-C6EE-4A651734FDD6}"/>
                    </a:ext>
                  </a:extLst>
                </p14:cNvPr>
                <p14:cNvContentPartPr/>
                <p14:nvPr/>
              </p14:nvContentPartPr>
              <p14:xfrm>
                <a:off x="9387850" y="2378505"/>
                <a:ext cx="165600" cy="288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4CFF272A-ED90-3BA5-C6EE-4A651734FDD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378850" y="2369505"/>
                  <a:ext cx="1832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6E98DD29-455F-8163-518D-3CA984871883}"/>
                    </a:ext>
                  </a:extLst>
                </p14:cNvPr>
                <p14:cNvContentPartPr/>
                <p14:nvPr/>
              </p14:nvContentPartPr>
              <p14:xfrm>
                <a:off x="9582250" y="2279505"/>
                <a:ext cx="197640" cy="1252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6E98DD29-455F-8163-518D-3CA98487188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573610" y="2270865"/>
                  <a:ext cx="2152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5FEFFD1-D4FB-4211-DB97-618FADA4E305}"/>
                    </a:ext>
                  </a:extLst>
                </p14:cNvPr>
                <p14:cNvContentPartPr/>
                <p14:nvPr/>
              </p14:nvContentPartPr>
              <p14:xfrm>
                <a:off x="9710410" y="2301465"/>
                <a:ext cx="23760" cy="2448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5FEFFD1-D4FB-4211-DB97-618FADA4E30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701770" y="2292825"/>
                  <a:ext cx="41400" cy="26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4B9FA92A-730B-9415-07E4-9E62031E5C1E}"/>
              </a:ext>
            </a:extLst>
          </p:cNvPr>
          <p:cNvGrpSpPr/>
          <p:nvPr/>
        </p:nvGrpSpPr>
        <p:grpSpPr>
          <a:xfrm>
            <a:off x="10260130" y="2189505"/>
            <a:ext cx="752040" cy="245520"/>
            <a:chOff x="10260130" y="2189505"/>
            <a:chExt cx="752040" cy="24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D5CA495-D15D-EA40-E744-66C179ABB963}"/>
                    </a:ext>
                  </a:extLst>
                </p14:cNvPr>
                <p14:cNvContentPartPr/>
                <p14:nvPr/>
              </p14:nvContentPartPr>
              <p14:xfrm>
                <a:off x="10260130" y="2262225"/>
                <a:ext cx="70560" cy="1728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D5CA495-D15D-EA40-E744-66C179ABB96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251490" y="2253585"/>
                  <a:ext cx="882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8B987CBA-C853-029A-D799-7928C5299899}"/>
                    </a:ext>
                  </a:extLst>
                </p14:cNvPr>
                <p14:cNvContentPartPr/>
                <p14:nvPr/>
              </p14:nvContentPartPr>
              <p14:xfrm>
                <a:off x="10322050" y="2264025"/>
                <a:ext cx="100800" cy="1648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8B987CBA-C853-029A-D799-7928C529989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313050" y="2255385"/>
                  <a:ext cx="1184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DF57B21-7F93-65E3-92BE-29EEB7EB8966}"/>
                    </a:ext>
                  </a:extLst>
                </p14:cNvPr>
                <p14:cNvContentPartPr/>
                <p14:nvPr/>
              </p14:nvContentPartPr>
              <p14:xfrm>
                <a:off x="10360930" y="2189505"/>
                <a:ext cx="168120" cy="2368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DF57B21-7F93-65E3-92BE-29EEB7EB896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352290" y="2180505"/>
                  <a:ext cx="1857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1EE572B-0597-97CA-277D-C6DD2569852D}"/>
                    </a:ext>
                  </a:extLst>
                </p14:cNvPr>
                <p14:cNvContentPartPr/>
                <p14:nvPr/>
              </p14:nvContentPartPr>
              <p14:xfrm>
                <a:off x="10570450" y="2232345"/>
                <a:ext cx="140400" cy="1598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1EE572B-0597-97CA-277D-C6DD2569852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561450" y="2223345"/>
                  <a:ext cx="1580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9F9F88A7-5FEE-9E71-D4F6-10016513A214}"/>
                    </a:ext>
                  </a:extLst>
                </p14:cNvPr>
                <p14:cNvContentPartPr/>
                <p14:nvPr/>
              </p14:nvContentPartPr>
              <p14:xfrm>
                <a:off x="10752250" y="2243145"/>
                <a:ext cx="96480" cy="1695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9F9F88A7-5FEE-9E71-D4F6-10016513A21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743610" y="2234505"/>
                  <a:ext cx="1141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B963248-0FE1-86C6-A789-00EF20372E0D}"/>
                    </a:ext>
                  </a:extLst>
                </p14:cNvPr>
                <p14:cNvContentPartPr/>
                <p14:nvPr/>
              </p14:nvContentPartPr>
              <p14:xfrm>
                <a:off x="10938370" y="2246025"/>
                <a:ext cx="73800" cy="1440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B963248-0FE1-86C6-A789-00EF20372E0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929370" y="2237385"/>
                  <a:ext cx="91440" cy="16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BFAAC723-A1AD-B6B9-DC99-5A19A901CB67}"/>
              </a:ext>
            </a:extLst>
          </p:cNvPr>
          <p:cNvGrpSpPr/>
          <p:nvPr/>
        </p:nvGrpSpPr>
        <p:grpSpPr>
          <a:xfrm>
            <a:off x="11215570" y="2203905"/>
            <a:ext cx="584640" cy="266400"/>
            <a:chOff x="11215570" y="2203905"/>
            <a:chExt cx="584640" cy="26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79476D78-B7BB-4949-346C-C7EB4A2E377F}"/>
                    </a:ext>
                  </a:extLst>
                </p14:cNvPr>
                <p14:cNvContentPartPr/>
                <p14:nvPr/>
              </p14:nvContentPartPr>
              <p14:xfrm>
                <a:off x="11215570" y="2245305"/>
                <a:ext cx="95040" cy="313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79476D78-B7BB-4949-346C-C7EB4A2E377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206570" y="2236665"/>
                  <a:ext cx="1126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DF7B17E-D430-4090-7619-032E1DF2301D}"/>
                    </a:ext>
                  </a:extLst>
                </p14:cNvPr>
                <p14:cNvContentPartPr/>
                <p14:nvPr/>
              </p14:nvContentPartPr>
              <p14:xfrm>
                <a:off x="11233210" y="2317665"/>
                <a:ext cx="115560" cy="248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DF7B17E-D430-4090-7619-032E1DF2301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224570" y="2309025"/>
                  <a:ext cx="1332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EE41D66-AD8D-7398-C001-A7671CB75E30}"/>
                    </a:ext>
                  </a:extLst>
                </p14:cNvPr>
                <p14:cNvContentPartPr/>
                <p14:nvPr/>
              </p14:nvContentPartPr>
              <p14:xfrm>
                <a:off x="11417170" y="2203905"/>
                <a:ext cx="243360" cy="1216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EE41D66-AD8D-7398-C001-A7671CB75E3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408170" y="2195265"/>
                  <a:ext cx="2610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88B8387C-CC88-812D-1A3F-EBED1AED3B3E}"/>
                    </a:ext>
                  </a:extLst>
                </p14:cNvPr>
                <p14:cNvContentPartPr/>
                <p14:nvPr/>
              </p14:nvContentPartPr>
              <p14:xfrm>
                <a:off x="11563690" y="2248905"/>
                <a:ext cx="64440" cy="2214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88B8387C-CC88-812D-1A3F-EBED1AED3B3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555050" y="2239905"/>
                  <a:ext cx="820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01C17C98-17E8-CE2F-7C57-78BC93747BDD}"/>
                    </a:ext>
                  </a:extLst>
                </p14:cNvPr>
                <p14:cNvContentPartPr/>
                <p14:nvPr/>
              </p14:nvContentPartPr>
              <p14:xfrm>
                <a:off x="11701210" y="2236305"/>
                <a:ext cx="99000" cy="1612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01C17C98-17E8-CE2F-7C57-78BC93747BD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692570" y="2227305"/>
                  <a:ext cx="116640" cy="17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3E308CED-F566-7F61-F700-9C5F70F556E2}"/>
              </a:ext>
            </a:extLst>
          </p:cNvPr>
          <p:cNvGrpSpPr/>
          <p:nvPr/>
        </p:nvGrpSpPr>
        <p:grpSpPr>
          <a:xfrm>
            <a:off x="9273730" y="2906265"/>
            <a:ext cx="604440" cy="250920"/>
            <a:chOff x="9273730" y="2906265"/>
            <a:chExt cx="604440" cy="25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3F63E3A-C3DA-BD70-5952-893A4169E161}"/>
                    </a:ext>
                  </a:extLst>
                </p14:cNvPr>
                <p14:cNvContentPartPr/>
                <p14:nvPr/>
              </p14:nvContentPartPr>
              <p14:xfrm>
                <a:off x="9273730" y="2916705"/>
                <a:ext cx="34200" cy="2404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3F63E3A-C3DA-BD70-5952-893A4169E16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264730" y="2908065"/>
                  <a:ext cx="518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FF41E4C-8321-85E4-46D2-4ED811E77082}"/>
                    </a:ext>
                  </a:extLst>
                </p14:cNvPr>
                <p14:cNvContentPartPr/>
                <p14:nvPr/>
              </p14:nvContentPartPr>
              <p14:xfrm>
                <a:off x="9288130" y="2945505"/>
                <a:ext cx="138240" cy="1634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FF41E4C-8321-85E4-46D2-4ED811E7708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279490" y="2936865"/>
                  <a:ext cx="1558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5F7BC1B-9D85-2E2F-36CA-FA1F691C9B5D}"/>
                    </a:ext>
                  </a:extLst>
                </p14:cNvPr>
                <p14:cNvContentPartPr/>
                <p14:nvPr/>
              </p14:nvContentPartPr>
              <p14:xfrm>
                <a:off x="9489010" y="2980785"/>
                <a:ext cx="54360" cy="212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5F7BC1B-9D85-2E2F-36CA-FA1F691C9B5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480010" y="2972145"/>
                  <a:ext cx="720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3C51168-408B-1712-9B61-8EA946A08EBC}"/>
                    </a:ext>
                  </a:extLst>
                </p14:cNvPr>
                <p14:cNvContentPartPr/>
                <p14:nvPr/>
              </p14:nvContentPartPr>
              <p14:xfrm>
                <a:off x="9478930" y="3025065"/>
                <a:ext cx="108000" cy="252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3C51168-408B-1712-9B61-8EA946A08EB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470290" y="3016065"/>
                  <a:ext cx="1256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8F4CFE1D-005C-D4CB-475E-F7FF0E5B292D}"/>
                    </a:ext>
                  </a:extLst>
                </p14:cNvPr>
                <p14:cNvContentPartPr/>
                <p14:nvPr/>
              </p14:nvContentPartPr>
              <p14:xfrm>
                <a:off x="9649210" y="2967465"/>
                <a:ext cx="104400" cy="1314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8F4CFE1D-005C-D4CB-475E-F7FF0E5B292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640570" y="2958825"/>
                  <a:ext cx="1220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AF6151E-2382-C9DB-95C2-0065F2E4C7B4}"/>
                    </a:ext>
                  </a:extLst>
                </p14:cNvPr>
                <p14:cNvContentPartPr/>
                <p14:nvPr/>
              </p14:nvContentPartPr>
              <p14:xfrm>
                <a:off x="9684130" y="2906265"/>
                <a:ext cx="194040" cy="824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AF6151E-2382-C9DB-95C2-0065F2E4C7B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675490" y="2897265"/>
                  <a:ext cx="211680" cy="10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CAD8FBD2-0961-D992-445F-9968403043EE}"/>
              </a:ext>
            </a:extLst>
          </p:cNvPr>
          <p:cNvGrpSpPr/>
          <p:nvPr/>
        </p:nvGrpSpPr>
        <p:grpSpPr>
          <a:xfrm>
            <a:off x="10476490" y="2836785"/>
            <a:ext cx="944280" cy="198720"/>
            <a:chOff x="10476490" y="2836785"/>
            <a:chExt cx="944280" cy="19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1365261F-E2DA-5FDF-0AD1-A7FAF6068086}"/>
                    </a:ext>
                  </a:extLst>
                </p14:cNvPr>
                <p14:cNvContentPartPr/>
                <p14:nvPr/>
              </p14:nvContentPartPr>
              <p14:xfrm>
                <a:off x="10476490" y="2836785"/>
                <a:ext cx="90720" cy="1947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1365261F-E2DA-5FDF-0AD1-A7FAF606808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467850" y="2827785"/>
                  <a:ext cx="1083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E58EFB2F-4844-CC71-FF36-09FDC12FD53B}"/>
                    </a:ext>
                  </a:extLst>
                </p14:cNvPr>
                <p14:cNvContentPartPr/>
                <p14:nvPr/>
              </p14:nvContentPartPr>
              <p14:xfrm>
                <a:off x="10544890" y="2912745"/>
                <a:ext cx="100080" cy="1227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E58EFB2F-4844-CC71-FF36-09FDC12FD53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536250" y="2904105"/>
                  <a:ext cx="1177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1BD87B06-5407-1FF0-F790-C74A82EF8A7E}"/>
                    </a:ext>
                  </a:extLst>
                </p14:cNvPr>
                <p14:cNvContentPartPr/>
                <p14:nvPr/>
              </p14:nvContentPartPr>
              <p14:xfrm>
                <a:off x="10582690" y="2858745"/>
                <a:ext cx="182880" cy="1652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1BD87B06-5407-1FF0-F790-C74A82EF8A7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573690" y="2849745"/>
                  <a:ext cx="2005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8EBC07B5-39BA-7ED6-F5D6-C16D33262476}"/>
                    </a:ext>
                  </a:extLst>
                </p14:cNvPr>
                <p14:cNvContentPartPr/>
                <p14:nvPr/>
              </p14:nvContentPartPr>
              <p14:xfrm>
                <a:off x="10807330" y="2837865"/>
                <a:ext cx="181800" cy="1573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8EBC07B5-39BA-7ED6-F5D6-C16D3326247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798690" y="2829225"/>
                  <a:ext cx="1994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3330C579-72EA-0C89-458B-1D0B561C0307}"/>
                    </a:ext>
                  </a:extLst>
                </p14:cNvPr>
                <p14:cNvContentPartPr/>
                <p14:nvPr/>
              </p14:nvContentPartPr>
              <p14:xfrm>
                <a:off x="10969690" y="2858025"/>
                <a:ext cx="95760" cy="1605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3330C579-72EA-0C89-458B-1D0B561C030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960690" y="2849385"/>
                  <a:ext cx="1134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E47C3F9F-A527-7CF6-1F8F-2FB470522F37}"/>
                    </a:ext>
                  </a:extLst>
                </p14:cNvPr>
                <p14:cNvContentPartPr/>
                <p14:nvPr/>
              </p14:nvContentPartPr>
              <p14:xfrm>
                <a:off x="11129890" y="2851545"/>
                <a:ext cx="61560" cy="1612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E47C3F9F-A527-7CF6-1F8F-2FB470522F3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121250" y="2842545"/>
                  <a:ext cx="792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6F19C578-7D0F-0A9F-409D-BB11A4B4CB2F}"/>
                    </a:ext>
                  </a:extLst>
                </p14:cNvPr>
                <p14:cNvContentPartPr/>
                <p14:nvPr/>
              </p14:nvContentPartPr>
              <p14:xfrm>
                <a:off x="11290090" y="2882145"/>
                <a:ext cx="130680" cy="169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6F19C578-7D0F-0A9F-409D-BB11A4B4CB2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281450" y="2873505"/>
                  <a:ext cx="1483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E17004B1-E683-77CD-DEC2-22F4A7ADC488}"/>
                    </a:ext>
                  </a:extLst>
                </p14:cNvPr>
                <p14:cNvContentPartPr/>
                <p14:nvPr/>
              </p14:nvContentPartPr>
              <p14:xfrm>
                <a:off x="11318530" y="2929665"/>
                <a:ext cx="64440" cy="205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E17004B1-E683-77CD-DEC2-22F4A7ADC48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309530" y="2920665"/>
                  <a:ext cx="8208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53E187CB-5E72-0C27-1C09-8D37E83F781F}"/>
              </a:ext>
            </a:extLst>
          </p:cNvPr>
          <p:cNvGrpSpPr/>
          <p:nvPr/>
        </p:nvGrpSpPr>
        <p:grpSpPr>
          <a:xfrm>
            <a:off x="9264370" y="3576945"/>
            <a:ext cx="552600" cy="237240"/>
            <a:chOff x="9264370" y="3576945"/>
            <a:chExt cx="552600" cy="23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BEB9492C-E5AA-D804-0880-CD51963D5168}"/>
                    </a:ext>
                  </a:extLst>
                </p14:cNvPr>
                <p14:cNvContentPartPr/>
                <p14:nvPr/>
              </p14:nvContentPartPr>
              <p14:xfrm>
                <a:off x="9264370" y="3576945"/>
                <a:ext cx="38160" cy="2293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BEB9492C-E5AA-D804-0880-CD51963D516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255730" y="3567945"/>
                  <a:ext cx="558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BDD591F9-1BCC-137B-0F72-A6824A2556DB}"/>
                    </a:ext>
                  </a:extLst>
                </p14:cNvPr>
                <p14:cNvContentPartPr/>
                <p14:nvPr/>
              </p14:nvContentPartPr>
              <p14:xfrm>
                <a:off x="9270850" y="3617625"/>
                <a:ext cx="188640" cy="1965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BDD591F9-1BCC-137B-0F72-A6824A2556D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262210" y="3608625"/>
                  <a:ext cx="2062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9C2B5053-90A5-52BC-D781-E301AEC3EB4D}"/>
                    </a:ext>
                  </a:extLst>
                </p14:cNvPr>
                <p14:cNvContentPartPr/>
                <p14:nvPr/>
              </p14:nvContentPartPr>
              <p14:xfrm>
                <a:off x="9507370" y="3680985"/>
                <a:ext cx="40320" cy="439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9C2B5053-90A5-52BC-D781-E301AEC3EB4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498730" y="3672345"/>
                  <a:ext cx="579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1DA4DFFB-F0F5-CF0C-3B63-47A4905ED85B}"/>
                    </a:ext>
                  </a:extLst>
                </p14:cNvPr>
                <p14:cNvContentPartPr/>
                <p14:nvPr/>
              </p14:nvContentPartPr>
              <p14:xfrm>
                <a:off x="9500170" y="3715185"/>
                <a:ext cx="201240" cy="410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1DA4DFFB-F0F5-CF0C-3B63-47A4905ED85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491530" y="3706185"/>
                  <a:ext cx="2188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5201957A-08AC-14CB-19B1-39FB3385EECF}"/>
                    </a:ext>
                  </a:extLst>
                </p14:cNvPr>
                <p14:cNvContentPartPr/>
                <p14:nvPr/>
              </p14:nvContentPartPr>
              <p14:xfrm>
                <a:off x="9699970" y="3614745"/>
                <a:ext cx="117000" cy="1828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5201957A-08AC-14CB-19B1-39FB3385EEC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690970" y="3606105"/>
                  <a:ext cx="134640" cy="20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D504FAA6-EC2D-1C68-5084-6F65A926C858}"/>
              </a:ext>
            </a:extLst>
          </p:cNvPr>
          <p:cNvGrpSpPr/>
          <p:nvPr/>
        </p:nvGrpSpPr>
        <p:grpSpPr>
          <a:xfrm>
            <a:off x="10547770" y="3489825"/>
            <a:ext cx="875880" cy="182880"/>
            <a:chOff x="10547770" y="3489825"/>
            <a:chExt cx="875880" cy="18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9D91DFF0-3644-4138-1EA1-5B74B6B5BC96}"/>
                    </a:ext>
                  </a:extLst>
                </p14:cNvPr>
                <p14:cNvContentPartPr/>
                <p14:nvPr/>
              </p14:nvContentPartPr>
              <p14:xfrm>
                <a:off x="10547770" y="3526185"/>
                <a:ext cx="254880" cy="1465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9D91DFF0-3644-4138-1EA1-5B74B6B5BC9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538770" y="3517185"/>
                  <a:ext cx="2725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9C06BF82-E3C1-2667-9EDF-7CB571102360}"/>
                    </a:ext>
                  </a:extLst>
                </p14:cNvPr>
                <p14:cNvContentPartPr/>
                <p14:nvPr/>
              </p14:nvContentPartPr>
              <p14:xfrm>
                <a:off x="10862410" y="3489825"/>
                <a:ext cx="203400" cy="1638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9C06BF82-E3C1-2667-9EDF-7CB57110236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853410" y="3481185"/>
                  <a:ext cx="2210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D4DABDC2-18EE-13A2-B156-7EAE9FA4718F}"/>
                    </a:ext>
                  </a:extLst>
                </p14:cNvPr>
                <p14:cNvContentPartPr/>
                <p14:nvPr/>
              </p14:nvContentPartPr>
              <p14:xfrm>
                <a:off x="11131330" y="3500265"/>
                <a:ext cx="60120" cy="1717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D4DABDC2-18EE-13A2-B156-7EAE9FA4718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122690" y="3491265"/>
                  <a:ext cx="777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72A4201F-6A76-A759-1097-A89707F1398D}"/>
                    </a:ext>
                  </a:extLst>
                </p14:cNvPr>
                <p14:cNvContentPartPr/>
                <p14:nvPr/>
              </p14:nvContentPartPr>
              <p14:xfrm>
                <a:off x="11276050" y="3543465"/>
                <a:ext cx="86040" cy="198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72A4201F-6A76-A759-1097-A89707F1398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1267050" y="3534465"/>
                  <a:ext cx="1036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CB02D2E9-0139-A6DC-EADB-C9B8CBDD9CEA}"/>
                    </a:ext>
                  </a:extLst>
                </p14:cNvPr>
                <p14:cNvContentPartPr/>
                <p14:nvPr/>
              </p14:nvContentPartPr>
              <p14:xfrm>
                <a:off x="11308810" y="3580905"/>
                <a:ext cx="114840" cy="259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CB02D2E9-0139-A6DC-EADB-C9B8CBDD9CE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299810" y="3571905"/>
                  <a:ext cx="132480" cy="4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5322F68F-8361-1390-38CD-B0096469C264}"/>
              </a:ext>
            </a:extLst>
          </p:cNvPr>
          <p:cNvGrpSpPr/>
          <p:nvPr/>
        </p:nvGrpSpPr>
        <p:grpSpPr>
          <a:xfrm>
            <a:off x="9296410" y="4168065"/>
            <a:ext cx="674640" cy="322200"/>
            <a:chOff x="9296410" y="4168065"/>
            <a:chExt cx="674640" cy="32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C420CF0F-8D6C-827B-1AFA-E7A41E65101A}"/>
                    </a:ext>
                  </a:extLst>
                </p14:cNvPr>
                <p14:cNvContentPartPr/>
                <p14:nvPr/>
              </p14:nvContentPartPr>
              <p14:xfrm>
                <a:off x="9296410" y="4168065"/>
                <a:ext cx="80280" cy="3222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C420CF0F-8D6C-827B-1AFA-E7A41E65101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287770" y="4159065"/>
                  <a:ext cx="9792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4AF4044B-A1F0-F4DA-D360-2C2D83815215}"/>
                    </a:ext>
                  </a:extLst>
                </p14:cNvPr>
                <p14:cNvContentPartPr/>
                <p14:nvPr/>
              </p14:nvContentPartPr>
              <p14:xfrm>
                <a:off x="9306490" y="4264185"/>
                <a:ext cx="192600" cy="1969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4AF4044B-A1F0-F4DA-D360-2C2D8381521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297850" y="4255185"/>
                  <a:ext cx="2102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3DDDAA6C-9831-671B-54F8-6262E8EB880A}"/>
                    </a:ext>
                  </a:extLst>
                </p14:cNvPr>
                <p14:cNvContentPartPr/>
                <p14:nvPr/>
              </p14:nvContentPartPr>
              <p14:xfrm>
                <a:off x="9532930" y="4326825"/>
                <a:ext cx="42480" cy="284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3DDDAA6C-9831-671B-54F8-6262E8EB880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524290" y="4318185"/>
                  <a:ext cx="601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65AD90A9-0B01-FC2A-7BA4-3011089ADF8D}"/>
                    </a:ext>
                  </a:extLst>
                </p14:cNvPr>
                <p14:cNvContentPartPr/>
                <p14:nvPr/>
              </p14:nvContentPartPr>
              <p14:xfrm>
                <a:off x="9539410" y="4382985"/>
                <a:ext cx="173520" cy="284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65AD90A9-0B01-FC2A-7BA4-3011089ADF8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530770" y="4374345"/>
                  <a:ext cx="1911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C721774-D2D4-E3F4-3374-D1389E4AAD90}"/>
                    </a:ext>
                  </a:extLst>
                </p14:cNvPr>
                <p14:cNvContentPartPr/>
                <p14:nvPr/>
              </p14:nvContentPartPr>
              <p14:xfrm>
                <a:off x="9712930" y="4266345"/>
                <a:ext cx="166680" cy="2102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C721774-D2D4-E3F4-3374-D1389E4AAD9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704290" y="4257705"/>
                  <a:ext cx="1843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6E208CE6-3E9C-850A-6838-B21EA5B4EFCB}"/>
                    </a:ext>
                  </a:extLst>
                </p14:cNvPr>
                <p14:cNvContentPartPr/>
                <p14:nvPr/>
              </p14:nvContentPartPr>
              <p14:xfrm>
                <a:off x="9748930" y="4336905"/>
                <a:ext cx="222120" cy="673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6E208CE6-3E9C-850A-6838-B21EA5B4EFC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740290" y="4328265"/>
                  <a:ext cx="239760" cy="8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5DA6C70B-8498-1A0F-5255-BBD5F0430BFD}"/>
              </a:ext>
            </a:extLst>
          </p:cNvPr>
          <p:cNvGrpSpPr/>
          <p:nvPr/>
        </p:nvGrpSpPr>
        <p:grpSpPr>
          <a:xfrm>
            <a:off x="10746490" y="4120545"/>
            <a:ext cx="981360" cy="190800"/>
            <a:chOff x="10746490" y="4120545"/>
            <a:chExt cx="981360" cy="19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A1C5D779-7F32-D01A-1ABA-497544C52297}"/>
                    </a:ext>
                  </a:extLst>
                </p14:cNvPr>
                <p14:cNvContentPartPr/>
                <p14:nvPr/>
              </p14:nvContentPartPr>
              <p14:xfrm>
                <a:off x="10746490" y="4147905"/>
                <a:ext cx="287640" cy="1634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A1C5D779-7F32-D01A-1ABA-497544C5229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737850" y="4139265"/>
                  <a:ext cx="3052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345E26A8-8819-F0D1-B2DD-52664504C1B7}"/>
                    </a:ext>
                  </a:extLst>
                </p14:cNvPr>
                <p14:cNvContentPartPr/>
                <p14:nvPr/>
              </p14:nvContentPartPr>
              <p14:xfrm>
                <a:off x="11110090" y="4147185"/>
                <a:ext cx="176040" cy="12492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345E26A8-8819-F0D1-B2DD-52664504C1B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101450" y="4138545"/>
                  <a:ext cx="1936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41A5C4E2-5D00-E695-547F-CD1860A50D0C}"/>
                    </a:ext>
                  </a:extLst>
                </p14:cNvPr>
                <p14:cNvContentPartPr/>
                <p14:nvPr/>
              </p14:nvContentPartPr>
              <p14:xfrm>
                <a:off x="11302690" y="4120545"/>
                <a:ext cx="96480" cy="1792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41A5C4E2-5D00-E695-547F-CD1860A50D0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293690" y="4111905"/>
                  <a:ext cx="1141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F7A9235-A0E6-34D3-D7CC-7E296A73486D}"/>
                    </a:ext>
                  </a:extLst>
                </p14:cNvPr>
                <p14:cNvContentPartPr/>
                <p14:nvPr/>
              </p14:nvContentPartPr>
              <p14:xfrm>
                <a:off x="11449210" y="4127745"/>
                <a:ext cx="66600" cy="1605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F7A9235-A0E6-34D3-D7CC-7E296A73486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440210" y="4119105"/>
                  <a:ext cx="842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2321AD6F-E75B-A10D-BCAC-6EFC8860A9CC}"/>
                    </a:ext>
                  </a:extLst>
                </p14:cNvPr>
                <p14:cNvContentPartPr/>
                <p14:nvPr/>
              </p14:nvContentPartPr>
              <p14:xfrm>
                <a:off x="11598610" y="4161225"/>
                <a:ext cx="110160" cy="237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2321AD6F-E75B-A10D-BCAC-6EFC8860A9C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589970" y="4152585"/>
                  <a:ext cx="1278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6EFDEC6E-3688-FAE6-769A-C5077801580C}"/>
                    </a:ext>
                  </a:extLst>
                </p14:cNvPr>
                <p14:cNvContentPartPr/>
                <p14:nvPr/>
              </p14:nvContentPartPr>
              <p14:xfrm>
                <a:off x="11638570" y="4226025"/>
                <a:ext cx="89280" cy="144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6EFDEC6E-3688-FAE6-769A-C5077801580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629930" y="4217385"/>
                  <a:ext cx="106920" cy="3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9294242E-8222-9402-E274-F12776269DAF}"/>
                  </a:ext>
                </a:extLst>
              </p14:cNvPr>
              <p14:cNvContentPartPr/>
              <p14:nvPr/>
            </p14:nvContentPartPr>
            <p14:xfrm>
              <a:off x="1046650" y="5807865"/>
              <a:ext cx="9436320" cy="35100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9294242E-8222-9402-E274-F12776269DA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1037650" y="5799225"/>
                <a:ext cx="9453960" cy="36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3CE13FED-8D56-4B7A-B6B6-733CC8D75089}"/>
                  </a:ext>
                </a:extLst>
              </p14:cNvPr>
              <p14:cNvContentPartPr/>
              <p14:nvPr/>
            </p14:nvContentPartPr>
            <p14:xfrm>
              <a:off x="10380370" y="5726505"/>
              <a:ext cx="144720" cy="27612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3CE13FED-8D56-4B7A-B6B6-733CC8D75089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10371370" y="5717505"/>
                <a:ext cx="162360" cy="29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9" name="Group 228">
            <a:extLst>
              <a:ext uri="{FF2B5EF4-FFF2-40B4-BE49-F238E27FC236}">
                <a16:creationId xmlns:a16="http://schemas.microsoft.com/office/drawing/2014/main" id="{41C96A15-AA03-0AC6-886E-3E1305214035}"/>
              </a:ext>
            </a:extLst>
          </p:cNvPr>
          <p:cNvGrpSpPr/>
          <p:nvPr/>
        </p:nvGrpSpPr>
        <p:grpSpPr>
          <a:xfrm>
            <a:off x="10565410" y="5903625"/>
            <a:ext cx="1000080" cy="272880"/>
            <a:chOff x="10565410" y="5903625"/>
            <a:chExt cx="1000080" cy="27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8B57EF24-51E2-46DE-6225-6E47A940B348}"/>
                    </a:ext>
                  </a:extLst>
                </p14:cNvPr>
                <p14:cNvContentPartPr/>
                <p14:nvPr/>
              </p14:nvContentPartPr>
              <p14:xfrm>
                <a:off x="10565410" y="6053025"/>
                <a:ext cx="212760" cy="1234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8B57EF24-51E2-46DE-6225-6E47A940B34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556770" y="6044025"/>
                  <a:ext cx="2304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FDC1BDE8-4BBE-174E-AE36-F61737FDB12F}"/>
                    </a:ext>
                  </a:extLst>
                </p14:cNvPr>
                <p14:cNvContentPartPr/>
                <p14:nvPr/>
              </p14:nvContentPartPr>
              <p14:xfrm>
                <a:off x="10814530" y="6069225"/>
                <a:ext cx="55800" cy="205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FDC1BDE8-4BBE-174E-AE36-F61737FDB12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805890" y="6060225"/>
                  <a:ext cx="734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4710C26B-8441-7723-3C8A-E720F11E27BB}"/>
                    </a:ext>
                  </a:extLst>
                </p14:cNvPr>
                <p14:cNvContentPartPr/>
                <p14:nvPr/>
              </p14:nvContentPartPr>
              <p14:xfrm>
                <a:off x="10970050" y="6013065"/>
                <a:ext cx="131400" cy="1173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4710C26B-8441-7723-3C8A-E720F11E27B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961410" y="6004065"/>
                  <a:ext cx="1490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7DA80566-54F4-3ABD-FD01-0F5BC325DB86}"/>
                    </a:ext>
                  </a:extLst>
                </p14:cNvPr>
                <p14:cNvContentPartPr/>
                <p14:nvPr/>
              </p14:nvContentPartPr>
              <p14:xfrm>
                <a:off x="11139970" y="6006945"/>
                <a:ext cx="256320" cy="1152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7DA80566-54F4-3ABD-FD01-0F5BC325DB8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130970" y="5998305"/>
                  <a:ext cx="2739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AABB5C40-D7E5-C490-B517-1D62EA658518}"/>
                    </a:ext>
                  </a:extLst>
                </p14:cNvPr>
                <p14:cNvContentPartPr/>
                <p14:nvPr/>
              </p14:nvContentPartPr>
              <p14:xfrm>
                <a:off x="11328610" y="5903625"/>
                <a:ext cx="87120" cy="6444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AABB5C40-D7E5-C490-B517-1D62EA65851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1319970" y="5894625"/>
                  <a:ext cx="1047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8F108EDA-C985-901A-663E-E7BAC5385C8D}"/>
                    </a:ext>
                  </a:extLst>
                </p14:cNvPr>
                <p14:cNvContentPartPr/>
                <p14:nvPr/>
              </p14:nvContentPartPr>
              <p14:xfrm>
                <a:off x="11394130" y="5934585"/>
                <a:ext cx="171360" cy="17568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8F108EDA-C985-901A-663E-E7BAC5385C8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385490" y="5925945"/>
                  <a:ext cx="189000" cy="19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AA8C4036-9340-79CB-0EB7-64E6F321D0D2}"/>
              </a:ext>
            </a:extLst>
          </p:cNvPr>
          <p:cNvGrpSpPr/>
          <p:nvPr/>
        </p:nvGrpSpPr>
        <p:grpSpPr>
          <a:xfrm>
            <a:off x="4142650" y="6536865"/>
            <a:ext cx="1431720" cy="242280"/>
            <a:chOff x="4142650" y="6536865"/>
            <a:chExt cx="1431720" cy="24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420E1F5A-6368-6A47-5E0A-88F431CDC7A1}"/>
                    </a:ext>
                  </a:extLst>
                </p14:cNvPr>
                <p14:cNvContentPartPr/>
                <p14:nvPr/>
              </p14:nvContentPartPr>
              <p14:xfrm>
                <a:off x="4142650" y="6540105"/>
                <a:ext cx="43200" cy="22464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420E1F5A-6368-6A47-5E0A-88F431CDC7A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134010" y="6531105"/>
                  <a:ext cx="608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1C45FCEF-6528-ABCE-64FE-A1D34F424740}"/>
                    </a:ext>
                  </a:extLst>
                </p14:cNvPr>
                <p14:cNvContentPartPr/>
                <p14:nvPr/>
              </p14:nvContentPartPr>
              <p14:xfrm>
                <a:off x="4168210" y="6611025"/>
                <a:ext cx="138600" cy="16812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1C45FCEF-6528-ABCE-64FE-A1D34F42474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159570" y="6602025"/>
                  <a:ext cx="1562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DA4B5075-EE87-22A4-29E8-4A1CF03A73D2}"/>
                    </a:ext>
                  </a:extLst>
                </p14:cNvPr>
                <p14:cNvContentPartPr/>
                <p14:nvPr/>
              </p14:nvContentPartPr>
              <p14:xfrm>
                <a:off x="4374850" y="6673665"/>
                <a:ext cx="124200" cy="244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DA4B5075-EE87-22A4-29E8-4A1CF03A73D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366210" y="6664665"/>
                  <a:ext cx="1418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02CA4E1C-B5A9-A186-00C1-5C460DECC1BD}"/>
                    </a:ext>
                  </a:extLst>
                </p14:cNvPr>
                <p14:cNvContentPartPr/>
                <p14:nvPr/>
              </p14:nvContentPartPr>
              <p14:xfrm>
                <a:off x="4608490" y="6603465"/>
                <a:ext cx="55800" cy="16272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02CA4E1C-B5A9-A186-00C1-5C460DECC1B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599850" y="6594825"/>
                  <a:ext cx="734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FAE8A123-3FE8-1273-C051-A22356672AB5}"/>
                    </a:ext>
                  </a:extLst>
                </p14:cNvPr>
                <p14:cNvContentPartPr/>
                <p14:nvPr/>
              </p14:nvContentPartPr>
              <p14:xfrm>
                <a:off x="4675810" y="6628305"/>
                <a:ext cx="103680" cy="1425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FAE8A123-3FE8-1273-C051-A22356672AB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666810" y="6619305"/>
                  <a:ext cx="1213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70901155-F6F6-C6C6-A97A-47E1279250B5}"/>
                    </a:ext>
                  </a:extLst>
                </p14:cNvPr>
                <p14:cNvContentPartPr/>
                <p14:nvPr/>
              </p14:nvContentPartPr>
              <p14:xfrm>
                <a:off x="4833130" y="6536865"/>
                <a:ext cx="511920" cy="2322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70901155-F6F6-C6C6-A97A-47E1279250B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824130" y="6527865"/>
                  <a:ext cx="5295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8AA2CA83-E158-C500-3341-D5720AA7C014}"/>
                    </a:ext>
                  </a:extLst>
                </p14:cNvPr>
                <p14:cNvContentPartPr/>
                <p14:nvPr/>
              </p14:nvContentPartPr>
              <p14:xfrm>
                <a:off x="5344690" y="6578265"/>
                <a:ext cx="229680" cy="18468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8AA2CA83-E158-C500-3341-D5720AA7C01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336050" y="6569265"/>
                  <a:ext cx="247320" cy="20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30FD5858-6FA3-7B30-5642-A97D60C5B91D}"/>
                  </a:ext>
                </a:extLst>
              </p14:cNvPr>
              <p14:cNvContentPartPr/>
              <p14:nvPr/>
            </p14:nvContentPartPr>
            <p14:xfrm>
              <a:off x="958810" y="123105"/>
              <a:ext cx="720" cy="605844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30FD5858-6FA3-7B30-5642-A97D60C5B91D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941530" y="114105"/>
                <a:ext cx="36000" cy="607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84894A90-83D4-D22C-F425-086EC625D400}"/>
                  </a:ext>
                </a:extLst>
              </p14:cNvPr>
              <p14:cNvContentPartPr/>
              <p14:nvPr/>
            </p14:nvContentPartPr>
            <p14:xfrm>
              <a:off x="959530" y="6166785"/>
              <a:ext cx="196920" cy="3240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84894A90-83D4-D22C-F425-086EC625D400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950890" y="6157785"/>
                <a:ext cx="21456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A5D1C56F-A8AC-28B4-FA17-EAFB5366954D}"/>
                  </a:ext>
                </a:extLst>
              </p14:cNvPr>
              <p14:cNvContentPartPr/>
              <p14:nvPr/>
            </p14:nvContentPartPr>
            <p14:xfrm>
              <a:off x="903010" y="6305745"/>
              <a:ext cx="111240" cy="14688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A5D1C56F-A8AC-28B4-FA17-EAFB5366954D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894010" y="6296745"/>
                <a:ext cx="12888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6A1BB259-7D12-58F8-07CB-69C9F4B32CAF}"/>
                  </a:ext>
                </a:extLst>
              </p14:cNvPr>
              <p14:cNvContentPartPr/>
              <p14:nvPr/>
            </p14:nvContentPartPr>
            <p14:xfrm>
              <a:off x="851530" y="122025"/>
              <a:ext cx="258840" cy="19404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6A1BB259-7D12-58F8-07CB-69C9F4B32CAF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842530" y="113025"/>
                <a:ext cx="276480" cy="21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6" name="Group 255">
            <a:extLst>
              <a:ext uri="{FF2B5EF4-FFF2-40B4-BE49-F238E27FC236}">
                <a16:creationId xmlns:a16="http://schemas.microsoft.com/office/drawing/2014/main" id="{7EFEB5EE-F5B2-17D6-8D75-7C093A93F42C}"/>
              </a:ext>
            </a:extLst>
          </p:cNvPr>
          <p:cNvGrpSpPr/>
          <p:nvPr/>
        </p:nvGrpSpPr>
        <p:grpSpPr>
          <a:xfrm>
            <a:off x="1189210" y="233625"/>
            <a:ext cx="796680" cy="483480"/>
            <a:chOff x="1189210" y="233625"/>
            <a:chExt cx="796680" cy="48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5E0574C9-ABF2-701B-29EB-77E7461C68AB}"/>
                    </a:ext>
                  </a:extLst>
                </p14:cNvPr>
                <p14:cNvContentPartPr/>
                <p14:nvPr/>
              </p14:nvContentPartPr>
              <p14:xfrm>
                <a:off x="1189210" y="412545"/>
                <a:ext cx="153000" cy="30456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5E0574C9-ABF2-701B-29EB-77E7461C68A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80210" y="403545"/>
                  <a:ext cx="17064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F84241A2-D477-CFE1-57C8-DAC7D00D7861}"/>
                    </a:ext>
                  </a:extLst>
                </p14:cNvPr>
                <p14:cNvContentPartPr/>
                <p14:nvPr/>
              </p14:nvContentPartPr>
              <p14:xfrm>
                <a:off x="1405930" y="438465"/>
                <a:ext cx="57240" cy="3492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F84241A2-D477-CFE1-57C8-DAC7D00D786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396930" y="429825"/>
                  <a:ext cx="748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6E22F0C6-2C1A-89A9-7901-D67FEEAC5B21}"/>
                    </a:ext>
                  </a:extLst>
                </p14:cNvPr>
                <p14:cNvContentPartPr/>
                <p14:nvPr/>
              </p14:nvContentPartPr>
              <p14:xfrm>
                <a:off x="1534090" y="377625"/>
                <a:ext cx="141480" cy="9036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6E22F0C6-2C1A-89A9-7901-D67FEEAC5B2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525090" y="368985"/>
                  <a:ext cx="1591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5745A057-DA5D-4C94-5CF4-A942A1057CBA}"/>
                    </a:ext>
                  </a:extLst>
                </p14:cNvPr>
                <p14:cNvContentPartPr/>
                <p14:nvPr/>
              </p14:nvContentPartPr>
              <p14:xfrm>
                <a:off x="1693570" y="312825"/>
                <a:ext cx="196560" cy="10404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5745A057-DA5D-4C94-5CF4-A942A1057CB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684570" y="304185"/>
                  <a:ext cx="2142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F5D93619-F204-0942-6DE9-339E9BC358DF}"/>
                    </a:ext>
                  </a:extLst>
                </p14:cNvPr>
                <p14:cNvContentPartPr/>
                <p14:nvPr/>
              </p14:nvContentPartPr>
              <p14:xfrm>
                <a:off x="1799770" y="233625"/>
                <a:ext cx="78120" cy="5184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F5D93619-F204-0942-6DE9-339E9BC358DF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791130" y="224625"/>
                  <a:ext cx="957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1944208C-4102-BD7E-D7D3-16834194D464}"/>
                    </a:ext>
                  </a:extLst>
                </p14:cNvPr>
                <p14:cNvContentPartPr/>
                <p14:nvPr/>
              </p14:nvContentPartPr>
              <p14:xfrm>
                <a:off x="1888690" y="242625"/>
                <a:ext cx="97200" cy="19224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1944208C-4102-BD7E-D7D3-16834194D464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880050" y="233985"/>
                  <a:ext cx="114840" cy="20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5DACF4CC-0C7B-16A2-CEB6-7A6173661C4D}"/>
              </a:ext>
            </a:extLst>
          </p:cNvPr>
          <p:cNvGrpSpPr/>
          <p:nvPr/>
        </p:nvGrpSpPr>
        <p:grpSpPr>
          <a:xfrm>
            <a:off x="59890" y="3817425"/>
            <a:ext cx="211320" cy="513360"/>
            <a:chOff x="59890" y="3817425"/>
            <a:chExt cx="211320" cy="51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2EDEC5F7-D84F-3583-1CDD-5F461A7F3119}"/>
                    </a:ext>
                  </a:extLst>
                </p14:cNvPr>
                <p14:cNvContentPartPr/>
                <p14:nvPr/>
              </p14:nvContentPartPr>
              <p14:xfrm>
                <a:off x="107410" y="4264905"/>
                <a:ext cx="155880" cy="6588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2EDEC5F7-D84F-3583-1CDD-5F461A7F311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8770" y="4256265"/>
                  <a:ext cx="1735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81EA3291-8414-4170-E42A-1CF0B217C7BC}"/>
                    </a:ext>
                  </a:extLst>
                </p14:cNvPr>
                <p14:cNvContentPartPr/>
                <p14:nvPr/>
              </p14:nvContentPartPr>
              <p14:xfrm>
                <a:off x="90490" y="4139265"/>
                <a:ext cx="153000" cy="9720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81EA3291-8414-4170-E42A-1CF0B217C7BC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1490" y="4130625"/>
                  <a:ext cx="1706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92823F8E-2146-737A-023A-C7B6AA7957AD}"/>
                    </a:ext>
                  </a:extLst>
                </p14:cNvPr>
                <p14:cNvContentPartPr/>
                <p14:nvPr/>
              </p14:nvContentPartPr>
              <p14:xfrm>
                <a:off x="118210" y="4047105"/>
                <a:ext cx="153000" cy="12744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92823F8E-2146-737A-023A-C7B6AA7957A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9210" y="4038105"/>
                  <a:ext cx="1706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B476B4F3-1BCF-EC3D-DB2D-87404E48F6FB}"/>
                    </a:ext>
                  </a:extLst>
                </p14:cNvPr>
                <p14:cNvContentPartPr/>
                <p14:nvPr/>
              </p14:nvContentPartPr>
              <p14:xfrm>
                <a:off x="66010" y="4021545"/>
                <a:ext cx="203400" cy="5724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B476B4F3-1BCF-EC3D-DB2D-87404E48F6F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7370" y="4012905"/>
                  <a:ext cx="2210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F62324FA-6891-7621-4BE5-0F0BBAC5A4F5}"/>
                    </a:ext>
                  </a:extLst>
                </p14:cNvPr>
                <p14:cNvContentPartPr/>
                <p14:nvPr/>
              </p14:nvContentPartPr>
              <p14:xfrm>
                <a:off x="59890" y="3817425"/>
                <a:ext cx="191520" cy="14940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F62324FA-6891-7621-4BE5-0F0BBAC5A4F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0890" y="3808425"/>
                  <a:ext cx="209160" cy="16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39BBC8A2-862C-5855-F40B-D5BBB6215A6B}"/>
              </a:ext>
            </a:extLst>
          </p:cNvPr>
          <p:cNvGrpSpPr/>
          <p:nvPr/>
        </p:nvGrpSpPr>
        <p:grpSpPr>
          <a:xfrm>
            <a:off x="59170" y="3441945"/>
            <a:ext cx="222480" cy="289440"/>
            <a:chOff x="59170" y="3441945"/>
            <a:chExt cx="22248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4BABA429-81D1-9C88-DC0D-821B2E49404C}"/>
                    </a:ext>
                  </a:extLst>
                </p14:cNvPr>
                <p14:cNvContentPartPr/>
                <p14:nvPr/>
              </p14:nvContentPartPr>
              <p14:xfrm>
                <a:off x="85450" y="3651465"/>
                <a:ext cx="196200" cy="7992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4BABA429-81D1-9C88-DC0D-821B2E49404C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6450" y="3642825"/>
                  <a:ext cx="2138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16551075-1B7D-7AE0-8F2A-3CD68E8DE753}"/>
                    </a:ext>
                  </a:extLst>
                </p14:cNvPr>
                <p14:cNvContentPartPr/>
                <p14:nvPr/>
              </p14:nvContentPartPr>
              <p14:xfrm>
                <a:off x="59170" y="3441945"/>
                <a:ext cx="202320" cy="21528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16551075-1B7D-7AE0-8F2A-3CD68E8DE75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0170" y="3432945"/>
                  <a:ext cx="219960" cy="23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D018BE02-AFAD-D7AF-F2E6-AF4041D7A8E5}"/>
              </a:ext>
            </a:extLst>
          </p:cNvPr>
          <p:cNvGrpSpPr/>
          <p:nvPr/>
        </p:nvGrpSpPr>
        <p:grpSpPr>
          <a:xfrm>
            <a:off x="461650" y="1256745"/>
            <a:ext cx="747000" cy="182160"/>
            <a:chOff x="461650" y="1256745"/>
            <a:chExt cx="747000" cy="18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D183A920-2CF0-90FD-FFD3-16083D206467}"/>
                    </a:ext>
                  </a:extLst>
                </p14:cNvPr>
                <p14:cNvContentPartPr/>
                <p14:nvPr/>
              </p14:nvContentPartPr>
              <p14:xfrm>
                <a:off x="887170" y="1256745"/>
                <a:ext cx="321480" cy="4932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D183A920-2CF0-90FD-FFD3-16083D20646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78170" y="1248105"/>
                  <a:ext cx="3391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AFCBF4B4-3DC8-3DBA-473C-651A5ED21365}"/>
                    </a:ext>
                  </a:extLst>
                </p14:cNvPr>
                <p14:cNvContentPartPr/>
                <p14:nvPr/>
              </p14:nvContentPartPr>
              <p14:xfrm>
                <a:off x="461650" y="1282305"/>
                <a:ext cx="39960" cy="15660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AFCBF4B4-3DC8-3DBA-473C-651A5ED21365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53010" y="1273305"/>
                  <a:ext cx="576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9DEFE766-A807-ED14-5B81-05FF825A1EBE}"/>
                    </a:ext>
                  </a:extLst>
                </p14:cNvPr>
                <p14:cNvContentPartPr/>
                <p14:nvPr/>
              </p14:nvContentPartPr>
              <p14:xfrm>
                <a:off x="565690" y="1310385"/>
                <a:ext cx="214920" cy="12456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9DEFE766-A807-ED14-5B81-05FF825A1EBE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56690" y="1301385"/>
                  <a:ext cx="232560" cy="14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2910EA10-7DAC-98B8-289E-50F1C71500EE}"/>
              </a:ext>
            </a:extLst>
          </p:cNvPr>
          <p:cNvGrpSpPr/>
          <p:nvPr/>
        </p:nvGrpSpPr>
        <p:grpSpPr>
          <a:xfrm>
            <a:off x="489370" y="3621585"/>
            <a:ext cx="578160" cy="223920"/>
            <a:chOff x="489370" y="3621585"/>
            <a:chExt cx="578160" cy="22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E0F12A20-838A-492F-7312-3F9ED331C32E}"/>
                    </a:ext>
                  </a:extLst>
                </p14:cNvPr>
                <p14:cNvContentPartPr/>
                <p14:nvPr/>
              </p14:nvContentPartPr>
              <p14:xfrm>
                <a:off x="864850" y="3621585"/>
                <a:ext cx="202680" cy="4176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E0F12A20-838A-492F-7312-3F9ED331C32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56210" y="3612585"/>
                  <a:ext cx="2203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F4D1762A-6606-14DA-8D4B-3C16311B69B4}"/>
                    </a:ext>
                  </a:extLst>
                </p14:cNvPr>
                <p14:cNvContentPartPr/>
                <p14:nvPr/>
              </p14:nvContentPartPr>
              <p14:xfrm>
                <a:off x="489370" y="3655065"/>
                <a:ext cx="102240" cy="1904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F4D1762A-6606-14DA-8D4B-3C16311B69B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80730" y="3646065"/>
                  <a:ext cx="1198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8AEC8F6E-29DE-6FFD-123A-F05DC75BCD50}"/>
                    </a:ext>
                  </a:extLst>
                </p14:cNvPr>
                <p14:cNvContentPartPr/>
                <p14:nvPr/>
              </p14:nvContentPartPr>
              <p14:xfrm>
                <a:off x="504490" y="3646785"/>
                <a:ext cx="97560" cy="7704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8AEC8F6E-29DE-6FFD-123A-F05DC75BCD50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95490" y="3638145"/>
                  <a:ext cx="1152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E333E7B4-A295-CE3F-5E10-81A8DCA4D4B1}"/>
                    </a:ext>
                  </a:extLst>
                </p14:cNvPr>
                <p14:cNvContentPartPr/>
                <p14:nvPr/>
              </p14:nvContentPartPr>
              <p14:xfrm>
                <a:off x="627250" y="3666225"/>
                <a:ext cx="108720" cy="16092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E333E7B4-A295-CE3F-5E10-81A8DCA4D4B1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18610" y="3657585"/>
                  <a:ext cx="126360" cy="17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0CD33835-4DBA-729A-BE2C-36ED1D0930DA}"/>
              </a:ext>
            </a:extLst>
          </p:cNvPr>
          <p:cNvGrpSpPr/>
          <p:nvPr/>
        </p:nvGrpSpPr>
        <p:grpSpPr>
          <a:xfrm>
            <a:off x="319810" y="2442585"/>
            <a:ext cx="799560" cy="293760"/>
            <a:chOff x="319810" y="2442585"/>
            <a:chExt cx="799560" cy="29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BA00C505-817D-A177-6C0B-9FB7A75FFB7A}"/>
                    </a:ext>
                  </a:extLst>
                </p14:cNvPr>
                <p14:cNvContentPartPr/>
                <p14:nvPr/>
              </p14:nvContentPartPr>
              <p14:xfrm>
                <a:off x="794290" y="2495505"/>
                <a:ext cx="325080" cy="5796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BA00C505-817D-A177-6C0B-9FB7A75FFB7A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85290" y="2486865"/>
                  <a:ext cx="3427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BCE61D90-1C2A-1D45-A8FE-1357EB42D2E3}"/>
                    </a:ext>
                  </a:extLst>
                </p14:cNvPr>
                <p14:cNvContentPartPr/>
                <p14:nvPr/>
              </p14:nvContentPartPr>
              <p14:xfrm>
                <a:off x="319810" y="2518185"/>
                <a:ext cx="148680" cy="21816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BCE61D90-1C2A-1D45-A8FE-1357EB42D2E3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11170" y="2509185"/>
                  <a:ext cx="1663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DBF3EDA3-47CF-72CD-4073-3FD3D07E7D3D}"/>
                    </a:ext>
                  </a:extLst>
                </p14:cNvPr>
                <p14:cNvContentPartPr/>
                <p14:nvPr/>
              </p14:nvContentPartPr>
              <p14:xfrm>
                <a:off x="374530" y="2569305"/>
                <a:ext cx="193320" cy="1461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DBF3EDA3-47CF-72CD-4073-3FD3D07E7D3D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65890" y="2560665"/>
                  <a:ext cx="2109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C1773525-83D7-0535-7926-F862E7B7DD75}"/>
                    </a:ext>
                  </a:extLst>
                </p14:cNvPr>
                <p14:cNvContentPartPr/>
                <p14:nvPr/>
              </p14:nvContentPartPr>
              <p14:xfrm>
                <a:off x="568570" y="2523225"/>
                <a:ext cx="90000" cy="12672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C1773525-83D7-0535-7926-F862E7B7DD75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59570" y="2514585"/>
                  <a:ext cx="1076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1DEAA5AB-684A-3F4A-D22B-A9780EA7144D}"/>
                    </a:ext>
                  </a:extLst>
                </p14:cNvPr>
                <p14:cNvContentPartPr/>
                <p14:nvPr/>
              </p14:nvContentPartPr>
              <p14:xfrm>
                <a:off x="585490" y="2442585"/>
                <a:ext cx="100800" cy="9576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1DEAA5AB-684A-3F4A-D22B-A9780EA7144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76850" y="2433585"/>
                  <a:ext cx="118440" cy="11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010A9FB3-3EC9-B333-BE92-12B14B725E3E}"/>
              </a:ext>
            </a:extLst>
          </p:cNvPr>
          <p:cNvGrpSpPr/>
          <p:nvPr/>
        </p:nvGrpSpPr>
        <p:grpSpPr>
          <a:xfrm>
            <a:off x="421690" y="4958985"/>
            <a:ext cx="753480" cy="249480"/>
            <a:chOff x="421690" y="4958985"/>
            <a:chExt cx="753480" cy="24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164C9A92-3FE5-2D32-7EFC-D430148B9F7E}"/>
                    </a:ext>
                  </a:extLst>
                </p14:cNvPr>
                <p14:cNvContentPartPr/>
                <p14:nvPr/>
              </p14:nvContentPartPr>
              <p14:xfrm>
                <a:off x="857650" y="4959705"/>
                <a:ext cx="317520" cy="9036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164C9A92-3FE5-2D32-7EFC-D430148B9F7E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49010" y="4950705"/>
                  <a:ext cx="3351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E4FB3E32-D20B-E64A-F2A9-B38B5A09B0B1}"/>
                    </a:ext>
                  </a:extLst>
                </p14:cNvPr>
                <p14:cNvContentPartPr/>
                <p14:nvPr/>
              </p14:nvContentPartPr>
              <p14:xfrm>
                <a:off x="421690" y="5036025"/>
                <a:ext cx="129240" cy="17244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E4FB3E32-D20B-E64A-F2A9-B38B5A09B0B1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13050" y="5027025"/>
                  <a:ext cx="1468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DCE47317-006F-BC3C-0A0B-E2353846AFD0}"/>
                    </a:ext>
                  </a:extLst>
                </p14:cNvPr>
                <p14:cNvContentPartPr/>
                <p14:nvPr/>
              </p14:nvContentPartPr>
              <p14:xfrm>
                <a:off x="580090" y="5027745"/>
                <a:ext cx="76320" cy="16128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DCE47317-006F-BC3C-0A0B-E2353846AFD0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71090" y="5018745"/>
                  <a:ext cx="939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C3146E3E-A2CC-C6A4-73D8-5BFC947C5C89}"/>
                    </a:ext>
                  </a:extLst>
                </p14:cNvPr>
                <p14:cNvContentPartPr/>
                <p14:nvPr/>
              </p14:nvContentPartPr>
              <p14:xfrm>
                <a:off x="582610" y="4958985"/>
                <a:ext cx="121320" cy="9720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C3146E3E-A2CC-C6A4-73D8-5BFC947C5C8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73970" y="4949985"/>
                  <a:ext cx="138960" cy="11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13CE6AD4-B02A-3927-7A91-00386BB14674}"/>
                  </a:ext>
                </a:extLst>
              </p14:cNvPr>
              <p14:cNvContentPartPr/>
              <p14:nvPr/>
            </p14:nvContentPartPr>
            <p14:xfrm>
              <a:off x="1694290" y="6055185"/>
              <a:ext cx="11160" cy="266400"/>
            </p14:xfrm>
          </p:contentPart>
        </mc:Choice>
        <mc:Fallback xmlns=""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13CE6AD4-B02A-3927-7A91-00386BB14674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1685650" y="6046185"/>
                <a:ext cx="28800" cy="28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09" name="Group 308">
            <a:extLst>
              <a:ext uri="{FF2B5EF4-FFF2-40B4-BE49-F238E27FC236}">
                <a16:creationId xmlns:a16="http://schemas.microsoft.com/office/drawing/2014/main" id="{880D2791-5091-CCDD-BCB0-925A92B44C6A}"/>
              </a:ext>
            </a:extLst>
          </p:cNvPr>
          <p:cNvGrpSpPr/>
          <p:nvPr/>
        </p:nvGrpSpPr>
        <p:grpSpPr>
          <a:xfrm>
            <a:off x="1642810" y="6433185"/>
            <a:ext cx="230040" cy="180000"/>
            <a:chOff x="1642810" y="6433185"/>
            <a:chExt cx="230040" cy="18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97F8ED10-1447-AE9B-2A88-567D977862B8}"/>
                    </a:ext>
                  </a:extLst>
                </p14:cNvPr>
                <p14:cNvContentPartPr/>
                <p14:nvPr/>
              </p14:nvContentPartPr>
              <p14:xfrm>
                <a:off x="1716970" y="6443985"/>
                <a:ext cx="17640" cy="9288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97F8ED10-1447-AE9B-2A88-567D977862B8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707970" y="6435345"/>
                  <a:ext cx="352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E2494F26-9BBD-7991-C67B-BE9F2EB117C2}"/>
                    </a:ext>
                  </a:extLst>
                </p14:cNvPr>
                <p14:cNvContentPartPr/>
                <p14:nvPr/>
              </p14:nvContentPartPr>
              <p14:xfrm>
                <a:off x="1642810" y="6433185"/>
                <a:ext cx="91800" cy="7596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E2494F26-9BBD-7991-C67B-BE9F2EB117C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633810" y="6424185"/>
                  <a:ext cx="1094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8ACEA1CE-EB87-E4A1-9F9E-49125F01308E}"/>
                    </a:ext>
                  </a:extLst>
                </p14:cNvPr>
                <p14:cNvContentPartPr/>
                <p14:nvPr/>
              </p14:nvContentPartPr>
              <p14:xfrm>
                <a:off x="1650010" y="6554865"/>
                <a:ext cx="222840" cy="5832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8ACEA1CE-EB87-E4A1-9F9E-49125F01308E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641370" y="6545865"/>
                  <a:ext cx="240480" cy="75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C4D94AD0-E378-7A9F-8026-DAA6261A0887}"/>
                  </a:ext>
                </a:extLst>
              </p14:cNvPr>
              <p14:cNvContentPartPr/>
              <p14:nvPr/>
            </p14:nvContentPartPr>
            <p14:xfrm>
              <a:off x="2349130" y="6080385"/>
              <a:ext cx="16200" cy="215280"/>
            </p14:xfrm>
          </p:contentPart>
        </mc:Choice>
        <mc:Fallback xmlns=""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C4D94AD0-E378-7A9F-8026-DAA6261A0887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2340490" y="6071745"/>
                <a:ext cx="3384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A3A5D41C-7B8E-7557-E1C7-7FC9497736C2}"/>
                  </a:ext>
                </a:extLst>
              </p14:cNvPr>
              <p14:cNvContentPartPr/>
              <p14:nvPr/>
            </p14:nvContentPartPr>
            <p14:xfrm>
              <a:off x="2372890" y="6422385"/>
              <a:ext cx="130680" cy="168840"/>
            </p14:xfrm>
          </p:contentPart>
        </mc:Choice>
        <mc:Fallback xmlns=""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A3A5D41C-7B8E-7557-E1C7-7FC9497736C2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2363890" y="6413745"/>
                <a:ext cx="14832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2EE225BC-AC4D-EFC3-8EB1-8E555A2936E8}"/>
                  </a:ext>
                </a:extLst>
              </p14:cNvPr>
              <p14:cNvContentPartPr/>
              <p14:nvPr/>
            </p14:nvContentPartPr>
            <p14:xfrm>
              <a:off x="3247330" y="6023145"/>
              <a:ext cx="14400" cy="202680"/>
            </p14:xfrm>
          </p:contentPart>
        </mc:Choice>
        <mc:Fallback xmlns=""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2EE225BC-AC4D-EFC3-8EB1-8E555A2936E8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3238330" y="6014505"/>
                <a:ext cx="3204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D8FB9E17-22AD-3B4D-4486-BFFF2FF2505B}"/>
                  </a:ext>
                </a:extLst>
              </p14:cNvPr>
              <p14:cNvContentPartPr/>
              <p14:nvPr/>
            </p14:nvContentPartPr>
            <p14:xfrm>
              <a:off x="3250210" y="6359745"/>
              <a:ext cx="145800" cy="173880"/>
            </p14:xfrm>
          </p:contentPart>
        </mc:Choice>
        <mc:Fallback xmlns=""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D8FB9E17-22AD-3B4D-4486-BFFF2FF2505B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3241570" y="6350745"/>
                <a:ext cx="16344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058D917E-2F46-6AE0-9E80-83083017CB73}"/>
                  </a:ext>
                </a:extLst>
              </p14:cNvPr>
              <p14:cNvContentPartPr/>
              <p14:nvPr/>
            </p14:nvContentPartPr>
            <p14:xfrm>
              <a:off x="4144810" y="5938545"/>
              <a:ext cx="31680" cy="228960"/>
            </p14:xfrm>
          </p:contentPart>
        </mc:Choice>
        <mc:Fallback xmlns=""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058D917E-2F46-6AE0-9E80-83083017CB73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4135810" y="5929905"/>
                <a:ext cx="4932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DEF61F19-153F-B18B-7C3B-B6B29A677494}"/>
                  </a:ext>
                </a:extLst>
              </p14:cNvPr>
              <p14:cNvContentPartPr/>
              <p14:nvPr/>
            </p14:nvContentPartPr>
            <p14:xfrm>
              <a:off x="4226890" y="6294225"/>
              <a:ext cx="149400" cy="193320"/>
            </p14:xfrm>
          </p:contentPart>
        </mc:Choice>
        <mc:Fallback xmlns=""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DEF61F19-153F-B18B-7C3B-B6B29A677494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4217890" y="6285585"/>
                <a:ext cx="167040" cy="21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25" name="Group 324">
            <a:extLst>
              <a:ext uri="{FF2B5EF4-FFF2-40B4-BE49-F238E27FC236}">
                <a16:creationId xmlns:a16="http://schemas.microsoft.com/office/drawing/2014/main" id="{95173743-6A81-5C35-D634-C6C792DD3441}"/>
              </a:ext>
            </a:extLst>
          </p:cNvPr>
          <p:cNvGrpSpPr/>
          <p:nvPr/>
        </p:nvGrpSpPr>
        <p:grpSpPr>
          <a:xfrm>
            <a:off x="5062450" y="5953665"/>
            <a:ext cx="257400" cy="504000"/>
            <a:chOff x="5062450" y="5953665"/>
            <a:chExt cx="257400" cy="50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62E38F69-602D-7239-DEBB-DFD20C21001D}"/>
                    </a:ext>
                  </a:extLst>
                </p14:cNvPr>
                <p14:cNvContentPartPr/>
                <p14:nvPr/>
              </p14:nvContentPartPr>
              <p14:xfrm>
                <a:off x="5062450" y="5953665"/>
                <a:ext cx="46440" cy="24408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62E38F69-602D-7239-DEBB-DFD20C21001D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053810" y="5944665"/>
                  <a:ext cx="640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142025E5-ADCA-06DB-63FD-EE156B11F8A8}"/>
                    </a:ext>
                  </a:extLst>
                </p14:cNvPr>
                <p14:cNvContentPartPr/>
                <p14:nvPr/>
              </p14:nvContentPartPr>
              <p14:xfrm>
                <a:off x="5108530" y="6275505"/>
                <a:ext cx="73440" cy="18216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142025E5-ADCA-06DB-63FD-EE156B11F8A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099530" y="6266865"/>
                  <a:ext cx="910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DEF11DE0-3278-621B-AFE7-C678989F9D5F}"/>
                    </a:ext>
                  </a:extLst>
                </p14:cNvPr>
                <p14:cNvContentPartPr/>
                <p14:nvPr/>
              </p14:nvContentPartPr>
              <p14:xfrm>
                <a:off x="5129410" y="6177945"/>
                <a:ext cx="190440" cy="8244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DEF11DE0-3278-621B-AFE7-C678989F9D5F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5120770" y="6169305"/>
                  <a:ext cx="208080" cy="100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8D6426F5-FA10-5258-0C8B-0950E89715B1}"/>
                  </a:ext>
                </a:extLst>
              </p14:cNvPr>
              <p14:cNvContentPartPr/>
              <p14:nvPr/>
            </p14:nvContentPartPr>
            <p14:xfrm>
              <a:off x="5794330" y="5845305"/>
              <a:ext cx="57960" cy="280080"/>
            </p14:xfrm>
          </p:contentPart>
        </mc:Choice>
        <mc:Fallback xmlns=""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8D6426F5-FA10-5258-0C8B-0950E89715B1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5785690" y="5836665"/>
                <a:ext cx="7560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8DCFE19D-5841-8519-3353-CEFD845D8F78}"/>
                  </a:ext>
                </a:extLst>
              </p14:cNvPr>
              <p14:cNvContentPartPr/>
              <p14:nvPr/>
            </p14:nvContentPartPr>
            <p14:xfrm>
              <a:off x="5876050" y="6258945"/>
              <a:ext cx="119520" cy="249840"/>
            </p14:xfrm>
          </p:contentPart>
        </mc:Choice>
        <mc:Fallback xmlns=""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8DCFE19D-5841-8519-3353-CEFD845D8F78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5867410" y="6249945"/>
                <a:ext cx="137160" cy="26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24" name="Group 323">
            <a:extLst>
              <a:ext uri="{FF2B5EF4-FFF2-40B4-BE49-F238E27FC236}">
                <a16:creationId xmlns:a16="http://schemas.microsoft.com/office/drawing/2014/main" id="{67656A77-3014-F2C7-F106-6EED72B6393D}"/>
              </a:ext>
            </a:extLst>
          </p:cNvPr>
          <p:cNvGrpSpPr/>
          <p:nvPr/>
        </p:nvGrpSpPr>
        <p:grpSpPr>
          <a:xfrm>
            <a:off x="6667330" y="5874105"/>
            <a:ext cx="338760" cy="519480"/>
            <a:chOff x="6667330" y="5874105"/>
            <a:chExt cx="338760" cy="51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35E06350-D5FE-6A47-5A03-10A0A3688D71}"/>
                    </a:ext>
                  </a:extLst>
                </p14:cNvPr>
                <p14:cNvContentPartPr/>
                <p14:nvPr/>
              </p14:nvContentPartPr>
              <p14:xfrm>
                <a:off x="6674170" y="5874105"/>
                <a:ext cx="25200" cy="27972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35E06350-D5FE-6A47-5A03-10A0A3688D7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665530" y="5865105"/>
                  <a:ext cx="4284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751E0BB4-5EF6-1698-9455-1FE1B7DCCE7C}"/>
                    </a:ext>
                  </a:extLst>
                </p14:cNvPr>
                <p14:cNvContentPartPr/>
                <p14:nvPr/>
              </p14:nvContentPartPr>
              <p14:xfrm>
                <a:off x="6667330" y="6216105"/>
                <a:ext cx="167040" cy="17748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751E0BB4-5EF6-1698-9455-1FE1B7DCCE7C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658330" y="6207105"/>
                  <a:ext cx="1846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748A6A78-5206-866E-612B-33E37FDBE8D6}"/>
                    </a:ext>
                  </a:extLst>
                </p14:cNvPr>
                <p14:cNvContentPartPr/>
                <p14:nvPr/>
              </p14:nvContentPartPr>
              <p14:xfrm>
                <a:off x="6697930" y="6265425"/>
                <a:ext cx="308160" cy="9864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748A6A78-5206-866E-612B-33E37FDBE8D6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6688930" y="6256785"/>
                  <a:ext cx="325800" cy="11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6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452A7F9D-8841-A56D-4B16-D6342DDFC636}"/>
                  </a:ext>
                </a:extLst>
              </p14:cNvPr>
              <p14:cNvContentPartPr/>
              <p14:nvPr/>
            </p14:nvContentPartPr>
            <p14:xfrm>
              <a:off x="7664890" y="5802105"/>
              <a:ext cx="23760" cy="235800"/>
            </p14:xfrm>
          </p:contentPart>
        </mc:Choice>
        <mc:Fallback xmlns=""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452A7F9D-8841-A56D-4B16-D6342DDFC636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7655890" y="5793465"/>
                <a:ext cx="4140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323" name="Ink 322">
                <a:extLst>
                  <a:ext uri="{FF2B5EF4-FFF2-40B4-BE49-F238E27FC236}">
                    <a16:creationId xmlns:a16="http://schemas.microsoft.com/office/drawing/2014/main" id="{790769A7-5F52-92F3-612B-E19C27FD4E47}"/>
                  </a:ext>
                </a:extLst>
              </p14:cNvPr>
              <p14:cNvContentPartPr/>
              <p14:nvPr/>
            </p14:nvContentPartPr>
            <p14:xfrm>
              <a:off x="7711690" y="6194145"/>
              <a:ext cx="115920" cy="228240"/>
            </p14:xfrm>
          </p:contentPart>
        </mc:Choice>
        <mc:Fallback xmlns="">
          <p:pic>
            <p:nvPicPr>
              <p:cNvPr id="323" name="Ink 322">
                <a:extLst>
                  <a:ext uri="{FF2B5EF4-FFF2-40B4-BE49-F238E27FC236}">
                    <a16:creationId xmlns:a16="http://schemas.microsoft.com/office/drawing/2014/main" id="{790769A7-5F52-92F3-612B-E19C27FD4E47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7703050" y="6185145"/>
                <a:ext cx="13356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0">
            <p14:nvContentPartPr>
              <p14:cNvPr id="326" name="Ink 325">
                <a:extLst>
                  <a:ext uri="{FF2B5EF4-FFF2-40B4-BE49-F238E27FC236}">
                    <a16:creationId xmlns:a16="http://schemas.microsoft.com/office/drawing/2014/main" id="{6DEBE18C-0B1E-AB14-0E7C-9843B8F49379}"/>
                  </a:ext>
                </a:extLst>
              </p14:cNvPr>
              <p14:cNvContentPartPr/>
              <p14:nvPr/>
            </p14:nvContentPartPr>
            <p14:xfrm>
              <a:off x="2324650" y="1196625"/>
              <a:ext cx="123840" cy="119880"/>
            </p14:xfrm>
          </p:contentPart>
        </mc:Choice>
        <mc:Fallback xmlns="">
          <p:pic>
            <p:nvPicPr>
              <p:cNvPr id="326" name="Ink 325">
                <a:extLst>
                  <a:ext uri="{FF2B5EF4-FFF2-40B4-BE49-F238E27FC236}">
                    <a16:creationId xmlns:a16="http://schemas.microsoft.com/office/drawing/2014/main" id="{6DEBE18C-0B1E-AB14-0E7C-9843B8F49379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2316010" y="1187985"/>
                <a:ext cx="14148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2">
            <p14:nvContentPartPr>
              <p14:cNvPr id="333" name="Ink 332">
                <a:extLst>
                  <a:ext uri="{FF2B5EF4-FFF2-40B4-BE49-F238E27FC236}">
                    <a16:creationId xmlns:a16="http://schemas.microsoft.com/office/drawing/2014/main" id="{AA2787B9-76CD-79FD-D984-1C966F1C7827}"/>
                  </a:ext>
                </a:extLst>
              </p14:cNvPr>
              <p14:cNvContentPartPr/>
              <p14:nvPr/>
            </p14:nvContentPartPr>
            <p14:xfrm>
              <a:off x="3075250" y="2141985"/>
              <a:ext cx="83880" cy="105840"/>
            </p14:xfrm>
          </p:contentPart>
        </mc:Choice>
        <mc:Fallback xmlns="">
          <p:pic>
            <p:nvPicPr>
              <p:cNvPr id="333" name="Ink 332">
                <a:extLst>
                  <a:ext uri="{FF2B5EF4-FFF2-40B4-BE49-F238E27FC236}">
                    <a16:creationId xmlns:a16="http://schemas.microsoft.com/office/drawing/2014/main" id="{AA2787B9-76CD-79FD-D984-1C966F1C7827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3066250" y="2132985"/>
                <a:ext cx="10152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334" name="Ink 333">
                <a:extLst>
                  <a:ext uri="{FF2B5EF4-FFF2-40B4-BE49-F238E27FC236}">
                    <a16:creationId xmlns:a16="http://schemas.microsoft.com/office/drawing/2014/main" id="{BAF9F59D-8EE9-4359-9901-F80A1874E19B}"/>
                  </a:ext>
                </a:extLst>
              </p14:cNvPr>
              <p14:cNvContentPartPr/>
              <p14:nvPr/>
            </p14:nvContentPartPr>
            <p14:xfrm>
              <a:off x="4131130" y="3691065"/>
              <a:ext cx="79560" cy="97200"/>
            </p14:xfrm>
          </p:contentPart>
        </mc:Choice>
        <mc:Fallback xmlns="">
          <p:pic>
            <p:nvPicPr>
              <p:cNvPr id="334" name="Ink 333">
                <a:extLst>
                  <a:ext uri="{FF2B5EF4-FFF2-40B4-BE49-F238E27FC236}">
                    <a16:creationId xmlns:a16="http://schemas.microsoft.com/office/drawing/2014/main" id="{BAF9F59D-8EE9-4359-9901-F80A1874E19B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4122490" y="3682065"/>
                <a:ext cx="97200" cy="11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40" name="Group 339">
            <a:extLst>
              <a:ext uri="{FF2B5EF4-FFF2-40B4-BE49-F238E27FC236}">
                <a16:creationId xmlns:a16="http://schemas.microsoft.com/office/drawing/2014/main" id="{E1B0B25E-8E15-C4E0-DE57-01027D0B1A58}"/>
              </a:ext>
            </a:extLst>
          </p:cNvPr>
          <p:cNvGrpSpPr/>
          <p:nvPr/>
        </p:nvGrpSpPr>
        <p:grpSpPr>
          <a:xfrm>
            <a:off x="539410" y="4602945"/>
            <a:ext cx="539640" cy="147960"/>
            <a:chOff x="539410" y="4602945"/>
            <a:chExt cx="539640" cy="14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B2E3E2A6-74F9-9B2E-372D-BFEA3757455E}"/>
                    </a:ext>
                  </a:extLst>
                </p14:cNvPr>
                <p14:cNvContentPartPr/>
                <p14:nvPr/>
              </p14:nvContentPartPr>
              <p14:xfrm>
                <a:off x="867730" y="4604745"/>
                <a:ext cx="211320" cy="972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B2E3E2A6-74F9-9B2E-372D-BFEA3757455E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59090" y="4596105"/>
                  <a:ext cx="2289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2AED160D-83B4-478D-3CC7-B6C4463A1B94}"/>
                    </a:ext>
                  </a:extLst>
                </p14:cNvPr>
                <p14:cNvContentPartPr/>
                <p14:nvPr/>
              </p14:nvContentPartPr>
              <p14:xfrm>
                <a:off x="539410" y="4611585"/>
                <a:ext cx="103680" cy="13932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2AED160D-83B4-478D-3CC7-B6C4463A1B94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30410" y="4602585"/>
                  <a:ext cx="1213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0FB26ECC-13E7-2A57-550B-1B48E32BF6AD}"/>
                    </a:ext>
                  </a:extLst>
                </p14:cNvPr>
                <p14:cNvContentPartPr/>
                <p14:nvPr/>
              </p14:nvContentPartPr>
              <p14:xfrm>
                <a:off x="714010" y="4602945"/>
                <a:ext cx="81720" cy="9180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0FB26ECC-13E7-2A57-550B-1B48E32BF6AD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05010" y="4593945"/>
                  <a:ext cx="99360" cy="10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7" name="Group 346">
            <a:extLst>
              <a:ext uri="{FF2B5EF4-FFF2-40B4-BE49-F238E27FC236}">
                <a16:creationId xmlns:a16="http://schemas.microsoft.com/office/drawing/2014/main" id="{54360A72-2A8D-16C4-E977-04A46D33083A}"/>
              </a:ext>
            </a:extLst>
          </p:cNvPr>
          <p:cNvGrpSpPr/>
          <p:nvPr/>
        </p:nvGrpSpPr>
        <p:grpSpPr>
          <a:xfrm>
            <a:off x="2440930" y="1301745"/>
            <a:ext cx="654840" cy="831240"/>
            <a:chOff x="2440930" y="1301745"/>
            <a:chExt cx="654840" cy="83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6A089D38-B4D2-CF74-1F3C-3B2DD7567A76}"/>
                    </a:ext>
                  </a:extLst>
                </p14:cNvPr>
                <p14:cNvContentPartPr/>
                <p14:nvPr/>
              </p14:nvContentPartPr>
              <p14:xfrm>
                <a:off x="2440930" y="1301745"/>
                <a:ext cx="621720" cy="79452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6A089D38-B4D2-CF74-1F3C-3B2DD7567A76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432290" y="1292745"/>
                  <a:ext cx="639360" cy="81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C963F984-59D5-D09E-20B8-DAE03E5AD4B5}"/>
                    </a:ext>
                  </a:extLst>
                </p14:cNvPr>
                <p14:cNvContentPartPr/>
                <p14:nvPr/>
              </p14:nvContentPartPr>
              <p14:xfrm>
                <a:off x="2928010" y="2065665"/>
                <a:ext cx="141840" cy="4212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C963F984-59D5-D09E-20B8-DAE03E5AD4B5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919370" y="2056665"/>
                  <a:ext cx="1594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6D871074-C9B1-C1FB-8922-740E20185430}"/>
                    </a:ext>
                  </a:extLst>
                </p14:cNvPr>
                <p14:cNvContentPartPr/>
                <p14:nvPr/>
              </p14:nvContentPartPr>
              <p14:xfrm>
                <a:off x="3051850" y="1976385"/>
                <a:ext cx="43920" cy="15660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6D871074-C9B1-C1FB-8922-740E20185430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3042850" y="1967385"/>
                  <a:ext cx="61560" cy="17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4BACE4A1-8537-99F8-1A9E-EB914BFC1C64}"/>
              </a:ext>
            </a:extLst>
          </p:cNvPr>
          <p:cNvGrpSpPr/>
          <p:nvPr/>
        </p:nvGrpSpPr>
        <p:grpSpPr>
          <a:xfrm>
            <a:off x="3141490" y="2271585"/>
            <a:ext cx="968400" cy="1416960"/>
            <a:chOff x="3141490" y="2271585"/>
            <a:chExt cx="968400" cy="141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C2F48E5B-7B5A-F427-DD4F-7F1CE601AE84}"/>
                    </a:ext>
                  </a:extLst>
                </p14:cNvPr>
                <p14:cNvContentPartPr/>
                <p14:nvPr/>
              </p14:nvContentPartPr>
              <p14:xfrm>
                <a:off x="3141490" y="2277705"/>
                <a:ext cx="360" cy="36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C2F48E5B-7B5A-F427-DD4F-7F1CE601AE84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3132850" y="226870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D0C83F26-E672-3545-F6D3-C52559B67F5C}"/>
                    </a:ext>
                  </a:extLst>
                </p14:cNvPr>
                <p14:cNvContentPartPr/>
                <p14:nvPr/>
              </p14:nvContentPartPr>
              <p14:xfrm>
                <a:off x="3161650" y="2271585"/>
                <a:ext cx="928800" cy="138636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D0C83F26-E672-3545-F6D3-C52559B67F5C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3152650" y="2262585"/>
                  <a:ext cx="946440" cy="140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A5C220D3-A981-E9AE-5867-288AD720C7EC}"/>
                    </a:ext>
                  </a:extLst>
                </p14:cNvPr>
                <p14:cNvContentPartPr/>
                <p14:nvPr/>
              </p14:nvContentPartPr>
              <p14:xfrm>
                <a:off x="3968770" y="3636345"/>
                <a:ext cx="95040" cy="4392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A5C220D3-A981-E9AE-5867-288AD720C7EC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960130" y="3627345"/>
                  <a:ext cx="1126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9F9771A7-6122-D111-5A76-A17AB33A40DD}"/>
                    </a:ext>
                  </a:extLst>
                </p14:cNvPr>
                <p14:cNvContentPartPr/>
                <p14:nvPr/>
              </p14:nvContentPartPr>
              <p14:xfrm>
                <a:off x="4072810" y="3539145"/>
                <a:ext cx="37080" cy="14940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9F9771A7-6122-D111-5A76-A17AB33A40DD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4064170" y="3530505"/>
                  <a:ext cx="54720" cy="16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11BC65DB-1969-9FCA-DF8B-8F3924DC391C}"/>
              </a:ext>
            </a:extLst>
          </p:cNvPr>
          <p:cNvGrpSpPr/>
          <p:nvPr/>
        </p:nvGrpSpPr>
        <p:grpSpPr>
          <a:xfrm>
            <a:off x="11538850" y="2732385"/>
            <a:ext cx="449640" cy="223560"/>
            <a:chOff x="11538850" y="2732385"/>
            <a:chExt cx="449640" cy="22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4AF1CE51-E5B3-E869-8CC0-CA07FF0434FD}"/>
                    </a:ext>
                  </a:extLst>
                </p14:cNvPr>
                <p14:cNvContentPartPr/>
                <p14:nvPr/>
              </p14:nvContentPartPr>
              <p14:xfrm>
                <a:off x="11538850" y="2777745"/>
                <a:ext cx="187920" cy="17820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4AF1CE51-E5B3-E869-8CC0-CA07FF0434FD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1530210" y="2769105"/>
                  <a:ext cx="2055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D06C5D85-0133-843C-7935-582B3C6441A0}"/>
                    </a:ext>
                  </a:extLst>
                </p14:cNvPr>
                <p14:cNvContentPartPr/>
                <p14:nvPr/>
              </p14:nvContentPartPr>
              <p14:xfrm>
                <a:off x="11799130" y="2777385"/>
                <a:ext cx="99360" cy="16488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D06C5D85-0133-843C-7935-582B3C6441A0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1790130" y="2768385"/>
                  <a:ext cx="1170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0241F5C2-40C1-75D2-0567-B0A74B63F1EC}"/>
                    </a:ext>
                  </a:extLst>
                </p14:cNvPr>
                <p14:cNvContentPartPr/>
                <p14:nvPr/>
              </p14:nvContentPartPr>
              <p14:xfrm>
                <a:off x="11868250" y="2732385"/>
                <a:ext cx="120240" cy="4860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0241F5C2-40C1-75D2-0567-B0A74B63F1EC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1859250" y="2723745"/>
                  <a:ext cx="13788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7" name="Group 376">
            <a:extLst>
              <a:ext uri="{FF2B5EF4-FFF2-40B4-BE49-F238E27FC236}">
                <a16:creationId xmlns:a16="http://schemas.microsoft.com/office/drawing/2014/main" id="{3CFCF43D-6AE6-CF77-33F3-FC81432A9169}"/>
              </a:ext>
            </a:extLst>
          </p:cNvPr>
          <p:cNvGrpSpPr/>
          <p:nvPr/>
        </p:nvGrpSpPr>
        <p:grpSpPr>
          <a:xfrm>
            <a:off x="11566570" y="3346905"/>
            <a:ext cx="373320" cy="242280"/>
            <a:chOff x="11566570" y="3346905"/>
            <a:chExt cx="373320" cy="24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83BE1B71-B74F-2021-78BB-2E256686EAB3}"/>
                    </a:ext>
                  </a:extLst>
                </p14:cNvPr>
                <p14:cNvContentPartPr/>
                <p14:nvPr/>
              </p14:nvContentPartPr>
              <p14:xfrm>
                <a:off x="11566570" y="3346905"/>
                <a:ext cx="168120" cy="24228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83BE1B71-B74F-2021-78BB-2E256686EAB3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1557930" y="3338265"/>
                  <a:ext cx="1857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8D86E367-6422-7101-2390-E9B33FC175AA}"/>
                    </a:ext>
                  </a:extLst>
                </p14:cNvPr>
                <p14:cNvContentPartPr/>
                <p14:nvPr/>
              </p14:nvContentPartPr>
              <p14:xfrm>
                <a:off x="11815690" y="3387945"/>
                <a:ext cx="124200" cy="14004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8D86E367-6422-7101-2390-E9B33FC175AA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1806690" y="3378945"/>
                  <a:ext cx="141840" cy="15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7A5AC42C-A7FA-6000-2E71-00B6B9F8FA59}"/>
              </a:ext>
            </a:extLst>
          </p:cNvPr>
          <p:cNvGrpSpPr/>
          <p:nvPr/>
        </p:nvGrpSpPr>
        <p:grpSpPr>
          <a:xfrm>
            <a:off x="11832250" y="4055745"/>
            <a:ext cx="419400" cy="250560"/>
            <a:chOff x="11832250" y="4055745"/>
            <a:chExt cx="419400" cy="25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552C5741-BCE9-B655-FEA7-16DD01694EC3}"/>
                    </a:ext>
                  </a:extLst>
                </p14:cNvPr>
                <p14:cNvContentPartPr/>
                <p14:nvPr/>
              </p14:nvContentPartPr>
              <p14:xfrm>
                <a:off x="11832250" y="4055745"/>
                <a:ext cx="182880" cy="21924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552C5741-BCE9-B655-FEA7-16DD01694EC3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1823250" y="4047105"/>
                  <a:ext cx="2005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8D52740E-6B20-799E-8DB3-3CEBF165CE28}"/>
                    </a:ext>
                  </a:extLst>
                </p14:cNvPr>
                <p14:cNvContentPartPr/>
                <p14:nvPr/>
              </p14:nvContentPartPr>
              <p14:xfrm>
                <a:off x="12013690" y="4107945"/>
                <a:ext cx="127800" cy="19836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8D52740E-6B20-799E-8DB3-3CEBF165CE28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2004690" y="4098945"/>
                  <a:ext cx="1454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A156C62E-0C09-31A1-56B6-E6943A548557}"/>
                    </a:ext>
                  </a:extLst>
                </p14:cNvPr>
                <p14:cNvContentPartPr/>
                <p14:nvPr/>
              </p14:nvContentPartPr>
              <p14:xfrm>
                <a:off x="12061210" y="4067625"/>
                <a:ext cx="190440" cy="7380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A156C62E-0C09-31A1-56B6-E6943A548557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2052570" y="4058985"/>
                  <a:ext cx="208080" cy="9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2">
            <p14:nvContentPartPr>
              <p14:cNvPr id="378" name="Ink 377">
                <a:extLst>
                  <a:ext uri="{FF2B5EF4-FFF2-40B4-BE49-F238E27FC236}">
                    <a16:creationId xmlns:a16="http://schemas.microsoft.com/office/drawing/2014/main" id="{B0F0F1BF-4B98-217F-11EC-424ACCEB1567}"/>
                  </a:ext>
                </a:extLst>
              </p14:cNvPr>
              <p14:cNvContentPartPr/>
              <p14:nvPr/>
            </p14:nvContentPartPr>
            <p14:xfrm>
              <a:off x="4758250" y="3993825"/>
              <a:ext cx="360" cy="360"/>
            </p14:xfrm>
          </p:contentPart>
        </mc:Choice>
        <mc:Fallback xmlns="">
          <p:pic>
            <p:nvPicPr>
              <p:cNvPr id="378" name="Ink 377">
                <a:extLst>
                  <a:ext uri="{FF2B5EF4-FFF2-40B4-BE49-F238E27FC236}">
                    <a16:creationId xmlns:a16="http://schemas.microsoft.com/office/drawing/2014/main" id="{B0F0F1BF-4B98-217F-11EC-424ACCEB1567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4749610" y="398482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3">
            <p14:nvContentPartPr>
              <p14:cNvPr id="379" name="Ink 378">
                <a:extLst>
                  <a:ext uri="{FF2B5EF4-FFF2-40B4-BE49-F238E27FC236}">
                    <a16:creationId xmlns:a16="http://schemas.microsoft.com/office/drawing/2014/main" id="{0ED1024C-9E81-5092-F429-A2E27C671A83}"/>
                  </a:ext>
                </a:extLst>
              </p14:cNvPr>
              <p14:cNvContentPartPr/>
              <p14:nvPr/>
            </p14:nvContentPartPr>
            <p14:xfrm>
              <a:off x="886450" y="3873945"/>
              <a:ext cx="112320" cy="1080"/>
            </p14:xfrm>
          </p:contentPart>
        </mc:Choice>
        <mc:Fallback xmlns="">
          <p:pic>
            <p:nvPicPr>
              <p:cNvPr id="379" name="Ink 378">
                <a:extLst>
                  <a:ext uri="{FF2B5EF4-FFF2-40B4-BE49-F238E27FC236}">
                    <a16:creationId xmlns:a16="http://schemas.microsoft.com/office/drawing/2014/main" id="{0ED1024C-9E81-5092-F429-A2E27C671A83}"/>
                  </a:ext>
                </a:extLst>
              </p:cNvPr>
              <p:cNvPicPr/>
              <p:nvPr/>
            </p:nvPicPr>
            <p:blipFill>
              <a:blip r:embed="rId374"/>
              <a:stretch>
                <a:fillRect/>
              </a:stretch>
            </p:blipFill>
            <p:spPr>
              <a:xfrm>
                <a:off x="877450" y="3865305"/>
                <a:ext cx="12996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5">
            <p14:nvContentPartPr>
              <p14:cNvPr id="380" name="Ink 379">
                <a:extLst>
                  <a:ext uri="{FF2B5EF4-FFF2-40B4-BE49-F238E27FC236}">
                    <a16:creationId xmlns:a16="http://schemas.microsoft.com/office/drawing/2014/main" id="{750AD36C-8A0D-C779-B0E8-449C9F0383A4}"/>
                  </a:ext>
                </a:extLst>
              </p14:cNvPr>
              <p14:cNvContentPartPr/>
              <p14:nvPr/>
            </p14:nvContentPartPr>
            <p14:xfrm>
              <a:off x="5027530" y="3968265"/>
              <a:ext cx="360" cy="360"/>
            </p14:xfrm>
          </p:contentPart>
        </mc:Choice>
        <mc:Fallback xmlns="">
          <p:pic>
            <p:nvPicPr>
              <p:cNvPr id="380" name="Ink 379">
                <a:extLst>
                  <a:ext uri="{FF2B5EF4-FFF2-40B4-BE49-F238E27FC236}">
                    <a16:creationId xmlns:a16="http://schemas.microsoft.com/office/drawing/2014/main" id="{750AD36C-8A0D-C779-B0E8-449C9F0383A4}"/>
                  </a:ext>
                </a:extLst>
              </p:cNvPr>
              <p:cNvPicPr/>
              <p:nvPr/>
            </p:nvPicPr>
            <p:blipFill>
              <a:blip r:embed="rId376"/>
              <a:stretch>
                <a:fillRect/>
              </a:stretch>
            </p:blipFill>
            <p:spPr>
              <a:xfrm>
                <a:off x="5018890" y="395926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7">
            <p14:nvContentPartPr>
              <p14:cNvPr id="381" name="Ink 380">
                <a:extLst>
                  <a:ext uri="{FF2B5EF4-FFF2-40B4-BE49-F238E27FC236}">
                    <a16:creationId xmlns:a16="http://schemas.microsoft.com/office/drawing/2014/main" id="{3ADA1877-866E-A2C3-08C9-1C6B488B9694}"/>
                  </a:ext>
                </a:extLst>
              </p14:cNvPr>
              <p14:cNvContentPartPr/>
              <p14:nvPr/>
            </p14:nvContentPartPr>
            <p14:xfrm>
              <a:off x="4975690" y="3942345"/>
              <a:ext cx="95040" cy="79920"/>
            </p14:xfrm>
          </p:contentPart>
        </mc:Choice>
        <mc:Fallback xmlns="">
          <p:pic>
            <p:nvPicPr>
              <p:cNvPr id="381" name="Ink 380">
                <a:extLst>
                  <a:ext uri="{FF2B5EF4-FFF2-40B4-BE49-F238E27FC236}">
                    <a16:creationId xmlns:a16="http://schemas.microsoft.com/office/drawing/2014/main" id="{3ADA1877-866E-A2C3-08C9-1C6B488B9694}"/>
                  </a:ext>
                </a:extLst>
              </p:cNvPr>
              <p:cNvPicPr/>
              <p:nvPr/>
            </p:nvPicPr>
            <p:blipFill>
              <a:blip r:embed="rId378"/>
              <a:stretch>
                <a:fillRect/>
              </a:stretch>
            </p:blipFill>
            <p:spPr>
              <a:xfrm>
                <a:off x="4966690" y="3933345"/>
                <a:ext cx="11268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9">
            <p14:nvContentPartPr>
              <p14:cNvPr id="382" name="Ink 381">
                <a:extLst>
                  <a:ext uri="{FF2B5EF4-FFF2-40B4-BE49-F238E27FC236}">
                    <a16:creationId xmlns:a16="http://schemas.microsoft.com/office/drawing/2014/main" id="{D35F09D8-CBEB-3B34-CD97-3185456AB58C}"/>
                  </a:ext>
                </a:extLst>
              </p14:cNvPr>
              <p14:cNvContentPartPr/>
              <p14:nvPr/>
            </p14:nvContentPartPr>
            <p14:xfrm>
              <a:off x="5851930" y="4193265"/>
              <a:ext cx="360" cy="360"/>
            </p14:xfrm>
          </p:contentPart>
        </mc:Choice>
        <mc:Fallback xmlns="">
          <p:pic>
            <p:nvPicPr>
              <p:cNvPr id="382" name="Ink 381">
                <a:extLst>
                  <a:ext uri="{FF2B5EF4-FFF2-40B4-BE49-F238E27FC236}">
                    <a16:creationId xmlns:a16="http://schemas.microsoft.com/office/drawing/2014/main" id="{D35F09D8-CBEB-3B34-CD97-3185456AB58C}"/>
                  </a:ext>
                </a:extLst>
              </p:cNvPr>
              <p:cNvPicPr/>
              <p:nvPr/>
            </p:nvPicPr>
            <p:blipFill>
              <a:blip r:embed="rId376"/>
              <a:stretch>
                <a:fillRect/>
              </a:stretch>
            </p:blipFill>
            <p:spPr>
              <a:xfrm>
                <a:off x="5843290" y="418462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0">
            <p14:nvContentPartPr>
              <p14:cNvPr id="383" name="Ink 382">
                <a:extLst>
                  <a:ext uri="{FF2B5EF4-FFF2-40B4-BE49-F238E27FC236}">
                    <a16:creationId xmlns:a16="http://schemas.microsoft.com/office/drawing/2014/main" id="{6FEA9108-B584-2621-BBFD-D44D6D95A6D0}"/>
                  </a:ext>
                </a:extLst>
              </p14:cNvPr>
              <p14:cNvContentPartPr/>
              <p14:nvPr/>
            </p14:nvContentPartPr>
            <p14:xfrm>
              <a:off x="5775610" y="4244025"/>
              <a:ext cx="77040" cy="97920"/>
            </p14:xfrm>
          </p:contentPart>
        </mc:Choice>
        <mc:Fallback xmlns="">
          <p:pic>
            <p:nvPicPr>
              <p:cNvPr id="383" name="Ink 382">
                <a:extLst>
                  <a:ext uri="{FF2B5EF4-FFF2-40B4-BE49-F238E27FC236}">
                    <a16:creationId xmlns:a16="http://schemas.microsoft.com/office/drawing/2014/main" id="{6FEA9108-B584-2621-BBFD-D44D6D95A6D0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5766610" y="4235385"/>
                <a:ext cx="9468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2">
            <p14:nvContentPartPr>
              <p14:cNvPr id="384" name="Ink 383">
                <a:extLst>
                  <a:ext uri="{FF2B5EF4-FFF2-40B4-BE49-F238E27FC236}">
                    <a16:creationId xmlns:a16="http://schemas.microsoft.com/office/drawing/2014/main" id="{BBDD33DE-7856-CF77-FCD7-436ED561298F}"/>
                  </a:ext>
                </a:extLst>
              </p14:cNvPr>
              <p14:cNvContentPartPr/>
              <p14:nvPr/>
            </p14:nvContentPartPr>
            <p14:xfrm>
              <a:off x="6669130" y="4521945"/>
              <a:ext cx="101520" cy="126360"/>
            </p14:xfrm>
          </p:contentPart>
        </mc:Choice>
        <mc:Fallback xmlns="">
          <p:pic>
            <p:nvPicPr>
              <p:cNvPr id="384" name="Ink 383">
                <a:extLst>
                  <a:ext uri="{FF2B5EF4-FFF2-40B4-BE49-F238E27FC236}">
                    <a16:creationId xmlns:a16="http://schemas.microsoft.com/office/drawing/2014/main" id="{BBDD33DE-7856-CF77-FCD7-436ED561298F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6660490" y="4513305"/>
                <a:ext cx="11916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4">
            <p14:nvContentPartPr>
              <p14:cNvPr id="385" name="Ink 384">
                <a:extLst>
                  <a:ext uri="{FF2B5EF4-FFF2-40B4-BE49-F238E27FC236}">
                    <a16:creationId xmlns:a16="http://schemas.microsoft.com/office/drawing/2014/main" id="{9D6EAADD-9B6B-CD97-7AD9-5EFBAE500477}"/>
                  </a:ext>
                </a:extLst>
              </p14:cNvPr>
              <p14:cNvContentPartPr/>
              <p14:nvPr/>
            </p14:nvContentPartPr>
            <p14:xfrm>
              <a:off x="1976890" y="1301745"/>
              <a:ext cx="321480" cy="168120"/>
            </p14:xfrm>
          </p:contentPart>
        </mc:Choice>
        <mc:Fallback xmlns="">
          <p:pic>
            <p:nvPicPr>
              <p:cNvPr id="385" name="Ink 384">
                <a:extLst>
                  <a:ext uri="{FF2B5EF4-FFF2-40B4-BE49-F238E27FC236}">
                    <a16:creationId xmlns:a16="http://schemas.microsoft.com/office/drawing/2014/main" id="{9D6EAADD-9B6B-CD97-7AD9-5EFBAE500477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1967890" y="1292745"/>
                <a:ext cx="33912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6">
            <p14:nvContentPartPr>
              <p14:cNvPr id="386" name="Ink 385">
                <a:extLst>
                  <a:ext uri="{FF2B5EF4-FFF2-40B4-BE49-F238E27FC236}">
                    <a16:creationId xmlns:a16="http://schemas.microsoft.com/office/drawing/2014/main" id="{1B32B564-6459-B24B-5397-F7900AE81060}"/>
                  </a:ext>
                </a:extLst>
              </p14:cNvPr>
              <p14:cNvContentPartPr/>
              <p14:nvPr/>
            </p14:nvContentPartPr>
            <p14:xfrm>
              <a:off x="2624170" y="2267625"/>
              <a:ext cx="335520" cy="201240"/>
            </p14:xfrm>
          </p:contentPart>
        </mc:Choice>
        <mc:Fallback xmlns="">
          <p:pic>
            <p:nvPicPr>
              <p:cNvPr id="386" name="Ink 385">
                <a:extLst>
                  <a:ext uri="{FF2B5EF4-FFF2-40B4-BE49-F238E27FC236}">
                    <a16:creationId xmlns:a16="http://schemas.microsoft.com/office/drawing/2014/main" id="{1B32B564-6459-B24B-5397-F7900AE81060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2615530" y="2258625"/>
                <a:ext cx="353160" cy="21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90" name="Group 389">
            <a:extLst>
              <a:ext uri="{FF2B5EF4-FFF2-40B4-BE49-F238E27FC236}">
                <a16:creationId xmlns:a16="http://schemas.microsoft.com/office/drawing/2014/main" id="{18FAD100-3484-7AB2-2620-A2CFE6E21D7D}"/>
              </a:ext>
            </a:extLst>
          </p:cNvPr>
          <p:cNvGrpSpPr/>
          <p:nvPr/>
        </p:nvGrpSpPr>
        <p:grpSpPr>
          <a:xfrm>
            <a:off x="3597610" y="3861345"/>
            <a:ext cx="331560" cy="329760"/>
            <a:chOff x="3597610" y="3861345"/>
            <a:chExt cx="331560" cy="32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7ECE24CF-E884-7F0E-5296-FF3A734C8E04}"/>
                    </a:ext>
                  </a:extLst>
                </p14:cNvPr>
                <p14:cNvContentPartPr/>
                <p14:nvPr/>
              </p14:nvContentPartPr>
              <p14:xfrm>
                <a:off x="3597610" y="3861345"/>
                <a:ext cx="180720" cy="17136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7ECE24CF-E884-7F0E-5296-FF3A734C8E04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3588610" y="3852705"/>
                  <a:ext cx="1983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2F96089C-3964-6D73-7FDF-718A7EA64CC2}"/>
                    </a:ext>
                  </a:extLst>
                </p14:cNvPr>
                <p14:cNvContentPartPr/>
                <p14:nvPr/>
              </p14:nvContentPartPr>
              <p14:xfrm>
                <a:off x="3715330" y="3908145"/>
                <a:ext cx="24840" cy="28296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2F96089C-3964-6D73-7FDF-718A7EA64CC2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3706690" y="3899145"/>
                  <a:ext cx="4248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EB5622E2-436C-96D2-94D3-44FD2F48CBAE}"/>
                    </a:ext>
                  </a:extLst>
                </p14:cNvPr>
                <p14:cNvContentPartPr/>
                <p14:nvPr/>
              </p14:nvContentPartPr>
              <p14:xfrm>
                <a:off x="3840250" y="3941265"/>
                <a:ext cx="88920" cy="11700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EB5622E2-436C-96D2-94D3-44FD2F48CBAE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3831250" y="3932265"/>
                  <a:ext cx="106560" cy="13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9" name="Group 418">
            <a:extLst>
              <a:ext uri="{FF2B5EF4-FFF2-40B4-BE49-F238E27FC236}">
                <a16:creationId xmlns:a16="http://schemas.microsoft.com/office/drawing/2014/main" id="{2EF3415C-7C0A-1A19-9A29-BD3C638DDC9A}"/>
              </a:ext>
            </a:extLst>
          </p:cNvPr>
          <p:cNvGrpSpPr/>
          <p:nvPr/>
        </p:nvGrpSpPr>
        <p:grpSpPr>
          <a:xfrm>
            <a:off x="4809730" y="4279665"/>
            <a:ext cx="446040" cy="188640"/>
            <a:chOff x="4809730" y="4279665"/>
            <a:chExt cx="446040" cy="18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EB9287CF-5EAB-2BC9-8E3F-68495FC7F4D9}"/>
                    </a:ext>
                  </a:extLst>
                </p14:cNvPr>
                <p14:cNvContentPartPr/>
                <p14:nvPr/>
              </p14:nvContentPartPr>
              <p14:xfrm>
                <a:off x="4809730" y="4279665"/>
                <a:ext cx="86040" cy="18864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EB9287CF-5EAB-2BC9-8E3F-68495FC7F4D9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4800730" y="4270665"/>
                  <a:ext cx="1036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0F34E9A7-8B91-DFF2-DB47-BFCC2F85B51D}"/>
                    </a:ext>
                  </a:extLst>
                </p14:cNvPr>
                <p14:cNvContentPartPr/>
                <p14:nvPr/>
              </p14:nvContentPartPr>
              <p14:xfrm>
                <a:off x="4972810" y="4323585"/>
                <a:ext cx="83520" cy="13392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0F34E9A7-8B91-DFF2-DB47-BFCC2F85B51D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4963810" y="4314945"/>
                  <a:ext cx="1011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106F14BB-DCE3-BF02-EA74-E8BC9068ECBF}"/>
                    </a:ext>
                  </a:extLst>
                </p14:cNvPr>
                <p14:cNvContentPartPr/>
                <p14:nvPr/>
              </p14:nvContentPartPr>
              <p14:xfrm>
                <a:off x="5031130" y="4297665"/>
                <a:ext cx="224640" cy="6912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106F14BB-DCE3-BF02-EA74-E8BC9068ECBF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022490" y="4288665"/>
                  <a:ext cx="24228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8" name="Group 417">
            <a:extLst>
              <a:ext uri="{FF2B5EF4-FFF2-40B4-BE49-F238E27FC236}">
                <a16:creationId xmlns:a16="http://schemas.microsoft.com/office/drawing/2014/main" id="{014627C3-0D9D-3D97-3A09-E6586CEB2C90}"/>
              </a:ext>
            </a:extLst>
          </p:cNvPr>
          <p:cNvGrpSpPr/>
          <p:nvPr/>
        </p:nvGrpSpPr>
        <p:grpSpPr>
          <a:xfrm>
            <a:off x="5619010" y="4602225"/>
            <a:ext cx="327960" cy="189360"/>
            <a:chOff x="5619010" y="4602225"/>
            <a:chExt cx="327960" cy="18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481DFA02-F1B9-BFB6-5922-738EE8FF66ED}"/>
                    </a:ext>
                  </a:extLst>
                </p14:cNvPr>
                <p14:cNvContentPartPr/>
                <p14:nvPr/>
              </p14:nvContentPartPr>
              <p14:xfrm>
                <a:off x="5619010" y="4602225"/>
                <a:ext cx="153000" cy="18936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481DFA02-F1B9-BFB6-5922-738EE8FF66ED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5610370" y="4593225"/>
                  <a:ext cx="1706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0C8BE164-42BB-FB8C-7B1C-A282E5E1902E}"/>
                    </a:ext>
                  </a:extLst>
                </p14:cNvPr>
                <p14:cNvContentPartPr/>
                <p14:nvPr/>
              </p14:nvContentPartPr>
              <p14:xfrm>
                <a:off x="5844730" y="4625625"/>
                <a:ext cx="102240" cy="12744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0C8BE164-42BB-FB8C-7B1C-A282E5E1902E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5836090" y="4616625"/>
                  <a:ext cx="11988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7" name="Group 416">
            <a:extLst>
              <a:ext uri="{FF2B5EF4-FFF2-40B4-BE49-F238E27FC236}">
                <a16:creationId xmlns:a16="http://schemas.microsoft.com/office/drawing/2014/main" id="{49527C13-27AD-B41A-CE94-8B5A9690B22C}"/>
              </a:ext>
            </a:extLst>
          </p:cNvPr>
          <p:cNvGrpSpPr/>
          <p:nvPr/>
        </p:nvGrpSpPr>
        <p:grpSpPr>
          <a:xfrm>
            <a:off x="6637450" y="4759185"/>
            <a:ext cx="424800" cy="199440"/>
            <a:chOff x="6637450" y="4759185"/>
            <a:chExt cx="424800" cy="19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560CDD11-CF3A-425A-9320-10D9BFF68ED7}"/>
                    </a:ext>
                  </a:extLst>
                </p14:cNvPr>
                <p14:cNvContentPartPr/>
                <p14:nvPr/>
              </p14:nvContentPartPr>
              <p14:xfrm>
                <a:off x="6637450" y="4762425"/>
                <a:ext cx="138600" cy="19368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560CDD11-CF3A-425A-9320-10D9BFF68ED7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628450" y="4753425"/>
                  <a:ext cx="1562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586168BD-2773-C592-0009-CCED8E3F1728}"/>
                    </a:ext>
                  </a:extLst>
                </p14:cNvPr>
                <p14:cNvContentPartPr/>
                <p14:nvPr/>
              </p14:nvContentPartPr>
              <p14:xfrm>
                <a:off x="6873250" y="4824705"/>
                <a:ext cx="100440" cy="13392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586168BD-2773-C592-0009-CCED8E3F1728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6864250" y="4815705"/>
                  <a:ext cx="1180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9AC973B4-1BE7-A59F-BCEE-368C3E3AEE2D}"/>
                    </a:ext>
                  </a:extLst>
                </p14:cNvPr>
                <p14:cNvContentPartPr/>
                <p14:nvPr/>
              </p14:nvContentPartPr>
              <p14:xfrm>
                <a:off x="6854530" y="4759185"/>
                <a:ext cx="207720" cy="7452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9AC973B4-1BE7-A59F-BCEE-368C3E3AEE2D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6845890" y="4750185"/>
                  <a:ext cx="22536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3" name="Group 422">
            <a:extLst>
              <a:ext uri="{FF2B5EF4-FFF2-40B4-BE49-F238E27FC236}">
                <a16:creationId xmlns:a16="http://schemas.microsoft.com/office/drawing/2014/main" id="{2989AF81-BD9B-3256-B356-4D2F96AE3075}"/>
              </a:ext>
            </a:extLst>
          </p:cNvPr>
          <p:cNvGrpSpPr/>
          <p:nvPr/>
        </p:nvGrpSpPr>
        <p:grpSpPr>
          <a:xfrm>
            <a:off x="4193410" y="3797625"/>
            <a:ext cx="2453400" cy="826920"/>
            <a:chOff x="4193410" y="3797625"/>
            <a:chExt cx="2453400" cy="82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B54F241F-E3A6-74C5-C220-9DB45B8FEA08}"/>
                    </a:ext>
                  </a:extLst>
                </p14:cNvPr>
                <p14:cNvContentPartPr/>
                <p14:nvPr/>
              </p14:nvContentPartPr>
              <p14:xfrm>
                <a:off x="4193410" y="3797625"/>
                <a:ext cx="768960" cy="25848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B54F241F-E3A6-74C5-C220-9DB45B8FEA08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4184770" y="3788985"/>
                  <a:ext cx="78660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6796E907-96CE-5C9A-3880-103664573C2C}"/>
                    </a:ext>
                  </a:extLst>
                </p14:cNvPr>
                <p14:cNvContentPartPr/>
                <p14:nvPr/>
              </p14:nvContentPartPr>
              <p14:xfrm>
                <a:off x="5117530" y="4033785"/>
                <a:ext cx="656640" cy="28944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6796E907-96CE-5C9A-3880-103664573C2C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5108530" y="4024785"/>
                  <a:ext cx="67428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D4ADAE1C-8737-862C-09CF-F600A895B56A}"/>
                    </a:ext>
                  </a:extLst>
                </p14:cNvPr>
                <p14:cNvContentPartPr/>
                <p14:nvPr/>
              </p14:nvContentPartPr>
              <p14:xfrm>
                <a:off x="5930410" y="4341585"/>
                <a:ext cx="716400" cy="28296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D4ADAE1C-8737-862C-09CF-F600A895B56A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5921770" y="4332945"/>
                  <a:ext cx="734040" cy="300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27378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63079C6-31E2-C733-93A2-993CFF88173D}"/>
                  </a:ext>
                </a:extLst>
              </p14:cNvPr>
              <p14:cNvContentPartPr/>
              <p14:nvPr/>
            </p14:nvContentPartPr>
            <p14:xfrm rot="8729400">
              <a:off x="4318983" y="2519059"/>
              <a:ext cx="50274" cy="5081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63079C6-31E2-C733-93A2-993CFF88173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8729400">
                <a:off x="4309941" y="2510050"/>
                <a:ext cx="67996" cy="68467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6B2F1932-884C-6E41-D138-ACC1ED162B38}"/>
              </a:ext>
            </a:extLst>
          </p:cNvPr>
          <p:cNvGrpSpPr/>
          <p:nvPr/>
        </p:nvGrpSpPr>
        <p:grpSpPr>
          <a:xfrm>
            <a:off x="2088000" y="992324"/>
            <a:ext cx="6822000" cy="4273920"/>
            <a:chOff x="2088000" y="992324"/>
            <a:chExt cx="6822000" cy="427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45DAAF9-C588-20CE-CE1E-12E47F5BE867}"/>
                    </a:ext>
                  </a:extLst>
                </p14:cNvPr>
                <p14:cNvContentPartPr/>
                <p14:nvPr/>
              </p14:nvContentPartPr>
              <p14:xfrm>
                <a:off x="2088000" y="992324"/>
                <a:ext cx="160200" cy="35942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45DAAF9-C588-20CE-CE1E-12E47F5BE86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79000" y="983684"/>
                  <a:ext cx="177840" cy="361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BDAE8AA-5CFF-A4DF-9C01-D663E2D26B27}"/>
                    </a:ext>
                  </a:extLst>
                </p14:cNvPr>
                <p14:cNvContentPartPr/>
                <p14:nvPr/>
              </p14:nvContentPartPr>
              <p14:xfrm>
                <a:off x="2224800" y="4578644"/>
                <a:ext cx="6685200" cy="1753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BDAE8AA-5CFF-A4DF-9C01-D663E2D26B2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16160" y="4569644"/>
                  <a:ext cx="67028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6499219-5334-D3F7-3F4E-0BFFA65D17BE}"/>
                    </a:ext>
                  </a:extLst>
                </p14:cNvPr>
                <p14:cNvContentPartPr/>
                <p14:nvPr/>
              </p14:nvContentPartPr>
              <p14:xfrm>
                <a:off x="2712960" y="4560284"/>
                <a:ext cx="19800" cy="1875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6499219-5334-D3F7-3F4E-0BFFA65D17B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704320" y="4551644"/>
                  <a:ext cx="374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4B72C19-8145-19CE-FC4D-E2040326EE00}"/>
                    </a:ext>
                  </a:extLst>
                </p14:cNvPr>
                <p14:cNvContentPartPr/>
                <p14:nvPr/>
              </p14:nvContentPartPr>
              <p14:xfrm>
                <a:off x="2656440" y="4907684"/>
                <a:ext cx="29160" cy="145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4B72C19-8145-19CE-FC4D-E2040326EE0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47800" y="4899044"/>
                  <a:ext cx="468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DC91379-A111-59AB-EB42-1865B59D680A}"/>
                    </a:ext>
                  </a:extLst>
                </p14:cNvPr>
                <p14:cNvContentPartPr/>
                <p14:nvPr/>
              </p14:nvContentPartPr>
              <p14:xfrm>
                <a:off x="2633760" y="4901564"/>
                <a:ext cx="146880" cy="146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DC91379-A111-59AB-EB42-1865B59D680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624760" y="4892564"/>
                  <a:ext cx="1645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EB71847-BFBD-B012-D7AB-29A7AEC75148}"/>
                    </a:ext>
                  </a:extLst>
                </p14:cNvPr>
                <p14:cNvContentPartPr/>
                <p14:nvPr/>
              </p14:nvContentPartPr>
              <p14:xfrm>
                <a:off x="2824920" y="4930364"/>
                <a:ext cx="72000" cy="20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EB71847-BFBD-B012-D7AB-29A7AEC7514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15920" y="4921364"/>
                  <a:ext cx="896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3FF236A-0CB8-68E0-1A2F-F86A228BEC98}"/>
                    </a:ext>
                  </a:extLst>
                </p14:cNvPr>
                <p14:cNvContentPartPr/>
                <p14:nvPr/>
              </p14:nvContentPartPr>
              <p14:xfrm>
                <a:off x="2827440" y="4977164"/>
                <a:ext cx="75240" cy="17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3FF236A-0CB8-68E0-1A2F-F86A228BEC9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818440" y="4968524"/>
                  <a:ext cx="928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8DF01D0-3921-BC44-458C-992BE116BDE4}"/>
                    </a:ext>
                  </a:extLst>
                </p14:cNvPr>
                <p14:cNvContentPartPr/>
                <p14:nvPr/>
              </p14:nvContentPartPr>
              <p14:xfrm>
                <a:off x="2986920" y="4909124"/>
                <a:ext cx="10800" cy="1764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8DF01D0-3921-BC44-458C-992BE116BDE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978280" y="4900124"/>
                  <a:ext cx="284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C486DB3-DE48-AAE1-A02C-1B27475EFB60}"/>
                    </a:ext>
                  </a:extLst>
                </p14:cNvPr>
                <p14:cNvContentPartPr/>
                <p14:nvPr/>
              </p14:nvContentPartPr>
              <p14:xfrm>
                <a:off x="2581560" y="1152524"/>
                <a:ext cx="66960" cy="73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C486DB3-DE48-AAE1-A02C-1B27475EFB6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72920" y="1143884"/>
                  <a:ext cx="846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882EC61-4AE1-C7B5-D65A-45FFE234FAF9}"/>
                    </a:ext>
                  </a:extLst>
                </p14:cNvPr>
                <p14:cNvContentPartPr/>
                <p14:nvPr/>
              </p14:nvContentPartPr>
              <p14:xfrm>
                <a:off x="3283200" y="4570724"/>
                <a:ext cx="5760" cy="182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882EC61-4AE1-C7B5-D65A-45FFE234FAF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74200" y="4562084"/>
                  <a:ext cx="234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43AE9B5-8DD8-CAC5-0E5C-4327D562BE69}"/>
                    </a:ext>
                  </a:extLst>
                </p14:cNvPr>
                <p14:cNvContentPartPr/>
                <p14:nvPr/>
              </p14:nvContentPartPr>
              <p14:xfrm>
                <a:off x="3254040" y="4884284"/>
                <a:ext cx="146880" cy="159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43AE9B5-8DD8-CAC5-0E5C-4327D562BE6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245400" y="4875284"/>
                  <a:ext cx="1645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882AE93-60BD-517E-D853-84670399A944}"/>
                    </a:ext>
                  </a:extLst>
                </p14:cNvPr>
                <p14:cNvContentPartPr/>
                <p14:nvPr/>
              </p14:nvContentPartPr>
              <p14:xfrm>
                <a:off x="3059280" y="1638884"/>
                <a:ext cx="46800" cy="54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882AE93-60BD-517E-D853-84670399A94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050280" y="1629884"/>
                  <a:ext cx="644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30746C8-1EDC-BB59-6358-3EC10ADA89C9}"/>
                    </a:ext>
                  </a:extLst>
                </p14:cNvPr>
                <p14:cNvContentPartPr/>
                <p14:nvPr/>
              </p14:nvContentPartPr>
              <p14:xfrm>
                <a:off x="3862440" y="4572164"/>
                <a:ext cx="19800" cy="236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30746C8-1EDC-BB59-6358-3EC10ADA89C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853440" y="4563524"/>
                  <a:ext cx="374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E6222A2-3AB9-1D61-C7C2-93F2043BF15E}"/>
                    </a:ext>
                  </a:extLst>
                </p14:cNvPr>
                <p14:cNvContentPartPr/>
                <p14:nvPr/>
              </p14:nvContentPartPr>
              <p14:xfrm>
                <a:off x="3889080" y="4906604"/>
                <a:ext cx="125280" cy="136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E6222A2-3AB9-1D61-C7C2-93F2043BF15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880080" y="4897964"/>
                  <a:ext cx="1429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7B7F17D-177D-5CB8-5BC5-366853DB1594}"/>
                    </a:ext>
                  </a:extLst>
                </p14:cNvPr>
                <p14:cNvContentPartPr/>
                <p14:nvPr/>
              </p14:nvContentPartPr>
              <p14:xfrm>
                <a:off x="3709080" y="1827164"/>
                <a:ext cx="34920" cy="58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7B7F17D-177D-5CB8-5BC5-366853DB159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00080" y="1818164"/>
                  <a:ext cx="525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CEB3017-740D-115E-CF68-2AFFB7A6C4B3}"/>
                    </a:ext>
                  </a:extLst>
                </p14:cNvPr>
                <p14:cNvContentPartPr/>
                <p14:nvPr/>
              </p14:nvContentPartPr>
              <p14:xfrm>
                <a:off x="4389120" y="4636964"/>
                <a:ext cx="16200" cy="165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CEB3017-740D-115E-CF68-2AFFB7A6C4B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380480" y="4627964"/>
                  <a:ext cx="338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1BCC1AB-8C37-6C63-422E-8187AA58F899}"/>
                    </a:ext>
                  </a:extLst>
                </p14:cNvPr>
                <p14:cNvContentPartPr/>
                <p14:nvPr/>
              </p14:nvContentPartPr>
              <p14:xfrm>
                <a:off x="4379400" y="4932524"/>
                <a:ext cx="56160" cy="257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1BCC1AB-8C37-6C63-422E-8187AA58F89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370760" y="4923884"/>
                  <a:ext cx="7380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6BFAAB1-2F34-5BF0-7405-20CE68EACD61}"/>
                    </a:ext>
                  </a:extLst>
                </p14:cNvPr>
                <p14:cNvContentPartPr/>
                <p14:nvPr/>
              </p14:nvContentPartPr>
              <p14:xfrm>
                <a:off x="4977360" y="4609244"/>
                <a:ext cx="8640" cy="180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6BFAAB1-2F34-5BF0-7405-20CE68EACD6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968720" y="4600604"/>
                  <a:ext cx="262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6B09D18-C092-231F-C2CD-C20320E7522D}"/>
                    </a:ext>
                  </a:extLst>
                </p14:cNvPr>
                <p14:cNvContentPartPr/>
                <p14:nvPr/>
              </p14:nvContentPartPr>
              <p14:xfrm>
                <a:off x="4966920" y="4992644"/>
                <a:ext cx="60840" cy="137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6B09D18-C092-231F-C2CD-C20320E7522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957920" y="4983644"/>
                  <a:ext cx="784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6B93716-5417-DD15-1250-AD5BE0F96BD7}"/>
                    </a:ext>
                  </a:extLst>
                </p14:cNvPr>
                <p14:cNvContentPartPr/>
                <p14:nvPr/>
              </p14:nvContentPartPr>
              <p14:xfrm>
                <a:off x="5003280" y="4893644"/>
                <a:ext cx="80280" cy="90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6B93716-5417-DD15-1250-AD5BE0F96BD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94640" y="4885004"/>
                  <a:ext cx="979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E87A59B-0532-07EC-CE17-6C7C79F1351A}"/>
                    </a:ext>
                  </a:extLst>
                </p14:cNvPr>
                <p14:cNvContentPartPr/>
                <p14:nvPr/>
              </p14:nvContentPartPr>
              <p14:xfrm>
                <a:off x="4983840" y="2659124"/>
                <a:ext cx="43200" cy="62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E87A59B-0532-07EC-CE17-6C7C79F1351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74840" y="2650484"/>
                  <a:ext cx="608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BFDD107-7585-0D9A-2ABF-6C785FE3AAD2}"/>
                    </a:ext>
                  </a:extLst>
                </p14:cNvPr>
                <p14:cNvContentPartPr/>
                <p14:nvPr/>
              </p14:nvContentPartPr>
              <p14:xfrm>
                <a:off x="5609880" y="4645244"/>
                <a:ext cx="17280" cy="199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BFDD107-7585-0D9A-2ABF-6C785FE3AAD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600880" y="4636604"/>
                  <a:ext cx="349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573FF04-4785-AF10-B7C5-F711C902721F}"/>
                    </a:ext>
                  </a:extLst>
                </p14:cNvPr>
                <p14:cNvContentPartPr/>
                <p14:nvPr/>
              </p14:nvContentPartPr>
              <p14:xfrm>
                <a:off x="5612400" y="4976804"/>
                <a:ext cx="70920" cy="149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573FF04-4785-AF10-B7C5-F711C902721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603760" y="4967804"/>
                  <a:ext cx="885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4126E2F-5A23-D94D-E806-058D65DC0F35}"/>
                    </a:ext>
                  </a:extLst>
                </p14:cNvPr>
                <p14:cNvContentPartPr/>
                <p14:nvPr/>
              </p14:nvContentPartPr>
              <p14:xfrm>
                <a:off x="5576400" y="3407564"/>
                <a:ext cx="26280" cy="52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4126E2F-5A23-D94D-E806-058D65DC0F3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567400" y="3398564"/>
                  <a:ext cx="439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B6FAFD9-F3F4-2EA4-167D-52268885AAC8}"/>
                    </a:ext>
                  </a:extLst>
                </p14:cNvPr>
                <p14:cNvContentPartPr/>
                <p14:nvPr/>
              </p14:nvContentPartPr>
              <p14:xfrm>
                <a:off x="6246720" y="4622564"/>
                <a:ext cx="9000" cy="300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B6FAFD9-F3F4-2EA4-167D-52268885AAC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238080" y="4613924"/>
                  <a:ext cx="2664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DF7968F-DA92-E0AC-2DE3-5779AE90D513}"/>
                    </a:ext>
                  </a:extLst>
                </p14:cNvPr>
                <p14:cNvContentPartPr/>
                <p14:nvPr/>
              </p14:nvContentPartPr>
              <p14:xfrm>
                <a:off x="6250680" y="4917764"/>
                <a:ext cx="103320" cy="1504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DF7968F-DA92-E0AC-2DE3-5779AE90D51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241680" y="4909124"/>
                  <a:ext cx="1209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F3F59FA-06F2-073C-1EB2-FB2D3C823F06}"/>
                    </a:ext>
                  </a:extLst>
                </p14:cNvPr>
                <p14:cNvContentPartPr/>
                <p14:nvPr/>
              </p14:nvContentPartPr>
              <p14:xfrm>
                <a:off x="6266880" y="4930364"/>
                <a:ext cx="158760" cy="112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F3F59FA-06F2-073C-1EB2-FB2D3C823F0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258240" y="4921364"/>
                  <a:ext cx="1764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92FF148-4CA9-EDDE-CFA4-225B30CEAA4D}"/>
                    </a:ext>
                  </a:extLst>
                </p14:cNvPr>
                <p14:cNvContentPartPr/>
                <p14:nvPr/>
              </p14:nvContentPartPr>
              <p14:xfrm>
                <a:off x="7048440" y="4634084"/>
                <a:ext cx="21600" cy="1720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92FF148-4CA9-EDDE-CFA4-225B30CEAA4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039800" y="4625084"/>
                  <a:ext cx="392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95987A3-E9A6-BA88-A8FC-9D4F9A8A80F4}"/>
                    </a:ext>
                  </a:extLst>
                </p14:cNvPr>
                <p14:cNvContentPartPr/>
                <p14:nvPr/>
              </p14:nvContentPartPr>
              <p14:xfrm>
                <a:off x="7045920" y="4857284"/>
                <a:ext cx="126720" cy="2077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95987A3-E9A6-BA88-A8FC-9D4F9A8A80F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037280" y="4848284"/>
                  <a:ext cx="1443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7F3E1DD-4EFF-E998-C5E9-40D0D71B771B}"/>
                    </a:ext>
                  </a:extLst>
                </p14:cNvPr>
                <p14:cNvContentPartPr/>
                <p14:nvPr/>
              </p14:nvContentPartPr>
              <p14:xfrm>
                <a:off x="7687440" y="4645244"/>
                <a:ext cx="19800" cy="253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7F3E1DD-4EFF-E998-C5E9-40D0D71B771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678800" y="4636244"/>
                  <a:ext cx="374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9AEAB0E-9D4A-55A4-95CA-09B5380809E2}"/>
                    </a:ext>
                  </a:extLst>
                </p14:cNvPr>
                <p14:cNvContentPartPr/>
                <p14:nvPr/>
              </p14:nvContentPartPr>
              <p14:xfrm>
                <a:off x="7675560" y="5021444"/>
                <a:ext cx="82440" cy="244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9AEAB0E-9D4A-55A4-95CA-09B5380809E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666920" y="5012804"/>
                  <a:ext cx="10008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0162A0B-1B1F-59BB-16E5-1723C594D304}"/>
                    </a:ext>
                  </a:extLst>
                </p14:cNvPr>
                <p14:cNvContentPartPr/>
                <p14:nvPr/>
              </p14:nvContentPartPr>
              <p14:xfrm>
                <a:off x="8288280" y="4621124"/>
                <a:ext cx="38520" cy="2649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0162A0B-1B1F-59BB-16E5-1723C594D30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279640" y="4612124"/>
                  <a:ext cx="5616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E3EF2C9-B5BF-32E6-42C5-D825F8E2AA57}"/>
                    </a:ext>
                  </a:extLst>
                </p14:cNvPr>
                <p14:cNvContentPartPr/>
                <p14:nvPr/>
              </p14:nvContentPartPr>
              <p14:xfrm>
                <a:off x="8272440" y="5035484"/>
                <a:ext cx="48600" cy="140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E3EF2C9-B5BF-32E6-42C5-D825F8E2AA5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263800" y="5026844"/>
                  <a:ext cx="662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A1104FD-F089-AC6D-5174-C9515194B5C8}"/>
                    </a:ext>
                  </a:extLst>
                </p14:cNvPr>
                <p14:cNvContentPartPr/>
                <p14:nvPr/>
              </p14:nvContentPartPr>
              <p14:xfrm>
                <a:off x="8410320" y="5007404"/>
                <a:ext cx="50760" cy="117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A1104FD-F089-AC6D-5174-C9515194B5C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401320" y="4998404"/>
                  <a:ext cx="684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7AC77FD-78CF-48DA-B82B-92C9C53E5012}"/>
                    </a:ext>
                  </a:extLst>
                </p14:cNvPr>
                <p14:cNvContentPartPr/>
                <p14:nvPr/>
              </p14:nvContentPartPr>
              <p14:xfrm>
                <a:off x="6200280" y="3573164"/>
                <a:ext cx="43200" cy="414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7AC77FD-78CF-48DA-B82B-92C9C53E501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191640" y="3564164"/>
                  <a:ext cx="608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6BBBEC2-C43E-CC1C-CB12-8700F9E927CB}"/>
                    </a:ext>
                  </a:extLst>
                </p14:cNvPr>
                <p14:cNvContentPartPr/>
                <p14:nvPr/>
              </p14:nvContentPartPr>
              <p14:xfrm>
                <a:off x="6931800" y="3691244"/>
                <a:ext cx="28080" cy="385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6BBBEC2-C43E-CC1C-CB12-8700F9E927C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922800" y="3682604"/>
                  <a:ext cx="457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DF8B0E5-F2DB-6F21-952D-977CFD15B027}"/>
                    </a:ext>
                  </a:extLst>
                </p14:cNvPr>
                <p14:cNvContentPartPr/>
                <p14:nvPr/>
              </p14:nvContentPartPr>
              <p14:xfrm>
                <a:off x="7542000" y="3758564"/>
                <a:ext cx="28800" cy="46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DF8B0E5-F2DB-6F21-952D-977CFD15B02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533000" y="3749924"/>
                  <a:ext cx="464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6F80A62-8D4A-8ED7-B62E-0C8FC69E519B}"/>
                    </a:ext>
                  </a:extLst>
                </p14:cNvPr>
                <p14:cNvContentPartPr/>
                <p14:nvPr/>
              </p14:nvContentPartPr>
              <p14:xfrm>
                <a:off x="8212680" y="3843884"/>
                <a:ext cx="33120" cy="41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6F80A62-8D4A-8ED7-B62E-0C8FC69E519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203680" y="3835244"/>
                  <a:ext cx="507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4CF3E48-9BDD-2473-ECB2-BEA6CB46F153}"/>
                    </a:ext>
                  </a:extLst>
                </p14:cNvPr>
                <p14:cNvContentPartPr/>
                <p14:nvPr/>
              </p14:nvContentPartPr>
              <p14:xfrm>
                <a:off x="2653920" y="1156844"/>
                <a:ext cx="424440" cy="5076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4CF3E48-9BDD-2473-ECB2-BEA6CB46F15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645280" y="1147844"/>
                  <a:ext cx="442080" cy="5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C37C301-5B59-51CD-9CD2-D144DB5A0829}"/>
                    </a:ext>
                  </a:extLst>
                </p14:cNvPr>
                <p14:cNvContentPartPr/>
                <p14:nvPr/>
              </p14:nvContentPartPr>
              <p14:xfrm>
                <a:off x="3048480" y="1652564"/>
                <a:ext cx="683640" cy="1724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C37C301-5B59-51CD-9CD2-D144DB5A082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039840" y="1643924"/>
                  <a:ext cx="7012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4CA922E-72CF-58C8-759C-5C2F8C32D6E0}"/>
                    </a:ext>
                  </a:extLst>
                </p14:cNvPr>
                <p14:cNvContentPartPr/>
                <p14:nvPr/>
              </p14:nvContentPartPr>
              <p14:xfrm>
                <a:off x="3768120" y="1853084"/>
                <a:ext cx="1206720" cy="784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4CA922E-72CF-58C8-759C-5C2F8C32D6E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759120" y="1844084"/>
                  <a:ext cx="1224360" cy="80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1439128-0F0F-EE8E-618F-8F50230A3769}"/>
                    </a:ext>
                  </a:extLst>
                </p14:cNvPr>
                <p14:cNvContentPartPr/>
                <p14:nvPr/>
              </p14:nvContentPartPr>
              <p14:xfrm>
                <a:off x="5057280" y="2683964"/>
                <a:ext cx="488520" cy="7783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1439128-0F0F-EE8E-618F-8F50230A376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048640" y="2675324"/>
                  <a:ext cx="506160" cy="79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E507CDD-9069-8010-D482-596719565AD4}"/>
                    </a:ext>
                  </a:extLst>
                </p14:cNvPr>
                <p14:cNvContentPartPr/>
                <p14:nvPr/>
              </p14:nvContentPartPr>
              <p14:xfrm>
                <a:off x="5536800" y="3456524"/>
                <a:ext cx="687240" cy="1753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E507CDD-9069-8010-D482-596719565AD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528160" y="3447524"/>
                  <a:ext cx="7048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03AF24C-6279-8C6D-5736-416FB013333B}"/>
                    </a:ext>
                  </a:extLst>
                </p14:cNvPr>
                <p14:cNvContentPartPr/>
                <p14:nvPr/>
              </p14:nvContentPartPr>
              <p14:xfrm>
                <a:off x="6191640" y="3613844"/>
                <a:ext cx="708480" cy="120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03AF24C-6279-8C6D-5736-416FB013333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182640" y="3604844"/>
                  <a:ext cx="7261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93CF5A2-2D38-3637-2177-2EA7FBE33016}"/>
                    </a:ext>
                  </a:extLst>
                </p14:cNvPr>
                <p14:cNvContentPartPr/>
                <p14:nvPr/>
              </p14:nvContentPartPr>
              <p14:xfrm>
                <a:off x="6896520" y="3738404"/>
                <a:ext cx="651240" cy="691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93CF5A2-2D38-3637-2177-2EA7FBE3301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887880" y="3729764"/>
                  <a:ext cx="6688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807970F-4261-CF0F-A7A2-6F5226530FA6}"/>
                    </a:ext>
                  </a:extLst>
                </p14:cNvPr>
                <p14:cNvContentPartPr/>
                <p14:nvPr/>
              </p14:nvContentPartPr>
              <p14:xfrm>
                <a:off x="7561440" y="3831644"/>
                <a:ext cx="641160" cy="723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807970F-4261-CF0F-A7A2-6F5226530FA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552800" y="3823004"/>
                  <a:ext cx="6588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B287343-64B3-C7EB-ADCA-457C79876AC9}"/>
                    </a:ext>
                  </a:extLst>
                </p14:cNvPr>
                <p14:cNvContentPartPr/>
                <p14:nvPr/>
              </p14:nvContentPartPr>
              <p14:xfrm>
                <a:off x="8292600" y="3643004"/>
                <a:ext cx="158760" cy="274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B287343-64B3-C7EB-ADCA-457C79876AC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283960" y="3634364"/>
                  <a:ext cx="176400" cy="29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760CF376-F6AC-0176-14A6-3CF78F2A82A6}"/>
              </a:ext>
            </a:extLst>
          </p:cNvPr>
          <p:cNvGrpSpPr/>
          <p:nvPr/>
        </p:nvGrpSpPr>
        <p:grpSpPr>
          <a:xfrm>
            <a:off x="4610160" y="658964"/>
            <a:ext cx="3120480" cy="479880"/>
            <a:chOff x="4610160" y="658964"/>
            <a:chExt cx="3120480" cy="47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9312E35-15AA-8F40-5A62-A516012BB046}"/>
                    </a:ext>
                  </a:extLst>
                </p14:cNvPr>
                <p14:cNvContentPartPr/>
                <p14:nvPr/>
              </p14:nvContentPartPr>
              <p14:xfrm>
                <a:off x="4752000" y="684164"/>
                <a:ext cx="17280" cy="250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9312E35-15AA-8F40-5A62-A516012BB04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743360" y="675524"/>
                  <a:ext cx="3492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D0EF7D9-6A3E-608B-4906-6468AE5094DA}"/>
                    </a:ext>
                  </a:extLst>
                </p14:cNvPr>
                <p14:cNvContentPartPr/>
                <p14:nvPr/>
              </p14:nvContentPartPr>
              <p14:xfrm>
                <a:off x="4610160" y="673004"/>
                <a:ext cx="451080" cy="3682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D0EF7D9-6A3E-608B-4906-6468AE5094D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601520" y="664004"/>
                  <a:ext cx="46872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4F47473-35C7-6C30-0112-F4F6E363715B}"/>
                    </a:ext>
                  </a:extLst>
                </p14:cNvPr>
                <p14:cNvContentPartPr/>
                <p14:nvPr/>
              </p14:nvContentPartPr>
              <p14:xfrm>
                <a:off x="5127120" y="885044"/>
                <a:ext cx="124920" cy="1170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4F47473-35C7-6C30-0112-F4F6E363715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118480" y="876404"/>
                  <a:ext cx="1425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2A4CAFF-FE87-1BDF-DB09-4851D2F8AD62}"/>
                    </a:ext>
                  </a:extLst>
                </p14:cNvPr>
                <p14:cNvContentPartPr/>
                <p14:nvPr/>
              </p14:nvContentPartPr>
              <p14:xfrm>
                <a:off x="5320080" y="892964"/>
                <a:ext cx="82440" cy="96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2A4CAFF-FE87-1BDF-DB09-4851D2F8AD6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311080" y="883964"/>
                  <a:ext cx="1000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60A181A-64C8-F5CA-0DB3-A45D91D9D10A}"/>
                    </a:ext>
                  </a:extLst>
                </p14:cNvPr>
                <p14:cNvContentPartPr/>
                <p14:nvPr/>
              </p14:nvContentPartPr>
              <p14:xfrm>
                <a:off x="5482080" y="763364"/>
                <a:ext cx="19440" cy="2232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60A181A-64C8-F5CA-0DB3-A45D91D9D10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473080" y="754364"/>
                  <a:ext cx="370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3A3A7C6-E6FC-29AA-3D79-02C437E1BF2A}"/>
                    </a:ext>
                  </a:extLst>
                </p14:cNvPr>
                <p14:cNvContentPartPr/>
                <p14:nvPr/>
              </p14:nvContentPartPr>
              <p14:xfrm>
                <a:off x="5486400" y="880724"/>
                <a:ext cx="151200" cy="918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3A3A7C6-E6FC-29AA-3D79-02C437E1BF2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477760" y="872084"/>
                  <a:ext cx="1688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973593A-5B85-45F3-9B77-4C6940FF54E2}"/>
                    </a:ext>
                  </a:extLst>
                </p14:cNvPr>
                <p14:cNvContentPartPr/>
                <p14:nvPr/>
              </p14:nvContentPartPr>
              <p14:xfrm>
                <a:off x="5646600" y="857684"/>
                <a:ext cx="244440" cy="1634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973593A-5B85-45F3-9B77-4C6940FF54E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637600" y="848684"/>
                  <a:ext cx="2620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88A36A8-E183-1EDB-F195-815F91584D7B}"/>
                    </a:ext>
                  </a:extLst>
                </p14:cNvPr>
                <p14:cNvContentPartPr/>
                <p14:nvPr/>
              </p14:nvContentPartPr>
              <p14:xfrm>
                <a:off x="6465240" y="699644"/>
                <a:ext cx="201960" cy="2732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88A36A8-E183-1EDB-F195-815F91584D7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456240" y="690644"/>
                  <a:ext cx="21960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9133F36-0BDE-96D6-7F82-AE8D8365A7AB}"/>
                    </a:ext>
                  </a:extLst>
                </p14:cNvPr>
                <p14:cNvContentPartPr/>
                <p14:nvPr/>
              </p14:nvContentPartPr>
              <p14:xfrm>
                <a:off x="6426360" y="825644"/>
                <a:ext cx="268200" cy="248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9133F36-0BDE-96D6-7F82-AE8D8365A7A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417720" y="817004"/>
                  <a:ext cx="2858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DD24359-9DE0-2BC5-1351-90D869596AA5}"/>
                    </a:ext>
                  </a:extLst>
                </p14:cNvPr>
                <p14:cNvContentPartPr/>
                <p14:nvPr/>
              </p14:nvContentPartPr>
              <p14:xfrm>
                <a:off x="6860880" y="691724"/>
                <a:ext cx="51840" cy="2534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DD24359-9DE0-2BC5-1351-90D869596AA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852240" y="682724"/>
                  <a:ext cx="694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DD99CA9-642F-E0A6-A889-CDE72C557A1B}"/>
                    </a:ext>
                  </a:extLst>
                </p14:cNvPr>
                <p14:cNvContentPartPr/>
                <p14:nvPr/>
              </p14:nvContentPartPr>
              <p14:xfrm>
                <a:off x="6985800" y="658964"/>
                <a:ext cx="136080" cy="2800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DD99CA9-642F-E0A6-A889-CDE72C557A1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976800" y="650324"/>
                  <a:ext cx="15372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5F27AE8-2293-F488-A56C-D87865059858}"/>
                    </a:ext>
                  </a:extLst>
                </p14:cNvPr>
                <p14:cNvContentPartPr/>
                <p14:nvPr/>
              </p14:nvContentPartPr>
              <p14:xfrm>
                <a:off x="7152840" y="826004"/>
                <a:ext cx="78840" cy="907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5F27AE8-2293-F488-A56C-D8786505985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144200" y="817364"/>
                  <a:ext cx="964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8148CDE-F07E-A690-0BE1-B9FE9D2AA0C6}"/>
                    </a:ext>
                  </a:extLst>
                </p14:cNvPr>
                <p14:cNvContentPartPr/>
                <p14:nvPr/>
              </p14:nvContentPartPr>
              <p14:xfrm>
                <a:off x="7297920" y="754364"/>
                <a:ext cx="256320" cy="1670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8148CDE-F07E-A690-0BE1-B9FE9D2AA0C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289280" y="745724"/>
                  <a:ext cx="2739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838FD0B-2E40-4F48-226C-5A4DA406F62E}"/>
                    </a:ext>
                  </a:extLst>
                </p14:cNvPr>
                <p14:cNvContentPartPr/>
                <p14:nvPr/>
              </p14:nvContentPartPr>
              <p14:xfrm>
                <a:off x="4856400" y="1130924"/>
                <a:ext cx="1124280" cy="79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838FD0B-2E40-4F48-226C-5A4DA406F62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847400" y="1121924"/>
                  <a:ext cx="11419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220F0B1-0702-14E1-C693-865C70A9A459}"/>
                    </a:ext>
                  </a:extLst>
                </p14:cNvPr>
                <p14:cNvContentPartPr/>
                <p14:nvPr/>
              </p14:nvContentPartPr>
              <p14:xfrm>
                <a:off x="6777000" y="1084124"/>
                <a:ext cx="953640" cy="118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220F0B1-0702-14E1-C693-865C70A9A45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768360" y="1075484"/>
                  <a:ext cx="971280" cy="2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496A5D8D-C5B7-D6A4-7768-B7D413132E0A}"/>
                  </a:ext>
                </a:extLst>
              </p14:cNvPr>
              <p14:cNvContentPartPr/>
              <p14:nvPr/>
            </p14:nvContentPartPr>
            <p14:xfrm>
              <a:off x="8599320" y="6717404"/>
              <a:ext cx="2160" cy="936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496A5D8D-C5B7-D6A4-7768-B7D413132E0A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8590680" y="6708404"/>
                <a:ext cx="1980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F5C9751-B423-7DC3-F69F-DA1D182A7595}"/>
                  </a:ext>
                </a:extLst>
              </p14:cNvPr>
              <p14:cNvContentPartPr/>
              <p14:nvPr/>
            </p14:nvContentPartPr>
            <p14:xfrm>
              <a:off x="806040" y="1171964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F5C9751-B423-7DC3-F69F-DA1D182A7595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797400" y="116332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C315EBF-5703-A22F-7956-8EA4002C9075}"/>
                  </a:ext>
                </a:extLst>
              </p14:cNvPr>
              <p14:cNvContentPartPr/>
              <p14:nvPr/>
            </p14:nvContentPartPr>
            <p14:xfrm>
              <a:off x="6392160" y="1828604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C315EBF-5703-A22F-7956-8EA4002C9075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6383520" y="1819964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13575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37D3CA9-F42E-6EF0-91D1-730E980E964F}"/>
                  </a:ext>
                </a:extLst>
              </p14:cNvPr>
              <p14:cNvContentPartPr/>
              <p14:nvPr/>
            </p14:nvContentPartPr>
            <p14:xfrm>
              <a:off x="1142280" y="755084"/>
              <a:ext cx="129960" cy="1677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37D3CA9-F42E-6EF0-91D1-730E980E964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33280" y="746444"/>
                <a:ext cx="147600" cy="169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95293E1-4F42-B217-9DE4-F7D32234DDB0}"/>
                  </a:ext>
                </a:extLst>
              </p14:cNvPr>
              <p14:cNvContentPartPr/>
              <p14:nvPr/>
            </p14:nvContentPartPr>
            <p14:xfrm>
              <a:off x="1155240" y="688484"/>
              <a:ext cx="3582000" cy="1611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95293E1-4F42-B217-9DE4-F7D32234DDB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46600" y="679484"/>
                <a:ext cx="3599640" cy="162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6BE1D89-1E4C-F0CE-FB1D-F7D5949047A3}"/>
                  </a:ext>
                </a:extLst>
              </p14:cNvPr>
              <p14:cNvContentPartPr/>
              <p14:nvPr/>
            </p14:nvContentPartPr>
            <p14:xfrm>
              <a:off x="1325520" y="2321804"/>
              <a:ext cx="3387600" cy="143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6BE1D89-1E4C-F0CE-FB1D-F7D5949047A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16880" y="2313164"/>
                <a:ext cx="340524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A2B4F02-D283-C641-4B95-8B1539275F04}"/>
                  </a:ext>
                </a:extLst>
              </p14:cNvPr>
              <p14:cNvContentPartPr/>
              <p14:nvPr/>
            </p14:nvContentPartPr>
            <p14:xfrm>
              <a:off x="1751760" y="1118684"/>
              <a:ext cx="929520" cy="864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A2B4F02-D283-C641-4B95-8B1539275F0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43120" y="1109684"/>
                <a:ext cx="947160" cy="88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2AC7AE7-344F-7D54-73AC-32A645CF25A0}"/>
                  </a:ext>
                </a:extLst>
              </p14:cNvPr>
              <p14:cNvContentPartPr/>
              <p14:nvPr/>
            </p14:nvContentPartPr>
            <p14:xfrm>
              <a:off x="2902320" y="1084124"/>
              <a:ext cx="922680" cy="802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2AC7AE7-344F-7D54-73AC-32A645CF25A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893320" y="1075484"/>
                <a:ext cx="940320" cy="82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5CDDC17-3D08-84EF-3F5D-29275D5FAF39}"/>
                  </a:ext>
                </a:extLst>
              </p14:cNvPr>
              <p14:cNvContentPartPr/>
              <p14:nvPr/>
            </p14:nvContentPartPr>
            <p14:xfrm>
              <a:off x="2018880" y="2034884"/>
              <a:ext cx="6120" cy="61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5CDDC17-3D08-84EF-3F5D-29275D5FAF3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009880" y="2026244"/>
                <a:ext cx="2376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4CF0415-BB84-E059-404A-F96E22E1C13C}"/>
                  </a:ext>
                </a:extLst>
              </p14:cNvPr>
              <p14:cNvContentPartPr/>
              <p14:nvPr/>
            </p14:nvContentPartPr>
            <p14:xfrm>
              <a:off x="2192040" y="1505324"/>
              <a:ext cx="43200" cy="486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4CF0415-BB84-E059-404A-F96E22E1C13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183400" y="1496684"/>
                <a:ext cx="6084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545BA0E-0E74-A293-C8D1-776FB4758082}"/>
                  </a:ext>
                </a:extLst>
              </p14:cNvPr>
              <p14:cNvContentPartPr/>
              <p14:nvPr/>
            </p14:nvContentPartPr>
            <p14:xfrm>
              <a:off x="2230920" y="1583084"/>
              <a:ext cx="60840" cy="540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545BA0E-0E74-A293-C8D1-776FB475808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222280" y="1574444"/>
                <a:ext cx="7848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FD6C1BE-42C1-B832-3BBD-3A4585779141}"/>
                  </a:ext>
                </a:extLst>
              </p14:cNvPr>
              <p14:cNvContentPartPr/>
              <p14:nvPr/>
            </p14:nvContentPartPr>
            <p14:xfrm>
              <a:off x="2313360" y="1598564"/>
              <a:ext cx="44640" cy="54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FD6C1BE-42C1-B832-3BBD-3A458577914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304720" y="1589564"/>
                <a:ext cx="622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13DC03B-D2ED-CD49-D81B-CD51F9437AA4}"/>
                  </a:ext>
                </a:extLst>
              </p14:cNvPr>
              <p14:cNvContentPartPr/>
              <p14:nvPr/>
            </p14:nvContentPartPr>
            <p14:xfrm>
              <a:off x="2184480" y="1764164"/>
              <a:ext cx="23760" cy="21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13DC03B-D2ED-CD49-D81B-CD51F9437AA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175840" y="1755164"/>
                <a:ext cx="4140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E0FC89B-77C1-925A-58BB-C5299E30A6A4}"/>
                  </a:ext>
                </a:extLst>
              </p14:cNvPr>
              <p14:cNvContentPartPr/>
              <p14:nvPr/>
            </p14:nvContentPartPr>
            <p14:xfrm>
              <a:off x="2054520" y="1645724"/>
              <a:ext cx="23760" cy="457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E0FC89B-77C1-925A-58BB-C5299E30A6A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045880" y="1636724"/>
                <a:ext cx="4140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6173493-8BB9-CE4A-C841-B47C74ED93EB}"/>
                  </a:ext>
                </a:extLst>
              </p14:cNvPr>
              <p14:cNvContentPartPr/>
              <p14:nvPr/>
            </p14:nvContentPartPr>
            <p14:xfrm>
              <a:off x="1998000" y="1478324"/>
              <a:ext cx="22320" cy="964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6173493-8BB9-CE4A-C841-B47C74ED93E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989000" y="1469684"/>
                <a:ext cx="3996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614BC3E-A5A2-186A-B439-27705F71DDA4}"/>
                  </a:ext>
                </a:extLst>
              </p14:cNvPr>
              <p14:cNvContentPartPr/>
              <p14:nvPr/>
            </p14:nvContentPartPr>
            <p14:xfrm>
              <a:off x="2122920" y="1315244"/>
              <a:ext cx="24120" cy="144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614BC3E-A5A2-186A-B439-27705F71DDA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114280" y="1306244"/>
                <a:ext cx="4176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C1015D0-2814-7ED9-44D8-396F935D0BF7}"/>
                  </a:ext>
                </a:extLst>
              </p14:cNvPr>
              <p14:cNvContentPartPr/>
              <p14:nvPr/>
            </p14:nvContentPartPr>
            <p14:xfrm>
              <a:off x="2315160" y="1273484"/>
              <a:ext cx="65880" cy="9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C1015D0-2814-7ED9-44D8-396F935D0BF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306520" y="1264484"/>
                <a:ext cx="8352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3D44B80-EAAC-7B1C-E145-19B5BDF4CF86}"/>
                  </a:ext>
                </a:extLst>
              </p14:cNvPr>
              <p14:cNvContentPartPr/>
              <p14:nvPr/>
            </p14:nvContentPartPr>
            <p14:xfrm>
              <a:off x="2514960" y="1461404"/>
              <a:ext cx="32400" cy="1670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3D44B80-EAAC-7B1C-E145-19B5BDF4CF8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506320" y="1452404"/>
                <a:ext cx="5004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E2C76AF-D3E8-F15D-9C97-8794BE541DD5}"/>
                  </a:ext>
                </a:extLst>
              </p14:cNvPr>
              <p14:cNvContentPartPr/>
              <p14:nvPr/>
            </p14:nvContentPartPr>
            <p14:xfrm>
              <a:off x="2468520" y="1738604"/>
              <a:ext cx="67680" cy="403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E2C76AF-D3E8-F15D-9C97-8794BE541DD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459880" y="1729964"/>
                <a:ext cx="8532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E0EF467-6BBE-C4A0-DA2C-072127DA8995}"/>
                  </a:ext>
                </a:extLst>
              </p14:cNvPr>
              <p14:cNvContentPartPr/>
              <p14:nvPr/>
            </p14:nvContentPartPr>
            <p14:xfrm>
              <a:off x="2339640" y="1815284"/>
              <a:ext cx="41040" cy="9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E0EF467-6BBE-C4A0-DA2C-072127DA899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331000" y="1806644"/>
                <a:ext cx="5868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2F538CD3-6E95-B44B-5B57-6865850EA289}"/>
                  </a:ext>
                </a:extLst>
              </p14:cNvPr>
              <p14:cNvContentPartPr/>
              <p14:nvPr/>
            </p14:nvContentPartPr>
            <p14:xfrm>
              <a:off x="2046240" y="1684964"/>
              <a:ext cx="114120" cy="1339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2F538CD3-6E95-B44B-5B57-6865850EA28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037600" y="1676324"/>
                <a:ext cx="13176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AB1AE4BB-D908-7CC7-83DE-EFC3D61CB86E}"/>
                  </a:ext>
                </a:extLst>
              </p14:cNvPr>
              <p14:cNvContentPartPr/>
              <p14:nvPr/>
            </p14:nvContentPartPr>
            <p14:xfrm>
              <a:off x="2044440" y="1453484"/>
              <a:ext cx="32400" cy="709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AB1AE4BB-D908-7CC7-83DE-EFC3D61CB86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035800" y="1444844"/>
                <a:ext cx="5004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3BAEE8D-3796-3C9C-9A0F-0B4E4FE62424}"/>
                  </a:ext>
                </a:extLst>
              </p14:cNvPr>
              <p14:cNvContentPartPr/>
              <p14:nvPr/>
            </p14:nvContentPartPr>
            <p14:xfrm>
              <a:off x="2179080" y="1355924"/>
              <a:ext cx="34200" cy="291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3BAEE8D-3796-3C9C-9A0F-0B4E4FE6242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170080" y="1346924"/>
                <a:ext cx="5184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007D7D90-834F-FA88-D9EB-A1A8BFB540AA}"/>
                  </a:ext>
                </a:extLst>
              </p14:cNvPr>
              <p14:cNvContentPartPr/>
              <p14:nvPr/>
            </p14:nvContentPartPr>
            <p14:xfrm>
              <a:off x="2388240" y="1412804"/>
              <a:ext cx="50040" cy="1051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007D7D90-834F-FA88-D9EB-A1A8BFB540A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379240" y="1404164"/>
                <a:ext cx="6768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376183F7-9F57-443F-34B2-9D8252EAD2B7}"/>
                  </a:ext>
                </a:extLst>
              </p14:cNvPr>
              <p14:cNvContentPartPr/>
              <p14:nvPr/>
            </p14:nvContentPartPr>
            <p14:xfrm>
              <a:off x="2285280" y="1780004"/>
              <a:ext cx="110160" cy="198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376183F7-9F57-443F-34B2-9D8252EAD2B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276280" y="1771004"/>
                <a:ext cx="12780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9E56B61-5860-72CF-FDBF-B34D084B855C}"/>
                  </a:ext>
                </a:extLst>
              </p14:cNvPr>
              <p14:cNvContentPartPr/>
              <p14:nvPr/>
            </p14:nvContentPartPr>
            <p14:xfrm>
              <a:off x="2115360" y="1634564"/>
              <a:ext cx="48240" cy="298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9E56B61-5860-72CF-FDBF-B34D084B855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106720" y="1625564"/>
                <a:ext cx="6588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435D8613-C5B4-1802-8BC6-669F0FE86D38}"/>
                  </a:ext>
                </a:extLst>
              </p14:cNvPr>
              <p14:cNvContentPartPr/>
              <p14:nvPr/>
            </p14:nvContentPartPr>
            <p14:xfrm>
              <a:off x="1957680" y="1289684"/>
              <a:ext cx="22320" cy="662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435D8613-C5B4-1802-8BC6-669F0FE86D3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949040" y="1281044"/>
                <a:ext cx="3996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69C0AF57-555D-88EF-24B3-FAF64DD65438}"/>
                  </a:ext>
                </a:extLst>
              </p14:cNvPr>
              <p14:cNvContentPartPr/>
              <p14:nvPr/>
            </p14:nvContentPartPr>
            <p14:xfrm>
              <a:off x="2167560" y="1165124"/>
              <a:ext cx="14760" cy="158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69C0AF57-555D-88EF-24B3-FAF64DD6543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158920" y="1156124"/>
                <a:ext cx="3240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09ADCA0-34F6-30A8-5608-C2696AFBA9E8}"/>
                  </a:ext>
                </a:extLst>
              </p14:cNvPr>
              <p14:cNvContentPartPr/>
              <p14:nvPr/>
            </p14:nvContentPartPr>
            <p14:xfrm>
              <a:off x="1901880" y="1150724"/>
              <a:ext cx="93960" cy="576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09ADCA0-34F6-30A8-5608-C2696AFBA9E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892880" y="1142084"/>
                <a:ext cx="11160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C1671777-5A6E-7DC1-526B-C6023FBCA3AA}"/>
                  </a:ext>
                </a:extLst>
              </p14:cNvPr>
              <p14:cNvContentPartPr/>
              <p14:nvPr/>
            </p14:nvContentPartPr>
            <p14:xfrm>
              <a:off x="1828800" y="1372844"/>
              <a:ext cx="23040" cy="939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C1671777-5A6E-7DC1-526B-C6023FBCA3A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820160" y="1364204"/>
                <a:ext cx="4068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05736693-0AA9-20BB-683F-4C181305A2FD}"/>
                  </a:ext>
                </a:extLst>
              </p14:cNvPr>
              <p14:cNvContentPartPr/>
              <p14:nvPr/>
            </p14:nvContentPartPr>
            <p14:xfrm>
              <a:off x="1972800" y="1656164"/>
              <a:ext cx="127440" cy="777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05736693-0AA9-20BB-683F-4C181305A2F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964160" y="1647524"/>
                <a:ext cx="14508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69FFAD2-3A0A-CA91-E971-90FB85E8B96D}"/>
                  </a:ext>
                </a:extLst>
              </p14:cNvPr>
              <p14:cNvContentPartPr/>
              <p14:nvPr/>
            </p14:nvContentPartPr>
            <p14:xfrm>
              <a:off x="3302280" y="1480844"/>
              <a:ext cx="33840" cy="532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69FFAD2-3A0A-CA91-E971-90FB85E8B96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293640" y="1471844"/>
                <a:ext cx="5148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EB1C0DD-14B3-C97F-CA2D-C50660FC7492}"/>
                  </a:ext>
                </a:extLst>
              </p14:cNvPr>
              <p14:cNvContentPartPr/>
              <p14:nvPr/>
            </p14:nvContentPartPr>
            <p14:xfrm>
              <a:off x="3401640" y="1545644"/>
              <a:ext cx="52560" cy="705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EB1C0DD-14B3-C97F-CA2D-C50660FC749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392640" y="1536644"/>
                <a:ext cx="7020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3CD4EC8-6FED-5B0D-7039-D4D686E0FDB4}"/>
                  </a:ext>
                </a:extLst>
              </p14:cNvPr>
              <p14:cNvContentPartPr/>
              <p14:nvPr/>
            </p14:nvContentPartPr>
            <p14:xfrm>
              <a:off x="3511800" y="1571564"/>
              <a:ext cx="145440" cy="802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3CD4EC8-6FED-5B0D-7039-D4D686E0FDB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502800" y="1562924"/>
                <a:ext cx="16308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F803BA14-178D-686D-0E0C-2273617DA4D9}"/>
                  </a:ext>
                </a:extLst>
              </p14:cNvPr>
              <p14:cNvContentPartPr/>
              <p14:nvPr/>
            </p14:nvContentPartPr>
            <p14:xfrm>
              <a:off x="3407400" y="1628084"/>
              <a:ext cx="51120" cy="270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F803BA14-178D-686D-0E0C-2273617DA4D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398400" y="1619084"/>
                <a:ext cx="6876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E02158CA-4D8A-C675-B76C-4F4DD14EB25F}"/>
                  </a:ext>
                </a:extLst>
              </p14:cNvPr>
              <p14:cNvContentPartPr/>
              <p14:nvPr/>
            </p14:nvContentPartPr>
            <p14:xfrm>
              <a:off x="3162240" y="1436564"/>
              <a:ext cx="10440" cy="1015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E02158CA-4D8A-C675-B76C-4F4DD14EB25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153600" y="1427564"/>
                <a:ext cx="2808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CF87FC77-8FA9-852A-D507-53FE2823EAF0}"/>
                  </a:ext>
                </a:extLst>
              </p14:cNvPr>
              <p14:cNvContentPartPr/>
              <p14:nvPr/>
            </p14:nvContentPartPr>
            <p14:xfrm>
              <a:off x="3241440" y="1215524"/>
              <a:ext cx="65880" cy="482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CF87FC77-8FA9-852A-D507-53FE2823EAF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232800" y="1206884"/>
                <a:ext cx="8352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539AEDD3-3B48-E042-B58B-16718316190F}"/>
                  </a:ext>
                </a:extLst>
              </p14:cNvPr>
              <p14:cNvContentPartPr/>
              <p14:nvPr/>
            </p14:nvContentPartPr>
            <p14:xfrm>
              <a:off x="3489840" y="1285004"/>
              <a:ext cx="44280" cy="597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539AEDD3-3B48-E042-B58B-16718316190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480840" y="1276364"/>
                <a:ext cx="6192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3CC20839-72DD-5918-2456-9B95C6095DB7}"/>
                  </a:ext>
                </a:extLst>
              </p14:cNvPr>
              <p14:cNvContentPartPr/>
              <p14:nvPr/>
            </p14:nvContentPartPr>
            <p14:xfrm>
              <a:off x="3607920" y="1560404"/>
              <a:ext cx="29880" cy="982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3CC20839-72DD-5918-2456-9B95C6095DB7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598920" y="1551404"/>
                <a:ext cx="4752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FE25107-78C4-B5B1-5D58-ADF81A85368A}"/>
                  </a:ext>
                </a:extLst>
              </p14:cNvPr>
              <p14:cNvContentPartPr/>
              <p14:nvPr/>
            </p14:nvContentPartPr>
            <p14:xfrm>
              <a:off x="3413160" y="1780364"/>
              <a:ext cx="122400" cy="320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FE25107-78C4-B5B1-5D58-ADF81A85368A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404160" y="1771724"/>
                <a:ext cx="14004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FAE25B25-73FE-071C-D5B2-38F9D8F6EB4B}"/>
                  </a:ext>
                </a:extLst>
              </p14:cNvPr>
              <p14:cNvContentPartPr/>
              <p14:nvPr/>
            </p14:nvContentPartPr>
            <p14:xfrm>
              <a:off x="3154680" y="1768124"/>
              <a:ext cx="76320" cy="288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FAE25B25-73FE-071C-D5B2-38F9D8F6EB4B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146040" y="1759484"/>
                <a:ext cx="9396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9E1AEF41-2508-D183-7FA6-F52EE80450E5}"/>
                  </a:ext>
                </a:extLst>
              </p14:cNvPr>
              <p14:cNvContentPartPr/>
              <p14:nvPr/>
            </p14:nvContentPartPr>
            <p14:xfrm>
              <a:off x="3022200" y="1407044"/>
              <a:ext cx="39240" cy="2476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9E1AEF41-2508-D183-7FA6-F52EE80450E5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013200" y="1398404"/>
                <a:ext cx="5688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6CEF92B5-19D8-CD2F-FC1F-58DAF4508E80}"/>
                  </a:ext>
                </a:extLst>
              </p14:cNvPr>
              <p14:cNvContentPartPr/>
              <p14:nvPr/>
            </p14:nvContentPartPr>
            <p14:xfrm>
              <a:off x="3103200" y="1245044"/>
              <a:ext cx="144720" cy="806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6CEF92B5-19D8-CD2F-FC1F-58DAF4508E80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094560" y="1236044"/>
                <a:ext cx="16236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9DE708A4-CEC9-DE83-6C47-C74245972C3D}"/>
                  </a:ext>
                </a:extLst>
              </p14:cNvPr>
              <p14:cNvContentPartPr/>
              <p14:nvPr/>
            </p14:nvContentPartPr>
            <p14:xfrm>
              <a:off x="3308040" y="1704404"/>
              <a:ext cx="104760" cy="288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9DE708A4-CEC9-DE83-6C47-C74245972C3D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299400" y="1695764"/>
                <a:ext cx="1224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D27A7FAD-B91A-776A-09EF-727251F661DE}"/>
                  </a:ext>
                </a:extLst>
              </p14:cNvPr>
              <p14:cNvContentPartPr/>
              <p14:nvPr/>
            </p14:nvContentPartPr>
            <p14:xfrm>
              <a:off x="3070080" y="1600364"/>
              <a:ext cx="11160" cy="205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D27A7FAD-B91A-776A-09EF-727251F661D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061080" y="1591364"/>
                <a:ext cx="2880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81E6502F-0A40-CB44-6856-333DA4EBEF7E}"/>
                  </a:ext>
                </a:extLst>
              </p14:cNvPr>
              <p14:cNvContentPartPr/>
              <p14:nvPr/>
            </p14:nvContentPartPr>
            <p14:xfrm>
              <a:off x="3224520" y="1220924"/>
              <a:ext cx="36000" cy="385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81E6502F-0A40-CB44-6856-333DA4EBEF7E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215520" y="1212284"/>
                <a:ext cx="5364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FE3DBC70-CD34-6122-0738-95AA4779BA53}"/>
                  </a:ext>
                </a:extLst>
              </p14:cNvPr>
              <p14:cNvContentPartPr/>
              <p14:nvPr/>
            </p14:nvContentPartPr>
            <p14:xfrm>
              <a:off x="6397560" y="771644"/>
              <a:ext cx="242280" cy="15710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FE3DBC70-CD34-6122-0738-95AA4779BA53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388920" y="763004"/>
                <a:ext cx="259920" cy="158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59A12E6D-B08B-E284-D35A-9AD8CCF47A9A}"/>
              </a:ext>
            </a:extLst>
          </p:cNvPr>
          <p:cNvGrpSpPr/>
          <p:nvPr/>
        </p:nvGrpSpPr>
        <p:grpSpPr>
          <a:xfrm>
            <a:off x="1502280" y="338564"/>
            <a:ext cx="1825200" cy="390600"/>
            <a:chOff x="1502280" y="338564"/>
            <a:chExt cx="1825200" cy="39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08669A9-5782-BFAE-0625-C6729623CAC5}"/>
                    </a:ext>
                  </a:extLst>
                </p14:cNvPr>
                <p14:cNvContentPartPr/>
                <p14:nvPr/>
              </p14:nvContentPartPr>
              <p14:xfrm>
                <a:off x="1502280" y="487604"/>
                <a:ext cx="227880" cy="1767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08669A9-5782-BFAE-0625-C6729623CAC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493640" y="478964"/>
                  <a:ext cx="2455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0E088FB-726F-9083-5B56-03547BF62309}"/>
                    </a:ext>
                  </a:extLst>
                </p14:cNvPr>
                <p14:cNvContentPartPr/>
                <p14:nvPr/>
              </p14:nvContentPartPr>
              <p14:xfrm>
                <a:off x="1784520" y="414524"/>
                <a:ext cx="75600" cy="160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0E088FB-726F-9083-5B56-03547BF6230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775520" y="405884"/>
                  <a:ext cx="932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956DCE1-A70F-3F24-FDEA-6FF15911FB97}"/>
                    </a:ext>
                  </a:extLst>
                </p14:cNvPr>
                <p14:cNvContentPartPr/>
                <p14:nvPr/>
              </p14:nvContentPartPr>
              <p14:xfrm>
                <a:off x="1891800" y="471764"/>
                <a:ext cx="156240" cy="910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956DCE1-A70F-3F24-FDEA-6FF15911FB9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883160" y="462764"/>
                  <a:ext cx="1738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281B2DC-C975-58C6-D134-B12E841DF371}"/>
                    </a:ext>
                  </a:extLst>
                </p14:cNvPr>
                <p14:cNvContentPartPr/>
                <p14:nvPr/>
              </p14:nvContentPartPr>
              <p14:xfrm>
                <a:off x="2061360" y="468884"/>
                <a:ext cx="53640" cy="986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281B2DC-C975-58C6-D134-B12E841DF37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052720" y="459884"/>
                  <a:ext cx="712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EC5C344-5BA9-68BD-88EA-A036E7E34B91}"/>
                    </a:ext>
                  </a:extLst>
                </p14:cNvPr>
                <p14:cNvContentPartPr/>
                <p14:nvPr/>
              </p14:nvContentPartPr>
              <p14:xfrm>
                <a:off x="2152080" y="410924"/>
                <a:ext cx="57600" cy="152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EC5C344-5BA9-68BD-88EA-A036E7E34B9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143080" y="401924"/>
                  <a:ext cx="752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21B871D-45DA-2B1C-7D3D-31F813B8FE64}"/>
                    </a:ext>
                  </a:extLst>
                </p14:cNvPr>
                <p14:cNvContentPartPr/>
                <p14:nvPr/>
              </p14:nvContentPartPr>
              <p14:xfrm>
                <a:off x="2173320" y="487604"/>
                <a:ext cx="70200" cy="18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21B871D-45DA-2B1C-7D3D-31F813B8FE6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164320" y="478604"/>
                  <a:ext cx="878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810ABFC-2CDC-6FC6-74BC-9F727A6CB48F}"/>
                    </a:ext>
                  </a:extLst>
                </p14:cNvPr>
                <p14:cNvContentPartPr/>
                <p14:nvPr/>
              </p14:nvContentPartPr>
              <p14:xfrm>
                <a:off x="2256840" y="469964"/>
                <a:ext cx="77040" cy="939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810ABFC-2CDC-6FC6-74BC-9F727A6CB48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247840" y="460964"/>
                  <a:ext cx="946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20F4461-4ECC-6EF4-9383-F419197BF9D3}"/>
                    </a:ext>
                  </a:extLst>
                </p14:cNvPr>
                <p14:cNvContentPartPr/>
                <p14:nvPr/>
              </p14:nvContentPartPr>
              <p14:xfrm>
                <a:off x="2374920" y="456284"/>
                <a:ext cx="99000" cy="853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20F4461-4ECC-6EF4-9383-F419197BF9D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366280" y="447644"/>
                  <a:ext cx="1166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FA26A77-F700-C223-536B-0A10BE0191C3}"/>
                    </a:ext>
                  </a:extLst>
                </p14:cNvPr>
                <p14:cNvContentPartPr/>
                <p14:nvPr/>
              </p14:nvContentPartPr>
              <p14:xfrm>
                <a:off x="2513520" y="457364"/>
                <a:ext cx="29160" cy="745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FA26A77-F700-C223-536B-0A10BE0191C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504520" y="448724"/>
                  <a:ext cx="468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5616998-C023-3916-D2D4-22EC9EBF59AF}"/>
                    </a:ext>
                  </a:extLst>
                </p14:cNvPr>
                <p14:cNvContentPartPr/>
                <p14:nvPr/>
              </p14:nvContentPartPr>
              <p14:xfrm>
                <a:off x="2498760" y="393644"/>
                <a:ext cx="82800" cy="525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5616998-C023-3916-D2D4-22EC9EBF59A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490120" y="384644"/>
                  <a:ext cx="1004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2BB735A-AF7F-4261-CBF8-C888078CAFB1}"/>
                    </a:ext>
                  </a:extLst>
                </p14:cNvPr>
                <p14:cNvContentPartPr/>
                <p14:nvPr/>
              </p14:nvContentPartPr>
              <p14:xfrm>
                <a:off x="2591280" y="450884"/>
                <a:ext cx="116640" cy="532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2BB735A-AF7F-4261-CBF8-C888078CAFB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582280" y="442244"/>
                  <a:ext cx="1342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29555CC-DC92-7AA0-1072-2C46E8795043}"/>
                    </a:ext>
                  </a:extLst>
                </p14:cNvPr>
                <p14:cNvContentPartPr/>
                <p14:nvPr/>
              </p14:nvContentPartPr>
              <p14:xfrm>
                <a:off x="2729880" y="414524"/>
                <a:ext cx="106920" cy="3146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29555CC-DC92-7AA0-1072-2C46E879504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721240" y="405884"/>
                  <a:ext cx="12456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5092184-3A52-5869-A068-4C6D1C2738CA}"/>
                    </a:ext>
                  </a:extLst>
                </p14:cNvPr>
                <p14:cNvContentPartPr/>
                <p14:nvPr/>
              </p14:nvContentPartPr>
              <p14:xfrm>
                <a:off x="3153600" y="342524"/>
                <a:ext cx="24120" cy="1346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5092184-3A52-5869-A068-4C6D1C2738C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144600" y="333884"/>
                  <a:ext cx="417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D1A855C-52E0-DF08-1A03-DADADDCAF0DF}"/>
                    </a:ext>
                  </a:extLst>
                </p14:cNvPr>
                <p14:cNvContentPartPr/>
                <p14:nvPr/>
              </p14:nvContentPartPr>
              <p14:xfrm>
                <a:off x="3105720" y="338564"/>
                <a:ext cx="66960" cy="691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D1A855C-52E0-DF08-1A03-DADADDCAF0D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097080" y="329924"/>
                  <a:ext cx="846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73A7588-D362-FA34-3E1B-830C0BC9C828}"/>
                    </a:ext>
                  </a:extLst>
                </p14:cNvPr>
                <p14:cNvContentPartPr/>
                <p14:nvPr/>
              </p14:nvContentPartPr>
              <p14:xfrm>
                <a:off x="3069360" y="507404"/>
                <a:ext cx="258120" cy="194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73A7588-D362-FA34-3E1B-830C0BC9C82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060360" y="498404"/>
                  <a:ext cx="275760" cy="3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0B604041-5042-6394-C488-25B426711CE0}"/>
                  </a:ext>
                </a:extLst>
              </p14:cNvPr>
              <p14:cNvContentPartPr/>
              <p14:nvPr/>
            </p14:nvContentPartPr>
            <p14:xfrm>
              <a:off x="6417000" y="624764"/>
              <a:ext cx="4704120" cy="18288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0B604041-5042-6394-C488-25B426711CE0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6408360" y="616124"/>
                <a:ext cx="4721760" cy="18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1114489B-04EA-2049-CEE8-8FB45F5ABDA6}"/>
                  </a:ext>
                </a:extLst>
              </p14:cNvPr>
              <p14:cNvContentPartPr/>
              <p14:nvPr/>
            </p14:nvContentPartPr>
            <p14:xfrm>
              <a:off x="6668640" y="2287964"/>
              <a:ext cx="4474080" cy="21348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1114489B-04EA-2049-CEE8-8FB45F5ABDA6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6659640" y="2279324"/>
                <a:ext cx="449172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55E69812-A644-C0B8-9C08-7491E88ACD1E}"/>
                  </a:ext>
                </a:extLst>
              </p14:cNvPr>
              <p14:cNvContentPartPr/>
              <p14:nvPr/>
            </p14:nvContentPartPr>
            <p14:xfrm>
              <a:off x="6924600" y="389324"/>
              <a:ext cx="285840" cy="2181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55E69812-A644-C0B8-9C08-7491E88ACD1E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915600" y="380324"/>
                <a:ext cx="30348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C400E4EC-1EBC-4EFE-FB6B-83EC7004406B}"/>
                  </a:ext>
                </a:extLst>
              </p14:cNvPr>
              <p14:cNvContentPartPr/>
              <p14:nvPr/>
            </p14:nvContentPartPr>
            <p14:xfrm>
              <a:off x="7270560" y="395084"/>
              <a:ext cx="105840" cy="17928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C400E4EC-1EBC-4EFE-FB6B-83EC7004406B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261560" y="386444"/>
                <a:ext cx="12348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64103D02-0AD1-B35F-F7F5-01B9CAB17DBB}"/>
                  </a:ext>
                </a:extLst>
              </p14:cNvPr>
              <p14:cNvContentPartPr/>
              <p14:nvPr/>
            </p14:nvContentPartPr>
            <p14:xfrm>
              <a:off x="7402320" y="469604"/>
              <a:ext cx="183960" cy="8784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64103D02-0AD1-B35F-F7F5-01B9CAB17DBB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7393320" y="460964"/>
                <a:ext cx="20160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777D499D-4C02-9ED4-D794-C5EB9502ED2B}"/>
                  </a:ext>
                </a:extLst>
              </p14:cNvPr>
              <p14:cNvContentPartPr/>
              <p14:nvPr/>
            </p14:nvContentPartPr>
            <p14:xfrm>
              <a:off x="7569000" y="447284"/>
              <a:ext cx="58680" cy="867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777D499D-4C02-9ED4-D794-C5EB9502ED2B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7560000" y="438284"/>
                <a:ext cx="7632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5EDD9826-20D5-D406-2A07-E0E3651BD1F0}"/>
                  </a:ext>
                </a:extLst>
              </p14:cNvPr>
              <p14:cNvContentPartPr/>
              <p14:nvPr/>
            </p14:nvContentPartPr>
            <p14:xfrm>
              <a:off x="7677000" y="377084"/>
              <a:ext cx="57960" cy="16632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5EDD9826-20D5-D406-2A07-E0E3651BD1F0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7668360" y="368444"/>
                <a:ext cx="7560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061259B9-E984-167C-E49E-B22C5EF79395}"/>
                  </a:ext>
                </a:extLst>
              </p14:cNvPr>
              <p14:cNvContentPartPr/>
              <p14:nvPr/>
            </p14:nvContentPartPr>
            <p14:xfrm>
              <a:off x="7689240" y="447644"/>
              <a:ext cx="84600" cy="972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061259B9-E984-167C-E49E-B22C5EF79395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7680600" y="438644"/>
                <a:ext cx="10224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92EFF301-E75A-3E3C-1FA4-40D610C88782}"/>
                  </a:ext>
                </a:extLst>
              </p14:cNvPr>
              <p14:cNvContentPartPr/>
              <p14:nvPr/>
            </p14:nvContentPartPr>
            <p14:xfrm>
              <a:off x="7761960" y="426044"/>
              <a:ext cx="135360" cy="8604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92EFF301-E75A-3E3C-1FA4-40D610C88782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7752960" y="417044"/>
                <a:ext cx="15300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DE94C251-6788-E6D0-78BA-DCB159D4C24B}"/>
                  </a:ext>
                </a:extLst>
              </p14:cNvPr>
              <p14:cNvContentPartPr/>
              <p14:nvPr/>
            </p14:nvContentPartPr>
            <p14:xfrm>
              <a:off x="7912440" y="433964"/>
              <a:ext cx="109800" cy="8244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DE94C251-6788-E6D0-78BA-DCB159D4C24B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7903800" y="424964"/>
                <a:ext cx="12744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AB2F7559-10DA-7F96-FB43-36B9DC70CC87}"/>
                  </a:ext>
                </a:extLst>
              </p14:cNvPr>
              <p14:cNvContentPartPr/>
              <p14:nvPr/>
            </p14:nvContentPartPr>
            <p14:xfrm>
              <a:off x="8062560" y="424964"/>
              <a:ext cx="20520" cy="846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AB2F7559-10DA-7F96-FB43-36B9DC70CC87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8053920" y="416324"/>
                <a:ext cx="3816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130A6016-D80F-CB7F-C7FC-00AD30405847}"/>
                  </a:ext>
                </a:extLst>
              </p14:cNvPr>
              <p14:cNvContentPartPr/>
              <p14:nvPr/>
            </p14:nvContentPartPr>
            <p14:xfrm>
              <a:off x="8045280" y="365564"/>
              <a:ext cx="56160" cy="4104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130A6016-D80F-CB7F-C7FC-00AD30405847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8036280" y="356924"/>
                <a:ext cx="7380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B88DFDBF-1663-7B32-9BAB-46F5F1AC59BE}"/>
                  </a:ext>
                </a:extLst>
              </p14:cNvPr>
              <p14:cNvContentPartPr/>
              <p14:nvPr/>
            </p14:nvContentPartPr>
            <p14:xfrm>
              <a:off x="8240400" y="390764"/>
              <a:ext cx="162360" cy="7380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B88DFDBF-1663-7B32-9BAB-46F5F1AC59BE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8231760" y="381764"/>
                <a:ext cx="18000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6F6183F8-2D56-C374-1675-28E1EB0A1413}"/>
                  </a:ext>
                </a:extLst>
              </p14:cNvPr>
              <p14:cNvContentPartPr/>
              <p14:nvPr/>
            </p14:nvContentPartPr>
            <p14:xfrm>
              <a:off x="8477640" y="390764"/>
              <a:ext cx="194400" cy="30564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6F6183F8-2D56-C374-1675-28E1EB0A1413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8469000" y="382124"/>
                <a:ext cx="21204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3DD6B578-B2D8-6AD6-F14C-A51224EB7AA9}"/>
                  </a:ext>
                </a:extLst>
              </p14:cNvPr>
              <p14:cNvContentPartPr/>
              <p14:nvPr/>
            </p14:nvContentPartPr>
            <p14:xfrm>
              <a:off x="9004680" y="246764"/>
              <a:ext cx="263880" cy="17712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3DD6B578-B2D8-6AD6-F14C-A51224EB7AA9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8996040" y="237764"/>
                <a:ext cx="281520" cy="19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3" name="Group 152">
            <a:extLst>
              <a:ext uri="{FF2B5EF4-FFF2-40B4-BE49-F238E27FC236}">
                <a16:creationId xmlns:a16="http://schemas.microsoft.com/office/drawing/2014/main" id="{180C6725-A01A-2268-E6D9-92856837C0F6}"/>
              </a:ext>
            </a:extLst>
          </p:cNvPr>
          <p:cNvGrpSpPr/>
          <p:nvPr/>
        </p:nvGrpSpPr>
        <p:grpSpPr>
          <a:xfrm>
            <a:off x="8595720" y="2613404"/>
            <a:ext cx="677520" cy="205920"/>
            <a:chOff x="8595720" y="2613404"/>
            <a:chExt cx="677520" cy="20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7B4F1A6-B494-3228-BDA6-876D25CFFF65}"/>
                    </a:ext>
                  </a:extLst>
                </p14:cNvPr>
                <p14:cNvContentPartPr/>
                <p14:nvPr/>
              </p14:nvContentPartPr>
              <p14:xfrm>
                <a:off x="8628120" y="2682524"/>
                <a:ext cx="5040" cy="709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27B4F1A6-B494-3228-BDA6-876D25CFFF6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619120" y="2673524"/>
                  <a:ext cx="226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0F3289E-A686-02E1-C17E-A9E244AD5CBB}"/>
                    </a:ext>
                  </a:extLst>
                </p14:cNvPr>
                <p14:cNvContentPartPr/>
                <p14:nvPr/>
              </p14:nvContentPartPr>
              <p14:xfrm>
                <a:off x="8595720" y="2613404"/>
                <a:ext cx="167040" cy="2059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0F3289E-A686-02E1-C17E-A9E244AD5CB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586720" y="2604764"/>
                  <a:ext cx="1846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1E829EBA-FE84-73AB-0D4B-C9EA05DA038A}"/>
                    </a:ext>
                  </a:extLst>
                </p14:cNvPr>
                <p14:cNvContentPartPr/>
                <p14:nvPr/>
              </p14:nvContentPartPr>
              <p14:xfrm>
                <a:off x="8842320" y="2658404"/>
                <a:ext cx="200160" cy="1238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1E829EBA-FE84-73AB-0D4B-C9EA05DA038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833680" y="2649404"/>
                  <a:ext cx="2178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6C6C9EDD-E918-6471-E008-8B0ED4D9FAA9}"/>
                    </a:ext>
                  </a:extLst>
                </p14:cNvPr>
                <p14:cNvContentPartPr/>
                <p14:nvPr/>
              </p14:nvContentPartPr>
              <p14:xfrm>
                <a:off x="9091440" y="2675324"/>
                <a:ext cx="181800" cy="954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6C6C9EDD-E918-6471-E008-8B0ED4D9FAA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082440" y="2666324"/>
                  <a:ext cx="199440" cy="11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3D526BFE-B851-C77D-0FBC-34A4E2950713}"/>
              </a:ext>
            </a:extLst>
          </p:cNvPr>
          <p:cNvGrpSpPr/>
          <p:nvPr/>
        </p:nvGrpSpPr>
        <p:grpSpPr>
          <a:xfrm>
            <a:off x="1388520" y="3898244"/>
            <a:ext cx="3540600" cy="2044080"/>
            <a:chOff x="1388520" y="3898244"/>
            <a:chExt cx="3540600" cy="204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6C17E85-80F7-6539-F8CD-54DAEBF32E73}"/>
                    </a:ext>
                  </a:extLst>
                </p14:cNvPr>
                <p14:cNvContentPartPr/>
                <p14:nvPr/>
              </p14:nvContentPartPr>
              <p14:xfrm>
                <a:off x="1388520" y="3973844"/>
                <a:ext cx="124560" cy="18158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6C17E85-80F7-6539-F8CD-54DAEBF32E7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379880" y="3965204"/>
                  <a:ext cx="142200" cy="18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30D5EEA-C612-AB37-5FDC-E766D52F5520}"/>
                    </a:ext>
                  </a:extLst>
                </p14:cNvPr>
                <p14:cNvContentPartPr/>
                <p14:nvPr/>
              </p14:nvContentPartPr>
              <p14:xfrm>
                <a:off x="1440720" y="3898244"/>
                <a:ext cx="3488400" cy="20008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30D5EEA-C612-AB37-5FDC-E766D52F552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431720" y="3889244"/>
                  <a:ext cx="3506040" cy="20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691767F-CD0B-15DF-CC05-74A753972633}"/>
                    </a:ext>
                  </a:extLst>
                </p14:cNvPr>
                <p14:cNvContentPartPr/>
                <p14:nvPr/>
              </p14:nvContentPartPr>
              <p14:xfrm>
                <a:off x="1499760" y="5851244"/>
                <a:ext cx="3410280" cy="910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691767F-CD0B-15DF-CC05-74A75397263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490760" y="5842604"/>
                  <a:ext cx="3427920" cy="10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B1202C1D-4790-AFC1-6786-416DBC9297F1}"/>
              </a:ext>
            </a:extLst>
          </p:cNvPr>
          <p:cNvGrpSpPr/>
          <p:nvPr/>
        </p:nvGrpSpPr>
        <p:grpSpPr>
          <a:xfrm>
            <a:off x="1901880" y="4353644"/>
            <a:ext cx="1185480" cy="1078920"/>
            <a:chOff x="1901880" y="4353644"/>
            <a:chExt cx="1185480" cy="107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9C30F32-F05A-8B16-796D-A6DC150D3901}"/>
                    </a:ext>
                  </a:extLst>
                </p14:cNvPr>
                <p14:cNvContentPartPr/>
                <p14:nvPr/>
              </p14:nvContentPartPr>
              <p14:xfrm>
                <a:off x="2125440" y="4517804"/>
                <a:ext cx="33840" cy="187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39C30F32-F05A-8B16-796D-A6DC150D390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116800" y="4509164"/>
                  <a:ext cx="514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74C3EA5A-52EF-1582-F866-AFA97BDEC56E}"/>
                    </a:ext>
                  </a:extLst>
                </p14:cNvPr>
                <p14:cNvContentPartPr/>
                <p14:nvPr/>
              </p14:nvContentPartPr>
              <p14:xfrm>
                <a:off x="2011320" y="4685204"/>
                <a:ext cx="29160" cy="604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74C3EA5A-52EF-1582-F866-AFA97BDEC56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002320" y="4676204"/>
                  <a:ext cx="468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E9368B3-774F-481E-90E4-F843B5025143}"/>
                    </a:ext>
                  </a:extLst>
                </p14:cNvPr>
                <p14:cNvContentPartPr/>
                <p14:nvPr/>
              </p14:nvContentPartPr>
              <p14:xfrm>
                <a:off x="2031840" y="4946204"/>
                <a:ext cx="36000" cy="1317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E9368B3-774F-481E-90E4-F843B502514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023200" y="4937204"/>
                  <a:ext cx="536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59DC8063-0BDE-59B8-4681-49383647D378}"/>
                    </a:ext>
                  </a:extLst>
                </p14:cNvPr>
                <p14:cNvContentPartPr/>
                <p14:nvPr/>
              </p14:nvContentPartPr>
              <p14:xfrm>
                <a:off x="2113560" y="5138804"/>
                <a:ext cx="28080" cy="262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59DC8063-0BDE-59B8-4681-49383647D37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104920" y="5129804"/>
                  <a:ext cx="457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95678F4-DA6F-74D2-D861-CEF37DFCEC38}"/>
                    </a:ext>
                  </a:extLst>
                </p14:cNvPr>
                <p14:cNvContentPartPr/>
                <p14:nvPr/>
              </p14:nvContentPartPr>
              <p14:xfrm>
                <a:off x="2241000" y="5274164"/>
                <a:ext cx="72000" cy="39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95678F4-DA6F-74D2-D861-CEF37DFCEC3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232360" y="5265524"/>
                  <a:ext cx="896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CFBAA56-016F-B1F3-393E-ED29B8075436}"/>
                    </a:ext>
                  </a:extLst>
                </p14:cNvPr>
                <p14:cNvContentPartPr/>
                <p14:nvPr/>
              </p14:nvContentPartPr>
              <p14:xfrm>
                <a:off x="2458080" y="5268764"/>
                <a:ext cx="65160" cy="43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CFBAA56-016F-B1F3-393E-ED29B807543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449080" y="5260124"/>
                  <a:ext cx="828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17E1160-E5D7-44BC-1D49-E0A79B263E62}"/>
                    </a:ext>
                  </a:extLst>
                </p14:cNvPr>
                <p14:cNvContentPartPr/>
                <p14:nvPr/>
              </p14:nvContentPartPr>
              <p14:xfrm>
                <a:off x="2674800" y="5274884"/>
                <a:ext cx="44280" cy="68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217E1160-E5D7-44BC-1D49-E0A79B263E6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665800" y="5265884"/>
                  <a:ext cx="619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0B5E8C7-2B4C-12B3-BE6C-F283328C3146}"/>
                    </a:ext>
                  </a:extLst>
                </p14:cNvPr>
                <p14:cNvContentPartPr/>
                <p14:nvPr/>
              </p14:nvContentPartPr>
              <p14:xfrm>
                <a:off x="2801160" y="5241764"/>
                <a:ext cx="45000" cy="338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0B5E8C7-2B4C-12B3-BE6C-F283328C314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792160" y="5233124"/>
                  <a:ext cx="626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B19F48B-27EE-98D1-9DA4-26D52091DC9F}"/>
                    </a:ext>
                  </a:extLst>
                </p14:cNvPr>
                <p14:cNvContentPartPr/>
                <p14:nvPr/>
              </p14:nvContentPartPr>
              <p14:xfrm>
                <a:off x="2857680" y="4996604"/>
                <a:ext cx="29880" cy="928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B19F48B-27EE-98D1-9DA4-26D52091DC9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848680" y="4987964"/>
                  <a:ext cx="475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65C554FC-FB47-EA41-9D91-27FC0ACD3F83}"/>
                    </a:ext>
                  </a:extLst>
                </p14:cNvPr>
                <p14:cNvContentPartPr/>
                <p14:nvPr/>
              </p14:nvContentPartPr>
              <p14:xfrm>
                <a:off x="2641320" y="5060324"/>
                <a:ext cx="31680" cy="698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65C554FC-FB47-EA41-9D91-27FC0ACD3F8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632680" y="5051684"/>
                  <a:ext cx="493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343BD1F-D1FB-7FEB-F18B-710C11EA9DF2}"/>
                    </a:ext>
                  </a:extLst>
                </p14:cNvPr>
                <p14:cNvContentPartPr/>
                <p14:nvPr/>
              </p14:nvContentPartPr>
              <p14:xfrm>
                <a:off x="2570400" y="5106764"/>
                <a:ext cx="56160" cy="363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343BD1F-D1FB-7FEB-F18B-710C11EA9DF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561760" y="5098124"/>
                  <a:ext cx="738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6BB11456-1333-B5F0-F653-AC2622181E45}"/>
                    </a:ext>
                  </a:extLst>
                </p14:cNvPr>
                <p14:cNvContentPartPr/>
                <p14:nvPr/>
              </p14:nvContentPartPr>
              <p14:xfrm>
                <a:off x="2395800" y="4990124"/>
                <a:ext cx="50760" cy="716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6BB11456-1333-B5F0-F653-AC2622181E4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386800" y="4981484"/>
                  <a:ext cx="684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E136EF6D-0719-5264-8F59-674D77BA9665}"/>
                    </a:ext>
                  </a:extLst>
                </p14:cNvPr>
                <p14:cNvContentPartPr/>
                <p14:nvPr/>
              </p14:nvContentPartPr>
              <p14:xfrm>
                <a:off x="2341080" y="4736324"/>
                <a:ext cx="124200" cy="1717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E136EF6D-0719-5264-8F59-674D77BA9665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332440" y="4727684"/>
                  <a:ext cx="1418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EBAE58E-7BA8-686F-2369-A8B88B3D14F9}"/>
                    </a:ext>
                  </a:extLst>
                </p14:cNvPr>
                <p14:cNvContentPartPr/>
                <p14:nvPr/>
              </p14:nvContentPartPr>
              <p14:xfrm>
                <a:off x="2572200" y="4681604"/>
                <a:ext cx="95760" cy="540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EBAE58E-7BA8-686F-2369-A8B88B3D14F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563560" y="4672964"/>
                  <a:ext cx="1134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6A3EE8F-DE8E-0F2B-50B1-700FA6BCE11A}"/>
                    </a:ext>
                  </a:extLst>
                </p14:cNvPr>
                <p14:cNvContentPartPr/>
                <p14:nvPr/>
              </p14:nvContentPartPr>
              <p14:xfrm>
                <a:off x="2709360" y="4857644"/>
                <a:ext cx="26640" cy="727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6A3EE8F-DE8E-0F2B-50B1-700FA6BCE11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700360" y="4849004"/>
                  <a:ext cx="442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28239061-9895-F6B7-A720-E81DE42199F3}"/>
                    </a:ext>
                  </a:extLst>
                </p14:cNvPr>
                <p14:cNvContentPartPr/>
                <p14:nvPr/>
              </p14:nvContentPartPr>
              <p14:xfrm>
                <a:off x="2570400" y="4957364"/>
                <a:ext cx="27360" cy="327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28239061-9895-F6B7-A720-E81DE42199F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561760" y="4948364"/>
                  <a:ext cx="450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7E96F652-5809-A066-7C46-AF48366F92CB}"/>
                    </a:ext>
                  </a:extLst>
                </p14:cNvPr>
                <p14:cNvContentPartPr/>
                <p14:nvPr/>
              </p14:nvContentPartPr>
              <p14:xfrm>
                <a:off x="2361960" y="4744604"/>
                <a:ext cx="59400" cy="1299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7E96F652-5809-A066-7C46-AF48366F92C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352960" y="4735964"/>
                  <a:ext cx="770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9FD1E9BA-ACD7-9F2B-D6AB-8231AD4BC5B0}"/>
                    </a:ext>
                  </a:extLst>
                </p14:cNvPr>
                <p14:cNvContentPartPr/>
                <p14:nvPr/>
              </p14:nvContentPartPr>
              <p14:xfrm>
                <a:off x="2377440" y="4569284"/>
                <a:ext cx="45000" cy="745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9FD1E9BA-ACD7-9F2B-D6AB-8231AD4BC5B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368800" y="4560284"/>
                  <a:ext cx="626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BD66934-C89B-504F-9679-DFD99CFE5142}"/>
                    </a:ext>
                  </a:extLst>
                </p14:cNvPr>
                <p14:cNvContentPartPr/>
                <p14:nvPr/>
              </p14:nvContentPartPr>
              <p14:xfrm>
                <a:off x="2654640" y="4544804"/>
                <a:ext cx="90360" cy="79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BD66934-C89B-504F-9679-DFD99CFE514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645640" y="4536164"/>
                  <a:ext cx="1080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28DBA54-FEDD-414C-CAAB-E72C5F479AC7}"/>
                    </a:ext>
                  </a:extLst>
                </p14:cNvPr>
                <p14:cNvContentPartPr/>
                <p14:nvPr/>
              </p14:nvContentPartPr>
              <p14:xfrm>
                <a:off x="2824920" y="4584404"/>
                <a:ext cx="36000" cy="496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28DBA54-FEDD-414C-CAAB-E72C5F479AC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815920" y="4575764"/>
                  <a:ext cx="536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F4242C17-4F3C-5B98-355D-D7F603B305AA}"/>
                    </a:ext>
                  </a:extLst>
                </p14:cNvPr>
                <p14:cNvContentPartPr/>
                <p14:nvPr/>
              </p14:nvContentPartPr>
              <p14:xfrm>
                <a:off x="2847600" y="4803644"/>
                <a:ext cx="8640" cy="633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F4242C17-4F3C-5B98-355D-D7F603B305A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838600" y="4794644"/>
                  <a:ext cx="262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3DE170A0-0620-3493-366F-0AF2F2A91605}"/>
                    </a:ext>
                  </a:extLst>
                </p14:cNvPr>
                <p14:cNvContentPartPr/>
                <p14:nvPr/>
              </p14:nvContentPartPr>
              <p14:xfrm>
                <a:off x="2664000" y="4954484"/>
                <a:ext cx="70560" cy="39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3DE170A0-0620-3493-366F-0AF2F2A9160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655360" y="4945484"/>
                  <a:ext cx="882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44CC675E-4537-252B-42F5-05E070DED722}"/>
                    </a:ext>
                  </a:extLst>
                </p14:cNvPr>
                <p14:cNvContentPartPr/>
                <p14:nvPr/>
              </p14:nvContentPartPr>
              <p14:xfrm>
                <a:off x="2180880" y="4813004"/>
                <a:ext cx="45720" cy="1447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44CC675E-4537-252B-42F5-05E070DED722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2171880" y="4804004"/>
                  <a:ext cx="633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873E76A3-9C07-FE29-A725-6EC9573C9029}"/>
                    </a:ext>
                  </a:extLst>
                </p14:cNvPr>
                <p14:cNvContentPartPr/>
                <p14:nvPr/>
              </p14:nvContentPartPr>
              <p14:xfrm>
                <a:off x="1901880" y="4353644"/>
                <a:ext cx="1185480" cy="10789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873E76A3-9C07-FE29-A725-6EC9573C9029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893240" y="4344644"/>
                  <a:ext cx="1203120" cy="109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53F58F49-55D8-448C-BA38-2E49B763FD53}"/>
              </a:ext>
            </a:extLst>
          </p:cNvPr>
          <p:cNvGrpSpPr/>
          <p:nvPr/>
        </p:nvGrpSpPr>
        <p:grpSpPr>
          <a:xfrm>
            <a:off x="2415240" y="4401164"/>
            <a:ext cx="1769400" cy="1087560"/>
            <a:chOff x="2415240" y="4401164"/>
            <a:chExt cx="1769400" cy="108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2C1DA0EE-BAEE-885F-75AD-C91773360CC2}"/>
                    </a:ext>
                  </a:extLst>
                </p14:cNvPr>
                <p14:cNvContentPartPr/>
                <p14:nvPr/>
              </p14:nvContentPartPr>
              <p14:xfrm>
                <a:off x="2953800" y="4975004"/>
                <a:ext cx="13320" cy="133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2C1DA0EE-BAEE-885F-75AD-C91773360CC2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2944800" y="496600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5F41C97-E859-3EE0-1E5F-DE00DE7B3271}"/>
                    </a:ext>
                  </a:extLst>
                </p14:cNvPr>
                <p14:cNvContentPartPr/>
                <p14:nvPr/>
              </p14:nvContentPartPr>
              <p14:xfrm>
                <a:off x="2878200" y="4872044"/>
                <a:ext cx="39240" cy="540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5F41C97-E859-3EE0-1E5F-DE00DE7B3271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869560" y="4863044"/>
                  <a:ext cx="568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7B4D0C6-BC80-4C69-9522-1DFE986C7D2B}"/>
                    </a:ext>
                  </a:extLst>
                </p14:cNvPr>
                <p14:cNvContentPartPr/>
                <p14:nvPr/>
              </p14:nvContentPartPr>
              <p14:xfrm>
                <a:off x="2834280" y="4764764"/>
                <a:ext cx="17280" cy="561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7B4D0C6-BC80-4C69-9522-1DFE986C7D2B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2825640" y="4755764"/>
                  <a:ext cx="349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A2C150F3-0768-58D4-D4A9-3AF0D82BAD6D}"/>
                    </a:ext>
                  </a:extLst>
                </p14:cNvPr>
                <p14:cNvContentPartPr/>
                <p14:nvPr/>
              </p14:nvContentPartPr>
              <p14:xfrm>
                <a:off x="2891520" y="4636244"/>
                <a:ext cx="41760" cy="237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A2C150F3-0768-58D4-D4A9-3AF0D82BAD6D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2882520" y="4627604"/>
                  <a:ext cx="594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30909BAE-0152-8E62-3D07-979B57456C2E}"/>
                    </a:ext>
                  </a:extLst>
                </p14:cNvPr>
                <p14:cNvContentPartPr/>
                <p14:nvPr/>
              </p14:nvContentPartPr>
              <p14:xfrm>
                <a:off x="2965680" y="4727684"/>
                <a:ext cx="12240" cy="788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30909BAE-0152-8E62-3D07-979B57456C2E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2956680" y="4718684"/>
                  <a:ext cx="298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B8999145-C81A-447A-48CA-1C2A97629C5B}"/>
                    </a:ext>
                  </a:extLst>
                </p14:cNvPr>
                <p14:cNvContentPartPr/>
                <p14:nvPr/>
              </p14:nvContentPartPr>
              <p14:xfrm>
                <a:off x="2976840" y="5014964"/>
                <a:ext cx="18720" cy="320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B8999145-C81A-447A-48CA-1C2A97629C5B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2968200" y="5006324"/>
                  <a:ext cx="363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C4853BAF-1C2C-4AC5-CB17-F4797623C3F3}"/>
                    </a:ext>
                  </a:extLst>
                </p14:cNvPr>
                <p14:cNvContentPartPr/>
                <p14:nvPr/>
              </p14:nvContentPartPr>
              <p14:xfrm>
                <a:off x="2910960" y="5047364"/>
                <a:ext cx="26640" cy="327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C4853BAF-1C2C-4AC5-CB17-F4797623C3F3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2902320" y="5038724"/>
                  <a:ext cx="442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470F821-D2B5-B82D-5482-B1C2A04501DE}"/>
                    </a:ext>
                  </a:extLst>
                </p14:cNvPr>
                <p14:cNvContentPartPr/>
                <p14:nvPr/>
              </p14:nvContentPartPr>
              <p14:xfrm>
                <a:off x="2894040" y="4765844"/>
                <a:ext cx="6120" cy="1159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470F821-D2B5-B82D-5482-B1C2A04501DE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2885040" y="4757204"/>
                  <a:ext cx="237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AB3EF0A7-129B-AE47-18EC-1F282E470660}"/>
                    </a:ext>
                  </a:extLst>
                </p14:cNvPr>
                <p14:cNvContentPartPr/>
                <p14:nvPr/>
              </p14:nvContentPartPr>
              <p14:xfrm>
                <a:off x="2934360" y="4553804"/>
                <a:ext cx="68760" cy="835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AB3EF0A7-129B-AE47-18EC-1F282E470660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925360" y="4544804"/>
                  <a:ext cx="864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0F06591C-1CA0-A215-F23A-7D79C93C0197}"/>
                    </a:ext>
                  </a:extLst>
                </p14:cNvPr>
                <p14:cNvContentPartPr/>
                <p14:nvPr/>
              </p14:nvContentPartPr>
              <p14:xfrm>
                <a:off x="3108240" y="4488284"/>
                <a:ext cx="67680" cy="190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0F06591C-1CA0-A215-F23A-7D79C93C0197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3099600" y="4479644"/>
                  <a:ext cx="853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EFA81BAC-D9B1-93A7-52B9-0C3DBE06CE59}"/>
                    </a:ext>
                  </a:extLst>
                </p14:cNvPr>
                <p14:cNvContentPartPr/>
                <p14:nvPr/>
              </p14:nvContentPartPr>
              <p14:xfrm>
                <a:off x="3243960" y="4524284"/>
                <a:ext cx="52560" cy="291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EFA81BAC-D9B1-93A7-52B9-0C3DBE06CE59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3235320" y="4515644"/>
                  <a:ext cx="702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FD3882A3-FAFA-FC0C-74EE-AAAD23A716D3}"/>
                    </a:ext>
                  </a:extLst>
                </p14:cNvPr>
                <p14:cNvContentPartPr/>
                <p14:nvPr/>
              </p14:nvContentPartPr>
              <p14:xfrm>
                <a:off x="3434400" y="4643444"/>
                <a:ext cx="53280" cy="86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FD3882A3-FAFA-FC0C-74EE-AAAD23A716D3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3425400" y="4634444"/>
                  <a:ext cx="709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59DF4F44-7701-0859-F6D0-616E4AE55548}"/>
                    </a:ext>
                  </a:extLst>
                </p14:cNvPr>
                <p14:cNvContentPartPr/>
                <p14:nvPr/>
              </p14:nvContentPartPr>
              <p14:xfrm>
                <a:off x="3572640" y="4648484"/>
                <a:ext cx="13680" cy="216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59DF4F44-7701-0859-F6D0-616E4AE55548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563640" y="4639844"/>
                  <a:ext cx="313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5DBAD4AA-F593-A2F7-C2D4-7FF0AF619006}"/>
                    </a:ext>
                  </a:extLst>
                </p14:cNvPr>
                <p14:cNvContentPartPr/>
                <p14:nvPr/>
              </p14:nvContentPartPr>
              <p14:xfrm>
                <a:off x="3355920" y="4504484"/>
                <a:ext cx="70200" cy="262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5DBAD4AA-F593-A2F7-C2D4-7FF0AF619006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3346920" y="4495484"/>
                  <a:ext cx="878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CFF35B9-0C09-362A-4FF0-EED3ACC4EC92}"/>
                    </a:ext>
                  </a:extLst>
                </p14:cNvPr>
                <p14:cNvContentPartPr/>
                <p14:nvPr/>
              </p14:nvContentPartPr>
              <p14:xfrm>
                <a:off x="3318120" y="4445444"/>
                <a:ext cx="115920" cy="367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CFF35B9-0C09-362A-4FF0-EED3ACC4EC92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3309480" y="4436444"/>
                  <a:ext cx="1335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A8F8C039-92AC-65FD-CC3A-9B7EE8A078F0}"/>
                    </a:ext>
                  </a:extLst>
                </p14:cNvPr>
                <p14:cNvContentPartPr/>
                <p14:nvPr/>
              </p14:nvContentPartPr>
              <p14:xfrm>
                <a:off x="3548880" y="4436084"/>
                <a:ext cx="102240" cy="68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A8F8C039-92AC-65FD-CC3A-9B7EE8A078F0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3539880" y="4427084"/>
                  <a:ext cx="1198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6430F5DA-BC68-20E9-35DD-2D7EAB0B795A}"/>
                    </a:ext>
                  </a:extLst>
                </p14:cNvPr>
                <p14:cNvContentPartPr/>
                <p14:nvPr/>
              </p14:nvContentPartPr>
              <p14:xfrm>
                <a:off x="3763800" y="4582604"/>
                <a:ext cx="33840" cy="468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6430F5DA-BC68-20E9-35DD-2D7EAB0B795A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3754800" y="4573964"/>
                  <a:ext cx="514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F60A658-8182-8024-CC09-1B2931D34B2E}"/>
                    </a:ext>
                  </a:extLst>
                </p14:cNvPr>
                <p14:cNvContentPartPr/>
                <p14:nvPr/>
              </p14:nvContentPartPr>
              <p14:xfrm>
                <a:off x="3899880" y="4818764"/>
                <a:ext cx="66960" cy="1681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F60A658-8182-8024-CC09-1B2931D34B2E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3891240" y="4810124"/>
                  <a:ext cx="846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39F458C7-2135-EFFE-89FA-CAB19781507C}"/>
                    </a:ext>
                  </a:extLst>
                </p14:cNvPr>
                <p14:cNvContentPartPr/>
                <p14:nvPr/>
              </p14:nvContentPartPr>
              <p14:xfrm>
                <a:off x="4014360" y="5226644"/>
                <a:ext cx="34200" cy="885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39F458C7-2135-EFFE-89FA-CAB19781507C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005360" y="5217644"/>
                  <a:ext cx="518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8CC9A15B-0FD0-74F5-0DF6-696F0D3EF92C}"/>
                    </a:ext>
                  </a:extLst>
                </p14:cNvPr>
                <p14:cNvContentPartPr/>
                <p14:nvPr/>
              </p14:nvContentPartPr>
              <p14:xfrm>
                <a:off x="3508560" y="5363084"/>
                <a:ext cx="16200" cy="208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8CC9A15B-0FD0-74F5-0DF6-696F0D3EF92C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3499560" y="5354444"/>
                  <a:ext cx="338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A0D187EF-39CB-A66F-0522-71DC9D3E7041}"/>
                    </a:ext>
                  </a:extLst>
                </p14:cNvPr>
                <p14:cNvContentPartPr/>
                <p14:nvPr/>
              </p14:nvContentPartPr>
              <p14:xfrm>
                <a:off x="3276000" y="5247164"/>
                <a:ext cx="43560" cy="493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A0D187EF-39CB-A66F-0522-71DC9D3E7041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3267360" y="5238164"/>
                  <a:ext cx="612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32FA5256-D60C-8022-65BE-8E06625F9B28}"/>
                    </a:ext>
                  </a:extLst>
                </p14:cNvPr>
                <p14:cNvContentPartPr/>
                <p14:nvPr/>
              </p14:nvContentPartPr>
              <p14:xfrm>
                <a:off x="3236400" y="4886084"/>
                <a:ext cx="86400" cy="1652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32FA5256-D60C-8022-65BE-8E06625F9B28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3227760" y="4877084"/>
                  <a:ext cx="1040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F944042B-AEB1-9EDB-ABCC-ED5B85306FFC}"/>
                    </a:ext>
                  </a:extLst>
                </p14:cNvPr>
                <p14:cNvContentPartPr/>
                <p14:nvPr/>
              </p14:nvContentPartPr>
              <p14:xfrm>
                <a:off x="3423600" y="4861244"/>
                <a:ext cx="127440" cy="1332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F944042B-AEB1-9EDB-ABCC-ED5B85306FFC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3414960" y="4852604"/>
                  <a:ext cx="1450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5C3EF2E5-B07A-54D8-153D-B7740F496937}"/>
                    </a:ext>
                  </a:extLst>
                </p14:cNvPr>
                <p14:cNvContentPartPr/>
                <p14:nvPr/>
              </p14:nvContentPartPr>
              <p14:xfrm>
                <a:off x="3600720" y="5041964"/>
                <a:ext cx="37440" cy="1288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5C3EF2E5-B07A-54D8-153D-B7740F496937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3592080" y="5033324"/>
                  <a:ext cx="550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81F0A0E9-22D7-A695-5F13-585A376801B9}"/>
                    </a:ext>
                  </a:extLst>
                </p14:cNvPr>
                <p14:cNvContentPartPr/>
                <p14:nvPr/>
              </p14:nvContentPartPr>
              <p14:xfrm>
                <a:off x="3461400" y="5181644"/>
                <a:ext cx="115920" cy="291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81F0A0E9-22D7-A695-5F13-585A376801B9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3452400" y="5173004"/>
                  <a:ext cx="1335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303C25A0-7FA5-FADE-35D6-71D79002978A}"/>
                    </a:ext>
                  </a:extLst>
                </p14:cNvPr>
                <p14:cNvContentPartPr/>
                <p14:nvPr/>
              </p14:nvContentPartPr>
              <p14:xfrm>
                <a:off x="3243240" y="4956284"/>
                <a:ext cx="36720" cy="1011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303C25A0-7FA5-FADE-35D6-71D79002978A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3234600" y="4947284"/>
                  <a:ext cx="543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F3367905-2E03-A124-281E-E5F6A224941A}"/>
                    </a:ext>
                  </a:extLst>
                </p14:cNvPr>
                <p14:cNvContentPartPr/>
                <p14:nvPr/>
              </p14:nvContentPartPr>
              <p14:xfrm>
                <a:off x="3320640" y="4702844"/>
                <a:ext cx="47520" cy="280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F3367905-2E03-A124-281E-E5F6A224941A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3312000" y="4693844"/>
                  <a:ext cx="651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B2F46CC5-8FE4-02E7-3098-748713E2BCF5}"/>
                    </a:ext>
                  </a:extLst>
                </p14:cNvPr>
                <p14:cNvContentPartPr/>
                <p14:nvPr/>
              </p14:nvContentPartPr>
              <p14:xfrm>
                <a:off x="3506760" y="4748204"/>
                <a:ext cx="12960" cy="140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B2F46CC5-8FE4-02E7-3098-748713E2BCF5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3497760" y="4739204"/>
                  <a:ext cx="306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8B6F7C24-A103-74FC-E3A5-9C472282E13C}"/>
                    </a:ext>
                  </a:extLst>
                </p14:cNvPr>
                <p14:cNvContentPartPr/>
                <p14:nvPr/>
              </p14:nvContentPartPr>
              <p14:xfrm>
                <a:off x="3514320" y="4886444"/>
                <a:ext cx="43560" cy="900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8B6F7C24-A103-74FC-E3A5-9C472282E13C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3505320" y="4877804"/>
                  <a:ext cx="612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62D4C567-8177-6ABA-4849-F84265A00263}"/>
                    </a:ext>
                  </a:extLst>
                </p14:cNvPr>
                <p14:cNvContentPartPr/>
                <p14:nvPr/>
              </p14:nvContentPartPr>
              <p14:xfrm>
                <a:off x="2816640" y="4401164"/>
                <a:ext cx="1368000" cy="10875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62D4C567-8177-6ABA-4849-F84265A00263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2808000" y="4392164"/>
                  <a:ext cx="1385640" cy="11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A35050FE-EC0D-907D-AC41-5C3126C1BCF4}"/>
                    </a:ext>
                  </a:extLst>
                </p14:cNvPr>
                <p14:cNvContentPartPr/>
                <p14:nvPr/>
              </p14:nvContentPartPr>
              <p14:xfrm>
                <a:off x="2494440" y="4897244"/>
                <a:ext cx="50400" cy="633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A35050FE-EC0D-907D-AC41-5C3126C1BCF4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2485440" y="4888244"/>
                  <a:ext cx="680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661947B0-7519-EFCF-36C6-75E1A8937A7A}"/>
                    </a:ext>
                  </a:extLst>
                </p14:cNvPr>
                <p14:cNvContentPartPr/>
                <p14:nvPr/>
              </p14:nvContentPartPr>
              <p14:xfrm>
                <a:off x="2415240" y="4677644"/>
                <a:ext cx="116280" cy="1177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661947B0-7519-EFCF-36C6-75E1A8937A7A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2406240" y="4668644"/>
                  <a:ext cx="1339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507F9B97-0B24-091C-E68A-0CF350709ADA}"/>
                    </a:ext>
                  </a:extLst>
                </p14:cNvPr>
                <p14:cNvContentPartPr/>
                <p14:nvPr/>
              </p14:nvContentPartPr>
              <p14:xfrm>
                <a:off x="2553480" y="4732364"/>
                <a:ext cx="33840" cy="9072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507F9B97-0B24-091C-E68A-0CF350709ADA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2544480" y="4723364"/>
                  <a:ext cx="514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E02045A4-C274-AAF1-4575-72CBE154C33F}"/>
                    </a:ext>
                  </a:extLst>
                </p14:cNvPr>
                <p14:cNvContentPartPr/>
                <p14:nvPr/>
              </p14:nvContentPartPr>
              <p14:xfrm>
                <a:off x="3466080" y="4970684"/>
                <a:ext cx="88920" cy="734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E02045A4-C274-AAF1-4575-72CBE154C33F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3457080" y="4962044"/>
                  <a:ext cx="1065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87028C5D-7D39-B5B2-D8E0-11054BE4FF33}"/>
                    </a:ext>
                  </a:extLst>
                </p14:cNvPr>
                <p14:cNvContentPartPr/>
                <p14:nvPr/>
              </p14:nvContentPartPr>
              <p14:xfrm>
                <a:off x="3645360" y="4972124"/>
                <a:ext cx="78840" cy="1087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87028C5D-7D39-B5B2-D8E0-11054BE4FF33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3636720" y="4963124"/>
                  <a:ext cx="964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6DEEE7A7-E67D-44EA-7012-D128A6E7D7D1}"/>
                    </a:ext>
                  </a:extLst>
                </p14:cNvPr>
                <p14:cNvContentPartPr/>
                <p14:nvPr/>
              </p14:nvContentPartPr>
              <p14:xfrm>
                <a:off x="3724200" y="5069324"/>
                <a:ext cx="164160" cy="1332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6DEEE7A7-E67D-44EA-7012-D128A6E7D7D1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3715560" y="5060324"/>
                  <a:ext cx="181800" cy="15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A04FAFCA-11D6-3A96-76A8-7D9BA311E59E}"/>
              </a:ext>
            </a:extLst>
          </p:cNvPr>
          <p:cNvGrpSpPr/>
          <p:nvPr/>
        </p:nvGrpSpPr>
        <p:grpSpPr>
          <a:xfrm>
            <a:off x="1663560" y="3611684"/>
            <a:ext cx="1680840" cy="379440"/>
            <a:chOff x="1663560" y="3611684"/>
            <a:chExt cx="1680840" cy="37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28723999-0ED1-FD57-1ECA-89EA5BA344AF}"/>
                    </a:ext>
                  </a:extLst>
                </p14:cNvPr>
                <p14:cNvContentPartPr/>
                <p14:nvPr/>
              </p14:nvContentPartPr>
              <p14:xfrm>
                <a:off x="1663560" y="3679724"/>
                <a:ext cx="153360" cy="1828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28723999-0ED1-FD57-1ECA-89EA5BA344AF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654920" y="3670724"/>
                  <a:ext cx="1710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127C3742-BEDF-EB9E-F13E-DE7CDE4A65AC}"/>
                    </a:ext>
                  </a:extLst>
                </p14:cNvPr>
                <p14:cNvContentPartPr/>
                <p14:nvPr/>
              </p14:nvContentPartPr>
              <p14:xfrm>
                <a:off x="1875960" y="3611684"/>
                <a:ext cx="269280" cy="2059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127C3742-BEDF-EB9E-F13E-DE7CDE4A65AC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867320" y="3602684"/>
                  <a:ext cx="2869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AB78B745-55B7-0495-84C6-63802E73A9EE}"/>
                    </a:ext>
                  </a:extLst>
                </p14:cNvPr>
                <p14:cNvContentPartPr/>
                <p14:nvPr/>
              </p14:nvContentPartPr>
              <p14:xfrm>
                <a:off x="2145600" y="3693764"/>
                <a:ext cx="55800" cy="1094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AB78B745-55B7-0495-84C6-63802E73A9EE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2136960" y="3685124"/>
                  <a:ext cx="734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8A137365-3229-B402-ADA1-3F4589FF1537}"/>
                    </a:ext>
                  </a:extLst>
                </p14:cNvPr>
                <p14:cNvContentPartPr/>
                <p14:nvPr/>
              </p14:nvContentPartPr>
              <p14:xfrm>
                <a:off x="2244240" y="3636164"/>
                <a:ext cx="65160" cy="1681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8A137365-3229-B402-ADA1-3F4589FF1537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2235600" y="3627164"/>
                  <a:ext cx="828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044B7A0E-0E98-E159-1011-9938677362D4}"/>
                    </a:ext>
                  </a:extLst>
                </p14:cNvPr>
                <p14:cNvContentPartPr/>
                <p14:nvPr/>
              </p14:nvContentPartPr>
              <p14:xfrm>
                <a:off x="2259360" y="3713204"/>
                <a:ext cx="99000" cy="262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044B7A0E-0E98-E159-1011-9938677362D4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2250720" y="3704564"/>
                  <a:ext cx="1166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776DE3C1-D5B8-6106-B459-1D601E538FBC}"/>
                    </a:ext>
                  </a:extLst>
                </p14:cNvPr>
                <p14:cNvContentPartPr/>
                <p14:nvPr/>
              </p14:nvContentPartPr>
              <p14:xfrm>
                <a:off x="2369880" y="3686204"/>
                <a:ext cx="94680" cy="1306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776DE3C1-D5B8-6106-B459-1D601E538FBC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2361240" y="3677204"/>
                  <a:ext cx="1123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56A31C0F-5935-862E-F472-366458190C23}"/>
                    </a:ext>
                  </a:extLst>
                </p14:cNvPr>
                <p14:cNvContentPartPr/>
                <p14:nvPr/>
              </p14:nvContentPartPr>
              <p14:xfrm>
                <a:off x="2495520" y="3704204"/>
                <a:ext cx="111600" cy="799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56A31C0F-5935-862E-F472-366458190C23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2486880" y="3695564"/>
                  <a:ext cx="1292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E18F6490-0393-FAB7-A067-B043096C72D8}"/>
                    </a:ext>
                  </a:extLst>
                </p14:cNvPr>
                <p14:cNvContentPartPr/>
                <p14:nvPr/>
              </p14:nvContentPartPr>
              <p14:xfrm>
                <a:off x="2655720" y="3693764"/>
                <a:ext cx="45720" cy="828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E18F6490-0393-FAB7-A067-B043096C72D8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2647080" y="3685124"/>
                  <a:ext cx="633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B3BA5CE2-007F-31F9-704C-9952468B7BAD}"/>
                    </a:ext>
                  </a:extLst>
                </p14:cNvPr>
                <p14:cNvContentPartPr/>
                <p14:nvPr/>
              </p14:nvContentPartPr>
              <p14:xfrm>
                <a:off x="2644200" y="3613484"/>
                <a:ext cx="81360" cy="669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B3BA5CE2-007F-31F9-704C-9952468B7BAD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2635200" y="3604844"/>
                  <a:ext cx="990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FCF32999-017C-BAF8-637C-55CC823EBE22}"/>
                    </a:ext>
                  </a:extLst>
                </p14:cNvPr>
                <p14:cNvContentPartPr/>
                <p14:nvPr/>
              </p14:nvContentPartPr>
              <p14:xfrm>
                <a:off x="2728080" y="3675764"/>
                <a:ext cx="279360" cy="3153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FCF32999-017C-BAF8-637C-55CC823EBE22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2719440" y="3667124"/>
                  <a:ext cx="29700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890DD717-1E1B-DA47-840A-58DA1A08B835}"/>
                    </a:ext>
                  </a:extLst>
                </p14:cNvPr>
                <p14:cNvContentPartPr/>
                <p14:nvPr/>
              </p14:nvContentPartPr>
              <p14:xfrm>
                <a:off x="3146040" y="3641204"/>
                <a:ext cx="198360" cy="1515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890DD717-1E1B-DA47-840A-58DA1A08B835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3137040" y="3632204"/>
                  <a:ext cx="21600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509C22DA-D84B-7F21-E1C7-63CEA774641B}"/>
              </a:ext>
            </a:extLst>
          </p:cNvPr>
          <p:cNvGrpSpPr/>
          <p:nvPr/>
        </p:nvGrpSpPr>
        <p:grpSpPr>
          <a:xfrm>
            <a:off x="2085120" y="2741204"/>
            <a:ext cx="686880" cy="192960"/>
            <a:chOff x="2085120" y="2741204"/>
            <a:chExt cx="686880" cy="19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24A7472-E2FE-FE95-D827-25D5BAB2CF3C}"/>
                    </a:ext>
                  </a:extLst>
                </p14:cNvPr>
                <p14:cNvContentPartPr/>
                <p14:nvPr/>
              </p14:nvContentPartPr>
              <p14:xfrm>
                <a:off x="2166840" y="2791964"/>
                <a:ext cx="18000" cy="964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24A7472-E2FE-FE95-D827-25D5BAB2CF3C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2158200" y="2782964"/>
                  <a:ext cx="356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D3EA53D-8997-205B-38C9-6FB6F0591553}"/>
                    </a:ext>
                  </a:extLst>
                </p14:cNvPr>
                <p14:cNvContentPartPr/>
                <p14:nvPr/>
              </p14:nvContentPartPr>
              <p14:xfrm>
                <a:off x="2085120" y="2741204"/>
                <a:ext cx="215640" cy="1929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D3EA53D-8997-205B-38C9-6FB6F0591553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2076480" y="2732204"/>
                  <a:ext cx="2332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EC27A04-6E72-EC41-8E6E-1120F2A8E250}"/>
                    </a:ext>
                  </a:extLst>
                </p14:cNvPr>
                <p14:cNvContentPartPr/>
                <p14:nvPr/>
              </p14:nvContentPartPr>
              <p14:xfrm>
                <a:off x="2337840" y="2754884"/>
                <a:ext cx="254160" cy="1670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EC27A04-6E72-EC41-8E6E-1120F2A8E250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2329200" y="2745884"/>
                  <a:ext cx="2718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891D813E-A4F2-1CC2-2330-959C529A1BE1}"/>
                    </a:ext>
                  </a:extLst>
                </p14:cNvPr>
                <p14:cNvContentPartPr/>
                <p14:nvPr/>
              </p14:nvContentPartPr>
              <p14:xfrm>
                <a:off x="2447280" y="2813564"/>
                <a:ext cx="153000" cy="406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891D813E-A4F2-1CC2-2330-959C529A1BE1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2438640" y="2804924"/>
                  <a:ext cx="1706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07AD0EF0-7A5D-2433-5C9F-9A4A965FDBD8}"/>
                    </a:ext>
                  </a:extLst>
                </p14:cNvPr>
                <p14:cNvContentPartPr/>
                <p14:nvPr/>
              </p14:nvContentPartPr>
              <p14:xfrm>
                <a:off x="2657160" y="2804924"/>
                <a:ext cx="114840" cy="892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07AD0EF0-7A5D-2433-5C9F-9A4A965FDBD8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2648160" y="2795924"/>
                  <a:ext cx="1324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1C34166F-1844-615A-50B2-67B3A9A69AFC}"/>
                    </a:ext>
                  </a:extLst>
                </p14:cNvPr>
                <p14:cNvContentPartPr/>
                <p14:nvPr/>
              </p14:nvContentPartPr>
              <p14:xfrm>
                <a:off x="2122920" y="2843804"/>
                <a:ext cx="8640" cy="39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1C34166F-1844-615A-50B2-67B3A9A69AFC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2114280" y="2834804"/>
                  <a:ext cx="2628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4445616E-0EC1-F618-1D01-A4914DCB718B}"/>
              </a:ext>
            </a:extLst>
          </p:cNvPr>
          <p:cNvGrpSpPr/>
          <p:nvPr/>
        </p:nvGrpSpPr>
        <p:grpSpPr>
          <a:xfrm>
            <a:off x="2293560" y="6024044"/>
            <a:ext cx="654840" cy="307440"/>
            <a:chOff x="2293560" y="6024044"/>
            <a:chExt cx="65484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DDEC4099-B5EB-8BEE-4A9D-E2CBEC8D0CB5}"/>
                    </a:ext>
                  </a:extLst>
                </p14:cNvPr>
                <p14:cNvContentPartPr/>
                <p14:nvPr/>
              </p14:nvContentPartPr>
              <p14:xfrm>
                <a:off x="2293560" y="6024044"/>
                <a:ext cx="256320" cy="30744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DDEC4099-B5EB-8BEE-4A9D-E2CBEC8D0CB5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2284920" y="6015404"/>
                  <a:ext cx="27396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51EB0952-A53B-18BB-37EB-2E2FA06C45CA}"/>
                    </a:ext>
                  </a:extLst>
                </p14:cNvPr>
                <p14:cNvContentPartPr/>
                <p14:nvPr/>
              </p14:nvContentPartPr>
              <p14:xfrm>
                <a:off x="2515680" y="6107204"/>
                <a:ext cx="221400" cy="19080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51EB0952-A53B-18BB-37EB-2E2FA06C45CA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2507040" y="6098204"/>
                  <a:ext cx="2390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C4586F0C-6694-2D2D-8AFB-5836CE54CC9A}"/>
                    </a:ext>
                  </a:extLst>
                </p14:cNvPr>
                <p14:cNvContentPartPr/>
                <p14:nvPr/>
              </p14:nvContentPartPr>
              <p14:xfrm>
                <a:off x="2619720" y="6175964"/>
                <a:ext cx="121320" cy="3456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C4586F0C-6694-2D2D-8AFB-5836CE54CC9A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2610720" y="6167324"/>
                  <a:ext cx="1389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AE2C294B-6951-ED2E-3ADC-0ED797B47C50}"/>
                    </a:ext>
                  </a:extLst>
                </p14:cNvPr>
                <p14:cNvContentPartPr/>
                <p14:nvPr/>
              </p14:nvContentPartPr>
              <p14:xfrm>
                <a:off x="2784600" y="6147884"/>
                <a:ext cx="163800" cy="10116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AE2C294B-6951-ED2E-3ADC-0ED797B47C50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2775960" y="6138884"/>
                  <a:ext cx="181440" cy="11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5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C9EA6D0F-1D22-DFB0-1F38-20C2140A82D8}"/>
                  </a:ext>
                </a:extLst>
              </p14:cNvPr>
              <p14:cNvContentPartPr/>
              <p14:nvPr/>
            </p14:nvContentPartPr>
            <p14:xfrm>
              <a:off x="8339040" y="5895164"/>
              <a:ext cx="26280" cy="172440"/>
            </p14:xfrm>
          </p:contentPart>
        </mc:Choice>
        <mc:Fallback xmlns=""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C9EA6D0F-1D22-DFB0-1F38-20C2140A82D8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8330400" y="5886164"/>
                <a:ext cx="4392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7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6E12EEA0-25BA-0C0E-7DEF-53199363CFFC}"/>
                  </a:ext>
                </a:extLst>
              </p14:cNvPr>
              <p14:cNvContentPartPr/>
              <p14:nvPr/>
            </p14:nvContentPartPr>
            <p14:xfrm>
              <a:off x="11682000" y="5723084"/>
              <a:ext cx="270720" cy="132120"/>
            </p14:xfrm>
          </p:contentPart>
        </mc:Choice>
        <mc:Fallback xmlns=""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6E12EEA0-25BA-0C0E-7DEF-53199363CFFC}"/>
                  </a:ext>
                </a:extLst>
              </p:cNvPr>
              <p:cNvPicPr/>
              <p:nvPr/>
            </p:nvPicPr>
            <p:blipFill>
              <a:blip r:embed="rId328"/>
              <a:stretch>
                <a:fillRect/>
              </a:stretch>
            </p:blipFill>
            <p:spPr>
              <a:xfrm>
                <a:off x="11673000" y="5714084"/>
                <a:ext cx="28836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9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85E7F7EA-446B-EB2C-445A-03FD51B23294}"/>
                  </a:ext>
                </a:extLst>
              </p14:cNvPr>
              <p14:cNvContentPartPr/>
              <p14:nvPr/>
            </p14:nvContentPartPr>
            <p14:xfrm>
              <a:off x="10689840" y="3352124"/>
              <a:ext cx="445320" cy="261360"/>
            </p14:xfrm>
          </p:contentPart>
        </mc:Choice>
        <mc:Fallback xmlns=""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85E7F7EA-446B-EB2C-445A-03FD51B23294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10680840" y="3343484"/>
                <a:ext cx="462960" cy="27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6" name="Group 365">
            <a:extLst>
              <a:ext uri="{FF2B5EF4-FFF2-40B4-BE49-F238E27FC236}">
                <a16:creationId xmlns:a16="http://schemas.microsoft.com/office/drawing/2014/main" id="{EA7AE542-0E34-A6E6-258A-2282CE54ED2A}"/>
              </a:ext>
            </a:extLst>
          </p:cNvPr>
          <p:cNvGrpSpPr/>
          <p:nvPr/>
        </p:nvGrpSpPr>
        <p:grpSpPr>
          <a:xfrm>
            <a:off x="9734040" y="2773604"/>
            <a:ext cx="2399400" cy="3155040"/>
            <a:chOff x="9734040" y="2773604"/>
            <a:chExt cx="2399400" cy="315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824542A4-C858-5236-A36D-5FCBE532D7C4}"/>
                    </a:ext>
                  </a:extLst>
                </p14:cNvPr>
                <p14:cNvContentPartPr/>
                <p14:nvPr/>
              </p14:nvContentPartPr>
              <p14:xfrm>
                <a:off x="9739800" y="3777284"/>
                <a:ext cx="275400" cy="181980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824542A4-C858-5236-A36D-5FCBE532D7C4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9731160" y="3768644"/>
                  <a:ext cx="293040" cy="18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66873AE1-55A8-AAEB-6FF7-72EDAC353E54}"/>
                    </a:ext>
                  </a:extLst>
                </p14:cNvPr>
                <p14:cNvContentPartPr/>
                <p14:nvPr/>
              </p14:nvContentPartPr>
              <p14:xfrm>
                <a:off x="9789120" y="3644444"/>
                <a:ext cx="2001240" cy="152784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66873AE1-55A8-AAEB-6FF7-72EDAC353E54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9780120" y="3635444"/>
                  <a:ext cx="2018880" cy="154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55024A91-6724-298D-B88F-4C4179F7BD6D}"/>
                    </a:ext>
                  </a:extLst>
                </p14:cNvPr>
                <p14:cNvContentPartPr/>
                <p14:nvPr/>
              </p14:nvContentPartPr>
              <p14:xfrm>
                <a:off x="10049760" y="5080484"/>
                <a:ext cx="1771200" cy="44424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55024A91-6724-298D-B88F-4C4179F7BD6D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0040760" y="5071484"/>
                  <a:ext cx="178884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809CF7E5-093E-225E-E50C-8572B204AA4D}"/>
                    </a:ext>
                  </a:extLst>
                </p14:cNvPr>
                <p14:cNvContentPartPr/>
                <p14:nvPr/>
              </p14:nvContentPartPr>
              <p14:xfrm>
                <a:off x="10486440" y="4176884"/>
                <a:ext cx="533520" cy="56304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809CF7E5-093E-225E-E50C-8572B204AA4D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0477440" y="4167884"/>
                  <a:ext cx="551160" cy="58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7D15F272-589F-2D75-E3B7-5F0201B1D84B}"/>
                    </a:ext>
                  </a:extLst>
                </p14:cNvPr>
                <p14:cNvContentPartPr/>
                <p14:nvPr/>
              </p14:nvContentPartPr>
              <p14:xfrm>
                <a:off x="10731240" y="4463084"/>
                <a:ext cx="46080" cy="4788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7D15F272-589F-2D75-E3B7-5F0201B1D84B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0722600" y="4454444"/>
                  <a:ext cx="637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9D375D60-037D-3DA5-4C95-F36FAEDC6517}"/>
                    </a:ext>
                  </a:extLst>
                </p14:cNvPr>
                <p14:cNvContentPartPr/>
                <p14:nvPr/>
              </p14:nvContentPartPr>
              <p14:xfrm>
                <a:off x="10748880" y="4426724"/>
                <a:ext cx="7200" cy="1512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9D375D60-037D-3DA5-4C95-F36FAEDC6517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0739880" y="4417724"/>
                  <a:ext cx="248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0317BA7A-0C33-8EB6-B7A0-50431987AC07}"/>
                    </a:ext>
                  </a:extLst>
                </p14:cNvPr>
                <p14:cNvContentPartPr/>
                <p14:nvPr/>
              </p14:nvContentPartPr>
              <p14:xfrm>
                <a:off x="10758960" y="4331684"/>
                <a:ext cx="2160" cy="3276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0317BA7A-0C33-8EB6-B7A0-50431987AC07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0749960" y="4323044"/>
                  <a:ext cx="198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5E26A7D2-F455-A67E-D083-04A28E96DD50}"/>
                    </a:ext>
                  </a:extLst>
                </p14:cNvPr>
                <p14:cNvContentPartPr/>
                <p14:nvPr/>
              </p14:nvContentPartPr>
              <p14:xfrm>
                <a:off x="10817280" y="4279124"/>
                <a:ext cx="45000" cy="2160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5E26A7D2-F455-A67E-D083-04A28E96DD50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0808640" y="4270484"/>
                  <a:ext cx="626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9000DBD5-1DD3-50A1-8BB7-016C52B92635}"/>
                    </a:ext>
                  </a:extLst>
                </p14:cNvPr>
                <p14:cNvContentPartPr/>
                <p14:nvPr/>
              </p14:nvContentPartPr>
              <p14:xfrm>
                <a:off x="10911600" y="4330604"/>
                <a:ext cx="30600" cy="3924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9000DBD5-1DD3-50A1-8BB7-016C52B92635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0902960" y="4321604"/>
                  <a:ext cx="482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4243092A-B5DB-ED20-0A7A-C308BAA8B71B}"/>
                    </a:ext>
                  </a:extLst>
                </p14:cNvPr>
                <p14:cNvContentPartPr/>
                <p14:nvPr/>
              </p14:nvContentPartPr>
              <p14:xfrm>
                <a:off x="10838880" y="4563884"/>
                <a:ext cx="34200" cy="4032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4243092A-B5DB-ED20-0A7A-C308BAA8B71B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0829880" y="4554884"/>
                  <a:ext cx="518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D7426684-8AFA-752B-36F2-5252AB3EBDD1}"/>
                    </a:ext>
                  </a:extLst>
                </p14:cNvPr>
                <p14:cNvContentPartPr/>
                <p14:nvPr/>
              </p14:nvContentPartPr>
              <p14:xfrm>
                <a:off x="10689840" y="4657484"/>
                <a:ext cx="33120" cy="1692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D7426684-8AFA-752B-36F2-5252AB3EBDD1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0680840" y="4648484"/>
                  <a:ext cx="507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43831F26-CA8D-7D7B-6CCC-AF071D85E8C2}"/>
                    </a:ext>
                  </a:extLst>
                </p14:cNvPr>
                <p14:cNvContentPartPr/>
                <p14:nvPr/>
              </p14:nvContentPartPr>
              <p14:xfrm>
                <a:off x="10602360" y="4478564"/>
                <a:ext cx="8640" cy="11628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43831F26-CA8D-7D7B-6CCC-AF071D85E8C2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0593720" y="4469564"/>
                  <a:ext cx="262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1F59BAF3-3D4C-F287-156B-D87305F89C0E}"/>
                    </a:ext>
                  </a:extLst>
                </p14:cNvPr>
                <p14:cNvContentPartPr/>
                <p14:nvPr/>
              </p14:nvContentPartPr>
              <p14:xfrm>
                <a:off x="10641960" y="4274084"/>
                <a:ext cx="55800" cy="8352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1F59BAF3-3D4C-F287-156B-D87305F89C0E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0633320" y="4265084"/>
                  <a:ext cx="734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B983C356-A7CD-18F4-D08D-2651C8FF20D7}"/>
                    </a:ext>
                  </a:extLst>
                </p14:cNvPr>
                <p14:cNvContentPartPr/>
                <p14:nvPr/>
              </p14:nvContentPartPr>
              <p14:xfrm>
                <a:off x="10782000" y="4249964"/>
                <a:ext cx="34920" cy="187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B983C356-A7CD-18F4-D08D-2651C8FF20D7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0773360" y="4240964"/>
                  <a:ext cx="525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9624828B-1BB6-A07C-3C05-26BE7F885F2C}"/>
                    </a:ext>
                  </a:extLst>
                </p14:cNvPr>
                <p14:cNvContentPartPr/>
                <p14:nvPr/>
              </p14:nvContentPartPr>
              <p14:xfrm>
                <a:off x="10831680" y="4503044"/>
                <a:ext cx="11160" cy="5328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9624828B-1BB6-A07C-3C05-26BE7F885F2C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0823040" y="4494404"/>
                  <a:ext cx="288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4493EA50-598B-7675-8FA8-090A779439E6}"/>
                    </a:ext>
                  </a:extLst>
                </p14:cNvPr>
                <p14:cNvContentPartPr/>
                <p14:nvPr/>
              </p14:nvContentPartPr>
              <p14:xfrm>
                <a:off x="10734480" y="4600964"/>
                <a:ext cx="23760" cy="2880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4493EA50-598B-7675-8FA8-090A779439E6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0725480" y="4591964"/>
                  <a:ext cx="414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B746D8CF-41BF-F9C1-F788-814B1BE06B6E}"/>
                    </a:ext>
                  </a:extLst>
                </p14:cNvPr>
                <p14:cNvContentPartPr/>
                <p14:nvPr/>
              </p14:nvContentPartPr>
              <p14:xfrm>
                <a:off x="10717920" y="4558484"/>
                <a:ext cx="7920" cy="1620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B746D8CF-41BF-F9C1-F788-814B1BE06B6E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0709280" y="4549844"/>
                  <a:ext cx="255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838F5778-01B6-2321-72A5-7D5FB6E662BA}"/>
                    </a:ext>
                  </a:extLst>
                </p14:cNvPr>
                <p14:cNvContentPartPr/>
                <p14:nvPr/>
              </p14:nvContentPartPr>
              <p14:xfrm>
                <a:off x="10880280" y="4381004"/>
                <a:ext cx="351720" cy="8604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838F5778-01B6-2321-72A5-7D5FB6E662BA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0871280" y="4372004"/>
                  <a:ext cx="3693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4455CFB1-C730-795E-9FA5-E9479590D531}"/>
                    </a:ext>
                  </a:extLst>
                </p14:cNvPr>
                <p14:cNvContentPartPr/>
                <p14:nvPr/>
              </p14:nvContentPartPr>
              <p14:xfrm>
                <a:off x="11337480" y="4317644"/>
                <a:ext cx="103320" cy="1418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4455CFB1-C730-795E-9FA5-E9479590D531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1328840" y="4308644"/>
                  <a:ext cx="1209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AD5055CA-95F2-D352-32CD-528035F88410}"/>
                    </a:ext>
                  </a:extLst>
                </p14:cNvPr>
                <p14:cNvContentPartPr/>
                <p14:nvPr/>
              </p14:nvContentPartPr>
              <p14:xfrm>
                <a:off x="11496600" y="4435364"/>
                <a:ext cx="24840" cy="11448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AD5055CA-95F2-D352-32CD-528035F88410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1487600" y="4426724"/>
                  <a:ext cx="424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BB8527BF-5CCC-7F21-6D81-52CC007A9EF7}"/>
                    </a:ext>
                  </a:extLst>
                </p14:cNvPr>
                <p14:cNvContentPartPr/>
                <p14:nvPr/>
              </p14:nvContentPartPr>
              <p14:xfrm>
                <a:off x="10753920" y="5651444"/>
                <a:ext cx="449640" cy="27720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BB8527BF-5CCC-7F21-6D81-52CC007A9EF7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0744920" y="5642444"/>
                  <a:ext cx="46728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608B952E-7FEF-361B-9797-C7F1F2A2CE90}"/>
                    </a:ext>
                  </a:extLst>
                </p14:cNvPr>
                <p14:cNvContentPartPr/>
                <p14:nvPr/>
              </p14:nvContentPartPr>
              <p14:xfrm>
                <a:off x="11138400" y="5771324"/>
                <a:ext cx="132480" cy="5688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608B952E-7FEF-361B-9797-C7F1F2A2CE90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1129400" y="5762684"/>
                  <a:ext cx="1501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618A6439-6414-F292-FA58-4028AA238328}"/>
                    </a:ext>
                  </a:extLst>
                </p14:cNvPr>
                <p14:cNvContentPartPr/>
                <p14:nvPr/>
              </p14:nvContentPartPr>
              <p14:xfrm>
                <a:off x="11260800" y="5810204"/>
                <a:ext cx="153720" cy="9000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618A6439-6414-F292-FA58-4028AA238328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1252160" y="5801204"/>
                  <a:ext cx="1713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E81F7C2D-BEAE-A56E-5810-0814E155D648}"/>
                    </a:ext>
                  </a:extLst>
                </p14:cNvPr>
                <p14:cNvContentPartPr/>
                <p14:nvPr/>
              </p14:nvContentPartPr>
              <p14:xfrm>
                <a:off x="9809640" y="3363284"/>
                <a:ext cx="157320" cy="27252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E81F7C2D-BEAE-A56E-5810-0814E155D648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9801000" y="3354284"/>
                  <a:ext cx="1749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0913A6BA-C8D2-8A94-35BA-7E53147EE027}"/>
                    </a:ext>
                  </a:extLst>
                </p14:cNvPr>
                <p14:cNvContentPartPr/>
                <p14:nvPr/>
              </p14:nvContentPartPr>
              <p14:xfrm>
                <a:off x="10030680" y="3523124"/>
                <a:ext cx="35640" cy="8208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0913A6BA-C8D2-8A94-35BA-7E53147EE027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0022040" y="3514124"/>
                  <a:ext cx="532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3F202FE4-2BC6-B1B4-4E26-009DE7978E92}"/>
                    </a:ext>
                  </a:extLst>
                </p14:cNvPr>
                <p14:cNvContentPartPr/>
                <p14:nvPr/>
              </p14:nvContentPartPr>
              <p14:xfrm>
                <a:off x="10011240" y="3455444"/>
                <a:ext cx="65880" cy="3528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3F202FE4-2BC6-B1B4-4E26-009DE7978E92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0002240" y="3446444"/>
                  <a:ext cx="835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13BA19BA-0295-4E19-59EF-5DB54DA7877F}"/>
                    </a:ext>
                  </a:extLst>
                </p14:cNvPr>
                <p14:cNvContentPartPr/>
                <p14:nvPr/>
              </p14:nvContentPartPr>
              <p14:xfrm>
                <a:off x="10108080" y="3489284"/>
                <a:ext cx="227520" cy="7740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13BA19BA-0295-4E19-59EF-5DB54DA7877F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0099080" y="3480644"/>
                  <a:ext cx="2451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5659E759-1483-7195-300A-831EF0DA3F54}"/>
                    </a:ext>
                  </a:extLst>
                </p14:cNvPr>
                <p14:cNvContentPartPr/>
                <p14:nvPr/>
              </p14:nvContentPartPr>
              <p14:xfrm>
                <a:off x="10369440" y="3479204"/>
                <a:ext cx="68400" cy="9504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5659E759-1483-7195-300A-831EF0DA3F54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0360440" y="3470564"/>
                  <a:ext cx="860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0B6C7B82-E372-F882-8248-F397517339F7}"/>
                    </a:ext>
                  </a:extLst>
                </p14:cNvPr>
                <p14:cNvContentPartPr/>
                <p14:nvPr/>
              </p14:nvContentPartPr>
              <p14:xfrm>
                <a:off x="10367280" y="3405044"/>
                <a:ext cx="54360" cy="4392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0B6C7B82-E372-F882-8248-F397517339F7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0358640" y="3396404"/>
                  <a:ext cx="720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8BCD1E7E-47AA-BA7F-932F-A1B831BF02A1}"/>
                    </a:ext>
                  </a:extLst>
                </p14:cNvPr>
                <p14:cNvContentPartPr/>
                <p14:nvPr/>
              </p14:nvContentPartPr>
              <p14:xfrm>
                <a:off x="10517400" y="3383444"/>
                <a:ext cx="225360" cy="17532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8BCD1E7E-47AA-BA7F-932F-A1B831BF02A1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0508760" y="3374444"/>
                  <a:ext cx="2430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5D03618D-D8E3-D4BA-27D1-24DBF63762BE}"/>
                    </a:ext>
                  </a:extLst>
                </p14:cNvPr>
                <p14:cNvContentPartPr/>
                <p14:nvPr/>
              </p14:nvContentPartPr>
              <p14:xfrm>
                <a:off x="10758960" y="3401084"/>
                <a:ext cx="126000" cy="10296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5D03618D-D8E3-D4BA-27D1-24DBF63762BE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0749960" y="3392084"/>
                  <a:ext cx="1436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BB774AAE-94C6-960D-81EE-0B9D1EBB1816}"/>
                    </a:ext>
                  </a:extLst>
                </p14:cNvPr>
                <p14:cNvContentPartPr/>
                <p14:nvPr/>
              </p14:nvContentPartPr>
              <p14:xfrm>
                <a:off x="10912320" y="3388484"/>
                <a:ext cx="47160" cy="9504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BB774AAE-94C6-960D-81EE-0B9D1EBB1816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0903320" y="3379844"/>
                  <a:ext cx="648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955B3062-2EA4-6099-D377-36FA1AF31AA3}"/>
                    </a:ext>
                  </a:extLst>
                </p14:cNvPr>
                <p14:cNvContentPartPr/>
                <p14:nvPr/>
              </p14:nvContentPartPr>
              <p14:xfrm>
                <a:off x="10914120" y="3323324"/>
                <a:ext cx="14760" cy="972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955B3062-2EA4-6099-D377-36FA1AF31AA3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0905480" y="3314324"/>
                  <a:ext cx="324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AC2D896D-5100-E36F-F5CD-816D60EB6212}"/>
                    </a:ext>
                  </a:extLst>
                </p14:cNvPr>
                <p14:cNvContentPartPr/>
                <p14:nvPr/>
              </p14:nvContentPartPr>
              <p14:xfrm>
                <a:off x="11017800" y="3257444"/>
                <a:ext cx="83160" cy="22068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AC2D896D-5100-E36F-F5CD-816D60EB6212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1009160" y="3248444"/>
                  <a:ext cx="1008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99BE8B2E-0C59-B84A-53FD-DA8C00D7BFB9}"/>
                    </a:ext>
                  </a:extLst>
                </p14:cNvPr>
                <p14:cNvContentPartPr/>
                <p14:nvPr/>
              </p14:nvContentPartPr>
              <p14:xfrm>
                <a:off x="11067120" y="3349244"/>
                <a:ext cx="249840" cy="31500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99BE8B2E-0C59-B84A-53FD-DA8C00D7BFB9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1058120" y="3340244"/>
                  <a:ext cx="26748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C266C164-408F-46B0-9606-0F063132D48D}"/>
                    </a:ext>
                  </a:extLst>
                </p14:cNvPr>
                <p14:cNvContentPartPr/>
                <p14:nvPr/>
              </p14:nvContentPartPr>
              <p14:xfrm>
                <a:off x="11489040" y="3297404"/>
                <a:ext cx="644400" cy="17316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C266C164-408F-46B0-9606-0F063132D48D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1480400" y="3288404"/>
                  <a:ext cx="6620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22D7E90D-F7D4-7F12-7E3B-94037F22297F}"/>
                    </a:ext>
                  </a:extLst>
                </p14:cNvPr>
                <p14:cNvContentPartPr/>
                <p14:nvPr/>
              </p14:nvContentPartPr>
              <p14:xfrm>
                <a:off x="9734040" y="2976284"/>
                <a:ext cx="235080" cy="24480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22D7E90D-F7D4-7F12-7E3B-94037F22297F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9725400" y="2967644"/>
                  <a:ext cx="2527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F3DBA856-6E16-EAA2-372A-F4A1399A922B}"/>
                    </a:ext>
                  </a:extLst>
                </p14:cNvPr>
                <p14:cNvContentPartPr/>
                <p14:nvPr/>
              </p14:nvContentPartPr>
              <p14:xfrm>
                <a:off x="9912600" y="3045764"/>
                <a:ext cx="29160" cy="2232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F3DBA856-6E16-EAA2-372A-F4A1399A922B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9903600" y="3037124"/>
                  <a:ext cx="468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935AFAC2-DC88-F45B-D6EA-0E16C35D137F}"/>
                    </a:ext>
                  </a:extLst>
                </p14:cNvPr>
                <p14:cNvContentPartPr/>
                <p14:nvPr/>
              </p14:nvContentPartPr>
              <p14:xfrm>
                <a:off x="9961200" y="3047564"/>
                <a:ext cx="68400" cy="14976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935AFAC2-DC88-F45B-D6EA-0E16C35D137F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9952560" y="3038564"/>
                  <a:ext cx="860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E05D1F49-9EF5-DE64-6F3E-56AE847201EE}"/>
                    </a:ext>
                  </a:extLst>
                </p14:cNvPr>
                <p14:cNvContentPartPr/>
                <p14:nvPr/>
              </p14:nvContentPartPr>
              <p14:xfrm>
                <a:off x="10091160" y="2968004"/>
                <a:ext cx="72000" cy="21024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E05D1F49-9EF5-DE64-6F3E-56AE847201EE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0082160" y="2959364"/>
                  <a:ext cx="896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D1B5BCC6-7162-F907-9946-F1FFA28255E7}"/>
                    </a:ext>
                  </a:extLst>
                </p14:cNvPr>
                <p14:cNvContentPartPr/>
                <p14:nvPr/>
              </p14:nvContentPartPr>
              <p14:xfrm>
                <a:off x="10104120" y="3063044"/>
                <a:ext cx="92160" cy="3096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D1B5BCC6-7162-F907-9946-F1FFA28255E7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0095120" y="3054044"/>
                  <a:ext cx="1098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BC341107-FF10-FE8F-BACB-5DED710DD0BB}"/>
                    </a:ext>
                  </a:extLst>
                </p14:cNvPr>
                <p14:cNvContentPartPr/>
                <p14:nvPr/>
              </p14:nvContentPartPr>
              <p14:xfrm>
                <a:off x="10220400" y="3052244"/>
                <a:ext cx="135360" cy="10044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BC341107-FF10-FE8F-BACB-5DED710DD0BB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10211760" y="3043604"/>
                  <a:ext cx="1530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2A8039DD-2F40-BE0B-E3D3-A4A6FA31BEC7}"/>
                    </a:ext>
                  </a:extLst>
                </p14:cNvPr>
                <p14:cNvContentPartPr/>
                <p14:nvPr/>
              </p14:nvContentPartPr>
              <p14:xfrm>
                <a:off x="10370160" y="3032444"/>
                <a:ext cx="137160" cy="8676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2A8039DD-2F40-BE0B-E3D3-A4A6FA31BEC7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0361160" y="3023804"/>
                  <a:ext cx="1548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1232E796-01D6-3DA2-945C-1B9146F8C0DD}"/>
                    </a:ext>
                  </a:extLst>
                </p14:cNvPr>
                <p14:cNvContentPartPr/>
                <p14:nvPr/>
              </p14:nvContentPartPr>
              <p14:xfrm>
                <a:off x="10544040" y="3002924"/>
                <a:ext cx="91080" cy="10764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1232E796-01D6-3DA2-945C-1B9146F8C0DD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10535040" y="2993924"/>
                  <a:ext cx="1087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08396B95-D3F7-72E4-CF63-F2BB1C9D1813}"/>
                    </a:ext>
                  </a:extLst>
                </p14:cNvPr>
                <p14:cNvContentPartPr/>
                <p14:nvPr/>
              </p14:nvContentPartPr>
              <p14:xfrm>
                <a:off x="10653840" y="3011564"/>
                <a:ext cx="114120" cy="10584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08396B95-D3F7-72E4-CF63-F2BB1C9D1813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10645200" y="3002564"/>
                  <a:ext cx="1317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F1363952-0BE8-87A0-D8AB-C6AB785E57B7}"/>
                    </a:ext>
                  </a:extLst>
                </p14:cNvPr>
                <p14:cNvContentPartPr/>
                <p14:nvPr/>
              </p14:nvContentPartPr>
              <p14:xfrm>
                <a:off x="11096280" y="3031724"/>
                <a:ext cx="66960" cy="10044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F1363952-0BE8-87A0-D8AB-C6AB785E57B7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11087640" y="3022724"/>
                  <a:ext cx="846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2E97F54E-4467-7AD0-C381-8B602BD2499D}"/>
                    </a:ext>
                  </a:extLst>
                </p14:cNvPr>
                <p14:cNvContentPartPr/>
                <p14:nvPr/>
              </p14:nvContentPartPr>
              <p14:xfrm>
                <a:off x="11073240" y="2929844"/>
                <a:ext cx="75600" cy="6408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2E97F54E-4467-7AD0-C381-8B602BD2499D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11064240" y="2920844"/>
                  <a:ext cx="932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14A36976-7C7D-384B-D602-C99C18191800}"/>
                    </a:ext>
                  </a:extLst>
                </p14:cNvPr>
                <p14:cNvContentPartPr/>
                <p14:nvPr/>
              </p14:nvContentPartPr>
              <p14:xfrm>
                <a:off x="11179440" y="2941724"/>
                <a:ext cx="141840" cy="14436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14A36976-7C7D-384B-D602-C99C18191800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11170440" y="2932724"/>
                  <a:ext cx="1594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E8F626A6-5D16-2725-0ECE-145F7286C7A8}"/>
                    </a:ext>
                  </a:extLst>
                </p14:cNvPr>
                <p14:cNvContentPartPr/>
                <p14:nvPr/>
              </p14:nvContentPartPr>
              <p14:xfrm>
                <a:off x="11537280" y="2773604"/>
                <a:ext cx="341640" cy="32652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E8F626A6-5D16-2725-0ECE-145F7286C7A8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1528640" y="2764964"/>
                  <a:ext cx="35928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DD36E494-7680-9D0B-F5B6-E494288E2352}"/>
                    </a:ext>
                  </a:extLst>
                </p14:cNvPr>
                <p14:cNvContentPartPr/>
                <p14:nvPr/>
              </p14:nvContentPartPr>
              <p14:xfrm>
                <a:off x="11962080" y="2876564"/>
                <a:ext cx="118440" cy="18864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DD36E494-7680-9D0B-F5B6-E494288E2352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1953440" y="2867564"/>
                  <a:ext cx="1360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CF7B24AE-174C-EE1E-DAC3-F51DD50EC532}"/>
                    </a:ext>
                  </a:extLst>
                </p14:cNvPr>
                <p14:cNvContentPartPr/>
                <p14:nvPr/>
              </p14:nvContentPartPr>
              <p14:xfrm>
                <a:off x="10557360" y="3826964"/>
                <a:ext cx="491040" cy="28476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CF7B24AE-174C-EE1E-DAC3-F51DD50EC532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10548360" y="3817964"/>
                  <a:ext cx="508680" cy="30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5" name="Group 384">
            <a:extLst>
              <a:ext uri="{FF2B5EF4-FFF2-40B4-BE49-F238E27FC236}">
                <a16:creationId xmlns:a16="http://schemas.microsoft.com/office/drawing/2014/main" id="{8E0E3F08-D727-9293-C9B4-C51994CE3D9E}"/>
              </a:ext>
            </a:extLst>
          </p:cNvPr>
          <p:cNvGrpSpPr/>
          <p:nvPr/>
        </p:nvGrpSpPr>
        <p:grpSpPr>
          <a:xfrm>
            <a:off x="5501520" y="2972684"/>
            <a:ext cx="3408480" cy="3145320"/>
            <a:chOff x="5501520" y="2972684"/>
            <a:chExt cx="3408480" cy="314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F7FCD339-DDE6-8FA6-B76E-B707F2EC8BD4}"/>
                    </a:ext>
                  </a:extLst>
                </p14:cNvPr>
                <p14:cNvContentPartPr/>
                <p14:nvPr/>
              </p14:nvContentPartPr>
              <p14:xfrm>
                <a:off x="6345000" y="3956924"/>
                <a:ext cx="374400" cy="182592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F7FCD339-DDE6-8FA6-B76E-B707F2EC8BD4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6336000" y="3948284"/>
                  <a:ext cx="392040" cy="18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92B264C5-8E40-6982-70DE-DE802F481C81}"/>
                    </a:ext>
                  </a:extLst>
                </p14:cNvPr>
                <p14:cNvContentPartPr/>
                <p14:nvPr/>
              </p14:nvContentPartPr>
              <p14:xfrm>
                <a:off x="6388200" y="3703844"/>
                <a:ext cx="2481840" cy="18687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92B264C5-8E40-6982-70DE-DE802F481C81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6379560" y="3694844"/>
                  <a:ext cx="2499480" cy="18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D8693350-E747-14E0-6F15-F343DB16DC25}"/>
                    </a:ext>
                  </a:extLst>
                </p14:cNvPr>
                <p14:cNvContentPartPr/>
                <p14:nvPr/>
              </p14:nvContentPartPr>
              <p14:xfrm>
                <a:off x="6712560" y="5605364"/>
                <a:ext cx="2168640" cy="21888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D8693350-E747-14E0-6F15-F343DB16DC25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6703560" y="5596364"/>
                  <a:ext cx="21862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E217D508-F085-6B41-BF54-BE3489E980D5}"/>
                    </a:ext>
                  </a:extLst>
                </p14:cNvPr>
                <p14:cNvContentPartPr/>
                <p14:nvPr/>
              </p14:nvContentPartPr>
              <p14:xfrm>
                <a:off x="6774120" y="3976364"/>
                <a:ext cx="1857600" cy="14835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E217D508-F085-6B41-BF54-BE3489E980D5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6765120" y="3967724"/>
                  <a:ext cx="1875240" cy="150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0CFFD31B-CCC2-9940-C150-41D7ED5B59AE}"/>
                    </a:ext>
                  </a:extLst>
                </p14:cNvPr>
                <p14:cNvContentPartPr/>
                <p14:nvPr/>
              </p14:nvContentPartPr>
              <p14:xfrm>
                <a:off x="7236360" y="4450844"/>
                <a:ext cx="26640" cy="1080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0CFFD31B-CCC2-9940-C150-41D7ED5B59AE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7227720" y="4441844"/>
                  <a:ext cx="442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60EEBB9B-ADFC-AB0C-29FC-3075E196EC25}"/>
                    </a:ext>
                  </a:extLst>
                </p14:cNvPr>
                <p14:cNvContentPartPr/>
                <p14:nvPr/>
              </p14:nvContentPartPr>
              <p14:xfrm>
                <a:off x="7393680" y="4156724"/>
                <a:ext cx="92880" cy="8748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60EEBB9B-ADFC-AB0C-29FC-3075E196EC25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7384680" y="4148084"/>
                  <a:ext cx="1105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B4271AA7-9A3F-B3B6-9D4C-9197267CD405}"/>
                    </a:ext>
                  </a:extLst>
                </p14:cNvPr>
                <p14:cNvContentPartPr/>
                <p14:nvPr/>
              </p14:nvContentPartPr>
              <p14:xfrm>
                <a:off x="7800840" y="4065284"/>
                <a:ext cx="161280" cy="2124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B4271AA7-9A3F-B3B6-9D4C-9197267CD405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7791840" y="4056644"/>
                  <a:ext cx="1789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7C067615-E3B0-E858-A863-B88D7483813E}"/>
                    </a:ext>
                  </a:extLst>
                </p14:cNvPr>
                <p14:cNvContentPartPr/>
                <p14:nvPr/>
              </p14:nvContentPartPr>
              <p14:xfrm>
                <a:off x="8065800" y="4082564"/>
                <a:ext cx="115200" cy="6048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7C067615-E3B0-E858-A863-B88D7483813E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8057160" y="4073564"/>
                  <a:ext cx="1328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5848AC42-D9F1-B311-62BF-BD3E6250355A}"/>
                    </a:ext>
                  </a:extLst>
                </p14:cNvPr>
                <p14:cNvContentPartPr/>
                <p14:nvPr/>
              </p14:nvContentPartPr>
              <p14:xfrm>
                <a:off x="8344080" y="4480004"/>
                <a:ext cx="60840" cy="12744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5848AC42-D9F1-B311-62BF-BD3E6250355A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8335440" y="4471364"/>
                  <a:ext cx="784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E643C014-F004-299F-BE55-D39901A19F90}"/>
                    </a:ext>
                  </a:extLst>
                </p14:cNvPr>
                <p14:cNvContentPartPr/>
                <p14:nvPr/>
              </p14:nvContentPartPr>
              <p14:xfrm>
                <a:off x="8386200" y="4786004"/>
                <a:ext cx="18000" cy="1177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E643C014-F004-299F-BE55-D39901A19F90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8377560" y="4777004"/>
                  <a:ext cx="356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2FD5AA02-50D3-C91C-6DE7-7F40A7F3DB3E}"/>
                    </a:ext>
                  </a:extLst>
                </p14:cNvPr>
                <p14:cNvContentPartPr/>
                <p14:nvPr/>
              </p14:nvContentPartPr>
              <p14:xfrm>
                <a:off x="7984080" y="5166884"/>
                <a:ext cx="78120" cy="2160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2FD5AA02-50D3-C91C-6DE7-7F40A7F3DB3E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7975440" y="5158244"/>
                  <a:ext cx="957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8D81EAEF-8714-96AC-26FF-3E397469F16F}"/>
                    </a:ext>
                  </a:extLst>
                </p14:cNvPr>
                <p14:cNvContentPartPr/>
                <p14:nvPr/>
              </p14:nvContentPartPr>
              <p14:xfrm>
                <a:off x="7344360" y="5187764"/>
                <a:ext cx="86400" cy="298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8D81EAEF-8714-96AC-26FF-3E397469F16F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7335720" y="5178764"/>
                  <a:ext cx="1040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302F84FD-C8A2-29E5-390D-86088B8D546F}"/>
                    </a:ext>
                  </a:extLst>
                </p14:cNvPr>
                <p14:cNvContentPartPr/>
                <p14:nvPr/>
              </p14:nvContentPartPr>
              <p14:xfrm>
                <a:off x="7460640" y="4498004"/>
                <a:ext cx="133560" cy="19656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302F84FD-C8A2-29E5-390D-86088B8D546F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7452000" y="4489004"/>
                  <a:ext cx="1512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34931A41-A559-81B7-E285-A353C98EA2D5}"/>
                    </a:ext>
                  </a:extLst>
                </p14:cNvPr>
                <p14:cNvContentPartPr/>
                <p14:nvPr/>
              </p14:nvContentPartPr>
              <p14:xfrm>
                <a:off x="7818480" y="4501964"/>
                <a:ext cx="75240" cy="17820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34931A41-A559-81B7-E285-A353C98EA2D5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7809480" y="4492964"/>
                  <a:ext cx="928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A626C788-16C1-D579-2659-B4DB24A38DFE}"/>
                    </a:ext>
                  </a:extLst>
                </p14:cNvPr>
                <p14:cNvContentPartPr/>
                <p14:nvPr/>
              </p14:nvContentPartPr>
              <p14:xfrm>
                <a:off x="7813440" y="5042684"/>
                <a:ext cx="12960" cy="1512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A626C788-16C1-D579-2659-B4DB24A38DFE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7804440" y="5034044"/>
                  <a:ext cx="306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1A087FD8-DB7D-47E3-B54A-3BA2349CC220}"/>
                    </a:ext>
                  </a:extLst>
                </p14:cNvPr>
                <p14:cNvContentPartPr/>
                <p14:nvPr/>
              </p14:nvContentPartPr>
              <p14:xfrm>
                <a:off x="7429320" y="5090924"/>
                <a:ext cx="73800" cy="2880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1A087FD8-DB7D-47E3-B54A-3BA2349CC220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7420680" y="5082284"/>
                  <a:ext cx="914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10BFCE94-0062-4D50-570B-77E4FB3F4ED1}"/>
                    </a:ext>
                  </a:extLst>
                </p14:cNvPr>
                <p14:cNvContentPartPr/>
                <p14:nvPr/>
              </p14:nvContentPartPr>
              <p14:xfrm>
                <a:off x="7141680" y="4680884"/>
                <a:ext cx="12240" cy="14184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10BFCE94-0062-4D50-570B-77E4FB3F4ED1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7132680" y="4672244"/>
                  <a:ext cx="298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0C58B904-34B2-EBBA-4AE7-C4B7B97779DC}"/>
                    </a:ext>
                  </a:extLst>
                </p14:cNvPr>
                <p14:cNvContentPartPr/>
                <p14:nvPr/>
              </p14:nvContentPartPr>
              <p14:xfrm>
                <a:off x="7155360" y="4255004"/>
                <a:ext cx="114840" cy="13104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0C58B904-34B2-EBBA-4AE7-C4B7B97779DC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7146720" y="4246364"/>
                  <a:ext cx="1324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A9B69D19-4244-C56D-2628-CA8B53404939}"/>
                    </a:ext>
                  </a:extLst>
                </p14:cNvPr>
                <p14:cNvContentPartPr/>
                <p14:nvPr/>
              </p14:nvContentPartPr>
              <p14:xfrm>
                <a:off x="7767360" y="4132604"/>
                <a:ext cx="180000" cy="511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A9B69D19-4244-C56D-2628-CA8B53404939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7758720" y="4123964"/>
                  <a:ext cx="1976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50207411-C0CB-A686-3B1E-67DA592BF9B3}"/>
                    </a:ext>
                  </a:extLst>
                </p14:cNvPr>
                <p14:cNvContentPartPr/>
                <p14:nvPr/>
              </p14:nvContentPartPr>
              <p14:xfrm>
                <a:off x="7977240" y="4463084"/>
                <a:ext cx="91440" cy="37332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50207411-C0CB-A686-3B1E-67DA592BF9B3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7968600" y="4454084"/>
                  <a:ext cx="10908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F198B075-B299-EE71-F919-23BBAB795DEF}"/>
                    </a:ext>
                  </a:extLst>
                </p14:cNvPr>
                <p14:cNvContentPartPr/>
                <p14:nvPr/>
              </p14:nvContentPartPr>
              <p14:xfrm>
                <a:off x="7638480" y="4917404"/>
                <a:ext cx="244800" cy="306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F198B075-B299-EE71-F919-23BBAB795DEF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7629840" y="4908404"/>
                  <a:ext cx="2624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72CBD5A0-D127-4FC9-4E88-01B08A786749}"/>
                    </a:ext>
                  </a:extLst>
                </p14:cNvPr>
                <p14:cNvContentPartPr/>
                <p14:nvPr/>
              </p14:nvContentPartPr>
              <p14:xfrm>
                <a:off x="7511760" y="4815884"/>
                <a:ext cx="3600" cy="2052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72CBD5A0-D127-4FC9-4E88-01B08A786749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7502760" y="4807244"/>
                  <a:ext cx="212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3DF74FBC-4F69-81FC-988A-999ED8225532}"/>
                    </a:ext>
                  </a:extLst>
                </p14:cNvPr>
                <p14:cNvContentPartPr/>
                <p14:nvPr/>
              </p14:nvContentPartPr>
              <p14:xfrm>
                <a:off x="7746120" y="4703924"/>
                <a:ext cx="46800" cy="6048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3DF74FBC-4F69-81FC-988A-999ED8225532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7737120" y="4695284"/>
                  <a:ext cx="644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DD62552F-BBAA-ABC4-B554-902C936EFCDD}"/>
                    </a:ext>
                  </a:extLst>
                </p14:cNvPr>
                <p14:cNvContentPartPr/>
                <p14:nvPr/>
              </p14:nvContentPartPr>
              <p14:xfrm>
                <a:off x="7879680" y="4718684"/>
                <a:ext cx="116640" cy="12348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DD62552F-BBAA-ABC4-B554-902C936EFCDD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7870680" y="4710044"/>
                  <a:ext cx="1342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004E0307-059B-4EFE-3E2D-546E6FBE4A52}"/>
                    </a:ext>
                  </a:extLst>
                </p14:cNvPr>
                <p14:cNvContentPartPr/>
                <p14:nvPr/>
              </p14:nvContentPartPr>
              <p14:xfrm>
                <a:off x="8038080" y="4785284"/>
                <a:ext cx="10440" cy="1641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004E0307-059B-4EFE-3E2D-546E6FBE4A52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8029440" y="4776644"/>
                  <a:ext cx="280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2356D784-83F1-33A9-089C-D841B52989D5}"/>
                    </a:ext>
                  </a:extLst>
                </p14:cNvPr>
                <p14:cNvContentPartPr/>
                <p14:nvPr/>
              </p14:nvContentPartPr>
              <p14:xfrm>
                <a:off x="7487640" y="5810204"/>
                <a:ext cx="382320" cy="30780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2356D784-83F1-33A9-089C-D841B52989D5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7479000" y="5801564"/>
                  <a:ext cx="39996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D8E7B6E1-87BA-8D0F-41CA-399B79D56772}"/>
                    </a:ext>
                  </a:extLst>
                </p14:cNvPr>
                <p14:cNvContentPartPr/>
                <p14:nvPr/>
              </p14:nvContentPartPr>
              <p14:xfrm>
                <a:off x="7780680" y="5956364"/>
                <a:ext cx="147240" cy="6444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D8E7B6E1-87BA-8D0F-41CA-399B79D56772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7771680" y="5947364"/>
                  <a:ext cx="1648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3B28B3DA-A94F-6DEC-93E6-EC420216E4D2}"/>
                    </a:ext>
                  </a:extLst>
                </p14:cNvPr>
                <p14:cNvContentPartPr/>
                <p14:nvPr/>
              </p14:nvContentPartPr>
              <p14:xfrm>
                <a:off x="7897320" y="6028724"/>
                <a:ext cx="1440" cy="1224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3B28B3DA-A94F-6DEC-93E6-EC420216E4D2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7888680" y="6020084"/>
                  <a:ext cx="190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85445DDF-C758-C912-A555-2E5E3D2E545C}"/>
                    </a:ext>
                  </a:extLst>
                </p14:cNvPr>
                <p14:cNvContentPartPr/>
                <p14:nvPr/>
              </p14:nvContentPartPr>
              <p14:xfrm>
                <a:off x="7950600" y="5966444"/>
                <a:ext cx="173520" cy="885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85445DDF-C758-C912-A555-2E5E3D2E545C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7941600" y="5957444"/>
                  <a:ext cx="1911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81A56E84-D5D9-18E2-4054-7402D1C1ACC1}"/>
                    </a:ext>
                  </a:extLst>
                </p14:cNvPr>
                <p14:cNvContentPartPr/>
                <p14:nvPr/>
              </p14:nvContentPartPr>
              <p14:xfrm>
                <a:off x="6377400" y="3412244"/>
                <a:ext cx="241200" cy="34452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81A56E84-D5D9-18E2-4054-7402D1C1ACC1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6368760" y="3403244"/>
                  <a:ext cx="25884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8BF8B72A-05BA-EF1D-6E4A-A883410F4B71}"/>
                    </a:ext>
                  </a:extLst>
                </p14:cNvPr>
                <p14:cNvContentPartPr/>
                <p14:nvPr/>
              </p14:nvContentPartPr>
              <p14:xfrm>
                <a:off x="6641280" y="3607364"/>
                <a:ext cx="31320" cy="8496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8BF8B72A-05BA-EF1D-6E4A-A883410F4B71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6632640" y="3598724"/>
                  <a:ext cx="489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F9591779-DD08-A3A3-D508-AE8E10FAFA97}"/>
                    </a:ext>
                  </a:extLst>
                </p14:cNvPr>
                <p14:cNvContentPartPr/>
                <p14:nvPr/>
              </p14:nvContentPartPr>
              <p14:xfrm>
                <a:off x="6650640" y="3515564"/>
                <a:ext cx="51480" cy="5796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F9591779-DD08-A3A3-D508-AE8E10FAFA97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6642000" y="3506564"/>
                  <a:ext cx="691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FDD513AF-FD14-1BB6-9837-4696FC17162E}"/>
                    </a:ext>
                  </a:extLst>
                </p14:cNvPr>
                <p14:cNvContentPartPr/>
                <p14:nvPr/>
              </p14:nvContentPartPr>
              <p14:xfrm>
                <a:off x="6744960" y="3565244"/>
                <a:ext cx="230400" cy="10404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FDD513AF-FD14-1BB6-9837-4696FC17162E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6736320" y="3556604"/>
                  <a:ext cx="2480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FC7EEFA7-DA37-6B83-B002-17A5CB018D51}"/>
                    </a:ext>
                  </a:extLst>
                </p14:cNvPr>
                <p14:cNvContentPartPr/>
                <p14:nvPr/>
              </p14:nvContentPartPr>
              <p14:xfrm>
                <a:off x="7012080" y="3559484"/>
                <a:ext cx="43200" cy="9036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FC7EEFA7-DA37-6B83-B002-17A5CB018D51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7003440" y="3550484"/>
                  <a:ext cx="608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D859F9F6-7D94-3FE4-559A-CBCF3D0161E2}"/>
                    </a:ext>
                  </a:extLst>
                </p14:cNvPr>
                <p14:cNvContentPartPr/>
                <p14:nvPr/>
              </p14:nvContentPartPr>
              <p14:xfrm>
                <a:off x="7040880" y="3480644"/>
                <a:ext cx="39960" cy="4032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D859F9F6-7D94-3FE4-559A-CBCF3D0161E2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7032240" y="3471644"/>
                  <a:ext cx="576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010E7820-188F-AD9F-57F2-813456130B9B}"/>
                    </a:ext>
                  </a:extLst>
                </p14:cNvPr>
                <p14:cNvContentPartPr/>
                <p14:nvPr/>
              </p14:nvContentPartPr>
              <p14:xfrm>
                <a:off x="7132320" y="3437444"/>
                <a:ext cx="210960" cy="18252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010E7820-188F-AD9F-57F2-813456130B9B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7123320" y="3428804"/>
                  <a:ext cx="2286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567BA955-1AA0-63F4-278B-8209AAA621AA}"/>
                    </a:ext>
                  </a:extLst>
                </p14:cNvPr>
                <p14:cNvContentPartPr/>
                <p14:nvPr/>
              </p14:nvContentPartPr>
              <p14:xfrm>
                <a:off x="7351920" y="3449324"/>
                <a:ext cx="151920" cy="11808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567BA955-1AA0-63F4-278B-8209AAA621AA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7343280" y="3440324"/>
                  <a:ext cx="1695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19127AF2-1160-4D8A-9880-442DAD21D78C}"/>
                    </a:ext>
                  </a:extLst>
                </p14:cNvPr>
                <p14:cNvContentPartPr/>
                <p14:nvPr/>
              </p14:nvContentPartPr>
              <p14:xfrm>
                <a:off x="7522920" y="3448604"/>
                <a:ext cx="52560" cy="10188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19127AF2-1160-4D8A-9880-442DAD21D78C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7514280" y="3439964"/>
                  <a:ext cx="702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C40904F0-D097-0E5B-3FAC-CBA8F58DD2DF}"/>
                    </a:ext>
                  </a:extLst>
                </p14:cNvPr>
                <p14:cNvContentPartPr/>
                <p14:nvPr/>
              </p14:nvContentPartPr>
              <p14:xfrm>
                <a:off x="7526160" y="3407924"/>
                <a:ext cx="39960" cy="756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C40904F0-D097-0E5B-3FAC-CBA8F58DD2DF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7517160" y="3399284"/>
                  <a:ext cx="576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5D8053FA-C00B-6BFC-7E15-427346DA0829}"/>
                    </a:ext>
                  </a:extLst>
                </p14:cNvPr>
                <p14:cNvContentPartPr/>
                <p14:nvPr/>
              </p14:nvContentPartPr>
              <p14:xfrm>
                <a:off x="7630560" y="3307484"/>
                <a:ext cx="93240" cy="21384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5D8053FA-C00B-6BFC-7E15-427346DA0829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7621560" y="3298484"/>
                  <a:ext cx="1108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13F2A63B-2212-63C4-9594-CEB6385C4CEF}"/>
                    </a:ext>
                  </a:extLst>
                </p14:cNvPr>
                <p14:cNvContentPartPr/>
                <p14:nvPr/>
              </p14:nvContentPartPr>
              <p14:xfrm>
                <a:off x="7708320" y="3408644"/>
                <a:ext cx="236520" cy="33228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13F2A63B-2212-63C4-9594-CEB6385C4CEF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7699680" y="3400004"/>
                  <a:ext cx="25416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B49F6208-E9A4-2C82-E4E3-1B4A78FE6FC5}"/>
                    </a:ext>
                  </a:extLst>
                </p14:cNvPr>
                <p14:cNvContentPartPr/>
                <p14:nvPr/>
              </p14:nvContentPartPr>
              <p14:xfrm>
                <a:off x="8259480" y="3244484"/>
                <a:ext cx="45000" cy="24912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B49F6208-E9A4-2C82-E4E3-1B4A78FE6FC5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8250840" y="3235484"/>
                  <a:ext cx="626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4DE5FA56-817E-87BE-4670-3632571DD5DC}"/>
                    </a:ext>
                  </a:extLst>
                </p14:cNvPr>
                <p14:cNvContentPartPr/>
                <p14:nvPr/>
              </p14:nvContentPartPr>
              <p14:xfrm>
                <a:off x="8330400" y="3325484"/>
                <a:ext cx="242280" cy="14112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4DE5FA56-817E-87BE-4670-3632571DD5DC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8321400" y="3316844"/>
                  <a:ext cx="2599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D88B7243-1F27-DCA3-A82A-724C84AEA94C}"/>
                    </a:ext>
                  </a:extLst>
                </p14:cNvPr>
                <p14:cNvContentPartPr/>
                <p14:nvPr/>
              </p14:nvContentPartPr>
              <p14:xfrm>
                <a:off x="8552160" y="3306764"/>
                <a:ext cx="161280" cy="18072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D88B7243-1F27-DCA3-A82A-724C84AEA94C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8543520" y="3298124"/>
                  <a:ext cx="1789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A0509049-DECA-4B79-CF88-0814F6C3EF0B}"/>
                    </a:ext>
                  </a:extLst>
                </p14:cNvPr>
                <p14:cNvContentPartPr/>
                <p14:nvPr/>
              </p14:nvContentPartPr>
              <p14:xfrm>
                <a:off x="6354000" y="3047204"/>
                <a:ext cx="305640" cy="30780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A0509049-DECA-4B79-CF88-0814F6C3EF0B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6345360" y="3038204"/>
                  <a:ext cx="32328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986647DA-19CD-EB64-A831-45D1FF36241C}"/>
                    </a:ext>
                  </a:extLst>
                </p14:cNvPr>
                <p14:cNvContentPartPr/>
                <p14:nvPr/>
              </p14:nvContentPartPr>
              <p14:xfrm>
                <a:off x="6576840" y="3167804"/>
                <a:ext cx="50040" cy="3348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986647DA-19CD-EB64-A831-45D1FF36241C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6567840" y="3158804"/>
                  <a:ext cx="676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21372314-0A47-E3C3-7910-80A893E7DF4B}"/>
                    </a:ext>
                  </a:extLst>
                </p14:cNvPr>
                <p14:cNvContentPartPr/>
                <p14:nvPr/>
              </p14:nvContentPartPr>
              <p14:xfrm>
                <a:off x="6682680" y="3164204"/>
                <a:ext cx="76680" cy="11880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21372314-0A47-E3C3-7910-80A893E7DF4B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6674040" y="3155564"/>
                  <a:ext cx="943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BD6671F3-34C4-3211-8366-00969010572D}"/>
                    </a:ext>
                  </a:extLst>
                </p14:cNvPr>
                <p14:cNvContentPartPr/>
                <p14:nvPr/>
              </p14:nvContentPartPr>
              <p14:xfrm>
                <a:off x="6798960" y="3084284"/>
                <a:ext cx="61560" cy="14760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BD6671F3-34C4-3211-8366-00969010572D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6790320" y="3075284"/>
                  <a:ext cx="792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85944801-F44C-2819-9C0E-416437090B17}"/>
                    </a:ext>
                  </a:extLst>
                </p14:cNvPr>
                <p14:cNvContentPartPr/>
                <p14:nvPr/>
              </p14:nvContentPartPr>
              <p14:xfrm>
                <a:off x="6802920" y="3132524"/>
                <a:ext cx="108360" cy="4752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85944801-F44C-2819-9C0E-416437090B17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6793920" y="3123524"/>
                  <a:ext cx="1260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ED07A887-1E77-AD7C-52ED-D9CEAE0553C7}"/>
                    </a:ext>
                  </a:extLst>
                </p14:cNvPr>
                <p14:cNvContentPartPr/>
                <p14:nvPr/>
              </p14:nvContentPartPr>
              <p14:xfrm>
                <a:off x="6963120" y="3136484"/>
                <a:ext cx="121680" cy="8748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ED07A887-1E77-AD7C-52ED-D9CEAE0553C7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6954480" y="3127844"/>
                  <a:ext cx="1393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7E5967B2-6AE4-86D5-1D28-63F01498840D}"/>
                    </a:ext>
                  </a:extLst>
                </p14:cNvPr>
                <p14:cNvContentPartPr/>
                <p14:nvPr/>
              </p14:nvContentPartPr>
              <p14:xfrm>
                <a:off x="7101360" y="3142964"/>
                <a:ext cx="111240" cy="9288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7E5967B2-6AE4-86D5-1D28-63F01498840D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7092720" y="3134324"/>
                  <a:ext cx="1288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0F3DF46B-3431-6080-A5EB-F14A0BD61DBA}"/>
                    </a:ext>
                  </a:extLst>
                </p14:cNvPr>
                <p14:cNvContentPartPr/>
                <p14:nvPr/>
              </p14:nvContentPartPr>
              <p14:xfrm>
                <a:off x="7270560" y="3102284"/>
                <a:ext cx="266040" cy="11232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0F3DF46B-3431-6080-A5EB-F14A0BD61DBA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7261560" y="3093284"/>
                  <a:ext cx="2836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18048E5D-458B-6CF9-7221-846F083E5FC5}"/>
                    </a:ext>
                  </a:extLst>
                </p14:cNvPr>
                <p14:cNvContentPartPr/>
                <p14:nvPr/>
              </p14:nvContentPartPr>
              <p14:xfrm>
                <a:off x="7780680" y="3076364"/>
                <a:ext cx="54360" cy="6588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18048E5D-458B-6CF9-7221-846F083E5FC5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7771680" y="3067724"/>
                  <a:ext cx="720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4014B49B-E706-B6D2-4DB0-9CC93B7D3BAA}"/>
                    </a:ext>
                  </a:extLst>
                </p14:cNvPr>
                <p14:cNvContentPartPr/>
                <p14:nvPr/>
              </p14:nvContentPartPr>
              <p14:xfrm>
                <a:off x="7756200" y="2972684"/>
                <a:ext cx="74520" cy="6516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4014B49B-E706-B6D2-4DB0-9CC93B7D3BAA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7747200" y="2964044"/>
                  <a:ext cx="921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04E36CC3-3A30-FF97-7024-79F19EC3C564}"/>
                    </a:ext>
                  </a:extLst>
                </p14:cNvPr>
                <p14:cNvContentPartPr/>
                <p14:nvPr/>
              </p14:nvContentPartPr>
              <p14:xfrm>
                <a:off x="7903080" y="3007964"/>
                <a:ext cx="78840" cy="14184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04E36CC3-3A30-FF97-7024-79F19EC3C564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7894440" y="2999324"/>
                  <a:ext cx="964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3687B89B-D481-EF79-8B43-32835A28FDFA}"/>
                    </a:ext>
                  </a:extLst>
                </p14:cNvPr>
                <p14:cNvContentPartPr/>
                <p14:nvPr/>
              </p14:nvContentPartPr>
              <p14:xfrm>
                <a:off x="8204040" y="2992124"/>
                <a:ext cx="284400" cy="14760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3687B89B-D481-EF79-8B43-32835A28FDFA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8195040" y="2983484"/>
                  <a:ext cx="3020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5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6859635A-A077-C2E2-4C76-0D99F6337B67}"/>
                    </a:ext>
                  </a:extLst>
                </p14:cNvPr>
                <p14:cNvContentPartPr/>
                <p14:nvPr/>
              </p14:nvContentPartPr>
              <p14:xfrm>
                <a:off x="8505000" y="2993924"/>
                <a:ext cx="405000" cy="11016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6859635A-A077-C2E2-4C76-0D99F6337B67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8496360" y="2985284"/>
                  <a:ext cx="4226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77F3ABBA-48FB-41E3-C92C-E6D7246CE7FB}"/>
                    </a:ext>
                  </a:extLst>
                </p14:cNvPr>
                <p14:cNvContentPartPr/>
                <p14:nvPr/>
              </p14:nvContentPartPr>
              <p14:xfrm>
                <a:off x="7686720" y="4674404"/>
                <a:ext cx="106200" cy="9072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77F3ABBA-48FB-41E3-C92C-E6D7246CE7FB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7677720" y="4665764"/>
                  <a:ext cx="1238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A1ED7AD5-7B71-DEFA-BA50-1F1487B9C6F1}"/>
                    </a:ext>
                  </a:extLst>
                </p14:cNvPr>
                <p14:cNvContentPartPr/>
                <p14:nvPr/>
              </p14:nvContentPartPr>
              <p14:xfrm>
                <a:off x="6965640" y="4161404"/>
                <a:ext cx="787680" cy="57420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A1ED7AD5-7B71-DEFA-BA50-1F1487B9C6F1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6957000" y="4152764"/>
                  <a:ext cx="805320" cy="59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1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B6C52734-66F8-F9EB-B1A8-DD86E15199F1}"/>
                    </a:ext>
                  </a:extLst>
                </p14:cNvPr>
                <p14:cNvContentPartPr/>
                <p14:nvPr/>
              </p14:nvContentPartPr>
              <p14:xfrm>
                <a:off x="7685280" y="4142684"/>
                <a:ext cx="154800" cy="55476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B6C52734-66F8-F9EB-B1A8-DD86E15199F1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7676280" y="4133684"/>
                  <a:ext cx="172440" cy="57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3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9B90847E-D11B-0C6E-D67A-4C91EAAC9FF1}"/>
                    </a:ext>
                  </a:extLst>
                </p14:cNvPr>
                <p14:cNvContentPartPr/>
                <p14:nvPr/>
              </p14:nvContentPartPr>
              <p14:xfrm>
                <a:off x="7693920" y="4753604"/>
                <a:ext cx="5400" cy="2376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9B90847E-D11B-0C6E-D67A-4C91EAAC9FF1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7684920" y="4744604"/>
                  <a:ext cx="230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5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EA174825-4805-6581-2DC1-17D531C9515F}"/>
                    </a:ext>
                  </a:extLst>
                </p14:cNvPr>
                <p14:cNvContentPartPr/>
                <p14:nvPr/>
              </p14:nvContentPartPr>
              <p14:xfrm>
                <a:off x="7139160" y="4645244"/>
                <a:ext cx="713880" cy="17064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EA174825-4805-6581-2DC1-17D531C9515F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7130160" y="4636244"/>
                  <a:ext cx="7315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7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E8CCA0C4-FF3B-F088-6257-1058EE210368}"/>
                    </a:ext>
                  </a:extLst>
                </p14:cNvPr>
                <p14:cNvContentPartPr/>
                <p14:nvPr/>
              </p14:nvContentPartPr>
              <p14:xfrm>
                <a:off x="6100560" y="4485044"/>
                <a:ext cx="1189440" cy="71496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E8CCA0C4-FF3B-F088-6257-1058EE210368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6091920" y="4476044"/>
                  <a:ext cx="1207080" cy="73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9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150E4601-029B-99EF-1040-BF7EB9311F03}"/>
                    </a:ext>
                  </a:extLst>
                </p14:cNvPr>
                <p14:cNvContentPartPr/>
                <p14:nvPr/>
              </p14:nvContentPartPr>
              <p14:xfrm>
                <a:off x="6083280" y="5089124"/>
                <a:ext cx="165240" cy="13824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150E4601-029B-99EF-1040-BF7EB9311F03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6074280" y="5080484"/>
                  <a:ext cx="1828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1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F14C4AD0-2940-D49A-373E-EF7EA57854D7}"/>
                    </a:ext>
                  </a:extLst>
                </p14:cNvPr>
                <p14:cNvContentPartPr/>
                <p14:nvPr/>
              </p14:nvContentPartPr>
              <p14:xfrm>
                <a:off x="5534280" y="5556404"/>
                <a:ext cx="77760" cy="16416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F14C4AD0-2940-D49A-373E-EF7EA57854D7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5525640" y="5547404"/>
                  <a:ext cx="954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3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660866F7-8CBA-75B9-ACCC-C53E3299EBDE}"/>
                    </a:ext>
                  </a:extLst>
                </p14:cNvPr>
                <p14:cNvContentPartPr/>
                <p14:nvPr/>
              </p14:nvContentPartPr>
              <p14:xfrm>
                <a:off x="5501520" y="5522564"/>
                <a:ext cx="207000" cy="24660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660866F7-8CBA-75B9-ACCC-C53E3299EBDE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5492880" y="5513564"/>
                  <a:ext cx="2246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5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D1ED2905-FB3E-D915-6EF0-79D6C8F9DB7C}"/>
                    </a:ext>
                  </a:extLst>
                </p14:cNvPr>
                <p14:cNvContentPartPr/>
                <p14:nvPr/>
              </p14:nvContentPartPr>
              <p14:xfrm>
                <a:off x="5707800" y="5436884"/>
                <a:ext cx="219600" cy="20664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D1ED2905-FB3E-D915-6EF0-79D6C8F9DB7C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5698800" y="5427884"/>
                  <a:ext cx="2372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7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66892742-BBA8-7D9C-A016-329A48AB8F5C}"/>
                    </a:ext>
                  </a:extLst>
                </p14:cNvPr>
                <p14:cNvContentPartPr/>
                <p14:nvPr/>
              </p14:nvContentPartPr>
              <p14:xfrm>
                <a:off x="5999760" y="5384324"/>
                <a:ext cx="201600" cy="22428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66892742-BBA8-7D9C-A016-329A48AB8F5C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5991120" y="5375324"/>
                  <a:ext cx="2192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9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8F07DCE9-8DE0-DA85-B277-BB6E89E6DEF2}"/>
                    </a:ext>
                  </a:extLst>
                </p14:cNvPr>
                <p14:cNvContentPartPr/>
                <p14:nvPr/>
              </p14:nvContentPartPr>
              <p14:xfrm>
                <a:off x="6072120" y="5390804"/>
                <a:ext cx="182880" cy="10512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8F07DCE9-8DE0-DA85-B277-BB6E89E6DEF2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6063480" y="5382164"/>
                  <a:ext cx="20052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6" name="Group 395">
            <a:extLst>
              <a:ext uri="{FF2B5EF4-FFF2-40B4-BE49-F238E27FC236}">
                <a16:creationId xmlns:a16="http://schemas.microsoft.com/office/drawing/2014/main" id="{D8B5FD3A-6238-562F-9531-6E92B5B490CA}"/>
              </a:ext>
            </a:extLst>
          </p:cNvPr>
          <p:cNvGrpSpPr/>
          <p:nvPr/>
        </p:nvGrpSpPr>
        <p:grpSpPr>
          <a:xfrm>
            <a:off x="7078320" y="1079084"/>
            <a:ext cx="3471480" cy="1017720"/>
            <a:chOff x="7078320" y="1079084"/>
            <a:chExt cx="3471480" cy="101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A550990-9ED8-2E0B-5424-3714D9B7E56C}"/>
                    </a:ext>
                  </a:extLst>
                </p14:cNvPr>
                <p14:cNvContentPartPr/>
                <p14:nvPr/>
              </p14:nvContentPartPr>
              <p14:xfrm>
                <a:off x="7078320" y="1172684"/>
                <a:ext cx="1153800" cy="9241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A550990-9ED8-2E0B-5424-3714D9B7E56C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7069680" y="1163684"/>
                  <a:ext cx="1171440" cy="9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ACBF3E1-5389-BE06-A761-674E3B78EBDC}"/>
                    </a:ext>
                  </a:extLst>
                </p14:cNvPr>
                <p14:cNvContentPartPr/>
                <p14:nvPr/>
              </p14:nvContentPartPr>
              <p14:xfrm>
                <a:off x="7595280" y="1662644"/>
                <a:ext cx="63720" cy="547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ACBF3E1-5389-BE06-A761-674E3B78EBDC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7586280" y="1653644"/>
                  <a:ext cx="813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994B16C-9498-404E-73E1-911E16FCD32B}"/>
                    </a:ext>
                  </a:extLst>
                </p14:cNvPr>
                <p14:cNvContentPartPr/>
                <p14:nvPr/>
              </p14:nvContentPartPr>
              <p14:xfrm>
                <a:off x="7554240" y="1456724"/>
                <a:ext cx="113400" cy="1123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994B16C-9498-404E-73E1-911E16FCD32B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7545600" y="1447724"/>
                  <a:ext cx="1310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CD26CCF-DF0B-4A4C-8AAC-F5BB0E38EF4E}"/>
                    </a:ext>
                  </a:extLst>
                </p14:cNvPr>
                <p14:cNvContentPartPr/>
                <p14:nvPr/>
              </p14:nvContentPartPr>
              <p14:xfrm>
                <a:off x="7722720" y="1492364"/>
                <a:ext cx="21240" cy="882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CD26CCF-DF0B-4A4C-8AAC-F5BB0E38EF4E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7714080" y="1483724"/>
                  <a:ext cx="388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9A4735C-2EEF-7527-DFB0-02005D5AAA6E}"/>
                    </a:ext>
                  </a:extLst>
                </p14:cNvPr>
                <p14:cNvContentPartPr/>
                <p14:nvPr/>
              </p14:nvContentPartPr>
              <p14:xfrm>
                <a:off x="7531200" y="1836524"/>
                <a:ext cx="11160" cy="126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9A4735C-2EEF-7527-DFB0-02005D5AAA6E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7522200" y="1827524"/>
                  <a:ext cx="288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3395E58-9C21-D757-33FD-870E7D7F7531}"/>
                    </a:ext>
                  </a:extLst>
                </p14:cNvPr>
                <p14:cNvContentPartPr/>
                <p14:nvPr/>
              </p14:nvContentPartPr>
              <p14:xfrm>
                <a:off x="7458120" y="1755164"/>
                <a:ext cx="41040" cy="255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3395E58-9C21-D757-33FD-870E7D7F7531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7449480" y="1746524"/>
                  <a:ext cx="586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CFCF2B8-B0CB-09F0-5372-108F2B6BBA80}"/>
                    </a:ext>
                  </a:extLst>
                </p14:cNvPr>
                <p14:cNvContentPartPr/>
                <p14:nvPr/>
              </p14:nvContentPartPr>
              <p14:xfrm>
                <a:off x="7356960" y="1650404"/>
                <a:ext cx="33120" cy="352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CFCF2B8-B0CB-09F0-5372-108F2B6BBA80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7348320" y="1641404"/>
                  <a:ext cx="507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5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9321973-8786-2FD8-7624-774B75951616}"/>
                    </a:ext>
                  </a:extLst>
                </p14:cNvPr>
                <p14:cNvContentPartPr/>
                <p14:nvPr/>
              </p14:nvContentPartPr>
              <p14:xfrm>
                <a:off x="7392240" y="1421804"/>
                <a:ext cx="2880" cy="493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9321973-8786-2FD8-7624-774B75951616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7383600" y="1413164"/>
                  <a:ext cx="205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AD075BE-6CAA-6B43-5FA6-A80E55614652}"/>
                    </a:ext>
                  </a:extLst>
                </p14:cNvPr>
                <p14:cNvContentPartPr/>
                <p14:nvPr/>
              </p14:nvContentPartPr>
              <p14:xfrm>
                <a:off x="7548120" y="1295084"/>
                <a:ext cx="39240" cy="169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AD075BE-6CAA-6B43-5FA6-A80E55614652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7539120" y="1286444"/>
                  <a:ext cx="568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6FA56A9-7CD4-A6C0-2630-AA1B21C29464}"/>
                    </a:ext>
                  </a:extLst>
                </p14:cNvPr>
                <p14:cNvContentPartPr/>
                <p14:nvPr/>
              </p14:nvContentPartPr>
              <p14:xfrm>
                <a:off x="7773840" y="1286444"/>
                <a:ext cx="181800" cy="910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6FA56A9-7CD4-A6C0-2630-AA1B21C29464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7764840" y="1277444"/>
                  <a:ext cx="1994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21FA125-5009-B453-8C42-9269BC21A9A8}"/>
                    </a:ext>
                  </a:extLst>
                </p14:cNvPr>
                <p14:cNvContentPartPr/>
                <p14:nvPr/>
              </p14:nvContentPartPr>
              <p14:xfrm>
                <a:off x="8043840" y="1448804"/>
                <a:ext cx="35640" cy="1551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21FA125-5009-B453-8C42-9269BC21A9A8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8035200" y="1440164"/>
                  <a:ext cx="532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4083702-09CE-9144-690C-3FB0D473F209}"/>
                    </a:ext>
                  </a:extLst>
                </p14:cNvPr>
                <p14:cNvContentPartPr/>
                <p14:nvPr/>
              </p14:nvContentPartPr>
              <p14:xfrm>
                <a:off x="7999200" y="1721684"/>
                <a:ext cx="49320" cy="61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4083702-09CE-9144-690C-3FB0D473F209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7990560" y="1712684"/>
                  <a:ext cx="669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7BE3EB2-841B-BB26-9F0B-5DE10F275BC3}"/>
                    </a:ext>
                  </a:extLst>
                </p14:cNvPr>
                <p14:cNvContentPartPr/>
                <p14:nvPr/>
              </p14:nvContentPartPr>
              <p14:xfrm>
                <a:off x="7846560" y="1683884"/>
                <a:ext cx="10440" cy="291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7BE3EB2-841B-BB26-9F0B-5DE10F275BC3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7837920" y="1675244"/>
                  <a:ext cx="280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06C507A-F21A-EA8F-27D6-8A07CC8EC1B5}"/>
                    </a:ext>
                  </a:extLst>
                </p14:cNvPr>
                <p14:cNvContentPartPr/>
                <p14:nvPr/>
              </p14:nvContentPartPr>
              <p14:xfrm>
                <a:off x="7893000" y="1526564"/>
                <a:ext cx="17280" cy="208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06C507A-F21A-EA8F-27D6-8A07CC8EC1B5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7884360" y="1517924"/>
                  <a:ext cx="349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9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38B2F5B-1FEF-5835-D5F5-584DC478BCEF}"/>
                    </a:ext>
                  </a:extLst>
                </p14:cNvPr>
                <p14:cNvContentPartPr/>
                <p14:nvPr/>
              </p14:nvContentPartPr>
              <p14:xfrm>
                <a:off x="8003520" y="1573724"/>
                <a:ext cx="22320" cy="234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38B2F5B-1FEF-5835-D5F5-584DC478BCEF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7994880" y="1565084"/>
                  <a:ext cx="399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8EF0956-5172-6488-4668-09A6B5631A47}"/>
                    </a:ext>
                  </a:extLst>
                </p14:cNvPr>
                <p14:cNvContentPartPr/>
                <p14:nvPr/>
              </p14:nvContentPartPr>
              <p14:xfrm>
                <a:off x="8062560" y="1752284"/>
                <a:ext cx="7920" cy="338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8EF0956-5172-6488-4668-09A6B5631A47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8053920" y="1743284"/>
                  <a:ext cx="255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68599D2-A37D-B208-252F-A2702358028E}"/>
                    </a:ext>
                  </a:extLst>
                </p14:cNvPr>
                <p14:cNvContentPartPr/>
                <p14:nvPr/>
              </p14:nvContentPartPr>
              <p14:xfrm>
                <a:off x="7968960" y="1950644"/>
                <a:ext cx="88200" cy="37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68599D2-A37D-B208-252F-A2702358028E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7960320" y="1942004"/>
                  <a:ext cx="1058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100DB18-CC83-5072-5652-21FC02152C2B}"/>
                    </a:ext>
                  </a:extLst>
                </p14:cNvPr>
                <p14:cNvContentPartPr/>
                <p14:nvPr/>
              </p14:nvContentPartPr>
              <p14:xfrm>
                <a:off x="7740360" y="2001404"/>
                <a:ext cx="69480" cy="50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100DB18-CC83-5072-5652-21FC02152C2B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7731720" y="1992764"/>
                  <a:ext cx="871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7E06BBC-2795-2D7A-1604-7E2EFB69297F}"/>
                    </a:ext>
                  </a:extLst>
                </p14:cNvPr>
                <p14:cNvContentPartPr/>
                <p14:nvPr/>
              </p14:nvContentPartPr>
              <p14:xfrm>
                <a:off x="7545600" y="2016884"/>
                <a:ext cx="45000" cy="144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7E06BBC-2795-2D7A-1604-7E2EFB69297F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7536960" y="2007884"/>
                  <a:ext cx="626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0586F04-3A21-35E3-239D-480D908E0981}"/>
                    </a:ext>
                  </a:extLst>
                </p14:cNvPr>
                <p14:cNvContentPartPr/>
                <p14:nvPr/>
              </p14:nvContentPartPr>
              <p14:xfrm>
                <a:off x="7372800" y="1876484"/>
                <a:ext cx="77040" cy="774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0586F04-3A21-35E3-239D-480D908E0981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7364160" y="1867844"/>
                  <a:ext cx="946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90EBA4E-0DC9-9A6E-B1C2-FD16864C86C0}"/>
                    </a:ext>
                  </a:extLst>
                </p14:cNvPr>
                <p14:cNvContentPartPr/>
                <p14:nvPr/>
              </p14:nvContentPartPr>
              <p14:xfrm>
                <a:off x="7289280" y="1632044"/>
                <a:ext cx="28800" cy="820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90EBA4E-0DC9-9A6E-B1C2-FD16864C86C0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7280280" y="1623404"/>
                  <a:ext cx="464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5DC4810-7F63-5A53-19F9-F3A89269DF1D}"/>
                    </a:ext>
                  </a:extLst>
                </p14:cNvPr>
                <p14:cNvContentPartPr/>
                <p14:nvPr/>
              </p14:nvContentPartPr>
              <p14:xfrm>
                <a:off x="7296120" y="1275284"/>
                <a:ext cx="19800" cy="968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5DC4810-7F63-5A53-19F9-F3A89269DF1D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7287480" y="1266284"/>
                  <a:ext cx="374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3165A2A-4C44-5BDF-68D9-4D3A5F555947}"/>
                    </a:ext>
                  </a:extLst>
                </p14:cNvPr>
                <p14:cNvContentPartPr/>
                <p14:nvPr/>
              </p14:nvContentPartPr>
              <p14:xfrm>
                <a:off x="7217640" y="1197884"/>
                <a:ext cx="115200" cy="2012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3165A2A-4C44-5BDF-68D9-4D3A5F555947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7208640" y="1189244"/>
                  <a:ext cx="1328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EC826354-65BE-529E-A649-756E6D88F0A2}"/>
                    </a:ext>
                  </a:extLst>
                </p14:cNvPr>
                <p14:cNvContentPartPr/>
                <p14:nvPr/>
              </p14:nvContentPartPr>
              <p14:xfrm>
                <a:off x="7241400" y="1647884"/>
                <a:ext cx="24840" cy="644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EC826354-65BE-529E-A649-756E6D88F0A2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7232760" y="1639244"/>
                  <a:ext cx="424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CB0EEF0-5D76-DEB3-DEF0-C96545805D13}"/>
                    </a:ext>
                  </a:extLst>
                </p14:cNvPr>
                <p14:cNvContentPartPr/>
                <p14:nvPr/>
              </p14:nvContentPartPr>
              <p14:xfrm>
                <a:off x="7629120" y="1742204"/>
                <a:ext cx="53280" cy="21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CB0EEF0-5D76-DEB3-DEF0-C96545805D13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7620480" y="1733564"/>
                  <a:ext cx="709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E2588F6-01EE-2049-3525-7FBBDA1B0D1F}"/>
                    </a:ext>
                  </a:extLst>
                </p14:cNvPr>
                <p14:cNvContentPartPr/>
                <p14:nvPr/>
              </p14:nvContentPartPr>
              <p14:xfrm>
                <a:off x="7822080" y="1692884"/>
                <a:ext cx="27360" cy="115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E2588F6-01EE-2049-3525-7FBBDA1B0D1F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7813080" y="1683884"/>
                  <a:ext cx="450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459F6AB-4EF3-4615-DA7D-C8DD2546E46F}"/>
                    </a:ext>
                  </a:extLst>
                </p14:cNvPr>
                <p14:cNvContentPartPr/>
                <p14:nvPr/>
              </p14:nvContentPartPr>
              <p14:xfrm>
                <a:off x="7904880" y="1688564"/>
                <a:ext cx="7920" cy="39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459F6AB-4EF3-4615-DA7D-C8DD2546E46F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7896240" y="1679924"/>
                  <a:ext cx="255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862FD62-BDF2-3C60-D414-20F54A26C07F}"/>
                    </a:ext>
                  </a:extLst>
                </p14:cNvPr>
                <p14:cNvContentPartPr/>
                <p14:nvPr/>
              </p14:nvContentPartPr>
              <p14:xfrm>
                <a:off x="9380520" y="1165484"/>
                <a:ext cx="1169280" cy="7786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862FD62-BDF2-3C60-D414-20F54A26C07F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9371520" y="1156484"/>
                  <a:ext cx="1186920" cy="79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62DFD06-3650-5497-7EE2-36EC34BE97D9}"/>
                    </a:ext>
                  </a:extLst>
                </p14:cNvPr>
                <p14:cNvContentPartPr/>
                <p14:nvPr/>
              </p14:nvContentPartPr>
              <p14:xfrm>
                <a:off x="9925920" y="1575524"/>
                <a:ext cx="48240" cy="540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62DFD06-3650-5497-7EE2-36EC34BE97D9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9916920" y="1566884"/>
                  <a:ext cx="658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1D70D5A-7974-4C73-E345-6A5556651ECE}"/>
                    </a:ext>
                  </a:extLst>
                </p14:cNvPr>
                <p14:cNvContentPartPr/>
                <p14:nvPr/>
              </p14:nvContentPartPr>
              <p14:xfrm>
                <a:off x="9911160" y="1381124"/>
                <a:ext cx="99360" cy="1206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1D70D5A-7974-4C73-E345-6A5556651ECE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9902160" y="1372124"/>
                  <a:ext cx="117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94178E1-F3ED-5034-3095-3A9FF8722686}"/>
                    </a:ext>
                  </a:extLst>
                </p14:cNvPr>
                <p14:cNvContentPartPr/>
                <p14:nvPr/>
              </p14:nvContentPartPr>
              <p14:xfrm>
                <a:off x="10032480" y="1457084"/>
                <a:ext cx="210240" cy="766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94178E1-F3ED-5034-3095-3A9FF8722686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10023840" y="1448444"/>
                  <a:ext cx="2278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3F8D7B1-DF64-814C-B354-62E9110240EE}"/>
                    </a:ext>
                  </a:extLst>
                </p14:cNvPr>
                <p14:cNvContentPartPr/>
                <p14:nvPr/>
              </p14:nvContentPartPr>
              <p14:xfrm>
                <a:off x="9660600" y="1718084"/>
                <a:ext cx="9720" cy="75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3F8D7B1-DF64-814C-B354-62E9110240EE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9651600" y="1709444"/>
                  <a:ext cx="273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2320B90-DBEC-4E77-6E7D-B857C9FC14AA}"/>
                    </a:ext>
                  </a:extLst>
                </p14:cNvPr>
                <p14:cNvContentPartPr/>
                <p14:nvPr/>
              </p14:nvContentPartPr>
              <p14:xfrm>
                <a:off x="9566280" y="1604324"/>
                <a:ext cx="6120" cy="208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2320B90-DBEC-4E77-6E7D-B857C9FC14AA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9557640" y="1595684"/>
                  <a:ext cx="237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35C0609-216F-3D85-4441-6EF0D9AAAF42}"/>
                    </a:ext>
                  </a:extLst>
                </p14:cNvPr>
                <p14:cNvContentPartPr/>
                <p14:nvPr/>
              </p14:nvContentPartPr>
              <p14:xfrm>
                <a:off x="9599040" y="1335764"/>
                <a:ext cx="45720" cy="756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35C0609-216F-3D85-4441-6EF0D9AAAF4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590040" y="1327124"/>
                  <a:ext cx="633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28FFEA1-B0D6-CEC7-52F7-DBD32633458D}"/>
                    </a:ext>
                  </a:extLst>
                </p14:cNvPr>
                <p14:cNvContentPartPr/>
                <p14:nvPr/>
              </p14:nvContentPartPr>
              <p14:xfrm>
                <a:off x="9913320" y="1222724"/>
                <a:ext cx="119880" cy="255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28FFEA1-B0D6-CEC7-52F7-DBD32633458D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9904320" y="1213724"/>
                  <a:ext cx="1375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13D1785-BE2F-15BB-4600-0BF3E43617D6}"/>
                    </a:ext>
                  </a:extLst>
                </p14:cNvPr>
                <p14:cNvContentPartPr/>
                <p14:nvPr/>
              </p14:nvContentPartPr>
              <p14:xfrm>
                <a:off x="10436040" y="1612244"/>
                <a:ext cx="94680" cy="1760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13D1785-BE2F-15BB-4600-0BF3E43617D6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10427040" y="1603244"/>
                  <a:ext cx="1123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3B9057D-AB37-8A31-296D-67E1A31D4408}"/>
                    </a:ext>
                  </a:extLst>
                </p14:cNvPr>
                <p14:cNvContentPartPr/>
                <p14:nvPr/>
              </p14:nvContentPartPr>
              <p14:xfrm>
                <a:off x="10197360" y="1855244"/>
                <a:ext cx="89640" cy="126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3B9057D-AB37-8A31-296D-67E1A31D4408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10188360" y="1846604"/>
                  <a:ext cx="1072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F23C1DB-F2D6-C0FD-E9D4-08119FD56C1E}"/>
                    </a:ext>
                  </a:extLst>
                </p14:cNvPr>
                <p14:cNvContentPartPr/>
                <p14:nvPr/>
              </p14:nvContentPartPr>
              <p14:xfrm>
                <a:off x="9719640" y="1799804"/>
                <a:ext cx="98280" cy="698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F23C1DB-F2D6-C0FD-E9D4-08119FD56C1E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9711000" y="1791164"/>
                  <a:ext cx="1159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13DDEA8-D255-429A-9882-691951C3677A}"/>
                    </a:ext>
                  </a:extLst>
                </p14:cNvPr>
                <p14:cNvContentPartPr/>
                <p14:nvPr/>
              </p14:nvContentPartPr>
              <p14:xfrm>
                <a:off x="9951480" y="1483724"/>
                <a:ext cx="72720" cy="133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13DDEA8-D255-429A-9882-691951C3677A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9942840" y="1474724"/>
                  <a:ext cx="903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5460D73-441D-22F0-E391-9013C53325B5}"/>
                    </a:ext>
                  </a:extLst>
                </p14:cNvPr>
                <p14:cNvContentPartPr/>
                <p14:nvPr/>
              </p14:nvContentPartPr>
              <p14:xfrm>
                <a:off x="10207080" y="1598564"/>
                <a:ext cx="5400" cy="288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5460D73-441D-22F0-E391-9013C53325B5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10198440" y="1589564"/>
                  <a:ext cx="230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2E68BD5-018D-3111-0A5D-0B37F8E031E3}"/>
                    </a:ext>
                  </a:extLst>
                </p14:cNvPr>
                <p14:cNvContentPartPr/>
                <p14:nvPr/>
              </p14:nvContentPartPr>
              <p14:xfrm>
                <a:off x="9858600" y="1739324"/>
                <a:ext cx="248400" cy="608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2E68BD5-018D-3111-0A5D-0B37F8E031E3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9849600" y="1730324"/>
                  <a:ext cx="2660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5E8A5F4-C7D9-CC64-A85F-8FA75D515080}"/>
                    </a:ext>
                  </a:extLst>
                </p14:cNvPr>
                <p14:cNvContentPartPr/>
                <p14:nvPr/>
              </p14:nvContentPartPr>
              <p14:xfrm>
                <a:off x="9733320" y="1626644"/>
                <a:ext cx="20520" cy="309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5E8A5F4-C7D9-CC64-A85F-8FA75D515080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9724680" y="1618004"/>
                  <a:ext cx="381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A6A4F2B-B048-4E16-671C-7273C47C671D}"/>
                    </a:ext>
                  </a:extLst>
                </p14:cNvPr>
                <p14:cNvContentPartPr/>
                <p14:nvPr/>
              </p14:nvContentPartPr>
              <p14:xfrm>
                <a:off x="10103040" y="1515404"/>
                <a:ext cx="46080" cy="32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A6A4F2B-B048-4E16-671C-7273C47C671D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10094040" y="1506764"/>
                  <a:ext cx="637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6044546-D23C-A225-7184-166BC3BB4BB7}"/>
                    </a:ext>
                  </a:extLst>
                </p14:cNvPr>
                <p14:cNvContentPartPr/>
                <p14:nvPr/>
              </p14:nvContentPartPr>
              <p14:xfrm>
                <a:off x="9731520" y="1487324"/>
                <a:ext cx="41760" cy="1152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6044546-D23C-A225-7184-166BC3BB4BB7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9722880" y="1478324"/>
                  <a:ext cx="594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3011496-4F83-AED9-0ACC-F37A899D0D18}"/>
                    </a:ext>
                  </a:extLst>
                </p14:cNvPr>
                <p14:cNvContentPartPr/>
                <p14:nvPr/>
              </p14:nvContentPartPr>
              <p14:xfrm>
                <a:off x="9886680" y="1349804"/>
                <a:ext cx="6480" cy="172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3011496-4F83-AED9-0ACC-F37A899D0D18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9878040" y="1341164"/>
                  <a:ext cx="241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BE3876B-B316-DC33-A80E-4DC85025AA8D}"/>
                    </a:ext>
                  </a:extLst>
                </p14:cNvPr>
                <p14:cNvContentPartPr/>
                <p14:nvPr/>
              </p14:nvContentPartPr>
              <p14:xfrm>
                <a:off x="9881280" y="1342964"/>
                <a:ext cx="11520" cy="21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BE3876B-B316-DC33-A80E-4DC85025AA8D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9872280" y="1333964"/>
                  <a:ext cx="291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C5DBA4B-D92B-D80B-54B5-8F9E0C3A1249}"/>
                    </a:ext>
                  </a:extLst>
                </p14:cNvPr>
                <p14:cNvContentPartPr/>
                <p14:nvPr/>
              </p14:nvContentPartPr>
              <p14:xfrm>
                <a:off x="10215360" y="1378964"/>
                <a:ext cx="18000" cy="50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C5DBA4B-D92B-D80B-54B5-8F9E0C3A1249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10206720" y="1369964"/>
                  <a:ext cx="356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3CA2144-8A49-0AB1-AC08-3BACC438ACC9}"/>
                    </a:ext>
                  </a:extLst>
                </p14:cNvPr>
                <p14:cNvContentPartPr/>
                <p14:nvPr/>
              </p14:nvContentPartPr>
              <p14:xfrm>
                <a:off x="10311480" y="1435484"/>
                <a:ext cx="8640" cy="658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3CA2144-8A49-0AB1-AC08-3BACC438ACC9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10302840" y="1426484"/>
                  <a:ext cx="262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EB9D22F-C4E7-66BF-A800-09CD04F67559}"/>
                    </a:ext>
                  </a:extLst>
                </p14:cNvPr>
                <p14:cNvContentPartPr/>
                <p14:nvPr/>
              </p14:nvContentPartPr>
              <p14:xfrm>
                <a:off x="10216080" y="1677404"/>
                <a:ext cx="38160" cy="363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EB9D22F-C4E7-66BF-A800-09CD04F67559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10207080" y="1668764"/>
                  <a:ext cx="558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4BE2DC5-6C49-4B15-7784-755BBD818940}"/>
                    </a:ext>
                  </a:extLst>
                </p14:cNvPr>
                <p14:cNvContentPartPr/>
                <p14:nvPr/>
              </p14:nvContentPartPr>
              <p14:xfrm>
                <a:off x="10214640" y="1577324"/>
                <a:ext cx="36000" cy="367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4BE2DC5-6C49-4B15-7784-755BBD818940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10206000" y="1568324"/>
                  <a:ext cx="536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0BA5FC7-7545-357B-A419-2C466A2F7A0B}"/>
                    </a:ext>
                  </a:extLst>
                </p14:cNvPr>
                <p14:cNvContentPartPr/>
                <p14:nvPr/>
              </p14:nvContentPartPr>
              <p14:xfrm>
                <a:off x="10365480" y="1546004"/>
                <a:ext cx="30600" cy="820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0BA5FC7-7545-357B-A419-2C466A2F7A0B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10356840" y="1537364"/>
                  <a:ext cx="482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2614C79-D2DC-D7B5-AED9-C324F486CDAE}"/>
                    </a:ext>
                  </a:extLst>
                </p14:cNvPr>
                <p14:cNvContentPartPr/>
                <p14:nvPr/>
              </p14:nvContentPartPr>
              <p14:xfrm>
                <a:off x="10260000" y="1700444"/>
                <a:ext cx="15480" cy="104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2614C79-D2DC-D7B5-AED9-C324F486CDAE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10251360" y="1691444"/>
                  <a:ext cx="331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0C3DAB8-738E-27B9-C96D-C0FCA5CDCAC1}"/>
                    </a:ext>
                  </a:extLst>
                </p14:cNvPr>
                <p14:cNvContentPartPr/>
                <p14:nvPr/>
              </p14:nvContentPartPr>
              <p14:xfrm>
                <a:off x="10004400" y="1626644"/>
                <a:ext cx="133560" cy="223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0C3DAB8-738E-27B9-C96D-C0FCA5CDCAC1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9995400" y="1618004"/>
                  <a:ext cx="1512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E93473D-F5B3-C284-F43E-90D1CB2E8950}"/>
                    </a:ext>
                  </a:extLst>
                </p14:cNvPr>
                <p14:cNvContentPartPr/>
                <p14:nvPr/>
              </p14:nvContentPartPr>
              <p14:xfrm>
                <a:off x="9964080" y="1670564"/>
                <a:ext cx="6480" cy="61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E93473D-F5B3-C284-F43E-90D1CB2E895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955080" y="1661564"/>
                  <a:ext cx="241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576EA502-DAC9-C872-85E8-493D53597245}"/>
                    </a:ext>
                  </a:extLst>
                </p14:cNvPr>
                <p14:cNvContentPartPr/>
                <p14:nvPr/>
              </p14:nvContentPartPr>
              <p14:xfrm>
                <a:off x="8302680" y="1567964"/>
                <a:ext cx="1070280" cy="8820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576EA502-DAC9-C872-85E8-493D53597245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8294040" y="1558964"/>
                  <a:ext cx="10879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6CE2FEDE-CC06-E768-AC1A-EC00FD51A396}"/>
                    </a:ext>
                  </a:extLst>
                </p14:cNvPr>
                <p14:cNvContentPartPr/>
                <p14:nvPr/>
              </p14:nvContentPartPr>
              <p14:xfrm>
                <a:off x="9247320" y="1544204"/>
                <a:ext cx="124920" cy="12276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6CE2FEDE-CC06-E768-AC1A-EC00FD51A396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9238320" y="1535564"/>
                  <a:ext cx="1425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A3B35E8F-EE04-FAD4-A90A-FEECE4580248}"/>
                    </a:ext>
                  </a:extLst>
                </p14:cNvPr>
                <p14:cNvContentPartPr/>
                <p14:nvPr/>
              </p14:nvContentPartPr>
              <p14:xfrm>
                <a:off x="8302680" y="1560404"/>
                <a:ext cx="156240" cy="17064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A3B35E8F-EE04-FAD4-A90A-FEECE4580248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8294040" y="1551404"/>
                  <a:ext cx="1738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F41A6E3E-B057-AFAA-68C2-40F959CAC374}"/>
                    </a:ext>
                  </a:extLst>
                </p14:cNvPr>
                <p14:cNvContentPartPr/>
                <p14:nvPr/>
              </p14:nvContentPartPr>
              <p14:xfrm>
                <a:off x="8448480" y="1269884"/>
                <a:ext cx="52560" cy="18216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F41A6E3E-B057-AFAA-68C2-40F959CAC374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8439840" y="1260884"/>
                  <a:ext cx="702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22ED0BE2-5ECC-DC5C-ECEF-F55CB7FB6A7B}"/>
                    </a:ext>
                  </a:extLst>
                </p14:cNvPr>
                <p14:cNvContentPartPr/>
                <p14:nvPr/>
              </p14:nvContentPartPr>
              <p14:xfrm>
                <a:off x="8377920" y="1266284"/>
                <a:ext cx="171000" cy="19476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22ED0BE2-5ECC-DC5C-ECEF-F55CB7FB6A7B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8368920" y="1257284"/>
                  <a:ext cx="1886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DC0EA0A3-82B0-FF15-E984-5038D8834564}"/>
                    </a:ext>
                  </a:extLst>
                </p14:cNvPr>
                <p14:cNvContentPartPr/>
                <p14:nvPr/>
              </p14:nvContentPartPr>
              <p14:xfrm>
                <a:off x="8630640" y="1211564"/>
                <a:ext cx="35640" cy="16992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DC0EA0A3-82B0-FF15-E984-5038D8834564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8622000" y="1202924"/>
                  <a:ext cx="532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52028CC4-3E28-48EC-2DC0-04D90CD005C0}"/>
                    </a:ext>
                  </a:extLst>
                </p14:cNvPr>
                <p14:cNvContentPartPr/>
                <p14:nvPr/>
              </p14:nvContentPartPr>
              <p14:xfrm>
                <a:off x="8626680" y="1179164"/>
                <a:ext cx="165240" cy="18000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52028CC4-3E28-48EC-2DC0-04D90CD005C0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8618040" y="1170164"/>
                  <a:ext cx="1828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6A47E5D3-D880-FD35-0839-8BB5C74FC830}"/>
                    </a:ext>
                  </a:extLst>
                </p14:cNvPr>
                <p14:cNvContentPartPr/>
                <p14:nvPr/>
              </p14:nvContentPartPr>
              <p14:xfrm>
                <a:off x="8883360" y="1079084"/>
                <a:ext cx="166680" cy="27252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6A47E5D3-D880-FD35-0839-8BB5C74FC830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8874720" y="1070084"/>
                  <a:ext cx="18432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79FBA0E0-1A27-8DD4-E1B9-8CF3E67FDDA5}"/>
                    </a:ext>
                  </a:extLst>
                </p14:cNvPr>
                <p14:cNvContentPartPr/>
                <p14:nvPr/>
              </p14:nvContentPartPr>
              <p14:xfrm>
                <a:off x="8960760" y="1159724"/>
                <a:ext cx="122760" cy="6336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79FBA0E0-1A27-8DD4-E1B9-8CF3E67FDDA5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8951760" y="1150724"/>
                  <a:ext cx="140400" cy="8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9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961C21D-5C29-E08E-5810-511B36118689}"/>
                  </a:ext>
                </a:extLst>
              </p14:cNvPr>
              <p14:cNvContentPartPr/>
              <p14:nvPr/>
            </p14:nvContentPartPr>
            <p14:xfrm>
              <a:off x="8650210" y="6159225"/>
              <a:ext cx="1404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961C21D-5C29-E08E-5810-511B36118689}"/>
                  </a:ext>
                </a:extLst>
              </p:cNvPr>
              <p:cNvPicPr/>
              <p:nvPr/>
            </p:nvPicPr>
            <p:blipFill>
              <a:blip r:embed="rId695"/>
              <a:stretch>
                <a:fillRect/>
              </a:stretch>
            </p:blipFill>
            <p:spPr>
              <a:xfrm>
                <a:off x="8641570" y="6150585"/>
                <a:ext cx="3168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5479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3282B305-9341-9EBF-D69E-A93B7F5D6388}"/>
                  </a:ext>
                </a:extLst>
              </p14:cNvPr>
              <p14:cNvContentPartPr/>
              <p14:nvPr/>
            </p14:nvContentPartPr>
            <p14:xfrm>
              <a:off x="4735800" y="1177364"/>
              <a:ext cx="1193760" cy="11890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3282B305-9341-9EBF-D69E-A93B7F5D638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26800" y="1168364"/>
                <a:ext cx="1211400" cy="12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7B72AF8A-F551-1EA0-C3F4-E0A2BEF1ABB7}"/>
                  </a:ext>
                </a:extLst>
              </p14:cNvPr>
              <p14:cNvContentPartPr/>
              <p14:nvPr/>
            </p14:nvContentPartPr>
            <p14:xfrm>
              <a:off x="2843280" y="1728164"/>
              <a:ext cx="42480" cy="5688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7B72AF8A-F551-1EA0-C3F4-E0A2BEF1ABB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34280" y="1719164"/>
                <a:ext cx="6012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7FE0931F-23CE-7D85-FE89-190BD9B8565D}"/>
                  </a:ext>
                </a:extLst>
              </p14:cNvPr>
              <p14:cNvContentPartPr/>
              <p14:nvPr/>
            </p14:nvContentPartPr>
            <p14:xfrm>
              <a:off x="2359800" y="1196444"/>
              <a:ext cx="652680" cy="103428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7FE0931F-23CE-7D85-FE89-190BD9B8565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50800" y="1187804"/>
                <a:ext cx="670320" cy="10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80454E03-D326-EDF5-6B62-FF9AB1431519}"/>
                  </a:ext>
                </a:extLst>
              </p14:cNvPr>
              <p14:cNvContentPartPr/>
              <p14:nvPr/>
            </p14:nvContentPartPr>
            <p14:xfrm>
              <a:off x="2735640" y="1555364"/>
              <a:ext cx="156960" cy="10224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80454E03-D326-EDF5-6B62-FF9AB143151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27000" y="1546724"/>
                <a:ext cx="17460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1B3CAFDD-FC5E-7881-8854-F2BC1E920B77}"/>
                  </a:ext>
                </a:extLst>
              </p14:cNvPr>
              <p14:cNvContentPartPr/>
              <p14:nvPr/>
            </p14:nvContentPartPr>
            <p14:xfrm>
              <a:off x="3015360" y="1985924"/>
              <a:ext cx="2012400" cy="25128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1B3CAFDD-FC5E-7881-8854-F2BC1E920B7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06360" y="1977284"/>
                <a:ext cx="2030040" cy="26892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Group 93">
            <a:extLst>
              <a:ext uri="{FF2B5EF4-FFF2-40B4-BE49-F238E27FC236}">
                <a16:creationId xmlns:a16="http://schemas.microsoft.com/office/drawing/2014/main" id="{16155CF3-3E2C-2127-69C2-A7F3942C012D}"/>
              </a:ext>
            </a:extLst>
          </p:cNvPr>
          <p:cNvGrpSpPr/>
          <p:nvPr/>
        </p:nvGrpSpPr>
        <p:grpSpPr>
          <a:xfrm>
            <a:off x="1652040" y="804404"/>
            <a:ext cx="4474800" cy="2849760"/>
            <a:chOff x="1652040" y="804404"/>
            <a:chExt cx="4474800" cy="284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22B68CE-927B-0E8C-8AA6-5ADBBD561FDB}"/>
                    </a:ext>
                  </a:extLst>
                </p14:cNvPr>
                <p14:cNvContentPartPr/>
                <p14:nvPr/>
              </p14:nvContentPartPr>
              <p14:xfrm>
                <a:off x="1652040" y="838964"/>
                <a:ext cx="135360" cy="18867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22B68CE-927B-0E8C-8AA6-5ADBBD561FD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43040" y="829964"/>
                  <a:ext cx="153000" cy="19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883FC43-7282-E26B-D22A-394C667FCD19}"/>
                    </a:ext>
                  </a:extLst>
                </p14:cNvPr>
                <p14:cNvContentPartPr/>
                <p14:nvPr/>
              </p14:nvContentPartPr>
              <p14:xfrm>
                <a:off x="1667520" y="804404"/>
                <a:ext cx="4317840" cy="442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883FC43-7282-E26B-D22A-394C667FCD1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58520" y="795404"/>
                  <a:ext cx="43354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02EEF82-BD2A-3E02-1DAC-4C97716685DA}"/>
                    </a:ext>
                  </a:extLst>
                </p14:cNvPr>
                <p14:cNvContentPartPr/>
                <p14:nvPr/>
              </p14:nvContentPartPr>
              <p14:xfrm>
                <a:off x="1819800" y="2756684"/>
                <a:ext cx="4267080" cy="142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02EEF82-BD2A-3E02-1DAC-4C97716685D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10800" y="2748044"/>
                  <a:ext cx="42847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EFB1473-4E8B-B87E-E340-829F7F958E1F}"/>
                    </a:ext>
                  </a:extLst>
                </p14:cNvPr>
                <p14:cNvContentPartPr/>
                <p14:nvPr/>
              </p14:nvContentPartPr>
              <p14:xfrm>
                <a:off x="5965200" y="864524"/>
                <a:ext cx="161640" cy="2061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EFB1473-4E8B-B87E-E340-829F7F958E1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956560" y="855884"/>
                  <a:ext cx="179280" cy="20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16D2652-DEE8-FA34-22DF-E0960977C115}"/>
                    </a:ext>
                  </a:extLst>
                </p14:cNvPr>
                <p14:cNvContentPartPr/>
                <p14:nvPr/>
              </p14:nvContentPartPr>
              <p14:xfrm>
                <a:off x="2813400" y="1720244"/>
                <a:ext cx="57240" cy="590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16D2652-DEE8-FA34-22DF-E0960977C11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04400" y="1711244"/>
                  <a:ext cx="748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E96B71B-B155-956D-6141-3AE348CABBA7}"/>
                    </a:ext>
                  </a:extLst>
                </p14:cNvPr>
                <p14:cNvContentPartPr/>
                <p14:nvPr/>
              </p14:nvContentPartPr>
              <p14:xfrm>
                <a:off x="5045400" y="1461764"/>
                <a:ext cx="5400" cy="7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E96B71B-B155-956D-6141-3AE348CABBA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036760" y="1453124"/>
                  <a:ext cx="230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414FAA2-6DFA-0C4A-C430-2782D0F9FF72}"/>
                    </a:ext>
                  </a:extLst>
                </p14:cNvPr>
                <p14:cNvContentPartPr/>
                <p14:nvPr/>
              </p14:nvContentPartPr>
              <p14:xfrm>
                <a:off x="5031720" y="1387604"/>
                <a:ext cx="29160" cy="31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414FAA2-6DFA-0C4A-C430-2782D0F9FF7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022720" y="1378964"/>
                  <a:ext cx="468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309F267-1D4B-45FE-838D-C708A2174599}"/>
                    </a:ext>
                  </a:extLst>
                </p14:cNvPr>
                <p14:cNvContentPartPr/>
                <p14:nvPr/>
              </p14:nvContentPartPr>
              <p14:xfrm>
                <a:off x="4884120" y="1401284"/>
                <a:ext cx="63000" cy="3574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309F267-1D4B-45FE-838D-C708A217459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875480" y="1392284"/>
                  <a:ext cx="8064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2D414D6-C842-30FE-D5E6-9B3DEC66788E}"/>
                    </a:ext>
                  </a:extLst>
                </p14:cNvPr>
                <p14:cNvContentPartPr/>
                <p14:nvPr/>
              </p14:nvContentPartPr>
              <p14:xfrm>
                <a:off x="4936680" y="1827524"/>
                <a:ext cx="83880" cy="496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2D414D6-C842-30FE-D5E6-9B3DEC66788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28040" y="1818884"/>
                  <a:ext cx="1015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47D7A8E-7CF4-A7BF-E30E-53CFFB2D655F}"/>
                    </a:ext>
                  </a:extLst>
                </p14:cNvPr>
                <p14:cNvContentPartPr/>
                <p14:nvPr/>
              </p14:nvContentPartPr>
              <p14:xfrm>
                <a:off x="5240880" y="1779284"/>
                <a:ext cx="53280" cy="345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47D7A8E-7CF4-A7BF-E30E-53CFFB2D655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231880" y="1770644"/>
                  <a:ext cx="709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5EB4036-C9E7-4D8F-E411-48CDCA4ACB2F}"/>
                    </a:ext>
                  </a:extLst>
                </p14:cNvPr>
                <p14:cNvContentPartPr/>
                <p14:nvPr/>
              </p14:nvContentPartPr>
              <p14:xfrm>
                <a:off x="5357880" y="1663364"/>
                <a:ext cx="2880" cy="30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5EB4036-C9E7-4D8F-E411-48CDCA4ACB2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348880" y="1654364"/>
                  <a:ext cx="205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F397250-5382-B7FE-BC47-18C71DD48E65}"/>
                    </a:ext>
                  </a:extLst>
                </p14:cNvPr>
                <p14:cNvContentPartPr/>
                <p14:nvPr/>
              </p14:nvContentPartPr>
              <p14:xfrm>
                <a:off x="5199840" y="1659764"/>
                <a:ext cx="29880" cy="4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F397250-5382-B7FE-BC47-18C71DD48E6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91200" y="1651124"/>
                  <a:ext cx="475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F3ECA75-C405-9D99-AF04-0CB6649607F9}"/>
                    </a:ext>
                  </a:extLst>
                </p14:cNvPr>
                <p14:cNvContentPartPr/>
                <p14:nvPr/>
              </p14:nvContentPartPr>
              <p14:xfrm>
                <a:off x="5181120" y="1482644"/>
                <a:ext cx="45720" cy="86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F3ECA75-C405-9D99-AF04-0CB6649607F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72480" y="1473644"/>
                  <a:ext cx="633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3A44599-82EC-65EE-AF54-A318CEFF303C}"/>
                    </a:ext>
                  </a:extLst>
                </p14:cNvPr>
                <p14:cNvContentPartPr/>
                <p14:nvPr/>
              </p14:nvContentPartPr>
              <p14:xfrm>
                <a:off x="5198760" y="1258004"/>
                <a:ext cx="208800" cy="1688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3A44599-82EC-65EE-AF54-A318CEFF303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189760" y="1249364"/>
                  <a:ext cx="2264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32BA522-136B-BD7B-3B41-3BA94A9E7BE8}"/>
                    </a:ext>
                  </a:extLst>
                </p14:cNvPr>
                <p14:cNvContentPartPr/>
                <p14:nvPr/>
              </p14:nvContentPartPr>
              <p14:xfrm>
                <a:off x="5465880" y="1262324"/>
                <a:ext cx="61200" cy="4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32BA522-136B-BD7B-3B41-3BA94A9E7BE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456880" y="1253324"/>
                  <a:ext cx="788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33466EB-C9F1-92F6-A86E-F754BA174317}"/>
                    </a:ext>
                  </a:extLst>
                </p14:cNvPr>
                <p14:cNvContentPartPr/>
                <p14:nvPr/>
              </p14:nvContentPartPr>
              <p14:xfrm>
                <a:off x="5683680" y="1369244"/>
                <a:ext cx="69480" cy="1180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33466EB-C9F1-92F6-A86E-F754BA17431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675040" y="1360604"/>
                  <a:ext cx="871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48B36C4-983F-FB13-8CB3-E87117494B97}"/>
                    </a:ext>
                  </a:extLst>
                </p14:cNvPr>
                <p14:cNvContentPartPr/>
                <p14:nvPr/>
              </p14:nvContentPartPr>
              <p14:xfrm>
                <a:off x="5782320" y="1628084"/>
                <a:ext cx="14760" cy="950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48B36C4-983F-FB13-8CB3-E87117494B9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773680" y="1619084"/>
                  <a:ext cx="324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CB691AE-5EE8-82B8-18C4-F97C2F745177}"/>
                    </a:ext>
                  </a:extLst>
                </p14:cNvPr>
                <p14:cNvContentPartPr/>
                <p14:nvPr/>
              </p14:nvContentPartPr>
              <p14:xfrm>
                <a:off x="5712120" y="1918244"/>
                <a:ext cx="9720" cy="874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CB691AE-5EE8-82B8-18C4-F97C2F74517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703120" y="1909604"/>
                  <a:ext cx="273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B9A12C5-914A-BFFE-2F3C-113A3F9D002A}"/>
                    </a:ext>
                  </a:extLst>
                </p14:cNvPr>
                <p14:cNvContentPartPr/>
                <p14:nvPr/>
              </p14:nvContentPartPr>
              <p14:xfrm>
                <a:off x="5606640" y="2094644"/>
                <a:ext cx="65880" cy="1123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B9A12C5-914A-BFFE-2F3C-113A3F9D002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597640" y="2085644"/>
                  <a:ext cx="835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A04DDA0-09FD-614D-4356-77436B428C20}"/>
                    </a:ext>
                  </a:extLst>
                </p14:cNvPr>
                <p14:cNvContentPartPr/>
                <p14:nvPr/>
              </p14:nvContentPartPr>
              <p14:xfrm>
                <a:off x="5342040" y="2259524"/>
                <a:ext cx="131040" cy="151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A04DDA0-09FD-614D-4356-77436B428C2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333040" y="2250524"/>
                  <a:ext cx="1486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049AD2C-5CE4-6034-9827-E7A60EE4BA96}"/>
                    </a:ext>
                  </a:extLst>
                </p14:cNvPr>
                <p14:cNvContentPartPr/>
                <p14:nvPr/>
              </p14:nvContentPartPr>
              <p14:xfrm>
                <a:off x="5157360" y="2163404"/>
                <a:ext cx="43560" cy="39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049AD2C-5CE4-6034-9827-E7A60EE4BA9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148360" y="2154764"/>
                  <a:ext cx="612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FC6BE1C-4EBA-FCF7-03D2-BFD6E10D214B}"/>
                    </a:ext>
                  </a:extLst>
                </p14:cNvPr>
                <p14:cNvContentPartPr/>
                <p14:nvPr/>
              </p14:nvContentPartPr>
              <p14:xfrm>
                <a:off x="5077080" y="1898444"/>
                <a:ext cx="70560" cy="1440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FC6BE1C-4EBA-FCF7-03D2-BFD6E10D214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068440" y="1889444"/>
                  <a:ext cx="882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17CDE5D-77F4-E73A-1042-A918B614B405}"/>
                    </a:ext>
                  </a:extLst>
                </p14:cNvPr>
                <p14:cNvContentPartPr/>
                <p14:nvPr/>
              </p14:nvContentPartPr>
              <p14:xfrm>
                <a:off x="5311800" y="1887644"/>
                <a:ext cx="33120" cy="291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17CDE5D-77F4-E73A-1042-A918B614B40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303160" y="1879004"/>
                  <a:ext cx="507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902B321-D623-486B-3475-077D90BCE861}"/>
                    </a:ext>
                  </a:extLst>
                </p14:cNvPr>
                <p14:cNvContentPartPr/>
                <p14:nvPr/>
              </p14:nvContentPartPr>
              <p14:xfrm>
                <a:off x="5321160" y="2080244"/>
                <a:ext cx="19800" cy="115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902B321-D623-486B-3475-077D90BCE86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312520" y="2071604"/>
                  <a:ext cx="374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6E3E4BD-E5F0-1709-5296-E0CFB0950C02}"/>
                    </a:ext>
                  </a:extLst>
                </p14:cNvPr>
                <p14:cNvContentPartPr/>
                <p14:nvPr/>
              </p14:nvContentPartPr>
              <p14:xfrm>
                <a:off x="5227560" y="1871084"/>
                <a:ext cx="60840" cy="687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6E3E4BD-E5F0-1709-5296-E0CFB0950C0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218920" y="1862444"/>
                  <a:ext cx="784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5CA5AB1-4FB6-EC7A-467C-873D9E6DF916}"/>
                    </a:ext>
                  </a:extLst>
                </p14:cNvPr>
                <p14:cNvContentPartPr/>
                <p14:nvPr/>
              </p14:nvContentPartPr>
              <p14:xfrm>
                <a:off x="5097600" y="1770644"/>
                <a:ext cx="36720" cy="464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5CA5AB1-4FB6-EC7A-467C-873D9E6DF91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088600" y="1761644"/>
                  <a:ext cx="543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046AA21-2479-6882-721A-509583F70DFF}"/>
                    </a:ext>
                  </a:extLst>
                </p14:cNvPr>
                <p14:cNvContentPartPr/>
                <p14:nvPr/>
              </p14:nvContentPartPr>
              <p14:xfrm>
                <a:off x="5172840" y="1582724"/>
                <a:ext cx="34920" cy="493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046AA21-2479-6882-721A-509583F70DF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164200" y="1573724"/>
                  <a:ext cx="525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881AFE6-B8B1-59A9-4A3C-9EA0628C6978}"/>
                    </a:ext>
                  </a:extLst>
                </p14:cNvPr>
                <p14:cNvContentPartPr/>
                <p14:nvPr/>
              </p14:nvContentPartPr>
              <p14:xfrm>
                <a:off x="5348160" y="1471844"/>
                <a:ext cx="82080" cy="345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881AFE6-B8B1-59A9-4A3C-9EA0628C697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339520" y="1463204"/>
                  <a:ext cx="997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704CE86-25B3-BD03-43C1-1F615B31BC52}"/>
                    </a:ext>
                  </a:extLst>
                </p14:cNvPr>
                <p14:cNvContentPartPr/>
                <p14:nvPr/>
              </p14:nvContentPartPr>
              <p14:xfrm>
                <a:off x="5515560" y="1458164"/>
                <a:ext cx="101160" cy="423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704CE86-25B3-BD03-43C1-1F615B31BC5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506560" y="1449524"/>
                  <a:ext cx="11880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1B85515-11C9-746C-A17A-40B0C26D3759}"/>
                    </a:ext>
                  </a:extLst>
                </p14:cNvPr>
                <p14:cNvContentPartPr/>
                <p14:nvPr/>
              </p14:nvContentPartPr>
              <p14:xfrm>
                <a:off x="5540400" y="1853444"/>
                <a:ext cx="18720" cy="309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1B85515-11C9-746C-A17A-40B0C26D375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531760" y="1844804"/>
                  <a:ext cx="363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2C24AB5-B26F-F487-6126-D7BDE398D4B9}"/>
                    </a:ext>
                  </a:extLst>
                </p14:cNvPr>
                <p14:cNvContentPartPr/>
                <p14:nvPr/>
              </p14:nvContentPartPr>
              <p14:xfrm>
                <a:off x="5589000" y="1786844"/>
                <a:ext cx="9000" cy="288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2C24AB5-B26F-F487-6126-D7BDE398D4B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580000" y="1778204"/>
                  <a:ext cx="266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B082612-CDC7-2EC8-33BF-5317FE1C06CC}"/>
                    </a:ext>
                  </a:extLst>
                </p14:cNvPr>
                <p14:cNvContentPartPr/>
                <p14:nvPr/>
              </p14:nvContentPartPr>
              <p14:xfrm>
                <a:off x="5313240" y="1747604"/>
                <a:ext cx="95760" cy="622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B082612-CDC7-2EC8-33BF-5317FE1C06C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304240" y="1738964"/>
                  <a:ext cx="1134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E8AA593-0284-0304-A8D7-742451A4F34C}"/>
                    </a:ext>
                  </a:extLst>
                </p14:cNvPr>
                <p14:cNvContentPartPr/>
                <p14:nvPr/>
              </p14:nvContentPartPr>
              <p14:xfrm>
                <a:off x="3662640" y="3029924"/>
                <a:ext cx="431280" cy="2235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E8AA593-0284-0304-A8D7-742451A4F34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653640" y="3020924"/>
                  <a:ext cx="4489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D302F94-FAFD-80F2-3B5D-EE1A4DDBE5B4}"/>
                    </a:ext>
                  </a:extLst>
                </p14:cNvPr>
                <p14:cNvContentPartPr/>
                <p14:nvPr/>
              </p14:nvContentPartPr>
              <p14:xfrm>
                <a:off x="4003560" y="3128204"/>
                <a:ext cx="113400" cy="216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D302F94-FAFD-80F2-3B5D-EE1A4DDBE5B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994920" y="3119564"/>
                  <a:ext cx="1310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CA7E432-FBB6-1F26-2514-E3114FDF1F96}"/>
                    </a:ext>
                  </a:extLst>
                </p14:cNvPr>
                <p14:cNvContentPartPr/>
                <p14:nvPr/>
              </p14:nvContentPartPr>
              <p14:xfrm>
                <a:off x="4141440" y="3113444"/>
                <a:ext cx="165600" cy="1022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CA7E432-FBB6-1F26-2514-E3114FDF1F9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132440" y="3104804"/>
                  <a:ext cx="1832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A3913B6-DE3B-60E6-1037-D6DC24BE8113}"/>
                    </a:ext>
                  </a:extLst>
                </p14:cNvPr>
                <p14:cNvContentPartPr/>
                <p14:nvPr/>
              </p14:nvContentPartPr>
              <p14:xfrm>
                <a:off x="2355480" y="1497044"/>
                <a:ext cx="3600" cy="7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A3913B6-DE3B-60E6-1037-D6DC24BE811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46840" y="1488404"/>
                  <a:ext cx="212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1DDE545-9D71-C2A6-AEE8-5F9F23CCE027}"/>
                    </a:ext>
                  </a:extLst>
                </p14:cNvPr>
                <p14:cNvContentPartPr/>
                <p14:nvPr/>
              </p14:nvContentPartPr>
              <p14:xfrm>
                <a:off x="2310840" y="1690364"/>
                <a:ext cx="12240" cy="604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1DDE545-9D71-C2A6-AEE8-5F9F23CCE02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302200" y="1681724"/>
                  <a:ext cx="298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526382E-FC2B-0346-A8EC-25148B4A5CDB}"/>
                    </a:ext>
                  </a:extLst>
                </p14:cNvPr>
                <p14:cNvContentPartPr/>
                <p14:nvPr/>
              </p14:nvContentPartPr>
              <p14:xfrm>
                <a:off x="2330280" y="1906724"/>
                <a:ext cx="9000" cy="280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526382E-FC2B-0346-A8EC-25148B4A5CD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321640" y="1897724"/>
                  <a:ext cx="266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90A3EE5-E879-8B15-AD14-EE6B30F2B248}"/>
                    </a:ext>
                  </a:extLst>
                </p14:cNvPr>
                <p14:cNvContentPartPr/>
                <p14:nvPr/>
              </p14:nvContentPartPr>
              <p14:xfrm>
                <a:off x="2356200" y="2032004"/>
                <a:ext cx="21240" cy="56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90A3EE5-E879-8B15-AD14-EE6B30F2B24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347200" y="2023364"/>
                  <a:ext cx="388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ED0D295-12AE-357A-767B-C3B61A44F4DD}"/>
                    </a:ext>
                  </a:extLst>
                </p14:cNvPr>
                <p14:cNvContentPartPr/>
                <p14:nvPr/>
              </p14:nvContentPartPr>
              <p14:xfrm>
                <a:off x="2463480" y="2196524"/>
                <a:ext cx="82080" cy="16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ED0D295-12AE-357A-767B-C3B61A44F4D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454840" y="2187524"/>
                  <a:ext cx="997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53FCD8A-4A75-3DFF-3B42-E71000C8D48A}"/>
                    </a:ext>
                  </a:extLst>
                </p14:cNvPr>
                <p14:cNvContentPartPr/>
                <p14:nvPr/>
              </p14:nvContentPartPr>
              <p14:xfrm>
                <a:off x="2746440" y="2251604"/>
                <a:ext cx="64440" cy="5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53FCD8A-4A75-3DFF-3B42-E71000C8D48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737440" y="2242964"/>
                  <a:ext cx="820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4AE86BD-B580-71F3-0397-B4F51E01E7D6}"/>
                    </a:ext>
                  </a:extLst>
                </p14:cNvPr>
                <p14:cNvContentPartPr/>
                <p14:nvPr/>
              </p14:nvContentPartPr>
              <p14:xfrm>
                <a:off x="2947320" y="2181044"/>
                <a:ext cx="85680" cy="45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4AE86BD-B580-71F3-0397-B4F51E01E7D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938680" y="2172404"/>
                  <a:ext cx="1033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F8C3FC2-0A08-A8D6-9D56-AFF0CF80CCA2}"/>
                    </a:ext>
                  </a:extLst>
                </p14:cNvPr>
                <p14:cNvContentPartPr/>
                <p14:nvPr/>
              </p14:nvContentPartPr>
              <p14:xfrm>
                <a:off x="3072960" y="2032004"/>
                <a:ext cx="7200" cy="658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F8C3FC2-0A08-A8D6-9D56-AFF0CF80CCA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064320" y="2023364"/>
                  <a:ext cx="248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7F3AB4F-4CD9-7A67-D1C7-5B7370879F8A}"/>
                    </a:ext>
                  </a:extLst>
                </p14:cNvPr>
                <p14:cNvContentPartPr/>
                <p14:nvPr/>
              </p14:nvContentPartPr>
              <p14:xfrm>
                <a:off x="2787840" y="2025524"/>
                <a:ext cx="26280" cy="12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7F3AB4F-4CD9-7A67-D1C7-5B7370879F8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778840" y="2016884"/>
                  <a:ext cx="439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321654D-44DD-EEAC-81AF-E30B850B851B}"/>
                    </a:ext>
                  </a:extLst>
                </p14:cNvPr>
                <p14:cNvContentPartPr/>
                <p14:nvPr/>
              </p14:nvContentPartPr>
              <p14:xfrm>
                <a:off x="2561040" y="1908524"/>
                <a:ext cx="33120" cy="626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321654D-44DD-EEAC-81AF-E30B850B851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552040" y="1899524"/>
                  <a:ext cx="507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D68CD60-B95E-41FF-3989-F95FD31F8A3D}"/>
                    </a:ext>
                  </a:extLst>
                </p14:cNvPr>
                <p14:cNvContentPartPr/>
                <p14:nvPr/>
              </p14:nvContentPartPr>
              <p14:xfrm>
                <a:off x="2474280" y="1580924"/>
                <a:ext cx="39240" cy="45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D68CD60-B95E-41FF-3989-F95FD31F8A3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465280" y="1571924"/>
                  <a:ext cx="568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19C46FF-1F05-518C-982E-26A7CAC38F4E}"/>
                    </a:ext>
                  </a:extLst>
                </p14:cNvPr>
                <p14:cNvContentPartPr/>
                <p14:nvPr/>
              </p14:nvContentPartPr>
              <p14:xfrm>
                <a:off x="2722320" y="1335044"/>
                <a:ext cx="80640" cy="576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19C46FF-1F05-518C-982E-26A7CAC38F4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713680" y="1326404"/>
                  <a:ext cx="982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475F419-39B2-2CA3-D4CC-E00ED50308A6}"/>
                    </a:ext>
                  </a:extLst>
                </p14:cNvPr>
                <p14:cNvContentPartPr/>
                <p14:nvPr/>
              </p14:nvContentPartPr>
              <p14:xfrm>
                <a:off x="3138480" y="1444844"/>
                <a:ext cx="23040" cy="260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475F419-39B2-2CA3-D4CC-E00ED50308A6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129480" y="1435844"/>
                  <a:ext cx="4068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A2E512F-AA78-8FC8-ACE3-8B13C6F2151C}"/>
                    </a:ext>
                  </a:extLst>
                </p14:cNvPr>
                <p14:cNvContentPartPr/>
                <p14:nvPr/>
              </p14:nvContentPartPr>
              <p14:xfrm>
                <a:off x="2927880" y="1751204"/>
                <a:ext cx="168120" cy="42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A2E512F-AA78-8FC8-ACE3-8B13C6F2151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919240" y="1742204"/>
                  <a:ext cx="1857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70D1FE2-31FD-BF91-B9A7-9D1D1C52A00D}"/>
                    </a:ext>
                  </a:extLst>
                </p14:cNvPr>
                <p14:cNvContentPartPr/>
                <p14:nvPr/>
              </p14:nvContentPartPr>
              <p14:xfrm>
                <a:off x="2762640" y="1527284"/>
                <a:ext cx="12240" cy="48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70D1FE2-31FD-BF91-B9A7-9D1D1C52A00D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754000" y="1518284"/>
                  <a:ext cx="298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8B04803-FB8A-E951-15D7-1D059D365E17}"/>
                    </a:ext>
                  </a:extLst>
                </p14:cNvPr>
                <p14:cNvContentPartPr/>
                <p14:nvPr/>
              </p14:nvContentPartPr>
              <p14:xfrm>
                <a:off x="2637000" y="1409564"/>
                <a:ext cx="99000" cy="622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8B04803-FB8A-E951-15D7-1D059D365E1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628360" y="1400564"/>
                  <a:ext cx="1166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28A1A99-6FB5-2587-3588-161645A8F9D2}"/>
                    </a:ext>
                  </a:extLst>
                </p14:cNvPr>
                <p14:cNvContentPartPr/>
                <p14:nvPr/>
              </p14:nvContentPartPr>
              <p14:xfrm>
                <a:off x="2549520" y="1291124"/>
                <a:ext cx="28800" cy="496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28A1A99-6FB5-2587-3588-161645A8F9D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540880" y="1282124"/>
                  <a:ext cx="464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B041A2B-358F-11B4-80AC-E092E041975B}"/>
                    </a:ext>
                  </a:extLst>
                </p14:cNvPr>
                <p14:cNvContentPartPr/>
                <p14:nvPr/>
              </p14:nvContentPartPr>
              <p14:xfrm>
                <a:off x="2794680" y="1219124"/>
                <a:ext cx="99000" cy="28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B041A2B-358F-11B4-80AC-E092E041975B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786040" y="1210484"/>
                  <a:ext cx="1166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73A7B70-C46E-F149-401C-3DF2AA2FF710}"/>
                    </a:ext>
                  </a:extLst>
                </p14:cNvPr>
                <p14:cNvContentPartPr/>
                <p14:nvPr/>
              </p14:nvContentPartPr>
              <p14:xfrm>
                <a:off x="3067560" y="1232804"/>
                <a:ext cx="110160" cy="774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73A7B70-C46E-F149-401C-3DF2AA2FF710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058560" y="1223804"/>
                  <a:ext cx="1278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E151A9D-74A9-0A8A-7F8F-9B3B613D4421}"/>
                    </a:ext>
                  </a:extLst>
                </p14:cNvPr>
                <p14:cNvContentPartPr/>
                <p14:nvPr/>
              </p14:nvContentPartPr>
              <p14:xfrm>
                <a:off x="3243960" y="1492364"/>
                <a:ext cx="58320" cy="142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E151A9D-74A9-0A8A-7F8F-9B3B613D442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235320" y="1483724"/>
                  <a:ext cx="759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54BFF30-8C67-EF25-2B05-36DCFD03ECF1}"/>
                    </a:ext>
                  </a:extLst>
                </p14:cNvPr>
                <p14:cNvContentPartPr/>
                <p14:nvPr/>
              </p14:nvContentPartPr>
              <p14:xfrm>
                <a:off x="3232800" y="1871804"/>
                <a:ext cx="6120" cy="691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54BFF30-8C67-EF25-2B05-36DCFD03ECF1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223800" y="1863164"/>
                  <a:ext cx="237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8C6F9F4-EE89-F11E-22F9-C90FFE5AD07B}"/>
                    </a:ext>
                  </a:extLst>
                </p14:cNvPr>
                <p14:cNvContentPartPr/>
                <p14:nvPr/>
              </p14:nvContentPartPr>
              <p14:xfrm>
                <a:off x="3022920" y="1956764"/>
                <a:ext cx="90720" cy="36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8C6F9F4-EE89-F11E-22F9-C90FFE5AD07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013920" y="1947764"/>
                  <a:ext cx="1083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167163A-ACEE-CAB3-1463-B73DF2427874}"/>
                    </a:ext>
                  </a:extLst>
                </p14:cNvPr>
                <p14:cNvContentPartPr/>
                <p14:nvPr/>
              </p14:nvContentPartPr>
              <p14:xfrm>
                <a:off x="2978280" y="1862444"/>
                <a:ext cx="41040" cy="23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167163A-ACEE-CAB3-1463-B73DF2427874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969280" y="1853444"/>
                  <a:ext cx="586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A6D7A20-B9A6-47F4-9316-A0922ADACBA5}"/>
                    </a:ext>
                  </a:extLst>
                </p14:cNvPr>
                <p14:cNvContentPartPr/>
                <p14:nvPr/>
              </p14:nvContentPartPr>
              <p14:xfrm>
                <a:off x="3151800" y="1887284"/>
                <a:ext cx="37440" cy="27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A6D7A20-B9A6-47F4-9316-A0922ADACBA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142800" y="1878284"/>
                  <a:ext cx="550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2821144-F992-B3AA-7807-D3621F83A93E}"/>
                    </a:ext>
                  </a:extLst>
                </p14:cNvPr>
                <p14:cNvContentPartPr/>
                <p14:nvPr/>
              </p14:nvContentPartPr>
              <p14:xfrm>
                <a:off x="3220920" y="1997444"/>
                <a:ext cx="18000" cy="32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2821144-F992-B3AA-7807-D3621F83A93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211920" y="1988444"/>
                  <a:ext cx="356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8233EFD-7134-B7F7-5250-834EE3647D7B}"/>
                    </a:ext>
                  </a:extLst>
                </p14:cNvPr>
                <p14:cNvContentPartPr/>
                <p14:nvPr/>
              </p14:nvContentPartPr>
              <p14:xfrm>
                <a:off x="3218760" y="2105804"/>
                <a:ext cx="4680" cy="7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8233EFD-7134-B7F7-5250-834EE3647D7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10120" y="2096804"/>
                  <a:ext cx="223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AC43890-0332-AFE9-D9BC-F1BE76D92B58}"/>
                    </a:ext>
                  </a:extLst>
                </p14:cNvPr>
                <p14:cNvContentPartPr/>
                <p14:nvPr/>
              </p14:nvContentPartPr>
              <p14:xfrm>
                <a:off x="2165760" y="1048844"/>
                <a:ext cx="1407960" cy="12992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AC43890-0332-AFE9-D9BC-F1BE76D92B5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157120" y="1040204"/>
                  <a:ext cx="1425600" cy="13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70B7DAE-2F27-607A-2247-305047442A60}"/>
                    </a:ext>
                  </a:extLst>
                </p14:cNvPr>
                <p14:cNvContentPartPr/>
                <p14:nvPr/>
              </p14:nvContentPartPr>
              <p14:xfrm>
                <a:off x="2339280" y="1164764"/>
                <a:ext cx="38160" cy="367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70B7DAE-2F27-607A-2247-305047442A6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330280" y="1155764"/>
                  <a:ext cx="558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097906E-D2A2-5690-2316-ED90F0A5119E}"/>
                    </a:ext>
                  </a:extLst>
                </p14:cNvPr>
                <p14:cNvContentPartPr/>
                <p14:nvPr/>
              </p14:nvContentPartPr>
              <p14:xfrm>
                <a:off x="1658880" y="1749764"/>
                <a:ext cx="973080" cy="18158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097906E-D2A2-5690-2316-ED90F0A5119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649880" y="1741124"/>
                  <a:ext cx="990720" cy="18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A581174-AFBA-2928-0445-2A49273A275C}"/>
                    </a:ext>
                  </a:extLst>
                </p14:cNvPr>
                <p14:cNvContentPartPr/>
                <p14:nvPr/>
              </p14:nvContentPartPr>
              <p14:xfrm>
                <a:off x="1756080" y="3513044"/>
                <a:ext cx="73080" cy="1411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A581174-AFBA-2928-0445-2A49273A275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747440" y="3504044"/>
                  <a:ext cx="90720" cy="15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741F429C-E874-A9E4-69F5-0E7A7E0AF127}"/>
                  </a:ext>
                </a:extLst>
              </p14:cNvPr>
              <p14:cNvContentPartPr/>
              <p14:nvPr/>
            </p14:nvContentPartPr>
            <p14:xfrm>
              <a:off x="2099880" y="3581444"/>
              <a:ext cx="194760" cy="12816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741F429C-E874-A9E4-69F5-0E7A7E0AF127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2090880" y="3572444"/>
                <a:ext cx="21240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A9FA77E1-30CF-6B53-1244-B5AC6ACB8D55}"/>
                  </a:ext>
                </a:extLst>
              </p14:cNvPr>
              <p14:cNvContentPartPr/>
              <p14:nvPr/>
            </p14:nvContentPartPr>
            <p14:xfrm>
              <a:off x="2378160" y="3595124"/>
              <a:ext cx="227520" cy="2700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A9FA77E1-30CF-6B53-1244-B5AC6ACB8D55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2369160" y="3586124"/>
                <a:ext cx="24516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3971CC78-11B9-93C0-2C5B-6B51AFEB02E4}"/>
                  </a:ext>
                </a:extLst>
              </p14:cNvPr>
              <p14:cNvContentPartPr/>
              <p14:nvPr/>
            </p14:nvContentPartPr>
            <p14:xfrm>
              <a:off x="2559240" y="3570644"/>
              <a:ext cx="66600" cy="12636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3971CC78-11B9-93C0-2C5B-6B51AFEB02E4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2550600" y="3562004"/>
                <a:ext cx="8424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8ED16BF4-56F1-3264-12D3-86D8EED8ECF2}"/>
                  </a:ext>
                </a:extLst>
              </p14:cNvPr>
              <p14:cNvContentPartPr/>
              <p14:nvPr/>
            </p14:nvContentPartPr>
            <p14:xfrm>
              <a:off x="2831040" y="3579644"/>
              <a:ext cx="249120" cy="10944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8ED16BF4-56F1-3264-12D3-86D8EED8ECF2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2822400" y="3571004"/>
                <a:ext cx="26676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21A048BB-3A30-B09B-009B-120264F4847F}"/>
                  </a:ext>
                </a:extLst>
              </p14:cNvPr>
              <p14:cNvContentPartPr/>
              <p14:nvPr/>
            </p14:nvContentPartPr>
            <p14:xfrm>
              <a:off x="3148920" y="3594404"/>
              <a:ext cx="99720" cy="9648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21A048BB-3A30-B09B-009B-120264F4847F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3140280" y="3585404"/>
                <a:ext cx="11736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ED122011-B2E8-15BA-6151-B289E9B7A9D3}"/>
                  </a:ext>
                </a:extLst>
              </p14:cNvPr>
              <p14:cNvContentPartPr/>
              <p14:nvPr/>
            </p14:nvContentPartPr>
            <p14:xfrm>
              <a:off x="3274200" y="3591884"/>
              <a:ext cx="227520" cy="9900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ED122011-B2E8-15BA-6151-B289E9B7A9D3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3265200" y="3582884"/>
                <a:ext cx="24516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5DC6F094-D0B1-8EE0-F8E7-7313530BB4D1}"/>
                  </a:ext>
                </a:extLst>
              </p14:cNvPr>
              <p14:cNvContentPartPr/>
              <p14:nvPr/>
            </p14:nvContentPartPr>
            <p14:xfrm>
              <a:off x="3456360" y="3535364"/>
              <a:ext cx="48240" cy="4104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5DC6F094-D0B1-8EE0-F8E7-7313530BB4D1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3447720" y="3526364"/>
                <a:ext cx="6588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4C22FE0D-9338-31EE-A4E1-DA8C0C41E087}"/>
                  </a:ext>
                </a:extLst>
              </p14:cNvPr>
              <p14:cNvContentPartPr/>
              <p14:nvPr/>
            </p14:nvContentPartPr>
            <p14:xfrm>
              <a:off x="3639960" y="3604124"/>
              <a:ext cx="221760" cy="8640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4C22FE0D-9338-31EE-A4E1-DA8C0C41E087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3630960" y="3595124"/>
                <a:ext cx="23940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9A36A03D-B61A-0ABF-7712-27304DA7F31B}"/>
                  </a:ext>
                </a:extLst>
              </p14:cNvPr>
              <p14:cNvContentPartPr/>
              <p14:nvPr/>
            </p14:nvContentPartPr>
            <p14:xfrm>
              <a:off x="3890520" y="3604844"/>
              <a:ext cx="363960" cy="11412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9A36A03D-B61A-0ABF-7712-27304DA7F31B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3881880" y="3595844"/>
                <a:ext cx="38160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301E086B-7910-4291-2AB6-440EB8CC6214}"/>
                  </a:ext>
                </a:extLst>
              </p14:cNvPr>
              <p14:cNvContentPartPr/>
              <p14:nvPr/>
            </p14:nvContentPartPr>
            <p14:xfrm>
              <a:off x="4735080" y="3427004"/>
              <a:ext cx="324000" cy="25812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301E086B-7910-4291-2AB6-440EB8CC6214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4726440" y="3418004"/>
                <a:ext cx="34164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6091C1A6-8A9C-2933-729B-F2E28CA15470}"/>
                  </a:ext>
                </a:extLst>
              </p14:cNvPr>
              <p14:cNvContentPartPr/>
              <p14:nvPr/>
            </p14:nvContentPartPr>
            <p14:xfrm>
              <a:off x="4992120" y="3497564"/>
              <a:ext cx="46800" cy="3420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6091C1A6-8A9C-2933-729B-F2E28CA15470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4983480" y="3488924"/>
                <a:ext cx="6444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A532DC40-5227-26A5-E9BC-57DEBD887C4F}"/>
                  </a:ext>
                </a:extLst>
              </p14:cNvPr>
              <p14:cNvContentPartPr/>
              <p14:nvPr/>
            </p14:nvContentPartPr>
            <p14:xfrm>
              <a:off x="5074920" y="3514124"/>
              <a:ext cx="73440" cy="13248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A532DC40-5227-26A5-E9BC-57DEBD887C4F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5065920" y="3505124"/>
                <a:ext cx="9108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124ECC6E-47DC-ECEF-E469-ED13794BCAC0}"/>
                  </a:ext>
                </a:extLst>
              </p14:cNvPr>
              <p14:cNvContentPartPr/>
              <p14:nvPr/>
            </p14:nvContentPartPr>
            <p14:xfrm>
              <a:off x="5240880" y="3483884"/>
              <a:ext cx="70200" cy="20160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124ECC6E-47DC-ECEF-E469-ED13794BCAC0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5232240" y="3474884"/>
                <a:ext cx="8784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BCF5C1F4-9E0E-BB81-EBD1-32A735E24335}"/>
                  </a:ext>
                </a:extLst>
              </p14:cNvPr>
              <p14:cNvContentPartPr/>
              <p14:nvPr/>
            </p14:nvContentPartPr>
            <p14:xfrm>
              <a:off x="5226120" y="3564164"/>
              <a:ext cx="111240" cy="2160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BCF5C1F4-9E0E-BB81-EBD1-32A735E24335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5217120" y="3555524"/>
                <a:ext cx="12888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51F7FDA3-EF63-7D3D-49B4-D29DA001C467}"/>
                  </a:ext>
                </a:extLst>
              </p14:cNvPr>
              <p14:cNvContentPartPr/>
              <p14:nvPr/>
            </p14:nvContentPartPr>
            <p14:xfrm>
              <a:off x="5395320" y="3538244"/>
              <a:ext cx="137160" cy="8784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51F7FDA3-EF63-7D3D-49B4-D29DA001C467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5386680" y="3529244"/>
                <a:ext cx="15480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87B96C7E-D188-0724-0691-968BB1CFF6F8}"/>
                  </a:ext>
                </a:extLst>
              </p14:cNvPr>
              <p14:cNvContentPartPr/>
              <p14:nvPr/>
            </p14:nvContentPartPr>
            <p14:xfrm>
              <a:off x="5573880" y="3552284"/>
              <a:ext cx="77400" cy="17136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87B96C7E-D188-0724-0691-968BB1CFF6F8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5564880" y="3543644"/>
                <a:ext cx="9504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DFA43527-E41A-B8B8-26E4-E494FC44BCF1}"/>
                  </a:ext>
                </a:extLst>
              </p14:cNvPr>
              <p14:cNvContentPartPr/>
              <p14:nvPr/>
            </p14:nvContentPartPr>
            <p14:xfrm>
              <a:off x="5753160" y="3544724"/>
              <a:ext cx="294480" cy="9684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DFA43527-E41A-B8B8-26E4-E494FC44BCF1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5744160" y="3536084"/>
                <a:ext cx="312120" cy="11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82386F84-C93E-6E6B-2CE4-4D597F1FDE7F}"/>
              </a:ext>
            </a:extLst>
          </p:cNvPr>
          <p:cNvGrpSpPr/>
          <p:nvPr/>
        </p:nvGrpSpPr>
        <p:grpSpPr>
          <a:xfrm>
            <a:off x="6421680" y="3422324"/>
            <a:ext cx="810360" cy="259560"/>
            <a:chOff x="6421680" y="3422324"/>
            <a:chExt cx="81036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A3DCB2A-FEBD-2F48-6BA2-B40AA12967B8}"/>
                    </a:ext>
                  </a:extLst>
                </p14:cNvPr>
                <p14:cNvContentPartPr/>
                <p14:nvPr/>
              </p14:nvContentPartPr>
              <p14:xfrm>
                <a:off x="6421680" y="3463004"/>
                <a:ext cx="46800" cy="1576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A3DCB2A-FEBD-2F48-6BA2-B40AA12967B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412680" y="3454004"/>
                  <a:ext cx="644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F4692D1-C970-C11D-F7AA-614DF680AA53}"/>
                    </a:ext>
                  </a:extLst>
                </p14:cNvPr>
                <p14:cNvContentPartPr/>
                <p14:nvPr/>
              </p14:nvContentPartPr>
              <p14:xfrm>
                <a:off x="6440400" y="3510884"/>
                <a:ext cx="105480" cy="1231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F4692D1-C970-C11D-F7AA-614DF680AA5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431400" y="3501884"/>
                  <a:ext cx="1231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8EE2932-C1BE-8295-6DE0-39D3E3CBEE3C}"/>
                    </a:ext>
                  </a:extLst>
                </p14:cNvPr>
                <p14:cNvContentPartPr/>
                <p14:nvPr/>
              </p14:nvContentPartPr>
              <p14:xfrm>
                <a:off x="6494400" y="3571724"/>
                <a:ext cx="115200" cy="691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8EE2932-C1BE-8295-6DE0-39D3E3CBEE3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485400" y="3563084"/>
                  <a:ext cx="1328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DABF357-B072-11FB-FF95-5EF0E76C0FD0}"/>
                    </a:ext>
                  </a:extLst>
                </p14:cNvPr>
                <p14:cNvContentPartPr/>
                <p14:nvPr/>
              </p14:nvContentPartPr>
              <p14:xfrm>
                <a:off x="6615720" y="3454724"/>
                <a:ext cx="21960" cy="2019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DABF357-B072-11FB-FF95-5EF0E76C0FD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607080" y="3445724"/>
                  <a:ext cx="396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5ACC8EA-5FAD-78F3-5718-B5D6E2231CB1}"/>
                    </a:ext>
                  </a:extLst>
                </p14:cNvPr>
                <p14:cNvContentPartPr/>
                <p14:nvPr/>
              </p14:nvContentPartPr>
              <p14:xfrm>
                <a:off x="6685560" y="3596204"/>
                <a:ext cx="33120" cy="644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5ACC8EA-5FAD-78F3-5718-B5D6E2231CB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676560" y="3587564"/>
                  <a:ext cx="507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6E883D2-4E8D-0992-FBB8-3FC794F5DF9E}"/>
                    </a:ext>
                  </a:extLst>
                </p14:cNvPr>
                <p14:cNvContentPartPr/>
                <p14:nvPr/>
              </p14:nvContentPartPr>
              <p14:xfrm>
                <a:off x="6692760" y="3513044"/>
                <a:ext cx="23760" cy="64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6E883D2-4E8D-0992-FBB8-3FC794F5DF9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684120" y="3504404"/>
                  <a:ext cx="414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B040073-D629-79B3-128D-5729064A2C97}"/>
                    </a:ext>
                  </a:extLst>
                </p14:cNvPr>
                <p14:cNvContentPartPr/>
                <p14:nvPr/>
              </p14:nvContentPartPr>
              <p14:xfrm>
                <a:off x="6771960" y="3473444"/>
                <a:ext cx="19440" cy="1778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B040073-D629-79B3-128D-5729064A2C9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763320" y="3464804"/>
                  <a:ext cx="370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D57F963-48CD-6375-2AED-E74905079CE2}"/>
                    </a:ext>
                  </a:extLst>
                </p14:cNvPr>
                <p14:cNvContentPartPr/>
                <p14:nvPr/>
              </p14:nvContentPartPr>
              <p14:xfrm>
                <a:off x="6750720" y="3554804"/>
                <a:ext cx="137880" cy="626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D57F963-48CD-6375-2AED-E74905079CE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742080" y="3545804"/>
                  <a:ext cx="1555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0E2E192-10E2-CBDE-2DA8-74543B9CCC45}"/>
                    </a:ext>
                  </a:extLst>
                </p14:cNvPr>
                <p14:cNvContentPartPr/>
                <p14:nvPr/>
              </p14:nvContentPartPr>
              <p14:xfrm>
                <a:off x="6884280" y="3422324"/>
                <a:ext cx="219240" cy="2106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0E2E192-10E2-CBDE-2DA8-74543B9CCC4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875280" y="3413324"/>
                  <a:ext cx="2368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1FC31AB-0C8D-0714-3F65-FAB852E0AF75}"/>
                    </a:ext>
                  </a:extLst>
                </p14:cNvPr>
                <p14:cNvContentPartPr/>
                <p14:nvPr/>
              </p14:nvContentPartPr>
              <p14:xfrm>
                <a:off x="7043760" y="3506564"/>
                <a:ext cx="51120" cy="255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1FC31AB-0C8D-0714-3F65-FAB852E0AF7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035120" y="3497564"/>
                  <a:ext cx="687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6A77D27-1111-B773-F8FC-320BF5FD84BB}"/>
                    </a:ext>
                  </a:extLst>
                </p14:cNvPr>
                <p14:cNvContentPartPr/>
                <p14:nvPr/>
              </p14:nvContentPartPr>
              <p14:xfrm>
                <a:off x="7147800" y="3544724"/>
                <a:ext cx="84240" cy="1371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6A77D27-1111-B773-F8FC-320BF5FD84B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139160" y="3536084"/>
                  <a:ext cx="101880" cy="15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582D63C1-50A5-91A4-889D-DC428D1BA37D}"/>
              </a:ext>
            </a:extLst>
          </p:cNvPr>
          <p:cNvGrpSpPr/>
          <p:nvPr/>
        </p:nvGrpSpPr>
        <p:grpSpPr>
          <a:xfrm>
            <a:off x="7483680" y="3375524"/>
            <a:ext cx="825120" cy="354600"/>
            <a:chOff x="7483680" y="3375524"/>
            <a:chExt cx="825120" cy="35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7376CBF-0DF9-902B-505A-8DC5866513BA}"/>
                    </a:ext>
                  </a:extLst>
                </p14:cNvPr>
                <p14:cNvContentPartPr/>
                <p14:nvPr/>
              </p14:nvContentPartPr>
              <p14:xfrm>
                <a:off x="7483680" y="3375524"/>
                <a:ext cx="173160" cy="3146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7376CBF-0DF9-902B-505A-8DC5866513B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474680" y="3366524"/>
                  <a:ext cx="19080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24DFB78-5370-CF0A-2EDD-FF55C596C84C}"/>
                    </a:ext>
                  </a:extLst>
                </p14:cNvPr>
                <p14:cNvContentPartPr/>
                <p14:nvPr/>
              </p14:nvContentPartPr>
              <p14:xfrm>
                <a:off x="7580160" y="3506924"/>
                <a:ext cx="171720" cy="244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24DFB78-5370-CF0A-2EDD-FF55C596C84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571160" y="3498284"/>
                  <a:ext cx="1893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28F986C-9F74-5079-C336-65985E6309AA}"/>
                    </a:ext>
                  </a:extLst>
                </p14:cNvPr>
                <p14:cNvContentPartPr/>
                <p14:nvPr/>
              </p14:nvContentPartPr>
              <p14:xfrm>
                <a:off x="7776720" y="3484604"/>
                <a:ext cx="120960" cy="871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28F986C-9F74-5079-C336-65985E6309A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768080" y="3475964"/>
                  <a:ext cx="1386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80E9CD2-FB22-A438-CEA8-5F90EB938F95}"/>
                    </a:ext>
                  </a:extLst>
                </p14:cNvPr>
                <p14:cNvContentPartPr/>
                <p14:nvPr/>
              </p14:nvContentPartPr>
              <p14:xfrm>
                <a:off x="7945920" y="3473804"/>
                <a:ext cx="82080" cy="936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80E9CD2-FB22-A438-CEA8-5F90EB938F9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936920" y="3464804"/>
                  <a:ext cx="997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6B6C710-490C-72CF-AFB8-C1B3BBA5514B}"/>
                    </a:ext>
                  </a:extLst>
                </p14:cNvPr>
                <p14:cNvContentPartPr/>
                <p14:nvPr/>
              </p14:nvContentPartPr>
              <p14:xfrm>
                <a:off x="8067240" y="3488204"/>
                <a:ext cx="166680" cy="2419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6B6C710-490C-72CF-AFB8-C1B3BBA5514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058240" y="3479204"/>
                  <a:ext cx="1843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6F8AE0C-0278-0503-98BC-E49FBCC31E2E}"/>
                    </a:ext>
                  </a:extLst>
                </p14:cNvPr>
                <p14:cNvContentPartPr/>
                <p14:nvPr/>
              </p14:nvContentPartPr>
              <p14:xfrm>
                <a:off x="8236080" y="3478124"/>
                <a:ext cx="72720" cy="864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6F8AE0C-0278-0503-98BC-E49FBCC31E2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227440" y="3469124"/>
                  <a:ext cx="90360" cy="10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30C2CC7C-EEA3-8CA5-4F9B-8D4888348C84}"/>
              </a:ext>
            </a:extLst>
          </p:cNvPr>
          <p:cNvGrpSpPr/>
          <p:nvPr/>
        </p:nvGrpSpPr>
        <p:grpSpPr>
          <a:xfrm>
            <a:off x="8498160" y="3175364"/>
            <a:ext cx="1050120" cy="457920"/>
            <a:chOff x="8498160" y="3175364"/>
            <a:chExt cx="1050120" cy="45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5FF8589-F4B4-B8EE-3ECD-9542DFB82625}"/>
                    </a:ext>
                  </a:extLst>
                </p14:cNvPr>
                <p14:cNvContentPartPr/>
                <p14:nvPr/>
              </p14:nvContentPartPr>
              <p14:xfrm>
                <a:off x="8498160" y="3205604"/>
                <a:ext cx="185760" cy="3690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5FF8589-F4B4-B8EE-3ECD-9542DFB8262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489160" y="3196604"/>
                  <a:ext cx="20340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49A0277-B368-4886-0216-4A5D46313286}"/>
                    </a:ext>
                  </a:extLst>
                </p14:cNvPr>
                <p14:cNvContentPartPr/>
                <p14:nvPr/>
              </p14:nvContentPartPr>
              <p14:xfrm>
                <a:off x="8700840" y="3383444"/>
                <a:ext cx="19440" cy="1533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49A0277-B368-4886-0216-4A5D4631328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691840" y="3374444"/>
                  <a:ext cx="370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2823F0C-C771-9B2A-6CD2-DFAD72E77F14}"/>
                    </a:ext>
                  </a:extLst>
                </p14:cNvPr>
                <p14:cNvContentPartPr/>
                <p14:nvPr/>
              </p14:nvContentPartPr>
              <p14:xfrm>
                <a:off x="8686080" y="3322244"/>
                <a:ext cx="144360" cy="2019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2823F0C-C771-9B2A-6CD2-DFAD72E77F1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677080" y="3313244"/>
                  <a:ext cx="1620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966717A-C7FB-DC49-F224-1769B048DDD0}"/>
                    </a:ext>
                  </a:extLst>
                </p14:cNvPr>
                <p14:cNvContentPartPr/>
                <p14:nvPr/>
              </p14:nvContentPartPr>
              <p14:xfrm>
                <a:off x="8926200" y="3346364"/>
                <a:ext cx="159480" cy="1332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966717A-C7FB-DC49-F224-1769B048DDD0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917200" y="3337364"/>
                  <a:ext cx="1771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B0837FD-F53E-7AB7-0539-6EDE9C5B583A}"/>
                    </a:ext>
                  </a:extLst>
                </p14:cNvPr>
                <p14:cNvContentPartPr/>
                <p14:nvPr/>
              </p14:nvContentPartPr>
              <p14:xfrm>
                <a:off x="9190440" y="3361124"/>
                <a:ext cx="18720" cy="1533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B0837FD-F53E-7AB7-0539-6EDE9C5B583A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181800" y="3352124"/>
                  <a:ext cx="363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87D2F23-6C17-FEE9-2540-D90F3731558B}"/>
                    </a:ext>
                  </a:extLst>
                </p14:cNvPr>
                <p14:cNvContentPartPr/>
                <p14:nvPr/>
              </p14:nvContentPartPr>
              <p14:xfrm>
                <a:off x="9198720" y="3312524"/>
                <a:ext cx="133920" cy="3009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87D2F23-6C17-FEE9-2540-D90F3731558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189720" y="3303884"/>
                  <a:ext cx="15156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C0B7BEC6-31CA-2442-EEB0-F3F8B03B12BF}"/>
                    </a:ext>
                  </a:extLst>
                </p14:cNvPr>
                <p14:cNvContentPartPr/>
                <p14:nvPr/>
              </p14:nvContentPartPr>
              <p14:xfrm>
                <a:off x="9281880" y="3424124"/>
                <a:ext cx="122400" cy="468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C0B7BEC6-31CA-2442-EEB0-F3F8B03B12B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272880" y="3415124"/>
                  <a:ext cx="1400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9C2F461-92B8-EB2E-094F-AA56CD26AB42}"/>
                    </a:ext>
                  </a:extLst>
                </p14:cNvPr>
                <p14:cNvContentPartPr/>
                <p14:nvPr/>
              </p14:nvContentPartPr>
              <p14:xfrm>
                <a:off x="9392760" y="3175364"/>
                <a:ext cx="155520" cy="4579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9C2F461-92B8-EB2E-094F-AA56CD26AB4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384120" y="3166724"/>
                  <a:ext cx="173160" cy="47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7417C528-BDB0-1D8B-D118-DA14EC51E343}"/>
                  </a:ext>
                </a:extLst>
              </p14:cNvPr>
              <p14:cNvContentPartPr/>
              <p14:nvPr/>
            </p14:nvContentPartPr>
            <p14:xfrm>
              <a:off x="3953880" y="1930844"/>
              <a:ext cx="156240" cy="18576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7417C528-BDB0-1D8B-D118-DA14EC51E343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3945240" y="1921844"/>
                <a:ext cx="173880" cy="20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9" name="Group 148">
            <a:extLst>
              <a:ext uri="{FF2B5EF4-FFF2-40B4-BE49-F238E27FC236}">
                <a16:creationId xmlns:a16="http://schemas.microsoft.com/office/drawing/2014/main" id="{0C47ABE0-4A68-E240-EBC9-7328B46251B8}"/>
              </a:ext>
            </a:extLst>
          </p:cNvPr>
          <p:cNvGrpSpPr/>
          <p:nvPr/>
        </p:nvGrpSpPr>
        <p:grpSpPr>
          <a:xfrm>
            <a:off x="2112120" y="4032524"/>
            <a:ext cx="509040" cy="262080"/>
            <a:chOff x="2112120" y="4032524"/>
            <a:chExt cx="509040" cy="26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14CA012-0973-3A67-6ACB-541F7B2F6C86}"/>
                    </a:ext>
                  </a:extLst>
                </p14:cNvPr>
                <p14:cNvContentPartPr/>
                <p14:nvPr/>
              </p14:nvContentPartPr>
              <p14:xfrm>
                <a:off x="2112120" y="4032524"/>
                <a:ext cx="159840" cy="2502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14CA012-0973-3A67-6ACB-541F7B2F6C8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103120" y="4023884"/>
                  <a:ext cx="17748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0E3B738-56CB-F907-3AD9-F6898E8039EA}"/>
                    </a:ext>
                  </a:extLst>
                </p14:cNvPr>
                <p14:cNvContentPartPr/>
                <p14:nvPr/>
              </p14:nvContentPartPr>
              <p14:xfrm>
                <a:off x="2377440" y="4180484"/>
                <a:ext cx="159480" cy="439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0E3B738-56CB-F907-3AD9-F6898E8039E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368800" y="4171484"/>
                  <a:ext cx="1771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B4CD7956-DE61-6E03-E5A8-EE1C8909FF5F}"/>
                    </a:ext>
                  </a:extLst>
                </p14:cNvPr>
                <p14:cNvContentPartPr/>
                <p14:nvPr/>
              </p14:nvContentPartPr>
              <p14:xfrm>
                <a:off x="2514600" y="4126844"/>
                <a:ext cx="106560" cy="1677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B4CD7956-DE61-6E03-E5A8-EE1C8909FF5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505600" y="4117844"/>
                  <a:ext cx="124200" cy="18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EFB65595-F8C1-6D69-81A6-64EA2CED8570}"/>
              </a:ext>
            </a:extLst>
          </p:cNvPr>
          <p:cNvGrpSpPr/>
          <p:nvPr/>
        </p:nvGrpSpPr>
        <p:grpSpPr>
          <a:xfrm>
            <a:off x="2905920" y="4063844"/>
            <a:ext cx="1155240" cy="309600"/>
            <a:chOff x="2905920" y="4063844"/>
            <a:chExt cx="1155240" cy="30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ECCC7F2-ECCA-5424-794B-7BF8456890D5}"/>
                    </a:ext>
                  </a:extLst>
                </p14:cNvPr>
                <p14:cNvContentPartPr/>
                <p14:nvPr/>
              </p14:nvContentPartPr>
              <p14:xfrm>
                <a:off x="2905920" y="4081484"/>
                <a:ext cx="15480" cy="2102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ECCC7F2-ECCA-5424-794B-7BF8456890D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897280" y="4072484"/>
                  <a:ext cx="331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CFE1992-8851-1D12-FAD9-CBBC641D1913}"/>
                    </a:ext>
                  </a:extLst>
                </p14:cNvPr>
                <p14:cNvContentPartPr/>
                <p14:nvPr/>
              </p14:nvContentPartPr>
              <p14:xfrm>
                <a:off x="2948040" y="4113884"/>
                <a:ext cx="107640" cy="1296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CFE1992-8851-1D12-FAD9-CBBC641D191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939400" y="4105244"/>
                  <a:ext cx="1252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DC24165E-A2B0-4FE1-CBEC-79C01CF9479F}"/>
                    </a:ext>
                  </a:extLst>
                </p14:cNvPr>
                <p14:cNvContentPartPr/>
                <p14:nvPr/>
              </p14:nvContentPartPr>
              <p14:xfrm>
                <a:off x="3013920" y="4063844"/>
                <a:ext cx="113400" cy="1713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DC24165E-A2B0-4FE1-CBEC-79C01CF9479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005280" y="4054844"/>
                  <a:ext cx="1310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F2D352D-81F6-B0A6-5189-08FE0BDCA6AB}"/>
                    </a:ext>
                  </a:extLst>
                </p14:cNvPr>
                <p14:cNvContentPartPr/>
                <p14:nvPr/>
              </p14:nvContentPartPr>
              <p14:xfrm>
                <a:off x="3110040" y="4073564"/>
                <a:ext cx="17280" cy="2214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F2D352D-81F6-B0A6-5189-08FE0BDCA6A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101400" y="4064924"/>
                  <a:ext cx="349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309747C-8364-7C2D-29A4-78AFAB849BF8}"/>
                    </a:ext>
                  </a:extLst>
                </p14:cNvPr>
                <p14:cNvContentPartPr/>
                <p14:nvPr/>
              </p14:nvContentPartPr>
              <p14:xfrm>
                <a:off x="3204360" y="4208564"/>
                <a:ext cx="19800" cy="604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309747C-8364-7C2D-29A4-78AFAB849BF8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195720" y="4199564"/>
                  <a:ext cx="374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4B4F37AB-F898-30F5-AFEC-ED256590AF4F}"/>
                    </a:ext>
                  </a:extLst>
                </p14:cNvPr>
                <p14:cNvContentPartPr/>
                <p14:nvPr/>
              </p14:nvContentPartPr>
              <p14:xfrm>
                <a:off x="3205080" y="4136204"/>
                <a:ext cx="38520" cy="320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4B4F37AB-F898-30F5-AFEC-ED256590AF4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196440" y="4127204"/>
                  <a:ext cx="561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F6D7CF43-DC3A-0343-AAB8-88214A5BDF9F}"/>
                    </a:ext>
                  </a:extLst>
                </p14:cNvPr>
                <p14:cNvContentPartPr/>
                <p14:nvPr/>
              </p14:nvContentPartPr>
              <p14:xfrm>
                <a:off x="3298680" y="4157804"/>
                <a:ext cx="100080" cy="1134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F6D7CF43-DC3A-0343-AAB8-88214A5BDF9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289680" y="4149164"/>
                  <a:ext cx="1177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A2548FA-EA3C-1B8C-BC66-0C708892BE11}"/>
                    </a:ext>
                  </a:extLst>
                </p14:cNvPr>
                <p14:cNvContentPartPr/>
                <p14:nvPr/>
              </p14:nvContentPartPr>
              <p14:xfrm>
                <a:off x="3469680" y="4173284"/>
                <a:ext cx="14040" cy="892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A2548FA-EA3C-1B8C-BC66-0C708892BE11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460680" y="4164284"/>
                  <a:ext cx="316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DE2B1173-2313-CDD9-85C9-FB4294303D3C}"/>
                    </a:ext>
                  </a:extLst>
                </p14:cNvPr>
                <p14:cNvContentPartPr/>
                <p14:nvPr/>
              </p14:nvContentPartPr>
              <p14:xfrm>
                <a:off x="3453840" y="4106684"/>
                <a:ext cx="46080" cy="230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DE2B1173-2313-CDD9-85C9-FB4294303D3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445200" y="4098044"/>
                  <a:ext cx="637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4D4597DA-1FA0-C9C8-A010-84114FF51332}"/>
                    </a:ext>
                  </a:extLst>
                </p14:cNvPr>
                <p14:cNvContentPartPr/>
                <p14:nvPr/>
              </p14:nvContentPartPr>
              <p14:xfrm>
                <a:off x="3524400" y="4162124"/>
                <a:ext cx="225360" cy="982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4D4597DA-1FA0-C9C8-A010-84114FF5133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515400" y="4153124"/>
                  <a:ext cx="2430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2582867-8627-FCFA-5D3A-B6BAB83AC569}"/>
                    </a:ext>
                  </a:extLst>
                </p14:cNvPr>
                <p14:cNvContentPartPr/>
                <p14:nvPr/>
              </p14:nvContentPartPr>
              <p14:xfrm>
                <a:off x="3793680" y="4178684"/>
                <a:ext cx="267480" cy="1947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2582867-8627-FCFA-5D3A-B6BAB83AC569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785040" y="4169684"/>
                  <a:ext cx="285120" cy="21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D05F9D30-208C-21BE-0D03-CF767815EB6F}"/>
              </a:ext>
            </a:extLst>
          </p:cNvPr>
          <p:cNvGrpSpPr/>
          <p:nvPr/>
        </p:nvGrpSpPr>
        <p:grpSpPr>
          <a:xfrm>
            <a:off x="4785480" y="3973484"/>
            <a:ext cx="1150560" cy="241560"/>
            <a:chOff x="4785480" y="3973484"/>
            <a:chExt cx="1150560" cy="24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87FB8FB0-49E8-9828-924B-D80CFF927F99}"/>
                    </a:ext>
                  </a:extLst>
                </p14:cNvPr>
                <p14:cNvContentPartPr/>
                <p14:nvPr/>
              </p14:nvContentPartPr>
              <p14:xfrm>
                <a:off x="4785480" y="3973484"/>
                <a:ext cx="317160" cy="2415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7FB8FB0-49E8-9828-924B-D80CFF927F9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776840" y="3964844"/>
                  <a:ext cx="3348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AA4D526B-05EC-110F-E107-B89362544B09}"/>
                    </a:ext>
                  </a:extLst>
                </p14:cNvPr>
                <p14:cNvContentPartPr/>
                <p14:nvPr/>
              </p14:nvContentPartPr>
              <p14:xfrm>
                <a:off x="5063760" y="4026044"/>
                <a:ext cx="24120" cy="169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A4D526B-05EC-110F-E107-B89362544B0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054760" y="4017044"/>
                  <a:ext cx="417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AC9A662-F197-BB94-F317-C21C59CA8882}"/>
                    </a:ext>
                  </a:extLst>
                </p14:cNvPr>
                <p14:cNvContentPartPr/>
                <p14:nvPr/>
              </p14:nvContentPartPr>
              <p14:xfrm>
                <a:off x="5139360" y="4032524"/>
                <a:ext cx="51480" cy="1324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AC9A662-F197-BB94-F317-C21C59CA888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130720" y="4023524"/>
                  <a:ext cx="691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FF9D496C-A57B-4152-5D91-491B1E9C0DFF}"/>
                    </a:ext>
                  </a:extLst>
                </p14:cNvPr>
                <p14:cNvContentPartPr/>
                <p14:nvPr/>
              </p14:nvContentPartPr>
              <p14:xfrm>
                <a:off x="5251320" y="4010204"/>
                <a:ext cx="57600" cy="1695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FF9D496C-A57B-4152-5D91-491B1E9C0DF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242680" y="4001204"/>
                  <a:ext cx="752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1821E89-DCE5-3D9C-488B-AC0155F0590F}"/>
                    </a:ext>
                  </a:extLst>
                </p14:cNvPr>
                <p14:cNvContentPartPr/>
                <p14:nvPr/>
              </p14:nvContentPartPr>
              <p14:xfrm>
                <a:off x="5245200" y="4056644"/>
                <a:ext cx="108360" cy="450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1821E89-DCE5-3D9C-488B-AC0155F0590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236560" y="4047644"/>
                  <a:ext cx="12600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D8E72105-9921-7D1C-E0FA-313FF06F973C}"/>
                    </a:ext>
                  </a:extLst>
                </p14:cNvPr>
                <p14:cNvContentPartPr/>
                <p14:nvPr/>
              </p14:nvContentPartPr>
              <p14:xfrm>
                <a:off x="5387400" y="4074284"/>
                <a:ext cx="101520" cy="810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D8E72105-9921-7D1C-E0FA-313FF06F973C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378400" y="4065644"/>
                  <a:ext cx="1191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E4B306FE-3CA4-063B-BC62-71975DED21D8}"/>
                    </a:ext>
                  </a:extLst>
                </p14:cNvPr>
                <p14:cNvContentPartPr/>
                <p14:nvPr/>
              </p14:nvContentPartPr>
              <p14:xfrm>
                <a:off x="5518080" y="4089044"/>
                <a:ext cx="187560" cy="795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E4B306FE-3CA4-063B-BC62-71975DED21D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509080" y="4080044"/>
                  <a:ext cx="2052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327D358-7661-041A-C5EC-C7971ED5F488}"/>
                    </a:ext>
                  </a:extLst>
                </p14:cNvPr>
                <p14:cNvContentPartPr/>
                <p14:nvPr/>
              </p14:nvContentPartPr>
              <p14:xfrm>
                <a:off x="5663160" y="4075004"/>
                <a:ext cx="272880" cy="1112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327D358-7661-041A-C5EC-C7971ED5F48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654160" y="4066004"/>
                  <a:ext cx="290520" cy="12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EF0A8799-096C-0BA3-A5F9-9C1A0CA721B1}"/>
              </a:ext>
            </a:extLst>
          </p:cNvPr>
          <p:cNvGrpSpPr/>
          <p:nvPr/>
        </p:nvGrpSpPr>
        <p:grpSpPr>
          <a:xfrm>
            <a:off x="6217560" y="3988604"/>
            <a:ext cx="1056960" cy="259920"/>
            <a:chOff x="6217560" y="3988604"/>
            <a:chExt cx="1056960" cy="25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CE4BB0F-2E18-7BFC-AB78-1DC266A92773}"/>
                    </a:ext>
                  </a:extLst>
                </p14:cNvPr>
                <p14:cNvContentPartPr/>
                <p14:nvPr/>
              </p14:nvContentPartPr>
              <p14:xfrm>
                <a:off x="6266160" y="4014164"/>
                <a:ext cx="15840" cy="1396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CE4BB0F-2E18-7BFC-AB78-1DC266A9277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257160" y="4005524"/>
                  <a:ext cx="334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40BA9B4F-F7FF-5268-60DB-70CA8E78749A}"/>
                    </a:ext>
                  </a:extLst>
                </p14:cNvPr>
                <p14:cNvContentPartPr/>
                <p14:nvPr/>
              </p14:nvContentPartPr>
              <p14:xfrm>
                <a:off x="6217560" y="3988604"/>
                <a:ext cx="199080" cy="2599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40BA9B4F-F7FF-5268-60DB-70CA8E78749A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208920" y="3979964"/>
                  <a:ext cx="21672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E7F491D-02F3-ECE4-538F-E7BE56517B6E}"/>
                    </a:ext>
                  </a:extLst>
                </p14:cNvPr>
                <p14:cNvContentPartPr/>
                <p14:nvPr/>
              </p14:nvContentPartPr>
              <p14:xfrm>
                <a:off x="6453000" y="4037924"/>
                <a:ext cx="212040" cy="1411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E7F491D-02F3-ECE4-538F-E7BE56517B6E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444360" y="4028924"/>
                  <a:ext cx="2296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A81B5C39-A7E5-0406-B779-C412AE5BFF7B}"/>
                    </a:ext>
                  </a:extLst>
                </p14:cNvPr>
                <p14:cNvContentPartPr/>
                <p14:nvPr/>
              </p14:nvContentPartPr>
              <p14:xfrm>
                <a:off x="6610680" y="4079684"/>
                <a:ext cx="110160" cy="280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A81B5C39-A7E5-0406-B779-C412AE5BFF7B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601680" y="4070684"/>
                  <a:ext cx="1278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BB2C728-DEB7-76C1-4B52-EBBDCD65F0DB}"/>
                    </a:ext>
                  </a:extLst>
                </p14:cNvPr>
                <p14:cNvContentPartPr/>
                <p14:nvPr/>
              </p14:nvContentPartPr>
              <p14:xfrm>
                <a:off x="6723000" y="4063844"/>
                <a:ext cx="158040" cy="936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BB2C728-DEB7-76C1-4B52-EBBDCD65F0D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714360" y="4054844"/>
                  <a:ext cx="1756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A45ED6C6-6253-CCDD-87B6-882E4ABECBDB}"/>
                    </a:ext>
                  </a:extLst>
                </p14:cNvPr>
                <p14:cNvContentPartPr/>
                <p14:nvPr/>
              </p14:nvContentPartPr>
              <p14:xfrm>
                <a:off x="6927840" y="4049084"/>
                <a:ext cx="346680" cy="997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A45ED6C6-6253-CCDD-87B6-882E4ABECBDB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919200" y="4040084"/>
                  <a:ext cx="364320" cy="11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85952D31-7B06-CAA7-0730-B1782ABD26E8}"/>
              </a:ext>
            </a:extLst>
          </p:cNvPr>
          <p:cNvGrpSpPr/>
          <p:nvPr/>
        </p:nvGrpSpPr>
        <p:grpSpPr>
          <a:xfrm>
            <a:off x="7491240" y="3878804"/>
            <a:ext cx="824040" cy="435600"/>
            <a:chOff x="7491240" y="3878804"/>
            <a:chExt cx="824040" cy="43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5C55EC8-7096-7CA9-F988-892F42D6E2D4}"/>
                    </a:ext>
                  </a:extLst>
                </p14:cNvPr>
                <p14:cNvContentPartPr/>
                <p14:nvPr/>
              </p14:nvContentPartPr>
              <p14:xfrm>
                <a:off x="7491240" y="3878804"/>
                <a:ext cx="181440" cy="3448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5C55EC8-7096-7CA9-F988-892F42D6E2D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482600" y="3870164"/>
                  <a:ext cx="19908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CF4C9F4F-2700-4458-AEDC-4DA2E1F739CF}"/>
                    </a:ext>
                  </a:extLst>
                </p14:cNvPr>
                <p14:cNvContentPartPr/>
                <p14:nvPr/>
              </p14:nvContentPartPr>
              <p14:xfrm>
                <a:off x="7585200" y="4060244"/>
                <a:ext cx="136800" cy="82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CF4C9F4F-2700-4458-AEDC-4DA2E1F739CF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576200" y="4051244"/>
                  <a:ext cx="1544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333E32B-5866-4D2D-10AA-571122DD06E2}"/>
                    </a:ext>
                  </a:extLst>
                </p14:cNvPr>
                <p14:cNvContentPartPr/>
                <p14:nvPr/>
              </p14:nvContentPartPr>
              <p14:xfrm>
                <a:off x="7762320" y="4037204"/>
                <a:ext cx="135360" cy="835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333E32B-5866-4D2D-10AA-571122DD06E2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753680" y="4028204"/>
                  <a:ext cx="1530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850A898-DEA7-8A85-0283-911204C03C81}"/>
                    </a:ext>
                  </a:extLst>
                </p14:cNvPr>
                <p14:cNvContentPartPr/>
                <p14:nvPr/>
              </p14:nvContentPartPr>
              <p14:xfrm>
                <a:off x="7933320" y="4031444"/>
                <a:ext cx="76320" cy="795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850A898-DEA7-8A85-0283-911204C03C8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924320" y="4022444"/>
                  <a:ext cx="939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270E1B22-5AE8-5740-1B72-2A9390DDDD9E}"/>
                    </a:ext>
                  </a:extLst>
                </p14:cNvPr>
                <p14:cNvContentPartPr/>
                <p14:nvPr/>
              </p14:nvContentPartPr>
              <p14:xfrm>
                <a:off x="8066880" y="4044764"/>
                <a:ext cx="111960" cy="464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270E1B22-5AE8-5740-1B72-2A9390DDDD9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057880" y="4036124"/>
                  <a:ext cx="1296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B991B6F-E4CB-1AC5-C72A-6D935063077E}"/>
                    </a:ext>
                  </a:extLst>
                </p14:cNvPr>
                <p14:cNvContentPartPr/>
                <p14:nvPr/>
              </p14:nvContentPartPr>
              <p14:xfrm>
                <a:off x="8226720" y="4017404"/>
                <a:ext cx="27000" cy="2970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B991B6F-E4CB-1AC5-C72A-6D935063077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218080" y="4008404"/>
                  <a:ext cx="4464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AEEB3028-6383-181E-F840-1AE23900D70A}"/>
                    </a:ext>
                  </a:extLst>
                </p14:cNvPr>
                <p14:cNvContentPartPr/>
                <p14:nvPr/>
              </p14:nvContentPartPr>
              <p14:xfrm>
                <a:off x="8233560" y="4034324"/>
                <a:ext cx="81720" cy="1540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AEEB3028-6383-181E-F840-1AE23900D70A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224920" y="4025684"/>
                  <a:ext cx="99360" cy="17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5C6EEC33-1A04-4E69-CE2C-6CFB931B7D72}"/>
              </a:ext>
            </a:extLst>
          </p:cNvPr>
          <p:cNvGrpSpPr/>
          <p:nvPr/>
        </p:nvGrpSpPr>
        <p:grpSpPr>
          <a:xfrm>
            <a:off x="8605440" y="3770804"/>
            <a:ext cx="1036440" cy="516960"/>
            <a:chOff x="8605440" y="3770804"/>
            <a:chExt cx="1036440" cy="51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5E74CE9F-67BF-405A-C2E9-B13CDAD41279}"/>
                    </a:ext>
                  </a:extLst>
                </p14:cNvPr>
                <p14:cNvContentPartPr/>
                <p14:nvPr/>
              </p14:nvContentPartPr>
              <p14:xfrm>
                <a:off x="8605440" y="3770804"/>
                <a:ext cx="191520" cy="3463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5E74CE9F-67BF-405A-C2E9-B13CDAD4127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596440" y="3762164"/>
                  <a:ext cx="20916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17D92D97-E867-3EED-ACD3-682096B98D38}"/>
                    </a:ext>
                  </a:extLst>
                </p14:cNvPr>
                <p14:cNvContentPartPr/>
                <p14:nvPr/>
              </p14:nvContentPartPr>
              <p14:xfrm>
                <a:off x="8854560" y="3948284"/>
                <a:ext cx="7920" cy="1112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17D92D97-E867-3EED-ACD3-682096B98D38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845560" y="3939284"/>
                  <a:ext cx="255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EBBD0C8-86F5-0C89-A7BE-A6688FBA4569}"/>
                    </a:ext>
                  </a:extLst>
                </p14:cNvPr>
                <p14:cNvContentPartPr/>
                <p14:nvPr/>
              </p14:nvContentPartPr>
              <p14:xfrm>
                <a:off x="8801640" y="3870524"/>
                <a:ext cx="160200" cy="2142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EBBD0C8-86F5-0C89-A7BE-A6688FBA4569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793000" y="3861524"/>
                  <a:ext cx="1778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DFF8CA06-DD5B-9921-17C9-E74B7E95BC95}"/>
                    </a:ext>
                  </a:extLst>
                </p14:cNvPr>
                <p14:cNvContentPartPr/>
                <p14:nvPr/>
              </p14:nvContentPartPr>
              <p14:xfrm>
                <a:off x="9054360" y="3938204"/>
                <a:ext cx="14760" cy="1141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DFF8CA06-DD5B-9921-17C9-E74B7E95BC95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045360" y="3929564"/>
                  <a:ext cx="324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68CE4D0B-2099-B8C8-8E37-3EB9077D07E5}"/>
                    </a:ext>
                  </a:extLst>
                </p14:cNvPr>
                <p14:cNvContentPartPr/>
                <p14:nvPr/>
              </p14:nvContentPartPr>
              <p14:xfrm>
                <a:off x="9072360" y="3894644"/>
                <a:ext cx="165600" cy="1969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68CE4D0B-2099-B8C8-8E37-3EB9077D07E5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063720" y="3886004"/>
                  <a:ext cx="1832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5301E5EE-0755-9291-5794-C3F02A8E9429}"/>
                    </a:ext>
                  </a:extLst>
                </p14:cNvPr>
                <p14:cNvContentPartPr/>
                <p14:nvPr/>
              </p14:nvContentPartPr>
              <p14:xfrm>
                <a:off x="9303480" y="3878804"/>
                <a:ext cx="128880" cy="2797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5301E5EE-0755-9291-5794-C3F02A8E9429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294480" y="3869804"/>
                  <a:ext cx="14652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274C046-5820-21B9-F1C7-E2A1278B42E2}"/>
                    </a:ext>
                  </a:extLst>
                </p14:cNvPr>
                <p14:cNvContentPartPr/>
                <p14:nvPr/>
              </p14:nvContentPartPr>
              <p14:xfrm>
                <a:off x="9375840" y="3974204"/>
                <a:ext cx="125280" cy="669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274C046-5820-21B9-F1C7-E2A1278B42E2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367200" y="3965204"/>
                  <a:ext cx="1429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9B9B7134-25F8-6E85-B326-64ED0B16FB3D}"/>
                    </a:ext>
                  </a:extLst>
                </p14:cNvPr>
                <p14:cNvContentPartPr/>
                <p14:nvPr/>
              </p14:nvContentPartPr>
              <p14:xfrm>
                <a:off x="9446400" y="3835604"/>
                <a:ext cx="195480" cy="4521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9B9B7134-25F8-6E85-B326-64ED0B16FB3D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437400" y="3826964"/>
                  <a:ext cx="213120" cy="46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DF809171-A86C-E95A-A066-E4CBE59296E5}"/>
              </a:ext>
            </a:extLst>
          </p:cNvPr>
          <p:cNvGrpSpPr/>
          <p:nvPr/>
        </p:nvGrpSpPr>
        <p:grpSpPr>
          <a:xfrm>
            <a:off x="1526400" y="5044484"/>
            <a:ext cx="1691280" cy="483480"/>
            <a:chOff x="1526400" y="5044484"/>
            <a:chExt cx="1691280" cy="48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9B030AD6-F1A4-FFB7-838A-E43AD25371E7}"/>
                    </a:ext>
                  </a:extLst>
                </p14:cNvPr>
                <p14:cNvContentPartPr/>
                <p14:nvPr/>
              </p14:nvContentPartPr>
              <p14:xfrm>
                <a:off x="1526400" y="5044484"/>
                <a:ext cx="495360" cy="4834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9B030AD6-F1A4-FFB7-838A-E43AD25371E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517400" y="5035844"/>
                  <a:ext cx="513000" cy="50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0718EC39-91CD-58B9-9F94-DFE25B4E145D}"/>
                    </a:ext>
                  </a:extLst>
                </p14:cNvPr>
                <p14:cNvContentPartPr/>
                <p14:nvPr/>
              </p14:nvContentPartPr>
              <p14:xfrm>
                <a:off x="2075400" y="5338244"/>
                <a:ext cx="33120" cy="1123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0718EC39-91CD-58B9-9F94-DFE25B4E145D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066400" y="5329604"/>
                  <a:ext cx="507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154C8246-14B5-D28D-15B0-62F420ECBAE8}"/>
                    </a:ext>
                  </a:extLst>
                </p14:cNvPr>
                <p14:cNvContentPartPr/>
                <p14:nvPr/>
              </p14:nvContentPartPr>
              <p14:xfrm>
                <a:off x="2048760" y="5257604"/>
                <a:ext cx="80640" cy="615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154C8246-14B5-D28D-15B0-62F420ECBAE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2040120" y="5248964"/>
                  <a:ext cx="982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C9F80939-80E8-2FBF-D409-CB9DBBC4FF94}"/>
                    </a:ext>
                  </a:extLst>
                </p14:cNvPr>
                <p14:cNvContentPartPr/>
                <p14:nvPr/>
              </p14:nvContentPartPr>
              <p14:xfrm>
                <a:off x="2178360" y="5224844"/>
                <a:ext cx="111960" cy="2214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C9F80939-80E8-2FBF-D409-CB9DBBC4FF94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2169720" y="5215844"/>
                  <a:ext cx="1296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893DC807-9A6B-CA41-419B-687EC25CCE63}"/>
                    </a:ext>
                  </a:extLst>
                </p14:cNvPr>
                <p14:cNvContentPartPr/>
                <p14:nvPr/>
              </p14:nvContentPartPr>
              <p14:xfrm>
                <a:off x="2373840" y="5166884"/>
                <a:ext cx="250200" cy="2606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893DC807-9A6B-CA41-419B-687EC25CCE63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2365200" y="5158244"/>
                  <a:ext cx="26784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D6B4F5EE-44FF-B41F-A3F3-37D3D6B53BF0}"/>
                    </a:ext>
                  </a:extLst>
                </p14:cNvPr>
                <p14:cNvContentPartPr/>
                <p14:nvPr/>
              </p14:nvContentPartPr>
              <p14:xfrm>
                <a:off x="2664720" y="5335364"/>
                <a:ext cx="144720" cy="633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D6B4F5EE-44FF-B41F-A3F3-37D3D6B53BF0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2655720" y="5326724"/>
                  <a:ext cx="1623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370097F2-569E-8876-F01D-2E8BBAE9643B}"/>
                    </a:ext>
                  </a:extLst>
                </p14:cNvPr>
                <p14:cNvContentPartPr/>
                <p14:nvPr/>
              </p14:nvContentPartPr>
              <p14:xfrm>
                <a:off x="2859480" y="5225564"/>
                <a:ext cx="28800" cy="1854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370097F2-569E-8876-F01D-2E8BBAE9643B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2850480" y="5216924"/>
                  <a:ext cx="464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0C4F89D6-43BB-9B94-9EF9-526ED74F09F8}"/>
                    </a:ext>
                  </a:extLst>
                </p14:cNvPr>
                <p14:cNvContentPartPr/>
                <p14:nvPr/>
              </p14:nvContentPartPr>
              <p14:xfrm>
                <a:off x="2827440" y="5291444"/>
                <a:ext cx="135360" cy="381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0C4F89D6-43BB-9B94-9EF9-526ED74F09F8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2818440" y="5282444"/>
                  <a:ext cx="1530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5608E19-72FB-FBD3-A725-C0BEDB1B5B1D}"/>
                    </a:ext>
                  </a:extLst>
                </p14:cNvPr>
                <p14:cNvContentPartPr/>
                <p14:nvPr/>
              </p14:nvContentPartPr>
              <p14:xfrm>
                <a:off x="2998080" y="5176604"/>
                <a:ext cx="38520" cy="2419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5608E19-72FB-FBD3-A725-C0BEDB1B5B1D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2989080" y="5167604"/>
                  <a:ext cx="561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0020C7A6-CA1F-7495-E67E-0F634E86F8D0}"/>
                    </a:ext>
                  </a:extLst>
                </p14:cNvPr>
                <p14:cNvContentPartPr/>
                <p14:nvPr/>
              </p14:nvContentPartPr>
              <p14:xfrm>
                <a:off x="2967480" y="5313764"/>
                <a:ext cx="98280" cy="273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0020C7A6-CA1F-7495-E67E-0F634E86F8D0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2958840" y="5304764"/>
                  <a:ext cx="1159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67CD2459-6B18-9D04-3D77-CB0A4287C671}"/>
                    </a:ext>
                  </a:extLst>
                </p14:cNvPr>
                <p14:cNvContentPartPr/>
                <p14:nvPr/>
              </p14:nvContentPartPr>
              <p14:xfrm>
                <a:off x="3099960" y="5288204"/>
                <a:ext cx="117720" cy="1162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67CD2459-6B18-9D04-3D77-CB0A4287C671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091320" y="5279204"/>
                  <a:ext cx="135360" cy="13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791144AC-806A-B0F1-CC16-BA64E38369FB}"/>
              </a:ext>
            </a:extLst>
          </p:cNvPr>
          <p:cNvGrpSpPr/>
          <p:nvPr/>
        </p:nvGrpSpPr>
        <p:grpSpPr>
          <a:xfrm>
            <a:off x="3445560" y="5216564"/>
            <a:ext cx="1031760" cy="219600"/>
            <a:chOff x="3445560" y="5216564"/>
            <a:chExt cx="1031760" cy="21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ED3C2CF1-F1C1-8E78-26E1-BCE0FEE932E5}"/>
                    </a:ext>
                  </a:extLst>
                </p14:cNvPr>
                <p14:cNvContentPartPr/>
                <p14:nvPr/>
              </p14:nvContentPartPr>
              <p14:xfrm>
                <a:off x="3445560" y="5221604"/>
                <a:ext cx="175320" cy="2145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ED3C2CF1-F1C1-8E78-26E1-BCE0FEE932E5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3436560" y="5212964"/>
                  <a:ext cx="1929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7D983C39-8314-8690-BD94-764E2D2AFEA1}"/>
                    </a:ext>
                  </a:extLst>
                </p14:cNvPr>
                <p14:cNvContentPartPr/>
                <p14:nvPr/>
              </p14:nvContentPartPr>
              <p14:xfrm>
                <a:off x="3648600" y="5235644"/>
                <a:ext cx="234000" cy="1267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7D983C39-8314-8690-BD94-764E2D2AFEA1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3639960" y="5226644"/>
                  <a:ext cx="2516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5CD1690B-1FAB-1F2B-435E-9F542897925D}"/>
                    </a:ext>
                  </a:extLst>
                </p14:cNvPr>
                <p14:cNvContentPartPr/>
                <p14:nvPr/>
              </p14:nvContentPartPr>
              <p14:xfrm>
                <a:off x="3929400" y="5216564"/>
                <a:ext cx="295560" cy="1353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5CD1690B-1FAB-1F2B-435E-9F542897925D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920760" y="5207564"/>
                  <a:ext cx="3132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8A717BE1-8EC0-471D-5765-B60ACB912B80}"/>
                    </a:ext>
                  </a:extLst>
                </p14:cNvPr>
                <p14:cNvContentPartPr/>
                <p14:nvPr/>
              </p14:nvContentPartPr>
              <p14:xfrm>
                <a:off x="4362480" y="5232404"/>
                <a:ext cx="105840" cy="133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8A717BE1-8EC0-471D-5765-B60ACB912B80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353480" y="5223404"/>
                  <a:ext cx="1234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6773D9CD-9BC3-3F4C-FADE-FDE31D712B60}"/>
                    </a:ext>
                  </a:extLst>
                </p14:cNvPr>
                <p14:cNvContentPartPr/>
                <p14:nvPr/>
              </p14:nvContentPartPr>
              <p14:xfrm>
                <a:off x="4347720" y="5291444"/>
                <a:ext cx="129600" cy="324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6773D9CD-9BC3-3F4C-FADE-FDE31D712B60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4339080" y="5282444"/>
                  <a:ext cx="14724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558A07C0-D71D-518F-4040-BEEC4A7B68CA}"/>
              </a:ext>
            </a:extLst>
          </p:cNvPr>
          <p:cNvGrpSpPr/>
          <p:nvPr/>
        </p:nvGrpSpPr>
        <p:grpSpPr>
          <a:xfrm>
            <a:off x="4754520" y="4960244"/>
            <a:ext cx="852840" cy="334800"/>
            <a:chOff x="4754520" y="4960244"/>
            <a:chExt cx="852840" cy="33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20061900-19E4-6D2F-6671-241D0E3D6C06}"/>
                    </a:ext>
                  </a:extLst>
                </p14:cNvPr>
                <p14:cNvContentPartPr/>
                <p14:nvPr/>
              </p14:nvContentPartPr>
              <p14:xfrm>
                <a:off x="4754520" y="4960244"/>
                <a:ext cx="178920" cy="3348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20061900-19E4-6D2F-6671-241D0E3D6C06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4745520" y="4951244"/>
                  <a:ext cx="19656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E34FE63A-1E5F-63A0-7A8F-4CD35FE4B09E}"/>
                    </a:ext>
                  </a:extLst>
                </p14:cNvPr>
                <p14:cNvContentPartPr/>
                <p14:nvPr/>
              </p14:nvContentPartPr>
              <p14:xfrm>
                <a:off x="5041080" y="5151764"/>
                <a:ext cx="186840" cy="356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E34FE63A-1E5F-63A0-7A8F-4CD35FE4B09E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032080" y="5142764"/>
                  <a:ext cx="2044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E54052DC-5C82-E9E1-E061-03DFA2A3B79F}"/>
                    </a:ext>
                  </a:extLst>
                </p14:cNvPr>
                <p14:cNvContentPartPr/>
                <p14:nvPr/>
              </p14:nvContentPartPr>
              <p14:xfrm>
                <a:off x="5343480" y="5107844"/>
                <a:ext cx="263880" cy="1267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E54052DC-5C82-E9E1-E061-03DFA2A3B79F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334840" y="5099204"/>
                  <a:ext cx="281520" cy="14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0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9D61BA9A-F9E2-A6D7-906D-61199BEA53C5}"/>
                  </a:ext>
                </a:extLst>
              </p14:cNvPr>
              <p14:cNvContentPartPr/>
              <p14:nvPr/>
            </p14:nvContentPartPr>
            <p14:xfrm>
              <a:off x="4642200" y="5406284"/>
              <a:ext cx="1363680" cy="2808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9D61BA9A-F9E2-A6D7-906D-61199BEA53C5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4633200" y="5397284"/>
                <a:ext cx="1381320" cy="4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0" name="Group 229">
            <a:extLst>
              <a:ext uri="{FF2B5EF4-FFF2-40B4-BE49-F238E27FC236}">
                <a16:creationId xmlns:a16="http://schemas.microsoft.com/office/drawing/2014/main" id="{065CCF8F-2DFD-CB5A-520E-E26BFC9B40CC}"/>
              </a:ext>
            </a:extLst>
          </p:cNvPr>
          <p:cNvGrpSpPr/>
          <p:nvPr/>
        </p:nvGrpSpPr>
        <p:grpSpPr>
          <a:xfrm>
            <a:off x="4731840" y="5499884"/>
            <a:ext cx="1460160" cy="375480"/>
            <a:chOff x="4731840" y="5499884"/>
            <a:chExt cx="1460160" cy="37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88833422-C0A7-6A50-5150-466220F5E5A9}"/>
                    </a:ext>
                  </a:extLst>
                </p14:cNvPr>
                <p14:cNvContentPartPr/>
                <p14:nvPr/>
              </p14:nvContentPartPr>
              <p14:xfrm>
                <a:off x="4731840" y="5581604"/>
                <a:ext cx="261720" cy="1339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88833422-C0A7-6A50-5150-466220F5E5A9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4723200" y="5572964"/>
                  <a:ext cx="2793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0AE27AC1-179B-2A67-D570-6C67F9CAEF1D}"/>
                    </a:ext>
                  </a:extLst>
                </p14:cNvPr>
                <p14:cNvContentPartPr/>
                <p14:nvPr/>
              </p14:nvContentPartPr>
              <p14:xfrm>
                <a:off x="5041080" y="5620484"/>
                <a:ext cx="117720" cy="9576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0AE27AC1-179B-2A67-D570-6C67F9CAEF1D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032080" y="5611844"/>
                  <a:ext cx="1353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A66CD0A9-968E-2742-9AC3-49423921D670}"/>
                    </a:ext>
                  </a:extLst>
                </p14:cNvPr>
                <p14:cNvContentPartPr/>
                <p14:nvPr/>
              </p14:nvContentPartPr>
              <p14:xfrm>
                <a:off x="5197320" y="5626604"/>
                <a:ext cx="210240" cy="1123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A66CD0A9-968E-2742-9AC3-49423921D670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5188680" y="5617604"/>
                  <a:ext cx="2278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ECE7B135-5774-BC99-94AF-ABD61C0E8221}"/>
                    </a:ext>
                  </a:extLst>
                </p14:cNvPr>
                <p14:cNvContentPartPr/>
                <p14:nvPr/>
              </p14:nvContentPartPr>
              <p14:xfrm>
                <a:off x="5475600" y="5531564"/>
                <a:ext cx="179640" cy="2707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ECE7B135-5774-BC99-94AF-ABD61C0E8221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5466960" y="5522924"/>
                  <a:ext cx="19728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3B6745A6-63F3-4D5F-0010-2D2C1DFA0718}"/>
                    </a:ext>
                  </a:extLst>
                </p14:cNvPr>
                <p14:cNvContentPartPr/>
                <p14:nvPr/>
              </p14:nvContentPartPr>
              <p14:xfrm>
                <a:off x="5666760" y="5574044"/>
                <a:ext cx="127440" cy="1252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3B6745A6-63F3-4D5F-0010-2D2C1DFA0718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5658120" y="5565044"/>
                  <a:ext cx="1450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A43F4FDE-2022-8113-745B-2FE862E47607}"/>
                    </a:ext>
                  </a:extLst>
                </p14:cNvPr>
                <p14:cNvContentPartPr/>
                <p14:nvPr/>
              </p14:nvContentPartPr>
              <p14:xfrm>
                <a:off x="5874120" y="5653604"/>
                <a:ext cx="22320" cy="7884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A43F4FDE-2022-8113-745B-2FE862E47607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5865480" y="5644604"/>
                  <a:ext cx="399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D1598463-67C6-8F11-D897-30CE993AB36B}"/>
                    </a:ext>
                  </a:extLst>
                </p14:cNvPr>
                <p14:cNvContentPartPr/>
                <p14:nvPr/>
              </p14:nvContentPartPr>
              <p14:xfrm>
                <a:off x="5945400" y="5549564"/>
                <a:ext cx="121680" cy="1778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D1598463-67C6-8F11-D897-30CE993AB36B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5936400" y="5540564"/>
                  <a:ext cx="1393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0B8346FF-07CF-F37B-02ED-C2D4C90C7DB8}"/>
                    </a:ext>
                  </a:extLst>
                </p14:cNvPr>
                <p14:cNvContentPartPr/>
                <p14:nvPr/>
              </p14:nvContentPartPr>
              <p14:xfrm>
                <a:off x="5930280" y="5499884"/>
                <a:ext cx="261720" cy="37548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0B8346FF-07CF-F37B-02ED-C2D4C90C7DB8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921280" y="5490884"/>
                  <a:ext cx="279360" cy="39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8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7E286F0A-BDBF-E6E0-9804-4A5C611D9843}"/>
                  </a:ext>
                </a:extLst>
              </p14:cNvPr>
              <p14:cNvContentPartPr/>
              <p14:nvPr/>
            </p14:nvContentPartPr>
            <p14:xfrm>
              <a:off x="1649880" y="6138884"/>
              <a:ext cx="33840" cy="12348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7E286F0A-BDBF-E6E0-9804-4A5C611D9843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1641240" y="6130244"/>
                <a:ext cx="5148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0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ABA536A3-EB1C-331E-B17D-571F8DF1134F}"/>
                  </a:ext>
                </a:extLst>
              </p14:cNvPr>
              <p14:cNvContentPartPr/>
              <p14:nvPr/>
            </p14:nvContentPartPr>
            <p14:xfrm>
              <a:off x="1669320" y="6164804"/>
              <a:ext cx="116280" cy="19368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ABA536A3-EB1C-331E-B17D-571F8DF1134F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1660320" y="6156164"/>
                <a:ext cx="133920" cy="21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51" name="Group 250">
            <a:extLst>
              <a:ext uri="{FF2B5EF4-FFF2-40B4-BE49-F238E27FC236}">
                <a16:creationId xmlns:a16="http://schemas.microsoft.com/office/drawing/2014/main" id="{39A4B73A-F1FA-6C15-914B-01A3CD3CAE40}"/>
              </a:ext>
            </a:extLst>
          </p:cNvPr>
          <p:cNvGrpSpPr/>
          <p:nvPr/>
        </p:nvGrpSpPr>
        <p:grpSpPr>
          <a:xfrm>
            <a:off x="2003760" y="6011804"/>
            <a:ext cx="1958040" cy="271800"/>
            <a:chOff x="2003760" y="6011804"/>
            <a:chExt cx="1958040" cy="27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FE0A2741-CF4B-8A84-C099-238AD676FCAA}"/>
                    </a:ext>
                  </a:extLst>
                </p14:cNvPr>
                <p14:cNvContentPartPr/>
                <p14:nvPr/>
              </p14:nvContentPartPr>
              <p14:xfrm>
                <a:off x="2003760" y="6011804"/>
                <a:ext cx="138960" cy="27180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FE0A2741-CF4B-8A84-C099-238AD676FCAA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994760" y="6002804"/>
                  <a:ext cx="15660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16292C70-2466-82F1-2564-6AAD5B76CA3E}"/>
                    </a:ext>
                  </a:extLst>
                </p14:cNvPr>
                <p14:cNvContentPartPr/>
                <p14:nvPr/>
              </p14:nvContentPartPr>
              <p14:xfrm>
                <a:off x="2259720" y="6164444"/>
                <a:ext cx="88560" cy="320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16292C70-2466-82F1-2564-6AAD5B76CA3E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2251080" y="6155444"/>
                  <a:ext cx="1062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28D71F8C-6464-D0BD-1E72-196BAF00904F}"/>
                    </a:ext>
                  </a:extLst>
                </p14:cNvPr>
                <p14:cNvContentPartPr/>
                <p14:nvPr/>
              </p14:nvContentPartPr>
              <p14:xfrm>
                <a:off x="2273400" y="6235004"/>
                <a:ext cx="117000" cy="136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28D71F8C-6464-D0BD-1E72-196BAF00904F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2264400" y="6226004"/>
                  <a:ext cx="1346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D47704C8-F4B4-1B29-D982-14DEF93519D1}"/>
                    </a:ext>
                  </a:extLst>
                </p14:cNvPr>
                <p14:cNvContentPartPr/>
                <p14:nvPr/>
              </p14:nvContentPartPr>
              <p14:xfrm>
                <a:off x="2460600" y="6156164"/>
                <a:ext cx="298080" cy="921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D47704C8-F4B4-1B29-D982-14DEF93519D1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2451600" y="6147164"/>
                  <a:ext cx="3157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FF76D88D-664A-F597-2A1A-F5A4F8AEF585}"/>
                    </a:ext>
                  </a:extLst>
                </p14:cNvPr>
                <p14:cNvContentPartPr/>
                <p14:nvPr/>
              </p14:nvContentPartPr>
              <p14:xfrm>
                <a:off x="2797920" y="6138884"/>
                <a:ext cx="124920" cy="9972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FF76D88D-664A-F597-2A1A-F5A4F8AEF585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2789280" y="6130244"/>
                  <a:ext cx="1425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EA849260-B82B-2634-A75B-9C1B5102DE45}"/>
                    </a:ext>
                  </a:extLst>
                </p14:cNvPr>
                <p14:cNvContentPartPr/>
                <p14:nvPr/>
              </p14:nvContentPartPr>
              <p14:xfrm>
                <a:off x="2983320" y="6152924"/>
                <a:ext cx="213480" cy="939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EA849260-B82B-2634-A75B-9C1B5102DE45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2974320" y="6144284"/>
                  <a:ext cx="2311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AC297C5A-A1F8-F3AA-AC1D-071A435351F1}"/>
                    </a:ext>
                  </a:extLst>
                </p14:cNvPr>
                <p14:cNvContentPartPr/>
                <p14:nvPr/>
              </p14:nvContentPartPr>
              <p14:xfrm>
                <a:off x="3139560" y="6091364"/>
                <a:ext cx="78840" cy="525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AC297C5A-A1F8-F3AA-AC1D-071A435351F1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3130920" y="6082364"/>
                  <a:ext cx="964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BAEC56DC-2989-7BA4-DF34-DAD613066140}"/>
                    </a:ext>
                  </a:extLst>
                </p14:cNvPr>
                <p14:cNvContentPartPr/>
                <p14:nvPr/>
              </p14:nvContentPartPr>
              <p14:xfrm>
                <a:off x="3253320" y="6175604"/>
                <a:ext cx="205920" cy="8136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BAEC56DC-2989-7BA4-DF34-DAD613066140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3244680" y="6166604"/>
                  <a:ext cx="2235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5DC04F22-9AE8-2A24-3B5C-8A2DCEB488C7}"/>
                    </a:ext>
                  </a:extLst>
                </p14:cNvPr>
                <p14:cNvContentPartPr/>
                <p14:nvPr/>
              </p14:nvContentPartPr>
              <p14:xfrm>
                <a:off x="3559320" y="6156884"/>
                <a:ext cx="402480" cy="11952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5DC04F22-9AE8-2A24-3B5C-8A2DCEB488C7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3550680" y="6148244"/>
                  <a:ext cx="420120" cy="13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41B925EC-4C16-247A-5EC3-46E33EF50652}"/>
              </a:ext>
            </a:extLst>
          </p:cNvPr>
          <p:cNvGrpSpPr/>
          <p:nvPr/>
        </p:nvGrpSpPr>
        <p:grpSpPr>
          <a:xfrm>
            <a:off x="4454280" y="6075884"/>
            <a:ext cx="677160" cy="201600"/>
            <a:chOff x="4454280" y="6075884"/>
            <a:chExt cx="677160" cy="20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67BAAE4F-B227-31F0-B275-F726765DC043}"/>
                    </a:ext>
                  </a:extLst>
                </p14:cNvPr>
                <p14:cNvContentPartPr/>
                <p14:nvPr/>
              </p14:nvContentPartPr>
              <p14:xfrm>
                <a:off x="4454280" y="6109004"/>
                <a:ext cx="189360" cy="1177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67BAAE4F-B227-31F0-B275-F726765DC043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4445280" y="6100004"/>
                  <a:ext cx="2070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6BCEBA72-DACA-2229-895E-7DF8DF8FEC09}"/>
                    </a:ext>
                  </a:extLst>
                </p14:cNvPr>
                <p14:cNvContentPartPr/>
                <p14:nvPr/>
              </p14:nvContentPartPr>
              <p14:xfrm>
                <a:off x="4719240" y="6090644"/>
                <a:ext cx="191880" cy="1198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6BCEBA72-DACA-2229-895E-7DF8DF8FEC09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4710600" y="6081644"/>
                  <a:ext cx="2095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1E4C4A89-5EB0-B0DF-D285-36B5E3B470CE}"/>
                    </a:ext>
                  </a:extLst>
                </p14:cNvPr>
                <p14:cNvContentPartPr/>
                <p14:nvPr/>
              </p14:nvContentPartPr>
              <p14:xfrm>
                <a:off x="4747680" y="6239684"/>
                <a:ext cx="204480" cy="3780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1E4C4A89-5EB0-B0DF-D285-36B5E3B470CE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4738680" y="6230684"/>
                  <a:ext cx="2221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FE0459D8-6480-D9C7-D814-3B1D7F26026F}"/>
                    </a:ext>
                  </a:extLst>
                </p14:cNvPr>
                <p14:cNvContentPartPr/>
                <p14:nvPr/>
              </p14:nvContentPartPr>
              <p14:xfrm>
                <a:off x="5051160" y="6075884"/>
                <a:ext cx="80280" cy="15480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FE0459D8-6480-D9C7-D814-3B1D7F26026F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5042160" y="6067244"/>
                  <a:ext cx="97920" cy="17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885DB0FE-F663-BD67-E6FC-85BF182750D7}"/>
              </a:ext>
            </a:extLst>
          </p:cNvPr>
          <p:cNvGrpSpPr/>
          <p:nvPr/>
        </p:nvGrpSpPr>
        <p:grpSpPr>
          <a:xfrm>
            <a:off x="6764400" y="5217644"/>
            <a:ext cx="239040" cy="103680"/>
            <a:chOff x="6764400" y="5217644"/>
            <a:chExt cx="239040" cy="10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ECF5014B-6DFC-53F3-B640-78389325FA35}"/>
                    </a:ext>
                  </a:extLst>
                </p14:cNvPr>
                <p14:cNvContentPartPr/>
                <p14:nvPr/>
              </p14:nvContentPartPr>
              <p14:xfrm>
                <a:off x="6764400" y="5217644"/>
                <a:ext cx="154440" cy="4932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ECF5014B-6DFC-53F3-B640-78389325FA35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6755760" y="5209004"/>
                  <a:ext cx="1720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45119690-530F-D5AE-21F8-0B4CE4D05FBF}"/>
                    </a:ext>
                  </a:extLst>
                </p14:cNvPr>
                <p14:cNvContentPartPr/>
                <p14:nvPr/>
              </p14:nvContentPartPr>
              <p14:xfrm>
                <a:off x="6774480" y="5284244"/>
                <a:ext cx="228960" cy="370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45119690-530F-D5AE-21F8-0B4CE4D05FBF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765840" y="5275244"/>
                  <a:ext cx="24660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E559457F-0BBE-AD81-DBB4-FA33F9AF015A}"/>
              </a:ext>
            </a:extLst>
          </p:cNvPr>
          <p:cNvGrpSpPr/>
          <p:nvPr/>
        </p:nvGrpSpPr>
        <p:grpSpPr>
          <a:xfrm>
            <a:off x="7566840" y="4937924"/>
            <a:ext cx="1011960" cy="379800"/>
            <a:chOff x="7566840" y="4937924"/>
            <a:chExt cx="1011960" cy="37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7572A5B9-E90E-6C2C-5F2F-A9E5ECB3D186}"/>
                    </a:ext>
                  </a:extLst>
                </p14:cNvPr>
                <p14:cNvContentPartPr/>
                <p14:nvPr/>
              </p14:nvContentPartPr>
              <p14:xfrm>
                <a:off x="7870320" y="4937924"/>
                <a:ext cx="142560" cy="26928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7572A5B9-E90E-6C2C-5F2F-A9E5ECB3D186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7861680" y="4928924"/>
                  <a:ext cx="16020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E56D0BD9-298C-73F7-488D-1AA397BDDACC}"/>
                    </a:ext>
                  </a:extLst>
                </p14:cNvPr>
                <p14:cNvContentPartPr/>
                <p14:nvPr/>
              </p14:nvContentPartPr>
              <p14:xfrm>
                <a:off x="7566840" y="5242484"/>
                <a:ext cx="1011960" cy="7524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E56D0BD9-298C-73F7-488D-1AA397BDDACC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7558200" y="5233484"/>
                  <a:ext cx="1029600" cy="92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6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4B7C0D7C-B02F-F7CA-F596-C21AC9832CA5}"/>
                  </a:ext>
                </a:extLst>
              </p14:cNvPr>
              <p14:cNvContentPartPr/>
              <p14:nvPr/>
            </p14:nvContentPartPr>
            <p14:xfrm>
              <a:off x="7957800" y="5427884"/>
              <a:ext cx="197280" cy="25668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4B7C0D7C-B02F-F7CA-F596-C21AC9832CA5}"/>
                  </a:ext>
                </a:extLst>
              </p:cNvPr>
              <p:cNvPicPr/>
              <p:nvPr/>
            </p:nvPicPr>
            <p:blipFill>
              <a:blip r:embed="rId407"/>
              <a:stretch>
                <a:fillRect/>
              </a:stretch>
            </p:blipFill>
            <p:spPr>
              <a:xfrm>
                <a:off x="7948800" y="5419244"/>
                <a:ext cx="214920" cy="274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0" name="Group 269">
            <a:extLst>
              <a:ext uri="{FF2B5EF4-FFF2-40B4-BE49-F238E27FC236}">
                <a16:creationId xmlns:a16="http://schemas.microsoft.com/office/drawing/2014/main" id="{02AB4962-852A-2116-6854-A71724BF1402}"/>
              </a:ext>
            </a:extLst>
          </p:cNvPr>
          <p:cNvGrpSpPr/>
          <p:nvPr/>
        </p:nvGrpSpPr>
        <p:grpSpPr>
          <a:xfrm>
            <a:off x="8781480" y="5200004"/>
            <a:ext cx="222120" cy="92880"/>
            <a:chOff x="8781480" y="5200004"/>
            <a:chExt cx="222120" cy="9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92651CD1-C91B-E735-8066-CDA2F6D3F4B2}"/>
                    </a:ext>
                  </a:extLst>
                </p14:cNvPr>
                <p14:cNvContentPartPr/>
                <p14:nvPr/>
              </p14:nvContentPartPr>
              <p14:xfrm>
                <a:off x="8814960" y="5200004"/>
                <a:ext cx="108360" cy="381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92651CD1-C91B-E735-8066-CDA2F6D3F4B2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8805960" y="5191004"/>
                  <a:ext cx="1260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550B3DEF-3114-1B90-DC26-31367AC40936}"/>
                    </a:ext>
                  </a:extLst>
                </p14:cNvPr>
                <p14:cNvContentPartPr/>
                <p14:nvPr/>
              </p14:nvContentPartPr>
              <p14:xfrm>
                <a:off x="8781480" y="5274164"/>
                <a:ext cx="222120" cy="1872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550B3DEF-3114-1B90-DC26-31367AC40936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772840" y="5265524"/>
                  <a:ext cx="23976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C299E5EB-F481-CC7E-58E5-383F419EDEBF}"/>
              </a:ext>
            </a:extLst>
          </p:cNvPr>
          <p:cNvGrpSpPr/>
          <p:nvPr/>
        </p:nvGrpSpPr>
        <p:grpSpPr>
          <a:xfrm>
            <a:off x="9178560" y="5164004"/>
            <a:ext cx="362880" cy="210600"/>
            <a:chOff x="9178560" y="5164004"/>
            <a:chExt cx="362880" cy="21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8478038D-6E65-6099-6315-3CEED6FB7329}"/>
                    </a:ext>
                  </a:extLst>
                </p14:cNvPr>
                <p14:cNvContentPartPr/>
                <p14:nvPr/>
              </p14:nvContentPartPr>
              <p14:xfrm>
                <a:off x="9178560" y="5211164"/>
                <a:ext cx="199440" cy="3456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8478038D-6E65-6099-6315-3CEED6FB7329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9169920" y="5202524"/>
                  <a:ext cx="2170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12FAE18F-349B-AB1F-93D9-C6179B26463E}"/>
                    </a:ext>
                  </a:extLst>
                </p14:cNvPr>
                <p14:cNvContentPartPr/>
                <p14:nvPr/>
              </p14:nvContentPartPr>
              <p14:xfrm>
                <a:off x="9241560" y="5164004"/>
                <a:ext cx="80280" cy="2037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12FAE18F-349B-AB1F-93D9-C6179B26463E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9232560" y="5155364"/>
                  <a:ext cx="979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BCCE6753-35E5-AC96-421F-8B96F932CE97}"/>
                    </a:ext>
                  </a:extLst>
                </p14:cNvPr>
                <p14:cNvContentPartPr/>
                <p14:nvPr/>
              </p14:nvContentPartPr>
              <p14:xfrm>
                <a:off x="9502200" y="5171564"/>
                <a:ext cx="39240" cy="20304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BCCE6753-35E5-AC96-421F-8B96F932CE97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9493560" y="5162924"/>
                  <a:ext cx="56880" cy="22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819979BC-8197-B1D2-9516-035235CA89A7}"/>
              </a:ext>
            </a:extLst>
          </p:cNvPr>
          <p:cNvGrpSpPr/>
          <p:nvPr/>
        </p:nvGrpSpPr>
        <p:grpSpPr>
          <a:xfrm>
            <a:off x="1593000" y="6416444"/>
            <a:ext cx="1028880" cy="341640"/>
            <a:chOff x="1593000" y="6416444"/>
            <a:chExt cx="1028880" cy="34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767A6C7D-4D33-18EA-DF32-4300DC34792E}"/>
                    </a:ext>
                  </a:extLst>
                </p14:cNvPr>
                <p14:cNvContentPartPr/>
                <p14:nvPr/>
              </p14:nvContentPartPr>
              <p14:xfrm>
                <a:off x="1593000" y="6520124"/>
                <a:ext cx="149760" cy="18396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767A6C7D-4D33-18EA-DF32-4300DC34792E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584000" y="6511484"/>
                  <a:ext cx="1674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A7E5A250-1629-355F-768F-77B5625CE9AA}"/>
                    </a:ext>
                  </a:extLst>
                </p14:cNvPr>
                <p14:cNvContentPartPr/>
                <p14:nvPr/>
              </p14:nvContentPartPr>
              <p14:xfrm>
                <a:off x="1738800" y="6540644"/>
                <a:ext cx="99720" cy="21744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A7E5A250-1629-355F-768F-77B5625CE9AA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730160" y="6532004"/>
                  <a:ext cx="1173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D00E1D1D-1C56-52C8-D2DA-12653B5B350F}"/>
                    </a:ext>
                  </a:extLst>
                </p14:cNvPr>
                <p14:cNvContentPartPr/>
                <p14:nvPr/>
              </p14:nvContentPartPr>
              <p14:xfrm>
                <a:off x="1991880" y="6416444"/>
                <a:ext cx="111600" cy="25560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D00E1D1D-1C56-52C8-D2DA-12653B5B350F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982880" y="6407444"/>
                  <a:ext cx="12924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EB5521E8-B5A7-5F9E-5A9B-87F4B883B2D0}"/>
                    </a:ext>
                  </a:extLst>
                </p14:cNvPr>
                <p14:cNvContentPartPr/>
                <p14:nvPr/>
              </p14:nvContentPartPr>
              <p14:xfrm>
                <a:off x="2164680" y="6535244"/>
                <a:ext cx="104040" cy="2448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EB5521E8-B5A7-5F9E-5A9B-87F4B883B2D0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2155680" y="6526604"/>
                  <a:ext cx="1216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4B3F5D08-6EDB-0C6C-1A52-DA60A02CA0BD}"/>
                    </a:ext>
                  </a:extLst>
                </p14:cNvPr>
                <p14:cNvContentPartPr/>
                <p14:nvPr/>
              </p14:nvContentPartPr>
              <p14:xfrm>
                <a:off x="2224800" y="6597164"/>
                <a:ext cx="118440" cy="2340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4B3F5D08-6EDB-0C6C-1A52-DA60A02CA0BD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2216160" y="6588524"/>
                  <a:ext cx="1360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70BCCCC7-EF2C-05E9-4355-FFD891CED12E}"/>
                    </a:ext>
                  </a:extLst>
                </p14:cNvPr>
                <p14:cNvContentPartPr/>
                <p14:nvPr/>
              </p14:nvContentPartPr>
              <p14:xfrm>
                <a:off x="2174400" y="6538484"/>
                <a:ext cx="230760" cy="5868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70BCCCC7-EF2C-05E9-4355-FFD891CED12E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2165400" y="6529484"/>
                  <a:ext cx="2484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495F052F-9BA0-41E2-96E1-57B3CA3B073D}"/>
                    </a:ext>
                  </a:extLst>
                </p14:cNvPr>
                <p14:cNvContentPartPr/>
                <p14:nvPr/>
              </p14:nvContentPartPr>
              <p14:xfrm>
                <a:off x="2257560" y="6630644"/>
                <a:ext cx="166320" cy="3276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495F052F-9BA0-41E2-96E1-57B3CA3B073D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2248560" y="6622004"/>
                  <a:ext cx="1839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FD4CC505-2369-32F9-37B9-0646D439DFD8}"/>
                    </a:ext>
                  </a:extLst>
                </p14:cNvPr>
                <p14:cNvContentPartPr/>
                <p14:nvPr/>
              </p14:nvContentPartPr>
              <p14:xfrm>
                <a:off x="2509560" y="6497444"/>
                <a:ext cx="112320" cy="14364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FD4CC505-2369-32F9-37B9-0646D439DFD8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2500920" y="6488444"/>
                  <a:ext cx="129960" cy="16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24F78C0C-187F-DD31-BBC7-0E1259540C6D}"/>
              </a:ext>
            </a:extLst>
          </p:cNvPr>
          <p:cNvGrpSpPr/>
          <p:nvPr/>
        </p:nvGrpSpPr>
        <p:grpSpPr>
          <a:xfrm>
            <a:off x="3772440" y="6460724"/>
            <a:ext cx="1878480" cy="243000"/>
            <a:chOff x="3772440" y="6460724"/>
            <a:chExt cx="1878480" cy="24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85AAE57A-505F-D51C-1FA0-E069DEF4BCDA}"/>
                    </a:ext>
                  </a:extLst>
                </p14:cNvPr>
                <p14:cNvContentPartPr/>
                <p14:nvPr/>
              </p14:nvContentPartPr>
              <p14:xfrm>
                <a:off x="3772440" y="6553604"/>
                <a:ext cx="142200" cy="10008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85AAE57A-505F-D51C-1FA0-E069DEF4BCDA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3763440" y="6544964"/>
                  <a:ext cx="1598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AFB08491-F35E-3222-2DEF-A6EB9C41C0D1}"/>
                    </a:ext>
                  </a:extLst>
                </p14:cNvPr>
                <p14:cNvContentPartPr/>
                <p14:nvPr/>
              </p14:nvContentPartPr>
              <p14:xfrm>
                <a:off x="3956040" y="6548204"/>
                <a:ext cx="83160" cy="2052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AFB08491-F35E-3222-2DEF-A6EB9C41C0D1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3947040" y="6539204"/>
                  <a:ext cx="1008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81946ED5-93AD-559B-1B4F-456387F7566D}"/>
                    </a:ext>
                  </a:extLst>
                </p14:cNvPr>
                <p14:cNvContentPartPr/>
                <p14:nvPr/>
              </p14:nvContentPartPr>
              <p14:xfrm>
                <a:off x="3984120" y="6596084"/>
                <a:ext cx="118440" cy="2196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81946ED5-93AD-559B-1B4F-456387F7566D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3975480" y="6587084"/>
                  <a:ext cx="1360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443798A1-89FE-7C1B-A08E-508B5115B5B5}"/>
                    </a:ext>
                  </a:extLst>
                </p14:cNvPr>
                <p14:cNvContentPartPr/>
                <p14:nvPr/>
              </p14:nvContentPartPr>
              <p14:xfrm>
                <a:off x="4176360" y="6514724"/>
                <a:ext cx="306360" cy="8712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443798A1-89FE-7C1B-A08E-508B5115B5B5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4167720" y="6506084"/>
                  <a:ext cx="3240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B73D248E-34AE-E6BD-1F13-5B5B68F1598A}"/>
                    </a:ext>
                  </a:extLst>
                </p14:cNvPr>
                <p14:cNvContentPartPr/>
                <p14:nvPr/>
              </p14:nvContentPartPr>
              <p14:xfrm>
                <a:off x="4493160" y="6495284"/>
                <a:ext cx="107280" cy="9864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B73D248E-34AE-E6BD-1F13-5B5B68F1598A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4484160" y="6486644"/>
                  <a:ext cx="1249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66E68C17-61D6-C220-918A-282A70CA80CD}"/>
                    </a:ext>
                  </a:extLst>
                </p14:cNvPr>
                <p14:cNvContentPartPr/>
                <p14:nvPr/>
              </p14:nvContentPartPr>
              <p14:xfrm>
                <a:off x="4645800" y="6508964"/>
                <a:ext cx="240840" cy="8748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66E68C17-61D6-C220-918A-282A70CA80CD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4637160" y="6499964"/>
                  <a:ext cx="2584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41E61C36-FE3E-863E-7D0A-9F7450AF83C4}"/>
                    </a:ext>
                  </a:extLst>
                </p14:cNvPr>
                <p14:cNvContentPartPr/>
                <p14:nvPr/>
              </p14:nvContentPartPr>
              <p14:xfrm>
                <a:off x="4830120" y="6460724"/>
                <a:ext cx="68040" cy="277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41E61C36-FE3E-863E-7D0A-9F7450AF83C4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4821120" y="6451724"/>
                  <a:ext cx="856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EF14AFB1-DD8E-5840-051B-D0D2186A40E1}"/>
                    </a:ext>
                  </a:extLst>
                </p14:cNvPr>
                <p14:cNvContentPartPr/>
                <p14:nvPr/>
              </p14:nvContentPartPr>
              <p14:xfrm>
                <a:off x="4911120" y="6521204"/>
                <a:ext cx="181800" cy="12348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EF14AFB1-DD8E-5840-051B-D0D2186A40E1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4902120" y="6512564"/>
                  <a:ext cx="1994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0FCB2A1A-39F6-AC68-1AF9-4E5192110B9E}"/>
                    </a:ext>
                  </a:extLst>
                </p14:cNvPr>
                <p14:cNvContentPartPr/>
                <p14:nvPr/>
              </p14:nvContentPartPr>
              <p14:xfrm>
                <a:off x="5202360" y="6546404"/>
                <a:ext cx="135000" cy="6876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0FCB2A1A-39F6-AC68-1AF9-4E5192110B9E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5193360" y="6537764"/>
                  <a:ext cx="1526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3175AA4E-EED9-B48D-DC74-519A91B4B37E}"/>
                    </a:ext>
                  </a:extLst>
                </p14:cNvPr>
                <p14:cNvContentPartPr/>
                <p14:nvPr/>
              </p14:nvContentPartPr>
              <p14:xfrm>
                <a:off x="5406840" y="6516164"/>
                <a:ext cx="244080" cy="18756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3175AA4E-EED9-B48D-DC74-519A91B4B37E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5397840" y="6507524"/>
                  <a:ext cx="26172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AA6B7020-64C5-8CCB-3526-3ED74A2F5ABE}"/>
              </a:ext>
            </a:extLst>
          </p:cNvPr>
          <p:cNvGrpSpPr/>
          <p:nvPr/>
        </p:nvGrpSpPr>
        <p:grpSpPr>
          <a:xfrm>
            <a:off x="6863400" y="6329324"/>
            <a:ext cx="185400" cy="111240"/>
            <a:chOff x="6863400" y="6329324"/>
            <a:chExt cx="185400" cy="11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D6397691-20B6-CAA3-A9C6-945A076202DD}"/>
                    </a:ext>
                  </a:extLst>
                </p14:cNvPr>
                <p14:cNvContentPartPr/>
                <p14:nvPr/>
              </p14:nvContentPartPr>
              <p14:xfrm>
                <a:off x="6864480" y="6329324"/>
                <a:ext cx="139320" cy="2556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D6397691-20B6-CAA3-A9C6-945A076202DD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6855480" y="6320324"/>
                  <a:ext cx="1569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CAF59035-F8FF-AC91-48E0-6FA5ECA360AD}"/>
                    </a:ext>
                  </a:extLst>
                </p14:cNvPr>
                <p14:cNvContentPartPr/>
                <p14:nvPr/>
              </p14:nvContentPartPr>
              <p14:xfrm>
                <a:off x="6863400" y="6398084"/>
                <a:ext cx="185400" cy="4248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CAF59035-F8FF-AC91-48E0-6FA5ECA360AD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6854400" y="6389444"/>
                  <a:ext cx="203040" cy="6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3BA7FCB2-7EDD-2C39-9A54-EDC61E136A49}"/>
              </a:ext>
            </a:extLst>
          </p:cNvPr>
          <p:cNvGrpSpPr/>
          <p:nvPr/>
        </p:nvGrpSpPr>
        <p:grpSpPr>
          <a:xfrm>
            <a:off x="7661880" y="6066884"/>
            <a:ext cx="430560" cy="137160"/>
            <a:chOff x="7661880" y="6066884"/>
            <a:chExt cx="430560" cy="13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DBB285D5-0C55-EDE0-FEE0-7A791ED7C00A}"/>
                    </a:ext>
                  </a:extLst>
                </p14:cNvPr>
                <p14:cNvContentPartPr/>
                <p14:nvPr/>
              </p14:nvContentPartPr>
              <p14:xfrm>
                <a:off x="7661880" y="6133124"/>
                <a:ext cx="139320" cy="2268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DBB285D5-0C55-EDE0-FEE0-7A791ED7C00A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7652880" y="6124124"/>
                  <a:ext cx="1569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026EC31C-7D5E-DDF1-8874-75F5D801E9FE}"/>
                    </a:ext>
                  </a:extLst>
                </p14:cNvPr>
                <p14:cNvContentPartPr/>
                <p14:nvPr/>
              </p14:nvContentPartPr>
              <p14:xfrm>
                <a:off x="7872120" y="6066884"/>
                <a:ext cx="220320" cy="13716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026EC31C-7D5E-DDF1-8874-75F5D801E9FE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7863480" y="6058244"/>
                  <a:ext cx="237960" cy="15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2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4835BBCC-9783-CA19-6972-B69ED6DD4007}"/>
                  </a:ext>
                </a:extLst>
              </p14:cNvPr>
              <p14:cNvContentPartPr/>
              <p14:nvPr/>
            </p14:nvContentPartPr>
            <p14:xfrm>
              <a:off x="7668720" y="6327524"/>
              <a:ext cx="577440" cy="25200"/>
            </p14:xfrm>
          </p:contentPart>
        </mc:Choice>
        <mc:Fallback xmlns=""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4835BBCC-9783-CA19-6972-B69ED6DD4007}"/>
                  </a:ext>
                </a:extLst>
              </p:cNvPr>
              <p:cNvPicPr/>
              <p:nvPr/>
            </p:nvPicPr>
            <p:blipFill>
              <a:blip r:embed="rId463"/>
              <a:stretch>
                <a:fillRect/>
              </a:stretch>
            </p:blipFill>
            <p:spPr>
              <a:xfrm>
                <a:off x="7659720" y="6318524"/>
                <a:ext cx="59508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4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802EB832-2870-D5AF-16EC-782B84712796}"/>
                  </a:ext>
                </a:extLst>
              </p14:cNvPr>
              <p14:cNvContentPartPr/>
              <p14:nvPr/>
            </p14:nvContentPartPr>
            <p14:xfrm>
              <a:off x="7929360" y="6473684"/>
              <a:ext cx="259200" cy="136440"/>
            </p14:xfrm>
          </p:contentPart>
        </mc:Choice>
        <mc:Fallback xmlns=""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802EB832-2870-D5AF-16EC-782B84712796}"/>
                  </a:ext>
                </a:extLst>
              </p:cNvPr>
              <p:cNvPicPr/>
              <p:nvPr/>
            </p:nvPicPr>
            <p:blipFill>
              <a:blip r:embed="rId465"/>
              <a:stretch>
                <a:fillRect/>
              </a:stretch>
            </p:blipFill>
            <p:spPr>
              <a:xfrm>
                <a:off x="7920720" y="6465044"/>
                <a:ext cx="276840" cy="15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05" name="Group 304">
            <a:extLst>
              <a:ext uri="{FF2B5EF4-FFF2-40B4-BE49-F238E27FC236}">
                <a16:creationId xmlns:a16="http://schemas.microsoft.com/office/drawing/2014/main" id="{B17141DD-BFAF-D273-0CB0-F87E063869B3}"/>
              </a:ext>
            </a:extLst>
          </p:cNvPr>
          <p:cNvGrpSpPr/>
          <p:nvPr/>
        </p:nvGrpSpPr>
        <p:grpSpPr>
          <a:xfrm>
            <a:off x="8628840" y="6196124"/>
            <a:ext cx="211680" cy="72000"/>
            <a:chOff x="8628840" y="6196124"/>
            <a:chExt cx="211680" cy="7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960D1743-0725-B9CD-6238-18C5B85277E3}"/>
                    </a:ext>
                  </a:extLst>
                </p14:cNvPr>
                <p14:cNvContentPartPr/>
                <p14:nvPr/>
              </p14:nvContentPartPr>
              <p14:xfrm>
                <a:off x="8628840" y="6196124"/>
                <a:ext cx="169560" cy="1512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960D1743-0725-B9CD-6238-18C5B85277E3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8620200" y="6187484"/>
                  <a:ext cx="1872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A7F69CA5-A378-746B-0CE3-55FB6115E0C3}"/>
                    </a:ext>
                  </a:extLst>
                </p14:cNvPr>
                <p14:cNvContentPartPr/>
                <p14:nvPr/>
              </p14:nvContentPartPr>
              <p14:xfrm>
                <a:off x="8711280" y="6247244"/>
                <a:ext cx="129240" cy="2088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A7F69CA5-A378-746B-0CE3-55FB6115E0C3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8702280" y="6238604"/>
                  <a:ext cx="14688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574AB62E-0052-AB9D-7B50-85764753EC07}"/>
              </a:ext>
            </a:extLst>
          </p:cNvPr>
          <p:cNvGrpSpPr/>
          <p:nvPr/>
        </p:nvGrpSpPr>
        <p:grpSpPr>
          <a:xfrm>
            <a:off x="9120960" y="6094604"/>
            <a:ext cx="371520" cy="201240"/>
            <a:chOff x="9120960" y="6094604"/>
            <a:chExt cx="371520" cy="20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D4DE3586-AA5C-5107-BA06-C491993CBB0C}"/>
                    </a:ext>
                  </a:extLst>
                </p14:cNvPr>
                <p14:cNvContentPartPr/>
                <p14:nvPr/>
              </p14:nvContentPartPr>
              <p14:xfrm>
                <a:off x="9120960" y="6176684"/>
                <a:ext cx="174240" cy="2916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D4DE3586-AA5C-5107-BA06-C491993CBB0C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9111960" y="6167684"/>
                  <a:ext cx="1918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510D8818-E9F7-2B4F-A749-C0AEE0299639}"/>
                    </a:ext>
                  </a:extLst>
                </p14:cNvPr>
                <p14:cNvContentPartPr/>
                <p14:nvPr/>
              </p14:nvContentPartPr>
              <p14:xfrm>
                <a:off x="9442800" y="6094604"/>
                <a:ext cx="49680" cy="20124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510D8818-E9F7-2B4F-A749-C0AEE0299639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9434160" y="6085964"/>
                  <a:ext cx="67320" cy="21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74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81B083D2-9F4D-FF8C-5383-D21973CEE0AF}"/>
                  </a:ext>
                </a:extLst>
              </p14:cNvPr>
              <p14:cNvContentPartPr/>
              <p14:nvPr/>
            </p14:nvContentPartPr>
            <p14:xfrm>
              <a:off x="9051840" y="6753404"/>
              <a:ext cx="360" cy="360"/>
            </p14:xfrm>
          </p:contentPart>
        </mc:Choice>
        <mc:Fallback xmlns=""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81B083D2-9F4D-FF8C-5383-D21973CEE0AF}"/>
                  </a:ext>
                </a:extLst>
              </p:cNvPr>
              <p:cNvPicPr/>
              <p:nvPr/>
            </p:nvPicPr>
            <p:blipFill>
              <a:blip r:embed="rId475"/>
              <a:stretch>
                <a:fillRect/>
              </a:stretch>
            </p:blipFill>
            <p:spPr>
              <a:xfrm>
                <a:off x="9042840" y="6744404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94629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E0CE45D9-8D56-8D7C-9B4F-28A9A02EEC0E}"/>
              </a:ext>
            </a:extLst>
          </p:cNvPr>
          <p:cNvGrpSpPr/>
          <p:nvPr/>
        </p:nvGrpSpPr>
        <p:grpSpPr>
          <a:xfrm>
            <a:off x="1428840" y="4067804"/>
            <a:ext cx="757800" cy="477360"/>
            <a:chOff x="1428840" y="4067804"/>
            <a:chExt cx="757800" cy="47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FB1F836-6338-63B5-F330-64C084B3E43A}"/>
                    </a:ext>
                  </a:extLst>
                </p14:cNvPr>
                <p14:cNvContentPartPr/>
                <p14:nvPr/>
              </p14:nvContentPartPr>
              <p14:xfrm>
                <a:off x="1462680" y="4226204"/>
                <a:ext cx="191160" cy="318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FB1F836-6338-63B5-F330-64C084B3E43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53680" y="4217564"/>
                  <a:ext cx="20880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2D23C9E-FCF7-5420-68DE-1475E7AD2ACB}"/>
                    </a:ext>
                  </a:extLst>
                </p14:cNvPr>
                <p14:cNvContentPartPr/>
                <p14:nvPr/>
              </p14:nvContentPartPr>
              <p14:xfrm>
                <a:off x="1428840" y="4067804"/>
                <a:ext cx="309960" cy="892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2D23C9E-FCF7-5420-68DE-1475E7AD2AC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19840" y="4059164"/>
                  <a:ext cx="3276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7F3E113-8D77-063E-975B-B21DDB01781C}"/>
                    </a:ext>
                  </a:extLst>
                </p14:cNvPr>
                <p14:cNvContentPartPr/>
                <p14:nvPr/>
              </p14:nvContentPartPr>
              <p14:xfrm>
                <a:off x="1843920" y="4295324"/>
                <a:ext cx="335880" cy="730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7F3E113-8D77-063E-975B-B21DDB01781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35280" y="4286684"/>
                  <a:ext cx="3535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09EC887-FD7A-2AC1-BA8B-4DCAC855CFB0}"/>
                    </a:ext>
                  </a:extLst>
                </p14:cNvPr>
                <p14:cNvContentPartPr/>
                <p14:nvPr/>
              </p14:nvContentPartPr>
              <p14:xfrm>
                <a:off x="2090520" y="4256444"/>
                <a:ext cx="96120" cy="198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09EC887-FD7A-2AC1-BA8B-4DCAC855CFB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81520" y="4247444"/>
                  <a:ext cx="113760" cy="21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77EE3E1B-F86B-78ED-AFF9-F7CDA1D1F448}"/>
              </a:ext>
            </a:extLst>
          </p:cNvPr>
          <p:cNvGrpSpPr/>
          <p:nvPr/>
        </p:nvGrpSpPr>
        <p:grpSpPr>
          <a:xfrm>
            <a:off x="1550520" y="664364"/>
            <a:ext cx="5533200" cy="2578320"/>
            <a:chOff x="1550520" y="664364"/>
            <a:chExt cx="5533200" cy="257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C0C3F5F-E1CD-A314-3A64-20B22441F66A}"/>
                    </a:ext>
                  </a:extLst>
                </p14:cNvPr>
                <p14:cNvContentPartPr/>
                <p14:nvPr/>
              </p14:nvContentPartPr>
              <p14:xfrm>
                <a:off x="1550520" y="779204"/>
                <a:ext cx="68760" cy="23785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C0C3F5F-E1CD-A314-3A64-20B22441F66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41880" y="770204"/>
                  <a:ext cx="86400" cy="239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2A1190A-C0E3-67CB-228F-D1EB63449148}"/>
                    </a:ext>
                  </a:extLst>
                </p14:cNvPr>
                <p14:cNvContentPartPr/>
                <p14:nvPr/>
              </p14:nvContentPartPr>
              <p14:xfrm>
                <a:off x="1599120" y="664364"/>
                <a:ext cx="4385880" cy="25783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2A1190A-C0E3-67CB-228F-D1EB6344914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90120" y="655724"/>
                  <a:ext cx="4403520" cy="259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6FC482B-320F-70C3-3BD4-B817F21C3282}"/>
                    </a:ext>
                  </a:extLst>
                </p14:cNvPr>
                <p14:cNvContentPartPr/>
                <p14:nvPr/>
              </p14:nvContentPartPr>
              <p14:xfrm>
                <a:off x="1562040" y="3058724"/>
                <a:ext cx="4254840" cy="1450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6FC482B-320F-70C3-3BD4-B817F21C328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53040" y="3050084"/>
                  <a:ext cx="42724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4BBA7D9-DC32-A00B-3E75-DF2E0E1027D3}"/>
                    </a:ext>
                  </a:extLst>
                </p14:cNvPr>
                <p14:cNvContentPartPr/>
                <p14:nvPr/>
              </p14:nvContentPartPr>
              <p14:xfrm>
                <a:off x="2496960" y="1582004"/>
                <a:ext cx="31320" cy="190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4BBA7D9-DC32-A00B-3E75-DF2E0E1027D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487960" y="1573364"/>
                  <a:ext cx="489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3FB8E4D-BC96-39A2-765E-50AE11D056A5}"/>
                    </a:ext>
                  </a:extLst>
                </p14:cNvPr>
                <p14:cNvContentPartPr/>
                <p14:nvPr/>
              </p14:nvContentPartPr>
              <p14:xfrm>
                <a:off x="2356200" y="1417844"/>
                <a:ext cx="16200" cy="98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3FB8E4D-BC96-39A2-765E-50AE11D056A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47200" y="1408844"/>
                  <a:ext cx="338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A641951-D8B3-A3A2-06F0-73E3EE58899D}"/>
                    </a:ext>
                  </a:extLst>
                </p14:cNvPr>
                <p14:cNvContentPartPr/>
                <p14:nvPr/>
              </p14:nvContentPartPr>
              <p14:xfrm>
                <a:off x="2427120" y="1229204"/>
                <a:ext cx="110880" cy="72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A641951-D8B3-A3A2-06F0-73E3EE58899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18480" y="1220204"/>
                  <a:ext cx="1285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1B032CC-CD0D-6511-B0B8-BE7DCA885D89}"/>
                    </a:ext>
                  </a:extLst>
                </p14:cNvPr>
                <p14:cNvContentPartPr/>
                <p14:nvPr/>
              </p14:nvContentPartPr>
              <p14:xfrm>
                <a:off x="2692440" y="1252604"/>
                <a:ext cx="96480" cy="17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1B032CC-CD0D-6511-B0B8-BE7DCA885D8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83440" y="1243964"/>
                  <a:ext cx="1141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3D7D0AB-D9A1-DBEF-A180-5B53789610BE}"/>
                    </a:ext>
                  </a:extLst>
                </p14:cNvPr>
                <p14:cNvContentPartPr/>
                <p14:nvPr/>
              </p14:nvContentPartPr>
              <p14:xfrm>
                <a:off x="2841120" y="1443044"/>
                <a:ext cx="58680" cy="1476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3D7D0AB-D9A1-DBEF-A180-5B53789610B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32480" y="1434044"/>
                  <a:ext cx="763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91E4D84-6EA2-7721-0225-5D171A461F66}"/>
                    </a:ext>
                  </a:extLst>
                </p14:cNvPr>
                <p14:cNvContentPartPr/>
                <p14:nvPr/>
              </p14:nvContentPartPr>
              <p14:xfrm>
                <a:off x="2833200" y="1647884"/>
                <a:ext cx="60840" cy="63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91E4D84-6EA2-7721-0225-5D171A461F6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24200" y="1639244"/>
                  <a:ext cx="784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4F349C5-D488-ECAF-F039-4D47AF649D42}"/>
                    </a:ext>
                  </a:extLst>
                </p14:cNvPr>
                <p14:cNvContentPartPr/>
                <p14:nvPr/>
              </p14:nvContentPartPr>
              <p14:xfrm>
                <a:off x="2527560" y="1812404"/>
                <a:ext cx="59400" cy="7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4F349C5-D488-ECAF-F039-4D47AF649D4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518920" y="1803404"/>
                  <a:ext cx="770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F3C6371-490E-64EB-9D5E-EB5B3A0A2F86}"/>
                    </a:ext>
                  </a:extLst>
                </p14:cNvPr>
                <p14:cNvContentPartPr/>
                <p14:nvPr/>
              </p14:nvContentPartPr>
              <p14:xfrm>
                <a:off x="2293920" y="1693244"/>
                <a:ext cx="124920" cy="101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F3C6371-490E-64EB-9D5E-EB5B3A0A2F8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285280" y="1684604"/>
                  <a:ext cx="1425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83672CA-C25D-9BDF-748F-DD517ABD6438}"/>
                    </a:ext>
                  </a:extLst>
                </p14:cNvPr>
                <p14:cNvContentPartPr/>
                <p14:nvPr/>
              </p14:nvContentPartPr>
              <p14:xfrm>
                <a:off x="2175840" y="1408124"/>
                <a:ext cx="48240" cy="1252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83672CA-C25D-9BDF-748F-DD517ABD643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166840" y="1399484"/>
                  <a:ext cx="658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725BBAB-26CF-4740-5E37-9E68B1E34023}"/>
                    </a:ext>
                  </a:extLst>
                </p14:cNvPr>
                <p14:cNvContentPartPr/>
                <p14:nvPr/>
              </p14:nvContentPartPr>
              <p14:xfrm>
                <a:off x="2424600" y="1276724"/>
                <a:ext cx="126000" cy="20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725BBAB-26CF-4740-5E37-9E68B1E3402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415960" y="1268084"/>
                  <a:ext cx="1436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FD75C6B-16E1-27E4-B9AC-5D02142C9BEC}"/>
                    </a:ext>
                  </a:extLst>
                </p14:cNvPr>
                <p14:cNvContentPartPr/>
                <p14:nvPr/>
              </p14:nvContentPartPr>
              <p14:xfrm>
                <a:off x="2691000" y="1631684"/>
                <a:ext cx="22320" cy="18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FD75C6B-16E1-27E4-B9AC-5D02142C9BE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682360" y="1622684"/>
                  <a:ext cx="399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A3E9A21-31B3-48EA-AE9A-BB2E40FD371F}"/>
                    </a:ext>
                  </a:extLst>
                </p14:cNvPr>
                <p14:cNvContentPartPr/>
                <p14:nvPr/>
              </p14:nvContentPartPr>
              <p14:xfrm>
                <a:off x="2620080" y="1604324"/>
                <a:ext cx="13680" cy="20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A3E9A21-31B3-48EA-AE9A-BB2E40FD371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611080" y="1595684"/>
                  <a:ext cx="313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1ED0AFD-99C1-9CA8-D7C1-F1FF363F53BB}"/>
                    </a:ext>
                  </a:extLst>
                </p14:cNvPr>
                <p14:cNvContentPartPr/>
                <p14:nvPr/>
              </p14:nvContentPartPr>
              <p14:xfrm>
                <a:off x="2431080" y="1418924"/>
                <a:ext cx="21600" cy="111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1ED0AFD-99C1-9CA8-D7C1-F1FF363F53B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422080" y="1409924"/>
                  <a:ext cx="392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F945E70-0329-3478-1D01-E78756B16B2F}"/>
                    </a:ext>
                  </a:extLst>
                </p14:cNvPr>
                <p14:cNvContentPartPr/>
                <p14:nvPr/>
              </p14:nvContentPartPr>
              <p14:xfrm>
                <a:off x="2517120" y="1246124"/>
                <a:ext cx="109080" cy="25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F945E70-0329-3478-1D01-E78756B16B2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508120" y="1237484"/>
                  <a:ext cx="1267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1871E7C-8E5C-EEF4-B72A-F99D9345E4C0}"/>
                    </a:ext>
                  </a:extLst>
                </p14:cNvPr>
                <p14:cNvContentPartPr/>
                <p14:nvPr/>
              </p14:nvContentPartPr>
              <p14:xfrm>
                <a:off x="2711160" y="1380044"/>
                <a:ext cx="36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1871E7C-8E5C-EEF4-B72A-F99D9345E4C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702520" y="137104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FD299B1-6C45-2937-4464-8C3086FF7247}"/>
                    </a:ext>
                  </a:extLst>
                </p14:cNvPr>
                <p14:cNvContentPartPr/>
                <p14:nvPr/>
              </p14:nvContentPartPr>
              <p14:xfrm>
                <a:off x="2116080" y="1080884"/>
                <a:ext cx="1024200" cy="9324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FD299B1-6C45-2937-4464-8C3086FF724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107440" y="1071884"/>
                  <a:ext cx="1041840" cy="9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A33EC0A-3AEE-B417-14F9-8BABAC2F9504}"/>
                    </a:ext>
                  </a:extLst>
                </p14:cNvPr>
                <p14:cNvContentPartPr/>
                <p14:nvPr/>
              </p14:nvContentPartPr>
              <p14:xfrm>
                <a:off x="4578120" y="1603964"/>
                <a:ext cx="21600" cy="2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A33EC0A-3AEE-B417-14F9-8BABAC2F950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569120" y="1594964"/>
                  <a:ext cx="392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8CF2E48-21E5-04FA-3CD8-EE95897C0570}"/>
                    </a:ext>
                  </a:extLst>
                </p14:cNvPr>
                <p14:cNvContentPartPr/>
                <p14:nvPr/>
              </p14:nvContentPartPr>
              <p14:xfrm>
                <a:off x="4505760" y="1431884"/>
                <a:ext cx="45720" cy="142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8CF2E48-21E5-04FA-3CD8-EE95897C057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496760" y="1422884"/>
                  <a:ext cx="633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2999757-EF2C-A62D-2FC3-797813274AC0}"/>
                    </a:ext>
                  </a:extLst>
                </p14:cNvPr>
                <p14:cNvContentPartPr/>
                <p14:nvPr/>
              </p14:nvContentPartPr>
              <p14:xfrm>
                <a:off x="4556520" y="1234604"/>
                <a:ext cx="114120" cy="716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2999757-EF2C-A62D-2FC3-797813274AC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547880" y="1225604"/>
                  <a:ext cx="1317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F8B8A05-0D78-4416-BF25-DB178EF8B760}"/>
                    </a:ext>
                  </a:extLst>
                </p14:cNvPr>
                <p14:cNvContentPartPr/>
                <p14:nvPr/>
              </p14:nvContentPartPr>
              <p14:xfrm>
                <a:off x="4834800" y="1240364"/>
                <a:ext cx="105840" cy="14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F8B8A05-0D78-4416-BF25-DB178EF8B76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26160" y="1231724"/>
                  <a:ext cx="1234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C04B9DA-1265-19E7-9E8F-D2DCBD168E49}"/>
                    </a:ext>
                  </a:extLst>
                </p14:cNvPr>
                <p14:cNvContentPartPr/>
                <p14:nvPr/>
              </p14:nvContentPartPr>
              <p14:xfrm>
                <a:off x="5047920" y="1418924"/>
                <a:ext cx="16200" cy="101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C04B9DA-1265-19E7-9E8F-D2DCBD168E4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039280" y="1409924"/>
                  <a:ext cx="338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BC1D3AE-30FA-5592-55CB-77622B188A54}"/>
                    </a:ext>
                  </a:extLst>
                </p14:cNvPr>
                <p14:cNvContentPartPr/>
                <p14:nvPr/>
              </p14:nvContentPartPr>
              <p14:xfrm>
                <a:off x="4931640" y="1683164"/>
                <a:ext cx="86400" cy="55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BC1D3AE-30FA-5592-55CB-77622B188A5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923000" y="1674524"/>
                  <a:ext cx="1040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0FB3309-4590-FF03-DBBF-34556645B1BD}"/>
                    </a:ext>
                  </a:extLst>
                </p14:cNvPr>
                <p14:cNvContentPartPr/>
                <p14:nvPr/>
              </p14:nvContentPartPr>
              <p14:xfrm>
                <a:off x="4723560" y="1771724"/>
                <a:ext cx="100440" cy="25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0FB3309-4590-FF03-DBBF-34556645B1B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714920" y="1762724"/>
                  <a:ext cx="1180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8B0FCC8-EAD4-A09B-A1BB-B9106073EC8C}"/>
                    </a:ext>
                  </a:extLst>
                </p14:cNvPr>
                <p14:cNvContentPartPr/>
                <p14:nvPr/>
              </p14:nvContentPartPr>
              <p14:xfrm>
                <a:off x="4523400" y="1500284"/>
                <a:ext cx="36720" cy="1634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8B0FCC8-EAD4-A09B-A1BB-B9106073EC8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514400" y="1491284"/>
                  <a:ext cx="543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7563672-3ED0-AFD4-38A3-DFD96C7FECC5}"/>
                    </a:ext>
                  </a:extLst>
                </p14:cNvPr>
                <p14:cNvContentPartPr/>
                <p14:nvPr/>
              </p14:nvContentPartPr>
              <p14:xfrm>
                <a:off x="4611960" y="1267364"/>
                <a:ext cx="52560" cy="111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7563672-3ED0-AFD4-38A3-DFD96C7FECC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602960" y="1258724"/>
                  <a:ext cx="702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A88BC5F-E19D-18A7-55E8-690EF33A8884}"/>
                    </a:ext>
                  </a:extLst>
                </p14:cNvPr>
                <p14:cNvContentPartPr/>
                <p14:nvPr/>
              </p14:nvContentPartPr>
              <p14:xfrm>
                <a:off x="4895280" y="1315244"/>
                <a:ext cx="69480" cy="95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A88BC5F-E19D-18A7-55E8-690EF33A888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886280" y="1306244"/>
                  <a:ext cx="871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78AC764-9C97-A2C2-3F2F-AA2491F8F2DD}"/>
                    </a:ext>
                  </a:extLst>
                </p14:cNvPr>
                <p14:cNvContentPartPr/>
                <p14:nvPr/>
              </p14:nvContentPartPr>
              <p14:xfrm>
                <a:off x="4968000" y="1640324"/>
                <a:ext cx="12960" cy="63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78AC764-9C97-A2C2-3F2F-AA2491F8F2D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959360" y="1631684"/>
                  <a:ext cx="306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C2516BA-3431-E67D-03C0-38E1707F044A}"/>
                    </a:ext>
                  </a:extLst>
                </p14:cNvPr>
                <p14:cNvContentPartPr/>
                <p14:nvPr/>
              </p14:nvContentPartPr>
              <p14:xfrm>
                <a:off x="4666680" y="1708004"/>
                <a:ext cx="12240" cy="71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C2516BA-3431-E67D-03C0-38E1707F044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657680" y="1699364"/>
                  <a:ext cx="298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4FA6984-FE9F-9B6F-7BFF-216196F345EE}"/>
                    </a:ext>
                  </a:extLst>
                </p14:cNvPr>
                <p14:cNvContentPartPr/>
                <p14:nvPr/>
              </p14:nvContentPartPr>
              <p14:xfrm>
                <a:off x="4728240" y="1504244"/>
                <a:ext cx="116640" cy="46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4FA6984-FE9F-9B6F-7BFF-216196F345E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719240" y="1495604"/>
                  <a:ext cx="1342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14C6D0A-9BCE-F7CA-01DA-0AF11ABCEC3C}"/>
                    </a:ext>
                  </a:extLst>
                </p14:cNvPr>
                <p14:cNvContentPartPr/>
                <p14:nvPr/>
              </p14:nvContentPartPr>
              <p14:xfrm>
                <a:off x="4869000" y="1532684"/>
                <a:ext cx="5400" cy="6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14C6D0A-9BCE-F7CA-01DA-0AF11ABCEC3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860000" y="1523684"/>
                  <a:ext cx="230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EA296C9-575B-25CE-84CB-9794DF793388}"/>
                    </a:ext>
                  </a:extLst>
                </p14:cNvPr>
                <p14:cNvContentPartPr/>
                <p14:nvPr/>
              </p14:nvContentPartPr>
              <p14:xfrm>
                <a:off x="4888440" y="1444124"/>
                <a:ext cx="43560" cy="39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EA296C9-575B-25CE-84CB-9794DF79338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879440" y="1435484"/>
                  <a:ext cx="612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12631A2-BC0F-9348-D539-3D8166806138}"/>
                    </a:ext>
                  </a:extLst>
                </p14:cNvPr>
                <p14:cNvContentPartPr/>
                <p14:nvPr/>
              </p14:nvContentPartPr>
              <p14:xfrm>
                <a:off x="4488120" y="1187804"/>
                <a:ext cx="345960" cy="563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12631A2-BC0F-9348-D539-3D816680613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479120" y="1179164"/>
                  <a:ext cx="363600" cy="58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9281B53-7DA3-2918-2196-FE96218710B9}"/>
                    </a:ext>
                  </a:extLst>
                </p14:cNvPr>
                <p14:cNvContentPartPr/>
                <p14:nvPr/>
              </p14:nvContentPartPr>
              <p14:xfrm>
                <a:off x="4816800" y="1804844"/>
                <a:ext cx="162000" cy="54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9281B53-7DA3-2918-2196-FE96218710B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807800" y="1795844"/>
                  <a:ext cx="1796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14865DD-D910-EE17-34A3-49E69F2F7A15}"/>
                    </a:ext>
                  </a:extLst>
                </p14:cNvPr>
                <p14:cNvContentPartPr/>
                <p14:nvPr/>
              </p14:nvContentPartPr>
              <p14:xfrm>
                <a:off x="5100120" y="1645004"/>
                <a:ext cx="43560" cy="58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14865DD-D910-EE17-34A3-49E69F2F7A1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091120" y="1636364"/>
                  <a:ext cx="612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705598F-C7A1-6B42-1160-95751BBDE526}"/>
                    </a:ext>
                  </a:extLst>
                </p14:cNvPr>
                <p14:cNvContentPartPr/>
                <p14:nvPr/>
              </p14:nvContentPartPr>
              <p14:xfrm>
                <a:off x="5136480" y="1268084"/>
                <a:ext cx="75240" cy="150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705598F-C7A1-6B42-1160-95751BBDE52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127840" y="1259084"/>
                  <a:ext cx="928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01EAAE6-F6DF-28AD-2356-198E28ABA850}"/>
                    </a:ext>
                  </a:extLst>
                </p14:cNvPr>
                <p14:cNvContentPartPr/>
                <p14:nvPr/>
              </p14:nvContentPartPr>
              <p14:xfrm>
                <a:off x="4851360" y="1113284"/>
                <a:ext cx="87840" cy="392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01EAAE6-F6DF-28AD-2356-198E28ABA85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842360" y="1104284"/>
                  <a:ext cx="1054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A717AD0-691F-BA79-F2D0-1FC67FE3AD31}"/>
                    </a:ext>
                  </a:extLst>
                </p14:cNvPr>
                <p14:cNvContentPartPr/>
                <p14:nvPr/>
              </p14:nvContentPartPr>
              <p14:xfrm>
                <a:off x="4530960" y="1261604"/>
                <a:ext cx="46800" cy="186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A717AD0-691F-BA79-F2D0-1FC67FE3AD3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521960" y="1252604"/>
                  <a:ext cx="644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E53C619-949F-79FF-454D-FD6F8A5938B1}"/>
                    </a:ext>
                  </a:extLst>
                </p14:cNvPr>
                <p14:cNvContentPartPr/>
                <p14:nvPr/>
              </p14:nvContentPartPr>
              <p14:xfrm>
                <a:off x="4545360" y="1605044"/>
                <a:ext cx="51840" cy="49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E53C619-949F-79FF-454D-FD6F8A5938B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536360" y="1596044"/>
                  <a:ext cx="694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E7480BA-BEA6-F3A1-96BF-694B30538122}"/>
                    </a:ext>
                  </a:extLst>
                </p14:cNvPr>
                <p14:cNvContentPartPr/>
                <p14:nvPr/>
              </p14:nvContentPartPr>
              <p14:xfrm>
                <a:off x="4300560" y="931124"/>
                <a:ext cx="1063800" cy="1066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E7480BA-BEA6-F3A1-96BF-694B3053812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291920" y="922124"/>
                  <a:ext cx="1081440" cy="10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90B4243-939F-41FE-672F-179A976D7205}"/>
                    </a:ext>
                  </a:extLst>
                </p14:cNvPr>
                <p14:cNvContentPartPr/>
                <p14:nvPr/>
              </p14:nvContentPartPr>
              <p14:xfrm>
                <a:off x="4251240" y="2810684"/>
                <a:ext cx="42480" cy="23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90B4243-939F-41FE-672F-179A976D720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242240" y="2802044"/>
                  <a:ext cx="601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E2F0829-560B-DF9C-C840-A6BBEE6D55F0}"/>
                    </a:ext>
                  </a:extLst>
                </p14:cNvPr>
                <p14:cNvContentPartPr/>
                <p14:nvPr/>
              </p14:nvContentPartPr>
              <p14:xfrm>
                <a:off x="4124880" y="2569124"/>
                <a:ext cx="26640" cy="1440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E2F0829-560B-DF9C-C840-A6BBEE6D55F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116240" y="2560484"/>
                  <a:ext cx="442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5745D7E-6BAF-88BE-9D4E-3CD87D5FF70B}"/>
                    </a:ext>
                  </a:extLst>
                </p14:cNvPr>
                <p14:cNvContentPartPr/>
                <p14:nvPr/>
              </p14:nvContentPartPr>
              <p14:xfrm>
                <a:off x="4133160" y="2325404"/>
                <a:ext cx="131040" cy="111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5745D7E-6BAF-88BE-9D4E-3CD87D5FF70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124160" y="2316764"/>
                  <a:ext cx="1486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8BA1F8B-0107-A789-D59D-5894F0B201CF}"/>
                    </a:ext>
                  </a:extLst>
                </p14:cNvPr>
                <p14:cNvContentPartPr/>
                <p14:nvPr/>
              </p14:nvContentPartPr>
              <p14:xfrm>
                <a:off x="4488840" y="2328284"/>
                <a:ext cx="71280" cy="237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8BA1F8B-0107-A789-D59D-5894F0B201C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479840" y="2319644"/>
                  <a:ext cx="889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C19FCFD-160D-CE33-2EB1-E2F438DA1596}"/>
                    </a:ext>
                  </a:extLst>
                </p14:cNvPr>
                <p14:cNvContentPartPr/>
                <p14:nvPr/>
              </p14:nvContentPartPr>
              <p14:xfrm>
                <a:off x="4619880" y="2559404"/>
                <a:ext cx="23040" cy="1346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C19FCFD-160D-CE33-2EB1-E2F438DA159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611240" y="2550404"/>
                  <a:ext cx="406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B61414D-9783-EAAF-5BD1-172FB29816BE}"/>
                    </a:ext>
                  </a:extLst>
                </p14:cNvPr>
                <p14:cNvContentPartPr/>
                <p14:nvPr/>
              </p14:nvContentPartPr>
              <p14:xfrm>
                <a:off x="4435920" y="2873684"/>
                <a:ext cx="93240" cy="172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B61414D-9783-EAAF-5BD1-172FB29816B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427280" y="2865044"/>
                  <a:ext cx="1108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97575AA-C844-1D09-38CD-2E73705444BA}"/>
                    </a:ext>
                  </a:extLst>
                </p14:cNvPr>
                <p14:cNvContentPartPr/>
                <p14:nvPr/>
              </p14:nvContentPartPr>
              <p14:xfrm>
                <a:off x="4308480" y="2593604"/>
                <a:ext cx="11520" cy="239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97575AA-C844-1D09-38CD-2E73705444B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299480" y="2584604"/>
                  <a:ext cx="291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5D9064A-0813-31F6-13F6-350CEB117CA0}"/>
                    </a:ext>
                  </a:extLst>
                </p14:cNvPr>
                <p14:cNvContentPartPr/>
                <p14:nvPr/>
              </p14:nvContentPartPr>
              <p14:xfrm>
                <a:off x="4361040" y="2431964"/>
                <a:ext cx="54360" cy="270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5D9064A-0813-31F6-13F6-350CEB117CA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352400" y="2423324"/>
                  <a:ext cx="720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8308018-5EE6-A6DB-8494-B0B9D3EDD91A}"/>
                    </a:ext>
                  </a:extLst>
                </p14:cNvPr>
                <p14:cNvContentPartPr/>
                <p14:nvPr/>
              </p14:nvContentPartPr>
              <p14:xfrm>
                <a:off x="4548600" y="2511524"/>
                <a:ext cx="45000" cy="464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8308018-5EE6-A6DB-8494-B0B9D3EDD91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539600" y="2502884"/>
                  <a:ext cx="626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DA42CEC-C5D1-110A-0F6D-E89AA6398735}"/>
                    </a:ext>
                  </a:extLst>
                </p14:cNvPr>
                <p14:cNvContentPartPr/>
                <p14:nvPr/>
              </p14:nvContentPartPr>
              <p14:xfrm>
                <a:off x="4564080" y="2776484"/>
                <a:ext cx="4680" cy="190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DA42CEC-C5D1-110A-0F6D-E89AA639873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555440" y="2767844"/>
                  <a:ext cx="223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1F03457-5431-52A6-71E4-5E8860176CCA}"/>
                    </a:ext>
                  </a:extLst>
                </p14:cNvPr>
                <p14:cNvContentPartPr/>
                <p14:nvPr/>
              </p14:nvContentPartPr>
              <p14:xfrm>
                <a:off x="3982680" y="2179604"/>
                <a:ext cx="814680" cy="8078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1F03457-5431-52A6-71E4-5E8860176CC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974040" y="2170604"/>
                  <a:ext cx="832320" cy="82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4C71E07-F69D-1B9F-A004-50128279AC25}"/>
                    </a:ext>
                  </a:extLst>
                </p14:cNvPr>
                <p14:cNvContentPartPr/>
                <p14:nvPr/>
              </p14:nvContentPartPr>
              <p14:xfrm>
                <a:off x="2715480" y="1894124"/>
                <a:ext cx="1196280" cy="5828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4C71E07-F69D-1B9F-A004-50128279AC2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706840" y="1885484"/>
                  <a:ext cx="1213920" cy="60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E291A8E-F730-D855-8ED0-1C8142374693}"/>
                    </a:ext>
                  </a:extLst>
                </p14:cNvPr>
                <p14:cNvContentPartPr/>
                <p14:nvPr/>
              </p14:nvContentPartPr>
              <p14:xfrm>
                <a:off x="2809800" y="1898444"/>
                <a:ext cx="1206720" cy="4114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E291A8E-F730-D855-8ED0-1C814237469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801160" y="1889444"/>
                  <a:ext cx="122436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491AE4D-9EB5-119B-3527-E6BB0C178AF9}"/>
                    </a:ext>
                  </a:extLst>
                </p14:cNvPr>
                <p14:cNvContentPartPr/>
                <p14:nvPr/>
              </p14:nvContentPartPr>
              <p14:xfrm>
                <a:off x="2764440" y="1777124"/>
                <a:ext cx="1368000" cy="5014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491AE4D-9EB5-119B-3527-E6BB0C178AF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755800" y="1768124"/>
                  <a:ext cx="1385640" cy="51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7EA21A8-E817-7D66-36E9-C26606EF8432}"/>
                    </a:ext>
                  </a:extLst>
                </p14:cNvPr>
                <p14:cNvContentPartPr/>
                <p14:nvPr/>
              </p14:nvContentPartPr>
              <p14:xfrm>
                <a:off x="2926080" y="1706924"/>
                <a:ext cx="1357560" cy="477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7EA21A8-E817-7D66-36E9-C26606EF843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917080" y="1697924"/>
                  <a:ext cx="1375200" cy="49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87649DF-8DD1-0373-EC52-686AF670B877}"/>
                    </a:ext>
                  </a:extLst>
                </p14:cNvPr>
                <p14:cNvContentPartPr/>
                <p14:nvPr/>
              </p14:nvContentPartPr>
              <p14:xfrm>
                <a:off x="4237920" y="1683884"/>
                <a:ext cx="474120" cy="6526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87649DF-8DD1-0373-EC52-686AF670B87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229280" y="1675244"/>
                  <a:ext cx="491760" cy="67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A229A10-7A65-B4A9-DEF8-9E69B4504CFF}"/>
                    </a:ext>
                  </a:extLst>
                </p14:cNvPr>
                <p14:cNvContentPartPr/>
                <p14:nvPr/>
              </p14:nvContentPartPr>
              <p14:xfrm>
                <a:off x="4484160" y="1832924"/>
                <a:ext cx="240840" cy="5144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A229A10-7A65-B4A9-DEF8-9E69B4504CF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475520" y="1824284"/>
                  <a:ext cx="258480" cy="53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4C56005-5119-2F86-0055-5E6F20DD7C32}"/>
                    </a:ext>
                  </a:extLst>
                </p14:cNvPr>
                <p14:cNvContentPartPr/>
                <p14:nvPr/>
              </p14:nvContentPartPr>
              <p14:xfrm>
                <a:off x="4704840" y="1883684"/>
                <a:ext cx="248040" cy="4856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4C56005-5119-2F86-0055-5E6F20DD7C3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696200" y="1874684"/>
                  <a:ext cx="26568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02678C3-D71D-5D89-D4C2-872C1D2D1938}"/>
                    </a:ext>
                  </a:extLst>
                </p14:cNvPr>
                <p14:cNvContentPartPr/>
                <p14:nvPr/>
              </p14:nvContentPartPr>
              <p14:xfrm>
                <a:off x="4907160" y="1877204"/>
                <a:ext cx="270000" cy="4852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02678C3-D71D-5D89-D4C2-872C1D2D193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898160" y="1868204"/>
                  <a:ext cx="287640" cy="50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5DE3D5E-42C3-119A-30F9-53EEC57890E5}"/>
                    </a:ext>
                  </a:extLst>
                </p14:cNvPr>
                <p14:cNvContentPartPr/>
                <p14:nvPr/>
              </p14:nvContentPartPr>
              <p14:xfrm>
                <a:off x="4853160" y="1963604"/>
                <a:ext cx="394200" cy="5799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5DE3D5E-42C3-119A-30F9-53EEC57890E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844520" y="1954964"/>
                  <a:ext cx="411840" cy="59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16F923A-C5C9-D2DB-D5B3-1D657F733C44}"/>
                    </a:ext>
                  </a:extLst>
                </p14:cNvPr>
                <p14:cNvContentPartPr/>
                <p14:nvPr/>
              </p14:nvContentPartPr>
              <p14:xfrm>
                <a:off x="3106440" y="1586684"/>
                <a:ext cx="1644480" cy="806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16F923A-C5C9-D2DB-D5B3-1D657F733C4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097800" y="1578044"/>
                  <a:ext cx="16621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22CE03B-8891-D203-6EB6-49AC84870CCA}"/>
                    </a:ext>
                  </a:extLst>
                </p14:cNvPr>
                <p14:cNvContentPartPr/>
                <p14:nvPr/>
              </p14:nvContentPartPr>
              <p14:xfrm>
                <a:off x="3085200" y="1438364"/>
                <a:ext cx="1125000" cy="874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22CE03B-8891-D203-6EB6-49AC84870CC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076200" y="1429364"/>
                  <a:ext cx="11426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9181AAE-8085-73AE-955E-65BF7285D945}"/>
                    </a:ext>
                  </a:extLst>
                </p14:cNvPr>
                <p14:cNvContentPartPr/>
                <p14:nvPr/>
              </p14:nvContentPartPr>
              <p14:xfrm>
                <a:off x="3012840" y="1321004"/>
                <a:ext cx="1203480" cy="1209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9181AAE-8085-73AE-955E-65BF7285D94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003840" y="1312364"/>
                  <a:ext cx="12211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30CFBAE-BB3F-4FCF-F8B0-5EF3AFDAE2F2}"/>
                    </a:ext>
                  </a:extLst>
                </p14:cNvPr>
                <p14:cNvContentPartPr/>
                <p14:nvPr/>
              </p14:nvContentPartPr>
              <p14:xfrm>
                <a:off x="2802960" y="1231004"/>
                <a:ext cx="1419120" cy="1184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30CFBAE-BB3F-4FCF-F8B0-5EF3AFDAE2F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794320" y="1222004"/>
                  <a:ext cx="14367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170EE9C-CEFB-153C-272B-D7C305CB52A0}"/>
                    </a:ext>
                  </a:extLst>
                </p14:cNvPr>
                <p14:cNvContentPartPr/>
                <p14:nvPr/>
              </p14:nvContentPartPr>
              <p14:xfrm>
                <a:off x="3203280" y="1150364"/>
                <a:ext cx="909360" cy="810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170EE9C-CEFB-153C-272B-D7C305CB52A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194280" y="1141364"/>
                  <a:ext cx="9270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F2547D1-06BF-9EFE-9265-78992C7038E7}"/>
                    </a:ext>
                  </a:extLst>
                </p14:cNvPr>
                <p14:cNvContentPartPr/>
                <p14:nvPr/>
              </p14:nvContentPartPr>
              <p14:xfrm>
                <a:off x="5049720" y="1832924"/>
                <a:ext cx="2007360" cy="4654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F2547D1-06BF-9EFE-9265-78992C7038E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040720" y="1824284"/>
                  <a:ext cx="202500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8F4A761-DE98-58F8-3528-DB28F3AB12A8}"/>
                    </a:ext>
                  </a:extLst>
                </p14:cNvPr>
                <p14:cNvContentPartPr/>
                <p14:nvPr/>
              </p14:nvContentPartPr>
              <p14:xfrm>
                <a:off x="7017120" y="1819244"/>
                <a:ext cx="66600" cy="1494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8F4A761-DE98-58F8-3528-DB28F3AB12A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008480" y="1810604"/>
                  <a:ext cx="84240" cy="16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4A0AD54F-2C7C-82E8-6CA4-7BDD6ED1419C}"/>
              </a:ext>
            </a:extLst>
          </p:cNvPr>
          <p:cNvGrpSpPr/>
          <p:nvPr/>
        </p:nvGrpSpPr>
        <p:grpSpPr>
          <a:xfrm>
            <a:off x="7322040" y="1288244"/>
            <a:ext cx="927360" cy="574920"/>
            <a:chOff x="7322040" y="1288244"/>
            <a:chExt cx="927360" cy="57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14BB207-5B5A-E111-5662-9459EA87442F}"/>
                    </a:ext>
                  </a:extLst>
                </p14:cNvPr>
                <p14:cNvContentPartPr/>
                <p14:nvPr/>
              </p14:nvContentPartPr>
              <p14:xfrm>
                <a:off x="7391520" y="1670564"/>
                <a:ext cx="31680" cy="1926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14BB207-5B5A-E111-5662-9459EA87442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382520" y="1661564"/>
                  <a:ext cx="493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0EBEA3B-E0CC-75F5-E14C-CB298B4EF715}"/>
                    </a:ext>
                  </a:extLst>
                </p14:cNvPr>
                <p14:cNvContentPartPr/>
                <p14:nvPr/>
              </p14:nvContentPartPr>
              <p14:xfrm>
                <a:off x="7322040" y="1614044"/>
                <a:ext cx="213480" cy="2336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0EBEA3B-E0CC-75F5-E14C-CB298B4EF71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313040" y="1605404"/>
                  <a:ext cx="2311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E0CD297-8A4A-FF09-EC0E-31CD20162242}"/>
                    </a:ext>
                  </a:extLst>
                </p14:cNvPr>
                <p14:cNvContentPartPr/>
                <p14:nvPr/>
              </p14:nvContentPartPr>
              <p14:xfrm>
                <a:off x="7624080" y="1618004"/>
                <a:ext cx="14760" cy="181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E0CD297-8A4A-FF09-EC0E-31CD2016224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615440" y="1609004"/>
                  <a:ext cx="324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77AFA5F-035A-27C2-FE89-FE30509DD837}"/>
                    </a:ext>
                  </a:extLst>
                </p14:cNvPr>
                <p14:cNvContentPartPr/>
                <p14:nvPr/>
              </p14:nvContentPartPr>
              <p14:xfrm>
                <a:off x="7637760" y="1571564"/>
                <a:ext cx="209880" cy="2523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77AFA5F-035A-27C2-FE89-FE30509DD83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628760" y="1562924"/>
                  <a:ext cx="2275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D59DF49-BDC0-4141-4ECA-039F45DC6CD2}"/>
                    </a:ext>
                  </a:extLst>
                </p14:cNvPr>
                <p14:cNvContentPartPr/>
                <p14:nvPr/>
              </p14:nvContentPartPr>
              <p14:xfrm>
                <a:off x="7903440" y="1503164"/>
                <a:ext cx="165240" cy="3085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D59DF49-BDC0-4141-4ECA-039F45DC6CD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894440" y="1494164"/>
                  <a:ext cx="18288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4DE0B14-2565-EC61-86EF-568CB2ED3AEF}"/>
                    </a:ext>
                  </a:extLst>
                </p14:cNvPr>
                <p14:cNvContentPartPr/>
                <p14:nvPr/>
              </p14:nvContentPartPr>
              <p14:xfrm>
                <a:off x="7993440" y="1631324"/>
                <a:ext cx="148680" cy="500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4DE0B14-2565-EC61-86EF-568CB2ED3AE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984800" y="1622684"/>
                  <a:ext cx="1663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9AF474B-EE26-F536-DD47-460C655CCF36}"/>
                    </a:ext>
                  </a:extLst>
                </p14:cNvPr>
                <p14:cNvContentPartPr/>
                <p14:nvPr/>
              </p14:nvContentPartPr>
              <p14:xfrm>
                <a:off x="7999920" y="1288244"/>
                <a:ext cx="56880" cy="1854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9AF474B-EE26-F536-DD47-460C655CCF3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990920" y="1279244"/>
                  <a:ext cx="745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8C3DAAB-322D-D003-D8C2-7359C4C053D0}"/>
                    </a:ext>
                  </a:extLst>
                </p14:cNvPr>
                <p14:cNvContentPartPr/>
                <p14:nvPr/>
              </p14:nvContentPartPr>
              <p14:xfrm>
                <a:off x="8062560" y="1576244"/>
                <a:ext cx="186840" cy="1908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8C3DAAB-322D-D003-D8C2-7359C4C053D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053920" y="1567244"/>
                  <a:ext cx="204480" cy="20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5A32D83E-AEED-B524-8943-02E02ABACE5E}"/>
              </a:ext>
            </a:extLst>
          </p:cNvPr>
          <p:cNvGrpSpPr/>
          <p:nvPr/>
        </p:nvGrpSpPr>
        <p:grpSpPr>
          <a:xfrm>
            <a:off x="4469400" y="1051004"/>
            <a:ext cx="730080" cy="814680"/>
            <a:chOff x="4469400" y="1051004"/>
            <a:chExt cx="730080" cy="81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CB25876-B1F8-F7E0-5C7A-47BB34EBDAA0}"/>
                    </a:ext>
                  </a:extLst>
                </p14:cNvPr>
                <p14:cNvContentPartPr/>
                <p14:nvPr/>
              </p14:nvContentPartPr>
              <p14:xfrm>
                <a:off x="4850280" y="1465724"/>
                <a:ext cx="84240" cy="698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CB25876-B1F8-F7E0-5C7A-47BB34EBDAA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841640" y="1457084"/>
                  <a:ext cx="1018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74281F5-FA57-FDF9-AC49-30CBBD0E43BF}"/>
                    </a:ext>
                  </a:extLst>
                </p14:cNvPr>
                <p14:cNvContentPartPr/>
                <p14:nvPr/>
              </p14:nvContentPartPr>
              <p14:xfrm>
                <a:off x="4915080" y="1258004"/>
                <a:ext cx="49680" cy="1810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74281F5-FA57-FDF9-AC49-30CBBD0E43B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906080" y="1249364"/>
                  <a:ext cx="673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52F69EF-3269-47DD-CF94-065A3F3042B9}"/>
                    </a:ext>
                  </a:extLst>
                </p14:cNvPr>
                <p14:cNvContentPartPr/>
                <p14:nvPr/>
              </p14:nvContentPartPr>
              <p14:xfrm>
                <a:off x="4948200" y="1270964"/>
                <a:ext cx="191520" cy="2408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52F69EF-3269-47DD-CF94-065A3F3042B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939200" y="1262324"/>
                  <a:ext cx="2091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38E2F4E-186A-E58D-2102-12B641047749}"/>
                    </a:ext>
                  </a:extLst>
                </p14:cNvPr>
                <p14:cNvContentPartPr/>
                <p14:nvPr/>
              </p14:nvContentPartPr>
              <p14:xfrm>
                <a:off x="4953600" y="1377524"/>
                <a:ext cx="245880" cy="2325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38E2F4E-186A-E58D-2102-12B64104774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944960" y="1368884"/>
                  <a:ext cx="2635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14461DA-9F3D-F28A-687E-4F917AA04F30}"/>
                    </a:ext>
                  </a:extLst>
                </p14:cNvPr>
                <p14:cNvContentPartPr/>
                <p14:nvPr/>
              </p14:nvContentPartPr>
              <p14:xfrm>
                <a:off x="4871520" y="1589564"/>
                <a:ext cx="144360" cy="2653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14461DA-9F3D-F28A-687E-4F917AA04F3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862520" y="1580924"/>
                  <a:ext cx="1620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B823089-BB69-3C62-B6FE-BF224158C2A7}"/>
                    </a:ext>
                  </a:extLst>
                </p14:cNvPr>
                <p14:cNvContentPartPr/>
                <p14:nvPr/>
              </p14:nvContentPartPr>
              <p14:xfrm>
                <a:off x="4835880" y="1678484"/>
                <a:ext cx="166680" cy="1872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B823089-BB69-3C62-B6FE-BF224158C2A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827240" y="1669844"/>
                  <a:ext cx="1843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B7448B7-7AE7-07CE-42D7-D4D42F435137}"/>
                    </a:ext>
                  </a:extLst>
                </p14:cNvPr>
                <p14:cNvContentPartPr/>
                <p14:nvPr/>
              </p14:nvContentPartPr>
              <p14:xfrm>
                <a:off x="4601880" y="1573004"/>
                <a:ext cx="200880" cy="1555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B7448B7-7AE7-07CE-42D7-D4D42F43513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592880" y="1564364"/>
                  <a:ext cx="2185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7F5AD5F-4CF7-8907-CA49-E2FAFA205AA5}"/>
                    </a:ext>
                  </a:extLst>
                </p14:cNvPr>
                <p14:cNvContentPartPr/>
                <p14:nvPr/>
              </p14:nvContentPartPr>
              <p14:xfrm>
                <a:off x="4509000" y="1417124"/>
                <a:ext cx="216360" cy="1357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7F5AD5F-4CF7-8907-CA49-E2FAFA205AA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500000" y="1408124"/>
                  <a:ext cx="2340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9958564-9E2F-725D-E562-6E37C9C6D8A8}"/>
                    </a:ext>
                  </a:extLst>
                </p14:cNvPr>
                <p14:cNvContentPartPr/>
                <p14:nvPr/>
              </p14:nvContentPartPr>
              <p14:xfrm>
                <a:off x="4469400" y="1193564"/>
                <a:ext cx="329760" cy="1152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9958564-9E2F-725D-E562-6E37C9C6D8A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460400" y="1184564"/>
                  <a:ext cx="3474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35AE898-9D3E-E35A-1116-CF623A09D5B3}"/>
                    </a:ext>
                  </a:extLst>
                </p14:cNvPr>
                <p14:cNvContentPartPr/>
                <p14:nvPr/>
              </p14:nvContentPartPr>
              <p14:xfrm>
                <a:off x="4763880" y="1051004"/>
                <a:ext cx="162360" cy="1864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35AE898-9D3E-E35A-1116-CF623A09D5B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755240" y="1042004"/>
                  <a:ext cx="180000" cy="20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2466963C-C98B-ADEF-35FA-F4373BBAC9E5}"/>
                  </a:ext>
                </a:extLst>
              </p14:cNvPr>
              <p14:cNvContentPartPr/>
              <p14:nvPr/>
            </p14:nvContentPartPr>
            <p14:xfrm>
              <a:off x="5009760" y="1179524"/>
              <a:ext cx="26640" cy="18828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2466963C-C98B-ADEF-35FA-F4373BBAC9E5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5000760" y="1170884"/>
                <a:ext cx="44280" cy="20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8" name="Group 117">
            <a:extLst>
              <a:ext uri="{FF2B5EF4-FFF2-40B4-BE49-F238E27FC236}">
                <a16:creationId xmlns:a16="http://schemas.microsoft.com/office/drawing/2014/main" id="{A9A7F2FE-4DB4-5F25-A9CB-08D8069EB513}"/>
              </a:ext>
            </a:extLst>
          </p:cNvPr>
          <p:cNvGrpSpPr/>
          <p:nvPr/>
        </p:nvGrpSpPr>
        <p:grpSpPr>
          <a:xfrm>
            <a:off x="2207160" y="1242884"/>
            <a:ext cx="764640" cy="620280"/>
            <a:chOff x="2207160" y="1242884"/>
            <a:chExt cx="764640" cy="62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2D6037F-10B4-370B-1DA7-D109BBA8DE25}"/>
                    </a:ext>
                  </a:extLst>
                </p14:cNvPr>
                <p14:cNvContentPartPr/>
                <p14:nvPr/>
              </p14:nvContentPartPr>
              <p14:xfrm>
                <a:off x="2698560" y="1792964"/>
                <a:ext cx="360" cy="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2D6037F-10B4-370B-1DA7-D109BBA8DE2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689920" y="178396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D18F926-BA36-708C-FF4A-4CF90745DF32}"/>
                    </a:ext>
                  </a:extLst>
                </p14:cNvPr>
                <p14:cNvContentPartPr/>
                <p14:nvPr/>
              </p14:nvContentPartPr>
              <p14:xfrm>
                <a:off x="2619720" y="1559684"/>
                <a:ext cx="45360" cy="432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D18F926-BA36-708C-FF4A-4CF90745DF3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610720" y="1550684"/>
                  <a:ext cx="630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BCA317A-96DE-8BF7-9355-4F23965C93F9}"/>
                    </a:ext>
                  </a:extLst>
                </p14:cNvPr>
                <p14:cNvContentPartPr/>
                <p14:nvPr/>
              </p14:nvContentPartPr>
              <p14:xfrm>
                <a:off x="2476800" y="1371404"/>
                <a:ext cx="148680" cy="1609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BCA317A-96DE-8BF7-9355-4F23965C93F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467800" y="1362764"/>
                  <a:ext cx="1663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2B74CB2-EB5D-8B14-99EE-51632BDE8527}"/>
                    </a:ext>
                  </a:extLst>
                </p14:cNvPr>
                <p14:cNvContentPartPr/>
                <p14:nvPr/>
              </p14:nvContentPartPr>
              <p14:xfrm>
                <a:off x="2617560" y="1242884"/>
                <a:ext cx="25560" cy="3088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2B74CB2-EB5D-8B14-99EE-51632BDE852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608920" y="1233884"/>
                  <a:ext cx="4320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063ED01-6A07-C6BA-4182-86D3BBF195AA}"/>
                    </a:ext>
                  </a:extLst>
                </p14:cNvPr>
                <p14:cNvContentPartPr/>
                <p14:nvPr/>
              </p14:nvContentPartPr>
              <p14:xfrm>
                <a:off x="2646000" y="1295804"/>
                <a:ext cx="205200" cy="2656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063ED01-6A07-C6BA-4182-86D3BBF195A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637000" y="1286804"/>
                  <a:ext cx="22284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378FA71-ACB1-B309-F7D5-294D5595CBBC}"/>
                    </a:ext>
                  </a:extLst>
                </p14:cNvPr>
                <p14:cNvContentPartPr/>
                <p14:nvPr/>
              </p14:nvContentPartPr>
              <p14:xfrm>
                <a:off x="2660760" y="1476524"/>
                <a:ext cx="285120" cy="1134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378FA71-ACB1-B309-F7D5-294D5595CBB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652120" y="1467884"/>
                  <a:ext cx="3027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B2C59D3-3DA4-CBE5-113F-766AC7ABAAAC}"/>
                    </a:ext>
                  </a:extLst>
                </p14:cNvPr>
                <p14:cNvContentPartPr/>
                <p14:nvPr/>
              </p14:nvContentPartPr>
              <p14:xfrm>
                <a:off x="2630160" y="1589204"/>
                <a:ext cx="341640" cy="1245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B2C59D3-3DA4-CBE5-113F-766AC7ABAAA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621520" y="1580204"/>
                  <a:ext cx="3592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4BD17E2-C691-E2AA-55AC-06D64C69FB73}"/>
                    </a:ext>
                  </a:extLst>
                </p14:cNvPr>
                <p14:cNvContentPartPr/>
                <p14:nvPr/>
              </p14:nvContentPartPr>
              <p14:xfrm>
                <a:off x="2632680" y="1604324"/>
                <a:ext cx="88560" cy="2588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4BD17E2-C691-E2AA-55AC-06D64C69FB7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623680" y="1595684"/>
                  <a:ext cx="1062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F424BB8-2182-19BC-F7B2-147308013186}"/>
                    </a:ext>
                  </a:extLst>
                </p14:cNvPr>
                <p14:cNvContentPartPr/>
                <p14:nvPr/>
              </p14:nvContentPartPr>
              <p14:xfrm>
                <a:off x="2239200" y="1589564"/>
                <a:ext cx="387360" cy="486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F424BB8-2182-19BC-F7B2-14730801318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230560" y="1580924"/>
                  <a:ext cx="4050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3DBABF9-E2BC-60F7-C3FE-EBC36425F7FE}"/>
                    </a:ext>
                  </a:extLst>
                </p14:cNvPr>
                <p14:cNvContentPartPr/>
                <p14:nvPr/>
              </p14:nvContentPartPr>
              <p14:xfrm>
                <a:off x="2207160" y="1517204"/>
                <a:ext cx="255600" cy="1011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3DBABF9-E2BC-60F7-C3FE-EBC36425F7F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198520" y="1508564"/>
                  <a:ext cx="2732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E81A7F5-C8C4-2AA3-DB64-64D1835FC8F2}"/>
                    </a:ext>
                  </a:extLst>
                </p14:cNvPr>
                <p14:cNvContentPartPr/>
                <p14:nvPr/>
              </p14:nvContentPartPr>
              <p14:xfrm>
                <a:off x="2306520" y="1387604"/>
                <a:ext cx="272520" cy="576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E81A7F5-C8C4-2AA3-DB64-64D1835FC8F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297520" y="1378964"/>
                  <a:ext cx="2901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ED95023-184E-1856-6CE5-BF7448F4FB07}"/>
                    </a:ext>
                  </a:extLst>
                </p14:cNvPr>
                <p14:cNvContentPartPr/>
                <p14:nvPr/>
              </p14:nvContentPartPr>
              <p14:xfrm>
                <a:off x="2484720" y="1434764"/>
                <a:ext cx="75240" cy="3301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ED95023-184E-1856-6CE5-BF7448F4FB0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476080" y="1425764"/>
                  <a:ext cx="9288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A941925-ADF3-90DC-B7A6-5EDD01A60962}"/>
                    </a:ext>
                  </a:extLst>
                </p14:cNvPr>
                <p14:cNvContentPartPr/>
                <p14:nvPr/>
              </p14:nvContentPartPr>
              <p14:xfrm>
                <a:off x="2386440" y="1740404"/>
                <a:ext cx="351720" cy="676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A941925-ADF3-90DC-B7A6-5EDD01A60962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377440" y="1731764"/>
                  <a:ext cx="3693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41CE6A6-6B94-85DD-2BA4-36F5519A1121}"/>
                    </a:ext>
                  </a:extLst>
                </p14:cNvPr>
                <p14:cNvContentPartPr/>
                <p14:nvPr/>
              </p14:nvContentPartPr>
              <p14:xfrm>
                <a:off x="2671560" y="1701524"/>
                <a:ext cx="18720" cy="961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41CE6A6-6B94-85DD-2BA4-36F5519A112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662920" y="1692884"/>
                  <a:ext cx="363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FE87DCA-80F5-A436-71AE-5A9E8F56BA63}"/>
                    </a:ext>
                  </a:extLst>
                </p14:cNvPr>
                <p14:cNvContentPartPr/>
                <p14:nvPr/>
              </p14:nvContentPartPr>
              <p14:xfrm>
                <a:off x="2758320" y="1425404"/>
                <a:ext cx="149040" cy="975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FE87DCA-80F5-A436-71AE-5A9E8F56BA6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749320" y="1416404"/>
                  <a:ext cx="166680" cy="11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A78D11D2-B9A7-57A3-30E4-8F1E2E63519D}"/>
                  </a:ext>
                </a:extLst>
              </p14:cNvPr>
              <p14:cNvContentPartPr/>
              <p14:nvPr/>
            </p14:nvContentPartPr>
            <p14:xfrm>
              <a:off x="2071440" y="4011284"/>
              <a:ext cx="31680" cy="504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A78D11D2-B9A7-57A3-30E4-8F1E2E63519D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2062800" y="4002284"/>
                <a:ext cx="49320" cy="2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8" name="Group 127">
            <a:extLst>
              <a:ext uri="{FF2B5EF4-FFF2-40B4-BE49-F238E27FC236}">
                <a16:creationId xmlns:a16="http://schemas.microsoft.com/office/drawing/2014/main" id="{8E9F486A-3CFF-2912-5B10-E674C1C6CC6B}"/>
              </a:ext>
            </a:extLst>
          </p:cNvPr>
          <p:cNvGrpSpPr/>
          <p:nvPr/>
        </p:nvGrpSpPr>
        <p:grpSpPr>
          <a:xfrm>
            <a:off x="1526040" y="4960964"/>
            <a:ext cx="741240" cy="243360"/>
            <a:chOff x="1526040" y="4960964"/>
            <a:chExt cx="741240" cy="24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83483BE-CE8B-248A-8251-F47A8DBF7076}"/>
                    </a:ext>
                  </a:extLst>
                </p14:cNvPr>
                <p14:cNvContentPartPr/>
                <p14:nvPr/>
              </p14:nvContentPartPr>
              <p14:xfrm>
                <a:off x="1526040" y="5019644"/>
                <a:ext cx="171720" cy="1504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83483BE-CE8B-248A-8251-F47A8DBF707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517400" y="5011004"/>
                  <a:ext cx="1893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BC6B3B7-42A1-AD3E-071F-AD33E81E0F5B}"/>
                    </a:ext>
                  </a:extLst>
                </p14:cNvPr>
                <p14:cNvContentPartPr/>
                <p14:nvPr/>
              </p14:nvContentPartPr>
              <p14:xfrm>
                <a:off x="1555920" y="4960964"/>
                <a:ext cx="265680" cy="234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BC6B3B7-42A1-AD3E-071F-AD33E81E0F5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547280" y="4951964"/>
                  <a:ext cx="2833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6409F85-093F-FE9D-B512-A6BC12172A82}"/>
                    </a:ext>
                  </a:extLst>
                </p14:cNvPr>
                <p14:cNvContentPartPr/>
                <p14:nvPr/>
              </p14:nvContentPartPr>
              <p14:xfrm>
                <a:off x="1948320" y="5055644"/>
                <a:ext cx="311400" cy="356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6409F85-093F-FE9D-B512-A6BC12172A8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939320" y="5047004"/>
                  <a:ext cx="3290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D447A47-189B-C505-4735-34A5D377772D}"/>
                    </a:ext>
                  </a:extLst>
                </p14:cNvPr>
                <p14:cNvContentPartPr/>
                <p14:nvPr/>
              </p14:nvContentPartPr>
              <p14:xfrm>
                <a:off x="2156400" y="5009204"/>
                <a:ext cx="110880" cy="1951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D447A47-189B-C505-4735-34A5D377772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147400" y="5000204"/>
                  <a:ext cx="128520" cy="21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24D05EA3-267D-83FF-3B74-95E50C64E2E3}"/>
              </a:ext>
            </a:extLst>
          </p:cNvPr>
          <p:cNvGrpSpPr/>
          <p:nvPr/>
        </p:nvGrpSpPr>
        <p:grpSpPr>
          <a:xfrm>
            <a:off x="6804000" y="3949004"/>
            <a:ext cx="2756880" cy="902520"/>
            <a:chOff x="6804000" y="3949004"/>
            <a:chExt cx="2756880" cy="90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8A99008-CE09-612C-1D6C-86EFD32048D1}"/>
                    </a:ext>
                  </a:extLst>
                </p14:cNvPr>
                <p14:cNvContentPartPr/>
                <p14:nvPr/>
              </p14:nvContentPartPr>
              <p14:xfrm>
                <a:off x="6804000" y="4135484"/>
                <a:ext cx="174240" cy="2419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8A99008-CE09-612C-1D6C-86EFD32048D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795000" y="4126844"/>
                  <a:ext cx="19188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25B141F8-42E9-A0CC-18BF-DB39516C6A82}"/>
                    </a:ext>
                  </a:extLst>
                </p14:cNvPr>
                <p14:cNvContentPartPr/>
                <p14:nvPr/>
              </p14:nvContentPartPr>
              <p14:xfrm>
                <a:off x="7078680" y="4170764"/>
                <a:ext cx="136080" cy="1551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25B141F8-42E9-A0CC-18BF-DB39516C6A8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070040" y="4161764"/>
                  <a:ext cx="1537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27D5785-6F3F-C14C-1F38-282A7B077519}"/>
                    </a:ext>
                  </a:extLst>
                </p14:cNvPr>
                <p14:cNvContentPartPr/>
                <p14:nvPr/>
              </p14:nvContentPartPr>
              <p14:xfrm>
                <a:off x="7318800" y="4186604"/>
                <a:ext cx="92160" cy="352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27D5785-6F3F-C14C-1F38-282A7B07751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309800" y="4177964"/>
                  <a:ext cx="1098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022075D-5539-2871-4E06-DCDBB6ECD8DD}"/>
                    </a:ext>
                  </a:extLst>
                </p14:cNvPr>
                <p14:cNvContentPartPr/>
                <p14:nvPr/>
              </p14:nvContentPartPr>
              <p14:xfrm>
                <a:off x="7328160" y="4243844"/>
                <a:ext cx="146160" cy="302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022075D-5539-2871-4E06-DCDBB6ECD8D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319520" y="4235204"/>
                  <a:ext cx="1638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77C0933-4BCB-BA27-810E-D60C29C623D3}"/>
                    </a:ext>
                  </a:extLst>
                </p14:cNvPr>
                <p14:cNvContentPartPr/>
                <p14:nvPr/>
              </p14:nvContentPartPr>
              <p14:xfrm>
                <a:off x="7832160" y="4066724"/>
                <a:ext cx="195480" cy="2332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77C0933-4BCB-BA27-810E-D60C29C623D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823160" y="4057724"/>
                  <a:ext cx="2131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DEEA2C0-8CDE-BB3F-5230-C2AD67422CC4}"/>
                    </a:ext>
                  </a:extLst>
                </p14:cNvPr>
                <p14:cNvContentPartPr/>
                <p14:nvPr/>
              </p14:nvContentPartPr>
              <p14:xfrm>
                <a:off x="7880040" y="3955844"/>
                <a:ext cx="240480" cy="403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DEEA2C0-8CDE-BB3F-5230-C2AD67422CC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871040" y="3947204"/>
                  <a:ext cx="2581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EC6F8B3-762C-AE27-CAF0-342DA381EB3B}"/>
                    </a:ext>
                  </a:extLst>
                </p14:cNvPr>
                <p14:cNvContentPartPr/>
                <p14:nvPr/>
              </p14:nvContentPartPr>
              <p14:xfrm>
                <a:off x="8163360" y="4169324"/>
                <a:ext cx="206280" cy="597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EC6F8B3-762C-AE27-CAF0-342DA381EB3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154360" y="4160324"/>
                  <a:ext cx="2239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F6D4956-ED62-C6E8-C330-797B54C025C0}"/>
                    </a:ext>
                  </a:extLst>
                </p14:cNvPr>
                <p14:cNvContentPartPr/>
                <p14:nvPr/>
              </p14:nvContentPartPr>
              <p14:xfrm>
                <a:off x="8470440" y="4119284"/>
                <a:ext cx="196920" cy="1126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F6D4956-ED62-C6E8-C330-797B54C025C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461800" y="4110644"/>
                  <a:ext cx="2145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609E97E-C74D-0440-3772-0226B5FCDC08}"/>
                    </a:ext>
                  </a:extLst>
                </p14:cNvPr>
                <p14:cNvContentPartPr/>
                <p14:nvPr/>
              </p14:nvContentPartPr>
              <p14:xfrm>
                <a:off x="8513280" y="3949004"/>
                <a:ext cx="240480" cy="640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609E97E-C74D-0440-3772-0226B5FCDC0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504280" y="3940004"/>
                  <a:ext cx="2581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DE3A5AB-2D14-09A2-E829-F456F79B9464}"/>
                    </a:ext>
                  </a:extLst>
                </p14:cNvPr>
                <p14:cNvContentPartPr/>
                <p14:nvPr/>
              </p14:nvContentPartPr>
              <p14:xfrm>
                <a:off x="7684920" y="4350044"/>
                <a:ext cx="1347480" cy="961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DE3A5AB-2D14-09A2-E829-F456F79B946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676280" y="4341404"/>
                  <a:ext cx="13651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4481B3D-ED51-0A87-363A-6293F8634241}"/>
                    </a:ext>
                  </a:extLst>
                </p14:cNvPr>
                <p14:cNvContentPartPr/>
                <p14:nvPr/>
              </p14:nvContentPartPr>
              <p14:xfrm>
                <a:off x="7761240" y="4652444"/>
                <a:ext cx="299520" cy="1666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4481B3D-ED51-0A87-363A-6293F8634241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752240" y="4643444"/>
                  <a:ext cx="3171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37E20C8-BB35-B1C3-A5B1-16F3A6F22929}"/>
                    </a:ext>
                  </a:extLst>
                </p14:cNvPr>
                <p14:cNvContentPartPr/>
                <p14:nvPr/>
              </p14:nvContentPartPr>
              <p14:xfrm>
                <a:off x="8092440" y="4682684"/>
                <a:ext cx="177480" cy="1270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37E20C8-BB35-B1C3-A5B1-16F3A6F2292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083440" y="4673684"/>
                  <a:ext cx="1951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E8F54B2-56B6-7494-D4D2-7B96CF0042D2}"/>
                    </a:ext>
                  </a:extLst>
                </p14:cNvPr>
                <p14:cNvContentPartPr/>
                <p14:nvPr/>
              </p14:nvContentPartPr>
              <p14:xfrm>
                <a:off x="8290800" y="4709324"/>
                <a:ext cx="275040" cy="918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E8F54B2-56B6-7494-D4D2-7B96CF0042D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282160" y="4700324"/>
                  <a:ext cx="2926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757DCB8A-F354-CBA7-9A83-E62A06036AA4}"/>
                    </a:ext>
                  </a:extLst>
                </p14:cNvPr>
                <p14:cNvContentPartPr/>
                <p14:nvPr/>
              </p14:nvContentPartPr>
              <p14:xfrm>
                <a:off x="8544600" y="4494044"/>
                <a:ext cx="172080" cy="3222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757DCB8A-F354-CBA7-9A83-E62A06036AA4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535600" y="4485044"/>
                  <a:ext cx="18972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E625324-AEB2-47E9-2666-5D1D48A43638}"/>
                    </a:ext>
                  </a:extLst>
                </p14:cNvPr>
                <p14:cNvContentPartPr/>
                <p14:nvPr/>
              </p14:nvContentPartPr>
              <p14:xfrm>
                <a:off x="8778960" y="4615724"/>
                <a:ext cx="162000" cy="122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E625324-AEB2-47E9-2666-5D1D48A4363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770320" y="4607084"/>
                  <a:ext cx="1796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ED6B316-F8EF-FDE1-C6B3-CA0DECC806DF}"/>
                    </a:ext>
                  </a:extLst>
                </p14:cNvPr>
                <p14:cNvContentPartPr/>
                <p14:nvPr/>
              </p14:nvContentPartPr>
              <p14:xfrm>
                <a:off x="8807760" y="4537244"/>
                <a:ext cx="166320" cy="198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ED6B316-F8EF-FDE1-C6B3-CA0DECC806DF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799120" y="4528604"/>
                  <a:ext cx="1839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8B4CE1E-33DC-3050-D270-D956A99AFD1A}"/>
                    </a:ext>
                  </a:extLst>
                </p14:cNvPr>
                <p14:cNvContentPartPr/>
                <p14:nvPr/>
              </p14:nvContentPartPr>
              <p14:xfrm>
                <a:off x="9044280" y="4647044"/>
                <a:ext cx="19080" cy="1324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8B4CE1E-33DC-3050-D270-D956A99AFD1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035280" y="4638044"/>
                  <a:ext cx="367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99252D4E-EDC8-50E2-DBBB-8A7D1F4BD918}"/>
                    </a:ext>
                  </a:extLst>
                </p14:cNvPr>
                <p14:cNvContentPartPr/>
                <p14:nvPr/>
              </p14:nvContentPartPr>
              <p14:xfrm>
                <a:off x="9180360" y="4549844"/>
                <a:ext cx="146880" cy="1990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99252D4E-EDC8-50E2-DBBB-8A7D1F4BD918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171720" y="4540844"/>
                  <a:ext cx="1645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FDF14CF-DC40-6A42-857B-2A32DD51639D}"/>
                    </a:ext>
                  </a:extLst>
                </p14:cNvPr>
                <p14:cNvContentPartPr/>
                <p14:nvPr/>
              </p14:nvContentPartPr>
              <p14:xfrm>
                <a:off x="9172440" y="4489004"/>
                <a:ext cx="207720" cy="450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FDF14CF-DC40-6A42-857B-2A32DD51639D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163440" y="4480004"/>
                  <a:ext cx="2253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5F22C180-7DE9-9396-65C8-4B857B7E1D89}"/>
                    </a:ext>
                  </a:extLst>
                </p14:cNvPr>
                <p14:cNvContentPartPr/>
                <p14:nvPr/>
              </p14:nvContentPartPr>
              <p14:xfrm>
                <a:off x="9410400" y="4430684"/>
                <a:ext cx="150480" cy="4208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5F22C180-7DE9-9396-65C8-4B857B7E1D8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401760" y="4421684"/>
                  <a:ext cx="168120" cy="43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4D0285AC-294A-8CAE-2378-6784A62FF68B}"/>
              </a:ext>
            </a:extLst>
          </p:cNvPr>
          <p:cNvGrpSpPr/>
          <p:nvPr/>
        </p:nvGrpSpPr>
        <p:grpSpPr>
          <a:xfrm>
            <a:off x="9932760" y="4277684"/>
            <a:ext cx="227880" cy="110520"/>
            <a:chOff x="9932760" y="4277684"/>
            <a:chExt cx="227880" cy="11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63FDBCFE-117D-24DF-B5F0-102BB4784062}"/>
                    </a:ext>
                  </a:extLst>
                </p14:cNvPr>
                <p14:cNvContentPartPr/>
                <p14:nvPr/>
              </p14:nvContentPartPr>
              <p14:xfrm>
                <a:off x="9955440" y="4277684"/>
                <a:ext cx="126000" cy="234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63FDBCFE-117D-24DF-B5F0-102BB4784062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946440" y="4268684"/>
                  <a:ext cx="1436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2140787-41F8-7D91-0DB2-53EF27DF62EB}"/>
                    </a:ext>
                  </a:extLst>
                </p14:cNvPr>
                <p14:cNvContentPartPr/>
                <p14:nvPr/>
              </p14:nvContentPartPr>
              <p14:xfrm>
                <a:off x="9932760" y="4334204"/>
                <a:ext cx="227880" cy="540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2140787-41F8-7D91-0DB2-53EF27DF62EB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923760" y="4325204"/>
                  <a:ext cx="245520" cy="7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6451EA48-BFA6-88A0-8044-409B1FF07F19}"/>
                  </a:ext>
                </a:extLst>
              </p14:cNvPr>
              <p14:cNvContentPartPr/>
              <p14:nvPr/>
            </p14:nvContentPartPr>
            <p14:xfrm>
              <a:off x="8132400" y="5556404"/>
              <a:ext cx="189000" cy="4320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6451EA48-BFA6-88A0-8044-409B1FF07F19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8123760" y="5547404"/>
                <a:ext cx="20664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37BEF71B-9262-79EE-F7AA-24B2505C8B2A}"/>
                  </a:ext>
                </a:extLst>
              </p14:cNvPr>
              <p14:cNvContentPartPr/>
              <p14:nvPr/>
            </p14:nvContentPartPr>
            <p14:xfrm>
              <a:off x="8833680" y="5486204"/>
              <a:ext cx="272880" cy="4752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37BEF71B-9262-79EE-F7AA-24B2505C8B2A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8825040" y="5477564"/>
                <a:ext cx="290520" cy="6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8" name="Group 177">
            <a:extLst>
              <a:ext uri="{FF2B5EF4-FFF2-40B4-BE49-F238E27FC236}">
                <a16:creationId xmlns:a16="http://schemas.microsoft.com/office/drawing/2014/main" id="{F3938DEF-DBE4-19AE-30F1-9E6E3086DECC}"/>
              </a:ext>
            </a:extLst>
          </p:cNvPr>
          <p:cNvGrpSpPr/>
          <p:nvPr/>
        </p:nvGrpSpPr>
        <p:grpSpPr>
          <a:xfrm>
            <a:off x="6954480" y="5687804"/>
            <a:ext cx="3006000" cy="920160"/>
            <a:chOff x="6954480" y="5687804"/>
            <a:chExt cx="3006000" cy="92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7551E42-1102-232C-49BA-DAEE7AB8F93C}"/>
                    </a:ext>
                  </a:extLst>
                </p14:cNvPr>
                <p14:cNvContentPartPr/>
                <p14:nvPr/>
              </p14:nvContentPartPr>
              <p14:xfrm>
                <a:off x="6954480" y="5726324"/>
                <a:ext cx="177120" cy="2674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7551E42-1102-232C-49BA-DAEE7AB8F93C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945840" y="5717684"/>
                  <a:ext cx="19476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75E8848-C9DA-D72F-65E1-0F943005A0CB}"/>
                    </a:ext>
                  </a:extLst>
                </p14:cNvPr>
                <p14:cNvContentPartPr/>
                <p14:nvPr/>
              </p14:nvContentPartPr>
              <p14:xfrm>
                <a:off x="7227720" y="5757644"/>
                <a:ext cx="168480" cy="1659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75E8848-C9DA-D72F-65E1-0F943005A0CB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219080" y="5749004"/>
                  <a:ext cx="1861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7A603DA-0CF9-C484-53FB-5D3049C5B82F}"/>
                    </a:ext>
                  </a:extLst>
                </p14:cNvPr>
                <p14:cNvContentPartPr/>
                <p14:nvPr/>
              </p14:nvContentPartPr>
              <p14:xfrm>
                <a:off x="7449480" y="5793644"/>
                <a:ext cx="119880" cy="374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7A603DA-0CF9-C484-53FB-5D3049C5B82F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440480" y="5785004"/>
                  <a:ext cx="1375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D5F5B66-0DE1-24D9-8FEC-64F23812F66F}"/>
                    </a:ext>
                  </a:extLst>
                </p14:cNvPr>
                <p14:cNvContentPartPr/>
                <p14:nvPr/>
              </p14:nvContentPartPr>
              <p14:xfrm>
                <a:off x="7504920" y="5856284"/>
                <a:ext cx="173880" cy="338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D5F5B66-0DE1-24D9-8FEC-64F23812F66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495920" y="5847284"/>
                  <a:ext cx="1915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9BCC3A57-0E76-8328-F4F8-FB2B30D19D9B}"/>
                    </a:ext>
                  </a:extLst>
                </p14:cNvPr>
                <p14:cNvContentPartPr/>
                <p14:nvPr/>
              </p14:nvContentPartPr>
              <p14:xfrm>
                <a:off x="8123760" y="5689604"/>
                <a:ext cx="39240" cy="2941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9BCC3A57-0E76-8328-F4F8-FB2B30D19D9B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114760" y="5680604"/>
                  <a:ext cx="568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83C7C42D-1178-E235-94FD-6EB5A309E16B}"/>
                    </a:ext>
                  </a:extLst>
                </p14:cNvPr>
                <p14:cNvContentPartPr/>
                <p14:nvPr/>
              </p14:nvContentPartPr>
              <p14:xfrm>
                <a:off x="8130600" y="5704724"/>
                <a:ext cx="144000" cy="1461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83C7C42D-1178-E235-94FD-6EB5A309E16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121600" y="5695724"/>
                  <a:ext cx="1616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838DACB-33D7-AF2D-123B-8E57A2AC6F13}"/>
                    </a:ext>
                  </a:extLst>
                </p14:cNvPr>
                <p14:cNvContentPartPr/>
                <p14:nvPr/>
              </p14:nvContentPartPr>
              <p14:xfrm>
                <a:off x="8402040" y="5803724"/>
                <a:ext cx="250560" cy="234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838DACB-33D7-AF2D-123B-8E57A2AC6F13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393040" y="5795084"/>
                  <a:ext cx="2682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6DFC4DE3-B5A2-BF0E-C875-B2E273E76121}"/>
                    </a:ext>
                  </a:extLst>
                </p14:cNvPr>
                <p14:cNvContentPartPr/>
                <p14:nvPr/>
              </p14:nvContentPartPr>
              <p14:xfrm>
                <a:off x="8835840" y="5687804"/>
                <a:ext cx="264600" cy="3164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6DFC4DE3-B5A2-BF0E-C875-B2E273E7612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827200" y="5678804"/>
                  <a:ext cx="28224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50AEA99-F895-22EC-9A8B-E64BCE287D20}"/>
                    </a:ext>
                  </a:extLst>
                </p14:cNvPr>
                <p14:cNvContentPartPr/>
                <p14:nvPr/>
              </p14:nvContentPartPr>
              <p14:xfrm>
                <a:off x="7894440" y="6034124"/>
                <a:ext cx="1719360" cy="957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50AEA99-F895-22EC-9A8B-E64BCE287D20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885440" y="6025124"/>
                  <a:ext cx="17370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3AE71362-79CA-695B-FD48-892D25683764}"/>
                    </a:ext>
                  </a:extLst>
                </p14:cNvPr>
                <p14:cNvContentPartPr/>
                <p14:nvPr/>
              </p14:nvContentPartPr>
              <p14:xfrm>
                <a:off x="8146440" y="6312044"/>
                <a:ext cx="345240" cy="1368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3AE71362-79CA-695B-FD48-892D25683764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137440" y="6303404"/>
                  <a:ext cx="3628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7552ECE-1063-2FE5-7F0B-64DE7745AE55}"/>
                    </a:ext>
                  </a:extLst>
                </p14:cNvPr>
                <p14:cNvContentPartPr/>
                <p14:nvPr/>
              </p14:nvContentPartPr>
              <p14:xfrm>
                <a:off x="8518320" y="6325364"/>
                <a:ext cx="122760" cy="1036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7552ECE-1063-2FE5-7F0B-64DE7745AE55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509320" y="6316724"/>
                  <a:ext cx="1404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E6B1B801-E4B8-68FD-6AF4-FC0B4C1DF0D4}"/>
                    </a:ext>
                  </a:extLst>
                </p14:cNvPr>
                <p14:cNvContentPartPr/>
                <p14:nvPr/>
              </p14:nvContentPartPr>
              <p14:xfrm>
                <a:off x="8684640" y="6327524"/>
                <a:ext cx="243000" cy="1044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E6B1B801-E4B8-68FD-6AF4-FC0B4C1DF0D4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676000" y="6318524"/>
                  <a:ext cx="2606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820B312-625B-59D9-B786-F2C86007CC42}"/>
                    </a:ext>
                  </a:extLst>
                </p14:cNvPr>
                <p14:cNvContentPartPr/>
                <p14:nvPr/>
              </p14:nvContentPartPr>
              <p14:xfrm>
                <a:off x="8978040" y="6200804"/>
                <a:ext cx="151200" cy="3042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820B312-625B-59D9-B786-F2C86007CC42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969400" y="6191804"/>
                  <a:ext cx="16884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885618C-6686-0FB6-1A6E-461619F9D81E}"/>
                    </a:ext>
                  </a:extLst>
                </p14:cNvPr>
                <p14:cNvContentPartPr/>
                <p14:nvPr/>
              </p14:nvContentPartPr>
              <p14:xfrm>
                <a:off x="9156240" y="6306644"/>
                <a:ext cx="41760" cy="2772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885618C-6686-0FB6-1A6E-461619F9D81E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147600" y="6298004"/>
                  <a:ext cx="5940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CEA77C91-213C-23F3-8F41-F5B76613EA21}"/>
                    </a:ext>
                  </a:extLst>
                </p14:cNvPr>
                <p14:cNvContentPartPr/>
                <p14:nvPr/>
              </p14:nvContentPartPr>
              <p14:xfrm>
                <a:off x="9153360" y="6314924"/>
                <a:ext cx="120600" cy="1638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CEA77C91-213C-23F3-8F41-F5B76613EA21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144720" y="6305924"/>
                  <a:ext cx="1382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A627912-4F18-8A50-D2CE-5500B36252AB}"/>
                    </a:ext>
                  </a:extLst>
                </p14:cNvPr>
                <p14:cNvContentPartPr/>
                <p14:nvPr/>
              </p14:nvContentPartPr>
              <p14:xfrm>
                <a:off x="9189360" y="6212684"/>
                <a:ext cx="244800" cy="399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A627912-4F18-8A50-D2CE-5500B36252AB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180360" y="6203684"/>
                  <a:ext cx="2624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1209135-FA94-5D54-4B69-C0234D759BDF}"/>
                    </a:ext>
                  </a:extLst>
                </p14:cNvPr>
                <p14:cNvContentPartPr/>
                <p14:nvPr/>
              </p14:nvContentPartPr>
              <p14:xfrm>
                <a:off x="9433080" y="6433004"/>
                <a:ext cx="34200" cy="1130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1209135-FA94-5D54-4B69-C0234D759BDF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424440" y="6424004"/>
                  <a:ext cx="518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9DFED3E-2AEF-BEB5-3977-C8A8E12E7C6C}"/>
                    </a:ext>
                  </a:extLst>
                </p14:cNvPr>
                <p14:cNvContentPartPr/>
                <p14:nvPr/>
              </p14:nvContentPartPr>
              <p14:xfrm>
                <a:off x="9604440" y="6303404"/>
                <a:ext cx="257040" cy="3045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9DFED3E-2AEF-BEB5-3977-C8A8E12E7C6C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595800" y="6294404"/>
                  <a:ext cx="27468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958CCC0E-DB31-88D8-05B7-85597BBCA61C}"/>
                    </a:ext>
                  </a:extLst>
                </p14:cNvPr>
                <p14:cNvContentPartPr/>
                <p14:nvPr/>
              </p14:nvContentPartPr>
              <p14:xfrm>
                <a:off x="9658080" y="6248324"/>
                <a:ext cx="98280" cy="338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958CCC0E-DB31-88D8-05B7-85597BBCA61C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649080" y="6239684"/>
                  <a:ext cx="1159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AB44660B-31ED-7738-2CC2-2713EE8F9B38}"/>
                    </a:ext>
                  </a:extLst>
                </p14:cNvPr>
                <p14:cNvContentPartPr/>
                <p14:nvPr/>
              </p14:nvContentPartPr>
              <p14:xfrm>
                <a:off x="9842040" y="6162644"/>
                <a:ext cx="118440" cy="3783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AB44660B-31ED-7738-2CC2-2713EE8F9B3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833400" y="6153644"/>
                  <a:ext cx="136080" cy="39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B36EEB43-57EB-F6F7-93B5-01A9057D6482}"/>
              </a:ext>
            </a:extLst>
          </p:cNvPr>
          <p:cNvGrpSpPr/>
          <p:nvPr/>
        </p:nvGrpSpPr>
        <p:grpSpPr>
          <a:xfrm>
            <a:off x="10098720" y="5908124"/>
            <a:ext cx="213840" cy="104400"/>
            <a:chOff x="10098720" y="5908124"/>
            <a:chExt cx="213840" cy="10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4FBF6275-2576-5265-083A-2E707978F1A1}"/>
                    </a:ext>
                  </a:extLst>
                </p14:cNvPr>
                <p14:cNvContentPartPr/>
                <p14:nvPr/>
              </p14:nvContentPartPr>
              <p14:xfrm>
                <a:off x="10098720" y="5908124"/>
                <a:ext cx="149040" cy="320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4FBF6275-2576-5265-083A-2E707978F1A1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089720" y="5899484"/>
                  <a:ext cx="1666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49F83C49-AB98-8B58-AC1D-27611A8AB529}"/>
                    </a:ext>
                  </a:extLst>
                </p14:cNvPr>
                <p14:cNvContentPartPr/>
                <p14:nvPr/>
              </p14:nvContentPartPr>
              <p14:xfrm>
                <a:off x="10125360" y="5966444"/>
                <a:ext cx="187200" cy="460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49F83C49-AB98-8B58-AC1D-27611A8AB529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116720" y="5957444"/>
                  <a:ext cx="204840" cy="63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7076934F-1EC0-5717-E2AE-9A27EF17C86D}"/>
                  </a:ext>
                </a:extLst>
              </p14:cNvPr>
              <p14:cNvContentPartPr/>
              <p14:nvPr/>
            </p14:nvContentPartPr>
            <p14:xfrm>
              <a:off x="6576840" y="5300804"/>
              <a:ext cx="4680" cy="756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7076934F-1EC0-5717-E2AE-9A27EF17C86D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6567840" y="5291804"/>
                <a:ext cx="22320" cy="2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98219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909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8514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Anil Wadeda</dc:creator>
  <cp:lastModifiedBy>Anil Wadeda</cp:lastModifiedBy>
  <cp:revision>19</cp:revision>
  <dcterms:created xsi:type="dcterms:W3CDTF">2025-12-29T06:03:28Z</dcterms:created>
  <dcterms:modified xsi:type="dcterms:W3CDTF">2026-08-19T04:34:03Z</dcterms:modified>
</cp:coreProperties>
</file>